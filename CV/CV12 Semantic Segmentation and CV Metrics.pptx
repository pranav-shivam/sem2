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3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notesSlides/notesSlide4.xml" ContentType="application/vnd.openxmlformats-officedocument.presentationml.notesSlide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5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7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9" r:id="rId34"/>
    <p:sldId id="293" r:id="rId35"/>
    <p:sldId id="290" r:id="rId36"/>
    <p:sldId id="291" r:id="rId37"/>
    <p:sldId id="292" r:id="rId38"/>
    <p:sldId id="37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74" r:id="rId47"/>
    <p:sldId id="375" r:id="rId48"/>
    <p:sldId id="376" r:id="rId49"/>
    <p:sldId id="378" r:id="rId50"/>
    <p:sldId id="377" r:id="rId51"/>
    <p:sldId id="379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8FA19-50AF-A049-A8FC-4458CF010325}" v="8" dt="2026-07-25T07:30:21.3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3"/>
    <p:restoredTop sz="51552"/>
  </p:normalViewPr>
  <p:slideViewPr>
    <p:cSldViewPr>
      <p:cViewPr varScale="1">
        <p:scale>
          <a:sx n="78" d="100"/>
          <a:sy n="78" d="100"/>
        </p:scale>
        <p:origin x="449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ikary, Dhruba" userId="23eb24de-e58c-4ca0-9bd6-9e295a10b516" providerId="ADAL" clId="{11D8458B-F304-5EFB-9AF0-D225AA03FF27}"/>
    <pc:docChg chg="delSld modSld">
      <pc:chgData name="Adhikary, Dhruba" userId="23eb24de-e58c-4ca0-9bd6-9e295a10b516" providerId="ADAL" clId="{11D8458B-F304-5EFB-9AF0-D225AA03FF27}" dt="2026-07-25T07:30:21.305" v="10"/>
      <pc:docMkLst>
        <pc:docMk/>
      </pc:docMkLst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56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56"/>
            <ac:inkMk id="12" creationId="{F1246ED9-29F7-6017-F5C4-4FA733015E48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57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57"/>
            <ac:inkMk id="137" creationId="{379E972C-AA01-BF3F-76A4-514B73BBA2A3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58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58"/>
            <ac:inkMk id="36" creationId="{EB742906-FD6E-130A-C049-4527A32DFA12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59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59"/>
            <ac:inkMk id="31" creationId="{8D3CEB74-F924-06F0-F08C-18C953F92AD9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0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0"/>
            <ac:inkMk id="32" creationId="{B64E35F3-63C0-FD69-CB59-F6C85BDF1737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1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1"/>
            <ac:inkMk id="10" creationId="{F2562DB7-89F0-8CF2-BB0B-576168411ACC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2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2"/>
            <ac:inkMk id="8" creationId="{DFB1A37A-1B3F-FBB9-0528-957EA9DFB1EB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3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3"/>
            <ac:inkMk id="48" creationId="{58214473-C741-6128-E4B3-8B3B49D8A5E1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4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4"/>
            <ac:inkMk id="57" creationId="{9A9B5CF8-4CE9-4FF2-93AF-81D4925DE4EF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5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5"/>
            <ac:inkMk id="63" creationId="{442B7C8A-3125-4774-1394-0F9AAA4073F5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8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8"/>
            <ac:inkMk id="27" creationId="{67D24ECE-63C3-1DF2-1089-948D19AA81A4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69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69"/>
            <ac:inkMk id="117" creationId="{E64019C0-1AA7-17E6-3CC3-A97556D1DBAA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70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70"/>
            <ac:inkMk id="117" creationId="{1E0772F9-9B13-421F-B358-974E371DE88B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71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71"/>
            <ac:inkMk id="17" creationId="{A26AA83A-E8CB-DDDE-9CAF-0E9C290EEA82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76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76"/>
            <ac:inkMk id="64" creationId="{9537D0B2-94FD-00E4-BCD9-7010451AB919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78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78"/>
            <ac:inkMk id="118" creationId="{0025BB2C-AC16-3D31-4489-C85F5D706DF7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79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79"/>
            <ac:inkMk id="54" creationId="{1F57A980-7AC3-AF19-5848-95D87420FE05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81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81"/>
            <ac:inkMk id="87" creationId="{3EFAA1E0-D203-B9BF-0272-1A2AF2EF7461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82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82"/>
            <ac:inkMk id="109" creationId="{10A75A47-6049-A215-3B1F-1C3A26550EF5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83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83"/>
            <ac:inkMk id="34" creationId="{9B7C30ED-A783-AC37-73DE-2B5C6C93D0CE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84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84"/>
            <ac:inkMk id="11" creationId="{F9CED779-7CFC-C5D1-0D42-A9FF562DD446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0" sldId="285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85"/>
            <ac:inkMk id="25" creationId="{132A77D7-1134-B462-E1CC-3D673EE31BDF}"/>
          </ac:inkMkLst>
        </pc:inkChg>
      </pc:sldChg>
      <pc:sldChg chg="modSp mod">
        <pc:chgData name="Adhikary, Dhruba" userId="23eb24de-e58c-4ca0-9bd6-9e295a10b516" providerId="ADAL" clId="{11D8458B-F304-5EFB-9AF0-D225AA03FF27}" dt="2026-07-25T04:54:26.324" v="0" actId="20577"/>
        <pc:sldMkLst>
          <pc:docMk/>
          <pc:sldMk cId="0" sldId="286"/>
        </pc:sldMkLst>
        <pc:spChg chg="mod">
          <ac:chgData name="Adhikary, Dhruba" userId="23eb24de-e58c-4ca0-9bd6-9e295a10b516" providerId="ADAL" clId="{11D8458B-F304-5EFB-9AF0-D225AA03FF27}" dt="2026-07-25T04:54:26.324" v="0" actId="20577"/>
          <ac:spMkLst>
            <pc:docMk/>
            <pc:sldMk cId="0" sldId="286"/>
            <ac:spMk id="3" creationId="{00000000-0000-0000-0000-000000000000}"/>
          </ac:spMkLst>
        </pc:spChg>
      </pc:sldChg>
      <pc:sldChg chg="del">
        <pc:chgData name="Adhikary, Dhruba" userId="23eb24de-e58c-4ca0-9bd6-9e295a10b516" providerId="ADAL" clId="{11D8458B-F304-5EFB-9AF0-D225AA03FF27}" dt="2026-07-25T04:54:41.024" v="1" actId="2696"/>
        <pc:sldMkLst>
          <pc:docMk/>
          <pc:sldMk cId="0" sldId="287"/>
        </pc:sldMkLst>
      </pc:sldChg>
      <pc:sldChg chg="del">
        <pc:chgData name="Adhikary, Dhruba" userId="23eb24de-e58c-4ca0-9bd6-9e295a10b516" providerId="ADAL" clId="{11D8458B-F304-5EFB-9AF0-D225AA03FF27}" dt="2026-07-25T04:54:41.382" v="2" actId="2696"/>
        <pc:sldMkLst>
          <pc:docMk/>
          <pc:sldMk cId="0" sldId="288"/>
        </pc:sldMkLst>
      </pc:sldChg>
      <pc:sldChg chg="addSp">
        <pc:chgData name="Adhikary, Dhruba" userId="23eb24de-e58c-4ca0-9bd6-9e295a10b516" providerId="ADAL" clId="{11D8458B-F304-5EFB-9AF0-D225AA03FF27}" dt="2026-07-25T06:45:14.814" v="9"/>
        <pc:sldMkLst>
          <pc:docMk/>
          <pc:sldMk cId="0" sldId="290"/>
        </pc:sldMkLst>
        <pc:inkChg chg="add">
          <ac:chgData name="Adhikary, Dhruba" userId="23eb24de-e58c-4ca0-9bd6-9e295a10b516" providerId="ADAL" clId="{11D8458B-F304-5EFB-9AF0-D225AA03FF27}" dt="2026-07-25T06:45:14.814" v="9"/>
          <ac:inkMkLst>
            <pc:docMk/>
            <pc:sldMk cId="0" sldId="290"/>
            <ac:inkMk id="5" creationId="{B9507A84-ABB5-C436-1EF6-37B239555A7B}"/>
          </ac:inkMkLst>
        </pc:inkChg>
      </pc:sldChg>
      <pc:sldChg chg="addSp">
        <pc:chgData name="Adhikary, Dhruba" userId="23eb24de-e58c-4ca0-9bd6-9e295a10b516" providerId="ADAL" clId="{11D8458B-F304-5EFB-9AF0-D225AA03FF27}" dt="2026-07-25T06:45:14.814" v="9"/>
        <pc:sldMkLst>
          <pc:docMk/>
          <pc:sldMk cId="0" sldId="291"/>
        </pc:sldMkLst>
        <pc:inkChg chg="add">
          <ac:chgData name="Adhikary, Dhruba" userId="23eb24de-e58c-4ca0-9bd6-9e295a10b516" providerId="ADAL" clId="{11D8458B-F304-5EFB-9AF0-D225AA03FF27}" dt="2026-07-25T06:45:14.814" v="9"/>
          <ac:inkMkLst>
            <pc:docMk/>
            <pc:sldMk cId="0" sldId="291"/>
            <ac:inkMk id="7" creationId="{2802841B-EC5A-B2FE-45D3-ADA9D566B009}"/>
          </ac:inkMkLst>
        </pc:inkChg>
      </pc:sldChg>
      <pc:sldChg chg="addSp">
        <pc:chgData name="Adhikary, Dhruba" userId="23eb24de-e58c-4ca0-9bd6-9e295a10b516" providerId="ADAL" clId="{11D8458B-F304-5EFB-9AF0-D225AA03FF27}" dt="2026-07-25T06:45:14.814" v="9"/>
        <pc:sldMkLst>
          <pc:docMk/>
          <pc:sldMk cId="0" sldId="292"/>
        </pc:sldMkLst>
        <pc:inkChg chg="add">
          <ac:chgData name="Adhikary, Dhruba" userId="23eb24de-e58c-4ca0-9bd6-9e295a10b516" providerId="ADAL" clId="{11D8458B-F304-5EFB-9AF0-D225AA03FF27}" dt="2026-07-25T06:45:14.814" v="9"/>
          <ac:inkMkLst>
            <pc:docMk/>
            <pc:sldMk cId="0" sldId="292"/>
            <ac:inkMk id="10" creationId="{BBFA07E0-EDB8-F4A2-D4B9-29ABE39A78EE}"/>
          </ac:inkMkLst>
        </pc:inkChg>
      </pc:sldChg>
      <pc:sldChg chg="addSp modSp mod">
        <pc:chgData name="Adhikary, Dhruba" userId="23eb24de-e58c-4ca0-9bd6-9e295a10b516" providerId="ADAL" clId="{11D8458B-F304-5EFB-9AF0-D225AA03FF27}" dt="2026-07-25T06:45:14.814" v="9"/>
        <pc:sldMkLst>
          <pc:docMk/>
          <pc:sldMk cId="0" sldId="293"/>
        </pc:sldMkLst>
        <pc:picChg chg="mod">
          <ac:chgData name="Adhikary, Dhruba" userId="23eb24de-e58c-4ca0-9bd6-9e295a10b516" providerId="ADAL" clId="{11D8458B-F304-5EFB-9AF0-D225AA03FF27}" dt="2026-07-25T04:54:57.557" v="3" actId="1076"/>
          <ac:picMkLst>
            <pc:docMk/>
            <pc:sldMk cId="0" sldId="293"/>
            <ac:picMk id="5" creationId="{00000000-0000-0000-0000-000000000000}"/>
          </ac:picMkLst>
        </pc:picChg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0" sldId="293"/>
            <ac:inkMk id="8" creationId="{1FED3826-97CD-D194-71B8-DD57455E9DD8}"/>
          </ac:inkMkLst>
        </pc:inkChg>
        <pc:inkChg chg="add">
          <ac:chgData name="Adhikary, Dhruba" userId="23eb24de-e58c-4ca0-9bd6-9e295a10b516" providerId="ADAL" clId="{11D8458B-F304-5EFB-9AF0-D225AA03FF27}" dt="2026-07-25T06:45:14.814" v="9"/>
          <ac:inkMkLst>
            <pc:docMk/>
            <pc:sldMk cId="0" sldId="293"/>
            <ac:inkMk id="9" creationId="{A42BE72C-4949-7E23-CA04-15F79C6B283D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0" sldId="294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0" sldId="294"/>
            <ac:inkMk id="8" creationId="{0784D67B-2AD2-C973-9BA7-CA54CD193488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0" sldId="296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0" sldId="296"/>
            <ac:inkMk id="10" creationId="{E436CE71-4AD4-C004-D4A1-F89E09D523E7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0" sldId="303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0" sldId="303"/>
            <ac:inkMk id="10" creationId="{FE74AEAA-E4E9-A19A-5394-E43509156CEC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0" sldId="305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0" sldId="305"/>
            <ac:inkMk id="7" creationId="{9FBB3769-F156-87EA-A619-0D628AFFC63A}"/>
          </ac:inkMkLst>
        </pc:inkChg>
      </pc:sldChg>
      <pc:sldChg chg="addSp mod modShow">
        <pc:chgData name="Adhikary, Dhruba" userId="23eb24de-e58c-4ca0-9bd6-9e295a10b516" providerId="ADAL" clId="{11D8458B-F304-5EFB-9AF0-D225AA03FF27}" dt="2026-07-25T06:45:14.814" v="9"/>
        <pc:sldMkLst>
          <pc:docMk/>
          <pc:sldMk cId="3880169537" sldId="372"/>
        </pc:sldMkLst>
        <pc:inkChg chg="add">
          <ac:chgData name="Adhikary, Dhruba" userId="23eb24de-e58c-4ca0-9bd6-9e295a10b516" providerId="ADAL" clId="{11D8458B-F304-5EFB-9AF0-D225AA03FF27}" dt="2026-07-25T06:45:14.814" v="9"/>
          <ac:inkMkLst>
            <pc:docMk/>
            <pc:sldMk cId="3880169537" sldId="372"/>
            <ac:inkMk id="6" creationId="{E7F6503E-C581-57C7-CB33-2F555FF26B48}"/>
          </ac:inkMkLst>
        </pc:inkChg>
      </pc:sldChg>
      <pc:sldChg chg="addSp">
        <pc:chgData name="Adhikary, Dhruba" userId="23eb24de-e58c-4ca0-9bd6-9e295a10b516" providerId="ADAL" clId="{11D8458B-F304-5EFB-9AF0-D225AA03FF27}" dt="2026-07-25T06:32:54.264" v="7"/>
        <pc:sldMkLst>
          <pc:docMk/>
          <pc:sldMk cId="4294252015" sldId="373"/>
        </pc:sldMkLst>
        <pc:inkChg chg="add">
          <ac:chgData name="Adhikary, Dhruba" userId="23eb24de-e58c-4ca0-9bd6-9e295a10b516" providerId="ADAL" clId="{11D8458B-F304-5EFB-9AF0-D225AA03FF27}" dt="2026-07-25T06:32:54.264" v="7"/>
          <ac:inkMkLst>
            <pc:docMk/>
            <pc:sldMk cId="4294252015" sldId="373"/>
            <ac:inkMk id="4" creationId="{06417A92-7631-D71A-E2E1-04C27F7F147B}"/>
          </ac:inkMkLst>
        </pc:inkChg>
      </pc:sldChg>
      <pc:sldChg chg="addSp modSp mod">
        <pc:chgData name="Adhikary, Dhruba" userId="23eb24de-e58c-4ca0-9bd6-9e295a10b516" providerId="ADAL" clId="{11D8458B-F304-5EFB-9AF0-D225AA03FF27}" dt="2026-07-25T07:30:21.305" v="10"/>
        <pc:sldMkLst>
          <pc:docMk/>
          <pc:sldMk cId="244233207" sldId="374"/>
        </pc:sldMkLst>
        <pc:spChg chg="mod">
          <ac:chgData name="Adhikary, Dhruba" userId="23eb24de-e58c-4ca0-9bd6-9e295a10b516" providerId="ADAL" clId="{11D8458B-F304-5EFB-9AF0-D225AA03FF27}" dt="2026-07-25T04:55:31.090" v="6" actId="1076"/>
          <ac:spMkLst>
            <pc:docMk/>
            <pc:sldMk cId="244233207" sldId="374"/>
            <ac:spMk id="10" creationId="{E097D705-6A5C-4889-2EE7-3C5F50DE02C5}"/>
          </ac:spMkLst>
        </pc:spChg>
        <pc:picChg chg="mod">
          <ac:chgData name="Adhikary, Dhruba" userId="23eb24de-e58c-4ca0-9bd6-9e295a10b516" providerId="ADAL" clId="{11D8458B-F304-5EFB-9AF0-D225AA03FF27}" dt="2026-07-25T04:55:26.825" v="5" actId="1076"/>
          <ac:picMkLst>
            <pc:docMk/>
            <pc:sldMk cId="244233207" sldId="374"/>
            <ac:picMk id="8" creationId="{03B52821-B271-8D7E-F508-241EAED9EF6D}"/>
          </ac:picMkLst>
        </pc:picChg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244233207" sldId="374"/>
            <ac:inkMk id="2" creationId="{A2B0B616-E5A9-6B93-7411-B9DB63F33E98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1181269248" sldId="375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1181269248" sldId="375"/>
            <ac:inkMk id="5" creationId="{1880D24A-449B-4A4F-F5E6-19F908B2A5AA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1598651258" sldId="376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1598651258" sldId="376"/>
            <ac:inkMk id="2" creationId="{838D31CC-E7BC-6C5C-45FF-59E2B5249425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2796365966" sldId="377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2796365966" sldId="377"/>
            <ac:inkMk id="3" creationId="{CDFD3413-07D6-ED93-2A03-B221C6F9556A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957081158" sldId="378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957081158" sldId="378"/>
            <ac:inkMk id="4" creationId="{819D6A74-F7D9-B0D8-794E-222419F3BF99}"/>
          </ac:inkMkLst>
        </pc:inkChg>
      </pc:sldChg>
      <pc:sldChg chg="addSp">
        <pc:chgData name="Adhikary, Dhruba" userId="23eb24de-e58c-4ca0-9bd6-9e295a10b516" providerId="ADAL" clId="{11D8458B-F304-5EFB-9AF0-D225AA03FF27}" dt="2026-07-25T07:30:21.305" v="10"/>
        <pc:sldMkLst>
          <pc:docMk/>
          <pc:sldMk cId="195850626" sldId="379"/>
        </pc:sldMkLst>
        <pc:inkChg chg="add">
          <ac:chgData name="Adhikary, Dhruba" userId="23eb24de-e58c-4ca0-9bd6-9e295a10b516" providerId="ADAL" clId="{11D8458B-F304-5EFB-9AF0-D225AA03FF27}" dt="2026-07-25T07:30:21.305" v="10"/>
          <ac:inkMkLst>
            <pc:docMk/>
            <pc:sldMk cId="195850626" sldId="379"/>
            <ac:inkMk id="4" creationId="{D76ABF09-D594-F275-8F2A-8C89B15BB33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39:04.4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12176 3692 11490,'0'6'2969,"-1"-6"-2969,1 18 90,-1-9-90,0 1 0,0 3 0,-2 2 0,0 12 0,-1-5 90,-2 19-90,1-11-560,-1 6 560,0-7 0,1-4-335,1 0 335,-1 3 0,-1-2 90,0 0-90,0-2 0,1-2-71,0-2 71,0 0 0,0-1 90,-2 8 446,-1 0-536,0 2 0,2-7 0,2-6 352,1-6-352,1-2 78,0 0-78,0 0 0,0-1 89,1-1-89,-1 0 90,0 0 90,1-1 270,-1 1-360,6-18-90,-2 6 0,6-14 0,-4 8 90,2 0-90,0-4 0,0-2 0,1-2 0,1-4-475,0-2 475,3-4 0,4-18 0,-3 10 0,2-13 0,-4 14 0,4-17 0,0 0 0,-6 22 0,0 2 0,3-14 0,-3 12 0,-3 13 0,0 2 0,0-1 0,0 3 0,-1 2-90,-1 1 90,1 1 475,-2 2-475,2 1 0,-1 2 0,0 1 0,1 2 0,0 8-90,2 5 90,-2 11 0,-1-2 0,-1 11 0,1-3 0,-1 1 90,0-4-180,0-7 90,0 4 0,-1-5 0,0 2 0,0-7 90,1-2-90,-1 0 0,0-2 0,0 0 0,0-1 90,3-4-90,1-3 0,4-10 0,0-1 0,3-5 0,-4 1 0,4-6-432,-1-2 432,3-4 0,0 0 0,0 0 0,-1 4 0,-1 1-41,-2 4 41,-1 3 0,0 2-90,-2 3 90,-1 2 0,2-1 429,-2 5-518,4 10 132,-6 5-43,1 11 0,-5 7-973,-2 5 1063,-3 13-1412,-2 3 1322,-2 5 0,-2 1 0,6-27 0,0 0 0,-8 26 0,2 0 0,-2-2 90,1-7-116,4-14 0,1 0 26,-4 11 0,-2 11 0,6-22 0,-1 2 90,2-4-90,1-3 0,1-7 829,2-8-829,2 0 1361,1-3-1811,1-1 157,5-10-156,-1 0-361,3-6-1259,-3 1 2069,5-9 0,0-2 0,4-8 0</inkml:trace>
  <inkml:trace contextRef="#ctx0" brushRef="#br0" timeOffset="567">12635 4219 13739,'9'1'450,"0"-1"-450,-1 0 90,-2 0 0,1-1-90,-1 1 90,0-2 0,1 1-90,0 0 90,0-1-90,0-1 0,0 0 90,0 0-90,1-1 0,0-1 90,3-3-90,-5 0 0,3-3 89,-4-1-89,-2 2 90,0-3-90,-3 4 90,-2-1-90,-1 1 90,-1-1-90,-4-2 0,1 3 90,-4 0-90,4 4 0,-1 2 0,0 2 90,-7 4-90,1 4 0,-3 4 0,3 2 0,0 5 0,2 3 0,-1 5 90,2 2-90,2 0-346,3-1 346,2-1 0,2-3 90,2 2-90,1-1 0,2 0 0,0 0 89,3-2-89,0-1 90,6 3 0,3-3-90,3-1 90,7-6-270,-2-8-89,-1-3-91,0-5-13,-7-3-1786,1-2-539,0-3 2698,-1-1 0,3-5 0,0-2 0</inkml:trace>
  <inkml:trace contextRef="#ctx0" brushRef="#br0" timeOffset="1558">13067 4213 14279,'-3'-12'809,"-2"-1"-449,-1 6-90,0 0-180,-3 2 0,3 3 90,-6 2-90,4 0 0,-3 2 0,-2 4-90,2 0 90,-6 8 0,2 1 0,2 1-90,2 2 0,4-5 0,1 0 89,2-1-89,0 1 0,2-1 0,2-1 0,-1 0 0,3-1 0,2 3 0,1-4 0,6 3 0,0-6 0,5-3 0,-2-2 0,0-4-89,-3 0 89,0-2 0,0-1 0,-1-1 0,2-1 0,-3-2 0,1-1-90,-1 0 90,-2 1 0,-1-1 0,-1 2 0,0 0 0,-1 1 0,0 1-90,0-1 90,0 4 0,-1 3 0,0 9 0,1 10-90,-1-1 180,1 1-90,-1-2-90,1 0 90,3 7 0,-2-6 0,4 4 0,1-4 0,-2-6 0,5 3 90,-5-9-90,6-1 0,3-5 0,0-1 0,7-11 0,-11 2 0,6-7 0,-8 2 0,2-5 0,-3 1 0,1-4 0,-3 2 0,-2 1 0,0 1 0,-3 1 90,1-2-180,-2 5 90,1-1 0,-2 8-90,-1 2 90,-5 14 0,1 1 0,-4 12 0,2-2 0,0 3-356,-1 5 356,0 1 0,0 1 0,1-2 0,1-3 0,0-2 0,2-2 0,-1 0 0,1-4 0,0 0 0,0-3 0,2-1 446,0-2-446,1-1 0,1-3 0,3-3 0,2-4 0,1-2 90,3-6-90,-2-3 0,4-5 0,0-4-630,4-4 630,-1-3 0,0-1 0,1 0 0,0 0-90,-1 2 90,0 4 0,-3 3-90,-1 5 90,-1 5 0,-1 3 0,0 4-90,2 6 90,-3 9 0,1 4 0,-3 7 0,-4-2 0,-1 2 0,0 1 334,-1 3-334,0-2 0,0 3 0,0-1 0,0-3-90,2 0 180,-2-2-90,2-2 0,0 0 0,0-2 0,2-3 0,3 4 0,3-5-360,5-2 116,0-6-1285,6-11-540,-6-1-179,7-8 2248,-4 0 0,4-10 0,2-1 0</inkml:trace>
  <inkml:trace contextRef="#ctx0" brushRef="#br0" timeOffset="2167">14280 3939 13559,'8'-9'990,"-3"2"-541,-1 1 181,-3 1-450,-1-2 90,-2 1-180,-5 0 0,2 3 0,-5 0 0,1 2 0,-2 1 0,1 1-1,-4 0-89,1 2 90,-2 1 0,-9 6-90,6 0 90,-11 9-90,10 1 90,1 1-90,5-1 0,8-6 0,3 0 0,1 1 90,3-1-90,4 3 0,3-1 0,6 3-297,1 0 297,6 2 90,11 6-90,-7-6 0,8 4 0,-1 1 0,-8-6 0,15 16 0,-16-9 0,3 9-380,-13-10 380,-6-4 90,-7-7-90,-1-1 285,-4 0-285,-1 0 0,-3 1 0,-3-3 392,-2 2-392,-13 4 0,-9-1 0,-9 1 0,7-6-270,1-4-269,12-4 179,1-2-90,6-3-180,7-1-359,3-1-1080,1-2-449,2-1 2518,3-1 0,2-8 0,1-3 0</inkml:trace>
  <inkml:trace contextRef="#ctx0" brushRef="#br0" timeOffset="2567">14566 3970 13469,'3'-9'540,"-1"1"-270,0 2 359,0 1 1,1-2-180,-2 2 269,2 0-449,2 8-90,-2 7-90,1 4 0,-3 4 0,-1-1 0,-1 3 0,-1 3-616,0 7 616,0 3-90,-2 5 90,1 0-1003,-2 1 1003,0 1-90,0 1 90,-1-2-90,0-1-553,0-1 643,0-5-90,1-3 0,2-3 0,-1 2-90,1-8 0,0 3 0,1-11-3,0 2-1256,1-4 1574,1-1 1,4-19-1,1-5 1</inkml:trace>
  <inkml:trace contextRef="#ctx0" brushRef="#br0" timeOffset="2891">14577 4353 14099,'12'-6'90,"-2"1"0,-1 1 180,-2 2-90,1 0-1,0 1 91,5 0 90,4 0-270,0 1 90,5 1 0,-3 4-90,4 2 0,-6 1 0,0 9 0,-9-5-90,1 8 90,-5-3 0,-2 11-90,-1-4 90,-4 19-90,-1-3 0,-1 11 89,2-11-89,0 6 0,3-13-195,0-2 195,2-5 0,-1-11-270,4 2 90,0-5-179,1 1-181,-1-6-180,1-2-1528,1-2-435,0-2 2683,2-1 0,6-4 0,2-1 0</inkml:trace>
  <inkml:trace contextRef="#ctx0" brushRef="#br0" timeOffset="3160">15078 4397 14549,'-3'-9'2338,"0"2"-2248,-2 10 0,3 0 0,-3 7 0,2-1 0,1 0 90,-1 7-90,0 3-180,1-1-180,0 5 0,2-11-179,0 4-1,0-7-360,0-2-1528,1 0 2338,1 0 0,-1-3 0,1 0 0</inkml:trace>
  <inkml:trace contextRef="#ctx0" brushRef="#br0" timeOffset="3400">15158 3940 15088,'2'-13'450,"1"2"-270,-2 6 270,0-1-90,0-1-91,1 1-89,-1-1-629,0 1-3419,3 3 3868,0 4 0,-1 0 0,-1 1 0</inkml:trace>
  <inkml:trace contextRef="#ctx0" brushRef="#br0" timeOffset="4216">15418 3886 15178,'4'-10'2249,"1"2"-2069,-3 13-90,-2 2 0,0 12 0,-5 5-819,-1 7 819,-1 6 0,-3 7 0,0 4-780,4-20 0,0 1 735,-1 1 0,0 1 0,0 1 0,0 1-45,-1 1 0,1 0 45,-1 0 0,0 2 0,-2 16 0,0 0-45,3-12 0,0 0-874,-2 13 0,1-2 919,4-16 0,0-1-45,1-2 0,1 0-790,-2 25 880,3-4-37,0-23 0,2 1-53,5 24 0,1 1 0,3-21 1101,3-14-1191,-1-14 1954,2-3-1954,0-8 1230,-2-4-1230,0-4 90,1-8-142,0-3 52,0-7 1,-2-2-1,0-17 0,-5 12-35,-2 8 1,-2-1 34,-4-13 0,-2-8 90,-2 13-90,-3-2 90,0 15-90,1 1 90,1 6 0,3 8 389,0-1-389,1 2 167,0 0-167,3 0 0,1 3 0,1-3-90,5-1 90,4-3 0,8-6 0,-1 3 0,14-11 0,-1 1-905,1-3 905,-1-1 0,-10 7-90,-1-1 90,0-2 0,0-2 0,0-4 0,-2 0 0,2-5-89,-4 2-7,1-2 96,0-11 0,-5 6 0,-1-5 90,-7 17 0,-2 10 0,-3 3-90,0 6 895,0-3-805,1 8 105,-2-1-195,-1 13 90,0 0-90,0 13 0,0-1 0,1 5 0,-1 8 90,-2 21-1091,1-18 1,0 2 1045,0-4 0,0 2-45,-1 10 0,0-2 0,0 5-441,2-16 0,0 0 441,0 8 90,2-3-90,1-5 0,1-4-90,3 4 0,0-9 0,4 2-180,-1-12 0,0-3 1608,1-3-2688,4-3-3400,3-6 4750,-1-4 0,3-12 0,-5-1 0</inkml:trace>
  <inkml:trace contextRef="#ctx0" brushRef="#br0" timeOffset="4443">15794 4204 16078,'11'3'629,"0"-1"-449,-3-2 0,1-1-90,1 1 0,2-1 90,8-1-540,4-1-89,0 0-2790,9-4-628,-14 1 3796,7-2 0,-2-5 1,1-1-1</inkml:trace>
  <inkml:trace contextRef="#ctx0" brushRef="#br0" timeOffset="5475">16962 4019 15088,'9'-9'1440,"-1"1"-721,-5 5-629,0 8 90,-2 0-90,0 10 0,-4 0 0,1 4-90,-4 8 90,-1 2 0,-2 7-369,2-8 1,-2 2 323,0 4 0,-2 2 0,-3 9 0,0 0-45,2-10 0,1-1 45,0-3 0,1-2-45,-4 6 0,2-3 0,-1-1 90,2-4-90,2-5 0,2-4 90,2-4-90,0-2 0,1-2 90,-1 0 646,2-4-736,7-19 0,6-13 0,5-12 0,3-9-1378,-2 8 1378,2-8 0,-1 1 90,3-4-90,-1-2 0,-8 25 0,0-1-45,0 0 0,1 0 45,0-1 0,-1 1 0,0 0 0,1 1 0,10-23-1016,-4 8 1016,-1 7 0,-1 3-90,-2 12 90,0 11 0,-6 22 0,-4 8 0,-2 11 486,-3 0-576,0 4 90,-1 5 125,0 2-125,-2 0 0,0 1 0,0 0 0,-1-1 90,0-1-90,1-2 0,1-5 0,1-3 0,2 5 0,1-6-180,3 4 0,0-13 297,5-6-567,-3-10 1037,2-2-1306,-1-5-271,-2-2-1258,0-3-990,-1-2 3238,0-1 0,-2-12 0,0-3 0</inkml:trace>
  <inkml:trace contextRef="#ctx0" brushRef="#br0" timeOffset="5691">16961 4341 14729,'13'-6'359,"-1"1"-179,1 2 0,4-2-90,1 0-90,0 0 90,-4 0-90,-1 0-90,1-1-90,0 0-90,-2 0-89,1-2-91,-2-1-180,0-1-1349,1-1-179,-1-2 2158,-1-1 0,3-9 0,-1-2 0</inkml:trace>
  <inkml:trace contextRef="#ctx0" brushRef="#br0" timeOffset="5941">17285 3982 13289,'1'-13'270,"1"2"180,0-2-90,-1 4 269,1 0-359,-1 2 270,1 3 629,-1-3-809,4 19 0,-4 6-180,2 24 0,-5-2-90,-1 6-1014,-2-7 924,0 2 90,0 0 0,0 2 0,1-1-90,-1 1 90,1-2-90,1-1 0,2-4-480,0-3 390,1-5 0,1-3 0,2-2-180,-1-2-450,5 3-539,0-5-4346,6 0 5605,-3-8 0,7-5 0,-3-2 0</inkml:trace>
  <inkml:trace contextRef="#ctx0" brushRef="#br0" timeOffset="6650">17700 4429 15538,'2'-8'810,"1"-1"-181,-3 2-359,0-1 180,-2 0-270,0 1 0,-1 2 90,-2-2-91,-4 1 1,-3 1-90,-1 1-90,1 3 90,2 2 0,-1 1-90,0 1 0,-1 2-90,1 2 0,-1 0 0,1 1 0,2 2-90,0 0 1,2 2-1,2-1 0,0 1-90,4-1 90,-1 0-270,4 4 91,4 1 89,4 1 180,1-4-90,1-4 90,-1-5 0,-1-1 0,2-2 0,0-1 0,0-1 0,0-2 90,1 0 0,-1-2-90,1-3 90,-1-1 90,-1 0-90,0-3 180,5-6 0,-3 0-90,2-3 0,-3 7 90,-6 5-180,-3 13 90,-4 2-90,-4 11 0,-2 4 90,-3 8-90,-2 10-1259,-1 3 1349,-1 6-90,1 3 0,0 2-1262,1 0 1352,0 0-90,3 0-311,4-20 0,0 2 311,2-3 0,0 0 6,0 3 1,1-1-7,0 11 0,0-13 984,2-15-894,0-3 1218,1-4-1398,-1-2 906,-5-14-906,1-2 202,-9-24-202,4 6 90,-9-24 0,5 17-90,-1-6 90,2 7 0,4 11 0,-7-15 0,9 20 0,-3-7 90,6 14-90,1 0 0,1 1 0,2 1 0,1-1 0,1 0 0,2 1 0,2-2 0,3-1 90,2-1-270,12-8-270,7-5-450,12-10-89,-7 7-1080,-2-1-1215,-10 9 3284,0-2 0,4-3 0,1-1 0</inkml:trace>
  <inkml:trace contextRef="#ctx0" brushRef="#br0" timeOffset="7074">18061 4350 14459,'9'-10'1889,"-2"3"-990,-4 1 990,-2 3-1529,-7 6-270,-3 7 0,-5 5 0,1 4 0,2 1 0,2 1 0,0 3 0,1-2-90,3-1 0,-1 0 0,3 1 0,1-2-90,1-1 90,2-1-180,4 6 90,0-8 0,6 7 0,2-11 0,4-1 0,-1-6 90,-1-5 0,-3-3-90,1-2 90,0-2 0,1-3-90,-1-1 90,0-7-90,3-9 90,-6 2-260,0-5 170,-6 10 90,-2-1 0,-2 3 0,-2-1-90,-6-6 90,-7 3-90,-7-2-90,2 11-359,-4 9 89,10 3 170,-4 4-619,6 0-1620,0 1-1708,2-1 4227,1 3 0,-3 0 0,0 3 0</inkml:trace>
  <inkml:trace contextRef="#ctx0" brushRef="#br0" timeOffset="7300">18576 4555 17517,'11'1'810,"-1"1"-4229,-6 0 1081,-5 3-720,-1-2 3058,-6 2 0,-2-4 0,-2 0 0</inkml:trace>
  <inkml:trace contextRef="#ctx0" brushRef="#br0" timeOffset="9300">12122 4944 11670,'10'-3'900,"-2"0"-360,2 1-271,-2 0 1,5-1 0,-1 0 0,4 1 0,3-1 0,4 0-512,5-1 422,4 1 0,5 0-1,-8 1 1,2 0 0,21-1-560,-17 1 0,3 0 515,6 1 0,4 1-537,-9 0 0,2 0 0,0 1 432,1 0 0,-1-1 0,4 1-515,0 1 1,3 1 0,2-1 0,-2 1 506,-3 0 1,-1 0-1,0 0 1,0 1-405,1-1 0,0 1 0,1 0 0,-1 0 382,-1-1 0,0 1 0,-1-1 0,-2 1 30,2 0 0,-3 1 0,1-1-373,0 0 0,1 0 1,-1 0 342,2 1 0,-1-1 0,1 1-166,0 0 1,1 0 0,0 0 165,0 0 0,1 0 0,0 1-62,0-1 0,0 1 1,1 0 61,1-1 0,-1 1 0,1-1 158,0 1 0,0 0 0,0 0-128,1 0 0,0-1 0,0 1-30,1 0 0,0-1 0,0 1 0,-1-1 0,0 1 0,3 0 0,0-1 0,2 1 0,2 0 0,0-1 29,-10 0 1,0 0 0,0 1-1,0-1 1,1 0-30,9 1 0,1 0 0,-1 0 0,2 0 0,-5-1 0,1 1 0,1 0 0,-2 0 0,-1 0 22,1 0 1,-1 0-1,-1-1 1,0 1-23,0-1 0,0 1 0,0 0 0,-2-1-126,-2 0 1,-1 0-1,-1 0 1,-4-1 125,17 3 0,-1 0 0,-7-1 0,3 0 0,-4 0 0,4 0 0,-1 1 26,-9-2 1,3 1 0,-5-1-27,-3 0 0,-2-1 267,0 1 1,1 1-268,-2-1 0,1 0 0,-2-1 0,1 1 0,11 2 0,2-1 468,-1 1 0,1-1-423,9 2 0,-1 0-45,-13-2 0,-1 0 0,3-1 0,-2 0 0,8 2 539,-19-3 1,-2-1-540,11 3 0,-1-2 1243,-2 2-1243,-1-2 857,-4 0-857,-3 1 0,-3-3 704,-3 2-704,-2-1 0,-1 0 1210,-1-1-1210,-1-1 720,-1 1-720,4 0 550,0 0-550,1 0 247,-5-1-247,-3-1 0,-6 1-180,3-1 180,-5 0 0,-9-5 0,-4 0 0</inkml:trace>
  <inkml:trace contextRef="#ctx0" brushRef="#br0" timeOffset="20793">13843 5190 13829,'-6'-1'990,"0"0"-811,2 16-179,1-5 180,-4 12-180,3-5 90,-3 10-376,1-2 376,0 1-90,0 7 90,0-2-90,-4 19-371,5-22 0,0 1 416,-2 8 0,0 0-45,2-7 0,1 0 0,-2 5 0,1 1 90,-3 17-787,1-2 697,2-10 0,2-18-194,0 6 194,1-11 841,0 6-841,0-11 0,1-1 0,0-1 1022,0-2-1022,0-1 236,1 0-146,-2 1 0,1-2 0,0 3 90,0-6 0,-1 4 89,1-4-179,1 3 0,0-1-90,2-1 90,3-1-90,5-3 0,6 0 0,-2 0 0,13 0 90,-8 0-490,11 0 400,-1 0 0,3-1-896,8 1 896,1 0 0,3-1 0,0 2-992,0-2 992,1 1 0,-3 0 0,-1-1 0,-4 2 0,-4-1 0,-5 2 233,-5-2-233,-5 0 829,2 0-829,-4 0 1136,-1 0-5633,-4-1 4497,-9-4 0,1 3 0,-4-3 0</inkml:trace>
  <inkml:trace contextRef="#ctx0" brushRef="#br0" timeOffset="21233">14310 5903 14369,'-4'-11'180,"1"2"0,0 4 269,2-1 181,-3-1 269,2 1-719,6 13-90,5 4 0,12 16-90,0-6 90,14 7-90,-10-10-606,10 4 606,-8-8 0,1 0 0,1-1-441,-1-1 441,-2-1 0,-3-2-180,5 1 90,-3-1 0,-2-1 0,-1-1 0,-9-4 90,-2 1 664,-15-1-574,-3-1 383,-11 3-473,2 0 90,-2 2-90,-5 3-406,-2 1 406,-4 3 0,-11 8 0,9-4-90,-7 6-179,13-7-1440,-8 5-3688,5-2 5397,1-2 0,3 1 0,7-5 0</inkml:trace>
  <inkml:trace contextRef="#ctx0" brushRef="#br0" timeOffset="29157">15547 6002 13649,'5'-7'90,"1"-1"270,-4 4-90,2-2 180,-3 2-1,2-3-89,-1 3 90,1-2-90,0 2-270,1 5-90,-1 1 179,1 14-89,-3 8 0,-1 16-90,-1 0 90,-3 5-1002,0-7 912,-1-2 90,-1 0-612,2-4 522,-1-3-140,0-4 140,1-3 0,0-2-90,0-2 0,-1 2-90,2-6 479,-2 3-299,3-10 0,-2-14 0,-1-8 0</inkml:trace>
  <inkml:trace contextRef="#ctx0" brushRef="#br0" timeOffset="29683">15512 6012 13919,'-1'-12'-90,"2"3"90,0 2 180,3 2-90,4-3 90,6-1-90,2 1-90,12 0 90,0 6 0,12 1-90,-7 3 90,7 5-90,-18-1 0,5 3 0,-12 0 90,-1 0-90,-3 2 0,-4 1 0,-1 0 0,-4 1 90,-4 0-180,-2 2 180,-13 10-90,-1-4 0,-20 12 89,8-11-571,-1-2 482,9-6 90,11-7-90,0-1 90,4-1 0,10-1-90,2-4 0,17-2 0,1-3 0,0 0 0,-2 1 0,-8 1 482,3 1-392,-1 1 90,0 3-90,-5 1 0,-4 9 0,-4-2 0,-2 5-90,-1 0 90,-2 1-90,0 1 0,0 1 90,0 1-90,1-1 90,1 8-90,3 1 0,1-1 90,6 0-90,5-11 0,8-1 0,-2-7-450,9-7 0,-12-4-359,5-2-1350,-8-2-629,-1 0 2788,-1-2 0,2-6 0,0-1 0</inkml:trace>
  <inkml:trace contextRef="#ctx0" brushRef="#br0" timeOffset="30007">16162 6080 14459,'-3'-11'449,"0"0"91,0 1 180,1 1 89,-2-2 1,3 4-720,-1 12 0,3 1 0,1 15 0,0-3 90,-1 16-91,1 16-89,0-4-172,-1-13 1,-2 1 261,0 17-1041,-1-3 861,0-8 0,1-20-360,-1 3 90,2-6 1,-1 2-91,2-9-504,0-2 954,1-3 0,7-14 0,2-3 0</inkml:trace>
  <inkml:trace contextRef="#ctx0" brushRef="#br0" timeOffset="31059">16147 6066 14189,'-4'-10'1529,"1"1"-719,0 4-720,1 1-90,0 9 0,1-1 0,1 7 0,-1-2 89,-1-1-89,0 2 0,-1 3 0,-1 10 0,-3 9 90,-1 18-90,1-8-904,0 7 904,4-18 0,1 1-350,0-4 440,2-2-90,-2 0 0,2-2 0,-1 0-71,1-3 71,1-1 0,2 5 0,2-1 864,1-2-774,7-1 291,2-10-381,5-3 80,-2-4-80,1-5 0,-6-1 0,1-3 0,0-1 0,-1-1 90,0-1-90,-1-3 0,0 0 0,-1-2 0,-2 0 0,-1 0 0,-1-1 0,-2 0 0,-1 1 0,-1-1 0,-3-3 0,-2-2 0,-3-3 0,-2 5 0,-2 3 0,2 6 0,-1 0 0,1 1 0,-1 1 0,2 0 0,-1 0 0,3 2 0,-1 0 0,1 1 0,-1-1-90,3 0 90,2-1 0,8 0 0,4 1 0,2 0 0,4 0 0,-5 2 0,4 0 0,-4 0 0,0 0 0,1 1 0,0 0-90,0 1 90,-1 0 90,5 1-90,-5 1 0,3 1-90,-6 0 90,2 4 0,-3 4 0,-1 8 0,-5-1 90,-5 5-90,-1-2 0,-2 1 0,-4 15 0,2-11 0,-2 10 0,3-13 0,1-2 0,1-1 0,0 4 0,2-1 0,1-1-90,5-2-179,2-8-1,2-2-180,1-4-90,-2-5-539,2-1-1080,1-2-449,0-3 2608,1-1 0,3-9 0,2-2 0</inkml:trace>
  <inkml:trace contextRef="#ctx0" brushRef="#br0" timeOffset="31351">16717 6278 14189,'-1'-8'1349,"-1"-1"-809,-1 3 539,1 0-989,-1 12 0,2-1 0,0 11 0,1 7 0,0-4-90,-1 12-250,0-7 340,0 3-90,0 4 90,0 0-90,-1 1 0,2-3 90,-1-3-180,1-1 90,0-2-180,0-3 90,0-1-360,2 4-179,0-3-2969,1 0 3598,0-9 0,-1-7 0,-1-3 0</inkml:trace>
  <inkml:trace contextRef="#ctx0" brushRef="#br0" timeOffset="31849">16708 6210 14819,'-2'-11'89,"0"2"1,0 1 180,1 3 180,0 0-180,0-2-180,3 2 90,1 0-180,5 2 90,-2 2 0,9 0 0,1 1 0,8 0-90,-3 0 89,1 1-89,-5-1 0,2 1 0,1-1 90,-1 2-90,1-1 0,-2 1 0,-1-1 0,2 2 0,-2 0 90,-2 1-90,-4 1 0,-8-2 0,-4 5 0,-6 2 90,-7 5-90,-1-2-90,-2 0 180,6-4-180,1 2 90,1-1 0,2 2 90,1-2-90,3 1 0,2 0 0,2 0 0,3 1 0,6 9 0,-1-5-90,9 15 90,-6-11 0,3 5-90,-2 2 90,-4 0 0,0 0 0,-6-5-90,-4-6 90,-1 0 0,-3 1 0,-2-1 0,-3 0 0,-4 2 0,-2-4 0,-2 2 90,0-4-90,0-1 0,1-1 0,-1-2-90,-5 3-539,3-3-810,-2 1 1439,9-4 0,5-3 0,7-1 0</inkml:trace>
  <inkml:trace contextRef="#ctx0" brushRef="#br0" timeOffset="32451">17440 6409 14549,'-9'-6'899,"1"0"91,4 2-271,0 1 181,0-1-810,7 0 90,0 2-180,9 1 89,-4 2 1,6 2 0,0 2-90,-1 1 90,-1 3-90,-4 1 90,-2 6-90,-5 8 0,-7 8 90,-5-1-90,-14 10 0,8-18-363,-5 7 363,10-16 0,2-1 0,1-1-90,2-2 90,-1 2 0,4-5 0,5 0 0,3-6 363,14-8-363,7-9 0,17-16-271,-3 0 271,-17 13 0,0 0-974,10-13 974,0 0 0,-4 3 0,-1 2-496,-5 3 496,-3 4 0,-3 2 0,-3 4 232,-3 2-232,1-1 945,-3 5-945,-8 19 474,-3-1-474,-9 22 0,1-10 0,-1 6 0,-1-2 0,2-1 0,1-1 0,1-3 0,1-1 0,2-2 0,0 0 0,2-2 0,0-2 0,3-1 0,1-2-90,5 3-269,4-4 179,2 0-630,7-5 270,-6-5-449,6-2-5217,2-5 6206,-4-1 0,10-8 0,-4-1 0</inkml:trace>
  <inkml:trace contextRef="#ctx0" brushRef="#br0" timeOffset="33115">18256 6498 15628,'3'-11'1349,"-1"-1"-809,-2 5 0,-1-1-1,1 0-449,-5 13 0,2 2 0,-2 9 0,2-1-90,2 3 0,1-4-90,1 4 0,1-4-180,5 3-89,1-1-1,5 2 180,-1-6-90,2-4 180,-5-7 0,2-2 0,-3-2 0,-1-3 90,3-6 90,-1-7 0,0-2 0,-1-1 90,-3 3-90,-1 4 90,0 1 0,1-3-90,-2 6 0,1-2 90,-2 8-90,5 13-90,-4 2 89,5 15-89,-7 3-769,1 6 769,-2 8 0,-1 9 0,0 4-827,-1-24 1,1 0 826,-1 1 0,1-1 0,-1 1 0,1 0 0,-2 12 0,0 1 45,1-12 0,0 1-45,-1 14 0,-1 1-162,2-16 1,-1-1 206,0 0 0,-1-1-45,-4 14 0,1-22 760,-2-9-760,0-12 1822,-2-3-1912,-1-7 180,-3-6-90,-3-3 0,-3-7 0,-3-4-416,2-3 416,-2-1 0,5 0-137,-5-8 137,7 9 0,-5-10 0,13 15 0,5-4 0,6 11 0,6 0 0,3 7 0,2-1 0,5-1 529,2-1-619,4-1-90,2 0 145,1 1-235,2-1-179,2-1-1350,15-10-4588,1-1 6328,1-2 0,-5-2 0,-14 9 0</inkml:trace>
  <inkml:trace contextRef="#ctx0" brushRef="#br0" timeOffset="33415">18896 6235 16258,'1'-11'809,"1"2"-269,-1 3-270,2 2-90,0 0 0,1 1-1,2 1 1,1 3-90,4 0 90,0 4 0,11 7-90,-4 3 0,7 9-90,-5 6 90,-2 5 0,-1 8-462,-9-12 1,-3 2 416,-3 8 0,-2 2-1083,-1-3 0,-3 1 1038,-2 4 0,-4-2 0,-1-8 0,-1-1 0,-1 0 0,-2 1-45,-2 0 1,-2-1-46,1-2 0,0-2-654,-2-3 0,-1-1 609,-2 0 0,0-2-430,0-3 1,-1-1 294,-2 0 0,-2 0-760,3-4 1,-2-2 534,0 0 1,0-2-766,0-2 1,-1 0 1221,-11 0 0,0-2 0,6-2 0,1-1 0,-9 1 0,-1-1 0</inkml:trace>
  <inkml:trace contextRef="#ctx0" brushRef="#br0" timeOffset="34250">15664 5774 15178,'-1'-12'990,"-1"3"-540,0 3-1,-1 1-89,0 1-270,-5 3 0,1 2 90,-6 3-90,-3 6 0,-19 17 0,11-5 0,1 1-170,-1 1 0,-1 2 125,-8 14 0,2 2-1190,12-15 0,1 1 1190,-8 13 0,1 1-45,10-13 0,1 1-651,-1 4 0,1 0 651,3-3 0,0 1 45,1 0 0,0 1-45,2 0 0,0-1 0,2 0 0,0 1-513,3-2 0,0 1 468,1-2 0,1 1-45,5 10 0,3 0 0,-1-10 0,1-1-90,9 17 0,5 0-420,0-14 0,4-2-75,9 5 1,2-2-541,-6-10 1,2-4-630,1-4 0,0-3 1844,17-2 0,-22-7 0,1-1 0,0-2 0,1 1 0</inkml:trace>
  <inkml:trace contextRef="#ctx0" brushRef="#br0" timeOffset="35208">15382 6968 15358,'11'-3'630,"2"-1"-270,13 5-180,2-1-90,16 1-1761,3 1 1761,6-1-743,-22 0 0,1 1 697,2-1 1,2 0-45,5 0 0,3 1 45,2 0 0,2 0 0,7 0 0,1 0-817,-17-1 0,0 1 0,1-1 802,1 1 0,0-1 0,2 1-8,3 0 1,3-1-1,1 1 1,-3 0-540,4 0 1,-3 0 0,3 0 538,-3 0 1,3 0-1,0 0 1,-3 0-206,0 0 0,-3 0 1,2 0 182,2 0 0,3 0 0,1 0 0,0 0 22,1 0 1,1 0-1,0 1 1,3-1-76,-12-1 1,2 1-1,1 0 1,0 0 0,-1 0-1,-2-1 53,10 1 0,-2-1 0,0 1 0,1-1 0,-4 1 0,2 0 0,0 0 0,-2 0 0,-4-1 30,2 1 0,-4-1 0,1 0-30,-3 0 0,2 1 0,0-1 0,-5 0 135,10 1 0,-3 0-135,-2-1 0,-2 0 207,-7-1 0,-1 0-163,-3 1 1,-2-1 974,23-1-1019,-14 1 180,-5 0-90,-10-1 1959,3 1-1869,-10 0 1930,8 0-1841,-10 0 1422,3-1-1511,-8 1 734,0-1-1273,-3 0-8947,0 1 9306,-9 4 0,-4-1 0,-8 3 0</inkml:trace>
  <inkml:trace contextRef="#ctx0" brushRef="#br0" timeOffset="38274">20458 7302 12930,'-3'-8'1978,"-1"1"-1438,1 2-90,0 1-90,0 0-90,-1 0-91,-1 0 91,0 0-90,1 1-90,-1 1-90,0 3 90,2 1-90,0 5 0,2 0 90,-1 0-90,2-1 0,1 0 0,2-3 0,2-2 0,1-1 90,1-3-90,-3 1 0,1-2 0,-1 1 0,0-1-90,0 1-270,-1 6 270,2 12 0,-3-6 90,2 8-3418,-3-14 3418,-4-6 0,2 7 0,-5-7 0</inkml:trace>
  <inkml:trace contextRef="#ctx0" brushRef="#br0" timeOffset="38915">20516 7112 13199,'-4'-11'270,"0"2"-90,-1 2 0,0 1 0,-1-1 0,-3-1 0,-1 1 0,-2 0 0,-1 0-90,-2 0 89,-1 1-89,-1 1 90,-1 0 0,-9 1-90,6 3-90,-7 1 180,-6 11-90,-3 10-90,0 5-770,6 5 770,13-4 0,2 5 0,3 1 90,4 4-90,5 1 90,2 1-90,5 1 0,4 5 0,4-1 45,2-13 0,2 1-243,3-2 0,2 0 198,0-1 0,1-2 0,1-3 0,1-3-90,13 3 90,-10-11 0,3-1 0,2-3 0,0-2 0,1 0 0,0-1 0,-2-3 0,0-3-90,18-3-1200,1-5 1290,4-3 0,-1-5 0,-1-4 0,-1-5 0,-4-3 0,-2-6 0,-2-4-1259,-5-1 1259,-2-4 0,-16 10 0,-1-1 0,-5 8 0,-2 0 0,2-11 0,-2 1 246,-2-13-246,-9 12 0,-5-3 45,-2 2 0,-5 0-142,-9-9 1,-4 1 96,3 11 0,-5 4-362,-16-3 1,-2 6 361,14 13 0,-1 2 0,-10-4 0,-2 2-39,12 8 0,1 1 39,-1 1 0,0 1-299,1 2 1,0 0 298,1 2 0,1 1-90,-28 3-90,4 4-180,4 2-356,6 2-543,6 2 909,8-1-1898,5 1 2248,6-1 0,2 3 0,2 1 0</inkml:trace>
  <inkml:trace contextRef="#ctx0" brushRef="#br0" timeOffset="39542">20684 5737 13289,'10'-3'990,"-2"0"-810,-1 2-90,-3 2 0,1 1-90,-1 2 90,-2 3 0,1 2-90,-1 2 89,0 4-89,0 3 90,-2 2-90,0 3-245,0 2 334,-1 1-89,0 1 0,0 1 90,-1 3-90,0-3 0,0 2 0,0-5-179,0 5-451,0-1 180,0-3-2248,1 0 2698,1-11 0,1-2 0,-1-4 0</inkml:trace>
  <inkml:trace contextRef="#ctx0" brushRef="#br0" timeOffset="40015">20970 5806 13110,'5'-9'539,"-2"0"1,-2 5 179,1 0-629,-15 21 0,6-8-90,-14 19-261,5-12 351,2 0-90,-3 1 0,2-2 90,1-1-90,-1 0 0,-6 4 89,6-4-89,-3 2 0,7-7 0,3-1 0,0-2 0,2-1 262,0 1-172,0-1-90,11-6 0,-2 2 0,10-7 0,-7 3 90,2-1-180,-1 1 90,0 0 0,1 1 0,1 1 0,3 4 0,-3 3 0,4 7 0,1 7 0,4 6 0,0 2 0,2-3-415,-2-5 415,2-1 0,-2-2 0,1-1-129,-1-4 129,0-2 89,1-1-89,0-2-179,-1-1-91,-1-2-90,-1-2-2518,5-5 539,-5-1 2339,3-3 0,-2-5 0,1-2 0</inkml:trace>
  <inkml:trace contextRef="#ctx0" brushRef="#br0" timeOffset="40307">21373 5851 13919,'1'-10'1799,"1"2"-1619,1 10-90,0 1 0,1 9 90,1 7-90,-2 0 90,3 19-90,-2-1-1,-1 2-89,-1-3 90,-2-10-90,0 0 90,-1-1-90,0-2 90,0-1-90,0-3-90,0-2-90,0-1-89,-1-4-901,1 3 1170,-1-6 0,1-1 0,1-6 0</inkml:trace>
  <inkml:trace contextRef="#ctx0" brushRef="#br0" timeOffset="40650">21359 5766 13919,'9'3'360,"0"1"-180,1 0 180,10 6-181,-3-1-420,11 3 421,-6-1-90,4 2 82,-1-1 8,11 9-90,-10-5-824,8 7 734,-12-7 90,-3 0 0,-2 0-90,1 7 89,-8-6-89,3 5 319,-10-8-319,-1 0 0,-2 0 90,-3 0 755,-3 2-845,-4-1 90,-5 2-438,-5 0 348,-4 1 0,-2-2 0,-1-2 90,-11 3-90,12-6 0,-5 3-90,9-5-270,3 0-90,1-1-89,7-2 539,6-3 0,6 0 0,3 1 0</inkml:trace>
  <inkml:trace contextRef="#ctx0" brushRef="#br0" timeOffset="40990">21953 5923 14099,'-1'-11'1529,"-1"2"-629,2 2-810,5 8-1,-2 0 1,4 8 0,-3 1 0,0 1-90,-1 4 90,-1 2 0,1 1 0,-2 12 0,-1 7-90,-1 10 90,-2-9-90,0-5 90,2-12-90,0-1-90,0-2 0,-1-2-90,2 0-90,-1-4-629,2 2 89,0-6-4856,1 1 5666,1-7 0,-1 0 0,1-2 0</inkml:trace>
  <inkml:trace contextRef="#ctx0" brushRef="#br0" timeOffset="41233">21992 5917 15268,'4'-9'270,"1"2"-180,1 6 0,2 1 0,0-1-90,1 1 90,0 0 0,0 0-90,1-1 0,0 2-90,0-2-450,3 2-629,0-1-3508,4 3 4677,-5-1 0,2 1 0,-4 1 0</inkml:trace>
  <inkml:trace contextRef="#ctx0" brushRef="#br0" timeOffset="41451">22027 6117 13289,'-5'10'720,"2"-1"-540,4-2 0,2-1-90,3 1 0,1-2 0,1-1 0,6 2-540,4 0-899,4-1-540,-3-2 360,-3-1 1529,-6-1 0,-1-1 0,-1 0 0</inkml:trace>
  <inkml:trace contextRef="#ctx0" brushRef="#br0" timeOffset="41674">21985 6337 12210,'2'10'360,"1"-1"-180,1-6 0,2 2 89,1-1-89,1 0-90,2 0 270,9 1-180,3-1 0,11 0-90,-6-2-180,7-1-180,-13-2-180,6-1-719,-7 0-540,-1-2 630,2-1 1079,-1-1 0,4-4 0,2-2 0</inkml:trace>
  <inkml:trace contextRef="#ctx0" brushRef="#br0" timeOffset="42198">22226 5512 12840,'-33'-26'449,"-2"0"-314,9 8 0,-1 0-565,-18-12 520,16 12 0,-1 0-1662,-17-8 1752,-2 2-90,-2 1-539,24 12 0,-1 1 494,0 0 0,-1 0 0,0 2 0,-1 1-124,0 0 1,-1 1 123,0 1 0,0 2 0,1 1 0,-3 1-834,-14 5 0,-2 4 789,10 0 0,-1 3 45,-12 5 0,1 3 0,13 0 0,2 4-15,5 1 0,-2 4 0,3 2-184,1 5 0,1 3 0,1 3 176,2-2 1,0 4 0,1 0-1,2-1-294,0 7 1,2-1 0,2 0 301,2 3 0,2 1 0,3-3 15,4 6 0,3-2-45,2 3 0,3 0 45,3 0 0,4-1-45,2 0 0,3 0 45,3-1 0,2 0-562,3-1 0,3-2 517,1 0 0,2-2 45,2-2 0,2-1-45,-1-3 0,5-2-78,-2-6 0,4-1 0,0-2 123,5 3 0,2-2-45,-7-7 0,3 0 0,0-3 107,2-5 1,1-3-1,-2-3-107,4 1 0,2-2 30,5-2 0,6-3 0,-2-3 101,-10-6 1,-1-3 0,2-2-132,-1-2 0,1-1 0,1-1 0,-2-2 0,6-2 0,-3-3 0,0-1 0,-1-3 0,-1-2 0,-2-2-70,-7 3 1,-2-2-1,-1-1 100,2 0 0,-1-2 0,0-1-60,3-3 0,0-3 0,-2 1 30,-2 3 0,-3-1 0,0-1-230,-1 0 1,-1 0 0,-1-1 229,-4 2 0,0 0 0,-2 0 26,0-1 1,-1-1 0,0-2-50,-2-1 1,0-4-1,-1 0 1,-1 1 22,0-1 0,-2 0 0,0-1 0,-2 3 0,0-3 0,-1 0 0,-3 4 179,1-18 1,-5 4-180,-3 0 0,-3 1 0,-2 3 0,-6 0 30,-5 7 0,-4-1 0,-5 2-30,-5 0 0,-6 2 0,0 2 0,-2-2 0,0 2 0,-4 3-143,-5 3 0,-3 4 0,1 3 143,7 8 0,1 3 0,-4 1 0,-4 2 0,-4 1 0,-1 1 0,2 2-60,-3-1 0,1 2 0,-2 1-84,1 1 1,-2 1 0,-1 1-1,4 1 24,-1 2 0,4 3 1,-2 0-61,-4 2 0,-2 2 0,2 0-210,5 0 0,2 1 1,-1 1-37,-1 0 1,1 1 0,-2 3 425,10-1 0,-1 1 0,0 1 0,2 1 0,-8 5 0,2 1 0,-1 2 0,3-1 0,1-1 0,-1 1 0,1 0 0</inkml:trace>
  <inkml:trace contextRef="#ctx0" brushRef="#br0" timeOffset="56566">15419 6707 12030,'-8'5'360,"2"-1"-270,4 3-90,-1-1 180,0 2 90,-1 2-270,0 0 90,1 2 0,0-5-1,-1 7 1,1-4-90,-1 5 90,2-5-90,0 0 90,0 0-90,0-1 0,0 4 90,1-3-90,-1 2 0,1 0 90,0-3-90,-1 6 0,0-3 0,1 0 0,-1-2 0,2-3 90,0 0-90,0 1 0,0-1 0,0 1 0,-1-1 0,1-2 180,-1 2 90,1 0 90,0-1-1,1 1 1,0-3-360,3-2 90,1-2-90,2-2 0,2 0 90,2 0-90,-1 2 0,1-1 0,-3 1-90,0 1 90,2-1 90,0 1-90,2 0 0,1 0 0,1 0 0,2 0 0,1 2 0,1-1 0,1 0 0,2 0 0,1 0 0,11 1 0,4 1 0,1-1 0,9 2 0,-15-2-586,6 2 586,-9-1 0,-3-1 0,-1 0 0,4 0-90,2 1 90,1-1 0,12 2 0,-1 0 0,-1 0 0,-6-1 0,-12-1 586,8 1-586,1 0 0,1 1 0,-5-2 0,-7 1 0,-1-1 0,0 1 0,0-1 0,-2 0 0,1 1 0,-2-1 0,0 0 0,0 0 0,-1 1 0,1-1 0,-2 0 0,1 0 0,-1-1 0,6 2 0,-1-1 0,5 2 0,-4-2 0,-6 0 0,-2-1 90,-5-1-90,-1 1 0,1-1 0,-1 0 0,0 1 0,1-1 0,-2 0 0,1 0 0,-1 0 0,0 0 0,-1 0 0,0-1 0,1 1 0,0 1 0,1-2 0,-2 1 0,0 0 90,0 0-90,-1 0-90,1 0 90,-1-1 0,1 1 0,0-1 0,0 0 0,0 1 0,0-1 0,0 0 0,1 1 0,-2-1 0,4 0 0,-4 0 0,3 1 0,-3 0 0,5 0-90,-2 0 180,2-1-90,-3 1 0,2-1 0,2 1 0,1 0 0,-3-1 0,1 1 0,-4-1 0,3 0 0,-4 0 0,3 0 0,-2 1 0,2-1 0,-3 0 0,3 0 0,-4 1 0,3-1 0,-2 1 0,1-2-90,0 2 1529,0-1-1079,-1-1-270,-3-2 0,1-2 0,-4-2-90,1 0 90,0-2-90,-1 2 0,1-2 0,0 3 0,-1-2 0,1 0 90,0-1-90,0 0 0,1-5 0,-1 2 0,1-4 0,0 4 0,1 0 0,2-6 0,0 4 0,4-11 0,-3 10 0,2-3 0,-3 5 0,0 3 0,-1-1 0,1 2 90,-1 0-90,-1 2 0,0 0 0,-1 2-90,1 0 90,0-2 0,0 2 0,-1-2 0,1 3 0,-1-2 0,0 1 0,0-1-90,-3 1-180,-3 5-359,-1 0 89,-2 5-360,3-2-4766,-2 1 5666,1-2 0,-2 1 0,1-2 0</inkml:trace>
  <inkml:trace contextRef="#ctx0" brushRef="#br0" timeOffset="61173">16248 9830 22495,'4'-7'655,"1"0"220,-1 6-276,4-1-335,-3 1-203,4 0 23,-3 0-39,2 0 45,1 1-10,4 0-321,1 1-270,-1 1 139,1 3-417,-6 4-608,0 0 59,-5 3 301,-2-1 272,-3 5 444,-3 7 56,-5 4-769,-4 9 1271,-3 2-335,-3 3 1152,-2-1-246,0 1-763,6-13 0,-1 0 62,2-2 1,0 0-72,-3 5 0,0-1-98,-5 9-52,3 0-201,12-21 10,-2 6-79,6-12 627,1-1-659,2-2 1109,3 2-1322,1-5 446,4 1-672,-1-3 272,1-2 282,3 0 135,0-1 165,8-2 365,3-4 196,7-2 286,-5 0-122,-2 0-363,-7 2-793,0-1-599,-1 0 132,-1 1 926,0-1 1,5-3-1,0-1 1</inkml:trace>
  <inkml:trace contextRef="#ctx0" brushRef="#br0" timeOffset="61457">16614 10276 12783,'7'-8'2283,"-1"1"-1427,-2 4-702,1 6-221,-3-1 46,1 7 31,-3-2 49,-1 1-4,-1 1-22,0 2-86,-1 0 69,0 0 124,-2 9-84,1-7-358,-3 12-477,1-10 84,1 1-1362,2-4-186,1-5 2243,0-1 1,1-4 0,1 0 0</inkml:trace>
  <inkml:trace contextRef="#ctx0" brushRef="#br0" timeOffset="61674">16681 10009 15393,'2'-10'128,"0"1"-123,0 2 261,-1 2-260,2-1 189,-1 2 139,3-2-450,0 2-4277,1 2 4435,-2 4 0,-2 0 0,-2 1 1</inkml:trace>
  <inkml:trace contextRef="#ctx0" brushRef="#br0" timeOffset="62317">17049 10371 13829,'7'-1'2699,"0"-1"-2609,-11-4-1,2 4 91,-9-4-90,3 4 0,-1 0 0,0 1 0,-7 1 0,3 0-90,-4 1 90,2 2-90,1 1 90,-2 0-90,0 2 0,0 1 0,0 0 90,0 1-180,2 1 0,1-1 0,2 1 0,2 0-90,-1 2 90,3-2 90,1 2-180,4-6 90,2 3 90,3-4-89,5 0-1,6-6 90,-1-2 0,4-2 0,-3-2-90,4-4 90,-1-1 0,5-5-474,-4-1 474,3-4 0,-2-4-90,-1 0 90,2-8 0,-6 8 0,-1 0 0,6-15 0,-7 14 0,-1 0 0,7-23-168,-6 14 258,4-17 0,-8 23-90,0-2 0,-4 15 90,-1 6-90,-5 19 0,1 0 0,-6 27 0,-2 7-843,4-12 0,-1 1 843,-4 21-32,6-21 1,0-2 31,-1 13 90,2-2-90,1-7 0,3-12 0,0 0 0,1-1 0,2-1 0,1-1-90,0-2-90,4 1 2044,-1-4-2224,2 0-13,0-3-616,0-2-1170,-1-2-359,1-2 2518,-1-1 0,4-3 0,2-2 0</inkml:trace>
  <inkml:trace contextRef="#ctx0" brushRef="#br0" timeOffset="63166">17424 10276 14099,'5'-11'1439,"-2"1"-1079,-2 2-90,-1 0 90,-2 3-360,-4 4 90,-1 1-1,-3 5 1,2 0 0,-5 6-90,3-2 90,-4 4-90,5-1 0,0-1 0,1 1 90,1-1-90,2 0 0,0 0 0,2-1 0,2 0 0,0-1 0,3-1 0,0-2 0,2 0 0,1-2 0,1-1 0,5-1 90,4-3-180,5-4 180,-2-1-90,4-9 0,-10 6 0,5-7 0,-7 5 0,0-2 0,-2 1 0,0 0 0,-2 2 0,0 0 0,-1 2-90,-1 1 90,0 0 0,-4 12-90,-1 5 90,-4 8 0,0 1 0,2-2 0,0-3-90,2 2 90,1-3 0,0 1-90,2-1 90,0-1 0,2 0-90,1-2 90,2-1 0,2-2 0,1-1 0,1-2 0,7-3 0,-3-2 0,14-5 0,-4-6 0,4-4-537,-4-5 537,-6 0-90,3-14 90,-7 6 0,1-8 0,-9 12-55,-3 4 55,-2 2 0,-1 2 0,-2 2 0,1 2 0,-2 1 0,1 3-90,-2 1 625,-1 4-535,0 0 58,-4 7-58,3-1-90,-2 4 90,5 0 0,2 0 90,4 2-90,1-1 0,3-3 0,-1-2 0,2 0 0,2-1 0,7 0 0,-3-1 0,5-1 0,-6 0 0,5 1-90,-2-1 90,3 2 0,-7 0 0,-5 2 0,-4 2-90,-3 2 90,-1 2 0,-2 3 0,-2 1 0,-1 4 0,-1 2 0,-3 9 0,2-6 0,-1 4 0,4-7 0,0-3 0,0 6 0,2-7-90,1 4-90,2-9-180,1 0-270,1-3-719,1 0-720,0-3-89,2-1 2158,0-2 0,5-1 0,2 0 0</inkml:trace>
  <inkml:trace contextRef="#ctx0" brushRef="#br0" timeOffset="63382">18319 10390 16348,'-5'-10'0,"-1"6"-3688,2 5 3688,-1 5 0,-1-1 0,-1-1 0</inkml:trace>
  <inkml:trace contextRef="#ctx0" brushRef="#br0" timeOffset="63632">18294 10478 15448,'8'-2'1349,"0"2"-1259,-6 5 0,0 1 0,-4 4 0,-1 2 0,-2 1 0,-1 4-90,-4 1 90,-1 4-270,-11 15-629,-1 2-181,-1 0-5824,-2 0 6814,11-19 0,-8 9 0,4-8 0</inkml:trace>
  <inkml:trace contextRef="#ctx0" brushRef="#br0" timeOffset="64631">18906 10025 13469,'7'4'360,"-2"2"-270,-4 1 0,-2 2-90,1 0 90,-1 0-90,-1 3 0,0 2 0,0 2 90,-2 11-90,0-4 90,-3 19-90,4-6 90,-2-1-90,4 8 90,3-8-90,2 9 90,2-10-90,2-5 0,-1-13 0,2 1 90,0-5-90,2 0 0,1-3 90,7 1 0,-2-5-1,5 0 1,-4-6 0,1-2 0,1-2 0,4-5 0,-1-3 0,14-13 0,0-9-995,-15 8 1,-1-1 994,7-20-90,-15 22 0,-3 0-773,1-12 773,-2-1 90,-4 0-90,-1 3-392,-3 5 392,0 3 0,-2 5 0,0 2 1633,0 5-1633,-1 1 901,0 5-901,-2 2 350,0 4-980,-4 5-89,1 2-4048,-8 11 4767,7-2 0,-6 13 0,4-3 0</inkml:trace>
  <inkml:trace contextRef="#ctx0" brushRef="#br0" timeOffset="65250">19554 10099 13199,'0'-13'270,"1"0"0,-1 7-90,0-3 180,0 4-180,0-4 180,1 4-1,-1-3-179,1 2 270,0 0-450,-2 15 90,1-5-90,-1 14 0,0-10 0,1 0 0,0 2 0,0 10 0,-1-7 0,0 10 0,0-9 90,0 1-90,0 1 0,-2 1 0,0 3 0,0-1 0,-4 14 0,2-9 0,-6 25 0,4-17-600,-1 9 689,3-14-89,1-2 0,1-3 0,1 9 0,2-10 90,2 8-90,1-10 0,1 0 0,2-3 0,0-2-90,7 3 331,4-3-871,5-1 181,-3-6-2340,4-8 2789,-3-5 0,4-8 0,0-3 0</inkml:trace>
  <inkml:trace contextRef="#ctx0" brushRef="#br0" timeOffset="65656">19769 10147 13289,'2'-9'180,"0"0"0,1 3 360,-1 1-180,0-2-1,0 2 91,0 0-270,3 6-90,-2 2 90,1 14 0,-2 5-90,0 2 0,-3 21 0,-1-16-940,-1 17 850,-1-13 90,1 3-90,-1-4 90,2-1-90,-2 8 90,2-10-90,0 7 89,1-4-89,2-9-89,1 11-271,3-12 130,1 3-759,1-10-1170,0-4-269,-2-7 2428,1-2 0,0 0 0,1-3 0</inkml:trace>
  <inkml:trace contextRef="#ctx0" brushRef="#br0" timeOffset="65866">19792 10414 13919,'8'-6'270,"1"1"-180,-2 5 0,1 0-90,3 0 90,-1 1 0,8-1-270,2 1-270,0-1-2608,5 0 1709,-12 0 1349,4-1 0,-2 0 0,0 0 0</inkml:trace>
  <inkml:trace contextRef="#ctx0" brushRef="#br0" timeOffset="66407">20013 10674 16977,'-2'-6'1170,"0"2"-1080,10-3 0,-4 2-1,1-1 1,1-1-90,0-1 0,1-2-90,0-1 90,0-3-89,2-2 89,-1-2-90,6-15-90,-1 0 180,-1-3-90,-2-1 90,-6 17-90,1-5 90,-3 12 0,-1 1-90,0 2 90,-1 1-90,-2 2 90,0 1 0,-2 2-90,-1 2 90,-1 2 0,0 1 0,-1 2 0,2 0-90,0 3 90,2-1 0,4 8 0,3-6 0,4 4 0,1-5 0,1 0-90,2 0 90,2 0 0,1 1 0,1-2 0,1 1 0,-1-1 0,0 0 0,-1-1 0,-1 1-90,3 4 90,-6-1 0,0 4 0,-6-4 0,-4 8 0,-5 3 0,-5 12 0,-4-3 0,-4 9 0,6-14 0,-1 3-180,6-9 90,1-1-270,1-1 1,0-1-181,2-2-270,1-1-4676,1 3 5486,2-5 0,2 5 0,1-5 0</inkml:trace>
  <inkml:trace contextRef="#ctx0" brushRef="#br0" timeOffset="66882">20514 10547 14459,'-5'-13'360,"1"1"-181,0 4 91,1 1-90,-2 0-90,1 1 180,-2-2-180,1 2 0,-1 1 0,0 3 0,0 2 0,-1 1-90,-2 2 90,-5 6 0,-2 7 0,-5 7-90,5-1 90,2-1-90,6-6 89,-1 7-178,3-7 89,1 5 0,4-8 0,1 0 0,3-2 0,1-1-90,2-1 90,2-2 0,2-1 0,1-1 0,1-1 0,1-2-90,1-2 90,7-3 0,-4-2 0,6-2 0,-8-1 0,0-1 0,-2 1 0,0-2 90,0 0 0,-3 0-90,1 0 89,-3 1 1,0 2 0,-2 2 0,1 0 0,-2 2-90,2 3 90,-3 4-90,0 5 0,-2 0 90,0 10-90,-1-3 0,0 7 90,3 4-90,-2-6 0,3 7 0,-2-10-180,2 3 0,0-5-179,1 1-181,-2-8-360,0-2-1438,0-2 2338,1-2 0,5-5 0,2-1 0</inkml:trace>
  <inkml:trace contextRef="#ctx0" brushRef="#br0" timeOffset="67282">20959 10481 16618,'-5'-9'269,"0"2"-179,-2 8-90,-1 0 90,0 0-90,-1 0 90,1 2-90,-2-1 90,1 2-90,0 0 0,2 0 90,0 2-90,1 0 0,1-1 0,1 3 0,1-1 90,1 1-90,5 5 0,-1-3-90,8 10 90,-2-7 0,3 6 0,-2-4 0,0 1 0,1-1 0,-1 2 0,-1 0 0,-1-1-90,-1 1 90,-2-2 0,-1 6 0,-3-6 0,-5 10 0,-7-7 0,-6 4 0,-6-5 0,4-5-90,0-3-180,6-4-179,1-1-451,1-2-1528,2 0-1170,1-1 3598,2-1 0,1 0 0,0 0 0</inkml:trace>
  <inkml:trace contextRef="#ctx0" brushRef="#br0" timeOffset="68423">21295 10679 15448,'-1'-11'630,"-2"-1"-450,0 8 90,0-1-91,-3 2-89,-2 3 0,-2 0-90,-1 4 90,1 1-90,-1 2 90,-2 2-90,0 1 90,-9 10 0,6-4-90,-4 8 90,5-2-90,5-5 0,0 4 0,5-7 0,2-2 0,2 0 0,1-1 0,2-1 0,1 0 0,7 0 0,-1-3 0,4 1 0,-3-6 0,1 0 0,0-3 0,1-1 0,5-6 0,-4 0 0,4-6-90,-4-7 90,-3 2 0,2-15 0,-9 15 0,0-6 0,-3 11 0,-2 0 0,0 0 0,0 1 0,-1 3 0,0 0 0,-1 0-90,1 2 90,-1-2 0,2 4 0,0-1 0,3 2 0,2 0 0,3 1 0,0 1 0,3-1 0,1 0 0,1 0-90,2 0 90,1 0 0,2 0 0,2 0 0,0-1 0,12-3 0,-9 3 0,7-2 0,-11 4 0,-2 0 0,-1 1 0,-2 1 0,-1 0 0,-2 0 0,2 4 0,-2 2 0,-2 1 0,-4 3 0,-4 1 0,-6 9 0,0-1 0,-7 9-348,3-7 348,-4 3-118,3-3 118,0 0 0,1-3 0,2-2 0,0-1 0,2-2 0,0-2 90,-1 2-90,3-5 434,0 1-434,15-18 122,-2 3-122,12-13 0,-4 2-359,2 1 359,2-4 0,1 2 0,-1 0 0,-2 2 0,-2 1 0,-1 3 0,-1 3 0,-1 0 0,0 4-90,3-1 90,-3 4 0,1 1 0,-4 2 0,-3 1 0,0 1 359,-1 2-359,-1 2 0,-2 1 0,0 1 0,-2 1-90,-1 1 90,0 1 0,-2 0 0,-1 7 0,0-4 0,-2 5 0,0-1 0,2-5 0,-2 7 0,3-8 0,0 1 90,2-1-180,3-2 0,1-1 0,3-2 0,-1-4-89,2-1-1,1-1 0,1-2-90,0-1 0,2-2 0,0-1-359,12-10-1,5-9 450,2-2-90,-1-3 90,-10 8 90,-3 1 0,-2 1 90,-3 2 90,-3 2 180,4-4-90,-6 6 0,2-3 0,-4 8-90,-1 1 90,0 1-90,-1 0 90,-1 2 89,1 0-89,-4 14-180,0-4 90,-4 16-90,-1-3 90,-1 5-90,1-1 0,0-1 90,3-5-90,-1-1 0,0 0 0,1 0 90,0 5-90,2-5 0,-1 5-180,3-10-539,0 5-2340,3-3 901,0-1 2158,2-4 0,-2-6 0,1 1 0</inkml:trace>
  <inkml:trace contextRef="#ctx0" brushRef="#br0" timeOffset="68673">22154 10221 14639,'4'-11'1979,"0"1"-2069,-1 13-1350,-3 0 811,-3 12-2340,0-8 2969,-2 3 0,4-8 0,0 1 0</inkml:trace>
  <inkml:trace contextRef="#ctx0" brushRef="#br0" timeOffset="69040">22309 10663 13919,'8'-3'1799,"0"-2"-1259,-4 1-180,-2-1-181,-3-1 91,-6 2-90,-3 2-90,-3 3 0,-1 1 90,-9 6-90,-10 9 0,4 0-90,-1 3 90,13-2 0,-1 5-90,5-3 0,1 4 90,8-10-90,2 0 0,2-1 0,2-1 0,2 1 0,2-2 90,3 0-90,1-1 0,10 1-90,-3-4 0,6 2-180,-6-7-540,8 1-2428,-1-6-899,1 0 4137,-4-4 0,-4-4 0,1-2 0</inkml:trace>
  <inkml:trace contextRef="#ctx0" brushRef="#br0" timeOffset="69290">22569 10967 16707,'9'-2'2339,"-1"-1"-1170,-2 2-269,-1-1-270,1 0-271,0 0-6565,-1 1 3687,-16 1-1348,4-2 3867,-14 1 0,-2-3 0,-5-2 0</inkml:trace>
  <inkml:trace contextRef="#ctx0" brushRef="#br0" timeOffset="77922">2200 4806 13379,'2'-15'720,"0"3"-540,-2 4-90,1 2 0,0 1-90,0-2 90,1 1 0,1-1 0,1-1 0,3-2-1,2 1 1,1-1-90,7-2 90,3 1 0,7-3-90,3 3 90,18-3-90,-10 7 45,-9 3 0,1 1-45,11 6-639,-1 6 729,-11 4-90,-13 4 0,-9 18 90,-8 0-1365,-10 17 1275,-10-5-1357,-8 1 1402,13-24 0,-1-1-45,-1-1 0,-1 0-369,1 1 1,-1-2 368,-20 20-13,15-16 0,-1 2 58,4-3 0,1-1 416,1-2 0,1 1-371,-4 15-90,19-17 90,7-1 1264,10-6-1354,6-7 0,9-3 178,7-3-178,10-3-785,5-3 650,-22 1 0,0 0 0,1-1 0,-1 0-90,1-2 0,-1 0-45,0 0 1,0 0-361,-2-1 0,0-1-1493,25-8 2123,-21 6 0,-1-1 0,17-9 0,-19 9 0,-1-1 0</inkml:trace>
  <inkml:trace contextRef="#ctx0" brushRef="#br0" timeOffset="78350">3049 4875 13559,'1'-12'720,"0"-4"-270,-2 3-181,0-1 181,-3 2-180,1 5-90,-1 0 0,-1 3 0,-1 3 0,-1 2-90,-3 3 179,-14 16-179,5-2 0,-10 14 0,3 9-205,9-9 160,5-4 0,3 0 45,6 13-90,3 4 0,11-10 0,4-9 0,3-3-402,4-5 402,1-4 0,1-5 0,-1-4 0,0-4 0,5-4 0,1-3 0,14-15 0,-11 3-1082,8-15 1082,-17 6-548,-1-3 548,-7-2 0,-1-15 0,-9 7 0,-4-11 0,-10 9 0,-2 13 0,-3 0 90,-9-16-482,6 17 1,-2 3 391,-11-6 0,-1 9 0,-1 5 0,0 8 0,-16 9 0,12 5 1066,-11 10-1156,10 16-90,11-4-4,9-1 0,4 2-2064,9 19-91,7-18 0,4-1 2339,13 13 0,18-7 0,-3-13 0</inkml:trace>
  <inkml:trace contextRef="#ctx0" brushRef="#br0" timeOffset="78723">3607 4654 14279,'-8'-12'540,"0"0"-361,-1 3 181,-5 1-180,1 4 0,-4 0 0,2 6 90,-9 6-180,4 4 0,-7 7 180,0 17-270,8-6 89,5-1 1,2 2-483,2 22 438,6-17 0,2-1-45,5 17 0,6-5 90,4-20-90,2-3-90,2-5-16,1-5 106,2-3 0,1-6 0,1-3 0,7-6 0,1-4 0,5-7-1094,-2-5 1094,-2-3 0,-5-4 0,-6-1 0,-4-2 0,-5-2-248,-7-17 248,-12-7 0,2 27 0,-1 0-236,-3 1 1,-2 1 235,-11-12 0,-3 5 0,0 7-357,-3 5 357,4 9 782,0 4-782,4 7-90,1 4 155,2 4-965,-6 10-89,10 0-4408,-1 16 5397,13-11 0,8 12 0,4-6 0</inkml:trace>
  <inkml:trace contextRef="#ctx0" brushRef="#br0" timeOffset="79106">4002 4496 14998,'-4'-16'720,"1"2"-270,-3 0-180,3 4-90,0 0-1,1 4 91,1 1-90,1-1 0,5-1-90,1 1 0,8 0 90,15 2-90,-1 0-45,0 1 0,1 1 45,7-1 0,11 0-90,-10 2 90,-12 1-90,7 0 0,-16 0 0,-1 0 0,-3 1 90,-2-1-180,-2 2 180,-4 1-90,-3 4 0,-10 12 0,-15 18 0,5-8 0,-1 1 0,2-1 0,-1 1 44,-6 13 1,2-1-976,10-14 1,1-1 930,-3 8 0,1 1 0,0 10-953,5-2 953,2-5 0,3-4 0,3-3 0,3-6 0,2-2-180,2-3 0,1-3-270,2-4-269,-1-5 929,2-1-2548,-1-4-95,1-3 2433,-2-2 0,3-8 0,-1-3 0</inkml:trace>
  <inkml:trace contextRef="#ctx0" brushRef="#br0" timeOffset="79515">2292 5566 14998,'-29'5'0,"3"-2"-90,5 0 90,5-1 0,3 0 0,3-1 0,3 1 630,1-1-360,32-7-90,-4 2-45,16-5 0,6 0-1272,-15 4 1,1-1 1226,19-2 0,2-2-1165,-5 1 0,0 1 1120,8-2 0,2 0-15,-17 3 0,1 0 0,4-1 6,-1 1 0,4-1 0,3 0 0,0-1 0,-4 2-503,2-1 0,-2 0 0,0 1 1,3-1 484,4-1 0,4 0 0,0 0 0,0 0 0,-4 0-308,-2 1 0,-3 0 0,0 0 1,4-1 304,-6 2 0,3-1 0,2-1 0,0 0 0,-2 1 0,-1-1-81,-2 1 0,-2 0 0,-1 0 0,1 0 0,4-1 78,-1 1 1,4-1 0,1 0 0,2 0 0,-1 0 0,-2 0 0,-3 1-42,4-1 0,-3 0 1,-1 1-1,0 0 0,1 0 29,6-1 0,1 1 0,1-1 0,-2 1 0,-4 1 189,-5 0 0,-2 1 0,-3 0 0,0 0-189,10-1 0,-1 1 0,-8 1 0,7 0 0,-1-1-90,-37 6 1343,-37 5-1433,4-1-89,-30 6 1319,16-2-1679,-1 1-631,1 2 1666,1-1-406,-10 8 0,7-1 0,-9 6 0</inkml:trace>
  <inkml:trace contextRef="#ctx0" brushRef="#br0" timeOffset="80372">2507 6058 13289,'-5'-12'540,"1"1"90,2 5-1,2-1-179,-1 1-360,3 17-90,2 17 90,1 12-90,0 8-387,-2-15 0,0 1 342,1 5 0,0 0 0,0-1 0,0 0-270,2 8 1,1-2-136,1 0-270,3 8-1349,-2-22-179,-1-7 2248,0-5 0,-1-2 0,1-1 0</inkml:trace>
  <inkml:trace contextRef="#ctx0" brushRef="#br0" timeOffset="80749">2448 6126 13289,'0'-12'-179,"1"3"268,3 1 1,1 2 0,2-2 0,1 2-90,1-1 90,3-1-90,2 0 0,3 0 90,7-1-90,3 0 90,7-1-90,2 0 0,-9 5 0,3 0-106,1 2 0,1 2 106,0-1 0,0 3-45,5 3 0,-2 5-135,15 16 135,-23-6 1,-2 2 44,7 18 0,-15 0-740,-16-8 830,-7-1 0,-6 1 0,-8 3 90,-6-1 0,-6 2 0,-4-1-1305,-3-3 1305,0-1 0,1-5-897,4-2 807,2-5 308,7-4-308,4-2 336,0-1-875,5-2-3386,2-2 3835,14-6 0,12-12 0,11-5 0</inkml:trace>
  <inkml:trace contextRef="#ctx0" brushRef="#br0" timeOffset="81290">3222 6045 12840,'-1'-11'449,"1"1"631,0 3-990,1 27 0,-1-6 0,1 24 0,0-8 0,1 4-90,1 4-922,2 2 1011,-1 0-89,3 1 90,1 14 0,-1-17-265,3 17 265,-4-23 0,2 1-90,-3-12 180,0-6-180,-2-18 0,-2-1 0,0-12 992,-2-1-902,0 0-90,-1-6-341,-2-5 251,1-5 180,-2-5-180,0-2 135,1 11 0,0-1-45,1-1 0,0 0-583,-2-6 0,1 1 583,-1-14-441,-1 7 530,4 25 344,-1 0-433,2 8 90,2 4-90,3 11 0,6 10 0,3 9 821,4 7-821,-2-3 0,11 15 44,-9-19 1,1 2-45,2 2 0,3-1 0,2 1 0,1-2 303,13 8-483,-14-18 0,0-2-179,2-2-91,8 0-450,-15-9-1258,-1-3-271,-1-1 2429,0-4 0,4-5 0,1-4 0</inkml:trace>
  <inkml:trace contextRef="#ctx0" brushRef="#br0" timeOffset="81565">3694 5776 13919,'-1'-11'630,"4"21"-540,-1 0-90,5 23 90,-2-5-90,2 7-1442,1 2 1442,0 1 90,-1 1-90,1 0 90,0 1-296,0 0 206,0-1 90,5 17-180,0-2-116,-6-23 0,1-2-424,3 12-1439,-3-14-89,-2-15 2158,-1 0 0,3-4 0,0 1 0</inkml:trace>
  <inkml:trace contextRef="#ctx0" brushRef="#br0" timeOffset="82125">4030 5902 13919,'-6'-8'540,"2"1"-360,1 2 359,0 1-179,-1-1 630,1 1-811,7 14-179,0 5 90,5 12 0,1 14 0,-4-10-1042,2 13 1042,-3-13-90,1 2-201,-1-1 291,3 16-90,0-6 90,1 8-90,-2-19 0,-2-7 0,-1-10 0,-2-3 0,1-2-90,-1-3-90,1-1 1021,-2-12-841,-1 0 132,-2-18-132,-1 5 0,-6-28-601,1-3 556,2 16 0,1 0 45,-2-19 0,1-3 0,4 31-90,-1-5 90,2 14 0,2 2 0,0 2 0,1 2-90,3 0 602,3 7-512,8 5 0,0 7-90,16 15 90,2 6-777,-8-9 1,0-1 866,16 13-90,2-4 0,-13-11 0,0-1-606,1-3 606,0-1 0,-3-3 0,-4-2 0,-2-3 90,-3-1-270,-2-1 0,-3-2-270,-1-2-1079,3-6-630,-5-1 2159,3-11 0,-9-3 0,0-7 0</inkml:trace>
  <inkml:trace contextRef="#ctx0" brushRef="#br0" timeOffset="82356">4560 5666 13649,'0'-10'90,"0"1"180,-1 2 90,1-1 449,0 2-629,1 38-180,0-8 45,0 4 0,0 2 0,0-1 0,0 0-242,1 2 1,1 2 241,-1 9 0,1 0-45,0-9 0,0 0-45,0 7 0,1-1-135,1 5-45,-3-15 0,1-1-2743,3 15 359,-3-13 2524,1 1 0,-1-9 0,-1 0 0</inkml:trace>
  <inkml:trace contextRef="#ctx0" brushRef="#br0" timeOffset="82758">2593 6684 13739,'-38'2'0,"1"0"0,3 1-760,3-2 940,4 1 107,5-1-17,1 0 181,4 1-272,2 0 1,3 0 90,0 0 968,2-1-968,11 1 180,21-3-226,7 0 1,8-1-972,2-2 0,7-2 0,2-1 0,-2 1 777,3 0 0,-2 1 0,4-2-575,1 0 0,5-2 1,0 0-1,-4 1 575,3 0 0,-3 0 0,0 0-387,-10 2 0,0-1 1,0 1-1,1-1 379,4 0 1,1 0 0,1-1-1,-1 1-253,0 0 0,1 1 0,-1-1 0,1 0 231,-1 0 0,1 0 0,-1 0 0,1 0 22,-1 0 1,1 1-1,0-1 1,0 1-23,0-1 0,0 1 0,-1-1 0,0 1 22,-5 0 1,0 0-1,-1 0 1,1 0-23,3 0 0,1 0 0,-1 0 0,-1 0 184,5-1 1,-2 1-1,0-1-184,3 0 0,1 0 0,2-1-45,-10 1 0,2 1 0,0-1 0,-2 0 13,10-2 1,-1 0-1,0 0-103,-11 2 0,2 0 0,-2 0 1,-3 0-46,14-3 0,-7 1 267,-16 2 1,-6 0-3236,-11 1 3628,-29-1 1,-17 5 0,-22-1 0</inkml:trace>
  <inkml:trace contextRef="#ctx0" brushRef="#br0" timeOffset="85397">2003 7554 14189,'1'-9'630,"0"0"-361,1 3-89,-3-3 90,1 2-90,-2-2 0,0 3 0,0-1 90,-5-2 0,-3-1-91,-1 1 1,-7 2 0,-6 9-180,-3 3-562,-4 10 562,1 5 90,0 5 0,1 6-1206,-1 3 1206,6 4-90,2-2-758,6 0 848,3-1-101,5 1 11,4 10 90,9 7 56,2-23 1,1 0-147,11 17-45,-1-24 0,2-3-45,6-2 502,11 1-592,-11-13-90,0-4-90,2-4 1,1-4-181,4-4-180,-2-4-1618,0-3-721,-3-2 3059,-3-3 0,3-6 0,-1-3 0</inkml:trace>
  <inkml:trace contextRef="#ctx0" brushRef="#br0" timeOffset="85758">2190 7507 14279,'0'-10'450,"0"-1"-91,0 5-89,1-2-90,-1 1 0,1 0-90,1-1 90,-1 4-90,3-2 0,0 3 0,3 1-90,-1 3 90,5 5-90,-2 9 90,1 3-90,0 11-557,-3-2 647,-2 4-90,0 4 0,-3-4 0,0 7 90,-3-3-90,1 1 0,-2 2-718,2-3 718,-1 1 0,2-4-280,1-3 280,0-3 0,2-1-89,3 6 228,5-3-948,6 0 179,1-11-449,1-8-255,-3-8-735,0-2 2069,1-2 0,7-5 0,3-1 0</inkml:trace>
  <inkml:trace contextRef="#ctx0" brushRef="#br0" timeOffset="86932">2633 7802 13469,'-2'-10'270,"-1"2"-90,-1 2 0,0 1 90,0-1 0,-1 1-90,0 0 89,-1 1-89,1 0 90,-1 0-90,1 2 90,-1 0-90,-5 3 0,-1 5-90,-2 2 0,-1 10 0,1 3-1,-2 11 1,4-6 0,1 10-90,7-15 0,0 5 0,3-9 0,2-1 90,1-1-90,2-2 0,6 2 0,4-5 0,6-2 0,-3-6 90,8-10-90,-5-7 0,0-3 0,-2-2 0,-8 3 180,2-18-90,-5 12-230,0-13 230,-6 18 0,-1 1 0,0 2 90,-1-4-90,-1 5-90,1-2 179,-1 4-89,0 4-90,4 9 321,1 3-321,3 10 0,1-2 0,0 2 0,2 1 89,1 2-89,2-1 0,0 0 0,1-1 0,0-2 0,1-1 0,0-2 0,7 1 0,1-4 0,0-2 0,7-7 0,-12-3 0,6-4 90,-7-1-90,1-4 0,0-3 0,5-13 0,-8 3-630,1-6 630,-6 3 0,-3 3-331,-1-1 331,-2 2 0,0 1 0,-1 2 0,-1-9 0,-1 10 0,0-5 0,-1 11 0,1-2 0,0 6 610,-1-3-700,1 8 441,3 9-351,-1 1 0,4 10 0,-1-2 0,2 3 0,5 7 0,6 8 0,-1-2 0,9 10 0,-11-17-264,5 7 264,-8-10 0,-1-1 0,-1-1 0,-1-1 0,0 4 0,-3-5 0,1 4 0,-6-6 0,-1 1 0,-1-1 264,-3 0-264,-2 0 0,-1 0 0,-2-1 0,-6 4 0,4-4 0,-8 4 0,4-5 0,1-1 0,3-2 0,6-3 0,-1 0-89,2-1 89,13-7 0,-4 1 0,12-7-90,-5 2 90,7-6 0,0 0 0,4-4 0,-6 3 0,7-11 0,-7 6-440,6-9 350,-11 9 180,1-14-90,-6 10 0,2-10 0,-7 14 0,-1 1 0,-2 2 0,0-1 0,-1 2 0,-1 1 0,-2-2 0,-1 2 0,1 3 350,0 4-350,0 8 0,1 6 0,2 2 0,6 11 0,3-3 0,6 8 0,2-4-406,3 2 316,2 0 90,1 0-90,2 1 0,0-1-149,11 11 149,-3-1 0,-1-1 0,-6-1 0,-16-11 90,-1-1-90,-8-2 90,-5-5 0,-2 1 0,-4-1 403,-2-1-403,-3-1 62,1-2-62,1-1 0,2-1 0,0-1-360,-1-1-4137,6-2 1619,3-5 2878,7 0 0,11-7 0,1 3 0</inkml:trace>
  <inkml:trace contextRef="#ctx0" brushRef="#br0" timeOffset="87106">3841 7752 15448,'9'-13'1080,"-2"1"-271,-3 4-179,-1 2-360,0-3 179,-1 4-359,1-4-6116,-2 4 2788,-4 6 3238,-2 2 0,-11 13 0,0-2 0</inkml:trace>
  <inkml:trace contextRef="#ctx0" brushRef="#br0" timeOffset="87906">2474 8441 14639,'3'-11'449,"0"2"-269,-1 3 270,0 1-90,0-1-90,1 2 0,0 1-181,3 2 1,0 4 0,2 2 0,-1 4 0,1 1-90,2 4 90,-1 5 0,1 7-90,-2 6-790,-3 5 790,-2 3 0,-4 4-1370,-1 7 1370,-2 1 0,-1 5 90,-1-7-90,0-1 0,1-6-65,-2 10 65,1-9 0,1-4 0,1-14 0,2-12 90,1-3-90,-1-1 729,1-3-729,2 0 1565,3-5-1565,3-5 201,-1-2-201,4-5 90,-6 3-90,4-5 0,-4 3 0,1-2 0,-2 0 0,2 4 0,0 1 0,1 4-90,3 2 90,4 0 0,3 0 90,10-2-823,3 2 823,10-2-90,-8 1 0,0 0 0,24-2 0,-7 1 0,2-1-584,-7 0 1,1-1 403,7 1 0,-2-1 90,-10 1 0,-3 0-135,-2 1 0,-3 0 45,-1-1 0,2 2-89,-17-1 89,-3 1-90,-3 0-952,-3 0-847,-9-3 964,-1 3 1105,-7-3 0,-7 0 0,-3-1 0</inkml:trace>
  <inkml:trace contextRef="#ctx0" brushRef="#br0" timeOffset="88280">3118 8897 13829,'-7'-9'720,"2"1"-450,1 3-1,1 0 181,0 0 270,0 0-450,4-2-91,1 1 1,4 1 0,3 3-90,1 2 90,4 2-90,3 2 90,16 6-90,-6 1 90,25 11-90,-9 2-1080,-1 0 1080,-6-1-90,-5-2-391,-8-7 391,2 3 0,-13-9 0,-2-1 0,-1-1 0,-2-1 947,-1-1-947,-3-1 434,-6 2-434,-1-1 0,-8 3 0,-12 7 0,-9 8-323,8-3 1,-2 2 322,0 5 0,0 0-45,5-4 0,1 0-90,2 2 0,3-2-314,-4 6-451,2 1-1618,2-2 2518,-3 10 0,5-5 0,-4 8 0</inkml:trace>
  <inkml:trace contextRef="#ctx0" brushRef="#br0" timeOffset="90457">4308 8798 14549,'-5'-8'989,"1"2"-809,1 10-90,2 3-90,2 4 180,0 8-180,-1-6 90,1 18-90,-2-8-369,0 10 369,-1-3 0,-2 1 90,0 4-90,-1 0 0,-2 7 90,1-2-394,0-5 304,2-7 90,2-8-90,0-6 445,1 5-355,0-10-90,0 2 0,3-6 318,0 0-318,3-7 0,-1 1 0,2-4 0,-2 1 0,0 1 0,1 1 0,3 2 0,-1 1 90,3 0-90,3 1 0,-1 0 0,5 0 0,-3-1-90,2 0 180,1 0-180,2-2 180,13 0-90,-7-1 0,10 0 0,2-1 0,-9 0 0,19 0 0,-22 0 0,5 0 0,-13 2-90,-2-1 90,-2 2 90,-2-1-90,-1 1 0,-1-2 0,0 1-90,-2 0 90,0 0 0,-1 1 0,0 0 0,1-1 0,0 2 0,1-1 0,-2-1 0,1 2 90,-1-1 179,0 0 91,0-1-180,-1-1-90,-2-2 0,0 0 0,-1-2 90,0 1-90,0-2 0,0-1 0,0-1-90,0-2 90,-1-2 0,1-2-1,-1-22-89,0 11-426,-1-18 426,1 18 0,-1-1 90,1 0-90,0-11 0,0 1 90,1-7-90,-2 8 0,2 11 0,-2 3 0,1 11 516,-1-1-516,-1 4 0,1 1 0,1 0 0,-10 9 0,4-2 0,-12 5 0,4-5 0,-5 2 0,-3-1 0,-10 1 0,2 1 0,-5 0-1185,-4 0 0,-2 1 1185,-1 0 0,-2 0-45,-8 2 0,1 1-355,12-2 0,1 1-5,-7 2 0,3 2-135,10-4 1,3 2-1080,-17 9-630,21-5-899,4 1 3148,6-3 0,0 2 0,2 0 0</inkml:trace>
  <inkml:trace contextRef="#ctx0" brushRef="#br0" timeOffset="96814">6215 9285 12300,'-3'5'2519,"1"-3"-2430,8 3-89,-1-3 180,4 0 0,-2 0-90,5-1 0,-2 0 0,0 0 0,1 0 0,1-1-90,2 1 90,0 0 0,9 0 0,3 0-90,2-2 90,10 1-90,-16-1-188,10 0 188,-10 1 0,2-1 0,-1 2 0,2-1 90,0 1-90,2 0 0,-1 0 0,1-1 0,11 1 0,-9 0 90,8-1-90,-11 1-28,10-1 28,-1 0 0,13 0 0,-14-1 0,1 1-397,-10 0 397,1 0 0,4 0 0,0 0-682,6-1 771,-1 2-89,2-1 0,0 1 0,0 0 0,-3 0 0,-2 0-144,-3 0 144,2 0 24,-1 0-24,11 2 0,1-1 0,9 2 364,-11-2-364,10 1 0,-21-2 139,10 0-49,-12-1-90,1 1 0,3-1 0,15 1 0,-10-1 0,10 1 0,-18-1 0,0 1 0,-1 0 0,4-1 90,18-1-90,0 0 0,-18 0 0,0-1 0,10 1 0,6-1 0,-20-1 0,9 0 0,-11 1 0,0 0 0,5 0 0,0 0 0,4-2 0,1 1-598,-1 0 688,0 0-180,-2 1 90,-2 0 0,-2 0 0,9 0 0,4 0 0,13-1 0,-1 0 90,-10 0 36,-7 1-126,-12 0 0,1 1 0,-1 0 0,2-1 0,0 1 0,4-2 0,-2 1 0,5-1 0,-4 1 309,11-2-309,2 2-2616,1-1 2616,0 2 0,-10-1-754,17-1 754,-11 2 0,12-2 265,-14 1-265,13 0 0,-13 1 0,11-1 0,-6 0 0,-8 1 0,5-1 0,-9 0 0,1 0 0,13-1 0,9-2 0,-5 1 0,4 0 2809,-16 1-2809,16-1-68,-11 0 68,12 0 90,-16 0-180,19 1 90,-14 1 90,15 1-90,-18-1 0,1 2-862,1-1 862,-1 2-590,0-1 590,1 0 89,14 1-89,1 0-65,-24 0 1,0 0 64,15 0 887,1 0-887,-9-1 0,11 2 0,-12-3 0,-3 2 891,-11-2-891,9 1 0,-6-1 232,6 0-232,-7 0 371,-2 1-371,14 1 0,1 0 0,13-1 0,-10 0-150,14 1 150,-8 0-1087,4 2 1087,-7-2-180,-14 1 180,-4-1 0,4 0 0,-1 0 0,18 1 0,-11-1 0,13 2 0,-13-1 0,0 0-490,-1 0 490,0 1 0,0-2 0,-1 1 0,-2-1 933,-2 1-933,9-1 0,11 0-602,-2 1 602,1-1 0,-18-1 0,3 1 0,-1 0-40,4 0 40,16 1 0,-14-1 50,11 1-50,-21 0 52,-1 0-52,-3-1 0,1 0 0,1-1-90,15 2 180,-7-2-90,-6 2 0,1-1-90,15 0 90,-17 0 0,0 0 581,12 0-581,-2 1 0,-12-2 0,0 1 0,1-1 0,2 1 0,2 1 0,1-1 0,-2 1 43,-3-1-43,-1-1 0,17 1 0,0 1 298,-14-1 0,-1 0-298,19 0 0,-19 0 0,0-1 0,11 1-838,10 1 838,-16-1 0,-3 1 568,-3-1-568,15 1 0,-12-1-484,12-1 484,-17 1-90,0-1 268,-1 0-178,0 1 0,-1-1 0,0 0 0,11 1 0,4-2 878,-1 1-878,11 0 0,-8 1-984,5 0 984,-2 0 0,-7 1 0,-1-1 0,1 1 0,1 0 0,-1-1 0,0 0 0,0 1 0,0-1 488,0 2-488,-1-1 0,0 1 0,16 0-1475,3 1 1475,-1-1 0,-8 0-598,-14-1 598,-3-1 523,2 0-523,-4-1 0,-1 0 0,-1 0 0,2 1 0,-1-2 0,12 1 0,-10-1 0,8 0 0,-12 0 0,10-1 0,-10 0 1461,17-1-1461,-11 2 0,8-2 0,-11 2 0,3-1 0,-12 1 0,5 0 764,-6 1-764,8-2 364,2 1-364,0 0 0,-2-1-90,-7 1 180,8 0-180,-6 1 90,14 0 0,-6 0 0,11-2 0,0 3 0,-6-2 0,-2 2-297,-6 0 297,-1 0 0,1 0 0,8 0 0,-8-1 0,6 0 0,-12 0 0,1 0 0,-2 0 0,-2-1 0,0 1 0,-2-1 297,0 1-297,6 0 0,0-2-90,5 1 90,-6-1 0,-3 1 0,-5 1 0,-1-1 0,0 1 0,0 0 0,-1 1-180,0-1-90,-1 1-180,-1-1-179,0 0-2700,0 0 3329,-1 1 0,-3-1 0,0 0 0</inkml:trace>
  <inkml:trace contextRef="#ctx0" brushRef="#br0" timeOffset="105049">13314 8214 3885,'-41'14'51,"-1"0"0,1 0 1,0 0-1,-1 1 1,-1-1-1,1 0 1,-1 1-663,-1-1 1,0 0-1,0 0 1,-1 0 632,0 1 1,0 0-1,-1-1 1,0 1-169,0-1 1,-1 1 0,0-1-1,0 0 168,0 1 1,-1 0 0,0 0-1,0 0-63,0-1 0,-1 1 0,0-1 0,0 0 63,0 1 1,-1 0 0,0-1-1,0 1-84,2-1 0,0 0 0,-1 0 0,-3 0 92,7-1 0,-3 0 0,0 1 0,-2 0 0,0 0 0,0 0 0,0 0 0,0 0 0,-1 1 0,0 0 0,-1 0 0,-1 0-8,6-1 1,-1-1-1,-1 2 1,-1-1-1,0 0 1,1 1-1,1-1 1,1-1-8,-5 3 0,2-1 0,0-1 0,2 1 0,0-1 0,0 1 3,-7 1 0,0 1 0,2-1 0,1 0 0,3-1 4,2-1 1,2 0-1,3-1 1,-1 0-23,-9 4 0,0-1 0,1 0-70,2 0 0,-1 0 1,2-1 99,5 0 0,1 0 0,0-1 0,1 1 0,-1-1 0,1 1-30,0 0 0,0 0 0,0 0 0,1 0 0,0 0 0,0 0 29,1 0 1,1 1 0,-1-1-30,2-1 0,0 1 0,1 0 0,-17 6 0,2 1 282,3-2 1,0 2-253,8-3 0,-2 2 0,4-2-30,-2 1 0,1 2-150,2 0 0,-2 3 0,4-1-210,5 4 0,3 1 360,-3 5 0,3 1 0,9-5 0,3 0 0,-3 21 0</inkml:trace>
  <inkml:trace contextRef="#ctx0" brushRef="#br0" timeOffset="106097">7473 10543 9332,'-8'-3'539,"0"2"-269,2-2 0,1 2 0,-1-1 0,1 0 90,0 1-91,-1-1 451,1 0-360,-1 0 269,1 0 91,-1 0-90,1-1 269,0 1-89,-1-1-720,12-2 90,6 2-91,9-1 1,5 1 0,20 1-90,-7-1-499,5 1 1,5 0 543,-3 1 0,3 1-986,0-1 0,4 1 1,-2 0 940,-7 0 0,-1 0 0,2 1 22,4 0 1,3 0-1,1 1 1,-5 0-693,-3 0 1,-4 0 0,3 0 691,-2 0 1,3 0 0,0 1-1,-3 0-470,2 0 1,-3 1 0,0-1 447,2 0 0,0 0 0,0 1-191,1-1 0,0 1 0,0 0 191,-1-1 0,1 1 0,2 0 33,1-1 1,2 1 0,2-1 0,0 1-12,0-1 1,1 1-1,0-1 1,2 0-23,-3 0 0,1 0 0,0 0 0,1-1 0,-2 1 0,-4-1 0,0 0 0,-1 1 0,-1-1 0,-3-1 0,14 1 0,-3 0 0,-2 0 247,0-1 1,0 1 0,-6 0-158,-1-2 0,-3 1 0,-1 0 0,-3 0 90,12-1 1495,-27-1-1316,2 0-179,-8 0 2101,2 0-2191,-9 0 2557,-1 0-2467,-2 0 1251,0-1-1251,1 0 0,0 0-91,0 0-538,-1 1-3509,0 1 1529,-7 6-1438,0-1 3867,-7 3 0,-7-3 0,-2-1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14:19.44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5049 2091 7892,'9'-6'360,"-1"1"-270,1 7 0,-3 2 0,5 8 0,-6-3 90,2 6 360,0-3-1,7-5-269,3-7 90,27-23-270,-21 7 0,2-2-1131,4-3 0,3-3 1,-1 0 1070,-4 4 0,0-1 0,1-1 30,11-8 0,2-1 0,-3 2-30,-11 8 0,-1 1 0,0 0-1,4-3 1,0 0 0,-3 3-30,-4 4 0,-3 1-89,15-9-271,-17 18-540,1 6-899,0 7 1799,1 5 0,-2 2 0,0 1 0</inkml:trace>
  <inkml:trace contextRef="#ctx0" brushRef="#br0" timeOffset="385">5421 2097 9062,'10'-9'629,"-2"1"-449,-5 2 720,1-2-540,0 2-91,-2 15 1,-10 38-210,4-16 0,-2 4 0,0 0-60,-1 7 0,0 4-819,2-6 1,-1 5 0,1 0 0,0-4 728,2-6 0,1-2 1,-1 0-121,0 10 0,0 2 0,1-4-195,1 0 0,1-4 405,4-8 0,2-4 0,4 6 0,7 2 0</inkml:trace>
  <inkml:trace contextRef="#ctx0" brushRef="#br0" timeOffset="967">5613 2780 9062,'-4'8'1529,"0"-1"-1259,5-1 90,3-2-181,2 0-179,16-12 0,-9 3 0,10-8-179,5-21 89,-10 3 45,-1-4 0,-2-2 45,-3-10 45,-8 17 0,-2 1-45,-4 0 0,-3 6 0,-5 1 0,0 7-90,-9 0-360,4 15 270,10 5 90,5 4 90,12-3-180,16-4 90,5-5 90,-4 0 0,2-1 90,1 0 0,0 1 90,16 1 270,-10 32-270,-35 8-135,-7 4 0,-2 4-225,1-9 0,1-1-90,-1 2 0,2-2-539,9 14 809,18-24 0,2-13 0,10-4 0</inkml:trace>
  <inkml:trace contextRef="#ctx0" brushRef="#br0" timeOffset="2375">6467 2600 9691,'-10'-18'1709,"4"5"-1169,-7 2-270,6 6 0,-2 1 719,-29 4-719,13 6-225,-4 2 0,-1 4-45,0 11-135,10-1 0,2 3-225,2 6 271,3 5-271,16-14-180,14-4 450,-4-5-180,29-8 90,-12-19 180,-6 3 0,0-4 45,-5-3 0,-1-1 45,7-11 180,-2-13-270,-16 29 90,3-9-90,-10 30-90,-1 6 0,1 21-180,5 13 270,-1-11-90,8 8 0,1-26 0,19 1 90,1-15 0,-7-6 0,2-4 0,10-14 0,-1-4 0,-12 9 0,0-2 30,7-8 0,4-5 0,-7 4-30,2-5 45,0 0 0,-1 2-3257,-1 7 3302,-6 6 0,3 14 0,-13 16 0,4 6-90,1 9 0,-5-7-90,6 6 90,-8-15 90,1-1-90,-1-14 3276,-7-7-3070,0-5-206,-18-15 0,-10 10 0,0 9 0,-3 7-490,-8 14 1,0 10 354,-1 9 0,2 5 90,5-5 0,3 2-90,7 14 0,9-2-45,9-6 90,4-9 1,5-2-91,23-6 180,11-14 0,-14-13 0,3-7 0,0-9 0,2-8 0,-2-1-1053,-5 2 0,-2-2 1,0-1 1052,5-3 0,0 0 0,-2-4-45,-9 3 0,-3-2 0,-1-1 0,-1 0-314,-1-1 1,-2-1 0,-1 0-1,0 1 426,0 2 1,0 0 0,0 1-1,-1-1-134,1-12 1,-2 0-1,-3 8 337,-1 7 0,-6 15-64,-12 31-26,5 0-68,0 17 1,-1 17-1,-1 5 1,3-3-68,1-9 0,2 0 0,0-1 0,0 3-27,-1-2 0,-1 3 0,1 0 0,0-1 0,1-3 12,-1 10 0,1-4 0,3-1 15,2-1 1,2 0 0,2-6-91,0-9 0,2-1 709,6 22 1,6-8-755,7-24 45,2-16 0,3-8 0,0-11 0,-1-4 45,-3 4 0,1-2 30,-3-5 0,1-5 0,-5 6 476,3-4-461,-4 0 0,-2 2 727,-6 11-592,-10 27 2649,1-5-2739,-6 24 0,-3 6-90,4-6 0,0 9 0,2 0 0,6 0-90,2-7 0,1 0-90,7 0 531,13-5-1881,3-32 721,-2-6 809,-7-10 0,-1-4 0,1-12 0,-6 8 0,0 1 0</inkml:trace>
  <inkml:trace contextRef="#ctx0" brushRef="#br0" timeOffset="2599">7669 2244 10411,'-8'-12'2788,"1"3"-5576,3 2 2788,8 4 0,-1 3 0,6 4 0</inkml:trace>
  <inkml:trace contextRef="#ctx0" brushRef="#br0" timeOffset="2933">8081 2101 10321,'-4'-28'2609,"-2"-3"-1890,4 20-359,-8 11-180,1 25-60,-1 8 0,-1 10 0,1-2-75,2-4 0,-1 2-1087,-1 2 1,0 5 0,0 0 981,2 0 0,1 0 0,1-1-90,2-9 0,1-1 1,0 2-31,0 1 0,-1 2 0,2 0 0,1-5 57,2 6 1,6-7-913,5-6 1,4-9 1034,16-15 0,6-12 0,-3-19 0</inkml:trace>
  <inkml:trace contextRef="#ctx0" brushRef="#br0" timeOffset="3142">7981 2498 9961,'10'-5'3059,"24"-6"-3149,0 5-450,0-2 0,0 0-1978,1 1 2518,-10 2 0,0 0 0,10-1 0,-5 2 0</inkml:trace>
  <inkml:trace contextRef="#ctx0" brushRef="#br0" timeOffset="3367">8383 2484 11670,'4'9'1889,"3"5"-1169,-2 9-630,0 5-135,-2-4 0,-2 3-405,0-1 0,-1-1 1,-1 20-1190,1-14 1,-1-4-1022,1-6 2660,0 10 0,1-23 0,0-1 0</inkml:trace>
  <inkml:trace contextRef="#ctx0" brushRef="#br0" timeOffset="3600">8463 2124 10951,'-8'-32'2788,"2"7"-3687,4 13-91,0 15 990,0 4 0,1 11 0,0 3 0</inkml:trace>
  <inkml:trace contextRef="#ctx0" brushRef="#br0" timeOffset="4471">8857 2577 13739,'-24'2'1349,"3"3"-1349,-1 8-225,4 5 1,1 4-496,7 3 0,3 1 360,-4 1 1,4 1-181,13 20 360,31-37 180,-14-8 450,21-26-180,-32 3 270,3-21-91,-18 3-179,-5 3 0,-8 1-270,8 18 270,-4-5-180,14 10-90,7-7 90,5 6-90,17-6 0,4-3 45,-8 6 0,-1 0-45,10-6 0,0 0 45,-11 6 0,-3 3-45,-4 3 90,-3 4-90,-10 22 0,-5-2-90,-5 23 0,-2 9 0,1-10 0,-1 0 90,-1 5 0,1-2 90,-1-4 0,7-12 90,8-24-90,3-8-90,16-27 0,-1-2 0,2-5-1093,-6 13 1,0 1 0,0 0 944,6-11 1,0 4 39,1 5 0,-3 12 18,-5 29 90,-1 0-45,-9 11 0,-3 5 45,-3 14 0,-2 4 0,-1 1-45,0-18 0,0 0-45,0 12 0,2-3-630,7-2 271,-1-11-2828,21-16 2612,-15-10 0,22-10 0,-16-1 0</inkml:trace>
  <inkml:trace contextRef="#ctx0" brushRef="#br0" timeOffset="5138">9809 2543 10861,'-9'-8'3276,"-19"7"-2774,-8 8-502,10 0 0,-2 5-585,-5 8 0,2 5-135,11-6 1,2 1 359,-4 3 1,9-1-901,28 4 1350,14-26 90,0 2 540,8-21-450,-26 9 269,15 1-359,-4 32-270,4 0 90,-10-2 0,-1-1 0,8 1 0,8-12 0,-12-9 0,7-7 90,-2-11 0,-1-5 0,7-7-60,-7 2 0,4-7 0,-4 0 0,-6 3 0,-3-1 0,0 0-659,4-7 0,-1-1 1,0-1 718,-4 6 0,-1-1 0,-1 0 0,-1 3-1429,3-12 0,-2 4 1429,1-4 0,-6 19 90,-21 64-180,4-1 45,2-1 0,-2 11 0,0 3 0,3-5-685,4-4 1,1-3-1,1 2 580,-3 9 0,0 2 0,4-4-26,6 7 0,7-10-1264,20-6 451,0-10 899,2-22 0,2-6 0,11-8 0,-10 1 0,1 0 0</inkml:trace>
  <inkml:trace contextRef="#ctx0" brushRef="#br0" timeOffset="6649">9257 3290 9332,'6'3'2698,"-3"0"-2428,-5 32-180,0-12 45,-2 10 0,1 5-90,1-11 0,-1 1 0,-1 12 0,0 2 0,1-4 0,0 0-374,0 1 0,-1-2 374,2-6 0,2-2-133,7 17 88,8-32 90,15-12-90,5-9 0,7-3 30,-3 3 0,4 0 0,0-1-30,-1 0 0,1 0 0,2 1-45,0 0 0,3 1 0,-1 1 0,-5 1-90,7 1 0,-5 1 45,5 0 1,-3 0-361,-15 3 0,-5 1 180,-5-2 270,13 3 0,-29-3 0,-1 1 0</inkml:trace>
  <inkml:trace contextRef="#ctx0" brushRef="#br0" timeOffset="7090">9965 3635 9602,'1'-5'2608,"9"6"-2338,9 2-180,3 4 180,12 8-180,5 1-90,-15-6 0,-1 0-45,1 0 0,-1 0-45,21 8-3187,-10-4 2392,-8-2 1835,-21-1-860,-26 3-1180,-11 10 1,-3 1 1089,13-11 0,0 0-201,-16 14 1,3 1-1599,4 8 1799,14-3 0,9-3 0,21-16 0</inkml:trace>
  <inkml:trace contextRef="#ctx0" brushRef="#br0" timeOffset="7817">10937 3658 10411,'1'-30'2878,"-3"-2"-2158,2 19-180,-3-4 359,2 10-449,-11 26-270,6-6-90,-7 25 0,-1 9-90,7-20 0,1 0-45,-5 21 0,0 1-45,4-15 0,1-2 0,-1 13 0,2-9-270,2-8-90,2-16 450,4-1-90,2-19-89,8-29 89,-1-4 90,-1-1-90,1 4 0,0 23 90,-2 3-270,16 7 180,-14 4-90,23 2-90,-8-2 180,1 0-45,4-6 0,2-6-1504,-6-6 1,0-2 1491,7-2 0,0-3-14,-5-6 1,-4-2 205,-12 10 0,-2 1-142,6-15 457,-7 9-360,-12 38 90,1 3-90,-8 30 0,3-6 0,1 0 0,-1 9-90,2 2 0,1-2 3096,2-15-3366,3 3 1,1-2-271,4-8 146,8 6-2793,6-17 3061,-6-8 1,10-5 0,-7-4 0</inkml:trace>
  <inkml:trace contextRef="#ctx0" brushRef="#br0" timeOffset="8535">11627 3778 9512,'-6'-11'1709,"1"2"-810,3 4-629,1 11-90,1 2-90,0 37-630,0-10-269,-1 14 809,6-14 0,-2-20 0,3 1 0</inkml:trace>
  <inkml:trace contextRef="#ctx0" brushRef="#br0" timeOffset="8755">11765 3480 10141,'-3'-12'1529,"1"2"-809,-1 2-3997,3 1 3129,4 13 0,0-2 1,4 12-1</inkml:trace>
  <inkml:trace contextRef="#ctx0" brushRef="#br0" timeOffset="9196">12112 3752 12390,'1'-11'2608,"-17"7"-2428,-15 7-450,-16 11 181,14-1-361,9 2 0,3 1 0,8 0-359,-2 20 449,24-20-90,20 10 90,5-6 360,-6-4 90,6 12 270,-42 1-270,7 2-270,-17-11 0,-5-2-90,3-3-3007,-17 4 2994,27-16 1,-4 1-1,11-5 1</inkml:trace>
  <inkml:trace contextRef="#ctx0" brushRef="#br0" timeOffset="9499">12493 3529 10051,'-7'-16'2159,"-3"-1"-720,-1 0-1079,-4 19 0,-2 23-270,5 4 0,0 4-90,-2 10 0,1 2-120,4-12 0,0 0 0,2 1-360,2 1 0,1 0 1,2-2-241,0 2 1,5-3 419,5-5 1,5-6 0,7-11 0,7-12 0</inkml:trace>
  <inkml:trace contextRef="#ctx0" brushRef="#br0" timeOffset="9671">12400 3802 9871,'-13'-4'2069,"4"3"-1619,28 1-2089,11-3 1,4 0 1629,-5 1 1,0 0-1,12-3 1,-2 0-1,-1 0 1</inkml:trace>
  <inkml:trace contextRef="#ctx0" brushRef="#br0" timeOffset="10038">12814 3804 13289,'-10'3'1080,"-1"1"-271,-8 8-269,-6 10-540,4 3 0,1 3-90,-3 5-630,16 3 1,10-2-1,23-17 405,8-8 1,4-7 359,-8-13 0,0-5 0,1 1 0,-3-5 134,-10-6 1,-8-2 270,-17-19-360,-2 2-135,-16 15 0,-9 10-1594,-2 21 1,-2 5-1,4-10 1,1 3 1228,-3 14 0,5 5 1,8-1-1,-1 2 0</inkml:trace>
  <inkml:trace contextRef="#ctx0" brushRef="#br0" timeOffset="10982">9237 3885 10051,'0'4'2789,"0"0"-2385,-2 30 1,-2 15-315,1-6 0,-1 6-746,1-11 1,-1 5-1,-1 2 1,0 0 0,1-4-230,-1 6 1,1-3 0,-1 2 839,-1-1 0,0 3 0,0-1 0,0-6 659,1 0 1,0-4-660,0-5 0,0-1 385,1-3 0,2-3-430,8-6 90,0 6 0,18-18 90,16-9-847,-7 0 1,8-1 0,-4 1 756,-2 0 0,2-1 22,1 1 1,6 0 0,1 0-1,-4 0 692,-1 1 1,-4 1-1,2-1-744,6 0 0,1-1 0,0 1 0,-3 0 0,-1 1 1,-4-1 29,-6 0 0,-4 0-90,5 0 0,-3-1-270,-10-1-180,6 0-2518,-15-2 3877,-5 2 0,-1 0 0,-3 1 0</inkml:trace>
  <inkml:trace contextRef="#ctx0" brushRef="#br0" timeOffset="11399">9992 4695 12660,'16'1'629,"13"6"-808,7 5-1,3 3 0,-15-5 0,1 0-270,11 4 360,-7-1-270,2 0 360,-22-8 180,2 7 0,-17-5 90,-7 7 90,-20 12-450,6-4-135,7-3 0,0-1-135,2 1-2917,-7 13 2904,16-21 1,-6 11-1,10-12 1</inkml:trace>
  <inkml:trace contextRef="#ctx0" brushRef="#br0" timeOffset="12116">10677 4649 10411,'9'-7'1529,"-1"5"-1259,-3 12 180,-1 13-270,-2 9-180,-3 3 0,-3 5-1639,-1 7 1,-1-1 341,1-7 0,0-1-342,-1 8 1,1-7 1048,2-20 0,0 10 0,1-13 1</inkml:trace>
  <inkml:trace contextRef="#ctx0" brushRef="#br0" timeOffset="12624">10945 4708 10321,'3'-17'1619,"0"0"-1079,-1 7 269,-1 0-359,-2 3-270,-11 12-90,-6 5-90,-1 4 0,-2 3-135,-1 3 0,-1 0 45,2-1 0,0 1-225,-2 1 1,2-1 134,4-2-360,-5 2-180,16-14 630,6-6 1,2-1-181,19-12 270,-5 11 90,6 0 0,-3 17 89,-3 12-179,-3-3 90,1 0 0,0-1-90,0-3 0,4 1 0,4-2-269,14-3-451,9 1 720,-17-12 0,1-4 0,8-3 0,8-4 0</inkml:trace>
  <inkml:trace contextRef="#ctx0" brushRef="#br0" timeOffset="13370">11233 4883 8432,'-7'-8'-540,"2"2"1,3 5-1</inkml:trace>
  <inkml:trace contextRef="#ctx0" brushRef="#br0" timeOffset="13896">11221 4866 8882,'4'1'1529,"13"-3"-2069,13-2 1,4-1-631,-8 2 1,1 0 700,4-2 1,-2 1 0,5 0 0,-14 2-1</inkml:trace>
  <inkml:trace contextRef="#ctx0" brushRef="#br0" timeOffset="14695">11697 4808 9332,'0'-10'1799,"5"12"-1709,-3 3-90,2 11 90,-3 8-270,-2 9 0,0 8 45,-2-13 0,0 1-135,-2 11 360,0-3 0,4-28 0,4-18 90,6-26-90,-2 8 45,2-4 0,2-1-45,2-2-90,4 1 0,1 4 0,5 12-90,4 3-360,-9 52 360,-12-19 0,2 27 90,2-45 90,1 2-90,14-32 0,-9 8 0,7-7 45,-4 11 0,0 0-135,2 1 180,4-1 0,1 3 90,-8 13 0,6 5-1,-14 30-89,-9-7 0,-2 2-90,1 17-90,-4-15 0,2-2-449,4-5-271,4-1-2248,12-11 3058,-5-10 0,13-6 0,-6-3 0</inkml:trace>
  <inkml:trace contextRef="#ctx0" brushRef="#br0" timeOffset="15138">12302 4901 9422,'-7'3'3238,"0"0"-2699,33-12-539,-15 6 0,35-15-269,-23 5-1,4-3-180,-9-12 90,-24 4 360,-7 4 45,-12 17 0,-4 8 135,-14 19-180,16-11 0,1 6 135,-2 18 0,6 5-90,15-12 0,2 0-45,-4 11 0,5-2 0,11-13 0,8-4-270,11-6 0,5-6-90,-8-3 1,3-2 359,23-6 0,0-4 0,-23-1 0,0-1 0,9-6 0,0 0 0</inkml:trace>
  <inkml:trace contextRef="#ctx0" brushRef="#br0" timeOffset="16447">12700 4975 10141,'-1'-15'1529,"-4"-4"-989,2 10-180,-6-4 180,-4 4-91,-16 11-449,8-1-90,-16 20-269,21 2 89,-1 6-540,13 10 1,20-11 719,-3-6-180,23-15 0,-10-20 180,6-6 45,-13 1 0,-2-1-45,6-15 0,-1 1 0,-9 13 90,-5 18 0,-3 3-180,4 27-179,0 0 179,1 8 90,2-8-180,8-13 270,-7-7-90,24-8 90,-22-5 90,8-7 0,1-3 90,-2-6-90,13-15 449,-13-1 181,-6 7-630,-15 23-90,-5 11-45,-7 18 0,-1 4-45,0-1 45,3-1 0,0-2 45,2-3 0,-3 4 180,6-12-180,11-28 90,-2 5-45,5-11 0,2-3-45,10-17 0,-10 21 0,1-1-45,3-1 0,-1 3 135,-1 6 90,9 18-90,-21 26-45,0-3 0,-1 1 45,-6 15-46,0-9 1,0-1-224,4-3-451,2 8 630,27-40 0,-6-10 0,18-15 0</inkml:trace>
  <inkml:trace contextRef="#ctx0" brushRef="#br0" timeOffset="16863">13410 4820 9871,'-4'-9'1619,"-1"1"-899,-2 3 90,-6 1-631,4 1 541,-20 5-540,10 3 0,-20 11-360,10 3-270,-1 12 0,14-7-359,16 10 359,13-17 270,6 2-449,23 2 539,-8-1 90,9 4 270,-20 2 89,-25-5-179,-4-2-45,-11-1 0,-3-2-225,2-2-495,-5 4 1,1-1-1665,7-5 2249,-4 3 0,14-10 0,5-4 0</inkml:trace>
  <inkml:trace contextRef="#ctx0" brushRef="#br0" timeOffset="17424">14474 4551 10051,'-13'-16'1349,"-2"6"-809,-16 5-180,-7 16-1999,4 7 1,1 2-386,-8 6 2279,11 5 0,5 0-435,18-5 571,2 18-706,19-17 1,9-1-1013,4 6 0,3-1 1282,-4-4 0,-1-1 852,4 1 1,-6-1-898,-13 5 180,-5-7 0,-17 1 0,-6-2 565,-1-6-835,-12 5 0,-1-1-809,5-7 989,-16 7 0,29-15 0,4-3 0</inkml:trace>
  <inkml:trace contextRef="#ctx0" brushRef="#br0" timeOffset="17849">14628 4939 12570,'13'-3'629,"0"-1"-269,10-3-540,4-8 0,-1 3-359,-5-19 269,-22 15 90,-6-11 0,-21 13 180,3 15 0,0 5 0,0 0 0,0 3 45,-2 6 0,1 4 0,8 6 0,4 0-45,-1 4-45,13 1 0,8-1-1594,15-15 1,4-3-1639,11 19 1638,-9-22 1,-1-5 1512,-4-4 0,9-5 0,1-1 0</inkml:trace>
  <inkml:trace contextRef="#ctx0" brushRef="#br0" timeOffset="18574">15057 4882 10591,'-12'-10'2069,"-4"-2"-1799,7 6 359,-17 3-449,14 4 90,-32 17-180,19 0-135,4-4 0,0 3-495,-9 21-2737,16-2 1133,2-6 2464,28-7-680,8-19 271,-1-1 178,23-13 181,-19-4-90,8-2 90,-15 0-90,-12 10-90,-3 6 0,-8 13 3186,-3 5-3160,-4 10-26,-4 16-90,4-11 0,-1 1 0,3-8 0,-1 0-90,-2 11 0,0-4-90,1-8-270,-6 14 180,7-22-89,-5 2 179,3-16 270,-17-13 0,12 1 179,-20-16 91,18 8-270,-2 0 180,5-8-270,13 15 90,2-12 0,26 0-90,-2 2-180,7 1 0,5 0-405,-5 3 1,0 0 179,0 2 0,1-1 405,5-3 0,-3 1 0,-4 0 0,12-8 0</inkml:trace>
  <inkml:trace contextRef="#ctx0" brushRef="#br0" timeOffset="18792">15310 4975 12480,'5'-9'1979,"0"1"-5256,-2 4 2457,-11 4 1,-9-1 0,-11 3 0</inkml:trace>
  <inkml:trace contextRef="#ctx0" brushRef="#br0" timeOffset="19915">9024 4988 9332,'-1'-11'1799,"0"1"-1619,4 26-91,-1-9 181,3 33-135,-4-9 0,0 2-45,-1 3 0,0 4-23,-1-4 1,-1 5-1,0 1 1,-1-1-871,1-2 0,0-1 0,-1 0 0,0 1 825,0 0 1,0 0-1,-1-1 1,1 0-23,0 5 0,0 0 0,0-4 0,-1 5 0,2-6 0,-2 9-45,3-15 0,4-4-45,7-10 90,1 6 0,7-16 90,17-7 0,-11-2-45,22-2 0,5 0 3231,-4-1-3202,-12 2 0,7-2 0,3 1 0,-6 1-74,8-1 0,0 1-23,-12 0 1,3 0-1,1 0 1,-1 0-68,10 1 0,-1 0 0,-5 0 45,-2 0 0,-1 0-1048,-2 1 1,2-1 0,-9 1 437,-6 1-576,15-3 151,-28 2 1080,1-2 0,-6-1 0,-2 0 0</inkml:trace>
  <inkml:trace contextRef="#ctx0" brushRef="#br0" timeOffset="20308">10006 5856 9691,'-8'-9'2789,"0"0"-2429,14 9 179,12 6-449,8 6 0,10 4-225,-11-6 0,0 0 45,5 2-270,3 0 1,-3-1 269,-10-4-90,23 8 450,-33-11 90,-15 8-180,-8-5-1,-21 10 1,-7 2-180,18-7 0,0 1-360,-17 10 1,0 3-1280,17-8 1,5 0 1625,-8 12 0,14-4 0,12-9 1</inkml:trace>
  <inkml:trace contextRef="#ctx0" brushRef="#br0" timeOffset="21449">10726 5776 10771,'4'-10'899,"-2"18"-719,-1 9-180,0 13 90,0 12 0,0-8 0,1 0 0,-1 12-90,2-1 0,-1-4-90,-1-18-180,1 3 0,0-1-359,0-10-2648,2 8 3106,0-15 1,-1-4 0,-1-4 0</inkml:trace>
  <inkml:trace contextRef="#ctx0" brushRef="#br0" timeOffset="21899">10630 5795 9152,'-1'-15'989,"1"3"-809,4 3 90,3 4 180,22-2-450,-8 2 135,14 1 0,2 2-135,-6 2 0,4 1 0,2 2-45,-7 4 0,-2 4-45,-5 0 0,-1 2 45,2 1 0,-5 3 45,-9 7-90,-35 12 90,-3-12 0,6-7 0,-2 0-225,0-4 0,0-3-135,-4 2 360,-8 2 0,29-12 0,-3 3 0</inkml:trace>
  <inkml:trace contextRef="#ctx0" brushRef="#br0" timeOffset="22558">11064 6215 12030,'14'-1'360,"-4"1"-270,10-11-180,0-1 0,7-6-90,-6-2 0,-1-2 90,2-3-45,-3-6 0,-3 1 135,-10 9-180,1-25 91,-15 24-1,-4-3 0,2 11-360,0 9 360,13 8-360,18 0 270,7 3 180,9-3-135,-5-3 0,1-1 135,13 4 45,-16-2 0,-2 2 45,2 12 90,-24 9-180,-4-2 180,-11 27-180,5-26 0,0 6 0,1 1-90,2-5-90,3 13-809,10-15-91,-3-11 1080,12 0 0,-1-12 0,6 0 0</inkml:trace>
  <inkml:trace contextRef="#ctx0" brushRef="#br0" timeOffset="23540">11858 6043 9512,'-1'-9'2248,"-3"2"-1798,-7 9-180,-3 5 90,-9 12-180,0 7-270,-1 15-90,9-7-270,9 6 0,17-18 180,5-4-89,14-9 179,-4-10 90,5-6 180,-2-14-3212,-13-14 3122,-4 9-165,-23-18 165,0 28 0,-6-7-180,7 13-180,4 4 270,15-4 3177,-3 5-3177,15-7 0,6-2 90,8-9 45,1-2 0,1-4 90,-13 5 0,-2 0 0,0 0 0,-2 0 225,3-16 0,-14 19 379,-1 15-739,-6 5 90,-3 21 0,-5 10-90,-3 16 0,1-3 0,-1 3-45,1-8 0,0-2 0,1-6 0,1-1 45,-3 5 0,0-3 0,3-6 0,-5 7 0,15-32-90,12-15 0,4-7 0,6-6-45,11-2 0,3 2 0,-15 16 1,0 3 44,5-3 0,2 2 0,0 10 0,-4 5 90,3 18 180,-6 7 179,-35 14-179,-7-24 0,-3-3 0,-13 13 0,1-13 0,-1-3-900,-2-9-2068,-8 2 2788,30-22 0,20-6 0,9-9 0</inkml:trace>
  <inkml:trace contextRef="#ctx0" brushRef="#br0" timeOffset="24007">13297 5793 10591,'-10'-16'1259,"-3"0"-359,-6 11-720,5 1 449,-31 13-539,24 0 45,-4 4 0,-2 3-45,-9 13-180,16-9 0,0 0-45,3 0 0,4 2-180,13 4 1,4 0 224,2 4-90,14-5 0,6-1 90,-3-9 0,0-1 0,3 2 0,-1 1 0,5 2 0,-4-1 180,-3 0 90,-9 18 0,-18-22 45,-15 6 0,-6 1-45,-7-3-91,0-1 1,0-2-269,-7 0-3098,3-3 3174,19-10 0,17-12 0,10-5 1</inkml:trace>
  <inkml:trace contextRef="#ctx0" brushRef="#br0" timeOffset="24433">13465 6157 11311,'-14'0'2968,"32"-9"-3058,0 0-90,4-3 0,1-1 0,-1-4-90,-9-7 1,-21 7 179,-1 4 0,-34 13 90,4 22 0,15-10 0,1 1 0,3 5 0,6 3 0,8 22 0,7-16-90,14-4 0,6-1-180,1-8-900,17-2 1,6-3-405,-17-8 0,1-2 1027,8 1 1,0-1 0,-6-4 0,-3-1 0,14-6 0</inkml:trace>
  <inkml:trace contextRef="#ctx0" brushRef="#br0" timeOffset="25101">14117 6165 10231,'-15'-17'2249,"-5"-1"-1979,7 8 629,-30 0-449,2 15-360,14-3 0,0 3-45,-2 5 0,2 4-225,-9 12 90,8-4-450,9 9 360,16-21-359,11 12 359,6-17-90,21-3 90,0-10 90,2-5 90,2-8 0,-18 9 0,7-8 0,-19 15 0,6 3 180,-17 43-1131,-2-1 0,-2 8 1,1-2 995,-1-1 0,0 4 8,1-10 1,0 6 0,-1 3 0,1-3 0,1-7-9,1 5 0,0-3-15,0 1 0,0 3 0,0-5 60,1-3 0,-2-6-270,-3 5 180,-8-17-90,-19-42 90,16 6 0,-1-3 30,-3-4 0,-1-3 0,1 1 60,1-1 0,2 1 0,-6-6 0,4 1 90,6-5-180,43-1-180,-7 13-315,18 7 1,8 1-1145,-11 4 1,0 0 1336,10-3 1,1-1 0,-16 3 0,0 0 0,-1-1 0,9-5-1,1-1 1</inkml:trace>
  <inkml:trace contextRef="#ctx0" brushRef="#br0" timeOffset="25296">14756 6292 12480,'2'-11'3276,"0"-4"-3584,-2 3-2969,-1 1 3062,-19 13 0,-2 0 0,-16 5 0</inkml:trace>
  <inkml:trace contextRef="#ctx0" brushRef="#br0" timeOffset="26507">9016 6041 10051,'-9'30'450,"2"3"-390,1-3 0,0 6 0,0-3-15,1-3 0,0 2 0,0 4 0,-2 7 0,0 1 0,1-6-45,-1 2 0,0-1 30,-1 0 0,0 3 0,0-3 15,-2 6 0,1-4 0,2-6 0,1-2-45,0-2 0,2-2 90,7 14-90,4-26 0,3 0 89,19-10-3366,16-5 3162,-1 0-293,-11-3 1,5-1 407,11 0 0,1-1 0,-15 2 0,1-1 0,2 0 0,6-1 0,-1 1 0,-8 0-45,-7 0 0,-2 1 15,9-1 0,5-1 0,-6 1-60,7-1 0,-1 1-1169,-9-2 1259,-18 0 0,-1 1 0,-7 0 0</inkml:trace>
  <inkml:trace contextRef="#ctx0" brushRef="#br0" timeOffset="26933">9613 6779 10681,'13'2'719,"-1"0"-3996,6 12 1434,-8-5 3091,22 19-1698,-11-9-360,19 11 720,-20-15 792,5-1-881,-14-9 358,-3-1 1,-8 7 270,-24 9-315,2-4 0,-3 2-45,-6 6 0,-1 0-180,-1 1 0,1-1-720,5 0 1,3-2-1890,-4 6 2699,13-9 0,13-14 0,2-3 0</inkml:trace>
  <inkml:trace contextRef="#ctx0" brushRef="#br0" timeOffset="27683">10362 6701 10051,'-3'-11'1979,"1"1"-1799,-3 22 0,0 1-135,-1 10 0,0 4-45,0 1 0,0-1-45,0 1 0,0 0 0,0 1 0,0-4 45,0 4-90,2-9 90,1-7-90,11-41 90,1-6 0,1-4 0,0-4 0,-2 11 0,-1 1 0,2-10 0,-1 1 0,5-5 0,-2 9 90,8 38-90,-12 5-180,14 27 90,-15-23 0,7 12 0,-2-19 0,1 2 0,19-19 90,-15 5 0,10-10 0,0-1 0,-9 6 180,20-15-90,-28 26 180,2 24-180,-7-6-45,-3 14 0,0 1-45,-1-7-45,2 4 0,0 1-315,3-3 180,2 1-1799,14-10 630,-8-16 1349,18-5 0,-10-8 0,8-4 0</inkml:trace>
  <inkml:trace contextRef="#ctx0" brushRef="#br0" timeOffset="28091">10971 6764 10051,'-1'6'1170,"2"-3"-991,19-5-89,-2-4-90,8-5 0,-5-1 0,-4 1-90,-10-9 90,-22 10 0,-1-2 90,-15 14 90,-6 24-180,14-8 90,6 9 0,4 0-90,8-6 45,6 6 0,4 1-135,11-8 0,7 10-945,3-23 1,0-4-315,0 0 1349,1-4 0,1-2 0,-3-8 0,7-4 0</inkml:trace>
  <inkml:trace contextRef="#ctx0" brushRef="#br0" timeOffset="29016">11389 6709 11311,'-15'2'629,"2"-1"-179,-1 2-180,-6 3-90,-7 3-360,-12 9-360,5 4 270,4 0-180,13-2 91,20-7 269,2-6-180,21-7 180,-12-3-90,29-16 180,-23 6 90,12-9 90,-13 3-180,-8 8 270,0 0-270,-9 22 90,-2 0-180,-1 20-90,1-3-90,8 9 270,-1-16-270,29-5 360,9-35 0,-3 5 135,-11-12 0,-5-2-135,-12 8 0,10-18 629,-15 16-629,-11 22 0,-7 19-90,-4 6-45,2-2 0,1 1-135,-2 7 180,4-9 0,-2 4-90,7-19 90,9-11-90,5-7-89,17-21 89,-7 10 0,-1 1 0,12-13 45,-6 11 0,-2 4 45,-7 8 90,13-3 90,-15 22-90,-3 3-1,0 16 1,-8-8-90,-1 4 0,0 3-90,-1-11-89,4 10-901,7-15-719,2-5 1799,13-3 0,3-8 0,5-2 0</inkml:trace>
  <inkml:trace contextRef="#ctx0" brushRef="#br0" timeOffset="29449">12425 6655 9781,'-1'-15'1889,"-1"3"-1079,-5 2-180,-5 7-451,1 1 451,-32 19-540,11 4-180,6-3 0,1 1 0,-2 7-809,9 18-2378,37-5 1902,-8-1 1047,6-17 0,4-3-32,14 10 270,-10-8 90,-6-1 0,-6 0 270,-24 6-90,-3 6-90,-22-6-720,-3-3 181,15-9 449,-1 0 0,20-10 0,0-1 0</inkml:trace>
  <inkml:trace contextRef="#ctx0" brushRef="#br0" timeOffset="30029">12649 6656 9691,'-5'-9'2879,"0"0"-2699,-2 8 0,2 0 269,-6 20-179,0 12-180,1 1 45,-2 12 0,1 0-135,3-6-135,-4 8 0,1 0-45,5-12-269,-4 14 89,6-23 180,-1-5-270,4-11-539,0-4 809,6-13 90,0 0 0,10-16 90,4 0 0,-3 4 90,15-5-90,-17 15 90,19-4 0,-12 14-90,5 2 90,5 16-90,-16-5-90,4 28-90,-15-14-450,1 15 1,-2-16 629,10-5 0,-1-12 0,8 1 0</inkml:trace>
  <inkml:trace contextRef="#ctx0" brushRef="#br0" timeOffset="30266">13026 6967 9961,'-9'-2'1619,"3"3"-1439,0 18-270,4-7-899,-3 17 449,4-19 540,-1 11 0,2-13 0,1 1 0</inkml:trace>
  <inkml:trace contextRef="#ctx0" brushRef="#br0" timeOffset="30480">12977 6705 9961,'0'-10'990,"1"2"-990,1 1 0,4 8 0,1 2 0</inkml:trace>
  <inkml:trace contextRef="#ctx0" brushRef="#br0" timeOffset="31324">13306 6693 10051,'0'-11'2159,"-1"-2"-1889,-7 18-180,2 0 45,-7 20 0,0 10-45,-1 6 0,1 2-90,-1-2 0,1 4 0,4-9 0,0 5 0,1 0 0,1-7-45,1-3 0,2 0-45,1 4 0,1 7 0,2 0 0,0-7-45,3-4 0,2-2-90,4 20 0,4-1 0,-1-23 0,3-5-45,9-1 1,2-6 269,13-9 90,5-25 0,-26-15 89,-15 5 1,-5-2 90,-4-13-45,-5 10 0,-2 3-135,-2 0 0,-6-2-360,12 21 180,5 4-180,12-1 0,7 0-269,21-19 449,-12 7-90,1-4 0,0-3 0,2-11 135,-5 6 0,-2-2 135,-5 7 0,-3 2-45,-2 4 0,0 1 180,-2-4 0,-1 4-135,-3 6 539,4-17-539,-5 40 0,-1-5 0,-2 28 0,-4 12 0,0-2-30,0 0 0,0 9 0,0-6-60,2-9 0,1 0-30,0 2 0,0 4 0,1-3-60,1-5 0,2-2-360,6 18-269,2-20-540,2-17 1259,8-17 0,-3-10 0,5-10 0</inkml:trace>
  <inkml:trace contextRef="#ctx0" brushRef="#br0" timeOffset="31541">13509 6965 9332,'17'-3'989,"7"-1"-2248,8-3 0,3 0 712,-7 1 1,0-1 0,3 0 0,-2 0 0,17-4 0</inkml:trace>
  <inkml:trace contextRef="#ctx0" brushRef="#br0" timeOffset="40683">15904 3539 6903,'8'-6'720,"1"-1"-630,-3 4 269,11-5-269,-7 5 360,25 4-180,-16 9-90,5 10 0,0 6-90,-11-3 0,-2 2-45,5 13 0,-2 3 0,-7 4 0,-3 1-16,-2-13 1,0 0 0,-1 4 15,-1-2 0,1 3 0,-2 2 0,1 0-865,-1 9 1,-1 1 0,0 1 0,0-3 810,1 1 1,-1-2 0,1 3 44,0-8 0,-1 6 0,1-1 0,0-3 0,0-7-36,2-1 0,0-3 0,-1 4 0,0 3 0,3-3 0,6 6 0,5-6 0,-1-11 0,4 0 45,5 10 0,5-5-45,8-19 0,1-9 135,-8-6 0,0-4-90,-1 0 0,-3-4 135,-3-11 90,-30 11-90,-21 10-135,1 9 0,-3 9 44,2 8 1,-1 7 0,1 1-60,3-3 0,1 2 0,1 4 15,2 3 0,1 6 0,2 1 0,4 0-102,5-4 1,4 0 0,1 1 0,1-2 56,-2 6 0,1-1 0,4 4 18,4-4 0,5 5 0,1 2 0,0-4 0,0-7-18,3 6 0,1 1 0,-2-13 0,2 7 0,2 2 0,-1 1 0,0-3 0,-2-7 0,1 0 0,-2-5 0,2 2 0,0 3 0,1 3 0,0 0 0,-2-3 30,-1 2 0,-2-3 0,-2-1-932,-1 11 0,-4-1 1036,-1 2 1,-4-2-371,-4-7 0,-7-2 460,-12 3 1,-4-1 362,8-9 1,-1 0-558,-1-2 0,-2 1 0,1-2-155,3-1 1,0-2-146,-1 2 0,1-2-1439,-8 5-989,12-13 2861,1-13 1,7-11 0,-4-8-1</inkml:trace>
  <inkml:trace contextRef="#ctx0" brushRef="#br0" timeOffset="89587">6117 9216 6813,'-5'-8'630,"0"0"-91,2 0-89,1 2-90,0-3-270,6 5 90,0 2 0,22 3 0,0-2-180,24 1 90,-9-1-45,-3-1 0,5 0-1138,-3-1 1,4 0 0,0 0 1083,-6 0 1,0 0-1,4 0 9,3 0 0,5 0 0,3 0 0,-3 0 0,-8 0-707,7 0 0,-1 1 707,-5 0 0,9 0 0,1 0 0,-2 1 0,-9 0-490,1 1 0,-1 0 490,-1 1 0,7 0 0,1 1 0,-3 0-452,-3 0 0,-3 1 1,0 0 451,2 0 0,-1 1 0,-2-1 491,9 2 1,-1-1-492,-7-1 0,1-1 0,-4 1 0,-9-1 0,0-1 396,10 1 0,6 0 1,-2 0-397,1-1 0,-1 0 29,-9 0 1,1 0 0,4-1-30,7 1 0,6 1 0,-1-1 0,-5 0 561,3-1 1,1 1-540,-7 0 1,5 0 0,-1 0-1,-6 0-22,-2 1 0,1-1 0,-3 0 0,5 0 0,1 0 0,-2 0 0,2 0 0,-2 0 0,2 0 0,5 1 0,2-1 0,0 0 780,-11-1 1,1 1 0,-1 0 0,1-1-736,0 1 0,1 0 0,0 0 0,1 0-23,0 0 1,0-1-1,1 1 1,0 0-1,0 0 1,0-1-1,0 1 1,-1 0-1,-1 0 1,1 0-1,-3 0 1,-2 0-23,12 0 0,2 0 18,-12 0 0,5 1 0,3-1 0,-2 0 0,-6 0-795,10 0 1,-1 0 776,-8 0 0,5 0 0,1 0 0,-3 0 30,4 0 0,-2 0 0,-1-1 0,-8 1 0,-2-1 0,2 0-30,4 1 0,2-2 0,-1 1 20,2 0 0,1 1 0,-2-2-20,6 0 0,3 0 0,-12 1 0,5-1 0,0 0 0,-2 0 0,5 0 0,-1-1 0,-1 1 0,1-1 0,0 1 0,0 0 0,-4-1 0,-1 1 0,0 0 0,1 0 0,-1 1 0,-4-1 0,0 0 0,1 0 0,-2 1 0,6-1 0,0 1 0,-1-1 0,5 1 0,-2 0 0,0-1 0,-2 1 0,0-1 0,0 1 0,-1-1 0,-1 1 0,0 0 0,1 0 0,1-1 0,1 0-111,-1 1 1,2-1 0,1 0 0,-1 1 110,0-1 0,-1 1 0,2-1 0,0 0 0,0 0 0,1 0 0,0 0 0,0 0 0,-2 0 0,1 0 0,-1 1 0,-2-1 0,-1 0 0,5 0 0,-2 0 0,1 0 0,-2 0 0,2 1 0,0-1 0,-5 0 45,8 1 0,-2 0-45,-10 0 0,2-1 0,1 0 60,7 0 0,2 1 0,0-1-38,-9 0 1,1 0-1,-1-1 1,-2 1-23,3 0 0,-2 0 0,4-1 18,0 1 0,6-1 0,0 1 0,-1-1 0,-8 1-18,7-1 0,0 1 0,-8 0 0,5 1 0,4-1 0,-2 0 0,-3 1 30,8-1 0,-3 0 0,-1 1-30,3 0 0,-1 0 0,0-1 0,-4 1 0,0-1 0,0 1 30,3-1 0,0 0 0,-4 1-30,-1-1 0,1 0 0,-7 0 0,6 0 0,2 0 0,0 0 0,-4-1 30,9 0 0,-2-1 0,1 0-30,-4 1 0,1 1 0,0 0 0,1-1 90,3 0 0,1-1 0,-2 0 0,-7 0 45,1 2 0,-4-1-46,-1 0 1,1 0 0,-5 0 2744,13-3-2834,-18 2-142,8-1 142,-23 4 0,1-1 0,-7 1 0</inkml:trace>
  <inkml:trace contextRef="#ctx0" brushRef="#br0" timeOffset="90687">14759 9404 10231,'-2'-9'1169,"0"0"-539,0 4 360,-1 0-361,-3 31-449,4 11 0,-1 8-120,0-3 0,-2 2 0,1 1-90,1 0 0,2 1 0,-1-3 30,-1-6 0,0-2 0,1-3 0,1 0 0,1-6 0,1-6 180,21 4-90,24-29-45,-16 2 0,6-1-23,1 0 1,6-2-1,4 0 1,-1 2-68,2 1 0,2 1 0,0 0 0,0 1-606,-1-1 1,-1 0 0,1 0-1,-2 1 538,1 1 1,1 1 0,-3 1 0,-6 0-649,-4 0 1,-5 1 400,-3-2 0,-3 0-1799,3-1 2159,-18-3 0,-5-3 0,-5-1 0</inkml:trace>
  <inkml:trace contextRef="#ctx0" brushRef="#br0" timeOffset="91090">15637 9794 10951,'-3'-15'2518,"6"5"-2068,14 13-90,12 8-270,-4 0 0,8 7 0,1 1-90,-6-2-135,11 6 0,0 0-45,-12-5 90,10 5-180,-10-3 90,-19-6 90,0 5 90,-22-2 0,-14 1 0,-3-1 0,-6 5-240,6-2 0,-5 4 1,7-2-3038,0 14 3248,5-12 1,5 1 0,19 2 0,11-10 0</inkml:trace>
  <inkml:trace contextRef="#ctx0" brushRef="#br0" timeOffset="91454">16892 9864 10861,'-4'-12'809,"0"-1"1,1 3-270,2 0 89,-2 2-269,-1 31-270,1-10 0,-4 27 0,0 7-90,3-21 0,0 1-90,-2 16 0,0 2-315,3-8 0,1-2-719,2-8 0,2-2 1124,0 16 0,7-22 0,-1-21 0</inkml:trace>
  <inkml:trace contextRef="#ctx0" brushRef="#br0" timeOffset="91833">16725 9859 10591,'-17'-18'2249,"3"-2"-1800,18 11-359,0 0 450,28 0-450,-13 8 45,22 5 0,5 3-135,-19 1 0,1 3-30,4 0 0,3 2 0,-1 4-150,-4 3 0,-2 4 0,-2-2 135,1 0 0,-3 3-135,-5 3 0,-1 4 1,-5-5 179,-8 3-135,-15 10 0,-8-1 45,-17-5 135,5-7 0,-3 0 0,-1-10 0,-1-2-405,5-3 0,1-1 135,4-1 0,2-2 225,-6 2 0,24-8 0,0-1 0</inkml:trace>
  <inkml:trace contextRef="#ctx0" brushRef="#br0" timeOffset="92890">17521 9969 9871,'3'-15'90,"-1"6"990,1-12-810,-1 14 1978,4-16-1348,-5 14-451,-5 24-269,-8 15 0,-1 4-180,4-6 0,-1 1 30,-4 8 0,-2 5 0,3-6-30,-2 9 0,2-10 0,2-1 0,3 7-90,12-14 90,5-6 0,28-17 0,-4-10 0,-2-1 0,1 0-180,8-3 90,3 1-179,-20 5-1620,13 4-1388,-8 1 3039,10 0 0,-14 0 1,-9-3-1</inkml:trace>
  <inkml:trace contextRef="#ctx0" brushRef="#br0" timeOffset="93538">18091 9740 9422,'-34'-31'179,"13"12"1,-4 0 135,-15-5 0,-4 1-225,16 7 0,-1 2 0,-3-2-910,-7-2 1,-5-2 0,0 0 0,4 3 354,7 3 0,2 2 1,-6 0 599,-3 0 0,-9 0 0,-4-1 0,-1 1 0,4 1 0,8 2 205,1 1 0,6 2 1,-6-1-311,2 1 0,-6-2 0,-3 0 0,-1 1 0,1 3 0,5 3 37,-4 6 0,2 4 1,2 2-1,1 1-45,2-1 1,1 1 0,0 2-1,-1 3-228,-1 5 1,-3 5-1,1 2 1,3 0-1,5-1 206,0 3 0,6-1 0,3 7 36,4 1 0,0 7 0,3 2 0,2 0 0,4-5-123,3 3 1,4-3 0,2 5 86,1-2 0,-1 4 0,3 3 0,1 0 0,3-4 299,4-6 1,2-2-1,2-1 1,1 0-1,1 0-299,0 0 0,1 0 0,1 0 0,1-1 0,3-2-320,1 1 1,2-1 0,2-1 0,0-2-1,2-2 297,5 2 1,0-3 0,3-2-1,4-1 38,-2-5 0,5-1 0,3-1 0,0-1 0,-1-1 0,-1-1 289,-2-1 0,-1-2 1,-1-1-1,1 0 1,1-1-287,4 2 0,0 0 0,2-1 0,0-2 0,3-4 10,-2-4 0,3-3 1,1-2-1,0-2 1,0-2-1,-3-1 32,-6-1 0,-2-3 0,-1-1 0,0 0 0,2-1 0,0 0-48,3 2 1,1-1 0,1 1 0,1-1 0,-1-1 0,-2-1 0,-2-2 17,0-2 0,-1-1 0,-2-2 0,-1 0 0,-1-3 0,-2-2-74,0-2 1,-2-3-1,-1-2 1,-1 0-1,-2-1 1,-1 2 65,5-6 1,-2 2-1,-3-3 1,0-3-23,-6 1 0,1-4 0,-1-2 0,-2-1 0,-3 3 0,-4 5 0,-1-7 0,-6 5 0,-8-3-18,-6 2 0,-7-4 0,-5-2 0,-3 4 0,-3 4 18,-5 5 0,-5 5 0,-3 3 0,-6-3-12,11 6 1,-3 0 0,-3-2 0,-1 1 0,-2-1-1,-1 1 1,0 2 0,1 2-57,0 2 1,-1 1 0,-1 1-1,-1 2 1,1 0 0,-1 0-1,2 1 1,-1-1 41,0-1 0,0 0 1,1 1-1,-1 0 0,0 0 1,-1 3-1,-2 0-333,2 4 0,-2 1 0,-2 1 0,-1 0 0,0 2 0,2 0 0,2 1 0,3 1 0,6 1 44,-6 0 0,7 1 1,0 2-1,-4 2 315,0 0 0,-6 1 0,-2 0 0,-1 2 0,2 1 0,5 1 0,6 1 0,-2 6 0,6 3 0,0 1 0,-3 0 0,1 1 0,0 0 0,-1-1 0</inkml:trace>
  <inkml:trace contextRef="#ctx0" brushRef="#br0" timeOffset="123115">13337 4038 9242,'-2'-12'1709,"-1"-1"-810,3 5-809,1 25-270,4 5-90,17 13 270,8-20 0,9-16-45,1-14 0,7-9-68,-11 4 1,3-2 0,2-3 0,-1 2-708,-1 0 1,0 1 0,0 0 0,0-1 670,-1 0 0,1-1 0,-3 2 0,-3 2 1,6-5-1,-11 8 0,-20 14 0</inkml:trace>
  <inkml:trace contextRef="#ctx0" brushRef="#br0" timeOffset="123742">13035 5629 9332,'7'-4'899,"2"-1"-629,-2 1-90,1 1-90,0 2 0,-3 4-90,0 3-270,-3 11-360,-1 6 450,1-4-269,5 2 179,13-22 180,16-10 30,-7-5 0,4-6 0,1-2-760,-4 2 1,1-1 0,1-1 0,0-1 677,0 0 1,1 0 0,0-1 0,0 0 28,0-1 1,2-1 0,-2 2-1,-3 2-562,5-5 1,-4 5 674,-5 4 0,-4 2 0,4-2 0,-16 11 0</inkml:trace>
  <inkml:trace contextRef="#ctx0" brushRef="#br0" timeOffset="124477">14353 6191 8072,'-9'3'1709,"2"2"-1619,7 3 0,1 7-90,-1-7-180,4 11 90,3-9 1,4 0-1,23-11-1003,-3-11 1,5-7 0,-2 1 989,0 2 1,1-1 48,-4-1 0,6-4 0,1-1 0,-1 0 0,-6 3-36,6-4 0,-2 0 0,-2 2 0,2-1 0,-2 1-765,1-2 1,-5 4 854,-6 3 0,11-10 0,-26 19 0</inkml:trace>
  <inkml:trace contextRef="#ctx0" brushRef="#br0" timeOffset="125595">9668 6632 9422,'8'5'2248,"-2"5"-2158,2 12-90,-3 1 90,-1-6-180,-1-3 90,2-2 0,2-9-180,15-15 0,5-6 91,6-4-1,-2-2 0,6-6-675,-6 3 0,5-4 1,0-1-1,-5 4-874,3-1 1,-1 0 1505,-1 1 0,5-5 1,-1 1-1,-5 5 0,0 0 1,-4 3-1,3-3 1,0 1-1</inkml:trace>
  <inkml:trace contextRef="#ctx0" brushRef="#br0" timeOffset="129211">19422 3305 7353,'-7'-7'1259,"-1"-2"-809,3 4 449,-4-4-269,6 6-180,-1-4-270,11 3-1,6 0 1,23 0-90,10-1-180,-21 2 0,1 1-315,8-1 1,0 0-316,9 0-270,-13 1 1,-3 2 989,2 1 0,1 2 0,-10 0 0</inkml:trace>
  <inkml:trace contextRef="#ctx0" brushRef="#br0" timeOffset="129494">19647 3316 9691,'-1'10'180,"0"0"0,2 5-90,-2 7 0,1 7 0,0 1 0,-1 9-90,0-5 0,2 1-135,-2-9 0,2 0-225,-1 3 1,1 1-451,0-1 1,0-1 809,1 15 0,-1-14 0,0-5 0</inkml:trace>
  <inkml:trace contextRef="#ctx0" brushRef="#br0" timeOffset="129721">19438 3930 8882,'-13'3'1259,"0"0"-989,17 2 0,3-3 0,26-1-270,3-7-270,2-2 0,3-3-315,-8 3 1,1-1 584,-1 0 0,3-2 0,-4 1 0,-2 1 0,-1 0 0,2-1 0,0-1 0</inkml:trace>
  <inkml:trace contextRef="#ctx0" brushRef="#br0" timeOffset="130258">20048 3696 9152,'-6'-15'1349,"0"3"-629,4 3-720,-2 23 0,1-1-180,-4 26-90,-3 0 180,3-10 0,-1 1 0,2-12-90,4-8 180,6-8 0,8-19 0,9-11 0,-5 8 0,0 0 0,6-4 90,8 0-90,-15 22 90,5 24-180,-12 6 0,-2 4 45,1-7 0,-1 2-45,0 12 0,-1-1 0,-1-10-269,11 8-91,-1-24 450,9-12 0,4-5 0,7-7 0,-6-3 0,1 0 0</inkml:trace>
  <inkml:trace contextRef="#ctx0" brushRef="#br0" timeOffset="130599">20443 3294 8432,'-6'-17'2968,"3"7"-2518,-3 22-180,1 25-150,1-4 0,-1 8 0,-1 0-30,0 3 0,0 1 0,1-1-90,-1-4 0,0-1 0,1 2-180,-1 8 0,1 1 0,5-6-675,5-14 1,2-3-181,-3 8 1,3-3 1034,17-9 0,-5-29 0,2-5 0</inkml:trace>
  <inkml:trace contextRef="#ctx0" brushRef="#br0" timeOffset="130834">20463 3696 9512,'7'2'1439,"4"-4"-1574,17-5 0,7-3-1170,-5 0 1,1-1 1304,4 0 0,-1 0 0,-8 2 0,-4 2 0,0 2 0</inkml:trace>
  <inkml:trace contextRef="#ctx0" brushRef="#br0" timeOffset="131667">20804 3816 9691,'-1'9'2339,"4"-4"-1889,16-8-90,7-8-180,5-3-180,-2-12-90,-17 9 0,-1-3-180,-19 0 180,-3 13 0,-14-3 0,1 19 0,0 5 90,-3 2-90,0 13 0,4 3 0,15 2 45,2-7 0,3 1 0,9-2 0,7-3 0,6-5 0,5-4 45,7 0 0,2-6 0,3-6 0,2-7-30,0-12 0,4-8 0,-5 1-1097,-1 0 0,-2-2 1127,-4 2 0,2 0 0,-5 0 0,-6 0 0,-4 2 152,4-11 208,0-1-270,-23 29-180,-11 31 0,-10 18 45,12-19 0,0 2-45,0 1 0,2-2 0,-1 0 0,1 0 0,1-3 0,5-11 2246,14-11-2156,-1-10 0,15-20 0,4-4 37,-1 0-37,-7 7 0,4-4 0,-2 3 0,-4 6 0,0 3 44,1-5 1,1 5 45,14 8 0,-13 45-90,-4-6-45,-9 6 0,-4 2-134,3 10 89,-2-2-405,5-19 0,1-5 225,-1-10-539,21 4-1350,-7-25 2159,4-4 0,7-9 0,-3 0 0</inkml:trace>
  <inkml:trace contextRef="#ctx0" brushRef="#br0" timeOffset="132075">22088 3585 10141,'-12'-6'2519,"-1"3"-1980,-10 6 181,-20 12-630,17-5 45,-1 3 0,1 0-135,8-1 0,-8 8-90,10 1-90,6-2-450,7 23 271,15-14-1,18 12 90,-1-18 0,3-2-1068,-11-5 1,1 0 1292,5 2 0,-2 0-44,-4 3 89,-13-2 89,-6 2 91,-25 13-360,-16-3-1459,13-12 1,0 0 1312,-11 5 0,15-9 0,18-12 0</inkml:trace>
  <inkml:trace contextRef="#ctx0" brushRef="#br0" timeOffset="132337">22412 3811 9871,'-5'-13'1889,"0"0"-989,1 4-720,-3 8 90,0 11-181,-2 12-1728,4 4 1,1 2-325,-1 2 1583,2-2 0,2 0 380,5-4 0,2 3 0,2-6 0</inkml:trace>
  <inkml:trace contextRef="#ctx0" brushRef="#br0" timeOffset="132567">22373 3413 10321,'-7'-22'1979,"3"4"-1619,-1-3-630,3 5-989,2 7 1259,1 1 0,5 8 0,1 2 0</inkml:trace>
  <inkml:trace contextRef="#ctx0" brushRef="#br0" timeOffset="132908">22678 3259 10681,'7'-23'2249,"-2"4"-1170,-2 10-449,-3 37-450,-4 12-121,0-7 1,-2 6 0,1 0-60,0-6 0,0-1 0,0 3-1093,-2 12 1,0 2 0,0-2 335,0 3 0,2-1 534,2-8 0,1 1 0,2-5-902,3-3 1,2-3 269,-1-1 1,2-4 854,13-9 0,-7-18 0,4-3 0</inkml:trace>
  <inkml:trace contextRef="#ctx0" brushRef="#br0" timeOffset="133134">22674 3726 11400,'7'-10'810,"12"-3"-900,15 0-1394,-5 1 0,2 1 1484,-7 2 0,0 1 0,5-2 0,-3 0 0,6-2 0</inkml:trace>
  <inkml:trace contextRef="#ctx0" brushRef="#br0" timeOffset="133742">22991 3634 10861,'-8'-4'1979,"-1"12"-1889,4-1-360,-1 30-270,6-10 0,1 12-449,11-3 809,-3-19-360,23-1 450,-17-16-1471,15-12 0,0-5 1741,-8 1-109,7-7 1,-1-1 288,-7 3-1,1-2-179,-7 18 0,-11 17-30,-5 19 0,-5 14 0,1-3-791,2 2 1,-1 1 640,0-8 0,-1 5 0,0 0 0,1-2-30,2 4 0,2-2 0,-1-3-15,1-2 0,0 0 1196,1 7 1,0-4-1422,-2-11 535,-12-27-265,3-4 90,-18-30-45,13 8 0,0-1 45,0-4 0,1 0-90,3 0 0,2 1 0,4-13-180,23 15 0,7 3-1203,14-7 573,-11 10 0,3-2 1,-2 3 949,-3 4 1,0 3-141,6-4 0,-1 2 0,10-4 0,1 1 0</inkml:trace>
  <inkml:trace contextRef="#ctx0" brushRef="#br0" timeOffset="133928">23910 3798 12750,'9'0'719,"-2"2"-3237,1 2-759,-5 1 3106,-4 2 1,-11-2 0,-4 1 0</inkml:trace>
  <inkml:trace contextRef="#ctx0" brushRef="#br0" timeOffset="135021">20357 4988 11311,'3'-11'1799,"1"1"-1440,8 31-449,-1 9-45,-2-2 1,0 3-1,-3-4 0,-1-1-180,2 8 0,-1-3 225,1 2-180,5 8 180,-3-30 0,17-7 90,-10-8 0,10-11 90,-9-3 0,0-4 0,10-18-45,-11 18 0,0 0-45,7-12 0,-11 23-90,0 1-180,22-1 180,-10 4 90,16-2 270,-10-1-180,-13 5 90,1-1-90,-10 7 180,-3 27-270,-6 13-45,-1-15 0,0 1-45,-2 2 0,0-1-90,2 5 0,1-5-1439,13-4-360,-1-18 1979,10 0 0,-4-18 0,-1-4 0</inkml:trace>
  <inkml:trace contextRef="#ctx0" brushRef="#br0" timeOffset="135234">20819 4767 9691,'-11'-6'1350,"1"1"-3149,15 8 1799,8 6 0,2 2 0,3 5 0</inkml:trace>
  <inkml:trace contextRef="#ctx0" brushRef="#br0" timeOffset="135678">21164 5082 11041,'-4'-17'2698,"-6"8"-2428,-17 13-270,6 3-180,-18 20 0,25-15-719,-7 30 539,24-26-360,18 20 1,22-10 629,-10-7-180,-8 2 0,-6 2 270,-15-2-45,-5 5 0,-5 2-315,-21 9-269,-3-1-2648,3-8 2686,17-19 0,4-2 0,5-6 0</inkml:trace>
  <inkml:trace contextRef="#ctx0" brushRef="#br0" timeOffset="135949">21534 5294 9422,'-3'-15'3276,"2"3"-2145,-7 20-1041,4 3-270,-8 34-1799,6 0 1260,2-7 719,7 0 0,2-27 0,3 4 0</inkml:trace>
  <inkml:trace contextRef="#ctx0" brushRef="#br0" timeOffset="136199">21473 4791 10951,'-10'-19'1529,"2"3"-810,6 12-269,0-2-450,1 1 0,4 6 0,1 3 0</inkml:trace>
  <inkml:trace contextRef="#ctx0" brushRef="#br0" timeOffset="136750">21805 4788 11400,'6'-14'1440,"0"3"-901,-2 6-269,3 31-270,-5-9 0,0 20 0,-3 8-90,-2-6 0,-1 0 0,-1 8 0,0 3-30,0-13 0,-1 0 1,1-5 74,1-5 0,0-3 0,-1 9 0,0-5-45,3-13 90,1 2 0,11-17 0,2-8-90,21-19-180,8 1 180,1 2-270,6 17 0,-16 21 181,-6 10-1,-9 13 180,-15-7 269,-16 9 91,-17-14-270,0-5-180,-7-11-719,4-15-361,12-2 1170,-1-9 0,16-1 0,4-4 0</inkml:trace>
  <inkml:trace contextRef="#ctx0" brushRef="#br0" timeOffset="137067">22197 4895 9108,'-3'-25'2968,"1"12"-581,0-11-1848,-1 60-494,-3 0 0,0 5-105,2-9 0,1 2 0,-1 1-60,-1 4 0,-1 2 1,2-1-353,1-4 0,0-2 1,2-2-114,0 1 0,1-2-1054,3 5 1,2-4 1580,8-9 0,5-7 1,1-9-1</inkml:trace>
  <inkml:trace contextRef="#ctx0" brushRef="#br0" timeOffset="137475">22410 5310 14998,'9'-6'540,"3"1"-720,6 2-180,6-6-359,8-10 449,-8-2-360,-6-15 540,-13 17-179,-17-10 269,-3 27 90,-19 5-90,8 11 134,-1 10 1,2 4-135,3-1 90,2 5 0,5 2 90,21 9-180,6-1-180,19-4-315,-7-28 1,2-3-91,-2-2 0,3-3-1054,19-3 1,0-5 1228,-16 1 0,0-2 1,1-2-1,3-2 1,-2-1-1,2-4 0,1 1 1</inkml:trace>
  <inkml:trace contextRef="#ctx0" brushRef="#br0" timeOffset="138121">23335 5116 10321,'-1'-12'1349,"1"1"-629,0 4 0,0 1-271,-1 1-179,-10 4 0,-11 10-270,-8 10-90,7-2-450,2 15 450,19-20-179,4 14-91,11-13 0,13 7 180,-5-6-90,19 13 90,-22-11 180,-5 5 0,-5 4 270,-29 18-270,11-20 0,-4-1-270,-6-2 0,-2-3-89,2-4 359,3-5 0,14-6 0,-1 0 0</inkml:trace>
  <inkml:trace contextRef="#ctx0" brushRef="#br0" timeOffset="138638">23606 5193 9961,'-9'-15'2789,"1"3"-2070,4 5-449,2 14-90,0 9-90,2 2 0,-2 15 0,0-11 0,0 10-90,-1-7 0,0 2 90,-2 15-90,2-13 0,-3 13 0,1-22 0,-1 9 0,-1 5-90,-1-4 0,0 2-90,-3 15 0,-2-1-1459,3-9 1,0-4 444,-3 8 834,4-14-2917,4-14 3241,2-4 1,-1 0 0,3-7 0</inkml:trace>
  <inkml:trace contextRef="#ctx0" brushRef="#br0" timeOffset="138974">23584 5142 10051,'-7'-19'1260,"4"5"-811,13 7-359,-1 4 90,24 4-270,-11 5-90,13 5-539,-11 14 359,-12-2 180,-8 10 0,-15-7 90,-13 3 0,-1-6-270,-7-1 360,10-10 0,8-6 0,6-2 0</inkml:trace>
  <inkml:trace contextRef="#ctx0" brushRef="#br0" timeOffset="139422">23944 5262 12390,'10'-4'1259,"4"0"-719,11-6-720,5-8-180,1-7 180,-11-2-90,-15 1-89,-9 2-1,-24 12 360,9 7 0,-11 24 0,1 10 0,11-3-60,6 4 0,0 7 0,7-4-30,16 11-720,9-5 1,6-4-1260,13-11 2069,-10-16 0,1-5 0,4-12 0,0-4 0</inkml:trace>
  <inkml:trace contextRef="#ctx0" brushRef="#br0" timeOffset="139744">24349 5234 10591,'-4'-9'2608,"0"0"-2338,-3 7 270,-7 5-360,0 3-90,-3 4 270,-7 13-270,5 0-90,-10 15-270,11 2 0,11 1-180,12 0 270,6-16-1259,25-4 989,-19-17 450,12-3 0,1-3 0,2-7 0,-5 0 0,0 1 0</inkml:trace>
  <inkml:trace contextRef="#ctx0" brushRef="#br0" timeOffset="140082">24591 4968 10411,'-6'-20'1979,"-1"21"-1799,-2 24 0,1 14-150,2-2 0,0 5 0,0 1-270,1 4 0,0 1 0,2-1-60,-1-5 0,1-1 1,3-4-961,3 1 1,4-8 1259,2-9 0,0-9 0,-1-8 0</inkml:trace>
  <inkml:trace contextRef="#ctx0" brushRef="#br0" timeOffset="140311">24489 5317 9691,'3'-8'450,"-2"3"-450,14-2-180,-1 3-2788,29-1 2968,-17 1 0,1 1 0,-1-1 0,1 1 0</inkml:trace>
  <inkml:trace contextRef="#ctx0" brushRef="#br0" timeOffset="140925">24581 5602 9961,'14'-6'900,"-4"3"-720,-1-7 179,4-2-179,9-12-360,7-8 45,-9 6 1,-1 0 134,4-6-90,-7 5 0,-2 2 0,-8 8 0,2-10 0,-13 18 90,-2 5-180,-4 6 90,16 6 90,-2-3-180,24 2 180,-14-7 0,23 3 180,-20 10-90,3-3 0,-17 22 0,-17 11-90,6-9-90,-5 8-90,10-23-899,4 7 539,1-8 540,8 5 0,-2-20 0,5 1 0</inkml:trace>
  <inkml:trace contextRef="#ctx0" brushRef="#br0" timeOffset="141944">24993 5472 10141,'-6'-3'2069,"1"4"-1979,-6 18-360,-1 9-90,5-6-269,-1 9 359,7-17-540,4 5 451,0-13-91,12 1 360,-4-10 0,14-12 540,-1-20-1,0 0-359,-7 0 90,-9 16 0,-5 10 360,1-6-360,-1 3-180,1-2-90,-1 5-90,3 4 90,2 0 0,10-1 90,-4 1 0,5-3 0,-8 4 90,2 2-90,-8 5 90,-9 26-180,-5-4 0,-9 20-90,1-4 90,4-11 90,1 2 90,4-15 0,12-26-180,10-12 90,0-6 0,4-2-3277,-2 11 2712,-10 10 565,9-2-90,-10 18 0,0 7 180,-2 2 270,0 2-180,14-21-90,-7 4 3186,12-15-3070,2-2-206,-9 9 180,9 7 0,-25 28-270,-2 2 0,1 3-1215,-1 4 1,3 1 757,1-4 1,4-1 0,4-6 0,4-5 0,14 3 0</inkml:trace>
  <inkml:trace contextRef="#ctx0" brushRef="#br0" timeOffset="144157">1343 10477 7803,'5'-8'359,"0"2"-89,-1 3 90,1 0 629,11 16-719,-10 13 0,-2 4-180,8 15-30,-10-9 0,-3 5 0,0-4-60,1-12 0,-1 1-90,-1 15 0,0 6 0,1-5-135,0-12 0,0-1-735,0 8 1,0 3 0,1-6 959,-2 1 0,0 10 0,-1-31 0</inkml:trace>
  <inkml:trace contextRef="#ctx0" brushRef="#br0" timeOffset="144704">1216 10679 8702,'4'-20'1259,"22"-8"-1079,11 3 0,6 5 0,3 2-1819,-12 6 1,0 2 536,4-1 1,0 2 1108,-3 6 0,-3 4-97,2 5 1101,10 4-1101,-34 13 1,-10 6 89,-8-1 0,-8 2-30,-7 10 0,-6 5 0,1-5-287,2-5 0,0-2 317,-2-5 0,-2 1 0,16-13 2373,18-15-2373,17-11-90,22-13 90,-12 7-90,15 5 90,-30 30 0,6-2 0,-13 16 0,0 7 0,2-5 0,5 2-998,13 4 0,1-1 863,-9-5 0,3-3-1241,15-7 0,0-11 1376,3-18 0,-14 1 0,0-2 0,-4-3 0,0 0 0</inkml:trace>
  <inkml:trace contextRef="#ctx0" brushRef="#br0" timeOffset="145211">2240 10956 9242,'-19'-28'2518,"2"6"-1708,-12-5-630,12 16 179,-9 9 1,-2 4-270,3 6-90,-8 8 0,-1 5-180,15 0 0,3 0 90,-2-1 1,1 2-226,4 4 0,5 0-135,5-1-359,12 15 629,-1-23 90,9 0-450,15-30 450,-16 6 0,6-5 0,-1-2 90,-3-2-90,9-6 180,-8 7 0,-4 5 270,11 19-270,-16-1 90,20 20-90,-14-10 0,18 12-180,-8-15-1549,6-9 1,0-3 1519,-2-4 1,-1-3 0,0-1 0,-6-3 0</inkml:trace>
  <inkml:trace contextRef="#ctx0" brushRef="#br0" timeOffset="145792">2650 10996 9602,'-2'-14'2248,"-2"-8"-1888,1 13 899,-13-17-719,4 15 0,-17-7-91,-12 17-449,3 7-45,14 2 0,0 6-270,4 6 1,2 3-226,-5 14-45,13-8 1,4-1 134,11-1 0,9 1-89,20-24 269,-3-12 180,8-9 0,-17 1 0,0-5 30,0-4 0,2-4 0,-1-3 0,3-7 0,0-4 0,-1 0-9,-6 10 1,1-1-1,-1 0 1,-3-1 113,-1-3 0,-2-2 0,-3 0 0,-1 3 45,-5-1 0,-2 3 0,0 1-45,0-9 0,-2 3 90,-4-1 0,-2 17 44,-4 55-89,2 2-90,4-4 0,1 6 0,1 2-120,0 10 0,0 2 1,0-3-822,1-1 0,0-1 806,1-4 0,1 5 0,0-1 0,1-9-44,3 11-91,0-3 0,6-3-2249,19-14 2374,-10-9 0,21-8 0,-15-13 0</inkml:trace>
  <inkml:trace contextRef="#ctx0" brushRef="#br0" timeOffset="146604">3320 10788 8972,'-12'-10'1889,"-4"0"-1170,-5 0-359,-3 3 180,-19 14-540,20 8 0,1 3-135,0-1 0,2 1-180,0 10 0,5 1-314,6 10-181,12 0 630,8-18-179,32-29 628,-7-20-224,-16 13 0,0-1 135,7-18 270,-14 17-360,-2 10 90,-1 17-180,-7 4-180,2 29-90,1-11 90,5-8 0,2-1 90,3 4 0,10-17 0,1-7 90,-4-9 0,8-8 0,1-5 0,-12-2 0,-2-2 45,1 1 0,0-1 90,-1-19 0,-6-1 135,-10-5-225,0 17 0,-2 1 225,-14-2-360,5 29-180,13 0 180,6 8-45,16-7 0,3-3 45,-2 0 0,4-1 0,-1 2 270,-10 6 180,2 17-90,-21 9 45,-9 18 0,-3 4-360,5-13 0,1 0-450,-4 9 0,6-4 495,15 0 0,10-34 0,6-7 0</inkml:trace>
  <inkml:trace contextRef="#ctx0" brushRef="#br0" timeOffset="146800">4275 10848 12930,'2'-9'2968,"3"-4"-6245,-3 7 2457,-11 8 1,-7 7 0,-14 12 0</inkml:trace>
  <inkml:trace contextRef="#ctx0" brushRef="#br1" timeOffset="148511">1496 12198 10248,'-7'-15'65,"3"2"459,4-5 68,2 5 277,4-8-285,3 2-138,-3 4-207,4 3-80,1 17 4,5 19-240,-2 20-1016,-11-9 1,-3 5 0,-1-3 927,1 0 1,-3 3 178,-4-6 0,-2 6 1,-2 2-1,-1 0 1,1-4-918,-2 6 1,0-2-1,0 0 897,-3 4 0,-1 1 0,3-2-603,5-5 1,3-2-1,4-9 598,6-8-462,24 19 152,-2-31 490,16-8 0,4-3-696,-1-2-912,3-7 1,-3-1 1905,-19 3 1,15-8-1,-19 6 1</inkml:trace>
  <inkml:trace contextRef="#ctx0" brushRef="#br0" timeOffset="148808">1957 12675 8882,'-5'-21'1349,"3"8"-398,-2-4-746,9 28-24,-3-4-130,3 18 1,0 4-40,-3-2-1651,1 13 1,0 1 430,-2-12-431,2 5 1,-1-1 1152,-1-15 1,3 13 0,-3-19 0</inkml:trace>
  <inkml:trace contextRef="#ctx0" brushRef="#br0" timeOffset="149041">1957 12395 9422,'-9'-28'963,"3"10"-401,0-6-460,4 17-3379,0-4 3160,5 14 0,1 1 0,3 9 0</inkml:trace>
  <inkml:trace contextRef="#ctx0" brushRef="#br0" timeOffset="149632">2419 12848 9152,'2'-9'899,"-3"-2"91,-6-4-361,-8 0-449,1 2-90,-5 5 90,0 11-45,-2 10 0,-2 4-45,-13 14-180,8 1 0,2 5-135,14-9 0,2 0 45,0 1 0,3-1-269,8 19-1,12-18 180,12-14 180,-1-12-45,7-25 0,0-8 45,-1-5-45,-10 6 0,3-8 0,0-4 1,-3 0 44,-5 3 0,-3-1 0,-1-2 0,0-2 12,1-2 1,0-3 0,0-2 0,-1 0-1,-2 1 186,-2 3 0,-1-1 0,-2 1 0,0 1 0,-1 3-108,1-10 0,-2 4 0,-2 4 180,-3-11 0,-2 23-90,4 34-90,0 4 90,7 34 0,3 11-90,-4-26 0,1 2 0,2 12 0,3 9 0,1 1 0,-2-6 0,4 2 0,-1-1-60,1 2 0,0 3 0,2-3-897,0-10 0,1-2 0,0-3 687,1 0 1,0-3-451,5 6 1,2-6 719,5-11 0,2-8 0,0-6 0</inkml:trace>
  <inkml:trace contextRef="#ctx0" brushRef="#br0" timeOffset="150528">3258 12642 8792,'-21'-14'2339,"-9"-4"-2070,13 10 181,-7 4 0,-2 4-270,1 7-135,-4 7 0,1 6-270,13 3 0,4 2 45,-2-1 0,3 2-135,6 2 1,6-2-226,10 1 450,1-5-450,18-18 360,-17-7 45,8-11 1,1-2 44,-6-1-1549,4-13 1,-3-1 1523,-7 10 160,-2-5 0,-1 3 134,-5 10-89,5 6-90,-3 15 45,5 15 0,0 4-45,-1 0 1638,7 6 0,6-3-1971,19-20 333,-1 8-90,-8-24 0,0-7 45,-8-3 0,-2-4-15,0-6 0,0-4 0,-3 0 15,2-6 0,-4 0 90,-1-7 0,-8 2 45,-16-8 0,-8 22 0,0 8-180,0 16 0,13 10-90,3 0 0,15 2-180,17-10 270,-1-1-90,9-3 90,-9 5 270,-5 8 90,-6 14 90,-14 7 0,-5 3-270,1 7 0,-4 0 0,2 1 90,8 8-450,1-3 0,5-9 270,18-24 0,-5-10 0,19-2 0</inkml:trace>
  <inkml:trace contextRef="#ctx0" brushRef="#br0" timeOffset="150670">4343 12648 11760,'1'-9'-68,"0"1"1,0 5 0,0 1-1</inkml:trace>
  <inkml:trace contextRef="#ctx0" brushRef="#br1" timeOffset="152254">522 11042 11096,'-10'-2'1043,"1"0"-685,4 0-493,13 0 132,3-2 166,7 1-367,7-8 226,-10 0-36,10-15 133,-14 11-26,4-16-9,-13 21-209,2-7-45,-2 28 45,0 1 32,0 17 1,1 5-231,0 7 77,-1-5 1,1 0-124,-1-3-306,2 5-993,0-15 1612,1-6 0,-2-8 1,-1-7-1</inkml:trace>
  <inkml:trace contextRef="#ctx0" brushRef="#br0" timeOffset="152524">480 11415 8162,'20'-7'1080,"8"-3"-1080,0-2-810,1 1 1,1 0 153,5 2 1,-8 1-1,1 0 1,4 1 0</inkml:trace>
  <inkml:trace contextRef="#ctx0" brushRef="#br0" timeOffset="153171">598 12519 8702,'2'-18'810,"4"1"-451,15-5-179,3 7-90,12-3-90,-7 11-90,8 10-180,-18 15 180,-2 1-179,-26 28 179,-2-23 0,-2 1 45,-2 3 0,-1 1-45,-4 4 0,2-3 90,-1-1 0,2 4 0,17-24 0,4 0-90,11-9 90,-2-1-1529,23-15 1169,-20 9 360,15-9 0,-13 5 0,1-1 0</inkml:trace>
  <inkml:trace contextRef="#ctx0" brushRef="#br0" timeOffset="153467">742 12319 8342,'3'-14'630,"-1"6"-270,19 4-360,-9 8-1639,11 14 1,1 4-566,-6 4 2597,0-2 1,-2 4-664,-8 6 0,-5 0 135,0-5 0,-2 2-75,-3 2 0,-1 5 1,-2-4-879,-3 3 1,-3-3 1087,1-1 0,-3-2 0,-9 12 0,4-16 0</inkml:trace>
  <inkml:trace contextRef="#ctx0" brushRef="#br1" timeOffset="154041">742 10717 11366,'29'19'272,"-9"-3"-263,-5 10 0,2 9 0,-4 0-27,-1 2 0,-3 3-389,0-4 1,-1 6 0,0 1 0,-3 1 115,-5-1 1,-2 2 0,-2 0 0,0-2-248,0-2 1,0-1-1,0-1 1,-2 0 550,-4 11 1,0-1 0,-3-3 0,1-10 0,-1-2 0,0-2 0,-4 8 0,0 1 0</inkml:trace>
  <inkml:trace contextRef="#ctx0" brushRef="#br1" timeOffset="155327">644 14003 15905,'4'-10'1264,"0"1"-844,1-1 60,-2 4-104,10-9 175,-7 11 159,20-5-589,-14 9-186,23 6-266,-16 2-357,11 21-308,-30 11 825,-8-10 0,-3 2-161,-1-4 0,-3-2 42,-1-5 0,3 0-574,16 15-411,14-16 441,0 3-1221,8-2 2041,-19-14 1,3 3-1,-8-8 1</inkml:trace>
  <inkml:trace contextRef="#ctx0" brushRef="#br1" timeOffset="155942">836 13727 11928,'-5'-9'84,"0"-5"-210,18 16 947,6 6-840,9 16 1,3 9-1075,-10-6 1,0 2 0,-1 2 448,3 1 1,1 2 0,-4 4 610,-6 2 0,-2 5 0,-2 0 1,-2-5 399,0 5 0,-3-2-228,-5 4 1,-4 4-1,-5-6 106,-8-7 1,-5-5-197,3 2 1,-3-2-580,-2 1 0,0-3 742,-4 1 1,7-6-1,9-11 1</inkml:trace>
  <inkml:trace contextRef="#ctx0" brushRef="#br1" timeOffset="156758">1643 14194 12219,'-6'-18'-371,"1"3"211,1 0 382,1 6-304,3 15 223,1 17-135,2 16-66,-1-4 1,0 2-107,-1-12 1,0 1 149,0 12 1,0-3 82,0 0 66,-1 1-43,0-22-47,-1-16-162,-1-35 12,1 11 1,-2-4-55,-1-17 1,-1-3-7,1 9 1,-1-2-927,-1 1 1,0-2 0,1 4 779,1 8 1,0 1-774,-1-18 0,1 8 1023,5 22 231,1-6-101,13 31-34,-4 1-40,9 12 1,2 3-126,-3-2 19,4 4 0,1-1-12,-1-7 50,23 0 62,-22-13 103,10-13 1,-1-6 260,-4-1 785,-3 1 1,1 0-545,6-7-73,-17 13 242,13 4-319,-23 14-1565,0 26 0,-2 7 862,-2 3-325,0-1 1,0 4 284,1-3 1,1-4 983,-1-13 1,0-1-962,1 13 1,2 1-329,2-8 0,3-3 507,10 8 0,-6-13 0,1-3 0,14-6 0</inkml:trace>
  <inkml:trace contextRef="#ctx0" brushRef="#br1" timeOffset="157275">2495 14218 8055,'-14'-15'1353,"-6"-5"-1311,11 13 535,-19-5-338,7 17-80,-11 10-257,14 6 1,3 2-4,-4 7-82,11 0 1,3-2 83,9-10-185,8 10 104,6-22 90,9-9 0,-6-5 0,12-17 0,-17 11 100,11-11 137,-15 13 85,-2 3-83,1 15-5,-2 11-46,4 9-178,5 12 95,-7-15-334,17 10-623,-2-22 121,10 1 29,-7-12 0,3-8 0,-5 0 0</inkml:trace>
  <inkml:trace contextRef="#ctx0" brushRef="#br1" timeOffset="158475">3045 14255 9546,'-23'-25'608,"5"7"-325,-3 1 84,5 7 283,-13 0-124,0 5 34,-18 10-189,14 16 1,3 7-350,9-3 0,5 2-250,3 13 0,12-2-70,38-5 135,10-20 191,-22-21 1,-2-6 47,10-21-147,-9 8-260,-2 6 441,-9 61-316,-8-15 1,0 3 179,1 10 0,-1 5 1,0 2 8,1 4 0,-1 2 0,1-2-244,-1-6 0,-1-1 0,1-1 161,0 1 0,0 0 1,-1-8-237,1 7 4,-19-41-245,-16-27 581,8 7 0,-1-2 19,-7-5 1,1 2-13,9 9 1,-1 1 74,-2-2 1,1 1 61,4-1-108,3 0-31,26-1 156,12-4-36,2 0 0,4-4-75,-1-2 0,1-2 0,-1 0 24,5-3 0,-1 0-19,-7 6 0,0-2 0,-2 0-1612,6-13 1,-4 2 1633,-11 18 0,0 0-67,2-8 0,1-3 1,-3 5 52,-5-4 5,0-16-192,-6 28 83,-2-2-107,0 41-84,0 0 32,0 10 0,0 4-81,-1 1 0,0-2 233,0-6 1,-1 0-120,1 5 1,-1-5 3147,0-14-2992,4-4 610,8-33-646,1-2 1,2-2 45,6-15-44,-1 9 0,0 5 154,-5 15 122,20-3 47,-19 27-142,9 22-110,-15-4 1,-1 2-54,-2-4 1,1 1-92,3 10 1,0-3-399,1-6-1210,11 0 1699,-10-25 0,11-7 0,-5-4 1</inkml:trace>
  <inkml:trace contextRef="#ctx0" brushRef="#br1" timeOffset="158901">3717 14223 9224,'-1'-12'960,"8"-1"-748,13-6-70,2 2-193,7-11-20,-14 12-369,1-17 252,-16 17 59,-10-9 230,-6 17 52,-24 19 131,6 18-99,5 7 0,3 4-64,11-15 0,3 1-56,-4 8 0,5 1-26,9-8 0,2-2-118,1 2 72,5 0 0,2-2-277,9-9-1059,26 0 90,-15-13 493,12-8 710,-20-4 1,6-6 0,1-2 0</inkml:trace>
  <inkml:trace contextRef="#ctx0" brushRef="#br1" timeOffset="160471">3968 13714 15426,'-1'-22'-940,"0"0"441,0 1 467,8 28-204,-1 22-857,-3 1 1,1 8 0,-1-2 678,0 6 1,-2 1 319,0-8 1,0 0-1,0 1-222,-1 2 0,0 0 0,0-2-125,2 4 0,1-1-43,0 6 1,2-2-1221,8 2 1733,3-36 1,0-13 0,0-4 0</inkml:trace>
  <inkml:trace contextRef="#ctx0" brushRef="#br1" timeOffset="160692">4025 14155 12363,'-7'-7'-560,"4"0"185,17-12 1446,8 0-515,7-5-1314,-7 12 1,1 1 563,0 0-626,10-1 1,-17 9 0,3 0 0</inkml:trace>
  <inkml:trace contextRef="#ctx0" brushRef="#br1" timeOffset="160916">4322 14077 13541,'-8'-7'-284,"1"7"960,6 2-520,1 17-768,2 0-764,3 25 562,-3-20 760,4 21 0,-4-28 0,2 8 0</inkml:trace>
  <inkml:trace contextRef="#ctx0" brushRef="#br0" timeOffset="161158">4279 13741 9152,'-4'-12'-360,"3"1"360,8 14 0,-2-2 0,6 7 0</inkml:trace>
  <inkml:trace contextRef="#ctx0" brushRef="#br1" timeOffset="161486">4697 14121 14843,'-4'-11'-1188,"-2"1"719,-3 8 1331,-11 7-366,-6 12-278,-1 10-311,13-4 0,3 2 16,-1 6-406,9-1 1,3 0 72,13 1-73,7 6-1143,17-21 1585,9-18 0,0-5 0,-20 0 0,0 1 1</inkml:trace>
  <inkml:trace contextRef="#ctx0" brushRef="#br1" timeOffset="163827">854 15616 22997,'0'-11'-3277,"-1"-2"0,0 3 1048,-3-3 1128,3 20 1547,-2 12-354,0 20-148,-4-2 1,-1 1-595,2-11 1,0-2 737,-3 11 0,0-2 293,-3 7 226,3-8 98,2-7-765,3-11 72,14-15 1238,-2-2 204,11-8 153,-9 6 33,4-1-253,2 3-388,5 0 24,2 2 68,-6-1-1133,7-3 121,0-7 116,-1 2-46,-2-5-169,-12 7 156,-4 8-524,1 12-1877,-3 2 321,0 10-253,7 23-716,0-3 1371,-3-12 0,0-1 905,8 13 1,-7-21-1,1-8 1</inkml:trace>
  <inkml:trace contextRef="#ctx0" brushRef="#br1" timeOffset="164194">1027 15382 21541,'-16'-25'-3277,"4"6"0,6 9 0,16 10 5362,-3 3-2102,15 16 0,7 12 0,-2-2-191,-9-8 0,2 2 80,2 8 0,6 7 0,1 5 0,-1-1 0,-4-4-615,-3-2 0,-4-2 0,2 4 647,-3-3 0,1 5 1,1 2-1,0 0 1,-2 1-1,-3-4 49,-1 7 1,-3-1 0,-1-1 0,-1-1 40,1-4 1,0 0-1,-1-1 1,-3-2-574,-3 8 0,-3-1 0,-4-5 93,-5-7 0,-2-4 671,2-1 1,-1-1 0,-2-2 0,0-3 0,-4-1 0</inkml:trace>
  <inkml:trace contextRef="#ctx0" brushRef="#br1" timeOffset="164611">2207 15608 21991,'2'-26'-3277,"-1"2"722,-5 0 1532,-7 8-70,1-4 385,-29 31 3061,17 4-1938,-1 12 1,-4 10-1,5-4-580,8-11 1,3 3 139,-1 11 1,-1 11-1,2 1 1,5-8-204,6-4 0,5-2 66,-2 6 1,1 4 0,5-5-666,13-3 0,4-8 1039,-2-8 0,2-4 1,4-2-1,0-4 1,20-12-1</inkml:trace>
  <inkml:trace contextRef="#ctx0" brushRef="#br1" timeOffset="164888">2585 15493 23611,'11'-12'-933,"1"0"1388,32-1 179,-19 5 1,2 1-498,7-2 1,0 1-556,-3 1 0,-2 1 457,10-1 0,-5 1 0,-3 2 0</inkml:trace>
  <inkml:trace contextRef="#ctx0" brushRef="#br1" timeOffset="165137">2757 15526 24058,'-7'27'-3277,"4"12"1638,5-13 1,1 3 117,1 14 0,0 1 596,-1-15 1,1-1-265,2 12 0,0-4 942,2-2 0,6 0 1,-2-11-1</inkml:trace>
  <inkml:trace contextRef="#ctx0" brushRef="#br1" timeOffset="165444">3457 15019 26768,'-6'7'-3277,"-3"11"2457,-5 23 1,1-1 0,1 1 0</inkml:trace>
  <inkml:trace contextRef="#ctx0" brushRef="#br1" timeOffset="165778">3741 15585 24338,'-30'-10'-1656,"6"7"1776,-12 16 1241,15 5-1907,-5 13-560,15-2-1209,7 7 1815,13-5 0,10-4 1,3-5-1</inkml:trace>
  <inkml:trace contextRef="#ctx0" brushRef="#br0" timeOffset="165900">3792 15995 7173,'-18'20'-60,"1"0"0,-3 0 0,1 0-120,-11 7 180,-7 7 0,20-19 0,-6 7 0</inkml:trace>
  <inkml:trace contextRef="#ctx0" brushRef="#br0" timeOffset="166099">4373 15949 7353,'0'0'0</inkml:trace>
  <inkml:trace contextRef="#ctx0" brushRef="#br0" timeOffset="167315">1691 17172 0,'-3'-18'330,"-3"-9"2946,-2-3-2941,0 5 1344,-5 15-1589,1 32 320,1 17-815,13-12 0,6 1 1561,11 1 1,4-2-1562,-2-6 0,2-3 405,5-2 0,-1-2 0,1 3 0,-2 0 0</inkml:trace>
  <inkml:trace contextRef="#ctx0" brushRef="#br0" timeOffset="167406">1861 17369 7083,'-1'29'-90,"-9"4"0,-23 4 90,1-6 0,0-5 0,16-16 0</inkml:trace>
  <inkml:trace contextRef="#ctx0" brushRef="#br0" timeOffset="167646">1761 17023 6813,'-9'-12'900,"16"-12"-1395,9 7 0,4 0 495,16-14 0,-10 13 0,0 2 0,2 1 0</inkml:trace>
  <inkml:trace contextRef="#ctx0" brushRef="#br0" timeOffset="167992">1934 16774 7443,'-17'-13'1079,"3"2"-719,11 6-270,4 0 270,35 8-360,-9 7 0,3 4-45,11 5 0,0 3-881,-5 0 1,-2 5 835,-1 6 0,1 6 0,-5 2 30,-9 0 0,-4 1 0,1 1 30,5-2 0,0 0 0,-5 0 30,-6-2 0,-4 0 0,-6-1-30,-9-1 0,-5-2 0,-2-1-650,-1 4 1,-3 0 199,-2 6 0,-4 3 0,3-7 82,5-13 0,0-3 0,-1 3 0,2-3 0,6-8 0</inkml:trace>
  <inkml:trace contextRef="#ctx0" brushRef="#br0" timeOffset="168600">2998 16996 7713,'-11'-11'539,"0"1"-179,2 2-180,1 16-180,3-1 135,3 26 0,4 8-45,2-3-90,1 8 0,4 3-45,1-16 0,3-1-90,7 6 0,2 0 90,-7-10 0,2-3-135,13-2 0,0-9 180,-6-13-90,18-6 0,-17-17 0,-2-5 90,4-5 0,-2-4 0,-2-6-45,-13 5 0,-4-4-15,-3 3 0,-2-4 1,0 3 14,1-7 0,-3 1-285,-6 0 0,-4-2 0,1 10-30,-1 5 360,-1 3 0,0 5 0,8 19 0,-1 0 0</inkml:trace>
  <inkml:trace contextRef="#ctx0" brushRef="#br0" timeOffset="169577">3537 16717 7083,'-7'-10'1079,"3"1"-989,4 16 180,5 32-180,-1-4-30,1-1 0,0 8 0,0-5-60,-2-11 0,0-1 0,4 21 0,-1 0 0,-1-19 0,0-1-90,0-1 0,0 0-360,4 12 1,2-1 449,10 5 0,5-5 0,-1-30 0</inkml:trace>
  <inkml:trace contextRef="#ctx0" brushRef="#br0" timeOffset="169908">3859 16699 7443,'-7'-12'899,"-1"-1"-629,6 8 180,-3-3-180,5 41-180,0-11-45,2 12 0,1 5-90,4 7 0,1 2-180,0 0 0,2 0 105,-3-13 0,1 1 0,1-3-330,4 5 1,0-5-271,1-4 720,7-7 0,-6-23 0,3-2 0</inkml:trace>
  <inkml:trace contextRef="#ctx0" brushRef="#br0" timeOffset="170116">3942 17001 7533,'21'-21'-900,"6"-3"900,4 2 0,2-1 0,-6 5 0</inkml:trace>
  <inkml:trace contextRef="#ctx0" brushRef="#br0" timeOffset="170380">4201 17152 9332,'14'-12'-162,"8"-25"0,-5 3 0,-7 8 0,1 0 0</inkml:trace>
  <inkml:trace contextRef="#ctx0" brushRef="#br0" timeOffset="170659">4274 16806 7623,'-11'-17'269,"-8"-1"-269,9 13 90,-9 0-90,10 12 0,5 4-90,12 0 1,9-2-1,16-8 90,-4-3-90,10-4 90,-11 3 180,2 3-1,-12 8 91,-2 14-90,-9 13 0,-2 14-1819,-4-18 1,0-1 1073,1 11 233,0-15 0,3-2 0,4-7 1,6 8-1</inkml:trace>
  <inkml:trace contextRef="#ctx0" brushRef="#br0" timeOffset="171157">4866 16947 8072,'-9'-8'1619,"-11"-6"-899,-4 5-360,-10 4-360,10 7 90,-7 28-180,23-14-630,-7 27-629,27-20 539,8-9 451,15-26 359,-11-8 90,-8-3 0,-4-2 719,0-2-539,8 11-180,-9 7 180,11 42-90,3-7-360,6 0-180,2-11-1169,0-21 1529,-5-5 0,4-4 0,-5-2 0</inkml:trace>
  <inkml:trace contextRef="#ctx0" brushRef="#br0" timeOffset="171484">5391 16775 8342,'-13'-20'1799,"2"6"-1709,1 8 360,-11 12-450,9 0 180,-23 18-180,17-7-270,-12 21 180,17-18-540,0 18 361,13-26 89,1 8-900,18-6 630,-1-5 450,15 8 0,-10-7 0,3 3 0</inkml:trace>
  <inkml:trace contextRef="#ctx0" brushRef="#br0" timeOffset="171608">5349 16987 7173,'10'18'809,"-12"10"-719,-5-15 135,-9 6 0,-3 1-135,4-4-180,-15 12-1259,10-8 1169,10-9 180,-7 5 0,14-12 0,0-1 0</inkml:trace>
  <inkml:trace contextRef="#ctx0" brushRef="#br0" timeOffset="172800">5640 16874 8072,'-9'-4'1080,"-7"-1"-630,-3 8-181,-2 3 1,-9 27-180,16-13-90,1 7 0,2 0-90,7-8-360,1 29 271,7-36-451,16 10 360,-3-22 0,20-14 180,-18 2 90,-3-7 0,-2-2 0,-7 3 225,-2-6 0,-2-1-45,-5 8 450,-8-24-271,2 27 181,-4-10-270,5 14-180,4 1 0,5 4-90,20-6-90,11-1 0,10-5-90,3 2 90,-19 5-90,-4 4 90,-9 9 90,-6 6-90,-1 15 0,-5-1-180,1 17 1,1-5-1,2-1-90,6-3 180,-2-15 90,3-4-360,12-9 270,-12-5 91,19-6-181,-8-9 270,3-10 0,-4-2 90,-9-7 0,-11 10 179,-6-8-179,-2 16 0,-3-3 0,5 11 0,3-5-90,2 7 0,14-14 0,-7 14 0,22-18 0,-16 16 0,12-8 0,-14 13 0,4 9-90,-11 7 90,6 34-45,-9-19 0,-2-1 0,2 1 0,-1-1 45,-1 15 90,0-12 180,-2-13-180,7-5-90,-1-19-135,6-15 0,4-5-1504,2 2 1,1-1 1356,-3 1 0,1 1 119,4 2 0,-1 7 253,-4 11 0,7 11 0,-12 2 0,3 33 0,-10-23-270,6 32 0,-6-36 180,12 13 0,-8-21 0,7 3 0</inkml:trace>
  <inkml:trace contextRef="#ctx0" brushRef="#br0" timeOffset="173349">6797 16651 7892,'-14'-11'990,"3"3"-630,2 2 359,-5 0-539,5 2 180,-14 1 90,-4 10-270,-4 5-46,4 7 1,0 6-360,6 4 1,2 2 134,-1-7 0,4 2-405,5 7 0,6-5-44,7-12-271,15 2-829,3-30 1,1-8 983,10-4-56,-5-6 1,-2-7 755,-6-5 0,-1-4-654,-2 6 0,0-3 0,0 0 631,-4 8 1,1-1-1,-2-1 1,1 0 67,0-5 0,0-2 0,0 1 0,-2 3-1,-1 4 1,-2 3 0,1 0 90,-1-4 0,0 0 0,-1 11 0,-4 14 1917,-2 57-2067,0-12 0,0 6 0,-1 1 394,2 0 1,-1 1-1,2 2-469,0-2 0,1 2 0,0-1 0,0-4 1614,1 2 1,1-1-1930,1 1 0,2 2 1,0-8-541,3-6 900,11 14 0,-3-36 0,3-1 0</inkml:trace>
  <inkml:trace contextRef="#ctx0" brushRef="#br0" timeOffset="173544">7210 16619 11400,'-4'-14'2609,"1"2"-3149,3 4-2737,-5 6 78,2 2 3199,-6 6 0,-3 3 0,-2 2 0</inkml:trace>
  <inkml:trace contextRef="#ctx0" brushRef="#br1" timeOffset="179061">2911 11479 16535,'36'-4'465,"1"0"0,-12 1 0,2 0-135,6-1 0,4-1 0,-6 1 60,9-1 89,4-2 0,-2 0 217,-7 0-423,6-1-48,-18 3 480,-10 2-609,-1 2-1079,2 2-422,-7 3 1210,-5 4 0,-6 2 0,-3 1 0</inkml:trace>
  <inkml:trace contextRef="#ctx0" brushRef="#br1" timeOffset="180628">14144 7338 7704,'-14'-6'382,"-1"-1"23,0-1 495,-8-5-390,7 2-105,-4-3 309,6 3-325,11-2-398,16 4 2,12 3 0,8 1-717,13 1 0,5 1 419,-12 0 1,2 0 0,0 0 0,3 0-1,-1 0 1,1 0 0,-5 0 0,1-1 0,-1 1-1</inkml:trace>
  <inkml:trace contextRef="#ctx0" brushRef="#br1" timeOffset="192211">19518 6859 21896,'1'-9'-3277,"-1"2"0,5 2 2728,2-1 2098,8-2-59,4 0-206,13-1-305,-9 2-753,2 2 0,0 1 1836,-3 1-1176,10 1 0,0 6-651,-8 14-1504,11 2-137,-34 19-898,-20-3 968,-6 1 346,-6-2 407,4-14 436,1-1 463,6-5 1055,18 1-1882,5-6 815,25 5 0,8-1-191,-5 0 81,11 8 1,0 5-1019,-23-9 1,-4 3-132,5 6 0,-9 4 55,-24 13 0,-17 0 673,-1-15 1,-8-3-1,-2 1 264,7-4 1,-2 0 0,0-1-1,1-2 138,-5-1 1,2-3 0,3-2-1,-3 0 1,13-5 0,22-6 0</inkml:trace>
  <inkml:trace contextRef="#ctx0" brushRef="#br1" timeOffset="192595">20396 7020 9838,'1'-19'-233,"0"-2"496,-6 11-455,-8 15 877,4-1-544,-3 16 0,1 8-43,-2 17-114,3-10 1,0 4-20,3-4 1,0 2-1,2-3 91,-1-2 0,1 0-251,0 6 1,1 4 0,1-7 242,2 4 0,0-10 1,2-3-1,4-2 1</inkml:trace>
  <inkml:trace contextRef="#ctx0" brushRef="#br1" timeOffset="192961">20076 7067 12387,'-4'-16'-2376,"8"3"2357,2-1 374,19 6 1,5 3 433,6 1-580,6 1 1,7 2-84,-7 5 0,3 2 0,0 6-138,-6 4 0,1 6 0,-1 2 0,-2-2-24,6 2 1,-2 0 0,-5 3 167,-1 5 1,-3 2-1,-17-1-213,-25 0 0,-14-2 336,-9-3 0,-5-3-133,9-3 1,-3 0-1,-6-1 1,-4 0 0,3-3-40,2-1 0,1-2-260,-6 5 1,2-1 350,-3 3 0,25-7 0,14-9 0</inkml:trace>
  <inkml:trace contextRef="#ctx0" brushRef="#br0" timeOffset="193154">21264 7419 8252,'0'-11'625,"0"0"-617,-1 5 0,1 2 0,0 1 1</inkml:trace>
  <inkml:trace contextRef="#ctx0" brushRef="#br0" timeOffset="193600">18817 7996 7982,'-10'-1'1620,"-1"0"-1171,22-3-269,21-2-23,2 2 1,11 0-1,4-1 1,-2 1-752,-2 0 1,0 1-1,1-1 1,4 1 631,-10 0 1,1 0-1,2 0 1,2 0 0,1 0-1,0 0 1,1 1-197,-2 0 0,1 0 0,1 1 0,2 0 0,-1 0 0,0 0 0,-1 0 0,-2 0 1,-2-1 157,3 1 0,-4 0 0,-1 0 0,0 0 0,2 0 0,6 0-165,-6 0 0,4 0 1,4 0-1,2 1 1,2-1-1,-1 1 1,0-1-1,-2 1 1,-4-1-1,-3 1 1,-6 0 119,13-1 0,-9 1 0,0 0 0,6 0 0,-7 0 0,6 0 0,3-1 0,2 1 0,-1 0 0,-2 0 0,-4-1 0,-5 1-35,1 0 0,-5 0 0,-2 1 0,2-1 35,4 0 0,1 0 0,-1 0 0,-4 0-180,11-1 0,-8 1-494,-4-1 719,-21-1 0,-12 2 0,0-1 0</inkml:trace>
  <inkml:trace contextRef="#ctx0" brushRef="#br0" timeOffset="194039">21651 6820 8522,'-10'-32'270,"2"8"-180,21 42 0,6 16-45,-3 3 0,-1 9-342,-5-11 1,2 7 0,-1 4 0,0 2-1,-2 0 1,-3-1 327,-4-3 1,-2 2 0,-1-1 0,-2 0 0,0 0 0,1 0-31,3-2 0,1 0 1,0 0-1,-2 0 1,-4-1-1,-5 0-107,-6-1 1,-4 2 0,-5-1 0,-2 0 0,-1-3 0,-1-4 0,1-5-99,-7 0 1,-1-7 0,-1-3 0,-2 3 0,0 4 0,-1 1 0,-2 0 0,0-2 0,2-4 0,1-10 0,0 0 0,-1 0 0,1 1 0</inkml:trace>
  <inkml:trace contextRef="#ctx0" brushRef="#br1" timeOffset="194496">18909 6570 21549,'-30'-15'-377,"0"0"0,4 7 1,-3 8 1101,-8 16 1,-4 14-1,3 7-1381,13-4 1,3 5-1,2 4 1,0 1 0,0 0 55,-2-2 0,-1 0 0,2 2 0,2 2 0,5 6 501,6-12 1,1 3-1,1 4 1,2 2-1,2 1 1,1 0-1,2 0 1,2-2 0,2-2-1,3-3-297,7 7 0,5-3 1,4-3-1,2 0 1,0-1-1,0 1 1,-3 1 134,-6-3 0,-2 2 0,0 0 0,-1 1 1,1-2-1,2-1 0,3-4 0,3-3 164,8-1 0,5-2 0,3-2 0,1-3 0,0-4 0,-2-2 0,-3-4 0,13 1 0,-4-8 0,2-1 0,-1 0 0,0 1 0,0-1 0,0 0 0</inkml:trace>
  <inkml:trace contextRef="#ctx0" brushRef="#br0" timeOffset="202727">19822 8713 8072,'-3'-9'1080,"-2"9"-361,-5 45-584,4-13 0,0 8 0,1 4 0,-1-2-68,1 2 1,0-1-1,0 3 1,0 2-261,0-7 0,1 3 0,0 1 0,0 2 1,1 0-1,-1 0 231,2-2 1,0 2-1,0 1 1,0 0-1,0-1 1,1-3 0,0-3-505,-1 8 0,1-6 0,0 1 0,0 3 481,1 1 0,-1 5 0,1 3 0,-1-2 0,1-6 0,0-9-15,1 0 0,0-4 29,0 8 1,0 3 0,1-8-30,-1 5 90,0-12-90,7-23 0,5-9 599,31-9-779,-7 6-225,-1 2 1,4 1-4,-3 0 0,0 1 408,-10-1 0,0 1 0,5-1 0,-3 0 0,-9-1 0</inkml:trace>
  <inkml:trace contextRef="#ctx0" brushRef="#br0" timeOffset="203211">20032 10294 8702,'-7'-14'2069,"0"3"-1979,16 9 0,8 9 0,14 12-90,-5-2 0,-3 1-135,-3-2 0,1 0-45,10 11 135,-9-10 0,-2 0 45,2 3 0,-19-11 180,-29 6-90,0-3-45,-6 2 0,-1 2-135,-4 8-90,10-4 0,3 1-90,1 1 270,8 0 0,2 1 0,4-1 0,-5 15 0</inkml:trace>
  <inkml:trace contextRef="#ctx0" brushRef="#br0" timeOffset="204228">20549 10090 8432,'-3'-15'990,"0"4"-91,1-6-359,0 10-3817,-1 37 2752,1-11 668,1 15 1,-2 7-99,2-1 0,-1 2-728,1-8 0,-1 0 0,1-1 638,-1 10 0,1-2-135,0 5 0,1-6 0,1-20 0,3 13 2049,6-43-1869,-2-2-90,8-25 0,-5 3 753,0 0-753,2-5-90,5 9 180,-4 7 3212,25-8-3212,-24 21 0,11-9 0,1-2 0,-5-3 0,0-6 0,-1-1 0,-4-3 60,-9 4 0,0-6 0,-2 4 210,-3-18-180,0 8 0,-2 3 90,-3 9 90,-10 43-150,7 16 0,4 12 0,0 1-91,-1-6 1,-1 0 0,2 3 15,0 3 0,2 3 0,0 0 0,1-3-135,1 1 0,2-3 1,-1-3 44,0 0 0,1-3-1485,7 7 1,2-8 1529,-3-21 0,14 6 0,-12-22 0</inkml:trace>
  <inkml:trace contextRef="#ctx0" brushRef="#br0" timeOffset="205161">20997 10397 8972,'0'-29'1439,"0"14"450,1-18-1799,-1 38 90,0 4-180,1 33-360,4-6 0,2 1 180,2 5-180,6-7 1,7-8-91,13-28 360,11-4 90,-19-14 0,-1-5 90,-8 0 0,-1 0-45,-2 3 0,-1-1 225,7-19 0,-16 30-270,0 10 90,-8 24-46,0 5 1,0 10 0,-1 4 0,1 0-23,1 1 1,1 2 0,0 0-1,0 0-132,-1 1 1,-1 0 0,1 0-1,0-1 87,3-1 1,0 0 0,0-2-1,2-5-22,0 2 1,2-3 44,-1-1 0,-1-3 0,0 8 0,-7-39 134,-12-36 1,-4-19 0,4 16 0,-1-1-75,3 6 0,-1-2 0,2 3 30,-2-4 0,3 5-90,8 2 90,8-2-90,12 11 0,6 1-1477,11-8 0,4 0 1477,1-2 0,2-2 30,-2 1 0,3-3 0,-5 2-30,-3 0 0,-4 1-201,6-4 1,-3-2 380,-11 0 0,-4 2 0,-1-4-45,-4 7 0,-4 6-135,-9 20 0,1 7 44,-5 30 1,-1 12-45,3-2 0,-1 2 0,0 10 0,0-5 1552,2-11 0,1 0-1777,0 0 0,0 6 0,0 0 0,1-5 325,1 4 0,0-3 0,1 4 0,0-5 0,1-12 0</inkml:trace>
  <inkml:trace contextRef="#ctx0" brushRef="#br0" timeOffset="205512">21513 10468 10141,'-7'-13'1080,"6"-7"-181,33-8-719,-6 12 0,2 1-180,1-1 0,2 4-135,15 5 0,-5 12-45,-16 38 135,-15-18 0,-8 2 90,-18 9 0,-12-3-315,-11-3 0,-3-6 270,12-9 0,1-3 0,2 0 0,5-4 0,9-6 0</inkml:trace>
  <inkml:trace contextRef="#ctx0" brushRef="#br0" timeOffset="205941">21964 10524 9871,'-4'-9'2429,"1"1"-2069,8-2-270,0 3 270,20-7-91,3 1-179,8-4-180,-11 3 0,-2 0 0,1-2-45,-5-5 1,-4 0 44,-9 5 0,-3-20-90,-20 19 180,-5 2-45,-4 19 0,-1 9 45,1 12 0,3 6 0,-2-2 0,3 4 0,10-1 0,4 3 0,4-4 0,7-2 0,4-2 0,-2 1 0,6-1-315,12-5 0,2-6-45,-1-2-1279,14-6 1,1-5 982,-9-6 1,0-3-1,1-1 1,1-5 0</inkml:trace>
  <inkml:trace contextRef="#ctx0" brushRef="#br0" timeOffset="206505">22382 10660 12660,'15'-10'360,"10"-13"-450,-9 5-135,3-16 0,-2-5-135,-6-6 225,-1 3 0,-3-1-45,-11 8 0,-3 3 90,-2-12-45,-3 15 1,-1 3-46,2 12 0,-9 8 180,14 10-180,6 24 90,7-17 0,17 14-90,3-15 0,19 2 270,-16-6 0,11 11 0,-32-7 0,5 18 180,-18 19-180,2-14 0,-1 6 0,2 0 0,3-9-135,2 1 0,3 0-765,11-3-1079,6 2 1889,3-12 0,2-13 0,-1-2 0</inkml:trace>
  <inkml:trace contextRef="#ctx0" brushRef="#br0" timeOffset="207216">22999 10022 9512,'1'-15'1529,"-3"0"-1349,-2 10 89,-15 11-179,6 1 0,-4 9 0,0 5 0,-3 24-90,7-19 0,4 3-180,6 13 0,8 2-135,9-6 1,5-2 179,-3 1 0,2-2-90,9-1 0,0-6-45,3 4 270,-6-7-90,-13 8 180,-13-18-45,-8 6 0,-5 2-45,-5 0-90,2-4 0,0 0-1799,-12 12 990,13-13 899,0 3 0,11-12 0,1 1 0</inkml:trace>
  <inkml:trace contextRef="#ctx0" brushRef="#br0" timeOffset="207500">23313 10467 9062,'0'-9'1799,"0"-1"-1170,0 4-269,-9 26-180,0 8-135,-3 10 0,0 8-75,2-13 0,1 2 0,0-1-15,-3 11 0,1 1-1048,0 2 1,-1 4 0,3-8 65,4-17 0,0-1 648,-1 8 0,0 4 0,2-7 379,6 3 0,1 1 0,6-14 0</inkml:trace>
  <inkml:trace contextRef="#ctx0" brushRef="#br0" timeOffset="207842">23275 10422 9332,'-8'-18'899,"2"2"-269,3 2-180,24 0-450,15 7-90,12 5 0,-20 7 0,-2 5 0,-2 5 0,-5 5-90,-2 25 270,-17 4-90,-20-22 0,-8-3 0,0-7 0,-2-2-45,5-2 0,-1-1-1594,-6-2 1,6-2 1535,11-4 0,-10 2 1,23-6-1</inkml:trace>
  <inkml:trace contextRef="#ctx0" brushRef="#br0" timeOffset="208267">23560 10591 10231,'9'-4'1259,"4"-1"-809,-1 0 0,13-2-180,3-1-270,-3 1-360,16-5 180,-23 6-629,20-17 539,-27 11-450,-1-22 270,-23 14 360,-2 0 90,-6 10 90,-11 27 0,7 12 45,8-7 0,3 2 0,6 2 0,4 0-45,8 19 45,9-19 0,6-2-585,6-7 0,2-3-495,1 0 1,1-3 288,2-5 1,0-4-1,10-9 1,0-3 0</inkml:trace>
  <inkml:trace contextRef="#ctx0" brushRef="#br0" timeOffset="208565">24160 10478 9691,'-3'-10'2159,"-5"-1"-1709,-1 7 90,-13 8-91,-5 16-269,-1 9-45,11-6 0,3 3-90,5-3 0,3 2-180,2 5 0,3 0-315,6-2 1,4-2-721,14 15 1170,2-22 0,3-4 0,11-4 0,-12-7 0,1-1 0</inkml:trace>
  <inkml:trace contextRef="#ctx0" brushRef="#br0" timeOffset="208894">24400 10072 9961,'-3'-13'990,"-1"2"-630,5 15-271,0 7 181,-1 14 0,0 8-150,-2 3 0,0 6 0,0-3-75,0 5 0,-1 1-15,0-1 0,0 3 0,1-3-75,1 1 0,2-4 0,-2-11 0,1 1-225,3 16 0,1-6 0,0-20 270,18 10 0,-16-29 0,10-2 0</inkml:trace>
  <inkml:trace contextRef="#ctx0" brushRef="#br0" timeOffset="209088">24358 10542 9781,'-6'-7'2609,"7"-6"-2789,19 3-719,1-1-1530,13 2 2429,-8 6 0,2 1 0,0 2 0</inkml:trace>
  <inkml:trace contextRef="#ctx0" brushRef="#br0" timeOffset="209611">24538 10791 12930,'2'-13'719,"8"-5"-1528,12-4 179,-1-2 180,-7 2 1,-2 0 179,-3-3 90,-2-8-450,-9-8 360,-4 8 180,-5-12 90,-1 23-90,-2 11 90,6 9-90,0 5 90,15 4 0,14 0 0,4 0 90,8-1 90,-10 4 270,-8 18-360,-7-7 45,-10 7 0,-3 2-45,-1 1-90,1-6 0,1 2-540,3 18 90,3-18 450,14 12 0,0-27 0,9 6 0</inkml:trace>
  <inkml:trace contextRef="#ctx0" brushRef="#br0" timeOffset="210304">24999 10678 9422,'-3'-19'2968,"-7"3"-2608,-2 2 359,-24 15-719,-3 28-180,2-4-45,19-2 1,7 1-586,19 2 630,-2-4-629,36-11 719,-21-13 180,22-8 180,-20 1-91,-1 6-89,-9 3 0,0 16-90,-3-9 0,4 1-359,14-30 269,-14 5-60,0-9 0,1-9 0,-3-1-1489,0-12 1,-3-1 1509,-1 10 1,1-2 0,-1 2-74,-2 3 0,0 1 0,-2 4 472,0-13 90,-17 62-180,4 5 0,1 6-90,-2 3 0,-1 4 0,2 2 59,1 10 1,1 2 0,4-2-600,5-7 1,3-1-1,0-1-643,-2-3 1,1-1 0,3-4 973,6-1 1,3-9 0,5-15 0,-4-5 0</inkml:trace>
  <inkml:trace contextRef="#ctx0" brushRef="#br0" timeOffset="-213733.73">21775 11514 6543,'5'-8'1260,"0"-1"-811,-1 4 181,0-1 269,1 0-359,-2 2-450,4 6 90,2 17-90,-1 2 0,2 6-60,1 9 0,1 7 0,1-2-60,-3-8 0,0-1 0,0 1-30,3 10 0,-1 1 0,0-5 15,-3-9 0,0-5 45,5 13 0,1-29 0,1-23 0,-3-9 0,-3-8-1093,-1-1 1,-2-5 0,0 1 993,-1 3 1,0 1 0,-1-2-278,1-4 0,-1-1 0,0 2 106,0-7 0,-1 5 90,2-10-1079,4 13 1259,-4 49 0,4 9 0,-3 14 0</inkml:trace>
  <inkml:trace contextRef="#ctx0" brushRef="#br0" timeOffset="-213288.73">22315 11777 0,'-2'-12'960,"0"1"2291,-2-1-2352,1 3 600,-2 9-1319,2 9 0,-2 22-180,3 11-90,0 4-360,2-16 1,1-1-2789,3 11 3238,0-7 0,3-15 0,-4-15 0</inkml:trace>
  <inkml:trace contextRef="#ctx0" brushRef="#br0" timeOffset="-213052.73">22362 11463 9152,'-6'-23'-135,"10"18"0,-1 4 0,8 16 0</inkml:trace>
  <inkml:trace contextRef="#ctx0" brushRef="#br0" timeOffset="-212618.73">22706 11722 9242,'-6'-17'2698,"-5"10"-2338,-25 8-360,11 6 0,-9 9-270,4 19-90,16-4 90,5-5 1,6 1-271,18 3 0,7-1 495,-1-3 0,0 0 360,4 0 0,-8 0 944,-26 22-719,-27-21-540,9-12 0,-1-1-630,2-2 1,2-1 629,4 1 0,13 1 0,22-7 0</inkml:trace>
  <inkml:trace contextRef="#ctx0" brushRef="#br0" timeOffset="-212359.73">22877 12033 10411,'-8'-18'1079,"2"3"-269,1 6-720,2 16 90,-1 1-360,5 32-360,2-11 540,4-1 0,2-1 0,4-4 0,10 7 0</inkml:trace>
  <inkml:trace contextRef="#ctx0" brushRef="#br0" timeOffset="-212138.73">22982 11612 10141,'-17'-29'540,"5"7"-540,17 29 0,1 2 0,9 17 0</inkml:trace>
  <inkml:trace contextRef="#ctx0" brushRef="#br0" timeOffset="-211271.73">23249 11958 10501,'-10'-16'2609,"4"6"-2160,-2 1 1,-6 12-270,-3 6-180,-6 11 0,0 7-270,4 3 0,1 1 90,-2 2 0,3 2-180,7-1 1,7-1-271,14 3 540,2-7-360,26-13 540,-6-32-90,0 7 90,-11-28 0,-25 8-90,-1 1 180,-10-10-180,8 26-180,-6-16 180,10 19-180,5-10 90,15 4 1,-1 1-1,20-9 0,-10 7 45,-1 2 0,1 1 45,7-2 0,5 2-90,-16 17 90,-10 3 0,-4 17 0,-4 3 0,-4-1-45,0 8 0,-4 4 0,-2-10 0,-2 0 45,1 1 0,-1 0 0,-1 1 0,1-3 180,0-1-180,9-17 90,7-18-90,10-14 0,3-3 0,4-7-90,-2 3 0,5-7 0,-4 6 90,7-4-45,-4 2 0,1 1-135,10 3 180,-19 17 0,15-1 180,-19 43 45,-10 6 0,-2 6-135,2-6 0,-2 2-1,-2-4 1,-1 1 0,3-4-1729,7-6 1,2-5-1445,5 8 2947,18-23 1,-12-14-1,7-3 1</inkml:trace>
  <inkml:trace contextRef="#ctx0" brushRef="#br0" timeOffset="-211085.73">24272 12131 13469,'3'-13'-539,"-1"4"539,6 3 0,-5 4 0,2 0 0</inkml:trace>
  <inkml:trace contextRef="#ctx0" brushRef="#br1" timeOffset="-192402.73">20971 14524 21230,'10'-6'3095,"1"1"-2639,22-2 1,11-1-464,-8 3 0,3 1 0,0-1-31,7-2 0,5 0 25,-11 3 1,6-1-1,3 1 1,-2 1-1,-6 0-45,-1 0 0,-5 0 0,5 1 30,3-1 1,5 0 0,3-1-1,1 1 1,-2-1 24,0 1 0,-1 0 1,1-1-1,0 1 1,-1-1-77,-7 1 0,0-1 0,1 0 0,-2 0 0,1 0 0,-2 1 10,2-1 1,0 1-1,-1-1 1,-1 1-1,0-1 53,4-1 0,1 0 0,-4-1 0,-7 1 68,-6 1 0,-3-1 5,5 0 1,0 0 196,14-4 531,-22 6-861,3-2-5,-10 3 3346,-5 3-3843,-4-1-226,0 3-2473,-7 2 0,-2 2 2552,-5 0 883,1-2 144,1-1 2974,14-20-2804,-2 6-702,10-16 305,-8 15 80,6-9 0,1-1-190,-2 4-355,7-8 1,1-2-402,4 0 295,2-3 846,-6 7-13,-6 10-75,-7 3-121,2 1 76,-5 2-149,-2 2-301,1-4-387,2-8-47,-1 5-25,9-21 26,-3 13 307,4-9-298,1 2 415,-6 10 97,0 0 289,-5 8-8,-2 4 92,0 2-3505,0-1 3163,-1-1 1,-1 3-1,-1-1 1</inkml:trace>
  <inkml:trace contextRef="#ctx0" brushRef="#br1" timeOffset="-191657.73">21405 13787 21077,'2'-12'-3277,"-10"7"1256,-1 5 3496,-10 6-496,-10 17 1,-3 5-81,-5 3-766,14-9 1,-6 6 0,-2 4 0,0-1 0,4-1-114,-4 8 0,3-1 0,-2 0-55,4-6 1,-1 1 0,0-1 0,3-1 347,1 1 0,2 0 0,3-4-104,4-2 1,2-3-848,-2 5-1404,-5 14 1775,16-29 1,1 2-1,2-6 1</inkml:trace>
  <inkml:trace contextRef="#ctx0" brushRef="#br1" timeOffset="-191188.73">21323 13873 21138,'8'-11'-1292,"10"-11"1708,10 5 1019,12-6-844,-12 13 1,4 2-413,7 1 0,5 1 0,-2 0-81,0 0 0,4 0-66,-4 2 0,7 0 0,4 0 0,-1 0 0,-3 1-15,-3 1 0,-3 1 1,1 1-1,3-1 30,-5 0 0,3 0 1,2 1-1,-1-1 1,0 1-1,-2 0-64,1 0 1,-2 0 0,-1 1 0,0 0 0,-1 0-150,6 0 0,-1 0 0,-2 1 0,-3-1-53,-3 0 0,-4 0 0,-2-1 24,7 1 0,-7 0-195,-8-2-377,-5 0 677,-1 4 0,1 0 1,0 3-1</inkml:trace>
  <inkml:trace contextRef="#ctx0" brushRef="#br1" timeOffset="-190359.73">22986 14357 22172,'-1'-17'-3277,"-1"0"258,-2 19 3334,0 22 0,1 12-1408,0-2 1,0 3 0,1 1 640,-1 6 0,-1 3 1,2 3 484,1-4 0,0 6 0,0 1 0,0-2 1,1-5-88,0 0 1,0-5-1,0 5-231,1-5 1,1 4 0,-1 2 0,2-3 0,0-6-512,3 12 0,1-7 812,-2-8 0,0-3 0,-1 16 0,-8-36 0</inkml:trace>
  <inkml:trace contextRef="#ctx0" brushRef="#br1" timeOffset="-189418.73">20615 14514 22241,'13'-3'1624,"-4"4"-2070,5 28-2831,-6-5 1638,0 4 1,0 5 623,2 11 1,0 4 670,-2-9 0,0 2 0,0 2 141,-1-4 1,1 1 0,-1 1 0,0 1-318,-1 5 1,0 3-1,0-1 1,-1-3-270,0 0 0,0-3 0,0 1 95,-1 6 0,-1 1 0,-1-7 751,-1-8 0,0-4 102,0-5 1,-1 0-108,0 17 150,-1-23 1035,0 0-1002,6-16 292,-1-1 36,40 4 224,-14-4 1,4-1-249,-3 1 1,3-1 0,5 0-249,-3-2 1,5-1-1,3 0 1,3-1-1,0-1 1,1 1-65,-4 0 1,1 0 0,2 0 0,0-1-1,1 1 1,0-1 0,-2 0 0,-1 1 35,2-1 1,-3 0 0,0 1-1,0-1 1,0 0 0,2 1-1,2-1-83,-4 0 0,2 0 1,3 1-1,1-1 1,0 0-1,-1 0 1,-1 1-1,-2-1 1,-3 0-1,-5 1 216,16-2 1,-8 1-1,-1 0 1,2 0-69,-3 1 0,3-1 1,0 1-1,-1-1 1,-4 0-126,12-1 1,-4 0-1,-10-1 354,-1 1-321,-2-2 1,-2 0 11,-16 2-21,14-3-374,-18 4 210,2-2 0,-7 3 0,-2-1 0</inkml:trace>
  <inkml:trace contextRef="#ctx0" brushRef="#br1" timeOffset="-188722.73">23316 13662 21050,'-7'-4'-3277,"-1"4"4178,6 8-1949,1 9-167,6 29 584,0-11 0,1 4 130,1 7 1,1 5 339,-2-12 0,1 6 0,0-1 0,-1-4-777,2 9 0,1 0 660,-2-6 1,0 2 0,1-1-415,2-3 0,1 0 1,-1-5 109,-2-5 1,0 1 286,6 12 1,1 5 0,0-7-47,-5-16 0,0-2-151,6 13 1,0-2-262,1-2 737,0-6 1,-13-21-1,1-1 1</inkml:trace>
  <inkml:trace contextRef="#ctx0" brushRef="#br1" timeOffset="-187923.73">23553 14795 21530,'-7'-2'-1149,"3"2"1371,-18 23 23,2 3 1,-3 3-167,-1 2 0,-3 4-899,0 0 1,-3 5 0,-2 2 0,1-3 707,6-5 1,0-2 0,0 1-1,0 0-69,-3 5 1,-1 1 0,1-1 0,2-3 177,1-2 0,2-2 1,3-3-1,3-3 1,2-3-1,-3 5 1</inkml:trace>
  <inkml:trace contextRef="#ctx0" brushRef="#br1" timeOffset="-186935.73">21328 13913 20547,'-2'18'-3277,"1"-2"603,5 30 1933,1-5 1,1 4 265,-1 0 1,0 1 272,0-13 0,-1 0 0,0 1 111,0 4 0,0 0 1,-2 0-48,0 8 0,-1 0-458,1-7 0,-1 0 1,0-1-20,0 5 1,-1-5 525,0 5 0,3-14 0,-1-8 0</inkml:trace>
  <inkml:trace contextRef="#ctx0" brushRef="#br1" timeOffset="-186406.73">21414 14879 22619,'33'-7'2009,"-8"1"-1338,1 3-615,2-1 152,6-3 0,4-1-26,-2 0 1,3-1-95,-2 0 1,6-1 0,0-1 0,-5 2-24,5-1 1,3 0 12,-11 3 1,8-2-1,3 0 1,0 1-1,-4 0 1,-6 2-76,12-2 1,0 1-40,-7 1 0,7-1 1,5 0-1,1 0 1,-4 1-1,-7 0 53,2 1 1,-5 0 0,4 0-100,1 1 0,7-1 0,0 0 0,-1 0 0,-8 1-21,-5 1 1,-5 0 0,1 0-145,15-1 0,1 1 0,-10 0-246,-8 2-229,-5 0 0,-3 1 577,-14 2 0,1 1 0,-9-1 0</inkml:trace>
  <inkml:trace contextRef="#ctx0" brushRef="#br1" timeOffset="-185319.73">21269 14878 21743,'9'-17'-2302,"0"1"1814,-6 8-136,-11 37-205,0-9 785,-3 8 1,-5 9-1,2-5 21,2-7 0,-2 1 83,-6 11 1,-5 7 0,-2 1 0,4-6-316,-1-2 1,-1 0 316,4-6 0,-4 4 1,-1 2-1,0-1 1,2-4 56,-4 2 0,1-3 0,0 1 10,-3 3 1,1 0-1,0-1-86,3-4 0,0-1 0,5-3-150,-10 12 220,5-3 0,15-21 0,-2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06:55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3641 13615 10051,'-18'0'1709,"-2"-3"-1349,3 0 540,-4-4 89,5-1-719,4 0 0,3-1-91,30-7 1,23-5 0,8-1-147,-17 7 1,5-1 0,4 0 0,2-2 0,2 1 0,0-1-1,-1 0 1,-1 1-223,-1-1 1,0 0 0,0 0-1,0 1 1,0-1 0,0 0-1,1 0 1,0 0 168,-3 2 0,2-1 0,2 0 0,-1 0 0,0 1 0,-2 0 0,-2 0 0,-4 2 0,-4 1-670,25-10 1,-8 2-1,-30 10 690,-26 12 0,-19 4 0,-5 3 0,-4 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1:05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10626 3042 13110,'5'-8'2608,"-3"17"-2518,-1-3 0,-4 15 0,1-8 90,-2 4-180,-1 2 90,-2 6 0,-1 1 0,-2 8 0,-2-1-90,-1 3 179,-6 15-1507,4-12 1328,-4 13 90,7-17-778,0 1 778,1-2-90,1-1 0,1-4-100,2-4 100,0-3 0,2-4 0,0-1 0,0-3 1287,2-1-1287,0-1 773,0-3-773,1 4 236,-1-5-146,2 2-90,0-3 90,-1 0 90,1-1-90,-1 1 180,1-1-180,1 1-90,2-3 90,1 0-90,5-3 0,-2-1 0,2-1 0,0 1 90,1 0-90,2 0 0,1 1 0,10-2 0,-4 1 0,21 0 0,-13 1 0,16 0 90,6 1-90,-7 0 0,12 1-1066,-16-1 1066,-1-1 0,16 2-3039,-12-2 3039,9 2-7,-17-3 7,7 1 0,-10-1 0,7 0 0,-3-1 0,-4 0 0,0 0 802,-8 1-802,-3-1 3478,-6 1-3478,3 0 101,-8 0-11,0 0 0,0 0-90,0-1 90,-1 1 0,2 0-90,-2 0 90,0 1 0,0-1 0,0 0 270,0-1-180,-1-1-90,0-2 0,-3-1-90,1-3 90,-1 2-90,1-3 90,1-2-90,1-2 90,5-12-90,0 1-714,3-12 804,0 3-90,-1-2 0,2-6 0,-2 2-977,0-2 977,-2 4 0,-2 0 90,0-10-90,-3 7 0,-2 1-173,-3 13 173,-1 10 627,0 3-627,-3-4 1029,1 2-1029,-1 1 0,-2 1 0,2 7 207,-3 0-207,1 2 0,0 2 0,-1 1 0,0 0 0,-2 0 0,-6 2-89,2-1 178,-13 1-89,7-2 0,-20 2 0,8-3 0,-11 2 0,9-2-648,-3 1 648,5 0 0,-5 0 0,5 0 0,1 1-90,3 0 90,-4 0 0,7 0-90,-2 0 0,9 1-90,2 0 0,2 0-90,1 0 559,2-1-1008,-2 2 179,3-1-180,-1 2-2878,5-2 3598,1 2 0,2-2 0,0 1 0</inkml:trace>
  <inkml:trace contextRef="#ctx0" brushRef="#br0" timeOffset="856">11223 2765 15538,'-8'-5'720,"-1"0"-630,1 6 0,0 0 0,-1 1 0,2-1-90,0-1 89,-2 1-89,0 0 90,-5 0 0,0 0-90,0 0 90,1 0-90,6-1 90,0 0-90,-1 0 0,2-1 0,0-2 0,4-4 0,3 0 90,4-3-90,3 1 0,3-2 0,4-3 0,3-2 0,12-10 0,-7 6 0,14-8 0,-17 14 0,9-4 0,-13 9 0,6-2 0,-11 6 0,5 0 0,-9 4 0,3 2 0,-4 3 0,-2 2 0,0 10 0,-2-2 0,-2 18 0,-3-9 0,-1 9 0,-1-4 90,-1 1-682,-3 3 592,-1-2 0,0-4 0,-1-3-137,1-3 137,0-1 0,0-3 0,1-1 90,0-2-90,-4 1 0,4-5 584,-4 1-584,6-6 145,-2-1-145,2-2 0,-1-1 0,0-1 0,1-1 0,-1-1 0,2 0 0,0-1-180,0 0 0,1-1 0,0 1-269,2-1-901,-1 2 1350,2-2 0,7-4 0,1-3 0</inkml:trace>
  <inkml:trace contextRef="#ctx0" brushRef="#br0" timeOffset="1191">11840 2537 14639,'9'-8'180,"-2"1"89,-4 4 1,0-1 540,1 1-540,-7 8-180,-10 10 89,-4 6-658,-8 6 569,4-3-858,-4 3 858,-1 1-45,4-4 0,-1 1 45,-11 14-46,5-6 1,-1 0-45,-6 6 0,14-15 0,0 0-89,-9 7-91,5-3-90,0-2-90,6-4-719,-4 3 269,8-9-1349,-1 2-719,9-9 2878,1-2 0,1 3 0,0 0 0</inkml:trace>
  <inkml:trace contextRef="#ctx0" brushRef="#br0" timeOffset="1499">11843 2699 14189,'-1'6'989,"1"-2"-809,-8 24-90,3-10 0,-4 8 0,3-5-90,1 0 90,-3 3 0,0 1-90,-2 3 90,1-3-90,-2 6 90,4-10-360,-3 9 0,5-16-629,-2 7 89,3-12-1259,1 2 2069,1-6 0,2-2 0,-1-1 0</inkml:trace>
  <inkml:trace contextRef="#ctx0" brushRef="#br0" timeOffset="1842">11868 2738 13289,'2'-12'180,"0"2"0,0 5-90,1 2 90,1-1-90,1 1 0,1 0 90,2 0-90,1 1 0,2 0 0,1 0-90,1 1 180,8 1-180,-4 1 90,10 3-1,-12-1-89,4 3 90,-9-1 0,0 6-90,-4-2 0,-2 4 90,-5-3-90,-3 3 0,-2 0 90,-13 10-90,3-5 0,-21 13 0,13-15 0,-7 3 90,14-10-180,1-1 90,3-1 0,-2 0-180,5 0 0,-1-2-89,5-1-4858,2-1 5127,7 0 0,6-2 0,8 0 0</inkml:trace>
  <inkml:trace contextRef="#ctx0" brushRef="#br0" timeOffset="2453">12328 3181 13559,'9'-2'1439,"-1"1"-1259,-1 1 0,-1 0 90,1 0-180,-1 2 90,2 1 0,0 0-90,2 3 0,1 0 90,0 2-180,2 2 90,1 1 0,0 2 89,6 8-89,-4-2-90,4 6 90,-7-6-180,-1-2 0,-1-2-89,1 0-631,3 4 90,-3-6-359,3 2-990,-7-7 2069,4-1 0,-5-2 0,2-1 0</inkml:trace>
  <inkml:trace contextRef="#ctx0" brushRef="#br0" timeOffset="2715">12705 3179 13739,'-2'-10'540,"0"1"-180,1 3-1,0 1 1,-2-1-270,-3 7 0,0 1 0,-2 6 0,0 0 0,0 1-90,-3 3 90,0 2 0,-3 4-90,0 2 90,-3 3 0,-6 12-90,7-10 0,-7 9 90,11-15-180,-1 1 0,3-3-90,1-2-180,2-1-180,-1-1-89,2-2-1530,0-1-539,2-1 2698,0-2 0,0 3 0,-1 0 0</inkml:trace>
  <inkml:trace contextRef="#ctx0" brushRef="#br0" timeOffset="3041">12561 3104 14009,'5'-9'1169,"-1"10"-1079,-3 3 90,0 8-90,-2-2 0,1 2 90,-2 12-90,1-3 0,-1 9-90,0-6 90,0 1 0,0 0 0,0 12-90,1-11 90,0 18-270,1-22 0,0 5-180,0-10-90,0-2-179,0-1-361,0-3-989,0 0 1979,1 0 0,-1-5 0,1-1 0</inkml:trace>
  <inkml:trace contextRef="#ctx0" brushRef="#br0" timeOffset="3267">12322 3340 13199,'9'6'630,"-1"-1"-450,0-3 0,0 0-90,4-1 90,2 2 0,3 0-90,4-1-90,4 0-180,5-1-1770,4 0 331,3-2-180,0-2 809,0-2 990,-3-2 0,3-3 0,-1-2 0</inkml:trace>
  <inkml:trace contextRef="#ctx0" brushRef="#br0" timeOffset="4591">13549 2614 12570,'10'-4'2878,"0"0"-2878,-8 7 90,1 1 0,-3 4 0,0 2 0,-1 1-90,0 4 90,-1 1 0,0 5-90,-1 0 90,-3 19 0,1-11-706,-2 10 616,2-15-180,0-2 0,2-2-629,-3 5 179,2-8-2338,-4 7 1079,4-12 1889,0 0 0,0-5 0,1-2 0</inkml:trace>
  <inkml:trace contextRef="#ctx0" brushRef="#br0" timeOffset="5075">13728 2691 13020,'5'-7'629,"-1"0"-359,-1 3 719,-1 0-899,-13 19-90,3-6 90,-11 16 0,-2-3-90,3-3 0,-5 4 90,7-6-90,-5 3 0,6-5 0,-4 2-90,8-6 90,2-3-90,1 0 0,0-1 0,1-2 1,2 1-181,-2-2-180,2-1 360,4-8 90,2 1-90,5-5 90,-1 5-90,-1 1 90,4-1-90,-3 1 90,5 2-90,-5 2 90,1 1 0,-2 3 90,2 5-90,-2-1 0,3 10 0,-2-5 0,4 11 0,0-7 0,2 4 0,0-6 0,8 4 0,-3-6-90,6 3-90,-6-8-90,0-2-269,0-3-361,0-2-1348,7-4 2248,-4-2 0,11-7 0,-5-1 0</inkml:trace>
  <inkml:trace contextRef="#ctx0" brushRef="#br0" timeOffset="5835">13893 2937 12660,'3'9'719,"0"-2"-629,1-4 90,1-1 0,3 0-90,-1 1-90,3-1 90,-3 0 0,0 0 0,2-1 0,-1 0 0,3-2-90,-2-1 90,4-5 0,-5 1-90,1-5 0,-4 1 0,-1-1 0,-1-2 90,0-5-90,-2 4 0,-1-3 0,-2 6 0,-1 1 0,0 2 0,-6 1 0,1 5 0,-4 2 0,-7 13 0,3 2 0,-12 22 0,10-9-231,-2 11 141,10-13 90,2-1 0,3-2 0,1 0 0,1-2 0,2-1 0,2-3 90,3 5 0,1-7-90,2 2 90,1-9-90,1-2 320,2-2-320,2-3 90,10-5 0,-2-3 0,19-15-90,-13 2 0,-4-2 0,-1-2-751,1-6 751,6-13 0,-13 13 90,-3 1-90,-1 3-111,-4 4 111,-2 3 0,-1 4 0,-2 2 0,0 3 0,0-2 743,-2 6-833,1-2 209,0 11-119,1 0 0,0 5 90,1-2-90,2-2 0,-1-1 0,3 1 0,-2-2 0,1-1 0,0 0 0,0 0 0,4-1 0,-2 0 0,1 0 0,-3 0 0,-2 0 0,3 3 0,-4 0 0,1 3 0,-3 2 0,-2 2 0,-1 2 0,-3 12 0,0-4 0,-4 17 0,4-13 0,-1 6 0,2-11 0,1 0 0,1-2 0,0 4-90,1-6-180,1 3-89,1-8-2340,2 1 361,0-4 2338,2 0 0,0-6 0,1 1 0</inkml:trace>
  <inkml:trace contextRef="#ctx0" brushRef="#br0" timeOffset="6345">14503 2966 13739,'-5'-10'1889,"2"2"-1799,-2 11 0,2 0 0,-2 9 0,2-3 0,0 3 0,-1 1-90,0 2 90,-1 1 0,0 1-90,-1 1 0,0 1 90,0 0-90,1-1 0,-1-1 90,1-2-90,1-1 0,-1-1 90,1-3-90,0 0 0,2-2 0,0-1 0,0-3 0,5-10 0,1 0 0,6-11 0,2 0 0,2-2 0,4-6 0,13-15 0,-5 8-1819,8-10 1819,-9 13 0,-4 5 0,0 2 0,-2 3 0,-1 4 0,-3 4 0,-2 3 0,-1 4 0,2 3 90,-1 9 1728,-1 3-1818,-3 14 0,-5 2 0,-1 3 0,-3-2 0,-1-7 0,0-1 0,-1 1 0,1-2 0,0 6 0,0-3 0,1-1 0,0-1 90,1-12-90,1 2-629,3-6-631,6-5-988,-1 0 2248,5-11 0,-2-1 0,4-7 0</inkml:trace>
  <inkml:trace contextRef="#ctx0" brushRef="#br0" timeOffset="6947">14935 3007 14459,'-8'4'1889,"17"-2"-1709,-4-2-180,12-1 90,-8-1-1,0-1 1,-1-1-90,1-1 180,1-6-180,-1 2 0,2-10 0,-7 6 0,1-2 0,-5 4-90,-1 1 90,-4-1-90,0 3 90,-4 2 0,1 6 0,-3 2-90,1 4 90,-3 4 0,2 2 0,0 3 0,1 3-89,1 1 89,3 1 0,1-2 0,1 2 0,3 5 0,0-5 0,3 3 0,1-9 0,0-2 0,2-2 0,1 0 0,7-1 0,-2-4 0,12-3 89,-6-4-89,10-5 0,-4-4-511,3-3 511,1-4 0,1-5 0,0-5 0,-1-5 0,0-3-558,-10 9 0,-1-2 558,10-15-45,-9 8 0,-1 1-45,1-5 90,4-11-89,-10 23 89,-2 6 452,-4 9-452,-9 19 0,0 3 0,-6 16 0,1 1 0,-1 7 0,0 2 0,0 2-90,-3 17-174,8-25 1,-1-1 263,0 1 0,1-1-349,0 3 0,1-2 349,1 1-197,1 5 197,3-16 0,2-2 0,1 2 90,5 1 1328,0-4-1598,3-2 649,0-8-1188,-1-3-1360,3-1-1159,2-5 3238,5-4 0,8-8 0,5-3 0</inkml:trace>
  <inkml:trace contextRef="#ctx0" brushRef="#br0" timeOffset="7135">15668 3046 14279,'12'-2'-450,"-2"1"0,-3-1-2158,-1 1 2608,0 0 0,-3 1 0,0 0 0</inkml:trace>
  <inkml:trace contextRef="#ctx0" brushRef="#br0" timeOffset="7815">14109 3454 12840,'11'-11'449,"-2"2"-269,-2 4 90,-1 1-90,1-1 90,3 0 0,1-1-180,1 0 0,0 2 0,-4 2 0,1 0-1,3 1 1,-3 1 0,5 1-90,-7 1 90,2 1-90,-4 0 0,-1 1 90,-2 3-90,-1-1 0,-3 3 0,-2-1 0,-3 2 90,-8 5-90,1-3 0,-14 9 0,10-7 0,-6 2 0,8-4 0,0 0 0,-2 4 0,6-3 0,-5 9 0,12-9 0,-2 3 0,6-5 90,2 1-90,0 0 0,4 4-90,0-3 180,2 4-180,-2-5 180,2 5-90,-3-4 0,0 4 0,-3-6 0,-2 1 0,-2 0 90,-6 5-90,-1-2 0,-7 1 0,2-4 0,-1-3 0,-1 1 0,-1-1-90,-5 2-90,5-3-539,-7 3-1,13-6-1349,-2 0-179,8-4 2248,0 1 0,3-2 0,2 0 0</inkml:trace>
  <inkml:trace contextRef="#ctx0" brushRef="#br0" timeOffset="8103">14319 3661 15898,'9'8'809,"0"-1"-539,-2 2-90,1 1 0,1 2 0,2 1 0,0 2-90,1 0 0,0 1 90,2 3-90,2 0 90,6 9-180,-5-8-90,6 7-180,-11-14-90,3 4-180,-7-9-2878,2-1-719,-2-3 4137,0-1 0,1-6 0,-1-2 0</inkml:trace>
  <inkml:trace contextRef="#ctx0" brushRef="#br0" timeOffset="8284">14591 3673 15538,'-3'-8'-90,"-1"1"180,-3 8 0,-1 3 0,-4 5 0,-1 5 0,-1 3-471,-4 5 470,0 1 1,-1 2-207,-2 1 207,1 1-90,-1 0-720,-10 9 1,7-10-1530,-7 6-719,10-12 2968,4-4 0,1 3 0,2-3 0</inkml:trace>
  <inkml:trace contextRef="#ctx0" brushRef="#br0" timeOffset="8803">14818 3552 14998,'6'-9'1080,"2"3"-990,-2 6 90,4 1-90,-1 0 0,0-1 0,2 0-1,2 2 1,2 0-90,0 1 90,2-2-90,0 1 90,0 0-90,0 0 90,-1 0-90,-2 0 90,-1 0-90,1 0 90,-4 0-90,1 1 0,-6-1 90,-2 2-90,-6 3 0,-1-1 0,-10 8 90,3-5-90,-4 4 0,5-3 0,0 1 0,1 0 0,0 0 0,0 6 0,2-4 0,2 4 0,4-5 0,1 0 0,3 1 0,1 1 0,2-1 0,6 9 0,-1-6 0,4 7 0,-5-7 90,3 5-90,-4-7 0,1 5 0,-6-7 0,-1 0 90,-3 0 0,-3 0 0,-11 6 0,-3-2-90,-10 3 90,2-6 0,-3-1-90,-16 2-90,12-6-810,-20 4-269,26-8-1260,-5 1-1528,13-2 3957,4-2 0,-3 0 0,1-1 0</inkml:trace>
  <inkml:trace contextRef="#ctx0" brushRef="#br0" timeOffset="10820">16570 3393 15448,'-7'-9'1799,"0"1"-1259,3 3-90,1 1-360,11 3-90,-1 1 0,12 3 89,7-1-89,-2 0 0,14 1 0,-6-2 90,25 2-1651,-11-1 1561,-16-1 0,1 0 0,14 0-76,-1 2 76,-1-1 0,-1-1-622,-2 0 622,-4 0 0,3-1 0,-13 0 0,1 0 0,-12 0 0,-2-1 1419,-1 1-1419,-2 0-7,-2 0-83,0 0 668,-1 1-1208,-1-1-449,0-1-5847,-1 0 6926,0-1 0,-2 1 0,-2-1 0</inkml:trace>
  <inkml:trace contextRef="#ctx0" brushRef="#br0" timeOffset="11260">17224 3247 14099,'-7'-6'180,"0"0"539,4 4-449,1 6-90,3 2-90,2 4 90,2 0-90,1-2 0,1 0 0,1 2 0,2-1 0,1 1 0,1 0-90,2 0 90,2 1 0,8 2 0,-5-2 0,5 2-90,-1-3 89,3 1-89,-3-2 0,5 1 90,-15-6-90,6 3 90,-10-4-90,4 1 90,-7-2-90,2 0 0,-10 6 0,-1-3 0,-7 5 0,-2-3 0,-2 2 90,-3 2-90,-14 9-90,8-3-612,-11 6 432,12-5-90,2-3-899,-5 5-990,8-6-989,-4 1 3238,9-5 0,-2 3 0,0 0 0</inkml:trace>
  <inkml:trace contextRef="#ctx0" brushRef="#br0" timeOffset="12879">18210 2805 15088,'7'-2'720,"-2"2"-630,-3 8 0,-1 1 0,-1 1 0,0 2 0,-1 3-90,0 1 90,0 3 0,-1 2-90,0 0 90,-1 3-90,0 0 90,-1-1-90,1 0 89,0-3-89,1 0 0,0-2 90,0 3-90,0-6 0,0 2 90,1-6 0,0 0-90,0-2 90,4-11-90,-1-2 0,5-13 0,-3 4 0,1-5 0,0 0 0,0-4 0,3-11 0,-3 6 0,2-13 0,-4 17 0,0-1-90,-1 9 90,0 3 0,0 2 0,-1 1 0,1 3 0,1 1 0,0 2 0,4 5 0,-1 1 0,4 3-90,2 6 90,-3-2 0,10 13 0,-6-8 0,4 6 0,-4-6 0,2 3 0,1 0-159,2 2 159,-1-2 0,-1 0 0,-1-3 0,-2-2 0,0 0 0,-1-3 0,0 1 0,-2-2-90,-2-1-270,3 2 90,-5-4 70,2 0-6096,-5-4 6296,2-4 0,-3-1 0,2-4 0</inkml:trace>
  <inkml:trace contextRef="#ctx0" brushRef="#br0" timeOffset="13148">18576 2861 12840,'3'-9'1079,"0"1"-989,-1 10 90,0 1-90,0 6 90,-2-1-90,1 2 0,-2 1 0,1 2 0,0 3-1,0 1 1,-1 2 0,0 3-90,0-2 90,0 12-90,0-10-449,-1 16 89,1-17-90,0 4-270,0-10-2967,1 3 3687,0-6 0,3 6 0,-1-5 0</inkml:trace>
  <inkml:trace contextRef="#ctx0" brushRef="#br0" timeOffset="13634">18833 2872 12210,'0'-10'1349,"1"1"-629,0 4-270,1-1-271,0 2-2517,2 2 2338,-6 7 0,1-1 0,-6 6 0</inkml:trace>
  <inkml:trace contextRef="#ctx0" brushRef="#br0" timeOffset="14549">18842 2931 13559,'-3'-13'1349,"0"3"-989,0 5-270,-4 5 90,2 1-180,-5 4 90,3 2 0,-2 2-90,-1 3 90,0 2 0,1 2-90,-1 1 90,1 0-90,2 1 90,0-1-90,1 0 0,2-1 0,0-1 0,3-1 90,-1 0-90,4 3 0,2 0 90,2-2-90,2-3 0,0-6 0,2-2 0,0 0 0,0-3 90,6-2-90,-4-1 0,9-8 0,-10 2 0,7-13 0,-9 6 0,3-14 0,-7 10 0,0-7 0,-4 8 0,-2 0 0,-1 1 0,0 2 0,-2-3 0,0 5 0,-1-2-90,2 6 180,0 1-180,0 2 90,0 1 0,0 0-90,0 1 90,6 1 0,0 2 0,7 1 0,-2-1 0,0 1 0,1-1 0,0 0 0,0 0 0,0 0 0,-1-1 0,0 2 0,1-1 0,-1 1 0,1-1 0,-2 1 0,0 0 0,0 2 0,-1 1 0,-1 2 0,-2 0 0,0 3 0,-1 1 0,0 3 0,-3 6 0,1-2 0,-2 5 0,0-4 90,-3 6-90,1-5 0,-1 5 0,0-7 0,-1 2 0,2-4 0,-2 4 90,4-9-90,-2 1 180,2-3-1,1-1-179,6-7 90,-1-1-90,6-6 0,4-7 0,-3 3 90,6-7-90,-1 1 0,8-11 0,-4 6 0,4-6 90,-10 14-90,-2 2 0,0 1 0,-2 3 0,1 1 0,1 4 0,-2 2 0,0 5 0,-5 3 0,0 3 0,-2 3 0,-1 3 0,-2 2 0,-1 1 0,0 14 0,-1-9 0,-1 10 0,2-13 0,-1 1 0,2-4 0,0-1 0,0-1 0,2 3 0,1-7-270,3 5 91,0-11-631,6 1-2158,2-7-270,0-2 3238,3-3 0,3-6 0,1-1 0</inkml:trace>
  <inkml:trace contextRef="#ctx0" brushRef="#br0" timeOffset="14950">19664 2870 14189,'-2'-11'-90,"2"2"180,0 1 0,1 2 90,1 1-90,2 1 0,2 3 0,1 1 0,0 2-90,0 2 89,0 0 1,1 1-90,1 2 90,-1 2-90,1 1 90,-2 2-90,1 1 90,-2 1 0,-1 9-90,-2-5 90,-2 8-90,-3-6 90,-3 2-90,-2 2 90,-3 2-90,-1 1-353,-1-1 443,3-3-90,-2 1 0,2-2 0,0 1 90,2-4-90,0 5 0,4-8 90,-1 5-90,4-10-90,2 0 0,1 0 263,3-2-353,1 0-180,2 0 1,1-2-181,1-1-180,1-2-3147,8-1 3867,-4-3 0,11-4 0,-3-2 0</inkml:trace>
  <inkml:trace contextRef="#ctx0" brushRef="#br0" timeOffset="15199">20026 3148 14279,'-5'9'450,"0"4"-360,3-5 89,-1 10-89,2-6-90,-1 7 90,1-7 0,1 3-180,-1-1 0,1 0-90,0-1-179,1 0-181,0 0-449,0-2-900,1-1 270,0-1 1619,0-2 0,4 3 0,0-1 0</inkml:trace>
  <inkml:trace contextRef="#ctx0" brushRef="#br0" timeOffset="15447">20103 2918 13199,'2'-9'900,"1"2"-540,-1 1 89,-1 1-5845,1-2 5396,-6 9 0,4-4 0,-5 6 0</inkml:trace>
  <inkml:trace contextRef="#ctx0" brushRef="#br0" timeOffset="16015">20186 3162 14099,'6'-8'2249,"-1"0"-1890,0 5-179,0 5 0,-1 0-90,1 5 90,-2 0-90,0 1 0,0 2 0,-1 1 0,0 1-90,-1 2 90,0-1 0,-1 1-90,0 1 90,-1-1-90,0 0 90,-1-1-90,-1 4 0,0-5 90,1 5-90,0-10 0,1 3 0,5-8 0,1-5 0,2-4 0,0-5 0,0 1 0,1-2 0,1-2 0,1-2 0,1 0 0,0 0 0,0 0 0,1 1 0,-2 2 0,3-4 0,1 5 0,-2 1-90,3 9 90,-7 5 0,1 3 0,-3 2 0,-1 2 0,1 2 0,0 10 0,-1-4 90,1 7-90,-3-6 0,0 0 0,0 0 0,-1 0 0,1-2 0,-1-1 0,1 0 0,-1-3-90,0-1-90,2-1-270,2 3 90,-1-5-809,6 1 179,-3-6-1258,2 0-900,-2-4 3148,1-1 0,7-3 0,1-1 0</inkml:trace>
  <inkml:trace contextRef="#ctx0" brushRef="#br0" timeOffset="16589">20713 3291 14099,'2'5'2519,"-1"-3"-2430,10 2 1,-3-4 0,-2-1 0,-1 0 0,2-1 0,1-2 0,-1 1 0,4-6 0,-6 2-90,4-7 90,-6 4-90,1-5 0,-3 4 0,-1 1 0,1-1 0,-3 1 90,0-1-90,0 3 0,-2-1 0,-1 2 0,-1 1 0,0 2 0,-2 3 0,-1 2 0,-1 3 0,-2 2 0,-1 3 0,0 3 0,0 3 0,-1 4 0,1 2 0,1 3 0,1 0 0,4-2 0,1 8 0,3-8 0,2 7 0,3-10 90,3-1-90,1 0-90,8 3 0,-1-5 0,4 1 0,-2-7-180,-1-3-90,2-2-89,-2-3-1440,6-2-270,-5-4 2159,9-6 0,-5-5 0,4-5 0</inkml:trace>
  <inkml:trace contextRef="#ctx0" brushRef="#br0" timeOffset="17475">21105 3341 13919,'-3'-12'720,"0"3"-540,0 3-1,1 2 1,-1 0 0,-1 1 0,-1-1-90,-1 2 0,-1-1 0,0 2 0,-1 0 90,-5 2-180,3 1 90,-5 2 0,3 2 0,-4 5-90,3-1 0,-2 5 90,5-3-90,1 2 0,0-1-90,1 0 0,1 1 0,2-2-270,0 6 270,3-6-90,1 3 0,1-6 0,2 0 90,1-2-179,3 1 179,1-3-90,7 0 180,-4-3-180,11-2 180,-9-2-90,12-4 90,-10 0 0,4-5 0,-7 3 0,0-2 90,3-5-90,-4 3 90,4-6 0,-7 9-90,1 0 90,-4 3-90,0 3 90,0 5-90,-1 3 0,-1 4 0,-1 1 0,0-1 90,1 0-90,0-1 0,2 2 0,-1-1 0,2 0 0,-1-3 0,3 1 89,3-1-89,-1-2 90,2-1 0,-2-2-90,0-2 180,7-4-90,-5-1-90,4-3 90,-5 0-90,1-2 90,-1-1 0,4-9-90,-4 3 0,2-7 90,-5 5-90,-1 0 0,2-10 90,-4 8-90,2-12 0,-4 18 0,1-8 0,-1 14 0,-3-3 0,-3 15 0,1-1 0,-1 10 0,4-5 90,1 3-90,2-2 0,-1 0 0,4 1 0,3 0 0,1 0 0,2-2 0,-2-3 0,1-1 0,1-1 0,0 0 0,0 0 0,6-1 0,-4 1 0,2-1 0,-6 0 0,1 2 0,-4-1 0,1 1 0,-4 2 90,-1 5 0,-4 9-90,-2 0 0,-4 6 90,1-5-90,1 2 0,-1-1 0,1 1 90,0-1-90,-1 6 0,3-8 0,-1 4 90,3-10-90,1 0 0,1-2-90,1 1-630,5-1-179,-1-3-4228,8 0 5127,-4-6 0,11-3 0,-2-2 0</inkml:trace>
  <inkml:trace contextRef="#ctx0" brushRef="#br0" timeOffset="17657">21811 3452 13559,'2'8'540,"0"0"-360,1-4-540,0 0 360,0-1 0,-1-1 0,-1-1 0</inkml:trace>
  <inkml:trace contextRef="#ctx0" brushRef="#br0" timeOffset="18352">18802 3514 13199,'-9'-1'360,"1"-1"0,2 1 270,0 0 1169,0 0-1440,10 5-179,12-1 0,11 5 0,10-1 0,6 0-1741,-5 0 0,2 0 1606,-6-2 0,1 1 0,17 2 0,1 1-972,-8-3 1,0 0 926,6 1 0,1 0 45,3-1 0,1 0-547,-17-1 0,0 0 1,1 0 531,1-1 0,1 1 0,0-1-356,3 1 1,-1 0-1,1 0 326,1 0 0,1 0 0,0 0 116,-1 0 0,2 1 0,2-1-94,-1 1 1,4 0-1,0 1 1,-3-1-63,2 0 1,-1 1 0,1-1 61,-5 0 1,4 1-1,-2-1 1,-3 0-23,-3 0 0,-2 0 0,-2 0 0,0 0 0,-1 0 0,0-1 381,16 4 0,-1-1-336,-2-1 0,-2 1 317,-6-2 1,-2 1-363,-2-1 0,-1-1 0,-6 1 0,-1-1 0,-1-1 0,-2 0 787,21 4-787,-6-2 0,-11-1 2181,-5-1-2181,-6-1 817,0 0-817,-7-1 1558,1 0-1558,-8-1-8405,-1-1 8405,-16-2 0,-3-1 0,-14-3 0</inkml:trace>
  <inkml:trace contextRef="#ctx0" brushRef="#br0" timeOffset="31941">14931 4240 17067,'-2'9'180,"1"0"-90,0-3-90,0-1 0,-1 2 90,1 0-90,-3 7 0,1-4 90,-1 6-90,-1 2 0,2-4 0,-1 5 90,0-1-90,1-5 0,-1 6 0,1-9 0,1 3 0,1-5 0,0 0 0,0-1 90,0-1-90,-1 1 0,1-2 0,1 3 0,-1-3 0,0 1 0,2 0 90,1-2-90,1 0 0,1-1 0,1-2 0,2 1 0,1 0 0,2-1 0,1 0 0,2 1 0,12 0 0,-2-1 0,31 3 0,-18-2 0,19 1 0,-14 0-1121,1-1 1121,2 1 0,0 0 0,-1-1 0,0 1 0,-3-2-828,7 3 828,-14-2 0,9 0 0,-21-1 0,2 0 0,-10-1 90,2 1-90,-5-1 1019,1 0-1019,-5 0 930,0-1-930,0 0-180,0 0 180,0-1 0,-3 1 0,0-1 0</inkml:trace>
  <inkml:trace contextRef="#ctx0" brushRef="#br0" timeOffset="32352">15601 4462 14189,'-3'-9'630,"0"0"-451,5 4-89,4 3 0,3 1 0,3 3 0,-2 1-90,1 2 90,1-1-90,1 2 90,-1-1-90,-1 1 90,1-1-90,-2 1 0,4 2 0,-5-3 0,2 2 0,-5-2 0,0-2 90,-2 1-90,1-1 0,-2 0 270,2 1-270,-6 3 90,1-1-90,-6 2 0,-3-1 0,-3 2 90,-2 1-90,-5 3 0,0 3-385,-4 2 385,0 0 89,1 1-89,1 0 0,2-1-89,2-2-91,3-1-90,3-1-90,1-2-180,2-1-269,2-1 809,2 0 0,4-2 0,1 1 0</inkml:trace>
  <inkml:trace contextRef="#ctx0" brushRef="#br0" timeOffset="33883">16211 4414 12930,'1'-8'899,"0"0"-629,3 5-180,1-1 0,0 2 0,1 0 0,-1 0-90,0 0 90,1 0 0,3 0-90,-1 1 90,1 1 0,3 0-90,-3 1 89,4 1-89,-5 1 0,2 2 90,-4-1-90,0 1 0,-2 2 90,-2-1-90,-2 3 0,-1 5 0,-1-1 90,-2 4-90,1-4 0,-1 0 0,0-1 90,0 5-180,1-4 180,0 7-90,2-7 0,2 0 0,1-3 90,3-2-90,-1-4 0,4 2 0,-1-5 0,1 0 0,5-2 0,-3 0 0,4-2 0,-4-1 0,0 0 0,-1-2 90,2-3-90,-2 2 90,2-3-90,-5 4 90,0 1 0,-2 0 0,0 0-90,0 2 90,-1-1 0,0 1-90,2 5 90,0 3-90,1 3 0,-2 1 0,0-2 0,1 0 0,0 1 0,1 0 0,1-1 90,0 0-90,0 0 0,5-1 0,-2-2 90,8-1-90,-7-3 0,8-5 90,-7-1-90,4-3 90,-2-7 0,-4 1 0,2-7-1,-7 3 1,2-11 0,-4 6-90,1-7 90,-5 3 0,0 7-90,-1-4 0,0 10 0,-2-1-90,1 5-90,0-1-539,0 8-720,-2 1-810,0 6-629,0 1 2878,0 3 0,2 3 0,-1 3 0</inkml:trace>
  <inkml:trace contextRef="#ctx0" brushRef="#br0" timeOffset="34577">16785 4518 14998,'10'1'720,"1"-1"-450,-6 2-180,3-1 0,-4 1 90,3-1-180,-1-1 180,-1 0-180,4-1 90,-4 0-90,2-3 89,-2 1-89,0-4-89,-1 0 89,0-2 0,0-1-90,-2-1 90,0 0-90,-1 1 0,-1-2 90,-1 2-90,0 0 0,-1-1 0,-1 4 90,-1-1-90,-4 5 0,1 4 90,-4 3 0,-2 9-90,4-2 90,-4 8 0,6-5 0,0 1-90,2 0 90,0 8 0,3-7 0,0 6-90,2-8 90,1-1 0,1-1 0,2 0 0,0-2-90,1-1 90,1-1 0,1-1 0,1-1-90,5-1 90,-2-2 0,3-2 0,-2-2 0,-1-2 0,7-5 0,-4 0 0,5-7 0,-5 2 0,6-8 0,-6 3 0,3-5 0,-7 8 90,-2 1 0,-1 3 0,-1 0 0,1-1 0,-2 4 90,1-1-180,-4 14 0,-2 1 90,0 8-90,-4 6 90,2-4-90,-1 6 0,1-5 90,0-1-90,1 1 0,0-3 0,0 1 0,1-2 0,0 1 90,0-2-90,2 0 0,1-2 90,1 0-90,2-3-90,0-1-90,5-3-450,2-4 90,2-3-2338,2-10 180,-7 2 2698,2-7 0,-5-6 0,0-2 0</inkml:trace>
  <inkml:trace contextRef="#ctx0" brushRef="#br0" timeOffset="34844">17101 4262 14369,'4'-9'539,"1"2"91,-3 3 360,1 0-990,0 6-270,-1 1-90,-1 6-270,-1-1-1259,0-2 1889,0 0 0,1-3 0,0-1 0</inkml:trace>
  <inkml:trace contextRef="#ctx0" brushRef="#br0" timeOffset="36177">17279 4531 13289,'2'-8'1170,"-1"0"-900,-1 0 89,0 0 1,-1-1-90,0 2 90,-1 0-180,1 1 269,-1-1-269,-1 0 0,1 2 180,-1 1-270,-3 5-90,1 1 90,-2 4 0,4 0-90,-1 0 90,0 1-90,0 2-90,1-2 90,1 2-180,1-3 90,2 2 0,0-3 90,3 1-90,-1-5 0,9-3 90,-4 0-90,5-5 90,-5 2 0,0-1 0,1-2 0,-1 1 90,1-1-90,-2 2 90,0-1-90,-1 2 90,0 0-90,-2 1 90,1 2-90,0 2 0,0 4 0,0 3 90,-1 4-90,-2 2 0,-1 14 0,-1-5 90,-3 29-90,1-17-938,-3 15 938,3-13 0,-2-3 0,2-2 0,-2 7 0,1-13 0,-1 7 0,2-10 0,0-7 0,0 3 0,0-9 848,0 0-848,-2-4 0,-2-4 0,-2-6-90,0-3 90,-1-2 0,1 1 0,-1 0 0,1 0 0,-2 0 0,2 1 0,0 0 0,1 2-90,0 0 90,1 0 0,1 1 0,1 1 0,0 0 0,5-1 0,0 0 0,4 0 0,1 1 0,2-1 0,3-1 0,1-1 0,2-3 0,5-3 0,0-2 0,5-4 0,-2-2 0,12-14 0,-8 2-770,-4 3 1,-1-1 769,5-12 0,-9 14 0,-2 1 0,4-9 0,-3 0 0,-1 4-717,0-10 717,-5 13 0,1-3 90,-7 16-90,2-2-90,-2 6 1503,0-3-1413,-3 23-90,-4 8 90,-1 13 0,-4 5 0,-3 10-209,-1-7 209,-3 12 0,4-16 0,0 0-507,0-3 507,1-1 0,1-5 90,0 2-180,2-7 90,1 1 0,2-8 994,1-3-994,0 0 475,0-1-565,2-2-90,2 0 0,3-3-89,7-5 179,0-2-90,9-10 0,-7 5 90,9-11 0,-8 7-90,9-10 90,-11 11 90,3-3-90,-7 8 90,0 1-90,-1 2 90,-1 1-90,4 2 90,-3 2-90,3 4 90,-4 1 0,3 7 0,-3-3 0,4 12 0,-4-9-90,3 10 90,-4-9 0,4 7 0,-4-10-90,4 5 0,-1-7 90,0-2 0,1-3 0,-3-5-89,7-6 89,-3 0 0,6-7 0,-1-4 0,1-2 0,8-19 0,-5 3 0,5-9-90,-9 8-1212,4-14 1302,-7 12 90,4-10-438,-9 20 348,-1 5 0,-1 5 0,-1 1 0,-1 7 90,0 0 1147,-7 31-1237,2-4 45,-4 11 0,0 4-45,0 5 0,-5 17 0,3-16-713,-2 16 713,2-13 45,3-11 0,0 0-678,1 1 633,0 2 0,4-14 0,0-1 0,1-3-90,2-1-360,3 0 0,0-5 770,2-1-4187,2-8 4046,-1-1 1,6-11 0,-2-1 0</inkml:trace>
  <inkml:trace contextRef="#ctx0" brushRef="#br0" timeOffset="36401">18031 4370 14729,'13'3'629,"-2"-1"-449,-2-3-90,-1 0 0,2-1 90,2 1-180,-1-1-90,2 0-270,-1 1-180,0-2-2608,5 0 900,-5 1 2248,3-1 0,-1 1 0,0-1 0</inkml:trace>
  <inkml:trace contextRef="#ctx0" brushRef="#br0" timeOffset="36782">18340 4415 13649,'8'-6'1259,"-2"1"-449,-2 1-90,-1-1-1,-1 0-359,-4-1-180,-3 2-90,-1 2 90,-3 2-90,2 3 0,-1-1-90,-1 3 90,2 0-90,-1 2 0,0 0 0,1 1-90,2-1 90,1 0-90,1 1 0,1-2 0,1 1-90,1 0 0,1 0 0,1 0 0,1 1-90,1-1 1,1 0-1,0 1 90,0 0-90,1 1 90,-1 0 0,1 1 0,-2 0 0,1 0 90,-2 2-90,-2-1 91,-2 2-1,-2-2 0,-2 2 90,-5-2-90,-3 1 0,-2-1 90,-2 0-90,0-1 90,-6 4-180,7-4-90,-2 1-1169,8-1-360,5-3 1799,0 1 0,8-1 0,0-1 0</inkml:trace>
  <inkml:trace contextRef="#ctx0" brushRef="#br0" timeOffset="37466">19317 4723 12750,'-13'-4'719,"0"1"-449,6 3-90,0 2 90,0 0 90,-2 1-90,0 0-1,-8 1-89,5-3-90,-5 1 0,3-1 0,-1-1 0,0 0 0,-2-1 0,1 0 0,-1 0-90,1-2 90,-1 1 0,2-2-90,0-1 90,3 1 0,-5-3-90,8 2 90,-6-6-90,10 3 0,1-3 90,7-3-90,2 3 0,6-10 0,4 3 90,15-16-90,-11 12 0,2 0-452,-2 0 1,1 0 451,1-2 0,0 1 0,8-9 0,-3 2 90,6-10-90,-10 10 0,3-8 90,-12 13-90,-3 2 180,-2-4-180,-3 8 89,-3-8-89,-3 13 0,-3-3 0,-2 7 0,-2 2 0,-1 2 903,-2 3-903,-1 1 0,-2 3 90,2 3-90,-2 1 0,1 4 0,-3 11 0,5-3 0,0 10-238,6-5 238,3 2 90,2 6-90,3 2-834,3 5 834,2 1 0,3-1 0,0 0 0,2-3 0,-1 1-290,2-2 380,-2-1-90,-1-4 0,4 13 0,-7-15 0,3 9 0,-7-14 0,0 7 0,-2-6 0,-1 10 0,-1-13 0,-2 2 211,0-7-211,0-1 826,-1-1-915,1-2 323,-1 0-324,-1-1-180,1-1 1,-1 0-721,-1 0 91,2-1 899,-3-1 0,5-2 0,-1 0 0</inkml:trace>
  <inkml:trace contextRef="#ctx0" brushRef="#br0" timeOffset="38385">20185 4232 14459,'-1'-11'360,"1"1"-91,-1 2 361,2 2 90,-2-2-181,1 1 91,0-1 179,-1 1-719,-1 19-90,0-2 90,-4 23 0,-1-3-90,-4 9 90,-2 4-1035,3-9 0,0 0 945,-7 18-45,6-17 0,0-2-926,-5 13 791,1-5-146,1-3-34,-5 10 270,6-14-180,-7 13 90,11-25 91,0 1-1,4-13-90,0 0 1658,1-4-1478,-1-7 1059,5-7-1059,2-5 0,7-11 90,2 3-342,5-8 252,0 5 90,11-11-90,-5 11-659,8-10 659,-9 16 0,-1 3 0,-1 3 0,0 3 90,-2 3-180,-2 3 90,0 3 0,0 2 0,-1 4 0,-1 2 421,-1 3-421,-1 3 690,-3 1-690,-2 1-90,-4 0 90,-1 0-90,-3 0 0,-2 0 90,-2 1-179,-2-1 89,-2 0-90,-1-2 0,-2-1-90,-6 0 90,3-3-180,-12 0 270,11-6-180,-10 0 181,13-3-1,-3-1 0,8 0 0,0 1 0,1-1-90,2 0-90,-2 0 180,11 2 90,-1-1-90,10 2 90,-1-2 0,1 1 0,2-1 0,1 0 90,9-2 0,-3-1 180,21-5-90,-16 1 180,24-11-1120,-21 5 940,9-8 180,-3-4-180,-9 3-726,7-8 726,-13 7 0,5-8 90,-5 3-180,-1 3 0,-6 6 0,-7 12-90,-1 7 90,-5 5 785,-2 10-875,-3 1 0,-3 7 90,-5 16-90,1-5 272,-1 9-272,6-16 0,0 6 0,4-10-90,2 10-90,6-13 90,2 0-540,6-5 91,-3-10-2430,9-3 91,-7-7 2985,6-4 0,-2-7 0,2-3 0</inkml:trace>
  <inkml:trace contextRef="#ctx0" brushRef="#br0" timeOffset="38644">20549 4328 17877,'8'3'-720,"-1"1"360,-3 2-629,-2-1 449,1 0-269,-1-2-1440,3 0 2249,2-1 0,4-2 0,3-1 0</inkml:trace>
  <inkml:trace contextRef="#ctx0" brushRef="#br0" timeOffset="39465">20878 4744 16528,'-6'-14'539,"-1"3"-449,0 8 90,-2 1-90,-3 1 0,-1 2 0,-2 2-90,-1 2 90,-1 2 0,-2 2-90,-1 3-211,1 3 121,-1 0 90,4 1-90,1-3-180,1 5 180,5-4-90,-1 6 0,8-10 0,5 6 212,2-8-212,11 1 90,-5-5 0,15-4 0,-9-2 90,6-4-90,-6 0 180,11-10 0,-8 3 0,6-5 180,-4-2-180,-7 6-1,2-4 1,-7 7 0,-2 2 0,0 2 0,-2 1-90,0 1 90,0 1-90,-1 2 0,0 3 90,2 4-90,-2 2 0,1 4 90,-3 0-90,0 2 0,-1 1 0,-1 2 0,1 1 90,-1 0-90,1 0 0,-1-2 0,1-1 0,0-2 0,-1-1 90,1-2-90,-1-1 0,2-2 0,0 0 0,1-3 0,1-2 0,2-1 0,1-3 0,2-2 0,7-9 0,0-1-90,13-17 90,-9 7-777,5-10 777,-10 8 0,-2-1 0,1 0 0,-4 0-90,0 2 90,-2 2 0,-2 5 0,-2 3 0,-1 3 0,0 1 0,-2 2 687,1 2-777,-2 1 90,1 11 0,-2 7 0,1 6 0,0 0 0,-1-3 0,3 1 0,1 8 0,2 2 0,3 5 0,-1-6 0,0-5 0,-3-5-90,0-2 90,1-1 0,-2-1 0,-1 0 0,0 4 0,-2-1 0,-2 2 0,-4-3 90,0-1-90,-3 1 0,-1-1 0,-7 4 0,4-3-90,-5 2 0,7-6 0,0 0-449,-2 1-631,1-2-2068,1-1 3238,2-3 0,6-2 0,-1 0 0</inkml:trace>
  <inkml:trace contextRef="#ctx0" brushRef="#br0" timeOffset="40156">21548 4879 14819,'-10'-1'3148,"18"0"-3058,-4 0-90,14-3 90,-9 1 0,0-1-90,-1-1 90,1-2-90,0-1-90,3-8 90,-2-4-90,0 0 0,-4 1 90,-5 6-180,-3-3 90,-1 4 0,-5 0 90,0 7-90,-3 5 90,-1 5-90,-9 13 90,3 1-599,-5 11 599,7-5-90,2 4 90,1-1 0,0 12 0,6-11-265,0 5 265,6-15 0,1-3-18,3 0 18,1-1 581,3-3-581,2-2 0,9 0 0,-4-4 0,8-1 0,-5-5 282,2-2-282,2-2 0,3-4-487,2-3 487,1-5 0,1-1 0,-1-3 0,2-4 0,9-14 0,-10 7 0,-6 4 0,-2 1 0,0-2 0,7-14 0,-14 22-90,1-5 90,-8 14-90,1 1 0,-5 5 90,-9 14 0,4-4 506,-6 11-506,6-6 0,1 0 0,-2 7 0,3-3 0,-1 5 0,3-4 0,0 1 0,2 1 90,-1 1-90,2 2 0,-1-1 90,1 3 0,0-2 0,-1-1 0,-2 1 90,0-2 0,-3 9 0,-2-7-90,-1 6 0,-2-10-1,0-1 1,-1-2-90,-1-1 90,0 0-270,-2-1 1,0-2-1081,-5 3-359,3-4-809,-2 1-990,7-5 3418,1-1 0,1-2 0,1-1 0</inkml:trace>
  <inkml:trace contextRef="#ctx0" brushRef="#br0" timeOffset="40340">22362 4953 16797,'4'-10'1799,"1"2"-1259,-2 2 0,0 1 179,0 0-89,-1 0-4408,1 2-270,-2 7 361,-8-2 3687,-2 2 0,-19-9 0,-2-4 0</inkml:trace>
  <inkml:trace contextRef="#ctx0" brushRef="#br0" timeOffset="43557">860 7096 16348,'6'-14'989,"-1"0"-809,-1 2 90,0-2-90,-2 7 90,2-7-180,-1 5 89,2-1-89,0 1-90,-1 1 90,2 0 0,1-1 0,7-2 0,-1 2-90,4-1 0,-4 3 90,1 2-90,6-1 0,-5 2 0,4 1 90,-7 3-90,-1 0 0,1 3 0,5 4 0,-5 1 0,3 4 0,-6 2 0,-1 4 0,0 14 0,-2-1 0,-3-2 0,-1 1 0,-1 8-544,-1-7 1,0-1 543,0 2-751,0 19 751,1-21-90,0 7-95,0-14 185,1-3 0,0-4 0,1 3 977,1-5-977,0 0 821,0-7-821,4-2 225,-1-4-225,4-2 0,-2-4 0,2-4 0,1-3 0,2-5 0,0-3 0,1-3 0,6-14 0,-7 7 0,6-14 0,-12 21 0,3-1-90,-5 9 90,-1 6 0,0 1-90,1 9 90,0 3 0,0 5 0,0 3 0,1 1 0,1 3 0,0 2-90,1 0 90,4 8-90,-2-7 0,3 5 90,-3-9-180,5 0 91,-3-5-1,5-2 0,1-8 90,-4-3-90,7-4 90,-4-6 0,1-3-601,1-7 601,-2-3 0,0-8 0,-2-5-90,-1-8 90,-3-2-1536,-3-5 1536,-3-1 0,-3 2 0,-3 23 0,-1 1-90,-2-26 90,-1 1 0,-3 5-761,2 9 761,0 7-91,0 0 1,1 14 26,0 2-386,1 23 1269,1 2-2168,-1 13 40,3 0 1309,1 20 0,0 1 0,0-13 0,0 0 0</inkml:trace>
  <inkml:trace contextRef="#ctx0" brushRef="#br0" timeOffset="44288">1797 7109 14279,'-2'-8'180,"1"0"180,0 1 179,0-1-359,1-1 360,-1 1-180,2 0-91,0 3-179,1-2 90,1 3 90,5 0-180,1 5-90,4 1 90,5 8 0,-4-1-90,4 4 90,-4 1-90,1 4 0,-1 3 90,1 3-90,1 8 90,-6-7-90,1 14 0,-6-17 90,-2 6-90,-1-11 0,-2-1 0,0-2 0,0-1 90,-1-2-90,0-1 0,0-1 0,0-1 90,0-1-90,-1 0 0,0-1 90,-1-2-90,-3-7 0,3-1 0,-1-8 0,6 0 0,0-2 0,3-4 0,2-5 0,8-18 0,-2 5 0,1 4 0,1-1-1106,3-5 1106,-6 12 0,0 0 0,5-6 0,7-14 0,-1 3 0,-1 3 0,-5 9-151,-6 11 151,-2 6 0,0-1-90,-2 4 90,-3 4 0,1-1 1088,-3 4-1088,1 9 169,-2 1-169,-1 11 0,-6 17 0,-3 14 0,0 3-1253,-1 3 1253,4-17 0,1 1 0,0-4 0,3-3 90,3 7-90,1-12 0,5 13 0,0-21-90,8 7-90,-2-14-90,3-1-180,-3-7-1079,7-4-899,-5-2 2428,14-8 0,-8-2 0,7-6 0</inkml:trace>
  <inkml:trace contextRef="#ctx0" brushRef="#br0" timeOffset="44899">2653 7016 16797,'4'-9'540,"1"2"-360,4 3-90,3-1 0,7-2 180,21-4-180,-5 0-986,13-2 986,-13 4-90,1 0-410,-2 1 500,0 0-90,-2 0 90,-2 2-90,-4-1 89,-4 3-89,-4-1-89,-2 1-1,-2 0-90,-2 1 752,-1-1-932,-3 0 464,-1 0-643,-2-1-2700,-3 1 3239,-5-5 0,-6 0 0,-5-4 0</inkml:trace>
  <inkml:trace contextRef="#ctx0" brushRef="#br0" timeOffset="45201">2930 6737 15268,'-3'-10'540,"0"0"-270,1 5 0,0 0 449,0 0-89,-1-1-180,0 1 269,-1 0-629,1 10 0,1 1 0,1 10 0,3 0 0,0 4 90,3 23-180,1-7 90,2 17-661,-2-15 571,0 0 90,3 14-90,-2-13 0,2 9-90,-4-20 0,0-3-450,3 7 180,-2-11-899,6 9-2609,-2-13-179,0-1 4047,1-6 0,-1-5 0,0-1 0</inkml:trace>
  <inkml:trace contextRef="#ctx0" brushRef="#br0" timeOffset="45868">3338 6553 16078,'-3'-11'540,"-1"2"-271,0 1 1,1 2 90,0 0 270,0 1-361,0 0 181,1 1-90,-2-2 450,2 1-810,7 14 179,-2-1-179,8 25 90,-6-10-90,2 14-435,-3-6 435,0 5 0,-2 0-89,0 16 89,-2-15-90,0-8 0,0 0 0,-1 1 0,1 7-90,0-8 180,0-9-90,0 3 0,1-4 0,-1-7 90,1 2-90,-1-8 525,-1 0-435,-1-15-90,1 5 90,1-18 0,2 10 0,1-5 0,3-5 0,-2 5 0,3-5 0,-3 6 0,2-1 0,0 2 0,0 0 0,2 1 0,0 1 0,0 0 0,3 1 0,6-4 0,-1 5 0,5-3 0,-5 7 0,8 0 0,-6 3 0,7 1 0,-5 5 0,0 1-90,1 2 90,3 4 0,-3 0 0,9 12 0,-11-6 0,4 7 0,-13-8 0,-1 7 0,-5-5 0,-4 11 0,-5-10 90,-5 5-90,-1-6 90,-14 7-90,6-8 90,-21 8 0,17-14-90,-7 1 90,9-6-90,3-1 0,-5-1-90,2-1-90,3-2-180,3-1-180,9-1-269,1-1-3149,2-1-179,5-6 4137,2 2 0,9-10 0,1 1 0</inkml:trace>
  <inkml:trace contextRef="#ctx0" brushRef="#br0" timeOffset="46216">3803 6317 15088,'12'-2'90,"-2"1"0,3 7 0,-1 1 90,16 14-90,-5-2-1120,10 11 1120,-8-3 0,-1 3 0,0 2 0,-1 5-45,-10-12 0,-1 2 45,7 21-641,-9-19 1,-2 0 640,0 17 0,-6-2-90,-4 6 90,-8 1-90,3-23 0,-2-1 44,0 0 1,-4 0 0,-12 13 0,-2-1-45,3-8 0,-1-1 45,-10 10 0,-2-2-45,7-11 0,-2-1-30,0-3 0,-2 1 0,2-2-105,-8 3 1,1 0-718,5-5 0,-2 2 0,2-3 492,-3 0 1,1-1-811,4-2 1,0 0-1002,2-2 0,0 0 2171,4-2 0,-1-1 0,-9 3 0,-1-1 0,-2 0 0,1 1 0</inkml:trace>
  <inkml:trace contextRef="#ctx0" brushRef="#br0" timeOffset="46852">1286 6565 14459,'-10'6'0,"1"0"90,1-3 0,-1 1 0,-2 2 179,-9 4-179,3-1 90,-15 12-90,11-4 0,-6 8 0,7-4-615,3 6 525,2 4 90,2 10 0,1 5-90,1 10 45,7-28 0,-1 1 0,2 2 0,0 0-454,0 0 1,0 2 453,0 15 0,1 1-496,0-13 1,1 2 450,0 2 0,1 4 0,1-1 45,1 8 0,2-1 0,0 0 0,0-1-800,3-3 0,0-3 755,-1-14 0,1-2 0,9 27 217,2-4-307,3-5-90,3-5-214,3-5-55,0-7-91,2-5-51,0-7-1478,3-4 1277,0-5 792,2-5 0,6-6 0,5-3 0</inkml:trace>
  <inkml:trace contextRef="#ctx0" brushRef="#br0" timeOffset="50384">457 7778 14908,'3'-11'360,"1"2"-270,1 6 0,1-1-90,3 0 90,0 0 0,3-1-90,1 1 90,3-2-90,2 0 90,2 0-90,4-3 90,8 0-180,-6 1 0,5 0 0,-13 4-90,-1-1 0,-3 1-180,-2-1 91,-1 1-91,-2 1-270,-2 0 630,-2 1 0,-2 1 0,-1 1 0</inkml:trace>
  <inkml:trace contextRef="#ctx0" brushRef="#br0" timeOffset="50834">595 7623 12570,'-3'-8'1529,"0"0"-1439,9 5 0,-1 2-90,8 3 90,-2-1 0,1 0-90,3 0 90,1 0-90,1 0 0,1 0 0,1 1 90,-1-1-90,-1 0 0,4 2 90,-2-2-90,-2 1 90,-1 0-1,-9-2 91,2 0-180,-12 6 0,2-4 0,-12 11 90,4 1-180,-2 1 90,1 2-180,2-3-179,-1-1-181,0 3-359,-2 0-2699,-8 10 3598,3-5 0,-11 11 0,4-7 0</inkml:trace>
  <inkml:trace contextRef="#ctx0" brushRef="#br0" timeOffset="51658">456 7899 12930,'7'2'2698,"-1"1"-2428,-4 1-90,1 3-90,0 0 90,1 3-90,1 3 0,0 2 0,3 7 89,-1 5-388,3 5 299,-3 5 90,3 7 0,-1 5-1207,-5-20 0,1 0 1117,0 2 0,-1 1-1,1 0 1,0 3-238,-1 1 0,1 4 1,-1 0 237,2 5 0,0 1 0,0 0-804,0-2 0,-1 0 0,1 0 744,0-1 0,0-1 0,-1 0 60,4 13 0,-2-4-629,0-11 1,0 1 583,1 11 0,0-2 69,-2-15 0,0-2-114,-1 0 0,0 0-107,0-2 0,0-1 107,0-1 0,-1-1 1175,4 20-1175,1-5 0,-3-10 1615,1 4-1525,-2-6-90,1-4 1582,-2-4-1582,-1-11 1592,0 1-1592,-1-6 1207,0-2-3816,-1 0 900,-3-14-629,1 6-1080,-3-12 3418,2 11 0,-3-5 0,0-2 0</inkml:trace>
  <inkml:trace contextRef="#ctx0" brushRef="#br0" timeOffset="53951">927 10098 14189,'-8'-5'90,"1"2"180,2-1 179,1 2-89,-1 0-270,0 3-90,0 0 90,1 4-90,1 0 90,-1 2-90,0 2 0,-1 2 90,1 2-90,-2 7 0,2-3 90,-1 6-90,3 0 0,1-6-270,2 10 0,0-12-90,2 5-809,0-4-900,-1-3 2069,1 3 0,-1-7 0,-2 1 0</inkml:trace>
  <inkml:trace contextRef="#ctx0" brushRef="#br0" timeOffset="54307">956 9995 13469,'4'-13'270,"0"3"180,-3 4-180,1 0 269,0 2-269,-1-3 0,0 3 0,1-1-180,9 7-90,-3-1 90,6 4-90,-4 1 0,0 0 90,3 4-90,0 1 0,7 13 0,-3-2 90,6 24-90,-12-16-479,-1 11 569,-10-9-90,-4 0 0,-3-4 0,-3 1 90,-7 15-90,3-13 0,-1-2-90,-10 11-225,8-14 0,-1-1-405,-9 11-1528,-5 6-901,13-17 3149,2-3 0,0 2 0,1-2 0</inkml:trace>
  <inkml:trace contextRef="#ctx0" brushRef="#br0" timeOffset="55391">942 10829 14279,'-4'-10'270,"3"-1"-180,5 9-90,2-1 0,2 3 0,-2 0 90,3 0-90,-2 0 90,5 1-90,-5-1 0,1 0 0,-1 2 0,-2-1 0,1 2 0,-2-1 0,-1 6 0,-2-1 89,-1 6-89,-2-2 0,-2 4 0,-8 13 0,0-4 0,-5 11 0,-5 1 0,7-10 90,-8 12-90,11-20 0,0 3 0,3-4 0,3-5 0,0 2 90,4-6-180,1-1 180,2-1-90,1 0-90,1-2 90,3 0-179,1-1-271,4-1 90,-1-1-90,4-1-2068,0-2 989,-3 0 1529,1-1 0,2-3 0,-1-1 0</inkml:trace>
  <inkml:trace contextRef="#ctx0" brushRef="#br0" timeOffset="55753">1151 10814 13649,'-3'-11'1080,"-1"1"-631,3 3-269,1 0-90,3 3 90,1 0-90,6 5 0,-2 0-90,3 3 90,-2 1-90,2 2 180,4 10-90,-1 7-180,0 4-370,-5 4 370,-6-7 0,-5 21 0,-2-9-1156,-5 15 1246,-3-10-90,0-12 0,-1 0-271,-10 15 226,2-10 0,0-1-135,-4 1-898,-7 5 449,11-18-1350,3-2 175,2-3 1894,4-3 0,-3 1 0,1 1 0</inkml:trace>
  <inkml:trace contextRef="#ctx0" brushRef="#br0" timeOffset="56379">961 11816 14998,'3'-11'720,"0"1"-630,-1 5 0,1-1 0,0 2 0,2-1-90,0 2 180,4-3-180,-2 3 90,5-3-90,-4 4 90,1-1-90,-2 2-90,-1 0 0,1 1 0,0 1-90,0 1 0,1 2 0,-5 0 90,2 2 90,-5 2-90,-2 2 0,-1 0 90,-1 1 0,-1 2-90,0-2 90,-2 7 0,3-7-90,-3 10 90,5-10 0,0 5-90,4-1-90,1-4-179,4 9 89,-1-9 90,4 3-90,-3-4-90,3 3 180,-3-3 1,1 3-91,-4-1 0,-3 3 180,-2-2 0,-9 7 0,1-7 90,-6 4-90,2-5 0,-1 0-180,-1 0-539,2-2-630,1 0 1349,3-2 90,0-1 0,-2 0 0,1 0 0</inkml:trace>
  <inkml:trace contextRef="#ctx0" brushRef="#br0" timeOffset="56695">1217 11680 12210,'-4'-12'1439,"1"2"-1079,1 0 0,1 3 179,0 0 1,0 1 180,0 0-540,9 13 0,-3-2-180,9 15 90,-6-4-1,2 5 1,8 16 0,-4-6-858,5 13 768,-7-10 0,0 3 90,-2 1-90,-2 2-53,-4-12 0,-1 1 98,-3 1 0,-1 1-45,0-1 0,-2 1 45,-2-1 0,-1-2-1315,-8 13 1270,-2-2-180,-2-3 3,-1-6-452,0 0-721,-1-4-988,-1-2-1020,0-3 3358,2-4 0,-3 1 0,3-2 0</inkml:trace>
  <inkml:trace contextRef="#ctx0" brushRef="#br0" timeOffset="58034">1017 12983 14279,'4'-11'360,"-1"1"-270,-1 4 0,0 1-1,1-1 91,0 3 0,0-2 180,0 1 180,1 0 359,-2 0-809,-1 10-90,-1-2 90,-3 11 0,1-5-90,-2 3 90,0 1-90,0 0 0,-1 2-90,-4 5 0,3-4 0,-3 4 0,4-8-90,-1 0 0,0-2 1,1-1-1,1-1-180,-2 0-270,1-1 360,-1 0-1349,3-3 1529,6-7 0,-1 1 0,7-5 1,-5 4-1,3 1 90,1 1-90,-1 0 90,2 0 0,-3 0 0,2 0 0,-2-1-90,0 0 90,1-2 0,0-1 0,2-3 0,-1 1 0,1-4 0,-3 3-90,0-1 180,2-5-90,-2 4 0,1-4 0,-3 5 0,0 0 0,-1 2 0,0 1 0,0 0 90,0 0 0,-2 12-90,1-1 90,-3 10-90,-1 5 0,1-3 0,-1 7 89,2-6-89,0 1 0,2-2 0,0 1 0,0-1 0,1 0-179,1 3-91,-1-5-270,2 1-1169,-3-9 720,1-2 989,0-1 0,0-3 0,1 0 0</inkml:trace>
  <inkml:trace contextRef="#ctx0" brushRef="#br0" timeOffset="58349">1219 12777 14189,'0'-10'1709,"1"2"-1349,2 4-180,3 3 0,2 3-91,4 3 91,0 2-90,5 5 0,0 2-391,3 6 391,0 0 0,8 17 0,-7-6-1483,5 12 1393,-12-10 90,3 17-201,-6-10 111,-1 12 0,-9-13-637,-3-10 0,-2 2 637,-6 18-45,-1-4 0,-3 0 0,3-18 0,0-1-45,-5 9 0,-1 0-269,-9 9-244,-3-2-1061,7-15 0,0-1-1844,-12 12 3508,13-16 0,0-2 0,-10 6 0,2-4 0</inkml:trace>
  <inkml:trace contextRef="#ctx0" brushRef="#br0" timeOffset="64621">1629 10003 13110,'5'-9'1529,"-8"5"-1529,-2 5 90,-7 4 0,4 1-90,-1 0 89,-2 2-89,0-1 0,-1 2 90,1 0-90,0-1 0,1 2 0,1 0 90,2-1-90,1 1 0,2 0 90,2 0-90,3 0 90,2-1-90,2 1 0,4 0 0,3 0 0,3-1 90,1-1-90,9 0-90,-6-1 90,5-1 90,-4 0-90,-6-2-90,3 1 90,-7-1 0,-1-1 0,-2 1 0,-1 1 0,-2 0 0,-3 1 0,-1 1 0,-7 7 90,0-2-90,-6 4 0,-6 4-180,-1 0-179,0 1-901,-1 1-719,11-10-89,0 1 2068,6-7 0,1 0 0,2 0 0</inkml:trace>
  <inkml:trace contextRef="#ctx0" brushRef="#br0" timeOffset="64885">1828 10185 14189,'3'-8'1169,"-1"0"-269,0 3-900,3 7 90,-2 0 0,2 8 0,-3-2 0,0 2-90,0 1-90,0 1-90,1 0-540,0 5-719,0 0-3238,2 2 4677,-1-6 0,0-4 0,-1-5 0</inkml:trace>
  <inkml:trace contextRef="#ctx0" brushRef="#br0" timeOffset="65118">1935 9811 14189,'0'-9'450,"0"0"-270,1 2-810,-1 1 90,-2 24-2248,1-13 2788,0 19 0,3-19 0,1 1 0</inkml:trace>
  <inkml:trace contextRef="#ctx0" brushRef="#br0" timeOffset="66310">2266 10113 13199,'-6'-12'1170,"1"3"-900,-2 2 89,1 3 91,-3-2-180,1 3-90,-2-1-90,3 3 90,-1 2-90,-1 1 90,-1 3-90,-3 2 0,-1 2 89,-6 9-179,5-4 90,-12 17 0,13-14-180,-6 12 0,12-15 0,0 6 1,6-9 89,0 0-90,4-5 90,0-1-90,6-3 90,-1-2 0,3-3-90,1-3 90,0-2 0,2-3 0,-1-1 0,0-3 0,0-1 90,-2-2-90,0 1 180,2-10-91,-5 8-89,2-4 90,-5 12-90,0 2 0,-1 1 90,0 3-90,1 6 0,0 10 90,0 4-90,-1 11 0,-3-2 0,1 8-496,-2 4 316,1 4 90,-2 0-360,-1 16 270,1-14 45,0-11 1,-1-1-46,1 3-90,-1 7 180,0-20 0,1 0 0,-1-11 0,-2 1 90,1-5 0,-4-2 0,1-4 406,-2-3-316,2-2 0,-1-1 0,0-2 0,1 1 0,-1-2 90,3 2-90,0-1 0,0 0 0,1 1 0,2 0-90,0 1 90,2-1 0,1 1-90,1-1 90,7-4-90,-1 2 90,12-10-90,-5 8 0,7-7 90,7-6-90,-7 4-806,8-8 806,-11 6 51,1-2-51,-2-2 0,-1-2 0,6-16-248,-6 10 248,-3 6 0,-1 1 90,1-1 0,5-11-90,-12 23 0,1-1 871,-4 10-871,0 0 41,-2 2-41,0 1 270,3 7-270,-3 2 0,2 8 0,-2-1 0,-2 4 0,1 1 0,-1 2 0,0 11 90,-1-7-180,-2 19 90,1-19 0,-2 15 0,2-19 0,0 4 0,1-11 0,0-1 0,0-1 0,0-2-89,1-1 89,3-10 0,1-7 0,4-6 0,-1-6 0,2 0 0,-1-1 0,1-1 0,1-5 0,-2 10 0,0-5-90,0 8 90,-3 4 0,1 0 0,-2 6 0,1 3-90,-1 1 90,5 4 0,-3 3-90,3 3 90,-3 2 0,-1 0-90,1 1 90,-1 1-90,0 1 90,0-1-90,-1-1 90,0-1-90,1 1 90,-2-2 0,1-1-90,0-4 90,3-8 0,2-3-90,1-5 90,0-2 0,-2 2 0,2-2 0,-1 1 0,2-1-90,0 2 90,0 2 0,1 2 0,-2 1-90,5 3 90,-5 4 0,2 3 0,-4 3 0,-1 4 0,1 13-90,-2-3 90,0 9 0,-3-6 0,-1 1 0,0-2-90,2 10 0,-2-10-180,3 5-89,-3-11-91,2-2-180,0-2-3507,3-1 4137,-2-3 0,9 0 0,-2-4 0</inkml:trace>
  <inkml:trace contextRef="#ctx0" brushRef="#br0" timeOffset="66876">3142 10036 13649,'-5'-9'810,"1"1"-630,-1 5 89,-1 1 91,1 0-180,-4 2 90,-2 2-180,0 1 90,-7 8 0,3 3-90,-1 2-90,1 2 90,5-3 0,1-1 0,0 6 0,3 0-90,0 1 0,5-5 0,0-6 0,3-1 0,-1-2 0,3 0-90,2-1 0,0-3 90,2-1-90,-1-3 0,0-3 0,1-1 0,1-3 0,2-9 0,-2 2 0,1-8 90,-4 5-90,-1-1 90,-2 0-90,0 1 0,-1 0 90,-2 1 0,1 1-90,-2 3 90,1 0-90,0 2 90,-1 2 0,1 1-90,0 1 90,0 0 0,3 2 0,-1 1 0,3 0 0,0 3 0,1-1-90,0 2 90,7-2 0,-3 0 0,4 0 0,-3 1 0,1-1 0,-2 2 0,1-2 0,-2 2 0,0-1-90,5 3 180,-5 1-90,4 2 0,-6 2 90,-1 1-90,-1 4 90,1 10 0,-2-2-90,0 9-227,-3-6 317,0 1-90,-1-1 89,0 0-89,1-2 0,-1 0 0,1 7-89,0-9-1,1 4-540,0-6 180,1-6-359,-1 0-3239,2-6 4048,1-4 0,-1-2 0,2-3 0</inkml:trace>
  <inkml:trace contextRef="#ctx0" brushRef="#br0" timeOffset="67118">3341 9667 14729,'-2'-11'2158,"1"2"-1438,-2 3-990,1 3-449,-3 5-631,2 1-4406,-2 4 5756,3-1 0,1-3 0,0-1 0</inkml:trace>
  <inkml:trace contextRef="#ctx0" brushRef="#br0" timeOffset="67639">3607 10023 15988,'-12'-5'1079,"2"1"-899,3 3 0,1 1 180,-6 3-270,2 2 0,-5 3 90,3 2-90,-1 1 0,-1 3-1,-3 8-89,4-4-89,-2 14-1,9-13 0,0 4-90,5-9-270,3 5 270,0-5 0,3 2-90,0-8 90,1-1-89,1-3-91,8-5 180,-2-2 90,7-5-180,7-16 90,-6 2 90,9-16-413,-10 4 413,-7 6 0,-1-1-1029,6-19 1074,-8 17 0,0 0-44,1-19 89,-5 13 0,-1-2-90,2-16 135,-3 8 0,-2 0-45,-1-1 0,-1 19 0,0 0-141,-2-9 141,1 16 0,-1 1 0,0 15 0,-3 11 357,0 7-357,-3 15 0,1 6 79,-1 11-79,1 5 0,4-14 0,0 1-2701,0 20 2701,1-21 0,1-2 0,1 13-638,2-3 638,2-3 0,2-3 90,3-4-90,0-4 90,7 1-90,-3-11 0,5 2-90,-2-11-180,1-3 470,1-3-1190,0-3-988,1-4 1978,15-9 0,-6-5 0,12-8 0</inkml:trace>
  <inkml:trace contextRef="#ctx0" brushRef="#br0" timeOffset="67841">4192 9915 18416,'11'3'-3058,"1"0"-2788,-9-1 5846,-1 4 0,-7 1 0,-4 2 0</inkml:trace>
  <inkml:trace contextRef="#ctx0" brushRef="#br0" timeOffset="68912">1711 11169 14549,'9'-3'180,"0"1"-90,-4-3-90,1 0 89,0-2 1,1-1-90,1-2 90,5-9-90,-4 3 0,4-7 90,-5 5-90,0-1 0,-2-2 0,-1-1 0,-2-1 0,-1 1 90,-1 1-90,-2 1 0,-1 2 0,0 1 0,-1 2 0,-1 1 0,-1 1 0,1 5-90,-1 1 90,-1 7 90,2 5-90,0 1 0,5 7 0,2-5 0,9 8 0,7-5 0,1-1 0,4-3 0,-5-6 0,1 0-90,1-2 180,2-2-452,3-2 452,-2 0-180,1-1 90,-5 0 0,-4 1 90,2 1 0,-5 1 0,3 0 0,-9 3-90,2 3 272,-6 1-182,0 9-90,-2-1 0,-1 5 90,-1-3-180,2 10 0,-1-5-90,2 7-180,0-9-89,1-1-181,0-1-1439,2-2 2069,3 1 0,4-2 0,4 1 0</inkml:trace>
  <inkml:trace contextRef="#ctx0" brushRef="#br0" timeOffset="69478">2310 10990 15538,'6'-8'450,"1"1"-270,0 3-90,1 0 180,5-3-180,-2 0-1,3-2 1,-1-3 0,-2 2-90,2-9-90,-6 7 90,-1-6-90,-3 6 1,-2-5-1,-1 4 0,-3-1 0,0 5 0,-6 2 0,1 5 0,-11 6 0,6 4 90,-7 9 0,6 2-90,-2 5 90,0 14 0,6-9-90,-2 17-90,10-14 90,2-2 0,8 1 0,0-17 90,7 1-90,-2-10 0,12-6 90,0-5-90,22-15 90,-13-1 0,10-10 0,-12 1-407,-10 7 0,0-3 407,1-4 0,-2-1-865,1-1 0,-1 1 865,-2-2 0,-2 2 0,3-15 0,-10 19 0,0-1 0,3-11-426,-1-10 426,-8 29-100,-1 1 100,-3 12 559,-7 14-559,-6 23 0,-2 3-90,-2 15 844,8-9-664,0 1-90,4-11 0,0 1 246,-1 27-246,0-3 0,5-2-247,1-27 157,3 4 90,0-13-180,1-2-90,1-3 823,1-3-3251,5-3 1148,-1-4 1550,4-2 0,3-7 0,0-1 0</inkml:trace>
  <inkml:trace contextRef="#ctx0" brushRef="#br0" timeOffset="69970">2916 10874 14369,'6'-11'3328,"-1"2"-3148,-3 12-90,0-1 90,0 9-90,-2-1 0,1 2 89,-1 9-179,1-3 90,0 6-90,1-6 0,0-1-90,1 0 0,0-1 1,0-3-91,2 0-90,4-1 90,-2-3-180,8-2 90,1-10 90,1-3-89,12-17 89,-4-7 90,2-6 45,-13 11 0,-3 0 135,2-5 90,2-13-90,-9 23 89,0-2-89,-3 11 0,-2 2 360,1 2-450,-4 20 90,2-2-90,-3 17 0,2-7 90,1 2 0,2 12-90,1-7 0,3 7 90,4-5 0,6-4-90,0-3 0,5-8 0,-5-10-360,13-5 0,-8-3-359,11-5-541,-9-4-1498,1-4-570,-2-3 3328,-2-2 0,-4-5 0,-1-3 0</inkml:trace>
  <inkml:trace contextRef="#ctx0" brushRef="#br0" timeOffset="70468">1835 11776 14009,'7'-11'-540,"-1"2"540,-1-1 90,-1 1 90,1-1 360,0-2-180,-1 2-1,0-2 271,0 1-360,-2 4 0,1-1 269,-1 4-359,0-2 0,0 1-90,2-1 90,-1 3-90,2-2 90,3 1-90,2-2 0,2 1 0,5-2 0,1 1 0,7-1-90,0-1 90,18-6-450,-5 2 0,0 0-989,-6 3-1170,-19 5-1528,2 0 4047,-9 2 0,-4 1 0,0 1 0</inkml:trace>
  <inkml:trace contextRef="#ctx0" brushRef="#br0" timeOffset="70718">1978 11706 16168,'8'-6'629,"1"3"-539,-6 4-90,2 4 90,-3 2 0,2 2-90,-1 1 90,0 4-90,-1 0 90,1 4-90,-1 9 0,0-5-90,-1 7-180,-1-8 1,1-2-271,-1 1-90,0-3-539,0 0-3598,1 3 4767,-1-6 0,0 9 0,0-7 0</inkml:trace>
  <inkml:trace contextRef="#ctx0" brushRef="#br0" timeOffset="71987">2173 11904 14729,'-2'-10'899,"-1"1"-449,1 3 269,0 1-449,-1-2 270,1 2-90,-2-2-180,2 2 89,-2 1-269,-2 4 0,1 1 0,-2 5-90,2-1 90,0 2-180,0 1-90,-1 4-90,2 0 91,0 1-1,3-2 0,1-5 0,2 0 0,0-2-270,0 0 270,4-2-90,-1-1 91,4-3-91,-2-1 90,2-2-270,0-2 360,8-10 0,-6 6 0,5-7 180,-10 8-90,0 1 180,-2 1-90,0 1 90,-1 0-90,-1 1 90,0 1 90,0 2-180,0 6-90,0 0 90,0 6-90,-1 1 0,1-3 89,-1 4-89,2-4 0,-1 0-89,0-1 89,1-1-90,1 0 90,3-3 0,0-2-90,2-3 90,-1-1-90,0-2 90,6-6 0,-4 0 0,11-11 0,-10 8-90,4-5 90,-3 4 90,-3 2-180,-1 0 90,-2 5 0,-3 5 0,-4 13 0,0-3 0,-3 10 0,2-4 0,-1 2 0,1 1 0,-1 0 0,1 0-90,0-2 90,0 0-90,0-1 90,1-1-90,-1-1-90,1-2 90,1 0 90,4-14 0,1 2-90,2-11 90,-1 2 0,1-2-90,0 1 90,1-2 0,0 1 0,-1 1-90,5-2 90,-4 5 0,2-1-90,-4 7 90,0 2 0,-1 1-90,2 4 90,-2 0 0,1 4 0,2 5 0,-4-3-90,3 5 90,-3-4-180,3 3 1,-1-4 89,1 2-90,-2-5 0,0 1 0,2-3-90,0-1 90,0-2-90,2-2 90,0-1-89,2-2 89,0-3-90,1-2-90,7-10 180,-2 1 90,3-7-90,-5 2 180,2-14 0,-5 7 0,0-9 90,-7 13 360,0-9 90,-2 3-270,0 0-1,-1 8 181,-1 6 0,0 4 0,-1 1-360,-2 15 89,-1 10-89,0 8-90,0 3 90,1-2 0,-1 2 0,0 14 90,-2 5-180,1-1 0,1-3 90,0-11 0,0 7-90,0-8 0,1 5 0,0-11 90,0-2-90,2-1 0,-1-2 0,0-2 0,1-1 90,0-2-90,0 2 180,0-2-180,3-13 0,-1 0 0,7-21 0,-2 8 0,2-6 0,2 0 0,0 1 90,3-3-90,0 4 0,-1 2 0,3-1-90,-5 7 90,2 0 0,-4 7 0,-2 2 0,-1 3 0,2 4 0,-4 1 90,2 10-90,-5-1 0,1 5 0,-2-3 0,-1 2 0,1 0 0,-1 2 0,1 6 0,1-5 0,0 4-90,1-10-90,1-1-270,0-2-179,0-2-721,2-2-629,1-2 1,0-2 1978,2-1 0,4-4 0,1-1 0</inkml:trace>
  <inkml:trace contextRef="#ctx0" brushRef="#br0" timeOffset="72875">1802 12791 14279,'-5'3'3238,"3"1"-3148,-14 17 90,-4 12-180,5-7 90,2-1 0,1 2-90,-1 5-785,-1 8 785,8-14 0,2-3 101,2-2-281,3-1 0,2 0 0,2-1-90,4 3 90,2-3-270,12 7 271,-7-9-181,12 5 180,-13-12 90,3 1 0,-9-5 0,0 0 684,-3-1-594,0 2 90,-3-1-90,-3 4 0,-4-2 0,-5 5 0,-7 3-360,-4 5 1,-1-1-361,1 0-1349,6-6-449,2-2 2518,3 0 0,-3 2 0,1 3 0</inkml:trace>
  <inkml:trace contextRef="#ctx0" brushRef="#br0" timeOffset="73989">1995 13276 14099,'1'-11'1079,"0"2"-269,-1 1-450,-1 1 269,0 1 1,-1 0-270,-1 2 0,-1 0-271,-4 5 1,1 1 0,-4 4 90,1 1-180,1 2 90,-1 0 0,1 2-180,-3 6 0,4-4-180,-2 8-89,7-6 89,1 0-90,4-3 90,0-5 0,4-1 0,0-1-89,1-2-91,5-1 180,-2-3-90,7-2 180,-8-2 0,4-3 1,-3-3 89,-4 1 90,2-10 0,-5 7 0,-3-12 90,-3 5 0,-3 0-1,0-1 1,2 10-90,-2-2 90,3 6 0,0-2-180,1 2 90,2-1-180,4 2 180,0 0-89,4 1-1,-1 0 0,2-1 90,0-1-90,1-1 0,1-2 90,0 0-90,5-8 180,-3 3-90,2-6 0,-6 3 90,-1 0 0,-1-2 90,-1 1-91,0 0 91,-1 1 0,-1 1-90,0-1 90,-1 3 0,1 0-90,-1 3 90,-1-1 0,1 5-90,-1-1-90,1 14 90,-1 3-90,-1 12 90,-1 7-90,-1 9 90,-2 11-627,0-9 0,0 3 582,-1 4 0,0 1-45,1 1 0,-1-1 0,2-3 0,0-3-584,1-10 0,1-1 584,0 20 0,2-14 0,1 0 90,1 12-90,1-11 0,1-1 0,2-1 0,2 5-67,-3-21-23,0-5 90,-1-2-90,3-2 1009,-2-6-1009,4-1 1482,-2-9-1482,0-2 178,-3-5-88,-4 1-90,0-3 90,-2-1 0,-1-3 0,-2-1 0,-1-2 0,-3-3 0,0 1-323,-2-1 323,-1 1 0,1 3 0,-1 0-12,1 4 12,0 2 0,0-3 0,2 6 0,-1-4 0,3 8 0,1 1 322,1 0-322,-1-2 13,1 2-13,1-3 0,2 4 0,0-1 0,2-1 0,1 0 0,1-2 0,0-1 0,6-9 0,-2 4-90,5-10 90,5-6 0,-3 4-1139,5-8 1139,-7 10-90,-1-2-444,1 1 444,-3-1 0,0 1 90,0-1 0,-3 4-252,-1-1 252,-2 4 0,-1 3 0,-1 1 1052,-1 1-1052,1 2 590,-2 1-590,1 3 193,-1 1-193,1 1 0,-2 1 0,1 0-90,-1 2 90,0 21 0,0-4 0,-2 37-90,2-14 90,-1 0 0,1 1 0,1 10-1052,0-6 1,0-1 1051,2 6 0,1 8 0,-1-21 0,3 5 0,1-4 0,0-2-269,2-4-541,0-12 90,0-3-3687,-1-5 4932,2-8 1,-1-5 0,2-5 0</inkml:trace>
  <inkml:trace contextRef="#ctx0" brushRef="#br0" timeOffset="74207">2296 13059 14099,'4'-9'450,"7"-2"-360,-2 6 0,5-2 0,-2 1-1,1 0-268,1 0-631,6-2-269,-6 2-810,4-1 1889,-4 2 0,-2-1 0,3-1 0</inkml:trace>
  <inkml:trace contextRef="#ctx0" brushRef="#br0" timeOffset="74801">2484 13016 15988,'-8'7'1169,"3"3"-1079,3-2 90,2 3-90,0-1 0,-2 3 90,-1 10-90,0 5-90,0 0-90,0-2 0,0-8-90,0-1-180,0 2 180,0-4 0,0 2-89,1-8-1351,1 1 1531,1-23-1,1 4 90,2-21 0,0 10 0,1-2 90,1-8-90,0 8 0,0-4 89,0 6-89,-2 3 0,1 2 0,0 6 0,0 5 0,3 8 0,0 3 0,1 4 0,-3 0 0,-2-3 0,0 0 0,1-1 0,-1 0 0,2 0 90,-2-2-90,4-1 0,0-9 0,1-1 0,1-6 90,-3 3-90,2-7 90,-2 4 0,4-8-90,-5 10 90,2-1-90,-3 5 0,-1 2 90,2 2-90,0 5 0,2 9 0,-3 1 90,0 13-90,-3-8 0,1 8 0,-2-7 0,1 7 0,0-8-90,0 4 0,0-10-90,1 0-179,0-3-91,0-1-270,1-2-1259,0-2 1979,1-2 0,6-6 0,2-1 0</inkml:trace>
  <inkml:trace contextRef="#ctx0" brushRef="#br0" timeOffset="75040">2805 13081 13469,'-4'-10'1260,"1"2"-901,0 2 1,1 2 180,-1 0-270,-2-1 90,2 2-181,-4 0-89,1 3 0,-2 2 90,1 1-180,0 3 0,-1 1-90,0 3-180,0 1-449,-1 7 179,3-4-179,1 4-1620,3-5-629,3 0 2968,0-1 0,3 3 0,2 2 0</inkml:trace>
  <inkml:trace contextRef="#ctx0" brushRef="#br0" timeOffset="75248">2803 13172 13829,'2'-12'-360,"-1"0"360,-1 0 0,0 2 90,0 1 0,0 0 90,0 2-90,-1-1 0,2 2-90,5 12 90,-2 0-90,7 19 0,-6-10 0,3 6 0,-2-7 90,4 7-180,-2-6-270,7 7 0,-5-11-89,3 0-541,-4-6-629,0-2 810,1-2 809,-1-2 0,4-4 0,2-1 0</inkml:trace>
  <inkml:trace contextRef="#ctx0" brushRef="#br0" timeOffset="75485">2980 12984 14549,'8'-5'449,"-1"1"-269,3 9-90,-2 1-90,1 0 90,0 2 0,2 1 0,0 1-90,1 1 90,-1 1-180,0 0-90,-1-2-270,0 1-179,-2-3-1530,0 0-449,-3-1 2608,1-2 0,-1 0 0,-1-1 0</inkml:trace>
  <inkml:trace contextRef="#ctx0" brushRef="#br0" timeOffset="75648">3127 13024 14639,'-3'-9'1349,"-1"0"-719,1 7-361,-6 6 181,-7 15-270,-2 4 0,-4 11-90,5-6-90,0 2-1062,0 0 163,1-1-810,1 0-540,0 0-809,2-3 3058,1-2 0,-1 3 0,1-2 0</inkml:trace>
  <inkml:trace contextRef="#ctx0" brushRef="#br0" timeOffset="79158">1544 7791 10141,'-10'-8'1439,"0"1"-359,5 5-271,-2 0-269,1 2-90,-1 0 89,-1 0-359,-1 1 90,2 0 180,0 0-90,1-1-90,0 2 269,1-1-449,10 0 0,3-1 0,17-1 0,4-2-1397,15-2 1397,6-1-45,-21 2 0,1 1-45,1-2 0,1 1-771,1-1 1,1 0 770,0 0 0,1-1-858,4 1 1,2-1 902,0 0 0,2 0-45,3-1 0,1 1 0,0 0 0,1-1 0,0 0 0,0 0-764,1 1 0,1-1 764,0 0 0,0 0 0,0 1 0,-1 0 0,1 0 0,-1 0 109,-5 1 0,-1 0-64,-1 1 0,-1 0-45,-5 1 0,-1-1 87,-2 2 0,-1 0-87,24-3 0,-7 1 1518,-1 0-1428,-18 1 270,8 0-180,-23 3 2413,6-2-2503,-12 2 785,2-1-785,-4-1 1522,-1 1-1522,0 0-360,1 0-270,0-1-359,0 1-1800,-1 1 2699,-2 2 0,-6 0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18:48.8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1209 1875 9691,'5'-14'2429,"-1"12"-2159,-6 21-90,-1 20-180,2-15 0,0 2 0,3 0 0,1 0 0,8 10 0,34-18 0,-10-24 0,6-10 0,-2 1-1093,-6 4 1,-1 0 0,3-3 897,0-2 0,2-3 0,3-2 0,0-2 0,0 0 180,-3 0 0,0-2 0,1-1 0,0 0 0,0-1 0,1 1-100,-1 0 1,0 0-1,0 0 1,0 0-1,2-1 1,1-2-10,-2 3 0,2-2 1,1 0-1,1-1 0,0 0 1,-1 1-1,-2 1 0,-1 1-251,-1 1 0,-1 0 1,-2 2-1,0 0 0,0 0 1,0 1 374,6-4 0,0 0 0,0 0 0,-1 2 0,-4 1 0,8-4 0,-4 2 0,-2 2 0,-7 4 0,0 0 0,0-1 0</inkml:trace>
  <inkml:trace contextRef="#ctx0" brushRef="#br0" timeOffset="7255">889 3249 7623,'4'-11'2248,"0"1"-1438,-3 6-630,1 27 0,-3 21-135,0-3 0,-2 7 0,-1 5 0,1 3-369,1-17 1,1 2-1,-1 2 1,1 2 0,-1 1-1,0 1 1,1 1 0,-1 0 332,0-2 0,0 1 0,0 1 0,0 1 0,-1 1 0,1 0 0,0 0 0,0 0 0,0-1 0,0-1-49,0 2 0,1 1 0,0-1 0,-1 0 0,1 0 0,0-1 0,0-1 0,0 0 0,0-2-73,0 7 1,-1 0 0,1-1 0,0-1 0,0-2 0,0-2 0,0-4 112,1 7 0,0-4 0,0-4 0,-1-6 0,0 1 0,-2-14 0,0-20 0</inkml:trace>
  <inkml:trace contextRef="#ctx0" brushRef="#br0" timeOffset="8313">702 3126 7982,'32'-7'360,"0"-1"0,15-4-288,-16 7 0,6-1 0,5 1 0,3-1 0,2 1-482,-8 1 0,2 0 1,1 0-1,3 0 1,0 0-1,1 0 0,0 0 1,0 0 333,-1 0 0,1 0 0,0 0 0,0 0 0,1 0 1,1 0-1,0 0 0,1 0 0,1 0 83,-6 1 1,0 0-1,2 0 1,0 0-1,0 0 1,1 0-1,0 0 1,0 0 0,0 0-1,0 0 1,-2 1-1,1-1 9,0 0 0,1 1 1,0-1-1,0 1 1,0-1-1,-1 1 0,0 0 1,-1-1-1,-1 1 1,-1 0-1,-1 0-4,10 0 1,-1 0 0,-2 0 0,-1 0 0,0 0 0,0 0 0,1 0 144,-2 0 0,2-1 1,1 1-1,0 0 1,-1 0-1,-4 0 1,-3 0-1,-6 0 268,9 1 1,-8-1 0,1 1 173,12-1 1,2 0 0,-12 1 649,-12 0-439,7 0-450,-21 1 0,4 3 2141,-8 3-2411,10 30-90,-10 10 22,-4-13 1,0 6 0,0 5-1,-2 3-181,-2-9 0,0 4 1,-2 2-1,0 2 0,1 0 1,-1-1-1,0-1 159,1 4 0,0-1 0,1-1 0,-1 1 0,-1 2 0,1 3 9,-2-9 0,1 1 0,-1 3 0,0 0 0,0 2 0,0-1 0,0 1 0,0-2 0,0 0 0,1-3 2,0 3 0,1 0 1,-1-2-1,1 0 0,0-1 1,0 0-1,0-1 0,-1-1-11,1 7 0,-1-2 0,0-1 0,0 0 0,0 0 0,2 2 0,0-1 0,1 3 0,1 0 0,0 0 0,0-1 0,0-4 0,0-3 0,0 3 0,0-4 0,1-2 0,-1 2 0,1 4 0,-1 0 0,1 0 0,-1-2 0,1 2 0,-1-2 0,-1-6 90,-2 8-90,-4-21 0,-3-11 0,-34-14-45,9 1 0,-9 1 0,-5-1 0,-1 1 0,4 0 0,-3 0 0,-2 0 0,-1 0 0,-2 0 0,-1 0-322,7 1 1,-2-1-1,0 1 1,-1 0 0,-1 0-1,-1 0 1,-1 0-1,-1 0 342,5 0 1,-2 0-1,-1 0 1,-1 1-1,-1-1 1,1 0-1,-1 1 1,2-1-1,1 0 1,2 1-1,2-1 60,-5 0 0,4 1 1,2-1-1,1 0 1,-2 1-1,-2-1 0,-4 0-49,9 0 0,-3 0 0,-2 1 0,-2-1 1,-1 0-1,-1 1 0,0-1 0,0 0 1,0 0-1,2 0 0,1 0 0,2 0 1,2-1-21,-7 0 0,2 0 0,2 0 1,2-1-1,0 1 0,0-1 0,-2 1 1,0-1-187,-1 1 0,-2 1 0,-1 0 0,-1-1 0,1 1 0,1-1 1,2-1-1,2 0 0,3-1-436,-10-2 1,2-1-1,3 0 1,7-2 0,7 0-69,-11-13 0,71-16 0,2 11 1</inkml:trace>
  <inkml:trace contextRef="#ctx0" brushRef="#br0" timeOffset="8895">1843 3286 9152,'-8'-12'989,"-2"-2"-674,1 43 0,1 19-180,3-5 0,2 9-648,1-15 0,1 5 0,0 4 1,0 3-1,1 2 0,1 2 540,1-10 0,0 2 0,1 3 0,1 2 0,0 0 0,0 0 0,0 0 0,0-2 0,0-1 0,-1-3-341,1 4 1,-2-4-1,1-1 1,-1-1 0,1 1-1,1 3 1,0 3 290,-1-8 1,2 3-1,-1 3 1,1 2-1,0 1 1,0 0-1,1-1 1,-1 0-1,0-1 1,0-4-1,0-2 1,0-3-194,2 14 0,0-5 0,-1-4 0,1 0 1,-1 2-41,0-3 1,0 0 0,0 1 0,0 0 0,0-3 0,0-1-420,1 6 0,1 0 1,0-5-1,-2-8 559,4 9 1,1-16 0,-6-21 0</inkml:trace>
  <inkml:trace contextRef="#ctx0" brushRef="#br0" timeOffset="9241">2572 3337 8792,'-8'-36'810,"-1"0"89,2 9 0,0 30-539,4 35-180,3 0 0,0 13 0,0 4 0,1-2-1000,0-5 1,0-1 0,0 1 0,1 6 775,-2-13 1,1 3 0,0 3 0,0 1 0,0 1 0,0 0 0,0-1 0,0-2 68,0 3 1,0-2 0,0 0 0,1 0-1,-1-1 1,0 1 0,0-1-71,1 1 0,-1 0 0,0-1 0,0 0 0,1 1 1,0 1-1,0 1 15,0-6 0,0 2 0,0 1 0,1 0 0,0 1 0,0-1 0,0-2 0,0-1 0,1-2-385,1 6 0,0-2 0,1-2 0,0-1 1,-1 0-1,1 0 307,-1 7 0,0 2 0,1-2 0,-1-3 0,2-4 108,3 4 0,1-4 0,-2-13 0,-5-16 0,3-1 0</inkml:trace>
  <inkml:trace contextRef="#ctx0" brushRef="#br0" timeOffset="9606">749 4121 9332,'1'-16'359,"13"5"-1452,21 3 1,15 2 0,-2 0 305,-2 0 1,7 0 855,-17 2 1,8 0 0,6-1 0,4 0 0,1 0 0,1-1 0,-2 1 0,-5 1 0,-5 0-286,-1 0 1,-6 0 0,-1 1-1,3 0 1,8-1 191,-11 2 0,4-1 0,3 0 0,4 0 0,2 0 0,1-1 0,3 1 0,0 0 0,1-1 0,0 1 0,-1 0 0,-1 0 0,-2 1 0,-2-1 0,-2 1-155,3 0 0,-1 1 0,-2-1 0,-1 1 0,0 0 0,-1 0 1,1 0-1,-1 0 0,1 0 0,0 0 0,2 0 179,-1-1 0,2 1 0,0-1 0,1 0 0,0 1 0,-1-1 0,1 1 0,-1-1 0,-1 1 0,0-1 0,-2 1 0,-2 0 0,9 0 0,0 0 0,0 0 0,-2 0 0,-3 0 0,-2 0 0,-4 1 0,-4-1 0,2 1 0,1-1 0,0 1 0</inkml:trace>
  <inkml:trace contextRef="#ctx0" brushRef="#br0" timeOffset="10011">794 4731 8792,'-25'8'270,"0"-1"0,-16 6-90,-1 1 449,26-3-179,35-7-235,8-3 1,11-4 0,8 0 0,3-1 0,-1 0-685,-4 1 1,2-1 0,2 0 0,1 0 0,1 0 0,2 0 0,-1-1 459,-5 1 1,1 0 0,-1 0 0,2 0-1,0-1 1,2 1 0,0-1 0,2 1-1,2-1-4,-9 2 0,2-1 0,2 0 0,1 1 1,1-1-1,1 0 0,1 0 0,-1 0 0,0 1 1,-1-1-1,0 1 0,-1-1 0,-2 1 0,-2 0-191,5-1 0,-1 1 0,-2 0 0,-1 0 1,-1 0-1,0 0 0,1 0 0,0 1 1,1-1-1,1 0 114,-2 0 0,1 1 0,2-1 0,0 0 0,1 1 0,-1-1 0,1 0 0,-2 1 0,-1-1 0,-1 1 0,-3 0 1,-1 0-321,8 0 1,-2 0-1,-2 0 1,-2 1-1,-1-1 1,-3 1-1,-2 0 320,8-1 0,-4 0 0,-3 1 1,-4 0 77,10 2 1,-13-1 0,-27 0 0,-1 2 0</inkml:trace>
  <inkml:trace contextRef="#ctx0" brushRef="#br0" timeOffset="10545">5154 3314 10411,'29'24'1259,"1"4"-1139,-6-4 0,2 4 0,-1-2-165,0 1 0,0 0-255,1 0 0,3 3 1,-2-3 299,-1-2 0,-1-4 0,-6-4 0,0-1 0,12 8 0</inkml:trace>
  <inkml:trace contextRef="#ctx0" brushRef="#br0" timeOffset="10773">5523 3336 7449,'-9'-16'810,"0"-1"843,0 3-1114,1 4-25,-1 11 26,-16 26-495,-1 7 0,-2 5-405,-2 0 0,1 2 117,6-11 1,0 2 0,2-1 242,-7 8 0,3-3 0,9-14 0,2-2 0,-1 3 0,-1 0 0</inkml:trace>
  <inkml:trace contextRef="#ctx0" brushRef="#br0" timeOffset="11624">5329 3058 8882,'-30'-11'270,"-15"-1"-135,17 7 0,-2 2-448,5 0 0,-1 2 448,-8 4 0,2 2 188,-3 6-233,9-4 0,-1 5 89,-2 10 1,0 6 0,3-2-135,3-3 0,1 4 45,-1 4 0,-3 6 0,1 4 0,7-2-449,7 3 1,7 1 0,1 2 403,1 0 0,0 3 0,4 1 0,5-1-45,5-5 0,3 1 0,4 0 0,2-2 0,3-2-36,0-2 0,2-2 0,2-2 0,3-1 0,1-2 36,5-1 0,3-1 0,2-2 0,0-3 0,-1-4-23,1-1 1,-1-4-1,1-4 1,1-5 22,0-6 0,1-3 0,2-4 0,-2-3 0,-4 0-406,-3-2 1,-3-2 0,0-2 0,1-3 387,4-2 0,1-3 0,1-2 0,-2-2 0,-4-3-18,-5-2 0,-2-2 0,-3-3 0,-1 1 0,-1 0 75,4-4 1,0 2-1,-4-3 1,-7-5-66,-8 4 0,-4-5 0,-3-3 1,-4-2-1,-3 2 0,-4 2 1,-4 7-359,-6 5 0,-6 5 1,-5 3-1,0 0 1,0 0-1,3-3 384,3-6 0,4-3 0,0-1 0,-1 1 0,-4 6 0,-6 7-137,-6 8 0,-7 5 0,-3 5 0,-2 3 0,0 4 0,2 2 0,6 3-43,-8 5 0,5 6 0,0 4 0,-2 2 135,8-4 0,-4 1 1,0 2-1,1 0 0,2 1 1,4 0-1,-4 3 1,4 0-1,2 1 0,5 2 1,4 7-1,1 0 1,0-1-1</inkml:trace>
  <inkml:trace contextRef="#ctx0" brushRef="#br0" timeOffset="13547">6912 2866 8522,'3'-13'3276,"-1"-1"-2594,-2 4-322,-14 55-270,7-9 0,-1 8 0,1 7-333,2-13 1,0 6 0,-1 3 0,1 2 0,0 0 0,0-2 0,1-2 242,-1-2 0,1-2 0,0-1 0,0 1 0,0 0 0,1 4 56,0-1 1,1 3 0,-1 3-1,1 0 1,1-1 0,-1-1-1,1-4 1,0-5-80,1 4 1,1-5-1,-1-2 1,1 2 22,0 6 0,0 2 0,1-2 0,-1-5 45,1 3 0,0-8-45,3 2 0,-3-37 0,2-32 0,-3 10-90,1-5 1601,2 15-1601,0 8 90,14 0 0,5 4 0,27 0 0,-22 1 0,5-1 0,4-1 0,6 0 0,5-1-291,-11 0 0,2 1 0,3-1 0,3 0 0,1 1 1,2-1 270,-4 1 0,1 0 0,3 0 0,0 0 0,2 0 0,1 0 0,1 0 0,0 0 0,0 1-163,-8-1 1,2 1 0,0 0 0,1 0-1,0 1 1,0-1 0,1 0 0,-1 0-1,1 1 1,-1-1 0,0 1 0,0-1 165,2 1 1,1-1-1,0 1 1,1 0 0,-1-1-1,-1 1 1,1 0 0,-2 0-1,-1 0 1,0 0 0,-2 0 27,5 1 0,0 0 0,-1 0 1,-2 0-1,0 0 0,-3 0 0,-1 0 1,-3 0 55,15 1 1,-4-1-1,-4 0 1,-8 0 66,-5 0 1,-6-2 315,4-2-360,-11-1-180,-6 2 180,-23-12 1179,3 3-1269,-15-14 0,-4-6 0,9 6 0,0-4 0,-5-13 0,-2-6 0,3 3 0,4 7 0,1-1 0,2 0 0,0-6 0,1 0 0,2 2 0,2-1 0,3 3 0,-1-1 0,0 0 0,0 0 0,0-2-206,1 2 0,0-2 1,1 1-1,-1 7 206,2 5 0,0 2-233,-2-8 0,1-3 0,0 5 233,-1-7-45,2 13 0,-1 0-225,-2-7 180,2 9 0,-2 13 2909,2 10-2639,-1-1 827,2 1-917,-5 0-90,-10 0-30,-14 4 0,-11 1 0,-4 1 12,6-1 0,-2 0 0,-3 0 0,-1 0 0,-1 0-255,4 0 0,0 0 0,-2 1 0,0-1 0,-2 0 0,-1 0 261,2 0 1,-2 0 0,-1 1 0,-2-1-1,1 0 1,-1 1 0,1-1 0,2 0 11,-2 0 0,2-1 0,0 1 0,0 0 0,0-1 0,-2 1 0,-3 1-9,10-1 1,-2 1 0,-2 0 0,-1 0 0,0 0 0,-1 1-1,0-1 1,1 0 0,1 1 0,2-1 0,2 0-116,-5 1 0,2-1 1,2 0-1,0 0 0,1 1 1,0-1-1,1 1 0,-1-1-345,-5 1 1,-1 1 0,0-1 0,1 0 0,3 1 0,4-1 0,4 1-229,-9-1 0,7 1 1,16 3 696,20 3 0,7-3 0,12 2 0</inkml:trace>
  <inkml:trace contextRef="#ctx0" brushRef="#br0" timeOffset="14056">8147 3090 8882,'-15'-12'90,"3"1"629,-7-4 1,5 6-450,1-1 90,2 9-90,3 17-121,2 18 1,0 15 0,0-4-150,1-9 0,1 2-79,0-3 1,-1 8 0,-1 4 0,1 2-1,0-2 1,1-4-57,-1 4 0,2-2 0,-1-2 0,0 3-171,0-5 0,0 2 1,0 0-1,0-1 0,0-3-654,1 13 1,0-3 0,1-9 530,1 7 0,5-34 0,-1-11 1</inkml:trace>
  <inkml:trace contextRef="#ctx0" brushRef="#br0" timeOffset="14413">8504 3098 9242,'0'-18'2069,"0"8"-1620,2 7-89,1 25 0,-2 19-158,0-2 0,-1 8 1,0 5-1,0 0-392,0-10 0,0 3 1,1 0-1,-1 2 1,0-1-1,0-1 160,0-2 0,-1-1 0,1 0 0,-1 0 0,1 0 0,0 0-132,0 9 0,1 2 0,-1-1 1,2-4-1,-1-5-931,2-5 1,0-5 0,1-2 1045,0 14 1,1-6 0,2 0 0,-6-34 0</inkml:trace>
  <inkml:trace contextRef="#ctx0" brushRef="#br0" timeOffset="14846">6786 3598 9691,'-10'-5'900,"-1"0"-270,25-6-451,-2 5 31,24-2 0,17-1 0,-3 2-697,-8 1 1,4 0 537,-8 2 1,8-2-1,5 0 1,3-1-1,0 0 1,-2 1-1,-6 0-312,1 1 1,-5 0 0,0 1 0,1-1 0,4 0 248,-6 0 1,3 0 0,1-1 0,2 1-1,0-1 1,1 1 0,0 0 0,-1-1-255,2 1 0,1 0 0,0-1 0,1 1 1,-1 0-1,-2 0 0,-1 0 0,-3 0 212,6 0 0,-4 0 0,-2 0 0,1 0 0,5 0-330,-6 1 0,4-1 0,3 1 0,1-1 0,-1 1 0,-3-1 0,-5 2 0,-6 0 144,4 0 0,-7 1 0,1 0-450,14-2 1,1 1-1,-17 3 788,-23 6 1,-31 1 0,-20 5-1</inkml:trace>
  <inkml:trace contextRef="#ctx0" brushRef="#br0" timeOffset="15263">6808 3981 8252,'-29'4'450,"14"-1"1079,-8 1-989,36-5-91,18-1 1,13-1 0,4-1-338,-6 1 1,3-1-1,2 0 1,4 0-496,-8 0 0,2 0 0,1 0 0,3-1 0,2 0 0,2 0 0,2 0 348,-14 2 0,3-1 1,1 0-1,2 0 1,1 0-1,1-1 0,0 1 1,1 0-1,-1 0 1,-1-1-1,-1 1 0,-2 0 1,-1 1-227,5-2 1,-1 1 0,-2 0 0,-2-1 0,1 1-1,0 0 1,1 0 0,2 0 0,2 0 190,-5 0 1,3 0 0,3 0 0,1-1 0,0 1 0,2 0-1,-2 0 1,0-1 0,-1 2 0,-3-1 0,-2 1 0,-4-1 0,-4 2-21,12-1 0,-6 0 0,-4 1 0,0 0 0,1 0-114,5-1 1,2 0 0,-1 1 0,-5 0-1,-8 0 204,16 2 0,-20-1 0,-28 2 0</inkml:trace>
  <inkml:trace contextRef="#ctx0" brushRef="#br0" timeOffset="18597">10737 3565 9242,'-14'-2'599,"31"1"1,23 0 0,5-1-564,-3 1 0,6-1 0,4 0 0,1-1 0,0 1-583,-6 0 1,0 1 0,1-1 0,1 0 0,1 0 0,2 0 201,-8 1 0,2-1 0,2 0 0,1 0 1,0 0-1,-1 0 0,-1 0 0,-4 0 1,-3 0 553,5 0 1,-5 0 0,-1 0 0,-1 0 0,1 0-444,3 0 0,3-1 0,-1 0 0,-5 1 0,-8-1 644,14-1-410,-11-2 0,-32 5 0,-1-1 0</inkml:trace>
  <inkml:trace contextRef="#ctx0" brushRef="#br0" timeOffset="19019">11997 3351 8162,'-9'-9'1080,"20"9"-900,11 7 0,7 5-136,12 3 1,5 2-15,-2-1 0,3 1 0,-3-2-30,-9-3 0,-1 0 0,-2-2 0,15 6 0,-7-4 0,-10-3 90,-25 2 0,-18 0-45,-14 7 0,-5 2-45,11-7 0,-1 0-150,-11 8 0,-5 3 1,4 0-888,3 1 0,3-1 1037,-7 5 0,1 0 0,12-6 0,3-2 0,-4 6 0</inkml:trace>
  <inkml:trace contextRef="#ctx0" brushRef="#br0" timeOffset="20697">12917 3239 7892,'11'-1'3276,"-2"2"-2594,-5 0-502,-2 13 0,-1-2 0,-2 25 0,0 14-60,-1-7 0,0 3 0,0 1-75,1-10 0,0 2 0,1 0 0,-1-1-45,0 11 0,-1-1 0,1-4-135,2 6 0,2-9-945,-1-15-179,7-7-2018,-4-42 3219,3-5 0,-2-11 1,-3 10-1</inkml:trace>
  <inkml:trace contextRef="#ctx0" brushRef="#br0" timeOffset="21706">12951 3149 8792,'7'-15'764,"18"4"1,8 3-675,-2 0 0,4 1-23,6 1 1,8 0-1,2 0 1,-7 2-1707,4-2 1,3 2 1497,-11 1 1,7 0-1,3-1 1,2 2-1,-2-1 1,-6 1 162,0 0 1,-5 1-1,1 1 1,2-1-5,5 0 0,4-1 0,2 1 0,-3 0 0,-4 0 11,6 1 1,-4 0 0,-4 0 705,4 0 1,-4 0-422,-14 0 1,-2 1 645,5-1-781,-6 10-89,-14 20-45,-8 11 0,-3 10-23,0-15 1,0 4 0,0 1-1,0 0-22,0 4 0,0 1 0,1-1 0,-1-1 833,1 5 1,0-2 0,1-2-834,1-1 0,2-1 0,-1-11 0,0-7 45,1 4 0,-1-4-45,-5-15 0,3 7 90,-3-11-180,-10-3 90,-19 1 0,6-5 0,-9 2 0,1 1 0,3 0 0,-11 0 0,-12 0 0,-4-1 0,16 0 0,-2-1 0,0 0 0,-2 0 0,0 0-656,-2 1 1,-2 0-1,1 0 1,-1 1 0,-1-2 667,-2 1 1,-2-1 0,0 0 0,2 0 0,2 0 9,0 1 1,2 0 0,2 0-1,4 0-22,-8-1 0,2 1-120,4 0 0,-2 0 1,10 0-151,6 0 0,1 1 0,0 0-539,8 1 359,3 0 1269,2 1 0,9-3 0,-1 1 0</inkml:trace>
  <inkml:trace contextRef="#ctx0" brushRef="#br1" timeOffset="35606">7461 6908 15536,'-2'-9'-2501,"-1"1"1161,1 4 767,10 2 3131,8 1-1971,11 2 1,8 1-1538,5-1 0,5 1 1,-1 0 1224,3-1 1,3 1-316,-13-2 0,7 1 0,1 0 0,-2-1 1,-6 1 631,9-1 1,1-1-335,-1 1 0,7-1 0,0 1 0,-5-1 140,-12 0 1,-3 0 0,1 0-601,4 0 1,0 0-1,-5 0 169,14-3 0,-35 3 1,-4-1-1</inkml:trace>
  <inkml:trace contextRef="#ctx0" brushRef="#br1" timeOffset="36176">8296 6719 10132,'16'1'1872,"13"6"-1656,17 4-148,-10 0 0,-3 0-82,2-1 9,-7 0 0,0-1-14,5 2 17,12 4 81,-3-2-208,-9-1 144,-14-6 131,-7 1-100,-22 3 78,-3 3 80,-21 8 0,-5 1-102,15-8 1,-1 1-59,-9 5 0,-4 4 1,4-3-1,10-5 1,2-1-1,-8 6 1,-1 0-1</inkml:trace>
  <inkml:trace contextRef="#ctx0" brushRef="#br0" timeOffset="42596">18312 3021 6993,'1'-14'630,"-2"3"-361,1 2 91,-1 2 90,0 1-90,-1-1-180,0 2-360,-1 1-720,-1 0 900,0 1 0,-1 0 0,1 0 0</inkml:trace>
  <inkml:trace contextRef="#ctx0" brushRef="#br0" timeOffset="44983">18520 3119 7263,'-6'-8'1079,"-2"-9"-89,6-3-810,-1 3 359,10-7-89,9 8 0,18-7-270,-2 6-46,-5 11 1,0 2-45,6 7-45,-4 17 0,-3 10 45,-10 11 0,-5 5-90,-1-13 0,0 1 0,-2 3-23,-3 7 1,-3 5 0,-1 1-1,1-5-37,1-5 0,1-2 0,0 1 30,1 9 0,2 3 0,0-8 30,-1-11 0,4-8 0,28-11 0,-19-29 0,1-8 0,10-11 0,0-3-45,-6 1 1,-2-1 44,2-7 0,-5 3-90,-4 11 0,7 19 90,-12 29 0,3 7 0,2 5-45,1 0 0,3 0 45,0 1 0,5-8-1639,13-26 1,1-12 1703,2-9-144,-23-4 1,1-14 0,0-6-1,-3-1 1,-4 6 48,-2-4 0,-5 2 0,0-2 30,3 8 0,0-2 0,1-1 0,-2 2 0,-2 3-90,-3-4 0,-2 3 0,-1 7-809,-3-9 179,0 29-809,3 27 987,3 24 0,2 4 0,2 4 0</inkml:trace>
  <inkml:trace contextRef="#ctx0" brushRef="#br0" timeOffset="45513">19802 3199 8432,'-5'-11'1619,"11"9"-1349,5 7-90,14 17 0,1 6 0,0 3-90,-4-6 0,1 2-120,5 5 0,2 4 0,-2-5-150,-5-6 0,0-1 180,12 12 0,-2-4 0,-11-14 0,5 1 0</inkml:trace>
  <inkml:trace contextRef="#ctx0" brushRef="#br0" timeOffset="45730">20170 3157 5124,'-10'-24'719,"-3"9"568,-12 18 0,-4 9-1153,7 2 1,-1 6-15,-9 10 0,-3 8 0,4-2-120,3 0 0,2 2-180,3-1 0,0 2 1,3-4 345,8-12 1,2 0-167,-1 15 0,5-2 0,8-9 0,4 19 0</inkml:trace>
  <inkml:trace contextRef="#ctx0" brushRef="#br0" timeOffset="46035">20671 3305 10681,'4'-6'1349,"13"0"-989,10 3-135,7-1 0,4 0-135,-4-1 0,2-1-1183,7-1 1,4-1 0,-5 0-415,-7 1 1,0 0 806,6-1 0,3-1 0,-8 1 700,0-2 0,-8 3 0,-4 1 0,-13 1 0</inkml:trace>
  <inkml:trace contextRef="#ctx0" brushRef="#br0" timeOffset="46314">21008 3099 9961,'-18'-17'1529,"3"5"-1259,8 23-90,5 17-90,4 2 0,1 2-90,-2-6 0,0 2-60,0 13 0,-1 6 0,1-5-255,-1-7 1,2-1-779,2 10 1,1 4 0,1-8 831,5 1 1,17 0 0,-8-27 0</inkml:trace>
  <inkml:trace contextRef="#ctx0" brushRef="#br0" timeOffset="46857">21812 2834 9961,'-18'8'1799,"3"26"-1619,6 1 0,1 9 0,-2 2-113,-1-8 1,-1 3-1,-1-1 1,1 1-68,0-2 0,1 1 0,0 0 0,-2-3 0,-3 8 0,-2-3 0,2-5 0,5-10 0,1-5 90,0 1-90,9-11-45,11-28 0,7-11 15,2 2 0,3-2 0,1 1-407,-2 0 1,1 0-1,2 1 407,3-2 0,3 1 0,0 6-60,11 7 0,-1 9 90,-8 4 0,-1 8-30,-4 10 0,-1 8 1,-7 0 118,-6 3 1,-9 2 120,-13 11 0,-9 6 0,-1-8-384,0-14 1,-4-2 232,-6 2 1,-6 1 0,1-6-60,-2-7 0,1-5-1304,8-1 0,1-1 423,-3 1 0,7-7 881,19-13 0,18-9 0,9-6 0</inkml:trace>
  <inkml:trace contextRef="#ctx0" brushRef="#br0" timeOffset="47063">22754 3430 11670,'-8'-14'2339,"1"-5"-2339,8 11 0,-17-5 0,0 4 0</inkml:trace>
  <inkml:trace contextRef="#ctx0" brushRef="#br0" timeOffset="47897">17113 2957 10141,'-13'-16'630,"-19"-4"-181,0 21 1,-2 13-240,5 13 0,1 11 0,2 0-150,1-3 0,2 2 0,4 4-282,7-2 1,2 5-1,2 2 1,3 1-1,3-1 240,3 2 0,3 0 0,3 1 0,1 0 0,-1-1-36,-1 0 0,1-1 0,0 0 0,0 0 0,1-2 18,-1-4 0,1 0 0,0-2 0,-1 0 0,-1-1 0,0 5 0,-1 1 0,-1-5 0,-3-7 326,-4 7-461,-14 6 0,-8-7-765,1-27 1,-3-8 899,-8-2 0,0-6 0,8-4 0,3-6 0,7-9 0,-1 0 0</inkml:trace>
  <inkml:trace contextRef="#ctx0" brushRef="#br0" timeOffset="48114">16742 3675 9602,'-2'-10'1169,"2"0"-540,10-2-209,18-2 0,13-2 0,0 0-630,0 1 0,1 0 0,2 0 97,-8 2 1,1-1 0,1 1-1,0-1 113,7 0 0,2 0 0,-3 1 0,-6 2 0,-5 2 0,-3 0 0,5-1 0,0 0 0,0 0 0</inkml:trace>
  <inkml:trace contextRef="#ctx0" brushRef="#br0" timeOffset="48358">17819 3483 10411,'-28'7'1349,"34"-3"-1529,4-4-1394,15-3 0,4-2 1574,-1-1 0,5-2 0,-21 6 0</inkml:trace>
  <inkml:trace contextRef="#ctx0" brushRef="#br0" timeOffset="48540">17902 3610 9691,'-17'13'1530,"5"-3"-1351,12-3-1078,39-8-316,-13-1 1,2-1 1214,13-2 0,0 0 0,-6-1 0,-2-1 0,-1 1 0,-1 0 0</inkml:trace>
  <inkml:trace contextRef="#ctx0" brushRef="#br0" timeOffset="49410">19356 4022 9242,'-6'-11'1529,"1"-4"-270,4 9-719,14 41-1633,-4 3 1,0 10 0,1-2 947,-2-13 0,1-2 0,-1 8 183,-1-1 1,1 9-1,0 4 1,0 2 0,-1-2-1,0-4 1,-2-7-321,1-1 1,-2-7 0,1 8 268,0 1 0,0 7 0,1 6 0,1 2 0,-1-2 1,0-4-1,-1-7-735,2 5 0,-1-7 0,0 2 658,-1 1 0,1 2 0,-1-2 0,0-4-816,4 6 1,-2-11 905,-3-14 0,-3-22 0,-4-16 0</inkml:trace>
  <inkml:trace contextRef="#ctx0" brushRef="#br0" timeOffset="50064">19225 3941 9152,'-4'-7'180,"-3"-4"269,3 4 91,-1-2-360,-3 11 90,-2 11 0,-7 20-270,3 4 0,-1 5-315,4-4 0,0 0 180,-1 2 0,2-2-45,4 5 0,26-54 1,7-14 179,4-10 0,3-6 22,-9 13 0,4-2 1,-1-1-1,-2 3-22,-1-3 0,-1 2 0,-1 2 90,9-9 0,-4 13 90,-6 31-90,-3 10-45,-4 6 0,-1 4-45,2 0 0,1 0 0,1 0 0,2-1-270,7 1 0,3-4-199,1-11 1,0-4 0,-3 0 0,0-3 0,0-6 0,1-1 0</inkml:trace>
  <inkml:trace contextRef="#ctx0" brushRef="#br0" timeOffset="51181">19377 5900 8882,'-4'16'1259,"0"10"0,0 7-1124,-1 12 0,1 3-135,0 0 0,2-2 0,2-10 0,2-6-90,8-6 90,4-24 0,5-13 0,0-11 0,-1-4 0,-3 3 0,2 20 0,-6 3 0,21 30 0,-10-11 0,-1-2 0,1-1 0,11-2 0,-3-7 90,-3-22-45,-19-9 0,-6-7-270,-4-5 1,-3-2-1415,0 4 1,-1 3-1,-4 2 1,0 11 1349,5 22 0,6 6 0,2 10 0</inkml:trace>
  <inkml:trace contextRef="#ctx0" brushRef="#br0" timeOffset="51848">19905 6233 9691,'-9'0'2429,"-1"-1"-2069,24-5-180,22-11-1819,-11 3 1,1-1 926,-1 1 0,-3-2 775,-4-7 1,-6 0-244,-9-5 0,-8-6 0,-29 24 90,7 9 45,-10 26 0,1 10 90,21-13 0,2 2-90,-13 18 0,5 0 90,15-15 0,6-1-45,5 8 0,5-2 0,8 10 1581,18-15 1,11-12-1582,-10-22 0,3-11 0,0-2-30,1 1 0,0-2 0,-1-2 260,-2-3 1,-1-3 0,-5 0-97,-4-11 1,-9 9 45,-13 25 90,-10 53-225,0-22 0,-1 3-45,3 7 0,0 5 0,2-6 0,4 6-585,12-7 1,4-7-765,1-19 1349,26-12 0,-26-19 0,4-14 0</inkml:trace>
  <inkml:trace contextRef="#ctx0" brushRef="#br0" timeOffset="52063">20399 5863 9332,'-9'-3'1169,"-3"-2"-1169,6 1 0,-2 0 0,7 3 0</inkml:trace>
  <inkml:trace contextRef="#ctx0" brushRef="#br0" timeOffset="53425">20698 6305 11041,'-8'-12'1889,"-13"-7"-1260,-2 9-449,-20 4-270,14 6-360,3 12 1,3 5-361,8 8 181,-9 11-631,32-2 1080,-2-20 0,12 2 1,-9-15 179,12-12 0,1-4 269,2-5-134,0 1 0,0 1 45,-8 1 0,4 17-90,-7 16 0,-1 7 0,-1 8-45,-4 7 0,-2 5-15,-1-5 0,-1 3 0,-1 2-53,-2 0 1,-1 3-1,-1 0 1,0-4-245,1-7 0,-1-3 1,0 2 236,-2 14 0,0 2 0,-1-13-150,0-16 180,-4 5-270,-20-66 450,9 11 0,1-2-90,-1-3 0,2 0 0,0 3 0,9 1-46,20 3 1,7 4-45,4-6-1072,4 6 0,6-3 0,-1 2 1072,-4 3 0,0-2-501,3-6 0,6-7 0,-1-1 1,-5 4 455,2-1 0,-3-3-277,-6 1 1,3-8-1,1-3 1,-4 3 0,-5 8 321,-3 3 0,-2 0 2,0-7 0,2-9 0,-1 2 0,-5 10 358,-3 0-405,-12 72 0,-4 20 45,6-31 0,-1 2 0,-1 11 0,-1 9 0,-1 2 0,1-6 626,-4 6 1,1-5-717,3-11 0,2-2 1004,0 7 0,7-9-1094,11-24 438,10-29 0,3-13-393,-3 5 0,-1 0 1773,-3 1 0,1 6-1522,15 6-206,-27 28 90,12 35 0,-13-21 0,8 22-90,3-14 90,23-14-90,2-10 22,-17-22 1,4-12 0,0-5 0,-5 5 22,1 0 0,-2-4-611,-3-2 1,2-8-1,1-3 1,-3 2 0,-6 9 552,-3 2 1,-3 1 222,3-14 0,1-8 0,-4 13 239,-4 11-89,-11 16-150,-1 33 0,0 23 0,0 2-30,-1 3 0,1 2 0,1 0-180,2-9 0,0 1 0,2-1 0,3-3 90,6 16 0,7-13 0,9-19 0,11-44 0</inkml:trace>
  <inkml:trace contextRef="#ctx0" brushRef="#br0" timeOffset="53616">21671 6037 8792,'-3'6'1709,"36"-10"-2249,0-2 1,3-1 539,2 0 0,0-2 0,1-1 0,-3 0 0,4-1 0</inkml:trace>
  <inkml:trace contextRef="#ctx0" brushRef="#br0" timeOffset="53986">22139 6052 11760,'-11'-6'1439,"1"1"-719,-8 4-360,-1 3-135,-14 8 0,-2 3-315,2 0-225,-5 9 0,7 5-584,29 2 449,-2 9 270,20-14-360,20 2 360,-18-14 180,18 14 90,-29-8-135,-18 6 0,-9 3-1439,-1-3 0,-4-1 1484,-7 7 0,-2-1 0,8-7 0,1-3 0,-7 8 0</inkml:trace>
  <inkml:trace contextRef="#ctx0" brushRef="#br0" timeOffset="54841">20246 7418 10051,'-5'-15'1979,"-1"-2"-1619,-4 33-360,2 0-45,2 17 0,0 7-180,3-7 0,0 0 135,1-1 0,0 0-135,1 1 1,5-13 134,27-45-1549,-9-3 1,-1-6 1599,-4 7 1,0-2 0,1-1 8,3-10 0,0-2 0,0 8-15,-1 13 0,-1 5-45,22-13 0,-14 50-450,-1 16 360,-7-14-90,21-7 91,5-33 134,-8-1 0,1-2 90,-6 1 0,0 1 89,-3 2 1,-4 5 3141,-4 10-2890,-20 29-296,-6 17-90,1-18 0,2 2-495,2 9 1,4-1-1755,8 8 2249,3-4 0,10-32 0,-5-7 0</inkml:trace>
  <inkml:trace contextRef="#ctx0" brushRef="#br0" timeOffset="55544">21269 7433 8702,'-21'-3'1979,"-5"0"-1529,7 0 179,-19 12-449,13 4-540,-5 13 1,4 6-1440,18 14 1664,-4-19 0,6-4-135,31-1-180,16-46 450,-18 9 225,2-9 0,-1 0 45,-9 2 180,9-11 89,-16 23-449,0 8 270,-3 19-90,10 20-90,12-4-90,7-7-135,-10-25 0,2-9-1594,7-23 1,-2-6 1490,-10 16 1,-1-4 173,-2-9 0,0-9 1,-1 1-1,-4 7 64,2-11-30,-5 5 0,1-6 0,-2 16 120,-5 23-90,2-8 89,-10 43 1,-3 16-90,1-14 0,0 3-30,-2 5 0,0 4 0,0-2-15,0 5 0,1-2-135,2 2 0,1-4-90,3 8-1708,18-14 358,-7-29 969,16-4 0,-8-14 0,5-6 1</inkml:trace>
  <inkml:trace contextRef="#ctx0" brushRef="#br0" timeOffset="55745">21567 7377 9961,'-15'3'1619,"3"-2"-1259,15-3-540,35-12-449,0 3-766,-4 0 1,0 1 1394,3 1 0,1 2 0,-13 5 0</inkml:trace>
  <inkml:trace contextRef="#ctx0" brushRef="#br0" timeOffset="56331">21796 7532 9871,'-18'12'2609,"5"-1"-2429,11-5-180,13-5-450,23-29 360,-4-2-45,-8-1 0,-4-3 45,-9 8 0,-2 1 90,3-18-90,-12 13 90,-1 28-90,4 2-89,10 8-361,36-9 360,-4-5 270,-11-2 0,-3 5 629,-5 20-359,-14 30-270,-14-3-1651,6 6 0,4-3 1561,0-20-45,1 2 0,4-2-1124,19-16-1080,-6-11 2249,21-5 0,-15-12 0,1-6 0</inkml:trace>
  <inkml:trace contextRef="#ctx0" brushRef="#br0" timeOffset="56546">22391 7371 9781,'-11'29'854,"0"0"1,-4 11-675,9-12 0,1-2-180,3-5-1259,7 24 1259,10-27 0,-1 4 0,4-14 0</inkml:trace>
  <inkml:trace contextRef="#ctx0" brushRef="#br0" timeOffset="56764">22356 7119 9871,'-5'-19'-2878,"0"6"2878,16 11 0,-5 3 0,2 1 0</inkml:trace>
  <inkml:trace contextRef="#ctx0" brushRef="#br0" timeOffset="57036">22531 7408 12030,'13'4'1439,"8"10"-1259,-7-1-180,12 15 0,4 6-675,-8-9 1,0 2-965,10 9 1,0 0 1050,-14-14 0,-1-4 0,7 1 0,-12-15 0</inkml:trace>
  <inkml:trace contextRef="#ctx0" brushRef="#br0" timeOffset="57227">22870 7430 10591,'-16'-19'2249,"-32"15"-2040,13 21 1,-4 11 0,2-1-420,8-10 0,1 0 1,-2 3-611,-6 8 1,-3 5 0,2-1 0,8-4 390,7-6 1,4-1 0,-7 7 0,3-3-1,7-8 1</inkml:trace>
  <inkml:trace contextRef="#ctx0" brushRef="#br0" timeOffset="58131">22065 3610 10051,'18'5'1170,"-1"1"-721,5 1-179,-5 0 135,3 3 0,4 6-113,4 4 0,5 7 1,3 2-1,-2-1-1112,-1 0 1,0 1 0,0 1 0,1-1 732,-4-3 0,1 0 0,-1 0 0,1 1 0,-1 1 105,3 5 0,-1 2 0,0 0 0,0-1 0,-1-2-154,0 0 1,0-3 0,-1-1 0,1 2-405,3 3 0,0 1 1,0-1-1,-1-3 540,2 2 0,-1-2 0,-6-9 0,-1-9 0,-28-19 0</inkml:trace>
  <inkml:trace contextRef="#ctx0" brushRef="#br0" timeOffset="59031">22156 3742 9152,'-4'-7'719,"0"-1"721,3 3-1081,5 8-179,4 14-90,1 6 45,2 8 0,0 2-180,-4-9 0,0 0 45,2 4 0,0-1-630,5 18 451,-28-73 89,9 19 45,-9-27 0,-1-7 45,3 1 0,4 9 0,3 1 90,3 2 0,7 1-1,11 21 91,8 13 0,2 3-90,16 4-45,-9-1 0,6 1-225,-5-4 0,2-1 0,-3-1-135,-2 0 1,0 0-779,5-1 1,2 1 0,-7-2 272,-6-1 1,1 1 0,-19-3 0</inkml:trace>
  <inkml:trace contextRef="#ctx0" brushRef="#br0" timeOffset="60011">23567 4558 9422,'-2'-15'449,"0"4"721,2-8-451,-1 10-269,8 27-270,-7 22 0,-2 7-180,3-12 0,-1 3 0,-3 3 0,-4 8 0,0 0 0,0-10-762,1-8 0,-1-2 732,-3 14 0,-2 7 0,1-8 30,-6 4 90,1 1-90,16-40 90,25-39-90,-5 5 0,4-4 0,1 1 45,7-8 0,2 1-45,-9 8 0,2-1 0,-2 5 0,2 3 0,-2 6 90,4 5 1524,7 36-1614,-22 6 45,-11 13 0,-8 6-45,-6-16 0,-5-1 45,-4 7 0,-2-2-45,0-13 0,-1-6 0,-1-7 0,0-4 0,-23-2-90,4-10-1170,2-18 631,23 7-361,2-8 990,24 3 0,4 4 0,8-9 0</inkml:trace>
  <inkml:trace contextRef="#ctx0" brushRef="#br0" timeOffset="60314">23927 5010 10411,'6'-16'2609,"-1"1"-1620,-2 9-809,-3 10 90,0 5 90,-6 31-450,2-7-900,1 5 1,0 2 989,4 4 0,-1 4 0,3-32 0</inkml:trace>
  <inkml:trace contextRef="#ctx0" brushRef="#br0" timeOffset="60519">24066 4555 10951,'-5'-10'360,"1"0"-3637,5 13 3016,4 6 1,3 10 0,1 1 0</inkml:trace>
  <inkml:trace contextRef="#ctx0" brushRef="#br0" timeOffset="60998">24385 5056 10591,'-1'-26'3276,"-2"12"-2145,-16-6-1041,1 21-270,-22 18-449,5 17 89,1 1-179,12 6 89,18-18 360,5-5-270,13-7 360,-1-12 91,18-10 89,-3-6 0,1 0 359,2 9-269,-16 9 90,12 19-450,-3 5-269,4 1-8,-3-14 1,2-4 0,7-5 0,-8-4 0,-1-1 0</inkml:trace>
  <inkml:trace contextRef="#ctx0" brushRef="#br0" timeOffset="61398">24833 4985 10681,'-7'-11'1529,"-1"1"-180,2 3-179,-25 2-1080,14 1-180,-27 14-270,26 5-270,-3 10-674,23 4 0,8 3 584,7 11 675,-2-14 0,0 0 135,-2-5 0,-5-2 360,-12 9-31,-12-4 1,-7 4 0,1-4-375,5-7 0,-2 0-495,-11 6 0,-5 4 1,9-6 449,11-4 0,-1 8 0,27-18 0</inkml:trace>
  <inkml:trace contextRef="#ctx0" brushRef="#br0" timeOffset="61597">25083 5336 12120,'-6'-11'-1079,"4"4"1079,4 2 0,-9-2 0,-3 1 0</inkml:trace>
  <inkml:trace contextRef="#ctx0" brushRef="#br0" timeOffset="76443">18318 2812 8432,'3'-19'3276,"-7"11"-2324,-29 25-817,12 10 0,1 6-90,-5-4 0,3 6 8,9 2 1,2 8 0,2 4 0,3 1 0,4-4-208,4-3 0,5-2 0,3 1 0,2 3 64,-2-6 0,0 3 0,2 2 0,1 1 0,2-2 0,3-2 0,4-6-457,5-2 1,5-3 0,2-4 0,2-1 0,-1-2 0,-1 0-274,5 6 1,0-1 0,-1-3 0,2-5 484,0-7 1,2-4-1,-1-4 1,-4-2-1,6-4 1,-3-4-1,5 1 1,1 0-1</inkml:trace>
  <inkml:trace contextRef="#ctx0" brushRef="#br0" timeOffset="77152">22512 2674 9781,'5'-12'900,"3"-4"-630,-5 10 0,4-2-1,8 14 1,7 9-3547,5 7 3252,2 11-461,-12-9 0,-2 6 576,-1 8 0,-1 6 0,-1 2-540,-5-9 1,-1 1 0,-1 0 0,0 2 471,-1 4 1,0 1-1,-2 1 1,-4-1-46,-6 0 1,-4 0-1,-2-1 1,-2-4-195,-3 0 0,-3-4 1,-2 0-504,-2-3 0,-3 0 1,0 0-1,0-5 720,1-2 0,-1-4 0,1-1 0,0 1 0,-1-2 0,3-2 0,0-2 0,-1 0 0</inkml:trace>
  <inkml:trace contextRef="#ctx0" brushRef="#br0" timeOffset="79676">23075 3052 8342,'-4'-9'2249,"1"-2"-1529,1 5 449,0-2-899,3 28 0,2 12-91,-2 8-179,1-5 0,1 2 45,-1 0 0,-1-5 45,0-9-45,0 10 0,1-9-45,0-23 0,0-7-90,2-25 90,1-2 0,2-3-1639,-1 9 1,0 1 1490,-1-1 1,2 1-32,22-12-1,7 39 135,-10 5 0,2 4 0,-2 5 0,-3 4 0,-4 0 0,-3 1-315,5 15-1079,-4-3 899,-6-11 540,16 9 0,-10-22 0,10 6 0</inkml:trace>
  <inkml:trace contextRef="#ctx0" brushRef="#br0" timeOffset="80564">23738 3107 9152,'-8'-14'989,"-3"0"-179,1 3-450,-1 3 89,-12 15-89,-6 28-315,14-9 0,3 2-180,2 6 0,5 1-45,9 11 0,18-13-89,17-40 179,-15 3 45,-4-12 0,-4-5 45,-15-17-90,-1-8 90,-5 7 0,2 19 0,20 10 0,8 3 0,8-3 0,-1-1 90,-3 0 0,-8 3 0,2 0-1,-11 7 1,-4 8-90,-4 1 0,-10 28 0,-3 0 0,-3 11 45,4-19 0,1-3-45,-1 4 0,16-19 0,14-37 0,3-4 0,-10 7 0,0 0 0,3-3-90,2 1 90,-4 8 0,0 25-90,-11 8 90,4 23 0,-7-6-90,1-4 1,3-1-631,14 6-359,9-2-1350,9-26 2429,-7-14 0,6-7 0,-5 0 0</inkml:trace>
  <inkml:trace contextRef="#ctx0" brushRef="#br0" timeOffset="80974">24455 2834 8972,'1'-21'1709,"0"6"-810,0-1-359,2 10 90,-1 20-406,-9 25 1,-3 11-1318,5-15 1,1 1 0,-1-1 1083,-2 3 1,0-1 0,0-1 8,1 8 0,3-7 0,5-17-269,11 8 179,-3-14-900,30 0-1348,4-22-939,5 2 2877,-8-6 0,-17 2 0,-7 2 0</inkml:trace>
  <inkml:trace contextRef="#ctx0" brushRef="#br0" timeOffset="81620">24967 2855 8612,'7'-10'270,"-2"2"629,0-3-359,-3 5-90,0-7 179,-4 5 1,-4-1-450,-4 6 90,-6 10-90,-1 21 0,1 5-90,-2 2-60,8 0 0,1 6 0,4-6-351,4 1 321,2 7 0,3 1 0,3-9 0,1 3 0,2 3-45,-2-14 0,1 0 45,4 17 0,0 1-45,-6-13 0,-1-2 45,1-5 0,-4-1-270,-9 4 0,-4-4-359,-5-5-811,-13 12 1440,4-20 0,3-4 0,-3-2 0</inkml:trace>
  <inkml:trace contextRef="#ctx0" brushRef="#br0" timeOffset="81847">24923 3216 10591,'-6'-18'2698,"3"3"-1798,13 1-630,0 5-90,15-1 0,3 1-450,5 0-1125,11-2 1,4 0 925,-15 4 1,-2 0 0,2 0 0,0-1 0,-9 1 0,1 0 0</inkml:trace>
  <inkml:trace contextRef="#ctx0" brushRef="#br0" timeOffset="181891">3277 18101 7713,'19'-13'1259,"-8"7"-989,18 2-180,-19 6 90,18 0-90,1-7-90,15-8-45,-20-3 0,-4-4 45,-5-2 0,-6-2-45,-8-3 0,-6 0 45,-6-6 45,-13 21 0,-6 11 89,-4 25 1,2 14-90,4-1 0,6 5-15,11-1 0,6 5 0,5-3-30,8 1 0,9-4-45,13-2 0,7-10-1079,-2-19 0,-1-7 1124,14-1 0,-19-7 0,-1-2 0,-2-8 0</inkml:trace>
  <inkml:trace contextRef="#ctx0" brushRef="#br0" timeOffset="182480">3840 18116 8972,'-19'-17'1439,"2"4"-989,-14 7-360,13 7 90,-23 16-90,18 3-45,5-3 0,1 3-90,3 3 0,3 0-45,-4 12-135,9-5 0,5 1-495,25 11 271,21-24 314,-6-35 0,-3-16 15,-16 0 0,-4-6 0,-3-3 97,-3 5 1,-1-3-1,-3 0 1,-3 3 22,-3-2 0,-3 2 0,-3 3 0,-2-11 0,-5 16 180,-6 32-90,21 38 0,12 15-1183,-3-20 1,4 1 0,-1 0 903,-2 2 1,0 2 0,2-5 98,12 4 0,-1-12-2131,-9-19 1501,-3-4 656,10-1 1,-1-6 0,6-2 0</inkml:trace>
  <inkml:trace contextRef="#ctx0" brushRef="#br0" timeOffset="183773">4446 18121 8252,'-44'-18'2069,"0"4"-1979,22 7 360,-18 7-180,10 9-180,-10 7-90,4 16-90,20-11-630,6 24 540,13-29-449,25 17-1,14-37 495,-13-2 0,1-3 270,-2-6 0,-1-3-90,-6 0 0,-2 5 45,4 17-90,-12 6 45,-5 15 0,-1 6-45,0 3 0,0 4 30,2 2 0,1 3 0,-1 1 89,-1-5 1,0-1 0,0 0-75,4 13 0,-3-5 135,-4-12 0,-8-11 90,-20-20-180,-4 1-45,5-14 0,0-5 90,2-3 0,1 0-135,-12-15 45,17 13 0,3-1-45,6-3 0,19-17 0,-1 19 0,6 2 0,4 0 0,3 3 0,2 1-1639,13-10 1,1 1 1490,-10 7 1,0-2 27,1-2 0,1-3 0,-6 3 30,-1-2 0,2-8 0,-6-4-90,-17-10 135,-3 19 0,-6 3 45,-24 9 0,2 44 1638,18 8 0,7 6-1670,5-3 0,5-2 32,4-2 0,5-4-45,6-10 1,2-7-46,7-7 45,0-11 0,1-9-1594,-7-9 1,-1-4 1580,-2 4 1,0-1-349,-2-6 1,-4-2 585,-3-9 89,-8 14 1,-1-1 0,-5-16-90,-1 12 90,-11 20 2855,17 26-3395,19 12 449,4-4 0,6 2-419,-7-6 0,3 0 1,-3-1 194,6 1 0,-3 0 225,-2 6 0,-10-1 179,-20-6 271,-13 14 90,-14-6-3997,0-5 3061,8-12 1,17-13 0,13-11 0</inkml:trace>
  <inkml:trace contextRef="#ctx0" brushRef="#br0" timeOffset="184141">6050 18069 10501,'-12'-9'2698,"3"3"-1978,3 0-540,9 3 629,28 0-719,7 2 0,2-1-135,-8 2 0,2 0-158,-1 0 1,6-1 0,1 1 0,0-1-428,-2 1 0,1 1 1,0-1-1,0 0 157,-1 0 1,1 0 0,0-1 0,0 1-8,12-1 1,-1-1-1,-7 0 480,-14 0 0,-8-3 0,-4-5 0,-17 0 0</inkml:trace>
  <inkml:trace contextRef="#ctx0" brushRef="#br0" timeOffset="184564">6664 17858 7982,'-15'-13'1440,"5"5"988,-2 0-2383,28 19 0,8 7-225,2 0 90,2 3 0,2 1-450,-1-4 1,0 0-316,9 0 1,-1 0 764,-8-3 0,0-1-180,13 3 0,-4-5 900,-15-7 359,0 3-269,-55 26-1395,6-6 1,-3 4 205,-5 3 1,0 1 0,5 0 0,4-2 0,12-12 0,0 0 0</inkml:trace>
  <inkml:trace contextRef="#ctx0" brushRef="#br0" timeOffset="186177">7614 17881 8432,'-1'-10'-360,"2"-3"360,6 0 90,3 4-90,6 4 360,12 28-135,-18 7 0,-4 5-135,4 0 0,-1 4-23,-7-3 1,-1 5-1,-1 1 1,0-5-23,0 8 0,1-2-15,-1-1 0,0 2 0,4-4-210,6-2 0,4-5-1459,2-8 1,2-3 443,13 13 925,-1-28 270,-7-22 0,-5-1 0,9-12 0</inkml:trace>
  <inkml:trace contextRef="#ctx0" brushRef="#br0" timeOffset="186406">7781 18265 7713,'-11'-3'899,"32"-17"-809,-9 10-270,19-7 0,3 0-180,-8 6 360,5 0 0,0 0 0,-4 2 0,13-3 0</inkml:trace>
  <inkml:trace contextRef="#ctx0" brushRef="#br0" timeOffset="186843">8250 18317 8792,'-10'-3'1529,"7"-4"-1259,5 2 90,24-12-270,2 2-360,9-11-90,-18-4 90,-23 2 270,-11 7 0,-12 11 90,-2 17 90,1 14-90,5 8 0,18-1 0,5 0 0,11 15-135,8-11 0,3-3-135,6-3-1080,14-15 1,3-7 603,0-14 1,-7 2-1,0-2 1,6-10 0</inkml:trace>
  <inkml:trace contextRef="#ctx0" brushRef="#br0" timeOffset="187114">8724 18147 8972,'-12'-5'1889,"13"6"-1529,29 21-450,2 1-135,-3 0 0,2 2-1414,0 3 1,-2-2 1555,6 7 1,-10-9 0,-1-4 0,-6-6 0</inkml:trace>
  <inkml:trace contextRef="#ctx0" brushRef="#br0" timeOffset="187324">9088 18197 9062,'-13'-28'1079,"1"8"-449,-12-6 179,-14 33-674,11 18 0,1 7-180,4-11 0,1 4-615,-1 15 1,1 8-1,4-6 660,6-13 0,2-2 0,-6 16 0,1-2 0,4-3 0</inkml:trace>
  <inkml:trace contextRef="#ctx0" brushRef="#br0" timeOffset="187811">9237 17859 9152,'-12'-15'1259,"4"22"-899,1 13-90,5 24-135,3-5 0,1 1-135,-1-6 0,2 0-1093,0 3 1,2 3 0,-1-5-460,-1-6 1,1-3 2064,2 8 1,0-1-1953,7 2-450,-3-15 1889,4 5 0,-5-19 0,-3-5 0</inkml:trace>
  <inkml:trace contextRef="#ctx0" brushRef="#br0" timeOffset="188030">9241 18147 8612,'-9'-1'1709,"-2"-2"-1619,34-10-2429,11-3 2339,12 0 0,0 5 0,-21 8 0</inkml:trace>
  <inkml:trace contextRef="#ctx0" brushRef="#br0" timeOffset="188835">9517 18197 9152,'-11'-2'1619,"2"1"-1169,-1-1-181,5 4 91,-2 9-270,6 0 0,2 30-270,3-4-45,0-10 0,1 1-225,5-3 1,1-2 359,3 3-270,22-17 360,-16-23 90,15-22 90,-13-5-45,-12 17 0,-2 0 45,1-14 90,-4 3-180,-4 15 0,1-1 0,-1 9-180,1 1 90,4-4 0,6 0-90,-1 0 0,20-22 0,-7 7 90,4-5 0,-5 4 90,-13 13 90,-5-5-180,-8 15 0,-3 11-90,1 11-90,9 8-180,24-3 90,3 2 180,4 5 90,-14-2 0,-15 20 0,-6-18-90,-1 6 0,0-1 0,1-7-90,2 25-629,8-16 809,7 0 0,5-5 0,4-10 0</inkml:trace>
  <inkml:trace contextRef="#ctx0" brushRef="#br0" timeOffset="189598">10340 18271 8522,'-18'-6'1979,"6"2"-1169,2-2-721,11-1 1,1 2 90,16-8-180,-8 7 0,9-6-270,-1-4 91,-7-4 179,3-4-180,-29-7 270,-11 26 0,-19 5-1,18 24 1,3 6-179,-4 10-1,14-3 0,5-1-180,13 0-360,18 9 540,-6-25-225,7-10 1,3-7-1325,2-11 1,-1-4 1265,-2 4 1,0-1 153,3-6 1,-2-3 38,-2-8 0,-2-1 180,6-10 180,-6 3 0,-1-1 630,-6-7-271,-7 10 721,-4 8-1171,-5 26 361,12 12-540,25 20 1295,-3-11 1,3 0-1566,0 3 0,0-1 529,-5-6 1,-4-1-170,1 11-90,-30-1 180,-18 8-1170,6-13 1,0-1 1079,-11 8 0,7-13 0,16-17 0</inkml:trace>
  <inkml:trace contextRef="#ctx0" brushRef="#br0" timeOffset="189897">11713 18242 9152,'-15'-8'2159,"5"2"-1800,18-2-269,1 5-90,21-2 0,11 0-330,-5 1 0,3 0 1,2-1-76,-3 1 0,1 0 0,2-1 1,-1 0 404,-2 1 0,1-1 0,-1 1 0,-2-1 0,1 1 0,-2-1 0,-4 0 0,-3 1 0,0-1 0</inkml:trace>
  <inkml:trace contextRef="#ctx0" brushRef="#br0" timeOffset="190310">12143 17981 8882,'-20'-18'3276,"3"4"-2774,23 17 37,21 11-359,5 2-315,5 0 1,0 0 44,-2-2-315,0 0 0,0-2-45,-6-1 450,2 0 0,-11-3-90,-11-3 0,-9 13-629,-15 20 359,0-9-1279,-3 0 1,-1-2 1580,6-9 0,-11 17 1,12-19-1</inkml:trace>
  <inkml:trace contextRef="#ctx0" brushRef="#br0" timeOffset="191929">13058 18041 8792,'-3'-20'899,"1"0"1,-1 8-720,3 27-90,1-3-23,1 15 1,2 15-1,0 5 1,1-5-218,-1-1 0,2-2 0,-1 4-143,-1 3 1,1 5 0,0-2 0,0-5 157,1 7 0,0-9 135,-3-13 0,-1-7 0,-1-14 0,0 3 0</inkml:trace>
  <inkml:trace contextRef="#ctx0" brushRef="#br0" timeOffset="192276">13031 18166 8432,'-2'-14'1259,"24"-16"-1124,1 17 0,2 1-225,19-12-388,-17 15 1,-1 4 118,9 9-1,0 9 180,3 4 0,-14 18 180,-18-14 284,-24 7 1,-9 0-195,-4-6-90,-4 0 0,0-2-540,3-8 540,9-5 0,22-12 0,11-3 0</inkml:trace>
  <inkml:trace contextRef="#ctx0" brushRef="#br0" timeOffset="193030">13543 18180 7982,'-22'-8'900,"-9"-3"-270,6 4-181,-10 1-269,5 4 180,-6 11-270,19 0 0,-6 11-90,17 2-630,14 23 540,-2-16-135,7-4 1,4-6-46,10-13 270,2-1-90,2-19 90,-12-15 270,-6 0-180,-4 2 89,-5 8-179,12 31 0,-6-11 0,25 31-179,-5-15 179,-2 1-90,17-14 0,-29-8 90,14-7-90,0-21 45,-16 0 0,-2-5 15,-2 4 0,-2-2 0,-1-1 0,-1 3 0,-2-1 0,-2 1 30,-4-19 0,-3 6 90,1 11 0,0 16 0,6 39 0,1 15-1696,1 7 0,0 1 1606,-1-4 0,2 3-150,0-2 0,1 4 0,2-7-255,1-11 0,2-2-49,3 11 0,3-5 1,8-11-1,-2-25 1</inkml:trace>
  <inkml:trace contextRef="#ctx0" brushRef="#br0" timeOffset="193241">13853 18082 7443,'-13'2'989,"-1"2"-809,26-2-360,3-5 180,11-1 0,2-2 0,9-7 0,-13 4 0,0 1 0</inkml:trace>
  <inkml:trace contextRef="#ctx0" brushRef="#br0" timeOffset="193523">14078 17873 8162,'-9'-17'1709,"3"7"-719,0-2-451,10 41-449,-2-13-120,2 16 0,1 10 0,-1-4-59,1 7-241,-1-5 0,1 8 0,1-6-929,-1-11 0,1-2 1259,1 3 0,0-2 0,4 5 0,-5-27 0</inkml:trace>
  <inkml:trace contextRef="#ctx0" brushRef="#br0" timeOffset="193724">14121 18169 8432,'-11'-3'450,"2"0"-990,31-10-629,-5 6 1169,25-8 0,-14 9 0,2 1 0</inkml:trace>
  <inkml:trace contextRef="#ctx0" brushRef="#br0" timeOffset="194514">14462 18237 8522,'-13'1'2609,"0"0"-2429,17-8 179,11-8-359,11-12 0,-2-1-359,-12-19 179,-30 11 90,-20 14 45,14 31 0,1 7 45,-12 15-135,24 5 0,7 1-45,11 2-1459,6-6 1,1-1 893,5 1 520,10-13 1,6-9 179,-6-14 0,0-7-45,10 2 0,-1-4 45,-3-5 0,-3-6-45,-3-4 0,-4-3 180,-10 0 0,-3 0-45,1 5 0,-4 0 135,-15-22 0,-1 35-270,-4-4 3366,4 16-3340,8 3-26,14 2 90,3-3-90,16-4 0,-7-3 90,-1 0 360,1 12-180,-16 10-90,1 9-1,-9 2 1,-1 2-90,5 15 0,-3-16 0,2 1-270,3-4 1,4-4 269,22 2 0,1-2 0,7-20 0</inkml:trace>
  <inkml:trace contextRef="#ctx0" brushRef="#br0" timeOffset="195040">15233 18061 8522,'-17'-11'2069,"4"1"-1080,6 4-629,-2 20-180,5-1-270,-3 37-180,5-14 90,0-7 0,1 0-359,0 14 449,0-12-360,-1-5 270,17-60 90,-4 12 45,2-7 0,1-2-225,10-10 91,-2 11 89,2 5 90,-1 18 0,0 28-90,-4 25 0,-6-5-180,-6-6 0,-2-2 180,0-13 90,15 24 0,-6-34 0,10 7 0</inkml:trace>
  <inkml:trace contextRef="#ctx0" brushRef="#br0" timeOffset="195434">15737 18104 8342,'-7'-14'1979,"1"3"-1079,-9-1-451,-15 15-359,0 10-180,0 2-359,14 15 269,13-19-1439,26 28 629,18-12 855,-18-5 0,0 0 225,14 5 270,-37 10-180,-16-17-90,-4 0 0,-1 0-180,-1-1-1439,-14 12 1529,29-22 0,-4 2 0,11-9 0</inkml:trace>
  <inkml:trace contextRef="#ctx0" brushRef="#br0" timeOffset="195707">16615 18233 9062,'0'-12'2159,"4"-3"-1260,8 0-269,10 0-360,7 3-360,6 6 0,6 3-330,-7 1 0,3 2 0,0-1 150,10 0 1,4 0 269,-8 1 0,6 1 0,-1-1 0,-6 1 0,-1-1 0,-2 0 0,7 0 0,1 0 0,-1 0 0</inkml:trace>
  <inkml:trace contextRef="#ctx0" brushRef="#br0" timeOffset="196033">17394 17969 9332,'-10'-4'1169,"-1"-3"-1079,21 6 0,27 7-270,-13-1 0,1 2-45,5 1 0,0 2-540,0 4 1,-3 1 764,6 7 0,1 3 0,-18-9 0</inkml:trace>
  <inkml:trace contextRef="#ctx0" brushRef="#br0" timeOffset="196153">17690 18119 7803,'-23'13'239,"0"1"1,-14 10 0,2 0-330,-4 7-540,6-2 1,3 2 449,4 0 180,3 4 0,12-12 0,1 0 0</inkml:trace>
  <inkml:trace contextRef="#ctx0" brushRef="#br0" timeOffset="197013">18018 18204 7533,'-5'-14'1259,"-1"0"-90,-3-6-359,3 8-540,5 47-270,3 10-150,1-13 0,0 7 0,1 0-390,1 5 0,1 2 1,-1-2 539,0-7 0,-1-2 0,1 0 0,1 3 0,0-1 0,0-4 0,3 15 0</inkml:trace>
  <inkml:trace contextRef="#ctx0" brushRef="#br0" timeOffset="197406">17957 18245 8522,'0'-12'630,"6"-8"-180,24-9-361,-3 12 1,6 2-450,10 4 1,3 6-1,-3 7 0,-3 8 225,-10 8 0,-12 6 270,-22 5 0,-13 0-45,-10-3 0,-6-4-765,-6-1 1,1-4 674,12-9 0,4-1 0,-1-1 0,21-6 0</inkml:trace>
  <inkml:trace contextRef="#ctx0" brushRef="#br0" timeOffset="198497">18585 18217 7982,'0'-18'2159,"-2"4"-2069,-2 0 540,-8 7-270,-11 24-630,6 9-90,6 19-180,27-13 1,16-20 449,-6-11-180,-2-30 180,-30-2 90,-5-10-180,-8 9 90,12 11 0,22 3 90,3 6-45,6-5 0,1-4 45,7-15-45,-11 12 0,-1-1 90,-2-4 0,-4 0-45,1-3 90,-2-6-90,-6 18 0,-4 9 90,2 1 0,-3 21-90,0-4 90,-2 15 0,-3 22 0,-1 0-90,2-9 0,0 7 0,1-2-45,0 4 0,1 2-75,0 3 0,1 3 0,0-4-715,0-8 0,2 0 715,1 6 0,0 4 0,2-3-60,4 0 0,1-3 135,-3 4 0,1-2-45,1-12 0,1-6-269,5-9 179,-1-10-90,13-7 180,-8-13 180,5-27 0,-14 13 925,-7-11 0,-7-4-701,-10 9 1,-4 0-135,2-7 0,-3 1 0,-2 5 0,0 4-90,-1-1-90,14 4 90,20-9-270,8 0-90,-1 10 0,3 0-199,5 2 1,0 3 0,-4 3 0,-1 2 0,2 0 0,0 1 0</inkml:trace>
  <inkml:trace contextRef="#ctx0" brushRef="#br0" timeOffset="199623">19452 18137 7263,'-10'-8'360,"-1"0"89,0 2 451,-15-2-810,10 5 180,-23 5 0,9 20-360,0 7 0,8 8-180,23-10 0,8-1-360,23 10 540,-4 2-135,0-29 1,0-7 134,-6-12 0,10-7 90,-21-11 0,-11 3 180,-9-15-1,0 15-89,-4-3 0,5 13-90,1 2 90,5-1-90,1 5 0,21-14 0,-9 12 0,7-7 0,1 0 0,-4 1 90,7-11 0,1-3 270,3-9-225,-9 9 0,1 10 45,4 28-90,-13 26-45,-3-2 0,-2 5-105,-2-1 0,-2 3 0,0-2-30,0 10 0,-1-2 45,1 2 0,-1-3 0,-1-10 0,1-5 45,-3-1 90,1-7-90,-2-11 0,10-32 0,1-4-90,12-19 0,3 15 0,4 4 0,-5 14 90,1 10-90,-3 12 0,0 15 360,-12 9 180,-19 3-900,-18-11 450,0-14 0,8-8 0,13-3 0</inkml:trace>
  <inkml:trace contextRef="#ctx0" brushRef="#br0" timeOffset="199967">20056 18293 8072,'-1'-27'3149,"6"31"-3059,-2 2 89,2 27 1,0 10-90,1 6-90,-1-3 0,-1 1-45,-1-19 0,0-1 0,0 2 0,-3-1-45,-11 9 0,-4-12 90,-13-10-179,-12-19-451,12-6 0,0-3-1079,-14-8 1709,19 6 0,5-2 0,11-6 0,7 0 0</inkml:trace>
  <inkml:trace contextRef="#ctx0" brushRef="#br0" timeOffset="200230">19955 18059 9062,'-1'-36'1529,"1"8"-2698,3 0 1169,4 29 0,-1 6 0,2 16 0</inkml:trace>
  <inkml:trace contextRef="#ctx0" brushRef="#br0" timeOffset="200551">20810 18201 9152,'-20'-11'2788,"7"3"-2338,22-3-495,14 5 0,7 2-135,16-5-913,-5 5 1,9 1 0,-6 0-115,-14 2 0,-1-1 1028,5 1 1,3-1 0,0 1 178,-2 0 0,0 1 0,-3 0 0,-3 0 0,1 0 0,19 0 0,0 0 0</inkml:trace>
  <inkml:trace contextRef="#ctx0" brushRef="#br0" timeOffset="200873">21332 18025 9152,'-11'-20'1619,"29"7"-1709,13 17 0,-5 1 0,2 2-1549,6 8 1,-2 1-1639,6 1 3699,-15-6 0,0 1-1502,12 5 1080,-13-6 0,14 6 0,-17-9 0</inkml:trace>
  <inkml:trace contextRef="#ctx0" brushRef="#br0" timeOffset="200992">21697 18136 7443,'-28'27'719,"5"-8"1,-2 1-720,-2-3 0,-2 2-135,-7 10 0,4 0-1304,11 5 1439,-3 8 0,18-9 0,8-10 0</inkml:trace>
  <inkml:trace contextRef="#ctx0" brushRef="#br0" timeOffset="202013">22320 18200 8792,'-25'-21'1889,"4"6"-1349,-11 18-540,14 2 0,-6 9 0,-1 5-450,-6 14 270,-3 1-899,14 9 269,35-26 630,-7 5 90,34-21 270,-20-15-90,6 1 90,-18-10 180,-16 2 269,-7-9-449,0 4-90,1 5 0,7 12 0,8 3-90,7 1 0,1 1-90,24-6 90,-15 4-45,5-2 0,4-3 0,6-7 0,0-2 45,-3 1 0,-1-2-45,9-9 0,-3-1 90,-14 2 0,-5 0 45,-2 2 0,-2 0-90,3-12 90,-8 11 0,-26 68 0,3 5-90,-1-3 0,0 5-1639,3-2 1,2-2 1490,3-15 1,0-2-33,-3 13 0,2-3 90,2-14 180,-4 14-90,16-40 0,18-18-45,-3 4 0,3 0 0,6 0 0,2 4 1683,1 5 0,-1 9-1670,-3 12 1,-4 5-59,7 8 90,-25 1 0,-9-1-90,-20-4 135,-5-2 0,-6-2-90,-6-5 0,0-3 45,2 0 0,3-2 0,-7-2 0,40-6 0</inkml:trace>
  <inkml:trace contextRef="#ctx0" brushRef="#br0" timeOffset="202391">23130 18251 8792,'9'-13'1709,"-8"14"-1529,-13 29-180,-5 13-135,0-3 0,-1 2 0,6-10 0,0-1-90,-2 8 0,0 0 0,4-10 1,0-3-46,-6 18-270,-15-8 360,7-26 0,-11-4 180,-5-33 0,18 3 0,7 4 0,-1 0 0</inkml:trace>
  <inkml:trace contextRef="#ctx0" brushRef="#br0" timeOffset="202601">23132 17942 8072,'-2'-23'382,"1"10"1,1 8-1,0 16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09:36.6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1469 5700 11221,'-17'2'3148,"15"-1"-3058,20 0 0,14-1-45,8-1 0,3 1-954,-4 0 0,2 0 931,-6 0 1,4-1-1,1 1 1,2-1-664,-1 1 1,1 0-1,1-1 1,1 1-1,0 0 605,2-1 0,0 1 0,1 0 0,0-1 0,0 1 18,0 0 0,0-1 0,0 1 0,0 0 0,-1 0-184,-1-1 1,0 1 0,0 0-1,-1 0 1,-3 0 133,1 0 1,-2-1-1,-1 1 1,2 0 31,-1-1 0,2 1 0,0 0 0,-1 0 0,-3 0-24,11-1 0,-4 1 0,2-1 0,3 1 0,1 0 0,-3-1-291,-1 1 1,-1-1 320,-12 1 0,0-1 0,-2 0-15,0 0 0,-4 0 242,-1 0 0,-2 0-467,6-2 1213,3-1-4220,-15-1 3709,-11-3 1,-17 0 0,-6-1 0</inkml:trace>
  <inkml:trace contextRef="#ctx0" brushRef="#br0" timeOffset="427">3573 5482 11760,'13'-9'1260,"3"0"-991,-6 7 1,17 1-180,-10 2 90,26 6 0,2 0-1499,-14-2 1,1 1 1363,-4-1 0,-1-1-45,9 2 0,-1 1 340,-7-2 1,1 1-431,9 0 0,0 1 90,-13-2 0,0 0-45,2 0 0,-2 0 45,-5-1 380,11 2-380,-20-2-90,-7 4 90,-23 0 0,-11 1 0,-3 3 0,-7 2 0,2 0-56,2-1 1,-2 2 37,0 0 0,-7 4 0,-4 1 0,2 0 0,6-2-12,5-2 0,5-2 0,-4 3-78,-2 0 0,-4 3 0,-1 0 0,1 1 1,4-3-223,-1 2 0,4-2 0,0 2-763,-5 2 1,1 0 0,1 0-547,-3 2 1,5-2 1566,9-5 1,4-1 0,-7 6 0,3-1 0</inkml:trace>
  <inkml:trace contextRef="#ctx0" brushRef="#br0" timeOffset="4608">8978 12489 8224,'-24'32'-114,"0"1"0,1 0 0,-1-1 0,0 1 0,-2 3 0,1-2 0,0 2 0,-3 1 0,0 0 0,1 0 0,-1 1 1,1-1-1,-1 0 0,0 0 0</inkml:trace>
  <inkml:trace contextRef="#ctx0" brushRef="#br0" timeOffset="4693">7668 14476 7754,'-20'44'-245,"0"-1"1,0 1 0,0-1 0,2-2 0,1 0 0,0 0 0,-1 1 9,1-4 1,-1 2 0,0 1 0,1-1 0,0 0 0,-3 6 0,0 1 0,1-2 0,1-2 0,2-8 0,0 0 0,0 0 0,1 0 0</inkml:trace>
  <inkml:trace contextRef="#ctx0" brushRef="#br0" timeOffset="8209">3185 4381 8342,'-2'-8'450,"6"0"-360,13 1 0,7 1 0,15 0 0,-4 1 0,6 0-90,-17 3 180,-3 1-90,-7 2 179,-3 1-89,-4 4 90,-13 6 0,-11 7 0,-14 6-180,1-4 0,5-5 0,0 0 90,-4 5-180,-11 9 90,22-13-90,9 0 89,11-3 1,11 2-90,3-3 90,13 0-90,1-3 0,7 1 90,-9-3-90,8 4 0,-21-6 0,7 6 0,-17-2 90,-12 4-90,-16 4 0,-4-4 0,5-3 0,-3-1 0,-18 5-261,17-5 0,0-1 81,1 0 0,2-1-89,-9 2 269,0-1 0,21-6 0,-3 1 0</inkml:trace>
  <inkml:trace contextRef="#ctx0" brushRef="#br0" timeOffset="8760">3123 4104 9781,'-23'-12'630,"-1"1"-450,0 0 540,-12-1-451,17 7 91,-17-4-90,9 6 0,-11 5-1054,12 2 1,-1 2 828,3 0 0,-2 2 44,-14 9 1,-2 2-45,1 3 0,0 2-15,7-3 0,-1 2 0,1 2 0,2 2 0,0 1 0,3 0 15,-6 6 0,4 2-953,12 2 0,4 4 1,3-4 907,5-8 0,3-1 30,4 10 0,3 5 0,6-5-449,12-1 0,7-3 419,-2-4 0,3 1 0,3-3 30,7-1 0,3-2 0,0-3-30,-5-4 0,-1-2 0,3-2 0,0-2 0,3-2 0,1-2 0,-2-1 0,4 0 0,-1-4 0,4 0-315,-4-3 0,5-1 1,2 0-1,-1-2 0,-5 1 315,-4-2 0,-2 1 0,-2-1 0,3-1 0,6-2 0,2 0 0,0-2 0,-1-1-132,-1-4 1,-1-1 0,-1-1 0,-1-1 131,-6 2 0,-2-1 0,0 0 0,1-1 204,6-1 1,1 0 0,0-2 0,-4-2-205,4-6 0,-4-4 0,-4-1 0,-11 5 0,-4-2 0,-2-3-227,1-6 1,-3-3 0,-4 0 226,-4 5 0,-3 0 0,-7-2 0,-5 3 0,-5-1 0,-4 0 0,-2 2 31,-3 2 0,-3 1 1,-2 2-1,-3-1-49,0 1 0,-2 0 0,-3 1 0,-1 0 0,-1 2 18,-5 0 0,-3 2 0,0 0 0,-1 3 0,2 0 0,-2 1 0,3 1 0,-2 2 0,-4 2 0,8 5 0,-3 0 0,-2 1 0,-1 2 0,0 0 0,2 1 0,2 2-155,-4 0 0,2 3 0,1 2 0,0-1 0,-3 1 140,2-2 0,-1 0 0,-1 1 0,-1 0 0,1 1 0,0 2-45,0 2 0,0 1 0,0 2 0,1 1 0,1 0 0,1 1-66,1 1 0,2 1 0,0 1 0,1 0 1,-1 2-73,-4 1 0,-1 1 0,0 0 0,2 1 0,2 1-107,2-1 1,3 0 0,2 1 0,1 2 304,-7 10 0,3 2 0,5 1 0,10-7 0,4 1 0,0 0 0,-4 9 0,0-1 0,1 0 0</inkml:trace>
  <inkml:trace contextRef="#ctx0" brushRef="#br0" timeOffset="11476">6470 2936 10591,'-11'-6'899,"2"0"-539,3 1 360,0 1-270,2-2-360,14-2 89,20-1-179,16-2 90,4 3-90,-21 5 0,0 0 90,16 0-702,-18 1 0,0 2 612,8-1 0,-3 5 0,-18 3 0,-7 6 0,-9 1 0,-33 16 0,-1-6 0,14-10 0,-1 0 0,-18 11 0,15-7 1224,-1 2-1314,9-1 90,8-5 0,8 1 0,8-2 0,7 4-90,1-4 90,9 5-90,-3 4 90,-2-3 0,-5 8 0,-13-13-89,-20 19 89,-14-6-267,13-11 0,-1 0 222,-6 0 0,0-2-405,-15 7 135,19-10 0,1-1-674,-12 5 989,15-6 0,9-4 0,10-4 0</inkml:trace>
  <inkml:trace contextRef="#ctx0" brushRef="#br0" timeOffset="11983">7345 2823 10861,'16'-8'360,"6"3"-270,7 4-1,4 1-89,-6 2 90,12 4-90,-22 1 0,11 11 90,-24-4-90,-14 9 0,-5 3 0,-10 4-590,3-7 1,-5 3-1,0-2 590,-7 3 0,-2-2 0,7-3 0,-1 0 0,1-1 0,-4 3 0,1 0 0,2-1 0,4-1 431,-2 6-431,2 5 90,19-14-90,21-1 0,19-11 45,-7-3 0,2-1-380,-1-2 0,1 0 335,16-2 0,2 0 72,-8-1 1,2-1-73,-6 1 0,2-1 0,-2 1-90,5-1 0,-1-1-1003,-4 1 1,2-1 0,-4 1-81,-6 0 0,-1 1 987,18-3 0,0 0 0,-18 0 0,-1 1 0,6-1 1,-1 0-1</inkml:trace>
  <inkml:trace contextRef="#ctx0" brushRef="#br0" timeOffset="12693">11027 2630 9781,'-16'-7'270,"1"0"90,2 1 0,2-1 90,4 1-181,4-5-89,16-3-90,1 3 0,34-3 0,-22 9-90,1 0 0,2 3-253,13 1 298,-15 3 0,0 1-45,14 4 0,0 8 0,-20 3 0,-11 9 0,-26 9 45,-4-15 0,-6-1-1482,-6 2 0,-3-1 1437,6-3 0,0-2-241,-2 1 1,1-2 240,-6 5 0,3 3 0,13-8 168,11 0-168,17-4 0,17 2 0,5-4 0,-1-3 0,3-1 45,5 0 0,1 0-225,-1 1 0,0-1 135,-1 0 0,-3 1 45,7 6 2602,-24 0-2602,-14 6 0,-14-2 0,-11-2 0,-6 0-83,-1-2 1,-2 0 37,-7 2 0,0 1-135,4-3 0,1 0-90,-8 3 270,8 0 0,22-10 0,1 1 0</inkml:trace>
  <inkml:trace contextRef="#ctx0" brushRef="#br0" timeOffset="12983">11849 2748 10591,'-13'-2'2069,"30"9"-1979,-6-2 45,19 5 0,5 2-90,-6 0 0,0 0-870,3 1 0,2 2 870,6 3 0,1 1-90,-9-5 0,0 0-135,8 2 1,0 1-271,-7-5 0,-2 0-574,-4-2 1,-2-1 1023,7 1 0,-14-5 0,-10-3 0</inkml:trace>
  <inkml:trace contextRef="#ctx0" brushRef="#br0" timeOffset="13193">12163 2700 10591,'-24'-8'90,"-5"5"180,4 10 90,-17 14-181,6 2-44,9-1 0,-1 3-1062,1 1 1,1 2 1016,-4 5 0,2 1 224,2-6 0,3 2-539,-3 9 1,4-1-226,4-1-1189,7-1 1,4-3 1535,10-11 0,13 11 1,3-17-1</inkml:trace>
  <inkml:trace contextRef="#ctx0" brushRef="#br0" timeOffset="13716">13256 2549 14189,'14'-5'450,"-3"1"-360,10 5 0,-4-1-90,13 0 0,4 0 0,2 1-180,8 1 90,-13 1 0,4 1 0,-10 2 0,-16 4 0,-15 2 90,-22 5 0,0-3-45,5-4 0,0-1 45,-13 6 0,-7 3 0,14-4-90,6 1 90,15-3 0,10 3 0,17 3-90,18 0 0,-10-6 0,1 1 0,16 5 45,-15-5 0,-2 2-45,3 5 0,-4 6 0,-14-6 90,-24 7-90,-23-3 90,5-7 0,-2 0 0,5-4 0,-2-1-45,-12 3 1,3-2-136,6-1 180,1-2 0,12-2 0,38-8 0,4 1 0</inkml:trace>
  <inkml:trace contextRef="#ctx0" brushRef="#br0" timeOffset="13910">15007 2711 12570,'-10'9'-820,"-3"-2"1,-23-7 0,-7-2 0</inkml:trace>
  <inkml:trace contextRef="#ctx0" brushRef="#br0" timeOffset="18877">6947 4168 8522,'7'-7'1349,"0"0"-1169,-3 2 90,0 0-180,1 0 0,2 1 0,4-1 0,1 2 0,13-3-90,4 2 90,14-2 0,7-1-90,-3 2 0,-9 1 0,5 1 0,-13 5 90,-1 3-90,-13 4 0,-15 2 0,-14 6 0,-7 0 0,-9 5 0,5-5 0,-7 6 0,17-12 0,-9 8-90,15-11 180,-2 6-90,10-3 0,0 1 0,12 2 0,4-3 0,8 5 0,-3-4 0,2 3 0,-7 1 0,-7 3 0,-7 0 0,-14-2 45,-11-2 0,-4 1-45,-1-2 0,-2-1-1288,-11 7 0,-1 0 1288,12-8 0,0-1-45,1 0 0,0-1-315,-10 4 90,2-1-1439,5-1 1709,19-8 0,1 1 0,10-5 0</inkml:trace>
  <inkml:trace contextRef="#ctx0" brushRef="#br0" timeOffset="19376">7675 4184 10231,'-2'-8'990,"5"2"-900,8 2-1,3 1 91,6-1-90,-2 1 0,17-3 0,-2 2 0,10-1 0,-5 3-90,-9 1 0,0 6 90,-17 4-90,-13 17 0,-26 6 45,2-9 0,-2 1-388,3-5 1,0-1 342,-8 7 0,2-1 0,10-7 0,1 0 0,-2 3 0,2 0 0,-2 6 0,12 0 0,23-6 90,2-4-90,26 0 0,5-11-881,-15-3 1,0-1 880,-5-1 0,0-1 0,9-1 0,0-2 42,-9 1 1,-1-1-88,9-1 0,-2 0-135,11-2-368,-1-1-711,-20 2 1259,0-1 0,-11 1 0,-6 1 0</inkml:trace>
  <inkml:trace contextRef="#ctx0" brushRef="#br0" timeOffset="19727">8395 4302 9961,'-7'-9'720,"2"0"-360,4 2-180,2 0 89,2 2-89,11 0-90,11 6 90,22 4-180,-6 0 0,6 3-90,-19-3 0,0 1-539,17 2 359,-18-3 0,-1 0-2788,13 2 3058,-19-5 0,1 1 0,-8-2 0</inkml:trace>
  <inkml:trace contextRef="#ctx0" brushRef="#br0" timeOffset="19944">8872 4160 10231,'-5'-9'630,"-1"0"89,1 4-539,-12 5 0,-4 7 90,-16 11-180,3 4 0,4 3 0,-1 2 0,-5 4-225,4 0 0,0 1-447,13-12 0,2 0-543,-1 3 1,2 0-675,-5 9 1799,13-9 0,7-4 0,2 2 0</inkml:trace>
  <inkml:trace contextRef="#ctx0" brushRef="#br0" timeOffset="20633">9623 3972 10861,'-11'-11'450,"1"0"-91,4 7 1,0-1 0,1 1-270,-5 5 0,-1 6 90,-8 14-90,-3 14-45,9-11 0,1 3-486,-1 3 0,-1 1 441,2 3 0,1 0 0,2-9 0,1 0-105,0 3 1,1-3-76,0 9-90,0 2 90,3-13-89,4-3-181,2-11 960,4 0-600,7-12-180,1-10 180,-1-2 131,-1-11-131,-2 4 0,-2-3 90,2 1-90,-5 8 90,5 0-90,0 6 90,8-2-90,8 2 90,6 1 0,5 0 0,-5 1 0,9-2 0,-5-1-1240,9-7 1240,-9 1-120,-15 2 1,-2-2 119,8-13 0,1-11 90,-12 11 0,-4-10 0,-8 17 90,1-6-180,-8 26 1297,-3 17-1297,-3 9 0,1 25 90,4-2-522,2-13 0,0 0 432,3 15-131,1-15 0,1-1 131,4 4-45,-1-11 0,1-1 45,4-1-540,9-4-1169,0-13 1709,8-4 0,5-10 0,1-5 0</inkml:trace>
  <inkml:trace contextRef="#ctx0" brushRef="#br0" timeOffset="20910">10339 3982 9691,'-11'0'1350,"-1"-1"-271,0 0-899,23 11 90,4 1-90,27 14-90,-10-6 0,-8-5 0,2 1-1,-4-2 1,1 1-283,6 2 1,0 0 147,-2-1 0,0-1-225,-2-2 0,-2 0-180,9 3-2827,4 0 2927,-20-9 0,6 0 0,-12-4 0</inkml:trace>
  <inkml:trace contextRef="#ctx0" brushRef="#br0" timeOffset="21110">10768 4061 10591,'-14'-16'720,"0"2"-271,5 6-179,-1 3 90,-9 10-270,4 1 180,-17 16-90,-2 4-90,12-6 0,-1 1-90,-4 2 0,1 2-477,0 1 0,1 0 27,1-2 0,2-1-449,-8 12-2378,6-3 3241,14-15 1,-1 8 0,5-8 0</inkml:trace>
  <inkml:trace contextRef="#ctx0" brushRef="#br0" timeOffset="22793">10915 4088 9871,'0'-11'630,"0"0"-450,3 5 270,-1 1-270,1-2 269,0 2-89,0-2-90,2 3 180,-2-2-91,0 1-269,7 5-90,-4 0 0,8 6 90,-3 4-90,-2 0 90,7 11-90,-2 0 90,2 9-90,-4-7 0,-1 6 0,-3-7 0,2 3 0,-3-4 90,0-6-90,3-1 0,-3-8 0,5 0 0,0-7 90,6-5-90,5-5 0,-2-1 0,5-7 0,-2 1 0,4-4 0,-3 3 0,-5 5-90,-3 4 90,-1 8 0,-1 6 0,4 6-90,-4 5 90,-2-3-90,0 4 0,-2-5 90,0 1-90,-2-5 90,7-5 0,-2-7 0,3-1 0,1-11 0,-2-4 0,5-12 0,-2-7 0,-5 5 0,-1-8-90,-5 8-359,-1-2-631,-2 6 1080,-3 12 0,-4 6 0,-2 6 0</inkml:trace>
  <inkml:trace contextRef="#ctx0" brushRef="#br0" timeOffset="23317">8802 4702 10591,'-10'5'90,"2"0"450,10 1-271,9-2 451,32 1-540,-2-3-603,-7-2 1,6 1 572,-3-2 0,3 0 0,3-1-760,-2 1 1,2-1-1,2-1 1,3 1 653,-3-1 1,4 0 0,1 1 0,2-1 0,-1 0 0,-2 0-15,-6 0 0,-1 0 0,-1 1 0,1-1 0,2 0 0,2 0-10,-6 0 0,2 0 0,2 0 0,1-1 0,0 1 0,1-1 0,0 1 0,0-1 0,1 1-203,-3-1 0,2 1 1,0-1-1,0 0 1,1 1-1,-1-1 1,0 1-1,0-1 1,-1 0-1,-1 1 194,6-1 0,-3 0 0,0 0 1,0 1-1,0-1 0,0 0 1,2 0-1,2 0-131,-5 0 1,1 0 0,2 0 0,2 0 0,-1 0-1,1 0 1,-1 0 0,0 0 0,-2 0 0,-2 1-1,-2-1 145,6 0 1,-2 1 0,-3-1 0,0 1 0,-1-1 0,1 1-1,1-1-112,-2 1 1,0 0-1,0-1 1,1 1 0,-1 0-1,0-1 1,0 1 0,-2 0 86,8-1 0,-1 1 0,0-1 0,-2 1 0,-2 0 0,-3 0 142,2 0 0,-3 0 0,-2 0 1,-1 1-53,6-1 0,-2 0 0,-4 1 552,-8 0 0,-3 1-552,3-1 0,-2 0 0,5 1 1439,-5-1-2249,-16 4-2557,0 0 2992,-14 4 0,1-3 1,-6 2-1</inkml:trace>
  <inkml:trace contextRef="#ctx0" brushRef="#br0" timeOffset="24133">10195 3758 9961,'15'-13'90,"-3"3"90,-2 3-90,-4 4 0,4-3 0,-4 3 0,-5 14 0,-6 8-90,-3 6 0,-2 8-270,3-10-899,1 6 89,3-9 1080,3 1 0,4-8 0,3 2 0</inkml:trace>
  <inkml:trace contextRef="#ctx0" brushRef="#br0" timeOffset="24650">12537 3535 8702,'-14'-6'630,"1"2"-271,1 1 1,1 1 0,-1 0-180,-1 2 90,0 2-180,-6 4 90,-4 6-90,-7 9 0,4 0-46,6-3 1,-2 3-135,5-3 1,0 2-1068,-6 5 1,1 1-284,-5 11 1273,2 2 0,13-15 0,-3 6 0</inkml:trace>
  <inkml:trace contextRef="#ctx0" brushRef="#br0" timeOffset="39617">11388 11435 8882,'-1'-20'2339,"0"6"-1440,-4-10-179,-2 11-361,-6-5-89,0 6 90,-5 0-270,5 3 180,-7-1-90,1 1 0,-9-3-90,4 1 179,-22-6-179,18 8 0,-4-1 0,-4-1-45,8 4 0,-1 0 0,-10-2 0,-1 0-401,0 2 0,1 0 401,9 2 0,-1 0-45,-7 1 0,-1 0 0,3 2 0,0-1-403,-10 1 0,-1-1 403,10 2 0,-1 0 0,1 1 0,-2 0 0,5 0 45,7 0 0,1 0-45,-9 0 0,-3 1 0,2-1 0,1 1 0,1 1 45,-13 1 0,-2 2-380,15 0 0,1 0 0,1 1 335,-7 2 0,0 1 0,6-1 0,0 2 0,1 0 0,-7 5 0,0 0 0,7-2 0,-2 2 0,3-1 0,-5 4 0,-1 1 0,0 3 0,-3 3 0,4-3 0,7-3 0,0 2 0,-1 1 0,-4 5 0,0 1 0,5-4 0,3 0 0,2 0-362,-4 6 1,-1 3-1,3 0 362,2 2 0,3 0 30,4-4 0,1 1 0,0-1-181,-2 6 0,1 1 151,5-6 0,1 2 0,2-1 0,-1 10 0,2 0 0,2-7 0,0 1 0,1-1 0,1 8 0,2 1 0,2-2 0,3 2 0,-1-3 0,2-7 0,1 0 22,1 0 1,1 6-1,3-1 1,1-2-23,6-1 0,3-2 0,2 0 0,1 8 0,2 0 0,3-1-134,-4-12 1,2 0 0,0-2 0,-1-2 133,-1-1 0,0-3 0,0 1 0,7 4 0,2 0 0,-1-1 0,-4-5 0,-1-2 0,2 2 29,7 4 1,3 0 0,-2-1-30,-7-5 0,0-1 0,1 0 0,13 5 0,3 1 0,-5-3 0,-8-4 0,0-1 0,0-2 0,4 3 0,2-1 0,-2-1 0,1-2 0,-2-2 0,2 0 0,6 3 0,1 1 0,0-2 0,0-2 0,-1-1 0,-3-1 45,-3-1 0,-1-1-28,8-1 1,0-1-18,-10-2 0,1-2 0,-4-1 0,3 0 0,-2 0 0,8-1 0,2-1 0,4-3 0,4-1 0,-4 0 0,-9 1 0,1-1 0,2-1 0,5-2 0,2-1 0,-3 0 0,-2-3 0,-3-1 0,2 0 0,-3 0 0,2 0 0,0-2 0,-1 0-317,-3-1 1,-1-1 0,-1 0 0,-2 0 316,-1 0 0,-1 0 0,0-1 0,4-6 0,0-1 0,0 0-165,-7 3 0,0 1 0,0-1 165,7-7 0,1-1 0,-1 0 0,-8 7 0,-1 1 0,1-2-23,-1-3 1,2-2 0,0 1 0,-5 2 22,2-3 0,-1-2 0,-4 0 0,3-7 0,-2 0 0,-5 5-45,-4 1 0,-3-1 45,1-7 0,-2-6 0,-3 2 1,-7-4 0,-4 1-1,0 5 0,-2-2 0,-1 2-30,0 8 0,0 2 0,-3-2 30,-5-10 0,-3-2 0,-2 3 0,0 7 0,-1 1 0,-3 0-216,3 4 1,-1-2 0,-2 1-1,1 2 246,-2-2 0,-1 2 0,-3 0 37,-2 2 1,-3-1-1,0 1 1,4 4-68,-5-2 0,-2 1 18,6 6 0,-4-3 0,-3 0 0,2 1 0,4 4 27,-9-3 0,0 3-45,5 1 0,-6 0 0,0-1 0,3 3 198,0 2 0,2 2 1,-2 0-222,4 1 1,-2 0-1,0 1 1,1 0-8,-5-1 0,1 1 0,-1 0 7,5 3 1,-1 0-1,0 1 1,1 0-68,-7 1 0,1 1 0,-2 0-164,3 0 1,-1 1 0,-1-1 0,2 2 163,-2-1 0,0 1 0,-3 2-90,5 0 0,-4 0 0,-2 2 1,2 0-1,2 0-100,4 1 0,3 0 0,-1 0 0,-2 1 64,-4 1 0,-3 0 0,-1 1 1,2 0-1,4-1-144,-2 2 0,3 0 0,1 1-733,-2 2 1,0 1 0,5-1 1020,7-3 1,3 1-1,-10 5 1,1 1-1,12-5 1,-1 0 0</inkml:trace>
  <inkml:trace contextRef="#ctx0" brushRef="#br0" timeOffset="41144">13942 11158 10771,'3'-8'1259,"-3"-3"-1169,-3 3 270,-3-2 0,-7-1-180,-2 1-90,-5 1-1,2 1 91,-9 1 0,-20-3-180,6 2 45,7 3 0,-1 1-164,8 1 0,-1 1 164,-20-1 0,-1 1-45,14 1 0,0 1 30,-1 0 0,-1-1 0,3 2-30,7-1 0,0 2 0,-10-1 0,-5 2 0,2 0-533,-3 1 0,1 1 533,7-2 0,-1 1 0,1 1 0,1 1 0,0 1 0,2 0 0,-7 4 0,0 3 0,5-2 0,-2 2 0,2 1 0,-5 3 0,2 2 0,6-2 0,-1 2 0,1 2 30,2 3 0,1 2 0,1 0-30,-8 5 0,1 2 0,7 0 0,-1 3 0,6-4 0,8-6 0,2 1 0,-1 8 0,1 5 0,2-1 0,4 3 0,3-1 0,-1-8 0,1 1 0,1 0 0,4-1 0,2 0 0,1-1 45,3 10 0,3 1-507,-2-8 0,3 1 0,0 0 462,1 0 0,1-1 0,1-1 0,3 5 0,3 1-824,1-3 1,4 2-1,-2-5 824,-3-5 0,0-1 30,6 5 0,4 4 0,-3-6-127,-6-8 0,1-2 97,9 6 0,4 2 0,0-2 45,2-1 0,2-1-130,0-1 1,2 1 0,-2-2 84,1-1 0,0-2 0,-10-5 0,2 0 0,-2-1 78,8 3 0,1 0-78,-9-4 0,1 1 0,-2-2 0,6 3 0,0 0 30,0-1 0,2 1 0,-3-3-30,-7-2 0,1 0 0,10 2 0,6 2 0,-1-3 0,3-2 0,1-2 30,-10-1 0,2-1 0,-1 0 34,0-3 0,0-1 0,-2-1-64,4 0 0,1-3 0,-6 0 0,2-1 0,0 0-161,-4-1 0,-1-1 0,1 0 161,8-1 0,2-1 0,-1-2 30,1 0 0,0 0 0,0-2-30,0-2 0,0 0 0,-3-1 0,-7 4 0,-2 0 0,1-2 0,13-8 0,2-2 0,-6 1 0,-12 6 0,-1-1 0,8-5 0,3-3 0,-5-1 68,-2-2 1,-3-1-69,-6 5 0,1-2 0,-2-1 0,-1-2 0,-2-2 0,-1 2 0,2-6 0,-5-2 0,-2-9 0,-7-2 0,-5 4 0,-4 0 0,-2 7 0,-1-1 0,-1-1 30,-3-1 0,-2-1 0,0 2-30,-3-8 0,-2-1 0,2 14 0,-1-3 0,-2 1 0,1 2 0,-2 0 0,1 3 0,-2-2 0,-2-5 0,0-2 0,-3 3 30,-1 3 0,-2 1 0,-2 3 0,3 5 0,-2 3 0,-2-1-384,-9-6 1,-3 1-1,0 1 384,6 5 0,0 3 0,-3 0-30,0 1 0,-2 2 0,-1-1 0,0 3-1,4 2 1,-1 1-1,0 1 1,-1 0 0,0 0 0,-1 0 0,-1 1 0,-1 0 0,0 1 18,-1 1 0,0 0 0,-1 1 0,0 0 0,-1 1-36,-1 1 0,-1 0 0,0 1 0,0 1 0,0 0-100,6 1 1,-1 0 0,0 1-1,0 0 1,1 0 0,2 1 99,-2 0 0,2-1 0,1 1 0,-1 1 0,-1 0-54,-7 2 0,-2-1 0,0 2 0,1 0 0,1 0-315,0 2 1,1 0-1,1 0 1,-3 2 26,10-3 0,-2 1 0,0 1 1,-1 0-1,0 0 0,1 1-296,-8 3 1,0 1-1,0 1 1,2-1 0,1 0 653,1 1 1,3-1 0,0 1 0,-1 1 0,4-1 0,0 2 0,0 1 0,1-1 0,2 0 0,-7 6 0,-1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2:44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4341 11867,'-12'-27'525,"4"10"-605,-2-9 180,5 12 67,1 1 38,-2-2 66,3 2 6,-2-1-235,1 3 266,-1-1-18,-2-3-14,-2 1-347,-7 0 51,0 8 456,-19 11 768,3 9-543,-17 10 231,12 3 0,0 4-1144,8-7 1,0 2 1211,-12 12 1,1 1-156,11-8 0,3 0-851,0 2 1,1 1 467,1 1 0,0 2-396,2 1 1,1 2-257,1 1 1,2 1-153,2 1 1,1 1-108,2 1 1,2 0-59,3-1 1,1-1 224,3-1 1,1 3-558,4-2 1,2 3 0,2-2 509,1 6 1,3 1 170,0-10 1,2 5 0,2-1 0,2-3-296,6 2 0,2-4 1,2 0 233,-1-4 0,2 1 0,1-2 0,-1-1-119,5 0 1,-1-2-1,2-2 83,0-4 0,1-2 0,-2-3-49,6-2 1,-1-3 162,-1-2 1,1-3 5,0-1 0,1-4 154,-2-1 1,1-4 97,4-2 1,2-2 122,0-2 1,2-2 43,2-3 1,3-3-53,-5-3 0,1-2 0,-1 0-144,7-6 1,-1-1 72,-8 3 0,0-2 0,0-4 1,-4-4 1,-1-3 0,-2 1-20,-8 7 1,-2-1 0,0-3-20,4-8 1,1-6 0,-1-2-1,-5 4-36,-4 4 0,-4 1 0,0-2-33,0 1 1,0-3 0,-1 0-1,-3 1-155,-1-2 1,-3 2 0,-1-1 68,0-1 0,-1-1 0,-1 0 171,-2 1 1,0-2 0,-2 1-145,0 0 1,-2 0 0,0 0-45,-2 1 1,0 0 0,-1 0-2,-1 1 0,-2 0 1,-1 1 33,0 1 0,-1 1 0,-1 1 24,-2 1 1,0 1 0,-2 1-11,-9-14 0,-2 2-88,-2 4 0,-3 3 283,-1 4 1,-4 3-304,1 9 1,-4 2 0,-2 3 110,-4 4 1,-2 4-1,-2 3-32,3 3 1,-3 2-1,0 3 1,2 1 233,-6 3 1,1 3 0,-2 6-43,12 0 1,-3 3-1,1 3 1,0 2-1,2-1 72,-5 6 1,2 2-1,1 0 1,0 1 31,-1 0 0,0 0 0,0 1 0,2 0-69,3 1 1,1 0-1,2 0 1,3 0 95,3-1 0,4-1 0,0 1-500,1 2 1,0 0-1,1 1-33,0 0 1,2 1 0,0 1 103,2 0 0,0 0 0,1 1 167,1-1 1,0 1 0,1 1-1,-3 9 1,1 2 0,1 0-1,-1 3 1,1-1 0,-1 0-1</inkml:trace>
  <inkml:trace contextRef="#ctx0" brushRef="#br0" timeOffset="651">3611 7064 13228,'-6'-28'397,"-2"0"-296,-2 0 198,-11-15-196,4 11-1681,-9-8 1695,5 13-6,-1 3-73,-1 1-95,0 2 42,-1 3 256,1 4-185,2 3 24,3 6 55,-1 4 165,-16 20-51,6 5 168,-1 10 1,0 9-611,11-12 1,1 3 0,0 2 347,0 1 1,-1 3-1,0 1 1,1-2-727,-3 8 1,1 0-1,1 0 756,-1 2 1,1 1-1,2-2-49,3-9 0,2-1 0,0-1-480,0 2 0,0 0 0,1 0 499,0 1 1,1 0-1,0 0-110,1 0 1,1 0 0,0 0-20,1-1 1,0 0 0,1 0-343,1-1 0,1 1 0,0-2 355,0 15 0,1-2-1,2-2 0,2-1-25,2-1 0,2-1 3,1-2 0,1-1-273,1-1 0,2-1 39,1-4 1,1-1 283,1-4 1,0-2-296,1-3 0,1 1 418,10 5 0,3-1-562,2-6 0,3-3 85,11 1 0,2-6 99,-7-8 0,0-6 79,1-6 1,-1-4 93,-6-2 1,2-5 11,11-9 1,4-7 0,-3 1-202,-14 9 0,-2 1 1,2-3 259,3-3 1,3-3 0,0 0 0,-5 1 76,5-9 0,-5 0 68,2-3 0,-2-1-46,-1-1 1,-1-2-527,-2-2 1,-1 0 277,-2-1 1,-1-1-80,-1 0 0,-2-1 33,-3 0 0,-3 0-13,0 1 1,-3-1 102,-7 10 0,-1-2 0,-3 1 18,-2 0 0,-3 1 0,-3-1-8,-6-7 0,-5-1 0,-2 2 104,-7-6 1,-6 5 32,5 16 0,-2 1 0,-2 4-70,-6 0 1,-4 5 41,0 4 0,-4 2 1,1 1-188,-7-2 1,-1 3 173,5 2 0,-1 2 1,2 2-3,-1 2 0,2 2 59,-5 2 1,0 2-28,3 1 1,1 1-267,-4 3 0,1 0 370,1 3 1,2 0-16,2 2 0,1 1 126,-4 7 0,1 2-325,14-6 1,2 3-1183,-6 11 0,4 1-186,9 5 1504,6 8 1,25-13 0,5-2 0</inkml:trace>
  <inkml:trace contextRef="#ctx0" brushRef="#br0" timeOffset="1575">5942 4312 12390,'4'-12'-810,"0"1"361,-1 0 89,-1-1 270,1-2-90,-1 0 180,0 4-90,-1-2 225,1 0 15,-1 2 82,1-2-91,-1 2 186,0-2-193,1 2 97,-1 0 267,-1-2-181,-1 0-130,-3-1-208,-1 4-13,-5 4 117,-2 5 281,-4 2-22,-6 4-38,-2 3 360,-4 6 185,-14 21 45,11-2-1180,10-8 1,2 1 888,-2 21-33,5 5-493,10-25 0,3 2-88,2 14 0,4 4-145,3-11 0,4 1 1,1 1-1019,4 8 0,3 1 0,2-2 905,-2-5 0,2-2 1,1-2 38,2-2 0,1-2 0,0-2-502,4 1 1,3-3 523,-1-4 0,3 1 0,0-3 40,7 4 1,0-2-333,-4-5 0,1 0 0,-2-4 455,4-2 0,-1-4 65,2-1 1,-1-2-187,-1-3 1,1-2 283,4-3 1,1-1 12,0-3 1,1-1 83,2-3 0,-1-2-114,-1-3 1,-1-2-51,-1-3 1,-2-1-107,-1-4 1,-2-1-175,-2-3 1,-2-2 149,-3-2 1,-1-3 48,-5-1 1,-1-4-1,-3-2-36,-1-4 0,-3-2 1,-1-1-7,1-1 1,-1 0-1,-2-1-6,-4-1 1,-2-1-1,-3 2-68,-3 11 0,-2 2 0,-1 0 212,0-2 1,-2 1 0,-1-1-64,-1 2 1,-1 0 0,-2-2-97,-7-12 1,-3-2 0,-1 4 123,3 11 1,0 3 0,-2-1-73,-5-9 1,-4-1 0,0 5 40,-6 2 0,-2 5-67,-2 2 0,-2 2 47,0 4 0,-2 4-35,0 2 1,-3 4 253,7 7 0,-3 2 1,2 2-204,-12 2 0,0 3 2,9 3 1,0 1-1,1 3 2,-9 5 0,-1 4-60,6 3 0,-3 3 0,1 1-150,0 3 0,1 1 1,0 1-1,1-1 0,1 2 0,1 1-870,1 5 1,2 3 0,5-3 1133,8-5 1,4 1 0,-7 14-1,3 2 1,10-13 0,0 1 0</inkml:trace>
  <inkml:trace contextRef="#ctx0" brushRef="#br0" timeOffset="3007">8531 3926 10591,'-13'2'450,"0"-1"-270,1 0 89,2-1 361,-3 1-270,3 0 0,-1 0-90,4-1 359,2 0-179,-2 0 0,1 1 809,0-1-989,21 2 0,14-2-180,5-1 0,5 0-259,-6 1 0,2 0 199,4 0 0,4-1 0,-3 0-1360,1 2 1,1-1 1359,-3 0 0,3 0 0,-2 0-30,2 0 0,0 0-874,8 0 1,0 1 873,-8-1 0,0 1-194,7 0 1,0 1 193,-8 0 0,-1-1 0,4 1 0,-1 0-345,-6-1 0,0 1 390,-1 0 0,0 0-90,9 0 0,0 1-45,-15-1 0,0 0 708,10 0 1,-2 1-979,-3-1 158,-5-1-788,-28-3-234,-6 0-485,-15-3 2166,4 2 1,-7-1-1,-4-1 1</inkml:trace>
  <inkml:trace contextRef="#ctx0" brushRef="#br0" timeOffset="3407">9719 3833 13559,'5'-10'450,"-1"1"-180,1 3 90,2 0-91,1 0 91,6 0-270,-3 3 90,5 1 0,-2 1-90,1 2 0,3 2 0,0 0 0,5 4 0,2 1 0,16 9 0,2 2-90,1 2 90,4 4 0,-16-6-484,-1-2 394,-9-4 90,-11-7-90,2 2 90,-4-3-90,1 2 90,-5-4-90,-8 2 483,-3-1-393,-23 10-90,1-1 0,-17 10 90,3 0-582,10-4 0,-2 3 537,-1 1 0,0 3-90,-8 7 0,1 1 0,11-7 0,1 1-360,0 5 0,3-1-224,1 4-811,-1 6-718,15-19-271,4-5 2429,3-3 0,0 1 0,1 0 0</inkml:trace>
  <inkml:trace contextRef="#ctx0" brushRef="#br0" timeOffset="4639">10836 3677 14369,'2'-11'1259,"-1"1"-539,0 4 179,2 0-899,-1 14 90,0 0 0,0 17 0,-4 21-45,1-18 0,0 3-259,-1 0 1,0 1 213,-1 10 0,1-2-1126,-2 6 1126,1-16 0,1-1 0,-2 9 89,2-5-322,-1-5 233,2-5 0,-1-4 90,1-2-90,0-2 440,0-3-350,0 1 1246,1-5-1336,3-12 281,0-2-281,4-23 0,-2 7-491,2-12 491,-2 5 0,1-1 0,-1 2-140,-1 3 140,1 3 0,-1 2 0,2-3 0,-1 3 0,0 2-90,3 4 484,0 8-394,1 1 57,0 5-147,-1 1-90,4 1 90,-3 0 0,5 0 90,-5-1-90,0 0 0,0-1 90,1-1-90,0-1 90,0-2-90,0-1 90,0-2-90,6-11 90,-5 2 0,9-20-90,-10 12-294,2-10 384,-5 10 0,-1 1-90,-2 2 90,1 3 0,-2 3 0,1 2-90,-1 2 90,1 3 384,-2 2-384,1 9-89,-2 13 89,0 4 0,-4 17 0,1-7 0,0 1 0,-3 19 0,1-5 0,0 2-989,1-11 0,-1-2 989,1 2 0,-1 0 0,2-5 0,-1-3 0,1 9 0,0-5 0,1-5 89,1-4-89,2-3 0,-1-1 0,3-3 0,0-2-89,2-2-271,1-3 1888,2-3-4676,4-4 0,-1-3 3148,5-5 0,2-9 0,4-5 0</inkml:trace>
  <inkml:trace contextRef="#ctx0" brushRef="#br0" timeOffset="4906">11435 3876 15448,'-2'-11'1170,"1"0"-901,5 9-89,2 2 90,4 6-90,2 3 0,4 5-90,5 3 90,3 4-1072,3 5 982,3 2 0,2 3 0,1 1 0,-2-2 0,-2-2 0,7 9-90,-12-11-90,3 4-294,-12-12 115,-3-5-181,-3-2-180,-2-3-359,-2-2 989,-2-2 0,-1-1 0</inkml:trace>
  <inkml:trace contextRef="#ctx0" brushRef="#br0" timeOffset="5100">11808 3874 15538,'0'-15'270,"0"3"-180,0 2 180,0 3 180,-2 2-181,-4 7-89,-3 5 270,-16 23-360,2-2-314,-11 16 359,13-17 0,1 1-46,-13 15 1,6-6 0,0 1 0,-3 7-876,10-17 0,1 1 606,-6 9-90,4-3-895,1-2 86,4-5-1684,3-4-1464,2-3 4303,4-6 1,3 3 0,0 0 0</inkml:trace>
  <inkml:trace contextRef="#ctx0" brushRef="#br0" timeOffset="5875">12098 3878 15448,'-1'-9'90,"2"-2"180,2 1-90,-1 0-90,4 0 90,-1 3-90,1 0 0,2 2 90,5-2-91,5 4 1,1 1 0,1 4-90,-4 3 90,4 12-90,-4 1-321,2 10 321,-9-2 0,-3 1-107,-4-1 197,-1 0-90,-2 1 0,-1 3-368,0-1 368,-2 1 0,1-2 0,1-3 0,-1-1 0,2 6 477,0-4-477,3 4 107,-1-12-18,5-3 394,0-10-483,2 0 0,0-6 0,1-2 0,2-3 90,8-10-90,-2-1-574,7-9 574,-4 1 0,2-1 0,1-3 0,-2 1 0,8-7-90,-8 9 90,2 1 0,-11 15 0,0 8 0,-6 6 574,2 3-574,-2 2 0,2 0 0,-1 2 0,6 6 0,-3-5 0,3 4 0,-4-6 0,0-2 0,0-2 0,0-1 0,3-2 0,-1-4 0,2-2 0,3-10 0,-4 1 0,10-23 0,-10 9-90,4-15 90,-4-8 0,-5 10 0,2-14-958,-6 16 958,-2 2 0,-1-2 0,-2 6 0,-2-9-90,-1 13 90,-4-11-90,0 16-180,-1 3 0,1 10-270,1 6-1739,-6 8-1049,5-1 3328,-3 4 0,1 6 0,-1 2 0</inkml:trace>
  <inkml:trace contextRef="#ctx0" brushRef="#br0" timeOffset="6182">13127 3875 15538,'-3'-12'630,"1"3"-180,0 1-91,1 0 181,1 2-450,4 3 90,0 3-90,6 4 0,0 5 0,5 5 0,2 3-517,4 4 517,2 2-90,0 1 90,2 3 0,-3-2 0,10 13-90,-11-13-90,5 5-90,-11-13-360,1 0 90,-7-6 248,2-1-1328,-6-6-4046,-1-2 5576,0-5 0,0-7 0,-1-5 0</inkml:trace>
  <inkml:trace contextRef="#ctx0" brushRef="#br0" timeOffset="6359">13464 3880 15358,'-10'-1'1260,"2"2"-991,-5 11 1,2 1-90,-3 5 0,-1 2-681,-4 5 681,1 1-90,-2 1 90,1 1-91,-1 0 167,0 1-346,-8 10-179,8-9-995,-5 7 454,12-15-3202,0 2 774,6-9 3355,2 0 0,7-4 1,3 0-1</inkml:trace>
  <inkml:trace contextRef="#ctx0" brushRef="#br0" timeOffset="6681">14082 3722 15898,'-3'-7'1799,"-4"5"-1619,-3 4 0,-5 6 0,0 0 179,-14 14-179,-7 13-1659,-4 4 1524,21-16 0,1 0 45,-7 14-817,5-1 817,2 0-137,2 16 137,7-12-90,0 12-331,9-16 331,3-2 673,4 1-583,3-1-90,2-2 828,3-5-828,2-2-90,2-4 1,1-4-205,9-2-605,0-7 179,3-4-449,1-8-1350,-7-3-1657,5-6 4176,0-1 0,-7 0 0,2-2 0,1-2 0,1 1 0</inkml:trace>
  <inkml:trace contextRef="#ctx0" brushRef="#br0" timeOffset="6864">14708 4083 16707,'-9'4'1889,"2"0"-2338,8 1-1980,-1-1 0,5 3 2429,-3-4 0,1-1 0,-2-1 0</inkml:trace>
  <inkml:trace contextRef="#ctx0" brushRef="#br0" timeOffset="8074">10301 4874 13919,'-9'-4'-630,"-3"-1"630,4 2 90,-2 1 270,2-1-180,0 3 270,2-1-180,-3 0 359,4 1-89,-4-1 0,3 0-91,-1 0 451,1-1-360,-1 2-91,2-1-359,7-1 0,3 0 0,12-2-90,-5 2 0,9-1 90,-9 1-90,6 1 0,-6 0 0,0 1 0,0 1 90,0-1-90,-2 2 0,0-1 0,-2 1 0,0 1 0,0 3 0,-4 0 0,-3 10 0,-19 12 0,-14 12 0,-5 2-45,8-15 0,-1 1-891,4-5 1,0 0 935,1-1 0,1 1-45,2-4 0,1-1-341,-3 4 296,0 0-101,4-4 191,3-3 0,4-2-90,3-2 90,2-2 1660,1-1-1750,2-1 546,3-2-456,2 1 152,6-2-152,8-1 0,0-2 0,14-4 0,-8 1-256,10-2 256,-6 1 0,4-2 0,-1 2-90,1-1 90,-3 0-90,0 0-90,-3 1 90,1-1-180,-1 1 0,1 0 0,-4 0-809,8-1-2249,-4-2 0,0 2 3328,-3-2 0,-4-2 0,1 0 0</inkml:trace>
  <inkml:trace contextRef="#ctx0" brushRef="#br0" timeOffset="8535">10695 4976 15358,'4'-10'540,"0"2"269,-1 0-179,1 1-450,0-1 270,0 2-1,-2 1-449,-9 9 90,1-2 0,-9 8-90,4-2 0,-1 0 90,-6 6-90,0 0 0,1 1-90,1 1 0,10-3 0,1-2 1,6 0-1,8-2 0,0-1 0,6 1 90,-1-2-90,2 0 90,-1-1-90,1 2 90,-3-2-90,1 1 90,-1 1-90,1 1 90,-3 2-90,-3 4 90,-7-2 0,-9 6-90,-2-7 90,-6 5 0,2-4 0,-2-2 0,0 1 0,-1-1-90,1 0-90,-1-2 0,2 0-90,0-2-89,0-2-181,3-1-90,1-2-539,2-2-900,2-1 2069,0-3 0,2-7 0,0-4 0</inkml:trace>
  <inkml:trace contextRef="#ctx0" brushRef="#br0" timeOffset="8784">10766 4889 14729,'-7'-10'1259,"6"3"-1079,4 3 0,6 1-90,1 1 0,3 0 0,2-2-1,0 2 91,11-3-90,-5 2-90,4-1 0,-8 0-90,-2 1-179,-3 0-181,0 0-270,-3 0-1708,0 1 2428,-3 0 0,0 0 0,-2 0 0</inkml:trace>
  <inkml:trace contextRef="#ctx0" brushRef="#br0" timeOffset="9214">11060 4878 15808,'9'-6'3058,"-6"10"-2968,-7 4 0,-10 11 0,-3 2-90,-6 7-1143,-1 2 1233,-1 4-90,0 0 90,3-2-90,1 0-285,5-2 375,1 1-90,3-1 0,2-1 0,4-3 0,2-4-180,9 7 90,1-10 90,6 6-90,3-11 0,5-2 0,1-2 0,2-3 0,-2-3 90,1-4-90,-1-1 0,0-4 90,-1 0-90,-1-4 90,-2 0 0,-3-3 791,-1-1-791,-4 0 548,-2-8-548,-8 1-90,-6-4 90,-3 6 0,-5 5 0,2 7-90,0 2 0,0 3-90,0 0-180,0 3 0,1 0-269,-2 2-541,2 0-1168,1 0-1170,3 1 3508,0-2 0,1 3 0,-1 0 0</inkml:trace>
  <inkml:trace contextRef="#ctx0" brushRef="#br0" timeOffset="9515">11245 5126 17877,'12'9'450,"0"1"-361,1-1 1,1 1 90,14 10-90,3 3 0,3 3-90,-6-4 0,-11-6-90,-2-4-90,-2-1-89,-2 0-271,-1-2-180,-2-1-629,0-1-1080,-3-1-1348,0-1 3777,-1-2 0,-2-1 0,-1-2 0</inkml:trace>
  <inkml:trace contextRef="#ctx0" brushRef="#br0" timeOffset="9706">11508 5139 15988,'-6'-10'719,"1"2"-539,1 3 90,0 1-90,-1 0-90,-3 6 0,1 2-90,-4 3 90,2 2 0,-1 0-90,0 2-90,-1 2-180,1 2-180,-2 1-359,1 0-1710,-2 3-1528,1 0 4047,-1 1 0,-2 2 0,0 1 0</inkml:trace>
  <inkml:trace contextRef="#ctx0" brushRef="#br0" timeOffset="10197">11860 5071 15898,'4'-12'360,"-1"1"-180,-1 5 89,-1 0-89,1 0 0,0 0 0,0 0-90,-1 1 180,1 0-180,1-1 0,0 1 0,2-1 90,2 1-90,5 0 0,4 0-90,-2 2 90,1 2-90,-4 2 0,4 4 89,-4 0-89,4 3 0,-7 1 0,-1 2 0,-3 3 90,-3 1-90,-4 3 0,-5 4 0,-15 14 0,0-4 0,0-5 0,-1 1 0,4-7 0,0 0-685,-6 4 0,0 0 685,-9 10-577,6-7 577,14-12 90,4-2-180,3-3 90,2-1 0,2-2 1281,2-1-1281,3-2 666,3 0-666,3-1 0,2-2 0,2 0-90,3-1 90,1 1 0,2-2-89,9 0-91,4-3-90,7-1-180,-1-2 90,-11 1-89,-3-1-2790,-4 0-628,-5 1 3867,3-3 0,-3-2 0,0-2 0</inkml:trace>
  <inkml:trace contextRef="#ctx0" brushRef="#br0" timeOffset="10600">12254 5068 16258,'-1'-12'989,"-1"2"-449,1 4-360,-2-1 359,2 1 1,-1-1-540,-4 11 90,3-3-90,-5 10 0,5-2 0,-1 1 0,0 1-90,0 0 90,1 1-180,2 6 180,1-5-90,4 4 0,1-5 90,4-1-90,0-1 0,4 1 90,1-1-179,10 4 89,-5-3 0,6 2 0,-8-5 90,-1-1-90,-1 0 0,-2 0 0,-2-1 90,-1 1-90,-2 0 0,-2-1 90,-3 2 0,-3-1-90,-3 0 0,-10 6 90,0-3 0,-16 9-180,10-8-90,-6 2-179,7-4-361,3-3-1619,0 1 2429,-2-1 0,0-3 0,-3 1 0</inkml:trace>
  <inkml:trace contextRef="#ctx0" brushRef="#br0" timeOffset="10839">12246 5010 16258,'-8'-9'719,"2"2"1,4 3-540,3-2 0,2 2-90,4-1 0,3 4 0,1-2-1,4 2 1,1-1-90,4 1-179,1 0-91,3-1-270,3-2-3148,15-1-629,-8-1 4317,8-1 0,-10 0 0,0 0 0</inkml:trace>
  <inkml:trace contextRef="#ctx0" brushRef="#br0" timeOffset="11231">12723 4953 19316,'-20'2'450,"-1"3"-360,3 7 0,-3 4 0,-4 4 0,1 3-3098,-2 4 3098,3 0-90,0 4 390,3-2-390,3 2 90,2-1-90,3 2 0,4-3-180,4 7 90,5-9-90,6 7 0,3-10-179,14 5 179,-5-9 90,9-1 356,-9-12-356,2 0-90,-2-3 90,0-3 0,-1 0 0,-1-4 1557,3-5-1377,-4-6-90,-1-1 576,-7-2-576,-7 3 308,-7-5-308,-8-2 0,-2 2 0,-5 2 0,5 10 0,1 3-90,1 2 0,2 2-179,-2 2-91,3 1-180,-2 3-269,4-1-1800,0 2 2609,0 2 0,1 1 0,-1 3 0</inkml:trace>
  <inkml:trace contextRef="#ctx0" brushRef="#br0" timeOffset="11524">12919 5198 17697,'3'-8'1349,"4"6"-1259,-2 3 90,3 6-90,0-2 0,0 3 0,2 0 90,7 9-90,-4-4 0,8 7-415,-4-3 415,1 0-90,-1 0-105,-2-3-75,-2 0-89,1-2-91,-1-1-989,4 0-91,-4-4-844,2-1-1944,-6-4 4232,-2-2 0,3-4 0,0-3 0</inkml:trace>
  <inkml:trace contextRef="#ctx0" brushRef="#br0" timeOffset="11714">13179 5134 16618,'-10'5'629,"-1"0"-449,5 3 0,-2 2 180,-7 9-90,-4 7-180,-2 2-1,-1 1 1,5-6-433,-1-1 433,2-1-450,-4 5 0,7-8-449,-4 5-810,8-10-810,0-2-1079,3-1 3508,2-2 0,2-1 0,1 0 0</inkml:trace>
  <inkml:trace contextRef="#ctx0" brushRef="#br0" timeOffset="12249">13790 5078 16438,'-5'-9'1619,"1"2"-990,1 0 181,1 3-450,0-3-180,5 1-90,1 0 89,5 1-89,3 2 90,10-1-90,-3 2 0,15-2 0,-14 2-90,8 0 0,-3 3 0,-3 0 0,2 2 0,-7 0 0,-4 2 0,-3 1 0,-3 0-90,-3 1 90,-3 1 0,-4 1 0,-3 2 0,-5 1 0,-11 8 0,-7 5 0,1-1 0,-4 5 0,18-15 0,-1 5 0,8-6 0,2 0 0,2 1 0,3-2-90,2 1 90,3 2-90,7 8 0,0-5 90,3 6-90,-3-7 90,-1 0 0,-1-1-90,2 6 0,-3 1 90,-3-1 0,-8 3 0,-5-11 0,-6 3 0,-2-6 0,-8 0-523,-2-1 523,-5 0 0,2-2 0,2-2 0,3-1-90,3-2-180,3 1-90,2-2-269,2 0-1980,1-3-4047,4 0 6656,2-4 0,8-4 0,2-4 0</inkml:trace>
  <inkml:trace contextRef="#ctx0" brushRef="#br0" timeOffset="12700">13867 4830 16348,'-10'-14'359,"0"2"-179,1 2 0,-1 1 0,1 1 0,-3 1 0,0 0 0,-2 2 0,-1 1-90,-4 4 90,-5 3-595,-3 5 505,-6 8-844,-1 7 844,-2 9-2946,2 6 2901,16-16 0,1 1-45,1 2 0,0 0-491,-2 5 1,2 1 535,1-3 0,0 3 0,-5 16 0,2 1-45,6-13 0,1 0 45,-3 12 0,2-1-45,6-12 0,2-2 45,2 0 0,0 1-45,2-1 0,1 0 0,2 0 0,2-1 45,1 0 0,2 0-45,1-1 0,3-1 0,3 2 0,1-1-45,3-1 0,3-1 0,2 0 0,3-1 0,15 4 0,2-3-470,-11-8 1,2-2 514,14 4 0,0-3-45,-16-10 0,0-2-175,19 1 0,3-2 160,-17-6 0,1-2 0,1-2 30,11-2 0,3-3 0,-3-1 0,-8 0 0,-2-1 0,0-3 30,9-9 0,1-3 0,-6 0 80,-6-2 1,-2-3-81,-6 5 0,0-1 0,-4-1 0,0-7 0,-5 0-72,-1 0 0,-2-1 117,-4 1 0,-2 0-287,-2-2 0,-2 0 242,-4 1 0,-2-1 45,-2-5 0,-4-2-214,-2-1 1,-3 0 213,-3-3 0,-5-2-45,-5 7 0,-4-2 0,0 2 30,4 11 0,0 2 0,-5-2 15,-5-2 0,-4-3 0,-4 1 0,1 5-153,-9 1 0,-2 6 0,0 0 138,0-1 0,-1 1 0,0 4-60,0 4 0,-1 4 0,4 4-60,-5 3 0,1 5-450,4 3 0,-2 4 1,3 1-271,-6 3 1,0 3-89,8 0 0,-1 1 0,3 1-946,-2 4 0,4 2 1844,0 0 0,0 1 0,7-4 0,-1 1 0,0 0 0,0 0 0,-1 1 0,0-1 0</inkml:trace>
  <inkml:trace contextRef="#ctx0" brushRef="#br0" timeOffset="17106">14612 4753 13739,'4'-9'720,"1"1"-630,-1 4 90,0 1-90,3-1 89,6-2-89,0 2-90,9-4 90,-4 3 0,21-6-90,-9 2-779,15-4 779,-11 2 0,5-1-1017,2-2 1017,5-3 0,-1 0 0,1-3 0,1-1 90,0-1-90,0-1 0,0-1 0,-2 2 45,-16 7 0,0 1-135,19-11-90,1-1-418,-20 9 238,-12 6 728,-9 4-997,-3 2 877,-1 0-248,-2 0 0,-11 0 0,-3-1 0</inkml:trace>
  <inkml:trace contextRef="#ctx0" brushRef="#br0" timeOffset="17539">15392 4242 12480,'-3'-9'90,"8"6"-90,-1 3 0,9 6 0,-4-1 0,8 3 0,4 1 0,3 0 90,-2-1-90,-4-2 0,-2-1 0,2-1 0,-3 0 0,-1-1 90,-2 0 0,-1-1 90,-2-1-90,0 1 89,-2-2 1,-1 1 0,2 1 0,-2-1-90,-6 7 0,-9 5-90,-6 7 0,-6 4 90,1 0-90,2 1-599,-2 1 688,3 1-89,1 1 90,2-2-90,3-1-90,2-3-179,2-4-1,2-1-180,2-4-270,1 0-1079,2-3 1230,0-1 569,3-1 0,4 1 0,2 0 0</inkml:trace>
  <inkml:trace contextRef="#ctx0" brushRef="#br0" timeOffset="18050">16007 4160 12840,'-6'-10'1169,"4"-1"-1079,3 7 180,8-2-270,-1 3 180,5-1-180,-1 2 90,3-1 0,0 2-90,2-1 90,1 0-1,-1 0-89,1 0 0,-2 1 0,-1 0 90,0 1-90,-3-1 90,-1 1-90,-1 1 0,0 4 0,-6 0 90,-5 12-90,-8 0 0,-8 8-813,-7 2 903,-2 0-90,-5 3 0,-1-1-1082,1 1 1082,1-1 0,4-1-479,1-2 479,4-4-280,2 1 280,3-3 0,3-1 744,4-4-833,2-1 1157,2-2-978,3 4 477,3-5-567,9 6 0,8-7 0,3 0 0,5-4 0,-2-4 90,-1-2-90,2 0 18,0-2-18,4-3 0,0 1 0,-1-3 0,2-1-90,-7 0-180,0 0-90,-5 1-1439,3-4-89,-8 2 1888,6-5 0,-10 0 0,1-3 0</inkml:trace>
  <inkml:trace contextRef="#ctx0" brushRef="#br0" timeOffset="18483">16525 4127 12750,'2'-11'719,"0"1"-179,-1 4 0,0 1-450,-5 8-90,1 0 90,-5 9-90,2-2 90,-1 2-1,0 3-89,0-1 0,0 3 90,0-1-90,2 0 0,0 1 90,0 5-90,3-5 0,0 4 90,3-7-90,3 7 0,1-6 0,3 4 90,0-6-90,7 6 0,-4-6 0,4 4 0,-5-6 0,0 0 0,-2-1 0,1 5 0,-3-3 0,-1 2 0,-5-4 0,-4 0 0,-4 2 90,-4-1-90,-13 7 0,5-5-324,-8 4 324,9-7 0,1-1-90,0 0-90,-5 2-450,2-2 1,1-1-541,5-4-719,7-4 1889,-2-3 0,1-4 0,-2-5 0</inkml:trace>
  <inkml:trace contextRef="#ctx0" brushRef="#br0" timeOffset="18706">16466 4166 12840,'4'-8'629,"2"1"-449,-2 3 90,1 0-90,3 1-90,1 0 90,4-1-90,3 1 0,3 0 90,4-1-90,0 1-317,5 0 317,-2 0-90,1 0-270,9-1-89,-10 0-732,12-2-978,-12 1-90,4-2 2159,-1-1 0,6-4 0,1-1 0</inkml:trace>
  <inkml:trace contextRef="#ctx0" brushRef="#br0" timeOffset="19056">17124 4000 14099,'-12'8'630,"2"-2"-451,2-1 1,0 1 0,-3 4 0,-4 5 0,-4 3 90,-20 22-2255,8-7 2030,8-9 0,0 0 45,-9 14 0,9-9 0,1 1-45,5-7 0,1 0 0,-5 8 0,1 1 45,-5 11-647,5 0 647,3-5-583,5-3 583,6-7-188,3-4 98,4-4 0,2-1 1388,4-2-1388,1-2 1129,4-3-1129,9-2 90,7-7-90,0-2 654,1-8-654,-8-4 0,0-3-273,-1-6 273,-3-3 0,-4-1 0,-4-1 0,-6 2 0,-2 1 0,-6-2 0,-6 1 0,-5 0-565,-7 5 475,-5 4-540,-23 6 1,10 5-164,12 5 0,-1 2-1366,-13 7 2159,11 0 0,-1 2 0,2 2 0,-1 1 0,-8 4 0,0 0 0</inkml:trace>
  <inkml:trace contextRef="#ctx0" brushRef="#br0" timeOffset="19349">15210 5015 14369,'18'4'450,"8"0"-181,8-2-530,15 0 396,-21 0 0,2-1-1195,3 0 0,1 1 1149,3-1 1,0 0 0,1 0 0,1 0-674,1-1 0,1 0 629,5-1 0,0 1-920,2-2 0,1 0 920,4 0 0,3-1-315,-3-1 0,5-1 0,-3 0-710,-10 0 0,-2 1 0,2-1 440,-2 1 0,2-1 0,1 0 1,0-2 539,2-1 0,1 0 0,-1-2 0,1 0 0,-1 1 0,-1-1 0,0-1 0,3 0 0,0 0 0,0-1 0,0 1 0,0-1 0,0 0 0</inkml:trace>
  <inkml:trace contextRef="#ctx0" brushRef="#br0" timeOffset="35338">20051 5697 8432,'0'-13'2249,"1"2"-1543,-1 2-221,0 1-213,1 1 29,-1-1-20,0 0-37,0 0 597,0-5-482,-1 0-86,0-5-99,0 5 171,-2-5-24,-2 4-319,0-1 90,-1 2-44,1 4-125,-1 2-26,-2-1-20,0 1-31,-3 0-6,-1 2-4,-2-1-4,0 1-89,-2 1 439,-1 1 59,-1 1-36,-2 2 91,-1 0 156,-16 6 5,5 0-174,4 2 0,-1 3 55,2 3 1,1 1-859,1 0 0,1 1 628,-1 4 0,2 0 105,-6 13-135,3 2-90,4 5 32,1 2-233,3 3-43,2 3 35,3 0-17,3-1 24,2-2-927,4-1 966,4-1-230,3-9 1,2 2 248,3 0 1,3 2 40,4 11 1,2 0-41,-2-11 0,2-2 127,6 7 0,2-3-1188,6 6 1202,-10-18 0,0 0 161,3-3 0,-1-3 153,12 11-49,-10-12 1,-1-2 272,7 3-129,2-3 145,-3-3-328,3-2-7,1-3 44,1-2 331,0-3-352,17-5-134,-22-4 0,0-3-39,11-3 0,0-3 139,-8 1 1,0-4-56,10-9 0,-3-2-102,-16 7 0,-1 0-87,7-7 1,0-3-1,-1-4 1,-3-1-87,-6 7 0,0-1-62,4-9 1,0 0-38,-9 9 0,-2 0-136,0-1 0,-1 1 195,-1-2 0,-1 1-23,-1 0 0,-2 0 100,0 0 1,-2 1-364,1-24 221,-6 2-16,-6 3 41,-7 0 132,-4 13 1,-5 0 57,-10-4 0,-4 1-819,0 1 0,-2 2 863,-7-1 0,-2 4 28,11 11 0,-1 1 19,0 3 1,-3 0 0,1 1 61,-5-2 0,-1 2-23,7 2 0,-1 1 1,2 1 66,-2 2 1,2 1-53,2 1 0,0 1-46,-1 1 1,1 1-7,0 0 1,1 1-55,0 2 1,0 0-159,1 2 1,0 2 39,1 1 0,0 1-172,1 1 0,1 2-726,2 1 1,0 2 50,1 1 1,1 1 947,-21 18 0,16-6 0,0 1 0,0 4 0,-1-1 1</inkml:trace>
  <inkml:trace contextRef="#ctx0" brushRef="#br0" timeOffset="40434">9485 14227 15529,'5'7'292,"1"-1"-300,-2-3 200,0 0 114,0-1-173,1 1 159,1 0-197,0 0-45,4 1 294,-5-2-44,4 2-174,-3-2 35,1 1 1,1 0-9,1-1 105,0 0-218,1 1 114,1 0-19,0 0 18,2 0-14,13 1 32,17 0-142,-14-2 0,3 0-225,7 0 1,0-1 228,-8 0 1,0 0-48,10-1 1,-1 1-1209,9-1 1399,-17 0 0,-1 0 267,12 1 59,1 0-988,-3 0 772,0 0-9,-2 1-5,-2-1-406,-1 1 20,-2-1-88,0 1 5,14 2-79,7 0 181,-19-1 0,0 0 47,1 0 0,-1 0-46,-8 0 0,1-1 1,7 1 0,-2 0-85,7 2 282,13-1-191,-16 0 79,-1-2 207,-1 1-199,-1 0-2,-1 1-5,-3 0 517,7 0-584,-3-1 366,-2 0-365,2 0 1109,-6-2-1096,8 1 0,-7-2 12,1 0 459,-8 0-451,2 0-2,0-1-1,1 2-12,-1-3 3,1 3-9,0-2 1,1 1 412,-2 1-2,1 0-17,-1 0 5,0 0 0,0 0-5,-1 0 4,11 1-7,3 0-347,11 1 0,-12-1 16,-2-1-505,-10 1 490,4 0 15,5 0-790,4-1 801,3 0-7,0 1 5,0 0-10,1 0 4,0 0 11,-1-1-12,-1 1 7,-1 0-18,1 0 2,-1 0 90,0 0-83,0-1 4,0 0 8,2 1-10,-13-2 0,1 0 23,19 0-14,-18-1 1,0 1-721,16-1 741,4 0-1370,4 0 1396,-25 0 0,1-1-43,1 1 0,0 1 44,1-2 1,0 1-54,0 0 0,2 0 42,16 0 0,1 1-660,-11-1 0,-1 0 609,12 1 1,2 0 68,-1 0 0,-3-1-270,-12 2 0,1-1 196,1 1 1,4-1 0,-3 0 103,2 1 0,-1-1-108,11 1 1,-1-1 5,-15 0 1,-2 0 46,-2 0 1,-2 0-46,11 0 91,0 1-2,-1-2-76,0 1 83,0 0-80,1 0 77,1 0-84,0 0 338,2 1-257,0 0-95,0-1-2,0 1 96,-2 0 1205,0 0-1457,-13 0 0,0 0-269,27 1 222,-23 0 1,0 0-124,13 1-83,-8-1-9,-8 0 4,-2 0 92,2-1 327,-5 1 5,0-1-3,-1 1 38,0 0-89,1 0-1,-2 0 90,2 0 1110,-1 0-1110,8 0 784,-7 0-869,13 0 142,-8-1-87,-1 1 0,-2-1 92,-9-1-136,9 1-2,-3 0 799,6-1-710,-5 1-91,0-1-1,5 2-1,-1-1 0,2 0 45,-2 0 1,1 0-41,-1 0 397,12 0-304,-10 0-93,19-1-1050,-15 0 1052,11 0 3,9-1-1,-12 1-51,13-1 0,-16 2-1,-1-1-1,1-1 89,-1 1-542,-1 0 452,0 0-1,-1 0 92,-3-1 0,-2 1 0,13-1 0,-13 0 0,11 0 85,-13 0-85,16-1 0,-12 2-598,13-3 598,-18 3 0,3-1 0,-3 0 0,19-1 0,-14 2 0,10-2 0,-16 2 841,-2-1-841,1-1 0,-1 2 0,0-1 0,-2 0 469,11-1-469,0 0 0,1-1 0,7-1 0,-7 1 0,11-1 181,-12 1-181,7-1 0,-19 2 0,8 0 0,-12 0 0,1 0 710,0 0-710,-1 1 0,0 0 116,0 0-116,7-1 0,-2 1 0,1-1 0,-1 1 0,-8 1 0,1-1 0,-5 0 0,-4 1 0,2-1 0,-1 0-180,-1 0-4317,0 0 2158,-11-4 2339,-5-2 0,-10-6 0,-3-2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2:53.7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2508 2891 6903,'4'-8'2429,"3"-2"-1980,-2 5 631,1-2-810,0 19-180,-4-3 0,1 16 89,-4 24-1220,-3-13 1,-2 7-1,1-3 1041,2 0 0,-2 2-522,-2 1 0,-3 7 0,-1-1 0,3-10 522,2-12 0,0-3-604,-6 21 0,1-5 604,6-19 90,0-5-90,4-21 1671,1 1-1671,4-18 0,4-5 2408,4-14-2408,4-6 2699,10 11-2879,-4 19 45,2 5 0,2 0 45,0 0 1,1-3 29,0-4 0,2-4 0,-3 2 60,-1 1 0,-1-1-45,7-16 0,-5-2 45,-13 9 0,-4-1 135,1-2 0,0 0-1,-2 1 1,-1 8-45,0 17 0,-6 20-60,0 20 0,-1 15 0,1 0 0,1-7 0,0 0 0,0 3-392,1 3 1,-1 3 0,2 1 0,-1-4 271,2-1 0,0-2 0,2-4-1439,6 11 0,3-9 1529,5-17 0,8-17 0,-10-15 0</inkml:trace>
  <inkml:trace contextRef="#ctx0" brushRef="#br0" timeOffset="292">3177 3215 10141,'-4'-10'2159,"0"1"-1979,13 8 0,-2 2 0,11 7 89,8 10 1,2 2-270,-2-1 0,9 6 0,0 1-359,-11-7-721,13 8-449,-17-12 1529,-1-3 0,-10-9 0,-1-2 0</inkml:trace>
  <inkml:trace contextRef="#ctx0" brushRef="#br0" timeOffset="509">3458 3149 10141,'-39'-28'2159,"7"10"-1665,9 28 1,1 10-315,5 2 0,2 5-135,-6 6 0,1 5-525,6-4 0,2 3 1,1-3-1160,0 1 1,1-1 1609,-1 8 1,1-3 0,2 1 0,6-14 0</inkml:trace>
  <inkml:trace contextRef="#ctx0" brushRef="#br0" timeOffset="1127">3724 2889 10321,'-5'-20'3276,"-9"53"-4915,8 4 1,1 4 1192,-2-4 0,2 2-93,2 5 0,2 4 0,2-9 269,4-3 719,-2-1 0,7-5-809,22-24 540,0-19 269,10-8 1910,-8 11-2584,-10 21 0,1 6 135,-3-2 0,0 0 0,10 7 0,1-6 0,0-16 0,0-9 180,2-19 0,-3-6 1548,-5 13 0,-5-4-1510,-7-15 1,-5-9 0,-6 7-129,-10-7-135,-1-1 0,-7 9-3142,-15 32 2972,9 9 0,-2 27 0,16-1 0</inkml:trace>
  <inkml:trace contextRef="#ctx0" brushRef="#br0" timeOffset="1434">4579 2976 11490,'-15'-19'3059,"36"24"-2879,-3 6-91,10 10 1,9 6 0,-4-1-450,-9-7 1,-1 1-181,5 3 0,1 1 1,-2-3 539,9 7 0,-18-16 0,-7-5 0</inkml:trace>
  <inkml:trace contextRef="#ctx0" brushRef="#br0" timeOffset="1610">4849 2982 10141,'-18'-20'2339,"1"16"-1620,-9 19 1,-1 8-585,10-4 0,1 3-525,-6 11 0,-2 7 1,3-3 389,4 0 0,3-1 0,-2 1 0,3 0 0,8-13 0,0 1 0</inkml:trace>
  <inkml:trace contextRef="#ctx0" brushRef="#br0" timeOffset="1976">5417 2791 11221,'4'-11'3276,"-28"16"-2569,4 15 0,-3 10 0,1 3-678,-2 4 1,1 3 0,3 4-188,6-4 1,0 3 0,6-1 0,7-3-323,12 1 0,9-3 1,6-9-614,10-12 1,7-9 0,-1-5 545,9-3 1,-3-9 0,-3-10 0,-9-1 0,-19 4 0</inkml:trace>
  <inkml:trace contextRef="#ctx0" brushRef="#br0" timeOffset="2610">2361 3977 10141,'5'-21'1092,"23"7"0,18 4 0,8 0-771,-18 4 0,4 0 1,4 0-1,2 0 1,2 0-1,-1 1 0,0-1 1,-3 1-791,0-1 1,-3 0 0,-1 1 0,2 0 0,1 0 0,5-1 0,5 1 381,-17 1 1,3 1 0,3-1 0,2 0 0,2 0 0,2 0-1,1 0 1,1 0 0,2 0 0,0 0 0,1 0 0,-1 0 0,1 0-1,-1 0 1,0 0 0,-1 0 0,-2 1 0,-1-1 0,-1 0-1,-3 0 54,7 0 1,-2 0 0,-1 0 0,-1 0 0,-1 0 0,0 0 0,0 0 0,-1 0 0,0 0 0,1 0 0,0 0 0,1 0 0,1 0 0,1 0 63,-2 0 1,1 0 0,2 0 0,0-1-1,1 1 1,1 0 0,0-1 0,0 1-1,-1-1 1,1 1 0,-2 0 0,0-1-1,-1 1 1,-2 0 0,-1 0 0,-2 0-1,-2 0-21,13-1 0,1 0 0,-2 1 0,-1-1 0,-3 1 0,-3-1 0,-4 0 0,-6-1 0,-5-1 305,22-10 0,-27 0 1025,-34 9-2509,-28-10-2108,22 18 2609,-3 0 0,8 3 0,5 1 1</inkml:trace>
  <inkml:trace contextRef="#ctx0" brushRef="#br0" timeOffset="3604">5446 2486 9512,'-6'-12'449,"-8"-7"91,0 5-180,-6-4 90,-5 4 179,-6 5 91,-17 9-540,7 5-45,12 4 0,-1 8 74,5 10 1,2 9 0,4 4-98,8 3 1,3 4-1,2 3 1,0-2-886,-3-4 0,-1 0 1,2 0-1,5 3 788,6-7 0,4 4 0,2 1 0,2-1 0,3-3 0,0-3-15,6 1 0,4-4 0,0-2 0,1 0 0,-2 1 0,-1 0 0,2-1 0,2-3 0,11 4 0,2-4 0,0-7-318,3-7 1,1-8 317,4-3 0,-1-4 0,-9-5 0,-1-4 0,6-7 0,1-6 0,-7-5 0,2-4 0,-3 0-542,-8 11 0,-2 0 0,2-5 542,-1-6 0,3-8 0,0-2 0,-3 1 0,-6 6 0,1-4 0,-7-2 0,-2 0 0,-1-8 0,-2-4 0,-2 1 0,-5 6 0,-7 0 0,-5 4 0,-2-3 0,3 5 0,0-2 0,-2-1 0,-3 0 0,-4 3 18,-8 1 0,-4 0 0,-4 3 0,-2 2 0,0 2-18,0 5 0,-2 2 0,-1 2 0,0 1 0,-1 1-36,-1-1 0,0-1 0,-1 1 0,0 5 1,-1 4-199,-1 7 0,-2 4 0,1 4 0,1 3 0,4 4-586,2 6 1,2 5 0,3 2 0,0-1-98,-8 4 1,3 0 0,3 3 890,7 2 0,4 3 0,3-2 0,1 7 1,4 1-1,-2 2 0,-1 1 0</inkml:trace>
  <inkml:trace contextRef="#ctx0" brushRef="#br0" timeOffset="6293">5786 2714 10951,'10'-5'539,"1"0"-179,25-15 0,11-5-270,-19 8 0,1-1 0,3-2-498,2 0 0,4-2 0,2-3 0,2-3 374,-9 6 0,2-4 0,3-2 1,0-1-1,1 0 0,-2 0 1,-1 1-1,-2 2-531,5-3 0,-3 1 1,-2 2-1,2-2 1,4-3 504,-7 5 0,4-4 0,2-1 0,1-1 0,0 0 0,-1 0 0,-2 2 0,-4 3 0,-3 3-629,11-11 1,-6 6-1,1-1 644,-4 3 0,1-1 0,-2 0 1,-5 5-541,-5 0 0,-4 4-2473,10-12 3058,-6 5 0,-16 20 0,-4 5 0</inkml:trace>
  <inkml:trace contextRef="#ctx0" brushRef="#br0" timeOffset="6838">6997 1493 8432,'-14'-9'1529,"36"13"-1349,13-3 0,5 1-180,-10 3 0,1 0 30,7-4 0,3-2 0,-8-1 60,-3 0 45,2-2 0,-2-1 225,-9 0-180,3-1-91,-27 23-89,-2-7 0,-11 20 0,-2 4-89,3-4-406,-5 12 0,-1 2-1394,5-5 1889,4-10 0,1 0 0,-1 5 0,4-2 0</inkml:trace>
  <inkml:trace contextRef="#ctx0" brushRef="#br0" timeOffset="7743">7782 1062 9062,'9'-8'450,"-1"2"269,13-9-539,-6 7-90,12-8 270,-3 6 0,15-3-181,1 1-89,-14 5 0,1 1 90,10 1 0,-12 23-90,-24 3-90,-10 5 0,-6 1 0,-14 11 0,11-14 0,3 1 0,3 10 0,12 1 0,17-4-45,4-11 0,2 0-45,8 14 90,-12-15 0,-4 0 0,-8 7 0,-14 2-45,-9-5 0,-6 0-90,-4 1 0,-2 0-90,-1 3 1,-2-3 224,-5-3 0,3-4 0,11-7 0,-6 0 0</inkml:trace>
  <inkml:trace contextRef="#ctx0" brushRef="#br0" timeOffset="8267">7831 739 9332,'-19'-20'449,"-1"-1"1,1 1 0,-1 1 0,-9-10 269,-7 4-404,2 44 0,-2 21-225,17-8 0,1 9 0,1 3 0,1 0 0,-1-4-910,-3-3 1,0-3 0,0 1 0,4 7 521,5-5 0,0 5 0,0 3 0,2 2 0,2 0 0,3 0 0,3-4 0,3-4 226,7 2 0,5-3 0,3-2 0,3-1 0,3 0 165,-1 0 1,2 2 0,2-1 0,2-2 0,4-5-1,3-7-106,4-7 0,4-6 0,3-4 1,3-4-1,-1-3 0,-1-3 0,-2-1-2,1-3 0,-1-4 0,-1-4 0,-1-2 0,-1-3 1,0-3 14,-6 2 0,1-2 0,0-2 0,-1-2 0,-1-2 0,-4-1 0,-4-3 0,-4-1 11,-5-4 0,-3-2 0,-3-4 0,-4-1 1,-3 0-1,-4 0 0,-2 1 0,-4 3-147,-5-1 0,-6 1 1,-4 1-1,-4 0 1,0 2-1,1-1 0,2 0 151,2-8 0,4-2 0,0 1 0,-3 2 0,-6 6 0,-9 9-6,-1 14 0,-7 5 0,-5 4 0,-5 4 0,-2 2 0,-1 3 0,2 2 0,3 0 0,5 2 0,7 0-77,-5 1 1,8 4 0,1 3-1,-6 5 68,2 1 0,-5 5 0,-4 4 0,-2 3 0,0 1 0,2 1 0,3-1 0,7-1 0,7-3 0,-2 12 0,10-1 0,0 5 0,-3 1 0,1 1 0,0-1 0,-1 1 0,1-1 0</inkml:trace>
  <inkml:trace contextRef="#ctx0" brushRef="#br0" timeOffset="9797">6466 987 7982,'-7'-5'1799,"8"-2"-1619,2 3 90,14-3-90,-4 5 90,26-6-90,-4 4-90,-6 1 0,1 1 0,13 1 0,-16 4 0,-3 4-1,-3 8-89,-8 19 45,-27 0 0,-7 2-45,9-13 0,-1 1 30,-9 11 0,-4 4 0,4-5-30,9-12 0,0 0 0,-10 19 0,4 0 0,14 1 0,3-5 90,24-11-90,-6-18 0,12 2-135,7-12 0,3-3-495,-3-3 1,2-1-945,11-2 0,-1-1 1574,-17 2 0,-5-1 0,4-7 0,-16 7 0</inkml:trace>
  <inkml:trace contextRef="#ctx0" brushRef="#br0" timeOffset="10320">7182 411 9422,'-11'38'546,"-1"1"0,1-3 0,-2 6 0,0 4 0,-1-1 0,1-3-331,0-1 0,1-3 1,0 1-1,-2 5-625,2-7 0,-1 3 1,0 3-1,-1 2 1,-1 0-1,1 0 0,0-2 1,0-2 336,-2 6 1,1-3 0,0 0 0,0-1 0,0 1 0,0 0-18,-1 3 0,0 1 0,0-1 0,0 1 0,0-2 0,1-2-72,0 0 0,1-2 0,0-1 0,1-1 1,0-1-659,-1 4 1,1 0 0,2-3 0,1-5 450,1 1 1,1-4 0,-1 3-1,3-4 1,3-11 0</inkml:trace>
  <inkml:trace contextRef="#ctx0" brushRef="#br0" timeOffset="21945">7951 2809 7623,'5'-10'1259,"-1"0"-270,0 2-629,-1 1 180,-1-1 359,1 3-809,-8 15 90,-13 19-180,1 3 0,-4-1 0,-4 2-90,6-7 0,-2-1-45,-2 3 0,-2 1-180,1 0 1,1-2-46,-3 5-180,5-2 360,21-15 1,19-15 179,-3-1 0,16-11 0,-4 4 0,-8 2 0,16 1 0,-12 4 0,7-1 0,-5 0 0,-2-2 0,-2-7 179,-1-7-89,-5 3 180,-3-5-180,-10 12 90,2 0 0,-7 24-90,-7 26-90,4-16 0,-1 2-45,-1 9 0,0-1 0,4-7 0,1-2-225,0 19 90,3-16-269,1-9 449,6-4 0,-5-6 0,3-1 0</inkml:trace>
  <inkml:trace contextRef="#ctx0" brushRef="#br0" timeOffset="23059">8733 3546 9332,'2'8'1259,"-9"12"-1169,0-9 0,-10 10 0,-1 2 0,-3 5-45,4-6 0,0 1-45,-2 19 0,10-18-90,16 17 90,4-27 0,21 13 0,12-10 0,-12-4 0,-6-3 0,-2 0 0,-8 2 0,2 2 0,-13 1 0,-27 11-45,3-7 0,-3-1-180,0 0 0,-2-1-1079,-7 4 0,1-2 1304,1-4 0,-5 0 0,16-11 0</inkml:trace>
  <inkml:trace contextRef="#ctx0" brushRef="#br0" timeOffset="23287">8619 3661 9062,'-9'-16'1619,"6"3"-1259,8-1-181,16 2 1,6 0-315,-1 1 1,4-1-959,12-3 1,6-2 0,-3 2 969,-7 2 0,-1 1 0,-1 0 0,3 0 0,-5 1 0,12-5 0</inkml:trace>
  <inkml:trace contextRef="#ctx0" brushRef="#br0" timeOffset="24143">9754 4336 9691,'1'-10'2609,"-1"1"-2519,4 16 90,-3 0 45,-3 20 0,-1 11-360,-1 0 0,1 3-735,4-6 1,1 2-1,1-1 870,2 5 0,4-4 0,4-12 0,5-6 0,11-9 0</inkml:trace>
  <inkml:trace contextRef="#ctx0" brushRef="#br0" timeOffset="24562">10231 4392 10501,'-23'-3'2339,"-1"11"-1890,-17 18-224,18 0 0,2 1-135,-5 9-180,14 3 0,7 0-90,9-16-270,15 8 1,10-5 44,11-23 0,4-6 360,-8 9 0,0-5-45,-2-11 0,3-8 0,-1-4 1,-9 1 178,-8-6 1,-6-2 30,3-4 0,0-4 0,-12 4 105,-29-4 0,-12 7-135,3 6 0,-3 6-180,3 10 0,-3 3 0,3 4-945,-2 9 1,2 5 1034,6 1 0,2 3 0,-5 15 0,22-5 0</inkml:trace>
  <inkml:trace contextRef="#ctx0" brushRef="#br0" timeOffset="24793">10984 4558 10681,'0'0'0</inkml:trace>
  <inkml:trace contextRef="#ctx0" brushRef="#br0" timeOffset="61177">12057 2896 7353,'6'-9'2878,"-2"1"-179,-2 3-2609,0 12 0,-1 8-1,1 23 1,1 17 0,-2-5-90,1-13 0,-2 3-157,1-2 1,0 9 0,0 6-1,0 1 1,0-1 0,-2-5 120,0-4 0,-1-3 0,0-1 0,0 0 0,0 1 36,1 1 0,0 0 0,0-1 0,0 2 0,-1-1-54,-1 4 0,-2 3 0,0-1 0,0-4 0,1-7-306,0-1 1,1-4 44,-4 15 0,0-4-2962,4-13 2927,-2-37 0,0-7 0,-1-11 0</inkml:trace>
  <inkml:trace contextRef="#ctx0" brushRef="#br0" timeOffset="62093">12041 2815 9332,'-1'-11'1799,"14"4"-1485,17 3 1,13 2-862,-7 1 1,9 0 0,4 1 0,2-1 0,-2 1 0,-5-1 107,-1 0 1,-4 1 0,0-1 0,5 1 453,0-1 0,4 1 0,2-1 0,1 1 0,-1 0 0,-1 0 14,-4 1 1,1-1 0,-1 1 0,-1 0 0,-2 0 0,-5 0-30,7 0 0,-5 0 0,7 1 191,-7-2 0,7 1 1,4 0-1,1-1 0,-1 1 1,-5-1-1,-7 1 49,4 0 0,-6 1 0,0-1 319,11-1 1,0 1 0,-4 1-426,-4 0 1,-8 7-45,-10 20 0,-7 12-68,-7 0 1,-4 7 0,-1 4-1,0 1-412,0-10 0,0 1 1,0 2-1,0 0 1,-1 0-1,0-2 372,0 5 0,-2-2 0,1 0 0,0 0 0,1 3 5,0-7 0,0 4 0,1 1 0,0-1 1,0-2-1,-1-5 0,1-6 1082,1 7 0,0-3-1002,1 8 1,1 8-1,0-3 1,-1-13 22,0-9 29,1 1 1,-4-6 60,-14-22-90,-19-5 0,-15-6-447,15 6 0,-8 0 0,-6 1 0,-4-1 0,0 1 0,2 0 369,4 1 1,0 1 0,-1 0 0,-1 1 0,1-1 0,-1 0 0,0 0 38,0 0 0,0-1 1,1 0-1,-2 0 1,1 0-1,-2 1 1,-2 0-42,4 2 0,-4 0 0,-2 0 0,0 1 0,0 0 0,1 0 0,4 0 0,3 0 0,6-1-560,-14 1 1,9-1 0,-4 1 513,4 0 0,-4 1 0,-1-1 0,3 1 0,7-3-1366,-10 0 0,11-3 862,14 1 814,-10-7 0,28 3 0,-3-3 0</inkml:trace>
  <inkml:trace contextRef="#ctx0" brushRef="#br0" timeOffset="63090">12976 3432 9512,'-6'-19'899,"2"4"-539,-4 8 0,-3 2-270,0 1 89,-6 4 1,1 7 0,-14 23-90,9-2-45,7-6 0,3 2 45,4 19 0,16 2-90,0-9 45,14-11 0,7-5 0,-3-13 0,2-4 0,9 4 0,2-3 0,-3-11 0,-3-4 0,-7-2 0,-4-3 135,15-16-90,-25 7 0,-6-3 0,-5-12-90,-23 4 0,-7 3-360,-9 9-315,-7 12 1,1 8 134,11 14-1099,4 5 1,4 3 964,7-2 1,-9 14 0,10-8-1</inkml:trace>
  <inkml:trace contextRef="#ctx0" brushRef="#br0" timeOffset="63643">13074 3758 10321,'-2'-12'1259,"-4"-2"-4536,-11 6 1883,5 0 2368,-13 10 1,-3 8-840,7 4 0,0 3-135,-8 1 0,2 5 250,1 19 0,10 4-520,15-8 0,6 0 225,-7 1 0,6-2-135,18 0 0,9-9 1741,6-17 0,5-8-1591,-4-5 0,3-4 0,-1 0 30,7 1 0,-3-8 90,-15-9 0,0-8 0,-4-2 0,-8 3-45,-11 4 0,-6-1 15,-1-12 0,-3-6 0,-10 9-60,-13 15 0,-9 7 0,-2 4-1093,-5 3 1,-3 4 0,1 2 1084,8 0 1,0 3 0,3 3 0,-12 13-1,9 3 1,14 2 0</inkml:trace>
  <inkml:trace contextRef="#ctx0" brushRef="#br0" timeOffset="64296">12961 4205 9691,'4'-9'990,"-1"-6"-91,-11-1-449,-6 0 0,-16 3-180,-5 9-46,0 7 1,-3 2-90,-5 5 0,-2 1-90,-1-1 0,0 3 0,-1 3 0,2 2-45,16-4 0,3 1 0,2 1 0,3 0-90,-8 9 0,9 3-269,0 15 269,8-15-45,0-1 0,1 0 45,2-9 0,-10 12 90,-1-16 0,2-6 90,-21-9-90,20-5-90,-11-8 0,-1-4-90,-1-12-45,7 8 0,1-2-1259,6-1 0,3 1 1484,-4-5 0,-1-4 0,11 18 0</inkml:trace>
  <inkml:trace contextRef="#ctx0" brushRef="#br0" timeOffset="65609">12854 3473 9422,'-11'-3'1259,"0"0"-270,5 2-179,1-3-270,0 1-450,2-4 269,0-7-269,1 3-90,0-3 90,2 6 0,-1-19-180,0 5-90,1-13 90,0 16-269,0 3 89,1 8 0,3 2 180,4 9-90,3 9 180,-1 0-90,4 11 90,-8-12 0,4 4 90,-5-5 180,1-3-270,2-5 0,1-7 0,-3-3 0,2-8 0,-5 8-90,3-7-3187,-3 7 3039,2 6 0,0 3 1,1 7-1</inkml:trace>
  <inkml:trace contextRef="#ctx0" brushRef="#br0" timeOffset="66343">13170 3432 8882,'-7'-13'1709,"2"-2"-1619,0 2 180,0-4 0,3 1-270,1 0 90,4-8-1,0 10-89,3-3-89,2 13 89,-3 3 0,2 21 0,-6 5-90,0 3-715,-4-5 805,1-12-90,-2 2 90,2-5 0,-1-5-90,6-12-90,7-15 90,-2 7 90,4-2-1529,-4 5 1730,0 6 0,-1-3 0,-3 8 1</inkml:trace>
  <inkml:trace contextRef="#ctx0" brushRef="#br0" timeOffset="67576">16180 763 8342,'-5'-11'2879,"0"-1"-1440,2 7-1349,-1 5 359,2 17-359,-1-2 0,3 11 0,1-1 0,2 4-90,-1 0-135,0-4 0,0 2-2473,6 22 2608,0-2 0,3-12 0,-4-27 0</inkml:trace>
  <inkml:trace contextRef="#ctx0" brushRef="#br0" timeOffset="67977">16399 796 10141,'-4'-15'1889,"-6"24"-1709,1 17-135,4 16 0,2 4-90,4-12 0,2-1 0,-1 7 0,5-4-45,15-13 0,4-8 0,9-11 120,-1-12 0,5-7 0,-7-6 150,-9-19 0,-11-7-90,-6 5 0,-6-4 0,-8 5-390,-8 10 0,-7 3 0,-3 4 150,-2 2 0,-2 3 1,0 10 149,-14 20 0,7 11 0,13 8 0,6-3 0,1-1 0</inkml:trace>
  <inkml:trace contextRef="#ctx0" brushRef="#br0" timeOffset="68547">15997 1263 9691,'-27'-4'1260,"2"2"179,17 1-1259,9 2 539,37 2-494,5-2 0,8 0-135,-9-1 0,4-1 0,1 0 0,-2 0-910,-6 1 1,-2-1 0,2-1 0,4 1 854,-1-2 0,7 0 0,2-1 0,2 1 0,-2-1 0,-4 0 0,-5 1-5,6 0 0,-7 0 0,7-1-56,-7 0 0,6 0 0,4-1 1,0 0-1,-1 0 0,-4 1 1,-8 1-817,1-1 1,-7 1 0,2 0 601,12-2 0,2-1 0,-8 2-3037,6-1 2522,-43 4 0,-11 2 0,-10 3 1</inkml:trace>
  <inkml:trace contextRef="#ctx0" brushRef="#br0" timeOffset="72776">11902 1809 10501,'8'21'1889,"-4"-3"-1889,-2 24-225,-4-10 0,-1-1-1034,1 10 179,0-11 1,2-1 1079,3 1 0,4-12 0,2-4 0</inkml:trace>
  <inkml:trace contextRef="#ctx0" brushRef="#br0" timeOffset="73209">12115 1836 9242,'-3'-19'1259,"17"-2"-719,26 10-361,-10 23 1,0 3-180,10-2 45,-32 30 0,-15 7-135,-18-10 45,0 0 1,-1 0-91,7-15 0,6-1 45,16 12-540,43-17 630,-1-19 0,3-6 0,-7-1 0,-1-2 0,-1-1 0,0 0 0</inkml:trace>
  <inkml:trace contextRef="#ctx0" brushRef="#br0" timeOffset="73788">12701 1846 8972,'-5'-14'540,"-1"-1"359,-2 1-719,1 5 90,-7-4 0,2 10-180,-2 0 269,-18 11-359,15-2 270,-24 20-270,26-8 90,-6 17 0,24-3-90,19 8 0,2-9-45,5-7 0,2-2-45,1 3 45,-7-8 0,-2 1-45,4 11 0,-16-8 0,-8 8-89,-21-7-1,-5-3 0,-16-3 180,18-11-90,-3-1 0,13-16 0,14-16 90,4-15 0,7 8 0,2-1-45,-1 2 0,-1 1 45,-1 5 0,-2 1 0,-2 1 0,-5 1 0,-20-5-90,-1 3-450,-23 7-89,10 19 629,-10 10 0,19 3 0,-3 6 0</inkml:trace>
  <inkml:trace contextRef="#ctx0" brushRef="#br0" timeOffset="74093">13005 1894 11580,'20'15'630,"9"9"0,4 5-1260,-6-5 0,1 1 630,-2-1 0,3 1 0,-4-3 0,-3-2 0,-2-3 0,8 5 0</inkml:trace>
  <inkml:trace contextRef="#ctx0" brushRef="#br0" timeOffset="74286">13272 1947 9781,'-6'-13'630,"-6"-10"-90,1 9-180,-2-3-91,-8 20 1,-1 15-180,-3 8 0,-1 6-495,2 3 1,1 2-1235,0 6 1,2-2 982,7-12 1,4-2-1,5 9 1,8-21 0</inkml:trace>
  <inkml:trace contextRef="#ctx0" brushRef="#br0" timeOffset="74571">13517 1826 9871,'-2'-14'2429,"-2"16"-2249,1 1 270,-9 40-270,6-9-315,-1 3 0,0 2-495,1 6 225,3-16 0,1-2-2872,11 9 2994,-3-16 1,11-1-1,-4-14 1</inkml:trace>
  <inkml:trace contextRef="#ctx0" brushRef="#br0" timeOffset="74986">13634 1849 9602,'-5'-12'899,"2"2"-539,2 3 0,5 0 179,12 1-179,7 1 0,17 2-90,9 7-180,-11 0 0,-16 13 0,-6 4-180,-14 3 45,-13 14 0,-6 3 0,-2-16 0,-3-1-1048,-1 2 1,-2 2 0,1-3 854,1-2 1,1-2-616,0 4 1,3-4 852,5-3 0,18 0 0,11-17 0,25-1-90,-1-6-45,-9 2 0,0-1-494,16-2 179,-3 1 450,1-1 0,-18 2 0,14-3 0</inkml:trace>
  <inkml:trace contextRef="#ctx0" brushRef="#br0" timeOffset="75279">14158 1919 10051,'-11'-7'2069,"27"22"-1889,2-1-45,13 9 0,4 1-360,-10-6 0,0-2-180,2 2 1,-1 0-2295,15 7 2699,-22-15 0,-3-3 0,-6-4 0</inkml:trace>
  <inkml:trace contextRef="#ctx0" brushRef="#br0" timeOffset="75477">14392 1892 9422,'-12'-21'539,"1"2"-809,4 9-1798,-2 9 2068,5 1 0,-1 9 0,4-3 0</inkml:trace>
  <inkml:trace contextRef="#ctx0" brushRef="#br0" timeOffset="75818">14330 1840 9062,'7'3'1439,"-5"8"-1259,-3-3 90,-11 15-1909,-5 2 1,-2 2 1203,-3 6 482,1-4 1,-1 0-318,6-7 1,1-2-361,-8 10 630,4-3 0,1-1 0,1-1 0,-2 5 0</inkml:trace>
  <inkml:trace contextRef="#ctx0" brushRef="#br0" timeOffset="76545">14009 1894 8792,'-5'-19'1799,"-1"3"-1529,-7 12-90,-7 17-90,-3 21-180,8 13 90,10-11-45,13-9 0,4-1-45,7 2-90,9 13 90,-12-18-270,-4 6 90,-15-3 90,-10 9 270,-13-11 180,-8-23-90,17-34-90,15-3 0,7-6-30,0 9 0,2-1 0,1 0 30,-1 1 0,1 0 0,-4 1-90,-2-8 0,-6 6-450,-13 1-270,-13 19 720,1 20 0,11 1 0,0 6 0</inkml:trace>
  <inkml:trace contextRef="#ctx0" brushRef="#br0" timeOffset="77159">14693 1839 9512,'-12'-14'1799,"1"1"-1350,8 7 1,-1-1-270,17 2-90,-1 4-90,23 2-180,-3 5 90,-2 2-180,-5 6 270,-20-2 0,-9 8-180,-31 9 180,9-7 0,-13 8-90,20-4 90,10-8-90,10 9 0,9-10-359,17 16 359,-12-13-90,4 10 180,-17-17-90,-7 5-90,-18 5-719,-13 6 539,5-6 360,-6-2 0,23-15 0,-3 1 0</inkml:trace>
  <inkml:trace contextRef="#ctx0" brushRef="#br0" timeOffset="78379">14443 3719 8522,'-11'-3'1529,"2"0"-359,0 0-721,24-1-89,16 0-225,-2 2 0,9 0 0,5 0 0,2 0-682,-2 0 1,3-1 0,2 0 0,2 0 0,0 0 0,0 0 471,-7 0 0,-1 0 0,1 1 0,0-1 0,1 1 0,2-1 0,0 0 95,0 0 0,1 0 0,2 0 0,0-1 0,1 1 0,0-1 0,-1 1 0,-1-1 0,-2 1-52,3-1 1,0 0 0,-2 1 0,-1-1 0,0 0 0,0 0 0,0 1 31,-2-1 0,-1 1 0,0-1 0,0 1 0,0 0 0,-1-1 0,0 1 0,5-1 0,1 0 0,-1 0 0,-1 0 0,-3 0 0,-4 0 60,9-1 0,-5-1 0,-2 2-30,-4 0 0,-2 0 0,-6 0-30,2-2-810,-22 0-1349,-5 3 2159,2-1 0,-4 2 0,0 1 0</inkml:trace>
  <inkml:trace contextRef="#ctx0" brushRef="#br0" timeOffset="78843">16690 3356 9332,'-10'-7'1979,"29"17"-1800,2 1 1,4 2-135,4 2 0,3 1 15,1 1 0,4 1 0,-3-1-15,1-1 0,-1-1 0,6 3 0,-4-2 135,-1-1-90,-45 3 0,-22 0 0,-11 3-330,12-1 0,-2 3 0,0 0-853,-5 3 1,-1 2 0,3-2 828,1 3 1,5-1 0,12-5 0,7-2-1,6-6 1</inkml:trace>
  <inkml:trace contextRef="#ctx0" brushRef="#br0" timeOffset="79609">15535 3075 9242,'0'-11'1259,"-3"-7"-539,-16 10-361,-29 14-269,14 2 0,-2 14 0,4 7-45,17-5 0,7 3-225,1 8 0,5 1 0,4 12-540,24-26 1,8-9 250,-7-13 1,-1-4 0,6 3 0,-1-1 0,-3-7 0,0 1 0</inkml:trace>
  <inkml:trace contextRef="#ctx0" brushRef="#br0" timeOffset="80163">15698 3123 9062,'0'-14'2878,"-1"1"-2788,0 14 0,0 0 90,0 37-90,0-1-90,1 3-90,0-13 0,0-2-90,-1 0 180,1 8-180,0-18 180,-2-20 0,0-4 0,0-11-90,-5-16 90,3 16 0,-5-27 0,6 25 0,-2-8 0,4 15 0,9 7 0,-1 9 0,7 6 0,17 19 0,-9-8 0,3 2 0,2 1 0,3-1-1639,-4-5 1,0-1 1074,-1-2-1842,14 2 1867,-29-13 539,11-4 0,-14-5 0,2-5 0</inkml:trace>
  <inkml:trace contextRef="#ctx0" brushRef="#br0" timeOffset="80437">15924 3073 8882,'-4'-8'899,"-1"-2"-269,3 4-360,2 12-90,1 9 0,2 22-270,0 7-450,0 3 180,0-13-2698,6 7 3058,-5-29 0,8 14 0,-4-16 0</inkml:trace>
  <inkml:trace contextRef="#ctx0" brushRef="#br0" timeOffset="80954">16090 3114 8792,'-2'-9'899,"1"-2"1,1 5-810,4 8 180,-2 5-90,5 12 0,0 14-91,1 8-89,0 3-89,3 2-1,-3-18-90,1 1 90,-3-26 90,-1 0-90,-3-40 90,-3 18 0,-2-11 0,0-1 90,0 10-90,-2-6 0,2 2 0,6 11 0,0-1 0,19 30 0,-8-2 0,9 13 0,-1-2 0,-9-8 0,10 8-90,3-2-90,-7-8-720,13 5-1888,-14-16 2788,-5-3 0,-2-9 0,-5-1 0</inkml:trace>
  <inkml:trace contextRef="#ctx0" brushRef="#br0" timeOffset="81188">16348 2988 8792,'-4'-15'1709,"3"32"-1439,1 16-225,-1-6 0,2 5-915,1 2 1,0 4-1,1-4 870,-1-3 0,1-1 0,2 17 0,1-2 0,2-6 0</inkml:trace>
  <inkml:trace contextRef="#ctx0" brushRef="#br0" timeOffset="82521">17435 3469 8702,'4'-10'2339,"0"3"-1980,2 16-89,-2 11-180,1 7 0,-2 2 90,2 8-90,-2-11 0,1 5 0,1 2-180,3 6-180,0 10-90,-1-19 360,-3-13 0,-2-8 0,-1-3 0</inkml:trace>
  <inkml:trace contextRef="#ctx0" brushRef="#br0" timeOffset="84192">17422 3498 8972,'-5'-8'-90,"1"0"270,2 2 0,6-2 180,6 4 89,16-1-179,12 4-45,5 0 0,7 0-135,-17 1 0,1-1 0,5 0-581,1 0 1,6-1-1,4 1 1,1-1 0,0 0-1,-3 1 527,-1-1 0,-1 1 0,-1-1 0,2 1 0,3-1-25,-8 1 0,1-1 1,1 1-1,2-1 0,0 1 1,1-1-1,-1 1 0,-1 0-199,-1 0 0,0 0 0,0 0 0,0 0 0,0 0 0,1 0 0,-1 0 0,1 1 199,4-1 0,-1 0 0,1 1 1,1-1-1,-1 1 0,1-1 1,-1 1-1,1-1 0,-1 1 0,0-1 0,1 1 1,-1 0-1,0 0 0,1-1 1,0 1-1,1 0-1,-2-1 0,1 1 0,0 0 0,1 0 0,0 0 0,-1 0 0,0-1 0,-3 1 0,-1 0-10,1 0 0,-3 0 0,-1 0 0,-1 0 0,0 0 0,1 0 0,2 0 11,0-1 0,1 1 0,2-1 1,-1 0-1,1 0 0,-1 0 1,-2 0-1,-2 0 4,3 0 0,-2 0 0,-1 0 0,0 0 0,-1 0 0,1-1 0,-1 1 0,2-1 0,-1 0 0,-1 0 0,-1 0 0,-3 0 30,6 0 0,-2 0 0,-3 0 0,0 0 74,7-1 1,-2 0 0,-6 0-75,-10 2 0,-3-1 90,9-1 0,-3 0 135,-5 0-270,8 0 2648,-12 2-2558,-3 0 2788,-4 1-2518,0-1-1,-5 1 361,-4-1-630,0 2 0,-3 2-90,0 1 0,-4 12 0,0 13 90,-1-4-135,2 4 0,-1 0-45,0-4 45,1 1 0,0 2-135,2 20 45,1-14 0,0 1 90,0-6 0,0-2 0,3 5 0,0-5 45,-1-8 0,0-2 270,-2-3-270,-9-14 90,4 6-90,-25-19 0,8 5 0,-21-7 0,1 6-120,0 3 0,-11 0 0,-2 1 30,5 2 0,-2 1 0,-1 0 1,0-1-731,5 0 1,1 0 0,-2 0 0,-2 1 754,4 1 1,-3 0 0,-2 1 0,0-1 0,4 2 0,5-1 4,-5 1 0,6 0 0,-5 1-109,1-1 0,-5 0 1,-3 0-1,-1 0 1,1 1 153,6 0 0,0-1 0,-1 1 0,0 1 0,0-1 0,0 0 0,-2 0 0,-1 1 0,1 0 0,-1-1 0,1 1 0,0-1 15,0 1 0,0-1 0,0 1 0,0-1 0,2 1 0,1-1 0,-1 1 0,1-1 0,1 1 0,1-1 0,1 1-23,-3 0 1,1-1-1,1 1 1,2-1 22,-7 1 0,2-1 0,-1 0 0,6 0 0,-1 1 0,0-1 0,1 0 0,1 0 0,1 0 0,1 0 0,2 0 0,1-1 0,2 1 0,-3-1 0,-5 2 0,-5-1 0,1 1 0,3 0 0,3 0 0,4 0 0,-3 1 0,1-1 0,-2 0 0,0 1 0,1-1 0,-6 0 0,1 1 0,1-1 0,3 0 0,0 0 0,3-1 0,-4 1 0,2-1 0,-4 1 0,0 0 1509,8 0 1,1 0-1510,-5-1 0,-2 0 563,-8 0 0,-1 0-563,2-2 0,0-1 0,4 0 0,2 0 0,3 0 0,3 0 0,8 1 0,1 0-1079,-16-1-540,17 0 1619,8 2 0,13-2 0,1 1 0</inkml:trace>
  <inkml:trace contextRef="#ctx0" brushRef="#br0" timeOffset="86459">18172 3442 9512,'9'-2'1619,"2"4"-1260,-2 18-179,0 2-45,-3 7 0,-1 5-45,2 6 0,-1 1-45,-2-9 0,0 0-45,4 15 0,0-2-1079,5-2 1079,-1-19 0,2-2 0,11 1 0,5-19 0</inkml:trace>
  <inkml:trace contextRef="#ctx0" brushRef="#br0" timeOffset="86788">18998 3610 10231,'9'-7'1709,"-2"0"-1619,-4 10 90,-1-1 90,1 20-180,-2-2 0,2 24-270,0-10-450,4 15-359,2-12-1440,8-2 990,-5-14 1439,4-10 0,2-8 0,1-2 0</inkml:trace>
  <inkml:trace contextRef="#ctx0" brushRef="#br0" timeOffset="87092">19823 3490 9242,'11'-6'629,"-1"3"1,2 12-540,-5 0 180,6 13 90,-8 9-270,1 5-1,-3 3-224,-1-10 1,0 3-586,5-2 0,2-1-135,-3 1 1,2-1 854,4-3 0,2-6 0,8-10 0,3-3 0</inkml:trace>
  <inkml:trace contextRef="#ctx0" brushRef="#br0" timeOffset="87393">20834 3352 8702,'19'25'719,"-10"-2"1,-3 5-765,3 9 0,-1 3-270,-2 0 1,0 0-91,1-5 0,1-2 405,3-7 0,2-2 0,8 7 0,6 1 0</inkml:trace>
  <inkml:trace contextRef="#ctx0" brushRef="#br0" timeOffset="87705">21504 3471 9152,'-7'27'719,"3"-9"-629,-2 7 90,5-5-360,3 7-269,2 1-2070,6 9 2519,-2-18 0,5 5 0,-3-11 0</inkml:trace>
  <inkml:trace contextRef="#ctx0" brushRef="#br0" timeOffset="88455">18733 2845 9062,'8'-11'1439,"4"12"-1259,-8 4 0,5 18-45,-5 3 0,0 1-135,1 6-135,-1-1 0,0 1-1304,2 10 1439,5-2 0,4-2 0,3-16 0</inkml:trace>
  <inkml:trace contextRef="#ctx0" brushRef="#br0" timeOffset="88847">19156 2872 8972,'-2'-8'719,"-4"8"-539,-5 8 0,-8 12-90,4 3 0,-1 1 0,-7 15-90,9-12 0,3 0-180,5 15 0,15-7 180,10-6 0,10-21 0,3-6 0,6-5 90,-7-3 0,-2-4 90,8-14 90,-20 6 0,-2-4-1,-4-6 1,-9-3-90,-16-5 0,-13 6-945,-16 14 1,-5 9 764,4 2 0,1 8 0,2 12 0,8 8 0,12 14 0</inkml:trace>
  <inkml:trace contextRef="#ctx0" brushRef="#br0" timeOffset="89038">19955 2966 10141,'-11'-26'810,"4"6"-810,1 9 0,4 7 0,1 2 0</inkml:trace>
  <inkml:trace contextRef="#ctx0" brushRef="#br0" timeOffset="91528">19442 4085 9242,'2'-12'899,"-1"2"450,0 1 271,-1 2-1261,3 35-269,-1-10-45,-1 8 0,1 4 0,-1-4 0,0 2 45,1 12 0,-1 4-120,-1 0 0,0 5 0,1-4-105,-1 3 0,0-1-195,0-8 0,-1 1 1,1-8-930,0-3 1259,0-4 0,2-34 0,0-8 0</inkml:trace>
  <inkml:trace contextRef="#ctx0" brushRef="#br0" timeOffset="92093">19443 4060 9422,'-1'-11'1889,"0"2"-1080,1 1-719,-5 12 0,1-1 90,-12 26-90,-4 3-90,5-7 0,-1 2 45,0 0 0,0 0-135,-5 6 0,1-1 90,-3 6-90,5-10 0,2-5 90,9-12-180,-4 5 180,13-29 0,2 4-45,9-21 0,4-3 45,0 3-45,7-12 0,2-1 45,-4 10 45,-3 3 0,3 8 45,7 33 0,0 8-45,-10 15 0,-4 5-45,3 6 45,-5-15 0,-1-3-45,-1-8-270,19 11-809,-3-18-1350,9 0 2429,-5-14 0,-6-6 0,-2-2 0</inkml:trace>
  <inkml:trace contextRef="#ctx0" brushRef="#br0" timeOffset="94665">19426 5023 9602,'-1'-10'989,"0"2"-719,-3 1-180,-1 3 90,-4 1 179,-30 12-269,4 13 0,-1 9-270,2-2 1,8 4-901,18 11 1,10 0-91,12 3 675,17-29 1,4-8 494,-12-10 0,10-3 0,2-1 0</inkml:trace>
  <inkml:trace contextRef="#ctx0" brushRef="#br0" timeOffset="95400">19798 5109 9602,'-24'-24'2518,"-22"6"-2293,21 25 0,0 7-540,-5 7 0,3 3-135,8 2 1,8 1-91,17 17 450,33-42 360,5-21-90,-11-4-90,-13 8-90,1 28 0,0 4 0,0 2 0,9-6 0,-11-17 45,10-13 0,4-8 45,-3-13 0,-2-3-90,2 7 0,-2-5 67,-10 1 0,-2-8 1,-2 0-1,-4 7 158,-3 2 0,-3 4-135,-1-7 0,-3 16-45,-10 41 0,-3 15-75,3-3 0,-1 5 0,1 2-150,3 1 0,-1 4 0,2-1 0,3-4-450,4 7 1,1-3 404,-4 7 0,6-8 225,22-13 0,-8-29 0,9-3 0</inkml:trace>
  <inkml:trace contextRef="#ctx0" brushRef="#br0" timeOffset="95626">20051 4930 9871,'-9'0'2069,"19"-7"-1439,25-6-840,3 2 0,9 0 0,0-1 210,-4 0 0,-1 0 0,2 1 0,4-1 0,2 0 0,-4 0 0,1-1 0,0-1 0</inkml:trace>
  <inkml:trace contextRef="#ctx0" brushRef="#br0" timeOffset="108693">20559 5754 6363,'-6'-17'990,"2"4"-720,-6-1 844,-8-4-895,6 8 173,-16-11 108,-9 7-138,10 3-155,0 3 1,0 2 235,-1-1-83,-7 0-139,-1 0 0,-2 1-41,9 3 1,0 0-59,-4 0 1,-3-1 0,1 1 158,-14 1 1,1 1-36,3 1 1,2 0-2,2 0 0,2 1 44,9-1 0,-1 2-87,-3 0 0,-4 1 0,4 0 159,5-1 0,-1 0-88,-15 3 0,-6 1 0,4 2 193,5 2 1,2 1-162,-1-1 0,0 2-85,9 1 0,1 2 0,3 1 30,4-1 0,2 2-159,-4 7 0,-1 4 0,3-1-50,3 3 1,3 1-165,-3 3 1,3 5-43,12 0 1,3 3 0,3-4-325,-1-9 0,3 1 200,4 11 1,4 9 0,5 2 0,5-6-195,5-8 0,6-4 1,5-2-1,2 2 366,-7-8 1,3 1 0,1 1 0,3-1 0,1-1 0,0-2 0,2-1-119,-2-5 1,3 0-1,0-2 1,2-1 0,0-2-1,0 0 1,-1-1 0,-1 0 179,6 1 0,0 0 1,0-2-1,-1-1 1,1-2-1,0-3-35,-4-3 1,2 0-1,-1-3 1,1-1 0,-1-2-1,-1-1 1,-1-3-1,2-3 1,-1-2-1,-1-2 1,0-3-1,-1-1 1,1-1-86,-3 0 0,0-1 0,0-1 0,1-2 0,-2-1 0,0-1 1,-2-1 166,-1-2 0,0-2 0,-1-1 0,0-1 0,-3 0 0,-1 1 0,-2 1-14,2-1 1,-1 1 0,-2 0 0,-5-2 0,-8-3-44,-7-9 1,-7-3-1,-7-3 1,-5 2-1,-7 5-11,-4 10 0,-7 3 0,-5 1 0,-1 2 0,0-1 0,4-1-31,3-5 1,3-2 0,1 0 0,-5 2 0,-6 2-85,0 9 0,-6 0 1,-4 1-1,-3 1 0,-1 1 1,-1 2-1,1 3 1,3 2-1,4 3 180,-9 2 0,4 6 0,1 4 0,-2 0 0,-2-1-3,8-2 0,-3 0 0,-1 0 0,-1 0 0,0 0 0,1 2 1,2 0-1,3 3-21,-6 2 0,2 1 1,3 3-1,0 0 1,1 2-31,-8 5 1,1 2-1,2 2 1,3-1-1,1 2 1,4 0-1,-2 1 1,2-1 0,0 1-1,1-1 1,-1 1-1</inkml:trace>
  <inkml:trace contextRef="#ctx0" brushRef="#br0" timeOffset="113399">15605 9302 7982,'7'-9'2249,"0"-7"-1889,-4 8 719,1-9 91,-5 6-451,1 1-539,0 27 0,1 3-120,2 9 0,1 9 0,1 0-60,2-5 0,2 1 0,-1-1-30,-1 2 0,0 1 0,1-2-15,9 14 0,4-10-45,12-18 0,1-5 90,12-26 0,-9-17 0,-18 9 0,-2-1 0,1-7 0,-3 0 0,6-18-90,-4 8 90,-4 22 0,-1 24-180,3 12 0,1 4-89,10 13 179,-8-10 0,3-4 90,21-15 0,-15-9 149,-5-20 1,2-13 0,-3-4-60,-8-4 0,-4-4 0,1 0-135,1 8 0,0 0 0,0 0 0,-2 1-45,-1-7 0,-3 1 1,-1 8-3188,-1-4 2567,0 40 0,1 13 0,-1 4 0</inkml:trace>
  <inkml:trace contextRef="#ctx0" brushRef="#br0" timeOffset="114359">16313 8748 9781,'-10'-11'-989,"-16"-9"1529,-15 3-361,18 7 1,-1 0 0,-8 2 0,-5 1 0,1 4 0,-4 2 0,-2 1 0,5-1-90,-8 0 0,-3 1-187,7 2 1,-8 1 0,-5 2-1,-1 0 1,3 2 0,5 1 202,0 3 1,4 2 0,0 2 0,-3 1-36,3-2 1,-4 0 0,-1 1 0,0 3 0,3 3 0,4 4 18,4 5 0,2 4 0,1 3 0,4 2 0,5 3 0,5 1-41,7-2 0,5 2 0,4 2 1,3 2-1,2-1 0,-1 0 1,0-2-55,-2 2 0,-1 0 0,1 0 0,3-1 0,4-1 0,6 1 5,3-6 1,5 1 0,4 2 0,2-2 0,2-1-1,2-3 1,1-3 0,1-5-46,5-2 0,3-6 0,2-4 0,1-1 0,-1-1 0,-3 1 33,1 4 1,-3 1-1,0-2 1,2-2-1,5-6-6,-4-5 1,5-4-1,2-2 1,2-2 0,2-2-1,-1-2 1,-2-2 0,-2-2-1,-4-1 6,6-7 0,-5-5 0,-1-3 0,-2-1 0,1 1 1,3 2 11,-1 5 0,2 3 0,1 0 0,0 0 0,-1-1 0,-2-4 0,-4-4-10,-4-3 1,-2-4-1,0-3 1,-2-1 0,-2-2-1,-3 2 1,-4 2 0,-3 4-12,2-12 1,-7 4 0,-7-7 44,-5 6 1,-3-7 0,-3-4 0,-2-1 0,-5 1 0,-3 3 0,-4 8-25,-6 5 0,-6 5 0,-3 4 0,-3 0 0,-1 1 0,1-3-139,2-1 1,0-4 0,0 0 0,-1 1 0,-2 2 0,-3 3 0,-4 6 111,4 7 0,-4 3 0,-3 2 0,-2 2 0,-2 2 0,1 3 0,0 1 0,2 1 1,2 2-1,4 0-520,-9 4 1,3 4 0,3 3 0,0 1 0,0 0 0,-1-1 525,2-4 1,-2 0-1,-1-1 1,1 1-1,2 1 1,5 3-1,6 2 1,-13 18-1,10 4 1,15-2-1,25-6 1,-1 0-1</inkml:trace>
  <inkml:trace contextRef="#ctx0" brushRef="#br0" timeOffset="115412">19151 8976 8432,'-1'-15'2429,"0"4"-2159,0 14-180,-4 22 0,1-1-1,-2 16 1,0 4-45,3-15 0,1 0 0,-3 18 0,1 3-45,2-4 0,1-4 0,0-16 0,1 1-270,0 13 1,1-4-1,0-14-900,3 18 1170,-2-31 0,0 1 0,-2-8 0</inkml:trace>
  <inkml:trace contextRef="#ctx0" brushRef="#br0" timeOffset="116027">19075 9037 9512,'-10'-11'1349,"4"2"-810,13-6-179,20 0-270,5-1 0,13 2 0,-18 10 0,1 3-180,3 6 0,-1 6 45,0 7 0,-8 7 0,-18 13 0,-9 4 45,2-12 0,-7 0 0,-13 0 0,-9 0 0,5-6 0,0-2 45,1-3 0,10 0-45,28-8 0,7 0-45,14 3 0,2 5 0,-16 5 0,-7 4 90,-4 9 0,-8 1 0,-11-4 0,-11-2-45,-16-5 0,-10-2 0,4-5-1529,3-4 0,1-2 629,-10 4 1,6-4 899,10-9 0,29-8 0,1-2 0</inkml:trace>
  <inkml:trace contextRef="#ctx0" brushRef="#br0" timeOffset="116588">19161 8753 9602,'-30'-24'89,"-3"1"136,3 9 0,-3 2 90,-5 1 0,-3 3-135,-2-2 0,-3 4 89,2 8 1,-2 4 0,2 4-120,8 4 0,3 3 0,-1 4-211,2 0 0,-1 3 0,1 1 0,3 3 151,1 7 0,3 2 0,5 2-1183,1 5 1,5 2 0,3 0 979,5-3 0,4 0 0,2-1 143,-1-8 0,2 0 0,4 3 76,2 2 1,4 5-1,2 1 1,3 0-1,0-5-151,5 0 0,2-4 0,2-1 1,0 3 26,-2 0 0,1 2 0,0 1 0,1-2 0,0-5 18,10 4 0,1-5 0,4-7-60,3-7 0,3-7 0,-1-3 60,-12-5 0,-1-2 0,5-4-18,6-3 0,7-4 0,2-3 0,-1 0 0,-7 0 18,-1 0 0,-5 0 0,3-7 15,-3-2 0,4-6 0,3-4 0,-1-1 0,-5 1 0,-7 1-15,-2-5 0,-8 0 0,2-3 0,3 3 0,2-1 0,-2-3 0,-7-2 67,-9-4 1,-7-5-1,-3 2 1,-2 5-24,-1-3 1,-9 0 15,-2 12 0,-7-6 0,-3-2 0,-2 0 0,-2 3 0,0 8-200,-5 3 0,-1 7 0,-2 2 0,-3-1 155,2-1 0,-2-2 0,-2-1 0,-2 2 0,-1 3 0,-2 4-118,2 5 0,-3 3 0,-2 2 1,0 3-1,1 1 0,0 1 1,3 1-294,-7 1 0,3 2 0,0 2 1,1 0-1,-2 2-151,4-1 1,-2 0 0,-1 1 0,3 1 0,2 2 0,6 1 219,-6 8 1,6 2 0,6 3-1,-1 12 1,8 2 0,8-6 0,-1-1-1</inkml:trace>
  <inkml:trace contextRef="#ctx0" brushRef="#br0" timeOffset="128859">15262 9940 7713,'-15'-2'1349,"-2"1"-899,5 0 359,-5-1-359,10 2 269,-5 0 1,35 4-630,13-3-871,-4-1 1,9 0-1,4-1 1,-2 1 802,-5-1 1,0 0-1,0 0 1,1-1-5,-1 1 0,0 0 0,1 0 0,3-1 0,1 1-117,1 0 1,3 0-1,3-1 1,0 1-1,0 0 1,-3 0-1,-4 0 99,5-1 0,-5 1 0,0 0 0,5 0 11,-8 0 0,5 0 1,2 0-1,2 0 0,-1 0 1,-2 0-1,-3 0 0,-6 0 49,13-1 0,-7 1 0,0-1 120,4 1 0,0 0 0,-7 0 224,-9 0 1,-5 0-405,0 1-269,-3 2-181,-18 0 1073,0 5-623,-6 2 0,-2-1 0,-4-1 0</inkml:trace>
  <inkml:trace contextRef="#ctx0" brushRef="#br0" timeOffset="129742">18581 9679 9242,'-8'4'449,"1"-1"271,2 0-270,-1 0 359,2-1 271,0 2-900,11-1 134,22-2 1,9-2-469,2 0 0,7 0 218,-13 0 0,7 0 0,5 1 1,1-1-1,1-1 0,-2 2 0,-5-1-872,10-1 1,-5 1 0,1 0-1,4 0 808,-9 0 0,4 1 0,1-1 0,2 0 0,-2 1 0,-3-1 0,-4 1-36,4-1 1,-5 1 0,-2 0-1,1 0 36,12 0 0,-1 0 0,-3-1 30,-10 1 0,-2 0 0,-3 0 15,5 0 0,-3 1 225,14-1-2199,-29 2-1348,2 2 4003,-15 5 1,-8-3 0,-2 1 0</inkml:trace>
  <inkml:trace contextRef="#ctx0" brushRef="#br0" timeOffset="136375">20402 10313 9242,'8'-18'1259,"-2"4"-629,-2-2-271,-2 8-89,0 0 360,-1 3-360,-2 32-270,0-11-45,-1 22 0,0 4-135,2 8 45,1-12 0,1 1 0,1-12 0,1-3-45,8 16-179,16-1 269,-11-22 0,28-8 90,-10-31 45,-1-9 0,1-6 44,-5 1 1,-3-1-1183,0 1 0,-4 2 1138,-9 9 0,-4 4-45,-2 11 90,-1 1-1,3 12-89,-5 45 45,-4-16 0,-2 7-27,-1 1 0,-2 10 0,-1 5 0,0-1 0,1-6-685,0-7 0,0-3 0,1-1 1,-1 5 666,0 3 0,-1 4 0,1 3 0,-1 0 0,1-3 0,0-7 60,0 5 0,1-5 0,-1-3 716,-4 15 0,-8-18-776,-18-43 0,-5-19-756,7 2 0,0-5 0,1-1 756,1-2 0,1-1 0,0 2 60,-2 3 0,-1 1 0,9 5-60,11 4 0,-4-7 0,38 5 0,11 0-90,-6 4 0,4-2-113,3 0 1,5-3 0,3-1-1,-1 0-363,-1 2 1,0 0 0,0 1 0,-1 0 565,6-4 0,-2 2 0,-1 0 0,-1 0 0,0 1 0,-9 2 0,2-2 0</inkml:trace>
  <inkml:trace contextRef="#ctx0" brushRef="#br0" timeOffset="136653">21233 10506 9691,'-5'-9'1440,"10"-7"-1260,1 6 359,34-14-359,-8 14-135,-5 1 0,2 0-765,-1 4 1,-1 1 719,15 2 0,-9-1 0,-19 4 0</inkml:trace>
  <inkml:trace contextRef="#ctx0" brushRef="#br0" timeOffset="136826">21298 10666 9691,'-8'8'1799,"12"-3"-1619,5-6 270,32-6-1035,4-2 1,4-2 115,-11 2 1,0 0 0,-4 2 0,1-1 0,-4 0 0,13-4 0</inkml:trace>
  <inkml:trace contextRef="#ctx0" brushRef="#br0" timeOffset="137575">21959 10364 10951,'-1'-16'809,"0"0"-269,1 3 629,0-3-1079,5 20 0,-2 0 0,1 23-90,-4-1 0,-2 3-180,-1 2 0,1 0 90,-1 2 0,0-1 0,-1-3 1,0-3-1,1-1 90,0-7 0,3-19 90,10-28-90,3-14 0,0 6 0,1-3 0,-1 6 0,0 1 0,-2 5 0,0 2-45,3 1 0,-2 4 45,-2 11-90,13 5 90,-13 18 0,5 12-90,-4 14 90,-6-16 0,3 13 0,-4-25 0,17-5 0,-8-7 0,23-18 0,-9 1 0,2-3-1639,8 0 1,1 0 1580,-6 1 1,-1 2-23,-1 5 0,-5 7 80,-11 14 0,-2 11-45,-8 17 0,-4 4 45,2-11 0,1 1-45,-2 17 0,2-1-585,11 1-269,3-18 269,-1-14 630,8-11 0,-6-9 0,9-3 0</inkml:trace>
  <inkml:trace contextRef="#ctx0" brushRef="#br0" timeOffset="137870">22759 10301 10141,'-8'-8'1979,"2"1"-1619,12 5-270,-1 2 360,26 19-271,-7 3-179,-1-1 0,1 2-135,-4-2 1,-1 0-1,-2-2 0,1 1-630,6 5 1,-2-2 44,-2-2 720,1-2 0,-1-2 0,-4-6 0,6 3 0</inkml:trace>
  <inkml:trace contextRef="#ctx0" brushRef="#br0" timeOffset="138101">23012 10313 9871,'-13'-13'720,"-5"9"-450,5 11 0,-8 15-91,4 1 1,-1 2-90,1-2 0,0 2-45,-1 0 0,-1 2-360,-5 12 1,2-3-136,1-3 450,1 5 0,3-1 0,10-11 0,0 13 0</inkml:trace>
  <inkml:trace contextRef="#ctx0" brushRef="#br0" timeOffset="138395">23468 10432 12750,'9'-3'1169,"28"0"-989,3 2-540,3-1 0,1 1-2917,5-1 1638,-18 0 1,-4 0 2232,-10 0-594,9-6 0,-12 0 0,7-4 0</inkml:trace>
  <inkml:trace contextRef="#ctx0" brushRef="#br0" timeOffset="138659">23558 10263 10231,'-12'-10'2519,"-1"-1"-1980,14 40-179,-2 19-1453,3-11 1,3 6 0,-2-3 245,0-2 0,-1-2 414,1-1 0,1 1 0,3-7 433,14-4 0,4 3 0,8-11 0</inkml:trace>
  <inkml:trace contextRef="#ctx0" brushRef="#br0" timeOffset="138987">24394 10307 10771,'-14'-12'1619,"-6"2"-630,-16 23-809,6-2 0,4 4 0,-2 5 90,1 6 0,2 3-90,2 3 0,2 2-136,-1-1 1,5 1 45,9-2 0,9-2-180,24 5-180,2-17 1,4-4-136,-3-3 0,3-5-688,5-5 1,5-3 0,-4-2 873,-5-2 1,-1-2 0,11-3-1,-3-2 1,-1-7 0</inkml:trace>
  <inkml:trace contextRef="#ctx0" brushRef="#br0" timeOffset="139543">21733 10856 10231,'-4'-9'2249,"11"-4"-1665,17 5 1,12 2-345,6-2 0,7-1 0,0 0-180,-2 2 0,0 1 0,2-1-105,-6 1 0,2 1 0,-1-1 0,-4 1-495,11-1 0,-7 0 0,-13 3 1,-5-1 539,7 1 0,-25 2 0,-6 1 0</inkml:trace>
  <inkml:trace contextRef="#ctx0" brushRef="#br0" timeOffset="140238">24247 10901 9062,'-22'-5'90,"1"0"90,12 3 539,-9-1 990,5 1-1529,11 2 450,29 0-540,3 1-30,0-1 0,8-1 0,-5 1-150,13-1-30,-6 0 0,8 0 0,-4-1-420,-1 0 1,-2 1 224,1-1 0,-1 1 315,0-1 0,-6 1 0,-10 0 0,6-2 0</inkml:trace>
  <inkml:trace contextRef="#ctx0" brushRef="#br0" timeOffset="142060">20687 10009 9332,'-29'-22'359,"-4"1"-179,-2 7 135,11 7 0,-1 1-225,-7 3 135,-14 5 0,-2 2-135,6 4-1,3 1 1,-7 2 0,4 3-45,5 3 0,2 3-15,6-6 0,-1 2 0,1 1 30,0 4 0,2 2 0,1 5-165,2 0 0,1 5 0,1 1 1,1 3 140,2-2 0,1 3 0,0 0 0,1 2 0,0-1-18,0-1 0,1 1 0,0 0 0,1 0 0,2 0-18,0 10 0,1 0 0,4 0 0,4 0 0,6-4 0,4 0 0,2-1 0,0-4 0,-3-4 0,1-3 0,5 2-23,10 8 1,6 3-1,2-2 1,-3-9 22,-1-9 0,2-5 0,3 4 0,4 1 0,-2-5-45,1-7 0,1-6 45,10 1 0,7-7 0,-16-4 0,5-2 0,1-3 0,2-2 0,-3-3 36,2-4 0,-1-2 0,0-4 0,-1-1 0,1-1-545,-4 0 0,1-1 1,-1-2-1,0-1 1,-3 0-1,-2-1 527,-1-3 0,-2 0 0,-3-1 0,-3-2 0,-5-3-36,-4-5 0,-5-3 0,-4-3 0,-3 2 0,-2 4-83,-2 4 1,-1 2 0,-5 1 0,-6-3 87,-4 1 0,-6-4 0,-4-3 0,-4 1 0,-2 2 1,-1 4-1,0 6-47,-1 6 0,-3 6 0,-1 3 0,-1 1 0,0 1 0,-1-1-321,-2-4 0,-1-3 0,-1 0 0,0 4 0,2 5 0,2 9-275,0 11 1,-1 7-1,3 5 1,4 3 0,8 1 558,-2 16 1,13 7 0,11-4-1,6 5 1,3-4 0,6-1-1,-1-1 1</inkml:trace>
  <inkml:trace contextRef="#ctx0" brushRef="#br0" timeOffset="158030">15049 9970 6903,'-8'-4'2069,"-2"0"276,5 1-1947,17-2 969,11 2-930,3 0 1,8 1-318,3-1 1,9 1 0,1 0 0,-5 0-417,-7 0 1,-2 0 0,7 0 358,-4 1 0,8 1 1,4 0-1,3 0 0,1 0 1,-2 0-1,-3 0 1,-5 1-672,10 0 1,-6 0 0,-1 1 0,6 0 622,-8-1 1,5 1 0,1-1 0,2 0 0,-1 1 0,-2-1-1,-4 0-6,1 1 1,-2-1-1,-2 0 1,-2 0-1,-2 0-225,4 0 0,-3-1 1,-1 0 91,6 0 0,1-2 0,-10 1-54,0-3-175,11 0 207,-20 0-171,-17 3 578,5-1-530,-6 2 1072,-1-1 0,-3 1 0,-1-1 0</inkml:trace>
  <inkml:trace contextRef="#ctx0" brushRef="#br0" timeOffset="158937">18566 9640 8972,'-11'1'-900,"-14"2"990,3 0 360,-12 2-90,12-3 1169,3 1-1079,36-1-180,30-1-136,-11 0 1,7-1-68,-6 0 1,4 1 0,3 0-1,1-1-692,-1-1 1,1 0 0,2 0-1,0 0 1,-3 0 624,1 1 0,-1 0 0,0 0 0,2-1 18,3-1 0,3 0 0,1 0 0,-3-1 0,-5 0-36,-2 0 1,-5-1 0,2 1 77,6-2 0,1 1 0,0-1 119,-1-1 1,-1 0 0,-3 0 90,6-2 0,-4 1-225,-7 0 0,-2 1-4,-7 1 0,-4 0 139,1 0-180,-4 0-3277,5 0 3183,-28 6 0,-6-2 0,-18 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11:29.90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3717 7457 9691,'-20'-25'3276,"0"2"-2054,6 11-323,-11-2-359,-8 2-360,-4 8 0,-3 3-135,11 2 0,-2 2-315,-6 3 1,-4 2 0,-1 4 314,2 4 0,-1 4 0,0 2 0,2-2-441,-1-2 1,2-1 0,-1 4 413,5-2 0,-2 3 0,-1 3 0,3 0 0,4 2 4,3 6 1,5 2-1,2 0 1,1-1 7,-3-1 0,2-1 0,2 5-30,3 7 0,2 6 0,5 2 0,7-5 0,11-9 0,7-2 0,2-1 0,-2 0 0,0 7 0,-2 0 0,5-1 0,6-4 0,6 0 0,0-2 0,-2-7 0,0-4 0,3-3 0,1-2 0,5 1 0,2 0 0,-6-4 0,4 1 0,1-3 0,2-1 0,6 1 0,3-1 0,-3-4 0,2-5 0,-1-4 0,1 1 0,-12 1 0,0 0 0,0-1 0,3-2 0,0-2 0,2-2 0,1-2 0,0-2 0,-3-2 22,6-7 1,-1-4-1,-2-1 1,0 1-549,-2 4 1,-1 0-1,0-1 1,-2-3 525,-3-2 0,1-1 0,-2-3 0,-2-2 0,-5-3 0,-5 0 0,-5-4 0,-2-2 0,-1 2 0,1 1 0,1 1 0,-1 3 0,0-2 0,-3-4 0,-1-4 0,-2-5 0,-1-4 0,-2 0 0,-2 1 0,-3 4-396,-5 3 1,-3 1 0,-3 2 0,1-1 0,0 1 395,2-2 0,2 1 0,-1-1 0,-2 1 0,-5 0-15,-3 2 0,-3-1 0,-3 1 0,-2 1 0,-2 2 0,-2 5-247,-8 2 1,-4 4 0,-2 3 0,-1 2 0,3-2 225,5-1 0,2-1 0,0 2 0,-2 1 0,-4 3-91,-2 4 0,-4 2 0,-2 2 1,-2 1-1,0 3 0,1 2 1,4 2-180,-5 3 0,3 3 0,1 4 0,-1 1 1,-3 0-164,2 1 1,-2 1 0,-2 2 0,0 0 0,0 0 0,3 1 0,3-1 194,-1 1 1,3-1 0,2 1 0,1 1 0,0 2 0,-9 5 0,1 4 0,3-1 0,8-3 0,11-2 0,-1 1 0</inkml:trace>
  <inkml:trace contextRef="#ctx0" brushRef="#br0" timeOffset="850">3980 4290 10321,'-31'-17'270,"-16"3"-135,19 11 0,-5 4-23,1 5 1,-5 2-1,-3 3 1,3 2-691,0 1 1,2 2 0,-1 3 0,-1 3 649,-1 5 0,-2 5 0,0 3 0,2-1 0,4-1-50,5-5 1,3-1-1,3 2 1,2 2 22,-1 11 0,2 4 0,6 1 0,10 0-9,12-7 0,10 1 0,5 0 0,1-2 0,-3-2-288,-5-2 1,-2-2 0,2 0 0,6 1 263,2-3 1,5 4 0,4 0 0,2 0 0,1-1 0,1-4 0,0-4-139,3-5 0,0-3 0,2-4 0,0-1 0,2 0 0,0 0 151,0 1 1,1 0 0,2 0-1,0 0 1,-1-2 0,1 0 0,-2-1-11,1-1 0,-1-1 0,-1 0 0,0-2 0,2-1 0,2-2 29,-6-3 1,3-1 0,1-1 0,1-2 0,-1 0 0,-1-2 0,-2 0 0,-2-2 27,4-2 0,-3-2 0,-1-2 0,-1-1 0,4-2-47,-1 2 1,3-2 0,1 0 0,0-1 0,-1-3-1,-3-2 1,-4-3 4,-3-6 0,-2-4 0,-3-2 0,-3-2 0,-1 1 0,-2 2-30,5-5 0,-2 2 0,-4-2 0,-6-5 15,-9 2 0,-2-5 0,-5-3 0,-3 0 0,-3 1 0,-5 4-15,-6 1 0,-7 3 0,-3 2 0,0 0 0,1-1 0,4 0 0,2-2 0,-1 2 0,-4 0 0,-8 1-30,3 12 0,-5 0 0,-5 0 0,-2 1 0,-2 0 0,0 2 0,0 2 0,3 3 0,2 2-295,-8-2 1,4 5-1,0 3 1,-4 2-1,-7-1 235,13 5 0,-4 0 0,-3-1 0,-4 2 0,-2-1 0,-1 2 0,-1-1 0,0 2 0,0 0 0,1 1 1,3 1-1,1 2 0,4 0-320,-8 3 0,3 1 1,2 2-1,1 2 1,1 0-1,-1 1 0,-1 0 1,-3-1 382,4 0 1,-3-1 0,-1 1 0,-2 0-1,1 1 1,1-1 0,0 2 0,3 0-1,3 1 1,3 1 0,-5 4 0,3 2-1,2 0 1,3 1 0,2 1 0,3-1-1,0 3 1,1 0 0,0 1 0,-1-1-1</inkml:trace>
  <inkml:trace contextRef="#ctx0" brushRef="#br0" timeOffset="2000">6577 3685 10321,'-4'-10'-90,"-3"-3"90,1 6 360,-12-7 180,-13 1-271,-6 1 1,-8 3 0,-7 3-210,18 4 0,-1 1 0,-3 1-716,0 2 1,-4 0-1,-1 1 1,0 1 0,3-1 390,-7 2 0,3 0 0,-2 2 283,9 0 0,-3 0 0,-1 2 0,2 2 0,2 3-348,-4 8 1,3 4-1,2 1 1,1-1 358,-1-3 1,1-1 0,3 7-183,5 1 0,0 6 0,2 4 1,4 0-1,8 1 189,11-1 0,7 2 0,4 0 0,1-1 0,-2 0-36,-3 3 0,-1-2 0,1 1 0,5 1 0,5 1 0,4 4 0,2 0 0,1-5 0,-2-6 45,6 3 0,4-4-45,0-4 0,7 3 0,0-1 0,-3-5 0,-8-8 0,-1-4 0,4 2 18,6 2 0,6 2 0,3 0 0,1-2 0,-2-3-18,2-5 0,0-3 0,0-1 0,0 0 0,-1 2 0,-1 0 0,1-1 0,3-2 0,-7-5 0,2-1 0,1-1 0,1-2 0,-1-2 0,-1-1 18,5-4 0,-1-3 0,0-2 0,1-1 0,1-2-159,-8 3 0,2-1 0,0 0 1,0-2-1,0-1 0,1-3 0,-2-1 129,0-2 1,1-4 0,0-1 0,0-2 0,-2-1 0,0 0 0,-3 1 0,-2 2 11,4-4 0,-2 1 0,-2 0 0,-3-2 0,1-4-13,-6 1 0,0-3 0,0-3 0,-1-1 0,-3 0 0,-4 2 1,-4 2-11,-4-6 1,-6 2-1,-3 0 1,2 0 22,4-2 0,1 1 0,-3-1 0,-7 0-18,-7 5 0,-5-2 0,-5 1 0,-4 3 0,-5 3 3,-6 6 0,-7 3 0,-4 4 0,-2 0 0,0 1 0,5-1 15,0-4 0,3 1 0,1-1 0,-3 2 0,-5 1-12,5 6 1,-3 0 0,-3 1 0,-2 1-1,0 2 1,-1 0 0,1 2 0,2 1-67,-2 2 1,0 2 0,0 2 0,1 1 0,1 0 0,0 0 0,3 0 5,-7-2 0,4 1 0,0-1 0,-1 2 0,-2 1-137,4 1 0,-2 0 1,-2 1-1,0 0 1,1 2-1,3 0 1,2 2 208,-9 4 0,5 3 0,1 1 0,-1-1 0,0 1 0,0 0 0,-1 0 0,0 2 0,6-1 0,1 0 0,-1 0 0,0 0 0,1 0 0</inkml:trace>
  <inkml:trace contextRef="#ctx0" brushRef="#br0" timeOffset="3800">7006 3829 9781,'10'-3'720,"0"1"90,0 0 269,2-2-270,0 0-449,8-4 0,13-5-270,0 2-283,-4 3 1,5-2 0,5-2 210,-1 1 0,4-1 0,2-1 0,0-1 0,-2 2-730,3-1 1,-3 0-1,1 0 1,7-2 721,-13 3 0,4-1 0,2-1 0,2-1 0,2 0 0,0 0 0,-1 0 0,-1 0 0,-1 0-10,-1 1 0,-1-1 0,0 2 0,-1-1 0,1-1 0,0 1 0,2-1 0,3-1 0,-6 2 0,1-1 0,2 0 0,1 0 0,1-1 0,1 0 0,0 0 0,-1 0 0,1 0 0,-1 0 0,-1 1 0,-1 0 9,5-1 0,-1 0 0,0 0 0,-1 1 0,1-1 0,-2 1 0,1 0 0,-2 0 0,1 0 0,-2 1-281,6-3 1,-1 1 0,0 0 0,0 0 0,-2 0 0,-1 1 0,-3 1 0,-3 1 271,14-4 0,-4 2 0,-4 1 0,-7 2 0,2 0 0,-9 3 0,-4 2-1079,-2-1-911,-7 7-1287,-22 4 3727,-1 1 0,-10 1 0,2-3 0</inkml:trace>
  <inkml:trace contextRef="#ctx0" brushRef="#br0" timeOffset="5316">10573 2806 12030,'8'5'1799,"3"0"-1709,-2-4 0,6-1 180,16-4-270,-11 2 90,17-6 0,3-6 0,-11 3-45,-1-2 0,0-2-45,3-10 0,1 2 90,-3-9-90,-13 14-90,-1-1 0,-9 17 90,-24 48 45,3-3 0,0 4-45,4-10 0,-1 1 0,2 2-788,2 3 1,1 1-1,2-3 743,1-3 0,3-3 0,6 1 0,3-5-45,-1-9-359,16 11 89,-12-20-360,14 3 720,-2-19 0,-8-4 0,2-9 0</inkml:trace>
  <inkml:trace contextRef="#ctx0" brushRef="#br0" timeOffset="5532">10545 3242 10591,'-1'14'809,"11"-1"-269,22-3-360,4-3-30,4-5 0,10-4 0,-1 1-970,-12-1 0,-2 0 1,2 0 684,0 0 0,1 0 0,2 0 0,1-1 135,5-3 0,3 0 0,-1-1 0,-7 0 0,4-1 0,-2-1 0,-6 2 0,0-1 0,0 1 0,0-1 0</inkml:trace>
  <inkml:trace contextRef="#ctx0" brushRef="#br0" timeOffset="6600">13351 2619 10591,'-21'-14'1079,"7"4"-809,-22 10 0,-10 7-180,13 2 0,-3 3 0,-2 2-746,3 0 1,-5 3-1,0 0 1,0 1 0,3-1 149,2 0 0,1-2 0,1 2 0,0 1 551,-7 6 0,-1 2 0,2 1 0,6 0-85,7-1 1,5 0 0,1-2 84,-5 4 0,3 0 518,2 9 1,13-2-519,24-18 0,7-4-45,7 13 45,6-15 0,9-5-613,-6-8 1,2-4 0,-2-1 567,3 2 0,1-1 22,-5-2 1,5-3 0,-1 0-1,-6-1 874,1-5 0,-4-3-851,8-5 0,-4-2-45,-1-6 1439,-29-1-1529,-19 20 90,0-1-90,-6 2 90,11 9 3276,0-3-3250,12 3-26,26-3 0,-6 3 0,6 0 0,2 1 0,14-1 0,-23 3 0,0 0 0,3 2 0,-3 2 0,-4 3 180,6 12-90,-30 6 0,-6 3 0,0 9-45,-11 6 0,-4 3 0,9-13 0,0-2-45,-1-1 0,2 0 0,3-1 0,6-3-450,26 4 90,-4-10-135,4-7 1,4-5 494,13-9 0,1-4 0,-7 1 0,1-1 0,15-4 0,-1 0 0</inkml:trace>
  <inkml:trace contextRef="#ctx0" brushRef="#br0" timeOffset="7133">14018 3195 11580,'-20'10'3276,"2"-2"-3134,28-10-321,11-11-91,-1-4 0,0-3 90,10-10 0,-14 1 0,-6-2-90,-18-16 90,-6 14 1,-3 2 89,-10-10 45,4 21 0,-1 6-225,-12 8 270,12 2-180,-5 9 90,43 16 90,-1-9 0,8 1 0,6-2-45,10-4 0,2-4 45,-12 0 0,1 1 30,5-3 0,3 0 0,-3 0-30,-4-1 0,-1 0 90,2-1 0,-3 3 450,12 17-271,-38 8-179,-6 3 0,-1 3-360,-3 14-90,9-19 1,4-2-91,10-4-2428,27-10 2878,-6-13 0,-8-2 0,1-1 0,-1-2 0,-1 0 0</inkml:trace>
  <inkml:trace contextRef="#ctx0" brushRef="#br0" timeOffset="7583">15021 2983 10591,'-15'-5'1979,"-26"0"-1080,-6 3-449,6 3 0,-3 1-270,4 3 0,1 2-91,6 0 1,-1 3 0,3 0-234,-2 2 0,2 2 99,0 2 0,4 1-154,4 12-70,17-1 179,7-9-90,31-4 45,-5-16 0,4-4 90,4-1 0,1-2 45,7-7 0,-3-3 90,-10 2 0,-5-2 0,8-10 270,-15 4-143,-16 31-127,7 4-90,-8 11 0,23 20-180,7-16 0,3 3-450,-7-18 1,2-5-2648,16-5 2871,3 1 0,-21-5 0,-2-2 0,11-3 0</inkml:trace>
  <inkml:trace contextRef="#ctx0" brushRef="#br0" timeOffset="8166">15363 2947 12390,'-10'0'1529,"3"0"-1259,-2 15-180,5-5-90,-6 17 0,7-13-90,-3 8 0,5-11-630,8 11 540,0-12-359,20 9 89,17-23 360,-17 0 0,3-4 180,9-8 0,-1-2-45,-14 5 0,-1-2 90,3-4 0,-2 0 315,1-2-360,-15 16 89,-29 47-179,8-21 0,-2 3-210,-3 7 1,-3 6 0,2 2 239,0 8 0,2 2 0,0-2-30,4-13 0,1-1 0,-1 2 22,1 3 1,-1 3-1,0 0 1,3-4 22,0 13 0,3-6-45,0-10 0,0-2 43,2 6 1,0-6 46,1-16 0,-15-20-90,-7-17 0,-2-7 0,7 7 0,0-1 0,-7-7 0,-3-5 0,4 3 0,6-2 0,3 2-45,-4-2 0,9-1 45,21 0 0,12-2 0,5 4-120,3 6 0,5 4 0,4-1-377,-1 1 0,4-2 1,2-1-1,0 1 0,-2 2 497,2 0 0,0 2 0,-1 1 0,-1 0 0,-2 1 0,-1 0 0,-1 0 0,-3 2 0,-5 1 0,0 0 0,-1-1 0</inkml:trace>
  <inkml:trace contextRef="#ctx0" brushRef="#br0" timeOffset="8666">16449 2685 10861,'-5'-7'1079,"-8"4"-989,-6 3 90,-12 6 0,-6 1-90,3 1 0,-1 1-330,-5-1 0,0 2 285,-5 3 0,4 3 59,15-3 0,3 2-104,-4 0 0,6 3 90,10 24-180,44-12 90,2-3-45,1-13 0,0-2-45,-7-1 0,3 2 0,-1-1 90,-9-1 272,12 8-362,-34 0 0,-1-4 90,-26 7-45,-5-11 0,-1-1-45,-7 4-225,4-3 1,2-1 314,10-4 0,8-1 0,4-3 0</inkml:trace>
  <inkml:trace contextRef="#ctx0" brushRef="#br0" timeOffset="8966">17210 2802 10051,'-37'0'1799,"14"0"-1259,-22 3-136,11 1 1,0 0-225,-13 4-45,-2 0 0,1 2-135,3 2 0,12-1 0,-4 2 0,4 1-1030,5-1 1,1 1 984,-12 3 0,3 3-143,13 2 1,7 0-892,10 6 449,-2 7 630,52-11 0,-2-15 0,-9-3 0,1 0 0</inkml:trace>
  <inkml:trace contextRef="#ctx0" brushRef="#br0" timeOffset="9883">17397 2987 12840,'-35'-3'2698,"-15"7"-2518,23 1 0,-1 2-225,-14 8 0,1 2 0,12-6 0,2 2-90,-8 7 0,5 2-225,12 4 91,10 1 269,14-9-180,26-13 90,8-11 90,-1-1-45,-6-4 0,0-4 45,7-9 0,-12 7 0,-1-2-90,5-5 90,-8 14 0,-10 16-90,7 18 0,-9-6 90,13 7-90,12-15 90,-9-3-45,2-7 0,5-5 45,5-11 0,0-6-165,-12 6 0,0-2 1,0-3 194,9-11 0,-1-4 0,-4 2-30,-5 1 0,-4 0 0,1-9 0,-7 1 90,-5-3-90,-11 18 0,-31 32 0,7 14 0,-3 9 0,0 3 0,7 3 0,2 1 0,3 3-45,9-10 0,1-1 45,-3 3 0,3-1-45,11 1 0,7-4 45,14-7 0,5-3 0,-9 0 0,2-2 0,6-5 0,6-2 0,-2-3 0,7-5 0,-1-3-162,0 2 1,3-3 161,0-5 0,3-5 0,-7 0-574,-10 1 0,-2-2 619,16-4 0,-6-4-135,-18-15 90,-30 18 0,-1-1-90,-37 26 135,24 6 0,1 3-45,-2-4 0,2 4 0,-2 12 0,5 1 0,10-5 373,0 16-238,29-20 0,7-3-135,3 0 45,9 1 0,10-4-1125,-5-10 0,3-6 1,-1 1 404,1 1 0,2-1-145,-5-2 1,6-3 0,0 0 0,-9-1 476,-2-1 1,-3-3 0,-2 2 0,2-3-1,-3 1 1,-1-3 0,0 0 0</inkml:trace>
  <inkml:trace contextRef="#ctx0" brushRef="#br0" timeOffset="10049">19559 3085 12120,'0'7'2069,"2"1"-1799,0-4-450,14 1 180,-4-3 0,-13 0 0,-13-2 0</inkml:trace>
  <inkml:trace contextRef="#ctx0" brushRef="#br0" timeOffset="10999">10991 3978 11221,'-7'-8'1799,"16"1"-1709,15 2-1,5 2-44,9-1 0,2 1-45,-11 0 0,0 0 0,6 0 0,0 0-45,-5 0 0,-4 2 45,-4 0-89,-22 13 89,-15 0 0,-20 7-45,13-4 0,3 2 45,6 9-90,-4 6 0,48 5 45,0-19 0,4-2 45,-6 0 0,2 0-30,5 0 0,4 0 0,-5-1 30,-10-5 0,-3 2 135,12 11 0,-7 2-45,-17-3 0,-36 18-31,0-24 1,-9-4 0,3 0-177,1 2 1,-2-1 26,-2 1 0,-4 1 0,7-4-270,2 0 360,-10 5 0,27-10 0,-2 1 0</inkml:trace>
  <inkml:trace contextRef="#ctx0" brushRef="#br0" timeOffset="11352">13405 3982 11041,'-3'-10'1979,"0"1"-1080,4 2 270,-2 1-809,-10 27-270,1 6 0,-1 5-135,-3 10 0,1 4-567,6-7 0,1 1 1,0-3 431,1 0 0,2-3-855,5 3 1,2-5 1034,2-8 0,-1-3 0,-1-11 0</inkml:trace>
  <inkml:trace contextRef="#ctx0" brushRef="#br0" timeOffset="11866">13308 3977 11760,'1'-7'-90,"9"-2"450,12 3-225,12-1 0,4 2-90,-14 2 0,1 0-232,13-1 1,5 0-1,-2 1 187,2 2 0,-2 0 0,2-1 0,0 1 0,1 4 0,-6 1 0,-15 1 180,-3 14-180,-44-2 0,-16 1 0,11-3 0,-3-1 0,0 1-158,-1-1 0,0 0 0,-1-1 158,-3 0 0,0-1 0,6-1-90,-1-1 180,-13 6 533,30-9-533,29-6 90,8-3 90,27-6 320,-9 6-500,-9 10-90,-11 2 90,1 23-90,-10-13 0,2 6 0,3 3 0,0-6 0,1-2 45,-3 3 0,2-1-45,9 3 0,0-4-90,-2-4-135,6-2 1,4-3-766,-4-9 1,-1-1-94,1 1 0,0-2 1083,11-6 0,-2-4 0,9-9 0,-15 3 0,1 1 0</inkml:trace>
  <inkml:trace contextRef="#ctx0" brushRef="#br0" timeOffset="12517">14609 3948 10951,'-11'-18'2428,"3"3"-1348,-7 4-900,5 8 89,-12 10 1,-6 6-90,-4 6 0,0 3-661,-4 0 0,-2 3 541,3 2 0,-2 5 0,4 1 30,8-2 0,4 1 0,1 1-45,-1 1 1,0 0-1,7 2-75,8 1 0,6 0 0,4-5 30,3-7 0,6-4-90,15 3 1,6-7-46,-5-15 0,0-5-45,6-1 0,-1-4 135,-4 0 0,-3-3-90,-2-11 0,-6-4-45,-1-11 90,-4-2 790,-11-5-880,-6 21 36,4-9-36,13 12 180,0 7-180,25-1 90,2 6 90,-1-2-45,-8 4 0,1 0 45,2 0-45,-8 3 0,-1 1 45,-1 5 0,-17 21 0,-8-4 90,-15 23-45,6-12 0,0 3 0,3-4 0,1 1 0,-1 15 0,6-2-45,6-17 0,3-4-90,8 14-719,20-18-2468,9-21 2871,-5 1 0,-13-7 0,-2-2 0,5-8 0</inkml:trace>
  <inkml:trace contextRef="#ctx0" brushRef="#br0" timeOffset="12816">15205 4035 11131,'-5'-10'2518,"1"0"-2158,-10 26-90,-1 14-180,-7 12 0,8-2 0,0 5-135,3 2 0,1 2-1048,2-14 1,0-1 0,1 0 758,0 9 0,1-3-291,3-13 0,0-4-1444,4-8 2069,-2 6 0,2-17 0,1 0 0</inkml:trace>
  <inkml:trace contextRef="#ctx0" brushRef="#br0" timeOffset="13268">15086 4045 11580,'-5'-9'180,"2"1"0,14-1-90,16 3 0,3 2-45,2 2 0,3 1 0,-2 1 0,-1 1-45,0-1 0,1 1 45,12 2 0,-3 3 45,-8 5-90,7 2 90,-43 7 90,-31 0-180,2 0 90,0-4 0,1 1 0,5 1 0,-1 18-90,26-18-90,28 15 45,-7-18 0,1-1 45,1 4 0,-1 1 0,17 10 0,-28 7 90,-18-18 44,-16 5 1,-9 0-15,0-7 0,-5-2 0,0 1-221,2 1 1,-1 0-1,0 0-439,-7 1 1,0-1-1,5-2 540,12-3 0,5-1 0,-3 5 0,29-10 0</inkml:trace>
  <inkml:trace contextRef="#ctx0" brushRef="#br0" timeOffset="13449">16453 4435 13829,'12'1'2519,"-1"0"-2609,-1 1-270,-2 0 360,4 3 0,-39-5 0,-6 1 0</inkml:trace>
  <inkml:trace contextRef="#ctx0" brushRef="#br0" timeOffset="28683">17637 5917 9062,'-36'-12'389,"-1"0"1,5 1 0,0 4-255,3 7 0,-1 4-1774,-6 3 1,-3 2 1080,-4-1 0,-4 5 647,15 2 1,-4 4 0,-1 4 0,0 1 0,3 1-18,2 1 0,2 2 0,1 2 0,0 0 0,-1-1-54,-3 1 0,-1-1 0,0 1 0,0 1 0,2 4 42,2 2 0,0 2 0,1 3 0,1 1 0,1 1 0,2-1-279,2-1 0,2 1 0,1 0 0,0 0 0,1 0 1,-1-2 236,-1 4 0,-1-2 0,1 0 0,0 0 0,0 3-6,5-8 1,-1 2 0,1 2 0,0-1 0,1 0 0,1 0 0,2-3-82,0 6 0,3-1 0,0-1 0,2-1 0,-1-1 69,-1-1 0,0-1 0,1-1 0,1 4-36,1-1 1,0 4 0,0 0 0,3 0 0,2-2 57,4 8 1,3-1 0,1-1-1,0-4 232,-1-2 0,-1-3 0,3 2-254,1 5 0,1 3 0,3 0 0,4-8 0,5-9 0,4-5 0,-2-2-45,0 4 0,3-1-15,0-5 0,4-1 0,1-7-120,12-7 0,-1-7 180,-8 2 0,2-3-60,0-2 0,3-2 0,2-5 15,-1-6 0,1-6 0,0-1 0,-3 2 15,-4 4 0,-2 1 0,2-4 30,-2 0 0,3-2 0,0-3 0,0-1 0,-5 0 0,0-6 0,-4-1 0,-1 0 0,-2 1 0,2 0 0,-3 2 0,3-4-34,-3 2 1,1-3 0,1-2 0,0-2 0,-3 0 69,-1-3 0,-2-3 0,-2-1 0,0 2 0,0 1-267,2 1 1,-1 3 0,-1-1 0,0-4 245,-1 1 0,0-3 0,0-2 0,0-1 0,-3 0 0,-2 0 30,-3 4 0,-3-1 0,-1 0 0,-1 1 0,0 1 0,0 1 32,3-8 0,-1 4 0,0-1 0,-4-6-65,-1 8 1,-3-7 0,0-2 0,-2 0 0,0 1 0,-1 5 0,0 6 17,-2-5 0,-1 8 0,-4-6-18,2 9 1,-4-5 0,-1-3 0,-1-1 0,0 2 0,0 3 0,2 5-13,-4-7 0,1 6 0,-4-4 15,0 3 0,-3-5 0,-2-2 0,-2 0 0,0 2 0,-1 4 75,0 4 0,-1 3 0,-2 2 0,0 1 0,-1-2-75,1 2 0,-1-2 0,-1 1 0,0 0 0,-1 2 0,-1 2-20,-6-2 1,0 1 0,-1 3 0,-2 3-1,-1 5-40,4 6 0,-2 3 0,-2 3 0,1 2 0,1 2 1,2 1-172,1 2 0,2 2 0,1 2 0,1 2 0,-1 3 216,-6 6 0,-1 4 0,1 2 0,3 1 0,7 0 0,0 5 0,7 0 0,5 3 0,10 3 0,0 0 0,-1 0 0</inkml:trace>
  <inkml:trace contextRef="#ctx0" brushRef="#br0" timeOffset="30037">19813 5615 10321,'1'-11'90,"0"-6"90,0 9 360,-2-10-91,-5 5-269,1 1 180,-12-5-90,-12 10-180,-2-1-30,-8 13 0,-13 5 0,-1 5-880,11 0 1,-1 4 0,-1 1 0,-1-1 832,8-5 0,-1 0 0,-1 0 0,1 2 0,-1 3 2,-1 3 0,-1 3 0,-1 3 0,2 0 0,3 2 0,6-1-583,2 5 1,6 2 0,3 0 0,-2 0 589,-5 0 1,-1-2 0,3 2-1,9 3-217,10 8 1,8 4-1,7-1 1,5-4 216,5-11 1,7-3-1,1-1 1,0 0-23,-4 3 0,0-1 0,2 0 0,5-1 0,2-7 0,6 0 0,3-1 0,1-2 0,-1-3 0,-2-2 0,4-3 0,-2-4 0,0-2 0,2 2-144,-4 1 1,1 2-1,0 0 1,1-2-1,1-3 144,5-4 0,1-3 0,0-2 0,0-2 0,-2-1 22,4-3 1,-1-2 0,-2-2-1,1 2-22,-9 2 0,0 1 0,0 0 0,1-2 0,1-2 15,1-4 0,4-3 0,1-2 0,-2 0 0,-3 0 0,-6 1 95,2-2 1,-5 1 0,2-3-93,1 0 0,3-3 0,2-2 0,-3-2 0,-4-1-18,-4-9 0,-4-4 0,-3 1 0,-1 1 30,4 2 0,-2 3 0,-5-7-30,-9-1 0,-3-7 0,-4-2 0,-3 3 0,-4 8 0,-3 7 0,-4 6 0,-5-3 0,-2 0 0,-5-5 0,-3-2 0,-3 0 0,-2 3 0,-1 5 0,-2 5 0,-4 3 0,-1 3 0,-1 2 0,-1-1 0,2-1 0,1-2 0,3 0 0,-1 0 0,-1 1 0,-4 1 0,-4 2-9,6 6 1,-4 1 0,-2 0 0,-3 2 0,-2 1 0,-1 0 0,1 1-1,0 1 1,2 1 0,2 0 0,3 1-110,-7 1 0,4 1 0,2 1 0,0 2 0,0-1 0,-2 1 0,-1-1 98,0-1 0,0 0 0,-2 0 0,-1 0 0,-1 0 0,1 0 0,0 2 0,1 1 0,1 1-188,-3 2 0,0 3 0,-1 0 0,1 2 0,2-1 0,2 1 0,3 0 0,3-1-85,-5 1 1,6-1 0,1 2 0,-4 2 276,3 0 1,-5 2 0,-1 1 0,-1 2 0,2-1 0,4 1 0,7-1 0,-3 6 0,8 1 0,-2 1 0,-2 2-1,-1 0 1,1 1 0,0-1 0</inkml:trace>
  <inkml:trace contextRef="#ctx0" brushRef="#br0" timeOffset="34949">16653 9516 9242,'3'-12'629,"-1"2"-359,2 4 0,3 3 0,12 7 90,3 15-270,0 0 0,-11 4 0,-3 5-46,-6 4 1,-3 3 45,1 13 0,0 1-45,-3-11 0,0-2-45,-1 1 0,0-3-449,-1 4 179,2-13 270,-3 3 0,5-23 0,-1-1 0</inkml:trace>
  <inkml:trace contextRef="#ctx0" brushRef="#br0" timeOffset="35483">16510 9522 9602,'-17'-4'359,"1"-1"1,5-2-90,21-2 180,32-6-270,-3 5-91,-4 3 1,2 2 0,3 0 0,-2 2-45,-8 1 0,0-1-15,2 2 0,3-1 0,-2 3 60,-1 1 0,-1 2-45,1 0 0,-2 4 45,4 16-90,-27-7 0,-28 9 0,-9 3 90,12-10-90,3 12 0,33-17 0,7-1 0,3 4-177,0-3 0,1 0 177,15 1-90,-3 4 45,-13-4 0,0 0-45,4 6 90,-9 17-90,-27-19 90,-16 4 0,-9 0 0,-13-4 0,-5-2-306,5 2 1,-3 0 305,-2-4 0,-4-1 0,7-3 0,16-3 0,0-2-90,-6 2 0,-4 1 0,7-2-180,0 0 270,-14 2 0,34-7 0,2-1 0</inkml:trace>
  <inkml:trace contextRef="#ctx0" brushRef="#br0" timeOffset="35899">18412 9508 10411,'-6'-17'2249,"-5"1"-1710,-13 8-314,-3 8 0,-5 5-135,-12 6 0,-3 5-312,4 3 0,-3 5 0,3 1 251,5 1 1,1 1 0,3 3 30,3 5 0,3 2 0,10 1-60,17 11 0,13-3 45,8-7 0,6-7-45,4-6 0,3-7-225,8-8 1,3-7-1069,1-7 1,2-4 1292,-12 3 0,1-2 0,0 0 0,0-2 0,-1-1 0,-2-1 0,6-5 0,-1 1 0</inkml:trace>
  <inkml:trace contextRef="#ctx0" brushRef="#br0" timeOffset="36085">19028 9784 13289,'-16'-9'-820,"-1"2"1,-8 6 0,-4 1 0</inkml:trace>
  <inkml:trace contextRef="#ctx0" brushRef="#br0" timeOffset="39033">20421 9512 8162,'9'-6'990,"0"1"-91,1 0 1,0 0-181,2-1-89,-1 2-180,-3 0-180,3 19-91,-6 10-179,0 8 45,-10 6 0,-3 2-934,-3 7 919,2-15 0,-1 5 0,1-3-30,1-7 0,1 0 30,-3 6 0,-1 3 0,2-4-30,2-7 0,1-1-1534,-6 23 0,1-2 1624,4-12-90,1-4 0,1-1 90,2-4-90,-2 1 90,3-8 565,3-11-565,2 0 3186,8-7-3070,4-5-206,-1 0 90,14-8-90,2 4 45,5 2 0,2 1-45,-11 2 0,1 1 0,9 0 0,4 1 0,0 1-1018,-2 0 0,-1 0 0,1 1 1018,-1-1 0,1 0 0,1 1 0,-3-1 0,2 1 0,1 0 0,2-1-184,7 1 0,2-1 0,1 0 0,-2 0 184,-7 0 0,-2 1 0,1-1 0,2 0 0,0-1 0,4 1 0,0 0 0,-2-1 0,-5 1 20,1-1 1,-4-1-1,-3 0 115,11 0 0,-6-1-45,6-1 180,-18 1-90,-9 0 2576,1 0-2666,0 0 1122,-4-1-1122,-6 1 390,-3-3-480,-6-7 90,-2 3-90,-6-24 0,2 13 0,-1-14 0,-1-3-960,2 0 960,0-4 0,0 0 0,2 2-101,-1 2 1,-2-2 100,1 14 0,-1 0 0,1-1 0,0 0 0,-4 3 0,-2 3-90,-11-5 90,1 4 0,-17 4 0,0 17 0,1-1-45,-1 5 0,-4 1-650,8 0 1,-2 0 0,0 0 694,4 0 0,-1-1 0,-5 1 0,1 0 0,-6 0 0,-3 0 0,-2 0 0,1 0 0,3-1-443,-3 1 0,1-1 1,1 0-1,-1 0 1,-1 0 442,4 0 0,0 0 0,-2 0 0,1 0 0,-1 0 0,0 0 0,3 0 0,-2-1 0,0 1 0,1 0 0,0-1 0,2 0 0,2 1-397,-9-1 1,3 1 0,2-1 0,-1 1 373,0-1 1,-1 1 0,2-1-1,0 1-110,3 0 1,-1 0 0,4 0 0,4 0-363,-1 0 1,5 1 224,-4 0 0,3 0 606,-10 5 1,35-1 0,1 2 0</inkml:trace>
  <inkml:trace contextRef="#ctx0" brushRef="#br0" timeOffset="39899">20625 10473 12570,'6'22'180,"-2"-5"-90,-1 31 0,-2-4-270,1-9 0,-1 0-90,2 7-540,-1 0 810,3-23 0,-4-6 0,3-2 0</inkml:trace>
  <inkml:trace contextRef="#ctx0" brushRef="#br0" timeOffset="40232">20855 10568 10411,'7'-12'810,"-1"3"-631,2 4-89,3 6 90,6 6-180,-3 3 90,6 5 0,10 17 0,-1-1-45,-4-6 0,-1-1-45,0 1-90,6 2-899,-7-11 989,-3-4 0,4-2 0,-8-10 0</inkml:trace>
  <inkml:trace contextRef="#ctx0" brushRef="#br0" timeOffset="40616">21175 10565 9602,'-29'-1'629,"10"1"-539,-8 8 0,-4 4-45,-6 4 0,-1 1 0,4-2 0,-1 2-135,-3 1 0,-2 1 0,4 1-1304,3 1 0,4 0 1394,-3-1 0,3-1 0,8 0 0,5-1 0,7 0 0</inkml:trace>
  <inkml:trace contextRef="#ctx0" brushRef="#br0" timeOffset="40966">21561 10488 10051,'8'7'540,"0"17"-360,-6 7-180,0 5 90,-2-9 0,-1 0 0,0 17 0,2-1-270,4 6-1349,9-22 449,-2 0 1080,9-10 0,-8-14 0,4-2 0</inkml:trace>
  <inkml:trace contextRef="#ctx0" brushRef="#br0" timeOffset="41235">22069 10604 9781,'-7'-9'1170,"22"9"-900,15 13-180,5 0-46,-13-1 1,1 0 0,1 1 0,-2-1-135,12 5-225,-11-4 1,0-2 314,5-2 0,-12-2 0,0-3 0</inkml:trace>
  <inkml:trace contextRef="#ctx0" brushRef="#br0" timeOffset="41432">22387 10562 9961,'-11'-10'630,"-3"3"-540,-2 6 180,-10 6-90,-7 10 0,-2 2-91,-4 5 1,-3 2 0,-1 3-405,16-3 1,2-1 44,3-6 0,1 1-1169,-3 7 0,4-3 1439,10-8 0,0 10 0,6-7 0</inkml:trace>
  <inkml:trace contextRef="#ctx0" brushRef="#br0" timeOffset="41699">22869 10454 10771,'9'-9'1169,"-4"12"-989,-4 8 45,-3 13 0,1 5-135,1-2 0,0 0-90,-1 3 0,2 1-225,1 3 0,3-1-1414,2-7 1,0-1 1265,5 19 1,6-2-1,-7-25 1</inkml:trace>
  <inkml:trace contextRef="#ctx0" brushRef="#br0" timeOffset="44266">21595 9846 10051,'-12'4'2339,"23"-11"-2249,-1 2 45,20-11 0,4-2-135,2-2-426,-6 3 1,7-4 0,3-2 0,-3 2 425,-3 0 0,-2 2 0,2-2 22,0 1 1,1 0 0,2-2-1,2-1-22,-2 1 0,2-2 0,3 0 0,-1-1 0,0 1 0,-2 2-225,-2 1 1,-2 2-1,-1 0 1,2 0-1,3-1 237,0-2 1,4 0 0,2-2 0,1-1 0,-2 2 0,-2 1 0,-4 3-13,2-1 0,-4 1 0,-2 3 0,0-1 0,11-3 0,-1 0 0,-10 5-90,-4 2-425,12-6 515,-24 11-270,15-5-180,-18 7 738,3-1 0,-10 5 0,-4 0 1</inkml:trace>
  <inkml:trace contextRef="#ctx0" brushRef="#br0" timeOffset="44719">22986 8927 9781,'-9'-3'720,"0"-1"-540,44 9 0,-5-3 0,3 0-135,3 2 0,2 0 0,9 0 0,2-3 14,-14-1 1,0 0 0,-2-1-969,5 0 1,-2 0 953,10-1 0,-3 0 576,4-1-531,-27 2 0,-18 15-90,-16 1 0,-11 5 0,-6 4 0,1 1 0,-1 4 0,2-2-308,-1 0 0,1 1-22,-2 4 0,-2 2 0,8-4-1199,5 3 1529,8-8 0,3-1 0,7 5 0,3 5 0</inkml:trace>
  <inkml:trace contextRef="#ctx0" brushRef="#br0" timeOffset="49199">16798 11274 9602,'5'-12'629,"-1"1"271,0-1-631,-2 3 91,2-1 90,0-1-90,-1 6-270,14 5 90,1 26-135,-6 0 0,-2 3 0,-1 5 0,-4 1-45,-2-4 0,-2-2 45,-2 3 0,-1-3-45,-2 7 0,1 0 89,1 1 91,0-22-180,1-8 0,-6-45 0,4 13 0,-1-3 0,0-6 0,0-4 0,0 4 0,1 5 0,0 1 0,0-16 0,2 2-90,4 4 90,3 0-90,11 16 90,7 23 0,0 9 0,-1 2 0,7 6-45,-4-2 1,1-1-46,8-1 90,12-1 0,-18-13 0,0-4-45,-4-3 0,-1-3 45,7-7 0,-2 0 0,6-5-90,4-7 0,-17 22 0,6 8 90,-8 6 0,4 30 0,-16-12 0,-1 4 0,3 12 0,1 1 0,-5-11 0,0 1 0,3 8 0,1-3-360,9 6-135,-7-19 1,0-2-316,10 8 810,5-18 0,-5-14 0,11-2 0</inkml:trace>
  <inkml:trace contextRef="#ctx0" brushRef="#br0" timeOffset="50035">18155 11199 9512,'8'-10'0,"-2"2"359,-2 2 91,-6-3-270,-3 4 90,-35 9-180,14 4 0,-16 9 0,-4 7 45,9 6 0,1 4-106,9-8 1,0 2 0,2-1-30,-7 8 0,8 1 90,11-2 0,10-1-90,15 8 0,0-2 90,14-14 0,8-4-180,-4-12 0,2-3-210,0 1 0,3-1 1,0-3 138,8-6 0,1-5 0,-3 0 0,3-2 1,-2-1-1,-9-1 0,0 1 0,0-1 0</inkml:trace>
  <inkml:trace contextRef="#ctx0" brushRef="#br0" timeOffset="50483">19263 11151 9602,'-14'-9'989,"-3"1"-764,-8 9 0,-3 3-135,-7 1-224,3 4 0,-5 5 1,1 1 268,-4 9 0,1 1-409,-2 0 1,0 2 333,10-1 0,1 3 0,6-3 30,-3 9-45,5-4 0,5 1 45,15 17-90,0-14 45,18-9 0,4-3 45,4-9-225,12-1 0,3-3-45,-1-5-225,-1-2 0,4-2 405,4-6 0,0-3 0,-10 3 0,1-2 0,11-5 0,0 1 0</inkml:trace>
  <inkml:trace contextRef="#ctx0" brushRef="#br0" timeOffset="51218">20240 11201 9691,'15'6'900,"4"5"-540,-1 6-180,-3 3 0,-2 2-180,5 9-747,2 12 747,-13-21 90,1 2 0,0 2 0,0 0-46,0 1 1,0 0-134,2 5-1,-2-9-337,2 4 427,-1-19 0,4-5 0,2-4 0</inkml:trace>
  <inkml:trace contextRef="#ctx0" brushRef="#br0" timeOffset="52216">20390 11211 9242,'-11'-9'719,"2"2"-539,13-2 0,12 4 0,30-1-90,-6 4-1183,-2 1 1,8 0 0,-4 0 824,-5 1 0,2-1 322,0 1 0,8-1 0,3 0 0,2 0 0,-2 0-340,-2 0 0,1 0 0,-1 1 0,1-1 0,-1 0 304,0 0 0,-1 0 0,0 0 0,2 0 0,3 0-7,-8 0 0,3 0 0,2 0 1,1 0-1,-1 0 0,-1 0 1,-3 1-1,-5-1-289,6 0 0,-6 0 1,-1-1-1,6 1 290,-3 0 1,3 0 0,2 0 0,2 0 0,1-1 0,0 1 0,-1 0-2,-5-1 0,1 1 0,0-1 1,1 1-1,-1-1 0,-1 0 1,0 1-1,-2-1-179,2 1 0,-1-1 0,-2 1 0,0 0 0,3-1 1,3 1 176,-6-1 0,4 1 0,1-1 0,2 1 0,1-1 0,0 0 0,0 1 0,-1-1 0,-1 1 0,-2-1-20,3 1 1,-1 0 0,-1-1 0,0 1 0,-1 0-1,0 0 1,-1 0 0,0-1 10,2 1 0,-1 0 0,-1 0 0,0-1 0,1 1 0,0 0 0,1 0 58,0-1 1,2 1-1,0 0 1,0-1-1,1 1 1,-1 0 0,0 0-1,-1-1-58,3 1 0,1 0 0,-2 0 0,1 0 0,-2 0 0,0-1 0,-2 1 0,-1 0 0,-2-1 0,-1 1 0,0-1 0,3 1 0,2-1 10,-2 1 0,4 0 0,3 0 0,1-1 0,0 1 0,-1-1 0,-3 1 0,-28 1-6</inkml:trace>
  <inkml:trace contextRef="#ctx0" brushRef="#br0" timeOffset="53633">24978 11170 8432,'11'-5'270,"0"-1"180,-7 3 0,3-2 179,-4 1-89,2 0 359,-1 0-899,1 6 0,1 7 90,0 19 0,-3 16-90,-1-7 0,-3-8 0,-1-1 90,-1 8-90,0 1 0,-1 2 90,3-17-90,0 1 90,0-6 0,1-5 90,0-3-180,-10-5-90,-2-5 90,-31-7 0,14 3 0,0 2 0,-8 0 0,0 1 0,-6 1 0,-2-1 0,1 1-415,8 0 0,2 0 1,-3 1-1,-5-1 415,3 1 0,-5-1 0,-4 1 0,-3 0 0,-1 0 0,0 0 0,1 0 0,3 1 0,4-1-352,-1 0 0,4 1 1,2 0-1,-1 0 0,-3 0 1,-4 0 351,7 0 0,-4 0 0,-2 0 0,-3 0 0,-1 0 0,-1 1 0,-1-1 0,1 1 0,1-1 0,1 0 0,3 1 0,2-1-268,-5 0 0,3 1 0,1-1 0,2 0 0,0 1 0,0-1 0,-1 0 0,0 1 268,-4-1 0,0 1 0,-1 0 0,0-1 0,1 1 0,-1 0 0,1-1 0,0 1-114,3-1 0,0 1 0,-1-1 0,1 0 1,1 0-1,1 1 0,1-1 0,2 1 114,-9 0 0,2 0 0,3 0 0,0 0 0,-2 0 0,1 0 0,-1 0 0,0-1 0,0 1 0,0 0 0,-4 1 0,-1-1 0,0 1 0,3-1 0,2 1-30,-6-1 0,4 1 0,1-1 30,-2 1 0,1-1 0,-1 1 0,5-1 0,-1 0 0,2 1 0,3-1 167,-8 1 1,1 0-168,8-1 0,-5 0 0,0 0 0,3 0-30,-1 1 0,3-1 0,0 0 30,5-1 0,1 1 0,0-1 0,-18 2 0,5-1 0,9 0-45,4 0 0,-2-1 548,8 1 1,1 0-504,-14 0 1223,8 1 0,1 0-1313,-7 0 2060,2 1-1970,-8 1 484,11-2-484,-3 1 222,2-2-2290,15 0 898,21-4 1170,2 0 0,22-5 0,-8 0 0</inkml:trace>
  <inkml:trace contextRef="#ctx0" brushRef="#br0" timeOffset="54252">21149 11230 9152,'13'-4'1439,"1"0"-1169,10 8 0,5 18-180,-5-2-45,-9 1 0,-2 1-45,-2 2 89,-1 1 1,0 1 0,4 20 0,0-1-270,-5-17 1,-1-2-631,1-3 180,3 6 630,1-17 0,0-11 0,3-1 0</inkml:trace>
  <inkml:trace contextRef="#ctx0" brushRef="#br0" timeOffset="54549">21953 11170 9512,'11'-2'449,"10"5"-359,-7 2 90,14 14-90,-16-6 0,9 20 45,-14-6 0,-1 2-45,6 17-315,-3-5 0,0-2 45,-2-8-810,3-7 1,1-3 989,4-7 0,13 4 0,-2-9 0</inkml:trace>
  <inkml:trace contextRef="#ctx0" brushRef="#br0" timeOffset="54833">23177 11114 9332,'14'-2'989,"7"9"-449,-1 17-315,-9-2 0,-1 5-136,-2 2 1,-2 1-45,-2-4 0,-1 0-45,0 3 0,0-1-809,7 12-1260,9 3 900,-1-12 1081,2-17 0,3-8 0,3-1 0</inkml:trace>
  <inkml:trace contextRef="#ctx0" brushRef="#br0" timeOffset="55066">23875 11143 10411,'0'14'360,"0"6"-270,1-3 45,0 7 0,1 3-135,0 8-90,1 15-450,0-24 0,0-2 1,1-1-1350,6 20 1889,-3-29 0,11 5 0,-1-5 0</inkml:trace>
  <inkml:trace contextRef="#ctx0" brushRef="#br0" timeOffset="55316">24625 11169 10231,'29'31'630,"-10"-12"-540,-2 20 0,-12-19 0,7 22-540,-4-4 90,2 0-2428,3 8 2788,-6-29 0,7 16 0,-5-14 0</inkml:trace>
  <inkml:trace contextRef="#ctx0" brushRef="#br0" timeOffset="82816">9662 14328 9691,'17'-33'3276,"-3"6"0,-10 21-2272,21-3-824,-2 3-1273,5 0 1,8-2 0,-2 2 919,2 0 1,3 0 262,-1 0 0,8 0 0,4-2 0,3 1 0,-1 0-253,-9 2 0,2-1 1,0 1-1,2 0 0,-1-1 1,1 1-1,-2 0 175,-3 0 1,-1 0 0,0 0 0,0 0 0,1 0 0,3 1 0,2-2-135,-4 2 0,2-1 1,3 1-1,1-1 1,1 0-1,1 0 1,1 0-1,-1 1 1,-1-1-1,0 1 1,-1 0 130,0 0 0,0 1 0,-1-1 0,1 1 0,-1 0 0,0 0 0,-1 0 0,1 0 0,0 0 0,0-1-102,-1 1 1,0 0-1,-1 0 1,0-1-1,0 1 1,0 0 0,2 0-1,0 0 1,1-1-1,2 1 99,-6 1 0,2-1 1,1 0-1,1 1 1,1-1-1,1 1 1,0-1-1,0 0 1,-1 1-1,0 0 1,-1-1-1,-1 1 1,-2 0-1,-2 0 4,10-1 0,-2 1 0,-2 0 0,-1 0 0,0 0 0,-1 0 0,0 0 0,0 0 0,1 0-10,-4 0 0,0 0 0,0 1 0,1-1 0,-1 0 0,0 0 0,0 0 0,0 0 0,0 1 0,0-1 117,5 0 0,2 0 0,1 0 1,0 0-1,-2 0 0,-1 0 1,-2 1-1,-4-1 0,-5 1 85,6-1 1,-6 1-1,-2 0 1,2-1-136,11 0 0,2 1 1,-2-1-1,-7 0 293,3 0 0,-9-1 1062,-3 0-1243,0 0 1978,1 0-2157,-21 2 1922,16-1-2732,-18 1 576,5-1-1295,-11-1-1457,-1 0-291,-1-5 2457,3 2 1,1-1 0,4 3 0</inkml:trace>
  <inkml:trace contextRef="#ctx0" brushRef="#br0" timeOffset="83833">15331 14053 11400,'-26'-1'-1079,"1"0"1349,-12-3 90,12 1 449,-6-1-89,17 2 719,-5 0-899,63 0-383,-13 1 0,8 1 1,3 0-1,-2 0-713,6-1 1,-1 1 0,7-1 611,-15 1 0,4 0 0,4 0 0,1 0 1,2 0-1,0 0 0,0 0 0,-1 1-374,0-1 1,1 0-1,1 0 1,-1 0-1,1 1 1,-1-1 0,1 0-1,-2 0 318,-2 0 0,-1 0 0,-1 1 0,1-1 0,0 0 0,1 0 0,1 0 0,3 0-135,-7 0 1,3 1 0,1-1 0,1 0 0,2 0 0,-1 0 0,1 1 0,0-1 0,-1 0 0,-1 0 0,0 0 0,-3 0 154,7 0 0,-2-1 0,0 1 0,-1 0 0,-1-1 0,0 1 0,0-1 0,0 1 0,-1-1-178,4 1 1,-1-1 0,0 1 0,-1 0 0,0 0 0,0-1 0,1 1 0,-1-1 179,1 0 1,2 1-1,0-1 1,0 0-1,-1 0 1,-2 0-1,-3 0 1,-3-1 147,11 0 0,-4 0 0,-4 0 0,-1-1-80,3 1 0,-2 0 0,-1 0 279,4-1 0,0 0 1,-11 0-100,-9-1 539,20-3-629,-29 5 1386,9-4-1926,-7 4-670,-1 0-2247,3 1 3044,-31-3 0,-14-1 0,-25-5 1</inkml:trace>
  <inkml:trace contextRef="#ctx0" brushRef="#br0" timeOffset="85216">13291 7344 10501,'-9'-29'-180,"2"8"360,-7 0 0,-4-2 45,-1 4 0,-1 0-180,-2-3 0,-3-1-184,-1 3 1,-5 0 0,-1 1 227,-3 1 1,-2 2 0,0-1-543,2 1 0,0 0 0,-4 1 489,2 2 0,-4 0 0,-2 0 0,-1 1 0,1 1-18,0 3 0,1 2 0,-1 0 0,0 1 0,1-1-526,0-1 1,2 0-1,-1-1 1,-3 2 0,-5 1 515,8 2 1,-5 0 0,-3 2 0,-3-1 0,-1 2 0,0-1 0,1 1 0,3 0 0,2 0 0,5 0-384,-8 1 0,6 0 1,2 0-1,-3 0 0,-6 2 383,10-2 0,-3 1 0,-3 0 0,-1 0 1,-3 0-1,-1 1 0,0 0 0,0 0 1,0 1-1,1 0 0,2 1-102,2 0 1,0 1-1,0 1 1,0 0-1,0 1 1,1 0-1,-1 0 1,2 0-1,0-1 1,2 1 0,0-1 104,-5 0 0,2 0 0,1 0 0,1 0 1,0 0-1,-1 0 0,-1 1 0,-2 1-53,3 0 0,-3 1 0,-2 1 0,-1 0 0,0 0 1,-1 1-1,2-1 0,2 1 0,3-1 0,4 0 0,5-1 42,-12 4 0,8-2 0,2 2 0,-2 4 106,0 1 0,-3 4 1,-1 2-1,2 1 1,5 1-1,8-1-76,3 8 0,9 1 0,1 1-30,-4-1 0,0 1 0,5 2 0,13-1 38,15-6 1,11 0 0,7 1-1,6-1 1,3 0 0,1-1-1,-3-3-16,-3-3 1,1-1-1,2-2 1,1-1-1,0 0 1,1 0 0,0 1-1,0 0-22,1 3 0,0 2 0,1-1 0,-1 1 0,2 0 0,1-2 0,1 0 0,3-1 16,-5-5 0,2-1 1,1 0-1,2 0 1,1-2-1,0 1 0,0-2 1,0 0-1,-1-1 1,-1 0-1,-1-1-6,1 0 0,-1-2 0,0 0 0,-1-1 0,-1-1 0,1 0 0,0 0 0,-1 0 0,2 1 0,-1 0 0,1 1 0,-1 0 0,1 0 0,0-1 0,-1 0 0,2 0 0,0-1 0,0 0 28,-1-2 0,1 1 1,1-1-1,0 0 1,0-1-1,0 0 1,0-1-1,0-1 1,-1-1-1,-1 0-18,0-1 0,0-1 0,-1-1 0,-1-1 0,1 0 0,0-1 0,0 0 0,2-1 0,0-1-40,-1 0 0,1-1 1,1-1-1,1 0 1,0-1-1,0 0 0,0-1 1,0 1-1,-1-1 1,-2 1-1,0 0 20,1 0 0,0 1 0,-2 0 0,0 0 0,0-1 0,-1 0 0,0-1 0,-1-1 0,1-2 27,1-1 1,0-1 0,0-1 0,0-1 0,-1-1 0,0-1 0,-2-1 0,-1-1-1,-2-1 11,4-5 1,-2-2 0,-2-2-1,-1-1 1,-2 1 0,0 0-1,-1 2-38,6-2 0,-3 1 0,-1 1 0,0-2 0,1-4 11,-7 5 0,1-3 1,1-3-1,-1 0 0,0 0 1,-3 0-1,-4 3 0,-4 3-11,4-9 0,-7 3 0,-4-5 36,-4-3 0,-1-7 0,-4-2 0,-4 2 0,-7 5-36,-7 6 0,-6 5 0,-3 0 0,-1-1 0,5 0 0,0-3 0,-1 0 0,-6 2 0,-8 5 0,1 10 0,-5 3 0,-5 1 0,-5 2 0,-2 1 0,-1 1 0,-2 2 0,1-1 0,1 2 0,2-1 0,3 1 0,-1 2 0,0 0 0,1 1 0,-1 1 0,0 0 0,0 0 0,-1 0 0,0 0 0,-1-1-9,1-1 1,0 0 0,-1 0 0,0 0 0,0-1 0,0 1 0,-2 0 0,1 0-1,-2 1 1,0 1 0,-1 1-64,7 1 1,-2 0 0,0 2 0,-3-1-1,1 1 1,-1 0 0,-1 1 0,1 0-1,0 0 1,2 0 0,0 1 0,2-1-1,2 1 1,2 0 0,2 0-19,-13 0 0,5 0 0,3 1 0,1 0 0,0 1 0,-3 1 0,-5 1-163,10-1 1,-4 1 0,-2 0 0,-3 1 0,-1 1 0,0-1 0,-1 1 0,1 1 0,2-1 0,2 0 0,3 0 0,3 0 0,5 0 100,-13 3 1,7-1 0,3 0 0,1 2 0,-2 1 0,-8 4 0,-4 1 0,1 2 0,7 1 0,12-1 0,15 3 0,0 0 0</inkml:trace>
  <inkml:trace contextRef="#ctx0" brushRef="#br0" timeOffset="90135">15116 16613 10411,'10'-9'3276,"-3"0"-2504,-26 26-592,-10 22-180,11-19 0,-1 2 45,-3 12 0,2 4 0,5 8 0,2 1-1,3-14 1,1 2-186,5 9 1,2 4 0,5-2 185,7 0 0,4-1-45,0 0 0,2 3 0,0-1 30,0-3 0,0-1 0,0-1-30,-2-5 0,0-1 0,-2 0-20,-5-2 1,-2 0-1,-4-3 65,-5 2 0,-3-3-45,0-6 0,-4-1 0,-11-2 0,-5-3-180,3-7 0,0-3 45,-2 3 1,-1-1-811,-14-3 1,0-5-1755,-3-8 1440,13 2 0,2-2 1259,-2-10 0,7-6 0,1-4 0</inkml:trace>
  <inkml:trace contextRef="#ctx0" brushRef="#br0" timeOffset="90368">14549 17256 11760,'-15'-9'1170,"13"-3"-990,0 1 269,43-6-269,-1 9 0,2 1-180,-6 0 0,4-1-431,-4 3 1,5-2 0,0 1 0,-4 0-1209,7-2 1,-2 1 1169,-7 1 1,1 0 0,-3 0 0,2-3 0,-6 1 0,5-3 0</inkml:trace>
  <inkml:trace contextRef="#ctx0" brushRef="#br0" timeOffset="91483">15472 17113 11311,'6'-9'2248,"1"1"-2158,-5 14-90,0-2 270,2 35-180,-2-19-45,3 9 0,2 3 0,2-8 0,2-2 0,-2 1 0,2 0-45,9 5 0,1-5 90,0-4-90,-1-4 0,3-2 0,2-7 0,0-3 0,11 2 45,-1-7 0,0-8-45,-12-7 0,-2-4 0,4-7 0,-3-4 0,-5 0 0,-4-2 45,-9 0 0,-3 1-45,-3-7-90,0 4 90,18 16 0,7 9 0,3 2 0,17-3 0,-16 5 0,1 1 0,18-6 0,-19 5 0,8-3 0,-10 4-90,-11 3 180,4 2-180,-6 22 90,-6 2 0,-3 12 45,-7-6 0,-2 0-135,-4 10 135,3-12 0,-1-1-45,-7 18 0,9-27 0,-3 13 90,9-22-90,20-17 0,-6-1 0,17-19 0,2-6 0,-15 15 0,1-1 0,5-5 0,3-4 0,-3 4-45,-5 7 0,-1 4 45,25-5 0,-26 42 0,-6 6 45,-8 2 0,-1 2-45,1-3 0,0 0 0,2 3 0,-1-1 0,4 16-720,10-19-1619,6-23 540,1-2 1799,18-15 0,-8-8 0,-10 7 0,-1 0 0</inkml:trace>
  <inkml:trace contextRef="#ctx0" brushRef="#br0" timeOffset="91768">17443 17046 11850,'-31'-10'2609,"5"4"-1800,-21 7-359,2 16-360,-1-1 30,19 2 0,-2 5 0,5-1-290,6-3 0,2 0 215,-13 8 0,4 3-180,16-5 0,6-1-225,10 3 196,3 8-871,12-22 1,2-5 45,0-1-496,5-4 1,-1-2-404,-2-5 1630,10-6 0,-1-6 0,4-3 0</inkml:trace>
  <inkml:trace contextRef="#ctx0" brushRef="#br0" timeOffset="92050">17416 16737 11131,'-7'-15'2608,"0"2"-2068,19 25 359,5 30-719,3-2 45,-8 6 0,-1 5-75,-5-18 0,-1 2 0,0-1-1243,0 5 1,1-1 0,0 0 959,1 11 1,0-2 327,1-9 0,2-5-1455,9 0-1078,3-3 2338,10-21 0,-15-21 0,5-10 0</inkml:trace>
  <inkml:trace contextRef="#ctx0" brushRef="#br0" timeOffset="92249">17496 17067 11760,'-14'-1'1709,"27"-1"-1619,30-4-360,-17 2 1,2 1 44,2-1 0,0 0 225,3 0 0,-2-1 0,6-1 0,-9 1 0,0 1 0</inkml:trace>
  <inkml:trace contextRef="#ctx0" brushRef="#br0" timeOffset="92483">17826 17057 11580,'-12'1'1979,"3"1"-1439,-1 1 90,4 0-91,8 17-359,-1-7 90,9 19-450,0 4-90,-3-11-1079,1 16 1349,-8-24 0,2-3 0,-3-5 0</inkml:trace>
  <inkml:trace contextRef="#ctx0" brushRef="#br0" timeOffset="92682">17690 16750 11400,'-6'-11'202,"17"22"1,-7-8-1,13 19 1</inkml:trace>
  <inkml:trace contextRef="#ctx0" brushRef="#br0" timeOffset="93549">18468 17028 11940,'-23'-11'3276,"6"3"-1065,3-2-2031,0 13 360,-26 17-540,16-1 0,-1 3-45,1-4 0,1 2-180,-3 7 0,6 3-585,12 15 541,0-7-1,22 2-360,21-26 540,-9-5-45,1-9 0,1-4 135,-7-5-90,2-5 0,-2-5 0,-1-16 90,-1-1-90,-15-10 180,-7 28-90,-8-16-90,1 14 90,0 1 0,5 2 0,25 6 0,3 3 0,6 0 0,5 0 0,3-1 0,-4 2 0,1 0 0,0 0 0,7-2 0,-2 2 0,-10 0 0,-1 3 0,9 1 180,-20 17-180,-8-2 90,-3 21 0,-10-13-45,-5 9 0,0 3 45,-2 7-90,2-12 0,0 0 180,-2 15-90,9-25 0,-4 9 270,18-24-270,-3-4 0,19-16-90,-6-2 0,4-5 0,-2 0-45,4-1 0,2-1 22,-3 2 1,3-3-1,0 1 1,-4 4 22,1 2 0,-1 5 45,5-1 0,-4 10-45,-6 26 90,-8 6-90,-10 18 0,-2-20 45,0 3 0,0-1-135,2-1-450,5 25 90,-2-33-899,10 8-1928,26-21 2743,-5-2 1,0-6 0,3-3 0,-9 0 0,1 1 0</inkml:trace>
  <inkml:trace contextRef="#ctx0" brushRef="#br0" timeOffset="93702">20307 17039 14639,'-1'-11'90,"-2"2"-1530,-6 5-1837,-33-1 2863,0 3 1,-5 1 0,-6-1 0,7 1 0,-1 0 0</inkml:trace>
  <inkml:trace contextRef="#ctx0" brushRef="#br0" timeOffset="96035">5988 10868 10591,'11'-7'-270,"3"3"450,11 21 0,-3 10-90,3 3 0,-14-2 0,-1 3 0,-4-1 0,-1 1-45,3 7 0,-1-1-90,-2-7 0,-1-1-450,0 0 0,0-3-1394,1-6 1889,2 9 0,1-21 0,0-4 0</inkml:trace>
  <inkml:trace contextRef="#ctx0" brushRef="#br0" timeOffset="96449">6450 10966 9422,'-6'-10'1169,"3"0"-539,-3 5-540,-2 6-1,-1 6 1,-1 4 90,-6 25-90,11-15-90,-10 25 90,22 3-90,1-11-90,10 7 90,23-25-90,0-18 135,-4-7 0,0-4-45,5-8 45,-12-4 0,-7-6 225,-21-1 0,-7-1-135,-1-4 0,-6 1-45,-18-5 0,-7 7-270,-1 12 0,0 6 90,4 3 0,0 5-675,-4 11 1,4 6 764,0 15 0,15-11 0,3 2 0,4 18 0</inkml:trace>
  <inkml:trace contextRef="#ctx0" brushRef="#br0" timeOffset="96868">7386 10940 10771,'-27'-17'899,"10"6"-494,-8 1 0,-2 3-45,-8 4-181,-1 7 1,-2 7-90,6 8 0,2 4-45,3-3 0,1 2 0,2 14 0,6-1-135,7-5 45,5-5 0,5 2-90,15 0 1,7-3 44,2-7 0,1-2 90,3 6 0,4-5-923,14-14 1,0-9 922,0-4-30,-13 0 0,5-3 0,-5-2 30,-6-7 0,-3-1 0,5 1 0,-4-2 0,-11-4 0,-7 0 90,-11-1 0,-12 1 0,-8 1-135,-4 13 0,-2 2-166,0-5 1,-2 4-420,-14 12 1,1 7-1170,2 5 1799,8 1 0,0 4 0,0 7 0,-1 7 0</inkml:trace>
  <inkml:trace contextRef="#ctx0" brushRef="#br0" timeOffset="98368">5993 16680 10861,'-9'7'270,"15"-3"-180,24-11 0,-1 2-46,-5-1 1,2-4 90,2-5 0,0-3-90,-4 4 0,-1-1 0,4-3 0,-2-2 90,-3-1 0,-3 1 45,0-4-180,8-6 180,-13 14-90,-11 24-90,-3 2 45,-6 18 0,-4 9 0,-1 6 0,-1 2-178,1-4 1,0 4 162,1 2 0,1 3 0,1-7-30,4-18 0,2 0 0,-4 22 0,3-1-450,14-2 90,-4-14-629,9 2 989,-5-26 0,-4-1 0,-1-4 0</inkml:trace>
  <inkml:trace contextRef="#ctx0" brushRef="#br0" timeOffset="98568">5895 17142 10231,'24'5'405,"6"-4"0,2-3-495,18-3-739,-9 0 0,8-2 0,-1 0 829,-7 0 0,0 0 0,1 0 0,4-1 0,0-1 0,0 1 0,-2 0 0,-1-1 0,1 1 0</inkml:trace>
  <inkml:trace contextRef="#ctx0" brushRef="#br0" timeOffset="99433">7161 16740 10951,'-14'-10'2159,"4"3"-2070,1 8 91,2 22-449,1 9-181,-2 4 0,-2 2 0,-4 5 0,2-5 1,1-4-1,4-13 450,12-9 90,16-35 0,2-2 0,0-5 0,2-3 45,-6 9 0,0 0-90,1-3 0,0 1 89,4 0 1,-2 4-45,-3 7 0,9-2 0,-12 25-90,-8 22-359,-3 7-1,-5 11 270,-1-19-180,7-4 0,14-21 270,-3 1-90,18-13 0,-15 0 0,22-13 180,-21 9 0,18-11 0,-25 14 0,9-3-90,-10 11 90,-3 14 0,-2-1-90,-6 21 0,0-9 0,0 0 90,2-3-90,0-13 0,11 0 0,16-11 90,-5-1-90,2-6 0,-1-2 0,-4-1 90,1-1 0,0-2 359,2-4-359,1 0 450,-8 6-450,-13 19 90,-2 8-180,-5 4 180,-4 17-180,3-19 90,4 19-180,7-17-90,0 1-1439,13-9 90,-9-9 1529,10-5 0,-5-6 0,4-3 0</inkml:trace>
  <inkml:trace contextRef="#ctx0" brushRef="#br0" timeOffset="99635">7651 16520 11221,'-11'-5'239,"3"2"1,5 2 0</inkml:trace>
  <inkml:trace contextRef="#ctx0" brushRef="#br0" timeOffset="99968">8319 16488 10771,'-13'-18'2159,"8"4"-1620,-2-2 541,6 5-721,-4 49-314,-1-11 0,-1 4-45,0 2 0,0 4-90,0-2 0,-1 2 1,0-3-91,-2 1 0,1-2 135,1 1 0,1 0-315,0-3 0,3-3-1978,10-2 2338,11-1 0,6-16 0,7-11 0</inkml:trace>
  <inkml:trace contextRef="#ctx0" brushRef="#br0" timeOffset="100235">8765 16330 11670,'-13'-17'1889,"-6"20"-1259,-1 41-540,1-2 0,7-3 0,0 5-30,4-12 0,-1 1 0,2-1-953,-2 3 0,0 0 863,1 1 0,0 3 0,2-6-60,1 5-36,4 0 0,2 0-1673,7 6 1799,0-14 0,3-3 0,15 1 0,6-12 0</inkml:trace>
  <inkml:trace contextRef="#ctx0" brushRef="#br0" timeOffset="100468">9010 16817 12030,'-17'-5'2339,"0"8"-1710,7 13-539,1 6-1079,-7 22 539,8-22-2827,-7 17 3196,13-24 1,0 1 0,4-8 0</inkml:trace>
  <inkml:trace contextRef="#ctx0" brushRef="#br0" timeOffset="100668">9063 16463 11760,'-10'-5'-809,"0"0"-2468,6 8 3241,1 1 1,3 5 0,3-3 0</inkml:trace>
  <inkml:trace contextRef="#ctx0" brushRef="#br0" timeOffset="101501">9270 16719 11580,'-13'0'2429,"-8"4"-2249,8 0 90,-20 16-360,3 8-90,-1 0-90,9-5 0,3 0 90,4-3-449,-6 14-541,28-13 990,0-6-359,27-2 179,10-21 720,0-7-180,-5-4 449,-21-10-89,-19 6-360,1 1 270,-7-2-270,4 16-91,-1-6 91,20 3-180,28-3-1639,-9 4 1,1 1 1625,-2 1 1,0 1 12,4-2 0,0 0-560,-2-1 0,-2 0 560,-8 3 0,-1 0 134,11-3 1,-3 0 45,-7 2-90,0 9 0,-26 22 0,-13 20-90,-8 0 1351,6-13 1,0 0-1352,-7 13 0,11-20 0,0 0 0,-5 7 1900,14-17-1900,22-21 0,4-4 0,2-3 0,-3 3 0,0-2-30,7-5 0,2-2 0,1 0 30,8-4 0,1 0 0,-13 8 0,2-1 0,-2 2-45,10-4 0,-4 9 45,0 24 0,-31 35 0,-7-9 0,-2 0 0,-2-9 0,0-1-90,1 3 0,2-4-90,1-10-1799,10 10-1298,3-18 3039,6 2 1,13-13-1,0-3 1</inkml:trace>
  <inkml:trace contextRef="#ctx0" brushRef="#br0" timeOffset="101649">10607 16894 12930,'10'-9'3276,"-1"1"-2325,-4 4-2840,-1 0-1079,1-1-309,-2-1 2904,0-2 1,-1-7-1,-1-3 1</inkml:trace>
  <inkml:trace contextRef="#ctx0" brushRef="#br0" timeOffset="103649">22026 16775 10861,'9'-18'-1080,"32"-3"990,5 4 135,-12 9 0,0 5 225,-6 10 0,-6 9 0,-11 26 0,-9 8-225,3-15 0,-4 1-313,-7 8 0,-4 3 0,1-6 313,3-14 0,0-1 44,0 8 1,0 4 0,2-5 0,2 17-45,-1-15 0,4-1 135,26 6-270,2-24-90,12 5-1259,3-23 0,4-8 1055,-14 1 1,1-1 0,-1 0 0,2 0 0,-2-1-1,2-3 1,-1-1 0</inkml:trace>
  <inkml:trace contextRef="#ctx0" brushRef="#br0" timeOffset="104701">22833 17135 9602,'-32'-12'2878,"1"4"-2428,-1 9-270,9 2 89,-14 17 1,9 4-180,-2 0 0,2 13-90,21-21 0,4 16-450,40-13 180,-13-10 1,4-3-1,18-5 0,0-5-581,-16 1 1,-2-3 805,2-1 0,-5-6-806,-9-26 761,-11 18-278,-13-27 368,-6 32-45,-7 0 0,0 1-45,-3-1 1297,-10-9-1207,39 11 278,22 1 1,10 2-279,0 1 0,4-1 30,-2 2 0,4-2 0,-4 1 149,6-2 1,-5 0 173,-6 2 1,-5 1 186,9-6-450,-21 19 0,-2 15 0,1 18-90,-3-3 0,1 2-175,-4-13 1,-1 0 84,3 11 0,-3 0-180,-5 16 270,-6-14-90,-9 9 180,-2-30 180,-30 10 0,14-15-180,-15 4 270,10-11-270,15-3 0,-4-2 0,29-5 258,23-3-348,8 0 0,5 0 45,0-2 0,1 0-218,-1 1 1,-1-1 172,0-3 0,-2-3 0,-13 2 0,-1-1 45,-1 2 0,-1-2-45,1-7 0,-5 0 0,-7 2 0,-4-2 0,-3 0 0,-4 4 180,-7-19-90,-1 19 0,-2 0 0,5 22-90,21 19 45,2 1 0,5 1-90,13 9 0,3-1 0,-9-6 0,-1-2 217,1-1 1,-5 1-173,-15 12 0,-12-18 0,-7 12 45,-20-10 0,-6-3-45,4 0-90,-8 3 0,-1-1-2339,-7 1 2429,19-7 0,-4 0 0,30-11 0</inkml:trace>
  <inkml:trace contextRef="#ctx0" brushRef="#br0" timeOffset="104883">24632 17140 11760,'8'-28'3276,"2"-3"-3044,-7 20-3509,3-4 0,-3 20 2981,-3 0 1,-9 16 0,-7-1 0</inkml:trace>
  <inkml:trace contextRef="#ctx0" brushRef="#br0" timeOffset="105869">22712 18244 11760,'-2'-12'2159,"1"-1"-1889,3 6 0,5 2-180,7 12 90,-4 7-360,-2 21 180,-7-12-180,-3 12-180,1-12 90,-1-6 90,18-19 90,-1-19 90,13-14-90,-7-2 0,-1-1 90,-4 12 0,-1 0 0,4-8 0,-1 2-45,-4 9 0,-1 4-44,2 3 89,4 3 0,-7 19 0,-5 4 0,-3 18 0,-3-15 89,4 18-89,-2-19-89,16 6 89,11-16-90,0-1 90,-4-8 0,1-3-90,12-10 90,1-1-90,1-4 0,-19 14 0,11 5 90,-16 6 0,0 9 0,-6 19 0,-5-13 0,4 16 0,3-8 0,-5-13 90,12 9-90,8-21 0,-6 0 0,17-10 0,2-12 0,-13 6 270,11-9-91,-38 40 91,-7 28-180,-6-1-90,4-14 0,2-1 180,1 12-180,3-19-1349,5 11-1260,15-33 2609,1-7 0,8-14 0,-5-2 0</inkml:trace>
  <inkml:trace contextRef="#ctx0" brushRef="#br0" timeOffset="106068">23669 17770 11400,'-8'-13'1710,"0"4"-811,6 0-539,2 2-180,4 1-1080,7 0-2377,0 4 3264,5 4 0,-4 5 1,1 6-1</inkml:trace>
  <inkml:trace contextRef="#ctx0" brushRef="#br0" timeOffset="106535">24152 18061 13110,'-16'-20'3276,"-5"42"-2955,3 8-681,4 8 1,0 3 44,4-10 0,0-3 135,-8 18-719,11-25 629,27-34 90,2-5 0,4-3 135,-3 3 0,2-2-45,5-3 0,4-2 0,0 2-45,9-2 1,0 2 89,1 0 0,1 3 90,-1 5 0,-3 9 89,-17 16 1,-4 5-90,-3 3 0,-2 3-90,-2 10 0,-4-1-224,1 6-901,1 2 1170,7-23 0,11-2 0,11-3 0</inkml:trace>
  <inkml:trace contextRef="#ctx0" brushRef="#br0" timeOffset="107683">25116 18483 12750,'-29'4'2338,"6"0"-1438,15-1-540,1 1 899,-19 5-899,-8-1 0,-12 0-235,8-2 1,-6 0 0,-4 1 0,-2-1 0,-2 1-517,12-2 1,-2 0 0,-2 0 0,-1 1 0,0-1-1,-1 0 1,2 1 0,-1-1 402,-3 0 1,1 0 0,0 1 0,0-1 0,-1 0 0,-2 0 0,-3 1-203,9-1 0,-3-1 0,-1 1 0,-1 0 0,-2 0 1,0 0-1,1 0 0,-1 0 0,1 0 0,2 0 1,1-1 198,-2 1 1,2-1 0,0 1 0,0-1 0,1 1 0,1-1 0,-1 0 0,0 0 0,-1 1-169,0-1 1,0 0-1,1 1 1,-1-1-1,0 1 1,0-1-1,-1 0 1,0 1-1,-2 0 167,5-1 0,-1 0 0,-2 1 1,-1 0-1,0 0 0,1-1 0,0 1 1,1-1-1,2 1 0,2-1 0,2-1-160,-10 2 1,5-1 0,1-1-1,1 1 1,-1-1 0,-4 1 81,7-1 0,-2 0 0,-1 0 0,-2 1 0,0-1 0,1 0 0,1-1 0,1 1 0,2-2-20,-6 1 0,2-1 0,1-1 0,1 0 0,2 0 0,1-1 45,-8 1 0,3-1 0,1-1 1,0-1-69,1-3 1,0-1-1,2-2 1,7 1 433,3 0 0,2-3-441,-5 0 0,-3-3 0,4-5 183,5-8 0,3-6 0,3-1-303,0-2 0,3-2 0,0 0 180,-2-2 0,2 0 0,3-3-75,6 6 0,4-2 0,1 0 1,1 1-16,0-6 0,2 1 0,0 1 311,-2 0 1,0 1 0,2-3-230,2 1 1,1-2 0,1 0 0,2 3-23,2-3 0,1 3 0,1-1 60,-1 1 0,0 0 0,2-2-15,3 4 0,2-3 0,1 2 0,-1 6 0,1 0 0,3 2 22,3-3 1,6-4-1,1 0 1,-3 6 617,4 0 0,2 3-618,-2 3 1,6-3 0,0 0-1,-3 5 23,3 0 0,3 1-23,1 3 1,6-2 0,1 1 0,-5 2 22,-8 6 0,-4 2 0,6-1 0,0 1 0,6-2 0,3 0 0,1 0 0,-3 2 0,-5 1-420,4 0 1,-4 3-1,5-1 420,1 0 0,4-1 0,3 0 0,2 0 0,-1 1 0,-4 3 0,2 0 0,0 1 0,1 0 0,-3 0 0,-1 0 0,-3 0 0,-3 1 0,-1-1 0,3 1 0,3-1 0,-2 2 0,5-1 0,2 0 0,2 0 0,-1 0 0,-2 1 0,-4 0 0,-7 1 0,8-1 0,-7 1 0,5 0 0,-4 0 0,5 0 0,3 0 0,0 1 0,-2-1 0,-3 1-373,3 0 1,-2 0-1,-2 1 1,1 0 372,0-1 0,0 0 0,1 1 0,1 0 0,-1 0 0,1 1 0,1 0 0,0 0 0,-1 2-43,5 0 1,-1 2-1,0 0 1,2 0 42,-7 0 0,0 0 0,1 1 0,1 0 0,-1 1 81,4 2 0,2 1 0,-1 1 0,-1 0 0,-2 1-81,1 2 0,-1 2 0,-1 0 0,-1 0 0,-1 1 0,0-1 0,0 2 0,-1 1 22,2 3 1,0 2-1,-1 0 1,-4-2 190,-5-3 0,-3-2 1,0 3-214,6 5 0,-1 1 0,-4 3 44,0 10 1,-5 0-45,-6-10 0,-1 1 0,3 14 0,-6-2 2227,-10-9-2182,-5-2 0,-2 0-45,0 1 0,-1-2 0,0 0 0,1-2-629,4 12 0,1 1 719,2-1-90,-1-5 0,1 2-79,-1 6 1,-2-2 168,-2-2 437,2 5 0,-5 2-212,-11-7 0,-3-4-180,5-6 0,-1-1-90,-4 8 0,-2-2 90,3-9 0,2-3-45,-2 0 0,-9 19 0,13-24 89,-14 20-179,13-21 2885,-12 16-2615,-9-2 1803,-7-1-1983,1-6 0,-4-1-45,4-5 0,-2-1-480,7-4 0,-2 0 0,2-1 255,-1 0 0,0-1-450,2-1 1,-2-1-1,1-1-1009,-5-2 1,3-1 1104,0 1 1,1-2 0,2-3 0,4-4 0,6-6 0</inkml:trace>
  <inkml:trace contextRef="#ctx0" brushRef="#br0" timeOffset="157543">6078 1479 9691,'-7'-22'3276,"4"12"-1694,2 22-1492,-1 13 0,0 6-90,3-2 0,0 1 45,-5 13 0,-1 1-1,-1-4 1,0-2-45,2-11 0,0 0 45,-2 11 0,0-5-45,3-15 0,-3 12 90,5-18-90,-4 7 0,12-46 0,4-18 0,-3 15 0,0-2 0,0-1 0,0-4 0,0 3-45,4-5 0,-1 5 45,2-6 0,-1 9-90,4 5 90,-5 23-89,5 6 89,-3 7-180,7 17-90,2 6 180,-1-4-180,10 5 180,-5-25 0,-1 0 0,23-16 45,-24-3 0,0-2 45,-2 2 0,2-1-45,11-11 0,-2 0-45,-1 1 90,8-4 0,-19 21-90,-13 26 90,-2-3 0,-2 20 0,-1 3 0,-1-6 0,2 8 0,3 2-90,3-14 0,2-3 1,4 16-271,0-15 0,0-5 90,-4-14-899,8 3 539,-7-13-2158,4-7 2788,-5-3 0,2-10 0,-4-1 0</inkml:trace>
  <inkml:trace contextRef="#ctx0" brushRef="#br0" timeOffset="158135">6947 1656 10231,'-12'-19'1889,"-2"-3"-1259,2 3 359,0-1-899,4 24 90,-1 18-90,4 9 0,2 4-90,0-8 0,1 2-277,1 4 0,0 4 0,0-5 97,1 10-45,1-2 0,0 1-224,1-2 359,1 1-270,3-10 180,-1-23 180,4-2-180,7-29 180,-8 4 280,0-3 1,-2-3-326,-4-9 0,-1 0 45,0-13-45,-1 10 0,-1 2-45,0-1 90,0 11 0,6 2 0,24 28-90,12 12 90,4 3 0,-8 0 0,-1 1 0,-2-3 0,-1 0 0,3 1 0,2-3 0,-1-1-315,-5-3 1,1-1-1325,14 2 1,-2-5 1580,-5-5 0,6-12 0,-22 0 1</inkml:trace>
  <inkml:trace contextRef="#ctx0" brushRef="#br0" timeOffset="158384">7651 1428 10051,'-13'-11'990,"0"3"-271,-14 15-449,9 8-90,-4 12 0,17 5 0,4 4-135,2-7 0,1 0-127,-1 9 0,3 2 22,2-5 0,2 3 0,0-5-30,-3-8 1,1-1-181,6 21 0,2 1-1369,-1-19 1,-2-3 1377,6 8 1,12 5 0,-12-26 0</inkml:trace>
  <inkml:trace contextRef="#ctx0" brushRef="#br0" timeOffset="158651">8239 1519 10591,'-14'-15'1529,"4"4"-899,-1 4-540,2 10 269,10 21-224,-2 0 0,-1 5-225,2 9 0,0 2 0,-1-7 1,-2 1-361,-3 7 0,-1-1-2428,-1 8 1079,0-3 1725,6-15 1,4-15-1,2 0 1</inkml:trace>
  <inkml:trace contextRef="#ctx0" brushRef="#br0" timeOffset="159084">8911 1397 11221,'3'-8'2158,"-17"6"-1978,5 2 270,-38 14-270,23-4-45,-10 5 0,-5 3 0,5 0 0,1-1-337,2-1 0,0 1 202,-7 6 0,4-2 100,12-4-280,-10 12-180,34-2 180,2-8-90,14-2 0,7-1-45,8-2 1,3-2 89,4 2 0,3 1 105,-11-2 0,1 0 0,-4-2 75,-2-1 0,-5 1 45,10 18 270,-71 1-180,2-11 0,-6 0-150,4-4 0,-2-1 0,-1-1 60,5-1 0,0-2 0,2-1 0,-3 0 0,6-2 0,7-1 0</inkml:trace>
  <inkml:trace contextRef="#ctx0" brushRef="#br0" timeOffset="159333">9260 1385 11131,'13'-12'2068,"-3"4"-1528,24-1-360,-7 5 30,7-1 0,9 0 0,-2 0-936,2 0 0,0 0 666,-4 1 0,4-1 0,-2 0-900,-5 1 1,0 0 0,-6 0-2318,15-2 3090,-14 3 1,-4-1 0,-13 2-1,-11 1 1</inkml:trace>
  <inkml:trace contextRef="#ctx0" brushRef="#br0" timeOffset="159549">9616 1331 11311,'-9'3'1439,"1"0"-900,3 4 361,7 15-720,1-2 180,8 23-226,-5-11 1,-1 1-314,2 12-766,-2-3 1,1-1 944,-3-14 0,0-2 0,3 1 0,0-1 0,7 23 0</inkml:trace>
  <inkml:trace contextRef="#ctx0" brushRef="#br0" timeOffset="160668">11783 1419 9691,'11'-4'1350,"-1"0"-1080,-2 0 89,11-3-359,-6 2 180,18-3 90,18 0-270,-10 2 0,-8 1 0,2 1 90,-1 3 0,-3 0-90,14 3 90,0 21-90,-55 5 45,-7-3 0,-3-1-45,-1-5 0,-1-2 0,3-2 0,1-1 0,3 6 0,40-4-90,18 2 0,6-5 0,-11-4 0,-2 1 0,4 9 0,-1 1 0,-28 18 90,-26-16-45,-12 4 0,-10 1 45,7-9 0,-2-1 0,0-1-467,-8 5 1,0-1 316,10-5 0,-1-1 0,6-2 150,-2 1 0,9-5 0,7-2 0</inkml:trace>
  <inkml:trace contextRef="#ctx0" brushRef="#br0" timeOffset="161484">12435 1499 9512,'12'-10'809,"4"-4"-629,-4 4 450,12-9-271,2 7-224,-2 1 0,4 0-45,1 1 0,0 2-90,-4 0 0,1 1 45,4 0 0,0 4 135,13 9-180,-7 18 45,-33 4 0,-8 4-45,-1-7 0,-5 0-316,-10 6 1,-7 1 0,3-4 315,6-9 0,1 0 0,-7 5 0,-3 4 0,3-4 0,4-2 0,2-3 0,-1 4 0,2 0 0,3 2 0,25-13 0,1-8 0,12-2 0,5-1 0,1-2 0,0-1 0,4 1 0,2-1 195,-3 0 1,3 0-1,-2-1-1050,12-1 1,0 0 854,4-1 0,-1 1 0,-5 0 0,-2-1 0,-15 2 0,0 0 0</inkml:trace>
  <inkml:trace contextRef="#ctx0" brushRef="#br0" timeOffset="161784">13380 1567 10681,'23'-7'989,"24"8"-899,-16 5 0,1 2-45,-2-1 0,0 1 0,9 3 0,-1 2-495,-10-2 1,-2 0-1190,1 1 1,-1 0 1557,10 7 1,-24-9 0,-10-7 0</inkml:trace>
  <inkml:trace contextRef="#ctx0" brushRef="#br0" timeOffset="161983">13831 1596 10231,'-13'-13'900,"4"4"-361,-4-2 1,7 6-90,-5-2 89,-3 7-449,1 2 0,-10 12 0,-2 4-180,-2 4-225,-5 6 1,0 0-499,-1 0-826,0 3 1,1-1 1047,0-2 1,5-4-1,1 0 1,-2-1-1</inkml:trace>
  <inkml:trace contextRef="#ctx0" brushRef="#br0" timeOffset="162618">14371 1360 10501,'-8'-3'-360,"-1"-1"900,5 1-180,0-2-180,6-1 89,21-1-269,-7 3 90,23-1 0,-3 6-90,-11-1 0,13 3 90,-24 10 0,-11 4 0,-14 11-90,-9-8 0,-11 6 90,13-5-90,7 1 90,27 2-90,22-4 0,3-5 0,-12-4 0,-3 0 0,-5-1 0,12 19 0,-48 7 0,-5-12 0,-6 1-30,-5-2 0,-5-1 0,2-2-111,-4 0 1,0-2-100,6-3 0,-2 0 1,6-3-2280,-2 2 2519,1 0 0,17-7 0,11-6 0</inkml:trace>
  <inkml:trace contextRef="#ctx0" brushRef="#br0" timeOffset="163102">15034 1431 10051,'4'-10'900,"2"0"-540,-1 2-181,3 1 181,12-5-180,-6 7 90,21-7-90,-1 7-180,-2-1 180,15 5-180,-28 3 90,14 7-90,-22 0 90,-21 36-45,-16-16 0,-5 1-45,7 0 0,-2 0-826,-9-1 1,-6 1 0,7-5 825,12-9 0,0 0-28,-5 4 1,-4 3-1,5-3 28,-4 12 0,-3 0 0,29-11 90,48-9-90,-16-8 0,3-1-30,9-2 0,6-2 0,-1 0-518,-3-2 0,0 0 0,-1-2-412,2 0 1,-1-1-1,-3 1 150,3-1 1,-6 0 809,4-4 0,-17 3 0,-1 0 0</inkml:trace>
  <inkml:trace contextRef="#ctx0" brushRef="#br0" timeOffset="163335">15724 1558 10861,'4'-9'1529,"2"2"-1349,10 5 180,29 7-270,-4 1-31,-2 1 1,7 3 0,-4-1-655,-6-2 0,-2 1 445,-1 0 0,3 0 1,-2-1 149,2 3 0,-6 0 0,-3-1 0,16 7 0</inkml:trace>
  <inkml:trace contextRef="#ctx0" brushRef="#br0" timeOffset="163567">16085 1488 11131,'-10'-8'539,"0"2"-269,-15 16-90,7-1-45,-11 11 0,-1 4-45,-2 2-1245,-3 3 1,1 0 1154,-1 1-540,9-7 0,-4 4 1,4-4-1080,-7 10 1530,1-3 0,2 0 0,12-7 0,-1 3 0</inkml:trace>
  <inkml:trace contextRef="#ctx0" brushRef="#br0" timeOffset="163834">17271 1289 11670,'27'-6'2699,"0"6"-2070,-5 18-449,-6 2 45,-2 18 0,-5 7-270,-7-16 0,-2 4-775,0 3 1,-1 7 0,0 0 0,-1-4 409,-1 5 0,-1-1 1,0-4-1,-1 1 1,1-4-1,4-11 0,-1 0 1</inkml:trace>
  <inkml:trace contextRef="#ctx0" brushRef="#br0" timeOffset="165034">11955 2130 10411,'-19'-3'-90,"3"-2"540,0 2-90,5 0 269,-5-1 271,7 3 179,-3-1-989,23-2 0,28-2 0,9 1-90,-14 1 0,3 0-431,1 1 1,6-1-1,4 0 1,1 0 445,-7 1 0,2 1 0,2-1 0,0 1 0,-2-1 0,-2 1-447,6-1 1,-3 0 0,0 0 0,4 0 431,-7 1 0,4 0 0,2-1 0,1 1 0,-2-1 0,-4 1 0,-6 1 0,2-1 0,-6 0 0,3 1 0,5-1 0,5 1 0,-2 0 0,-6 0 45,-2-1 0,-2 1-45,2 0 0,2 1 0,-7-1 90,4 0 45,-5 0 0,-3 0-135,-5 1 0,6-1 0,-24 1 0</inkml:trace>
  <inkml:trace contextRef="#ctx0" brushRef="#br0" timeOffset="165799">14347 1997 11221,'-17'0'-540,"1"1"450,-3-2 540,-1 1 269,0-1-629,28-2 45,19 0 0,7 0-90,-2 0 0,4 0-333,5 0 1,6 0 0,2-1 332,-1 1 0,2 1 0,0-1 0,-3 0-45,0 0 0,-3 0 0,3 0 17,-5 1 1,4 0 0,1-1 0,-3 1 0,-6 1 72,8-2 0,-5 2 0,1-1 0,-3 1 45,-7 0 0,-5 1-225,-11 0-1169,2 5 1259,-16-1 0,-4 1 0,1-2 0</inkml:trace>
  <inkml:trace contextRef="#ctx0" brushRef="#br0" timeOffset="166916">17210 998 10681,'-9'-3'-90,"-5"-1"270,-6 2 0,-12 5-90,4 3 45,-10 9 0,-2 6-46,13-3 1,0 1-319,-13 6 1,-1 5 318,11 6 0,1 5 0,4 2-1140,8-6 0,3 0 0,0 1 1080,-5 3 0,-1 1 0,7 2-8,8-6 0,5 2 1,3-1-1,5-1-348,10 7 1,6-3 0,3 1 347,-3-4 1,2 0 0,1 0-1,0-2-22,-3-5 0,1-1 0,1-2 0,2-2 45,5-2 0,4-1 0,0-4 0,0-2-203,8-2 1,-1-5 0,3-1 179,-7-1 0,2 0 1,0-2-1,-1-1-22,6 0 0,-2-2 0,1-4 0,-6-4 0,1-2 0,-1-3 0,-1-3-45,-3-4 0,-1-3 0,-1-3 1,0 0-24,3-4 1,0-2-1,0 0 1,-3-1 44,-4 2 1,-1 1-1,-2-2 1,-5-2-38,-1-12 0,-7-3 0,-5 5 15,-5 7 0,-6-1 22,-6-3 1,-5-7-1,-4 0 1,-3 3 44,-1 8 1,-3 4-1,-1 0 1,0-2-161,0-4 1,0-2 0,-2 1-1,-4 3 156,-1 6 0,-5 2 0,-1 2 0,-2 2 0,1 3 4,-8 1 1,0 5 0,-1 1-1,1 0 141,3-2 1,2-1 0,-2 2 0,-3 2-449,2 4 0,-4 3 0,-2 0 1,1 2-1,3 1 0,6 0-165,0 1 0,5 2 1,-4 1 449,-2 1 0,-5 0 0,-3 1 0,2 0 0,4 1 0,-5 4 0,3 0 0,-2 1 0,3-1 0,0 1 0,0-1 0,-1 1 0</inkml:trace>
  <inkml:trace contextRef="#ctx0" brushRef="#br0" timeOffset="172334">21255 1565 9961,'9'-41'720,"0"10"-540,14 12 0,7 1-45,6 3 0,5 1-325,-4 1 1,4-1 0,0 1 249,-3 4 0,-1 1 0,-1 1 61,4-1 1,-2 2-77,-7 4 0,-4 3 169,-4 8-214,-2 1 90,-27 20-90,-8-13 235,-6 4 0,-4 2-235,4-5 0,0-1 0,0 0 0,1 1 0,0 4 0,7 2 0,16 5 0,14 15 0,6-17 0,-1-11 0,-1 1 90,-4 10-90,1-2 0,-41 10 0,-4-22 0,-4-4 0,4 3 0,-2-1-180,-18 2 0,-1-1-1079,18-6 0,2-1-380,-2 1 1,1 0 1490,-7-3 1,28-3 0,2 0 0</inkml:trace>
  <inkml:trace contextRef="#ctx0" brushRef="#br0" timeOffset="172818">21415 1162 10321,'-31'-16'210,"0"1"0,-2 0 0,4 2 60,8 5 89,-3 0 1,-3 3 90,-19 5-360,18 0 0,-2 4-275,-4 11 0,-1 7 0,1 6 275,7 3 0,1 6 0,2 2 0,0 1-633,3-5 0,1 1 0,0 1 0,2 1 0,1-1 543,-3 8 0,1 0 0,3 0 0,7-1 44,5-3 1,4 0 0,5 0 0,8-2-290,8-3 0,8-2 0,5 0 0,2-2 1,0-1 244,-2-3 0,1-1 0,2-2 0,3-2 0,3 1 10,-7-7 0,3 1 0,2 0 0,2-1 0,2-1 0,-1-1 0,1-1 0,-1-2 0,-2-3-219,6 0 0,-1-3 0,0-3 0,0-1 0,1-1 0,0-3 0,2 0 209,-4-1 0,2-1 0,1-1 0,1-2 0,0-1 0,0-1 0,-2-1 0,-2-1 0,-1-1 12,2-3 1,-1-2 0,-1-1 0,-2-1 0,-1-2 0,-2-1 0,-1-1-13,5-4 0,0 0 0,-1-3 0,-5-1 0,-5-3 0,-10-2 36,-9-10 0,-11-6 0,-6-1 0,-4 2 0,-2 4-36,0 6 0,-2 4 0,-6 1 0,-5 1 15,-7 2 0,-7-1 0,-5 2 0,-1 1 0,0 3 0,4 6 15,-6-1 0,1 7 0,-9 1-30,16 6 0,-5-1 0,-4 1 0,-2 0 0,-3 0 0,0 1 0,0 1 0,2 1 0,1 1-211,1 1 1,2 2 0,0 1 0,0 1 0,-1 0 0,0 1 0,-1 0 0,-3-1-88,3 1 0,-1 0 0,-3 0 0,-1 0 0,0 1 0,-1 0 0,1 0 0,1 0 1,1 1-1,2 0 0,3 1-93,-9 1 0,3 1 1,1 0-1,2 1 1,1 0-1,1 1 1,0 0 390,-3 2 0,0 1 0,1 0 0,2 0 0,2 1 0,3-1 0,-2 3 0,4-1 0,1 1 0,-1 1 0,-2-1 0,1 1 0,0-1 0,-1 1 0</inkml:trace>
  <inkml:trace contextRef="#ctx0" brushRef="#br0" timeOffset="173884">3256 8175 11490,'-9'6'270,"2"0"-90,3-1-180,2 0 0,-1-19 0,1-3 0</inkml:trace>
  <inkml:trace contextRef="#ctx0" brushRef="#br0" timeOffset="174332">3789 5588 11131,'-3'9'389,"1"-3"1,2-4 0</inkml:trace>
  <inkml:trace contextRef="#ctx0" brushRef="#br0" timeOffset="174799">6720 4740 10591,'-4'-7'0,"-5"0"0</inkml:trace>
  <inkml:trace contextRef="#ctx0" brushRef="#br0" timeOffset="181184">9793 5302 9152,'-11'-12'1439,"-8"0"-1169,-3 9-45,-5 5 0,-4 2-136,-6 8 1,1 4-45,2-4 0,0 3 15,5 5 0,-1 3 0,5 1-15,0 9 0,5 1-491,-4-1 0,3 3 476,10-3 0,3 4 0,3-4 60,4 16-60,5-15 0,2 6 0,6-3 0,7-2 0,6-2 0,1-1-30,3 3 0,2 0 0,0-2-225,0-3 0,0-1 0,4-4 255,5-4 0,4-4 0,-2-3-30,-8-6 0,-2-3 0,0 1 0,1 1 0,1 0 0,0-2 30,7-3 0,3-2 0,-7-1-30,-11 0 0,0-2 30,11-2 0,4-1 0,-1-3 60,2-6 0,-3-2-45,2 3 0,-1-4 44,-9-3 1,-2-6 0,-4 0-97,-7-3 1,-4-3 66,-2-2 0,0-5 0,-4 3-15,-3 1 0,-4 1 0,-7-11 0,-6 1 45,-14 2 0,-4 3-363,9 9 1,-2 0 302,-4 1 0,-3-2 0,-5 3-8,2 8 1,-5 2-1,0 1 1,0 0-23,3 2 0,1 1 0,-2 1 0,-2-1-118,-2 1 1,-4-1-1,-2 1 1,1 2-1,2 3 95,-1 2 1,0 4 0,2 1-1,2 1 23,-4 0 0,3 0 0,-1 4-113,4 3 1,-1 1 0,2 3 0,2 0-473,-12 10 0,3 1 135,-1-3 1,2 2 449,6 7 0,8 1 0,11 1 0,-2 13 0</inkml:trace>
  <inkml:trace contextRef="#ctx0" brushRef="#br0" timeOffset="182035">10292 5675 10501,'-12'0'2788,"21"-3"-2608,13-2-90,11-1 0,12-2 0,-4 0-1170,0 0 0,1 0 1102,-1 0 1,6 0 0,3-1-1,0 0-587,-4 0 0,2 0 0,0-1 0,-1 0 1,-3 1 586,0 1 1,-4 0-1,1 0 1,3 0-23,-3 0 0,4-1 0,2-1 0,0 1 0,-2-1 0,-3 2 123,5-2 0,-3 0 1,-2 1-1,-1 0-93,6 0 0,-3 0 0,1-1-18,4 0 0,0-1 1,-10 2-103,-1-1-3,-4 0-1616,-18 5 524,4-1 1185,-7 4 0,-7 1 0,-2 0 0</inkml:trace>
  <inkml:trace contextRef="#ctx0" brushRef="#br0" timeOffset="182784">12190 5261 10411,'8'-11'1529,"1"-1"-809,-2 1-181,0 2 91,-1 1 0,-3 2-91,0 1-539,-7 12 180,-3 14-90,-1 19 0,1-5-90,7-8 0,1-1 0,2-3 0,2 1 0,2 1 90,16 9-90,11-2-45,-8-19 0,3-6 45,2-8 0,-1-4 0,16-4 0,-20-4 0,-3-2 0,-2-5-90,6-5 90,-10 11-90,7 12-90,7 15 90,16 5 90,-21-10 0,1-2 0,5-4 0,0-4 0,-6-6 0,-2-5 0,-2-1 0,-5-5-45,-10-10 1,-8-2 44,-11 0 0,-7 0-225,-10-3 0,-3 3 90,9 8 0,-1 5-495,-6 3 1,1 6-2648,-1 12 2769,2 0 1,-1 14-1,12-3 1</inkml:trace>
  <inkml:trace contextRef="#ctx0" brushRef="#br0" timeOffset="183601">10328 5739 10861,'20'4'629,"10"0"-539,-12-2 45,10 2 0,2 0-45,7 2-1060,3 0 0,10 1 0,2 1 992,-13-2 1,1 0 0,0 0-1,0 0 0,2 1 1,-2-1 0,3 0-1,2 1-7,-5-1 0,3 1 0,1 0 0,1-1 0,0 1 0,-1 0 0,0-1 0,1 0 0,-1 1 0,1-1 0,-2 0 0,0 0-204,3 0 1,-2 0-1,-1 1 1,2-1-1,0 0 189,-2 0 0,3 0 0,-1 1 0,1-1 0,-3-1 0,-3 1 22,1-1 1,-2 0-1,-2-1 1,-2 1-23,0 0 0,-2-1 0,0 1 30,9 0 0,1 0 0,-5-1 188,-10-1 1,-4-1-219,14 1 270,5 1-180,-25-2 1104,-1-1-2543,0 0 1963,-5-2-614,-1-3 0,-5 2 0,-1-1 0</inkml:trace>
  <inkml:trace contextRef="#ctx0" brushRef="#br0" timeOffset="183949">12946 5838 10681,'-14'-4'1889,"3"6"-1799,5 2 90,2 16-180,2-6 90,-3 24 0,1-17-90,-2 28 0,4-13-90,1 0-270,4-2 0,1-19-2788,8 7 3148,-7-13 0,10 3 0,-6-10 0</inkml:trace>
  <inkml:trace contextRef="#ctx0" brushRef="#br0" timeOffset="184434">12861 5873 10141,'-6'-11'720,"7"-2"-270,23 1-271,3 3 1,3 2-90,18-5-45,-12 6 0,1 0 90,-7 4 0,-1 0-135,12-2 45,-11 3 0,-4 0-45,-9 3 180,3 9-180,-21 2 0,-2 5 45,-17-1 0,-3-2-45,-1 1 0,-1 1 0,1-1 0,7-5 0,-7 10 0,16-11 90,3 7-90,10-9 0,20 6 0,-9-7 0,31 8 0,-10 2 0,-4-3 0,-7 7 0,-42 3 90,2-6-180,-12-2 0,-4 0-180,3-6 0,0-1 135,2 0 0,-1 0-1124,-6-1 0,3-1 1259,2-2 0,0-1 0,16-3 0</inkml:trace>
  <inkml:trace contextRef="#ctx0" brushRef="#br0" timeOffset="184951">12813 5724 10501,'-30'-7'450,"11"4"-136,-9-1 1,-2 2 135,-15 6-270,2 5 0,-1 5-90,6 6 0,2 6-1172,11 0 1,1 4-1,3-1 1127,0 3 0,5 2-45,6 10 0,12 2 90,13-10 0,10 0 1,2-2-91,0-2 0,2-2 0,5 1 18,-1-5 0,6 1 0,1-1 0,0-1 0,-3-4-281,3 0 0,-1-3 0,2-3 285,1-2 1,2-2-1,2-2 1,-2-2-23,-5-5 0,1-2 0,-2-1 0,-1 0 30,3 1 0,-3 0 0,4-1-30,2-2 0,4-2 0,0-1 0,-2-4 45,-4-3 0,-2-3 0,-1-1 0,-2 2-45,1 0 0,-1 2 0,0-6 22,4-5 1,4-4-1,-5-3 1,-10-2 37,-17-3 0,-8-2 0,0 1-60,6 4 0,0 0 0,-7 0 30,-10-8 0,-9-1 0,-11 5-12,-4 14 0,-10 3 0,-5 2 0,-1 2 0,4 1-18,0-3 0,3 2 0,-2 0 0,-7 2-224,8 4 1,-5 0 0,-3 0 0,-2 1 0,-1 1 0,1 1 0,3 1 0,5 2-137,-4 1 0,3 3 0,2 1 1,1 1-1,-1-1 0,-3 0 0,-1 0 0,0 1 1,3 0-1,4 2 360,-6 2 0,5 2 0,4 0 0,8-1 0,3 0 0,-5 2 0,0 0 0</inkml:trace>
  <inkml:trace contextRef="#ctx0" brushRef="#br0" timeOffset="185568">12314 4914 10771,'-22'-7'180,"-11"-1"269,-10 6-314,11 4 0,0 0-90,5 0 0,-2 2-996,-3 6 1,-2 4 0,4 0 995,8-3 0,0 2 45,-10 10 0,-4 6 0,7 2 75,12 1 0,7 3 1,2 2-136,1 7 0,4 3 0,8 0 14,8-3 1,8 1 0,4-2 0,-1-3-15,0-2 0,2-4 0,5-1-12,-1-8 0,4 0 0,3-1 0,0-2 0,-2-4-789,8 0 0,0-5 0,0-1 771,0 3 0,0 0 0,3-3 22,-3-5 1,3-2-1,1-1 1,-2-4-403,-1-2 1,-1-3 0,0-1 0,-1 0 379,-3 2 0,-2 1 0,1-1 0,0-3 175,7-2 0,3-1 0,-3-4 0,-6-4-145,-4-11 0,-5-5 0,-3 2-30,7 0 0,-6-3 0,-9-6 0,-4-7 0,-14 1 0,-15 10 0,-11 0 0,-4 1 0,3 2-118,1-3 1,2 2-1,-6 0 118,-1 3 0,-6-1 0,-2-1 0,0 4 0,4 5 0,1 5 0,2 4 0,-6 1-15,-1 1 0,-8 0 0,-4 0 0,-1 1 0,3 1 0,6 3 275,-6-2 1,6 4 0,-7 0-351,6 1 0,-6-2 0,-3 1 0,0 1 1,0 3-1,4 3-566,0 5 1,0 4-1,2 3 1,2-1 0,1-1 491,1-2 1,3-1 0,-1 1 0,-1 2 0,-2 4 0,-2 2 0,-1 2 0,3 1 0,5-2 0,7 2 0,0 0 0,0 0 0</inkml:trace>
  <inkml:trace contextRef="#ctx0" brushRef="#br0" timeOffset="192016">18272 2038 10861,'37'5'360,"-11"-2"-181,12 10-89,-16-7-45,8 4 0,7 0 0,10 2 0,1 1-990,-5-3 0,3 2 945,-10-4 0,6 1 0,1 1 0,-1-1 0,-5-2-537,-2 0 0,-3-1 0,5 1 552,3 1 0,5 0 0,3 1 0,4 1 0,0-1 0,1 1-200,-8-3 1,1 1-1,0-1 1,2 1-1,0 0 1,1-1-1,1 1 1,0 0 193,-5-1 0,1 0 0,1 0 0,0 1 0,1-1 0,0 1 0,-1-1 0,1 0 0,-1 1 0,-1-1-190,3 0 1,-1 1-1,0-1 1,0 1-1,0-1 1,0 0 0,-1 0-1,0 0 1,-1 0 191,3 1 0,-1-1 0,1 0 1,-2 0-1,1 0 0,-1 0 0,0 0 1,0 0-79,-2 0 1,0 0 0,-1 0 0,1 0 0,-1 0-1,0 0 1,-2 0 0,0 0 66,7 1 0,-2 0 0,-1 0 0,0 0 0,1 1 0,1-1 47,1 1 1,2 0 0,2 0-1,-1 0 1,-2 1 0,-3-2 0,-5 1-48,0-1 0,-5 0 0,-2 0 0,-1 0 475,8 2 1,-2 0 0,-3-1-476,-2 0 0,-5-1 0,17 4 2145,-11-3-2055,-11-4-90,-4-1-90,-1 0 2145,-6-1-3045,-5-2 1321,7 2 1,-11-3 0,1 0-1</inkml:trace>
  <inkml:trace contextRef="#ctx0" brushRef="#br0" timeOffset="192517">22445 2658 9961,'-1'-12'1709,"1"2"-1079,-2 3-630,10 11 180,5 6-180,4 5 90,22 14-90,-16-14 0,-1 0 0,2 1 45,3 1 0,0 1-45,-5-4 0,0 1 45,6 4 0,-2-1-45,-7-5 90,-7-1-90,-19-9 0,-21 5 0,1-4 0,1 1 0,-6 1 0,-2 2 0,-4 2 0,3-1 0,0 0 0,-2 1-316,-6 2 0,-5 1 0,8-1 136,-4 2-765,-2 1 1,0 0-2204,8-1 3148,8-3 0,3-1 0,5 1 0,8-4 0</inkml:trace>
  <inkml:trace contextRef="#ctx0" brushRef="#br0" timeOffset="194117">23534 3100 11400,'16'-3'180,"-1"1"-180,4-1 90,5-3-90,-1 0 0,12-8 90,-19 5 0,15-10 90,-4-11-180,-5 8 90,-7 0 0,-1-2 270,3-10-90,-1-6-90,-2 7-1,-9 14-179,4 16 0,-5 17 90,5 31-90,-6-9 0,-1-7 0,-1 3 45,0 7 0,0 0-45,0-5 0,1 1 0,1 15 0,2-1 0,-1-20 0,1-3 0,2 13-180,3-13-2068,-3-16 2248,8-7 0,-8-6 0,0-8 0</inkml:trace>
  <inkml:trace contextRef="#ctx0" brushRef="#br0" timeOffset="194418">23771 3382 9512,'-7'9'989,"2"-2"-629,8-1-180,20-2 0,20-3-90,2-2-1229,-5-1 1,-2-1 1048,0-1 87,-4 0 1,2-2 2,-4-2 0,-1-1 0,-7 0 0,0 0 0,4-3 0,1 0 0</inkml:trace>
  <inkml:trace contextRef="#ctx0" brushRef="#br0" timeOffset="195051">23870 2695 9691,'-30'-16'-269,"-3"1"449,-1 0 179,-12-2-269,23 10 90,-1 0 0,-1 1-180,0 2 180,-23 0-90,18 4-1729,-9 4 1,-3 3 1481,17-3 1,-1 3 216,-14 4 0,-7 4 0,2 2 0,9 3 0,1 3 0,1-1-30,-2-2 0,1 0 0,1 3 0,-2 11 0,2 5 0,7-4-30,12-11 0,4 1 29,2 10 1,4 6 0,6-1 0,10-7 0,7-1 0,-1 0-30,-3 0 0,-1-1 0,6 1 22,6 1 1,6 1 0,1-2-1,-3-5-22,1 0 0,2-3 22,-3-3 1,5 3 0,0-1-1,-4-4-22,3-1 0,3-2 22,3-1 1,8 1 0,2-1-1,-2-2-525,-7-5 0,-1-2 0,0-1 1,2 0 524,3 3 1,1 1-1,1-2 1,2-1-23,-3-4 0,3-2 0,0-1 0,0-1 0,-3-1-166,3-2 0,-1-2 0,-1-1 0,0 1 166,1 1 0,0 1 0,1-1 0,1-4-179,-9-2 1,3-1 0,1-3 0,-2 0 0,-2 0 0,-6 0 178,4-5 0,-6 0 0,1-1 88,2 1 1,3 0-1,-3-2 1,-5-3-59,-6-7 0,-5-2 0,-5 2 15,-5 7 0,-6-1-15,-6-15 0,-7-6 0,-2 6-30,-4 12 0,-5 1 22,-6-2 1,-7-6-1,-4 1 1,-2 4 40,-1 6 1,-3 3 0,-1 1-1,0 0-63,4-1 0,0 0 0,-1 0 0,-6 2 22,10 7 1,-3 0-1,-2 0 1,-3 1-1,0 1 1,1 1 0,0 0-1,3 3-22,-3 0 0,3 2 0,0 2 0,-1 0 0,-1 1 0,-2 0-10,4-1 0,-2 1 0,-2 0 0,-1 0 0,0 0 0,0 1 0,2 0 0,1 1 0,3 1-23,-12-1 1,3 2-1,2 0 1,1 3-1,-3 2-417,3 2 0,-2 2 1,0 2-1,1 1 0,4 0 1,6-1-271,1 2 0,6-1 1,-2 3 676,-2 0 1,-1 2 0,0 1 0,4 1 0,3 2-1,4 0 1,0 1 0,-1 2 0,-1-1 0,1 1 0</inkml:trace>
  <inkml:trace contextRef="#ctx0" brushRef="#br0" timeOffset="216801">19290 4449 10231,'26'-2'60,"0"1"0,15-2 0,2 1-60,-6 1 0,1 0-536,0-1 0,3 0 1,2 0 557,-5 1 1,2-1-1,0 1 1,-2-1-281,2 0 0,-3 1 0,5-1 258,1 0 0,6 0 0,2-1 0,1 1 0,-1-1-210,-3 1 1,0-1 0,1 0 0,0 1-1,1-1 210,-5 0 0,0 1 0,1 0 0,1-1 0,1 0 0,0 1 12,0-1 1,3 1 0,0-1 0,0 0 0,0 1 0,-2-1 0,-2 0-13,-3 1 0,-2 0 0,-1 0 0,0-1 0,-1 1 0,2 0 0,3 0 0,0-1 0,0 1 0,1-1 0,-2 1 0,0 0 0,4-1 0,-2 1 0,0-1 0,0 1 0,-1-1 0,0 1 0,-1 0 0,0 0 0,0 0 0,2 0 0,-5 0 0,1 0 0,1 1 0,0-1 0,-1 0 0,-1 1 0,3-1 0,0 1 0,-1 0 0,-1-1 0,-1 1 0,3 0 0,-2-1 0,0 1 0,1 0 0,3 0 0,1 0 0,0-1 0,-5 1-328,-3 1 1,-3-1-1,0 0 328,3 0 0,-1 0 0,3 0 0,-3 1 0,2-1 0,-1 1 0,-3-1 0,12 0 0,-1 0 0,-6 1 0,1-1 0,4 0 22,-1 1 1,4-2 0,0 1-1,-3 0-22,3 0 0,-3-1 0,2 1 0,-7 0 0,3 0 0,-1 0 0,-2-1 0,8 1 0,-1-1 0,-6 0 28,-2 0 1,-4 1-29,2-1 0,1 0 0,6 1 0,-3-1 0,0 0 0,-13 1 0,1 0 271,-1 0 1,0-1-182,16 1-90,-20 1 0,1-1 1425,23 0-1335,-18 0 1265,14 0-1445,-18 1 828,5-1-738,-17 1 113,1 0-113,-3 1-90,-3 0 90,-2 1 0,0 0 0,-2 1 180,1 2-180,-3 0 0,-2 6 90,-4 2-90,-1 0 0,-2 15 90,4-2-90,-2 0 0,1 1 0,0 7 0,-1 15 90,3-6-90,1-12 0,0-5 0,1-1 0,1 3 90,0 3-90,0-2 0,-1-16 90,0 0 0,1-7-90,-2 1 0,2 1 0,-14-4 0,-11 0 0,-24-2 0,10 0 0,0-1 0,7 0 0,1 0 0,-12 0 0,-4 1 0,5 0 0,-3-1 0,3 1-867,-5 0 1,-1 0 866,7 0 0,-3 0 0,-3 1 0,1 0 0,-3 0 0,-1 1 0,1 0 0,1-1-765,-1 1 0,1 0 1,-4 0 764,4 0 0,-4 0 0,-2 0 0,2 0 0,6 0 0,4-1 0,5-1 0,-5 1-343,-1 0 0,-6 0 0,-3 0 0,-1 1 0,2-1 0,5-1 343,0 0 0,3 0 0,1 0 0,-3 0 0,-1 0 0,-3 1 0,-1-1 0,0 1 0,2-1-276,3-1 1,0 1 0,0-1 0,3 0-1,4 0 276,-13 1 0,0 0 19,7-1 0,-5 0 1,-2 1-1,1-1 3,1 1 1,0-1-1,0 1 1,3 0 114,1-1 1,2 1 0,-4 0-138,3-1 0,-4 1 0,-2 0 0,2 0 0,7-1 0,-7 1 0,-1 0 0,5 0 0,-7 0 0,-4-1 0,1 1 0,5-1 0,6 1 0,4-1 0,0 1 0,-3-1 0,-1 0 0,-2 1 0,-1-1 0,0 0 0,1 0 0,-10 1 0,0 0 0,2-1 0,7 1 0,2-1 0,1-1 0,4 1 0,-4 0 0,0 1 0,4-1 0,-7 1 0,4-1 0,9 1 0,-1-1 0,-9 1 0,-1 0 818,7-1 1,1 0-819,8-1 0,-1 1 0,-21 0 0,3 0 0,12-1 689,-18 0-689,25-1 980,-2 1-890,-5 1 4,10 0-94,-16 1 3276,14-1-3160,-14 1-116,13 1 0,2-1 0,-3 0 0,-15 2 0,-5-1 0,13 0 0,1 0 0,-6 1 0,-6 0 0,12-1 0,9-1 0,-20 2 0,11-2 0,0 1 0,-1-1 0,13 0 0,-1 0 0,-2-1 179,0 1-179,2-2 180,4 0 270,2 0 0,4 0-270,-1-2-90,6-1 0,2-6 0,4-8-90,2-10 45,0 2 0,0-3-45,-1-7 0,-1-1 0,1-1 0,-2-1-1639,-2-3 1,0 3 1523,-2-3 115,-1 5-540,3 16-450,-1 3-2287,3-3 3107,-1 11 0,2 2 0,0 4 0</inkml:trace>
  <inkml:trace contextRef="#ctx0" brushRef="#br0" timeOffset="217368">20259 4498 9332,'-8'-10'-90,"0"-2"180,2 3 719,-3-5-269,5 7 179,-5-3-539,7 20-90,-1 9-90,3 7 45,2 0 0,2 0 45,-2 1-90,3 0 0,-1 1 0,1-2-90,2 3 0,1 2-809,5 5 359,2 7 540,5-18 0,-10-19 0,7 2 0</inkml:trace>
  <inkml:trace contextRef="#ctx0" brushRef="#br0" timeOffset="217635">21005 4387 10141,'8'-2'810,"6"5"-450,2 14-91,4 13-179,-8-1 0,-2 5-135,1 5 0,0 4-885,-1-8 1,1 1 0,-1-1 526,2 9 1,0-3 0,4-1 0,1-5 0,7 5-1</inkml:trace>
  <inkml:trace contextRef="#ctx0" brushRef="#br0" timeOffset="217917">22174 4440 10771,'14'-6'629,"5"8"-449,1 20-90,-4-3-90,4 19 90,-12-11 0,-3 1-270,3 17 90,-3-16 0,1 0-1169,1-3 0,2-3 1259,8 1 0,13 13 0,-3-20 0</inkml:trace>
  <inkml:trace contextRef="#ctx0" brushRef="#br0" timeOffset="218168">23281 4330 10501,'11'-11'630,"3"8"-450,-5 10-1,-1 15 1,-1 4-90,3 16-90,-5-14 0,0 2-135,-1 5 0,-1-2-44,0-1-181,1 0 0,1 2 360,6 13 0,3-7 0,4 7 0</inkml:trace>
  <inkml:trace contextRef="#ctx0" brushRef="#br0" timeOffset="218434">24132 4318 9961,'30'20'495,"-13"0"0,-2 5-450,-3-1 0,-2 3-810,3 14 1,-3 0-226,-4-11 1,-1-3 408,0 1 1,0-3 0,4 14 0,-2-8 0</inkml:trace>
  <inkml:trace contextRef="#ctx0" brushRef="#br0" timeOffset="222750">19551 4661 8882,'8'-6'3238,"-2"0"-3238,-15 18 0,4-7 90,-14 23 0,12-5 0,5 7-90,15 3 90,10-12-90,20-6 0,-16-11 90,17-9-90,-15-11 0,1-7 0,-16-15-90,-23 0 45,-9 16 0,-4 2 45,-2 6 0,-2 3-180,-10 3 0,-2 5-495,7 7 1,1 3-900,5 1 0,2 1 1574,-5 9 0,24-6 0,5-6 0</inkml:trace>
  <inkml:trace contextRef="#ctx0" brushRef="#br0" timeOffset="223017">20063 4734 9781,'-7'-8'247,"3"1"1,-1 4-1,4 1 1</inkml:trace>
  <inkml:trace contextRef="#ctx0" brushRef="#br0" timeOffset="223717">20147 4649 8792,'-17'-3'90,"3"3"0,4 6-90,11 10 0,3-7 0,11 7 0,10-1 0,-8-5 90,15 8-90,-21-10 0,14 10 0,-12-3 0,2 3 0,-11 1 0,-10-4 0,-1 0 0,-13 3 0,-3-7 0,-1 1 90,-10 0 0,19-8-90,-9-4 0,28-11 0,15-20 0,2 9 0,-1 1 0,-1-1 0,4-14 90,-2-1-90,-11-10 0,-21 23 0,-22-4-540,-10 17 540,-1 4 0,13 6 0,11 2 0</inkml:trace>
  <inkml:trace contextRef="#ctx0" brushRef="#br0" timeOffset="224467">20417 4581 8702,'-15'-2'1529,"5"2"-1349,-4 10 0,7 16-90,8 1 0,2 3-90,21 1 0,6-12 0,0 0-45,-6-10 0,1-3 45,19-5 0,-17-4 0,0-2-90,16-12 90,-28-21-90,-40-3 90,6 19 0,-4 3-45,-6 1 0,0 4-45,-10 1-989,-6 11 1079,18 11 0,-1 3 0,8 3 0</inkml:trace>
  <inkml:trace contextRef="#ctx0" brushRef="#br0" timeOffset="224751">20908 4660 9781,'5'-8'0,"0"1"0</inkml:trace>
  <inkml:trace contextRef="#ctx0" brushRef="#br0" timeOffset="225851">20792 4546 8612,'14'-2'360,"-1"-1"-360,1 2 0,-3-1 90,16 2-90,-2 0 0,18 5 90,-8 4-90,2 13 0,-11 4 0,-9-2 0,-2 7 0,-12-3 90,1 3-90,-5-6 0,-5-3 0,1-11 0,1 3 0,-2-5 90,4-2 0,3-2-90,15-2 0,0-4 0,12-3 0,9-1 0,-14 1 0,24-2-90,-15 2-450,2 1 540,-1 1 0,-22 1 0,-1 1 0</inkml:trace>
  <inkml:trace contextRef="#ctx0" brushRef="#br0" timeOffset="257999">16461 4636 7803,'22'-2'3276,"-40"3"-1515,-21 6-1761,4-1 0,-2 0-241,2 0 1,1 0 240,9 0 0,2 2 187,-14 9-98,10 18-89,5-9 95,23 13-95,21-20 0,9 4 0,5 0 0,-8-6 0,3 4 0,-4 7 0,-9-8-90,-6 18 0,-27-11 190,-5-6 0,-4 0-145,-6-1 0,-2-1-180,-2-1 0,1-2 90,7-5 0,2-2 135,-6 2 0,50-15 0,7 0 0</inkml:trace>
  <inkml:trace contextRef="#ctx0" brushRef="#br0" timeOffset="259099">16747 5056 9871,'-15'-10'1260,"-9"1"-721,2 4-269,-11 2 0,1 11-90,-3 8-90,-6 10-90,14-5-90,-1 13-180,24-15-90,13 8 270,5-14-90,20-6-179,5-14 359,-12 0-180,15-13 180,-33 7 0,-1-14 0,-18 3-90,-1 1 90,-12-4-90,7 9 90,2 2 0,23-5 0,31 2 0,-15 5 0,2 1 0,-2 1 0,-2 0 0,10-8 90,-12-2 0,-3-9 0,-3 4 90,-2-14-1,-8 18-89,-1 1-90,-3 6 90,-7 29-45,-1 12 0,0 8-45,-3 8 0,-1 3-1477,2 1 1,0 0 1476,1-6 0,2-1-45,2-8 0,1-1-476,1 7 0,1 1 476,0-8 0,0-1 0,2 2 0,2-1-225,13 7 90,10-8 0,-4-12 0,1-3 180,10-2-180,14-22 90,-28-15 90,-7-17-89,-12 7 2692,-17 0-2603,-16 4 1122,1 4-1122,8 10 0,0 1 0,-6-5 0,14 3-90,27 1 90,15-1 45,-1 3 0,2-1 45,6-3-90,-11 2 0,-2-2 45,-5-2 0,-3 1-45,6-10 45,-4 0 0,-2 0 135,-3-9 0,1-5-90,-6 8 0,-3 21-90,-2 24 0,1 14 90,0 16-90,2-5 0,2 6 0,1-2 45,0 2 0,3 1-45,0 3 0,1 2 0,2-4-270,2-7 0,0-5 0,12 10 270,4-22 0,-8-20 0,10-1 0</inkml:trace>
  <inkml:trace contextRef="#ctx0" brushRef="#br0" timeOffset="259316">17016 4985 9242,'26'1'539,"7"-3"-899,-1-4 1,1 0-721,7-3 631,7-4 449,-32 8 0,6-4 0,1 0 0</inkml:trace>
  <inkml:trace contextRef="#ctx0" brushRef="#br0" timeOffset="259966">17404 4941 10591,'9'4'1529,"-1"1"-1349,-4-1 180,4 14-360,-4-6 180,2 16-180,-9 6 0,2-9-90,-6 18-90,0-19 180,1-2-90,0-6 90,8-21 0,3-4 0,12-29 0,-4 12 0,0 0 0,0-2-90,7-9 90,0 0 0,-3 13 0,2 25 0,-12 3-90,15 22 0,-13-11 90,6 10 0,-6-14-90,10-11 90,8-15 0,16-9 0,-22 11 0,0 0 0,21-4 0,-12 16-90,-9 20 90,-11-2 90,-7 15-450,-4 3-359,3-6-2558,8 7 3219,-1-23 0,7-5 0,-7-6 1</inkml:trace>
  <inkml:trace contextRef="#ctx0" brushRef="#br0" timeOffset="260433">18225 5015 10321,'-40'-20'944,"16"10"1,-1 2-720,-4 1 0,-1 3-90,1 3 0,1 2-45,0 7 0,3 3-90,-4 12-180,16 11-180,29-9 270,13-7 0,19-13 0,-17-8 90,13-14-90,-22 0 90,11-9 0,-11 6 0,-1 9 0,5 19-90,-10 1 90,17 14 0,-8-7-360,8 3-360,-9-8 1,-2-2-720,6 2 1439,11-1 0,-25-9 0,3-1 0</inkml:trace>
  <inkml:trace contextRef="#ctx0" brushRef="#br0" timeOffset="260666">18494 4900 10861,'31'11'269,"-4"1"1,1 2-180,6 4-270,0 2 1,-1 0-2070,4 4 900,1 0 998,-13-7 1,-9-7 0,-1-1 0</inkml:trace>
  <inkml:trace contextRef="#ctx0" brushRef="#br0" timeOffset="260849">18849 4970 10051,'-8'-16'540,"2"6"0,-8-5-91,-6 13-269,1 0-45,-10 14 0,-3 7-315,11-4 0,-1 3 180,-13 9 0,-6 3 0,5-1 0,8-4 0,2 0 0,-1-1 0,1-1 0,-1 0 0</inkml:trace>
  <inkml:trace contextRef="#ctx0" brushRef="#br0" timeOffset="264155">21566 4563 10861,'-6'-8'1709,"-6"4"-1619,-7 9 0,-11 13-90,2 14 90,13 6-180,24 5 90,6-19 0,14 1-90,6-15 90,-9-4 0,14-1 0,-2-17 0,-11-3 0,-8-24 0,-19 14 0,-25-14-180,-9 11-180,-7 5-629,-5 12-2288,16 16 3196,12 7 1,12 5 0,3-4 0</inkml:trace>
  <inkml:trace contextRef="#ctx0" brushRef="#br0" timeOffset="264449">21791 4706 10861,'12'-5'0,"0"1"0</inkml:trace>
  <inkml:trace contextRef="#ctx0" brushRef="#br0" timeOffset="265916">21968 4564 9332,'-11'-6'1079,"-2"1"-989,0 5 0,0 2 0,-3 7 0,4 11-90,3-4 90,6 12 0,18 2-90,-4-8 0,19 16-90,-1-18 0,7 0 90,-7-8-90,2-13 90,-11-10 0,0 0-90,-9-24 90,-21-1-45,-5 5 0,-3 0 45,-10-8 0,5 18 0,-1 3-270,-16 10 90,12 2-989,-12 11 1169,25 8 0,4 5 0,5 4 0</inkml:trace>
  <inkml:trace contextRef="#ctx0" brushRef="#br0" timeOffset="266399">22739 4550 9332,'-7'-17'1799,"2"8"-1530,-23 7-179,5 15 0,-4 0 0,4 16 0,19-4-90,-1 1-270,26 10 91,14-19 89,-1-6 0,4-4 45,-3-5 0,1-5 135,7-7 0,-5-6 134,-14-2 1,-8-4-90,-12-7 0,-10-1-45,-12 4 0,-8 2-45,-13 2 0,-4 5-225,5 10 0,0 6-1169,2 6 0,4 5 1349,2 11 0,21 8 0,22-9 0</inkml:trace>
  <inkml:trace contextRef="#ctx0" brushRef="#br0" timeOffset="266882">23948 4472 10141,'-13'-4'1170,"0"2"-991,-3 0 91,-16 11-90,-12 11-135,19-7 0,1 3-135,1 3 0,5 2-270,12 12-269,39 1 359,-3-23 0,6-6 135,8-2 0,2-5 135,-6-3 0,-4-6 135,-7-7 0,-9-5 45,-23-24-90,-24 16 0,-10 3-45,4 9 0,-4 5-495,-12 3 0,1 9 450,22 7 0,4 5 0,-9 15 0,23 2 0</inkml:trace>
  <inkml:trace contextRef="#ctx0" brushRef="#br0" timeOffset="267316">24528 4426 10141,'-11'37'-90,"11"13"-90,18-24 45,4-7 1,3-2 44,9-4 90,-7-8 0,3-2 45,-3-6 0,-2-1 44,15-2 181,-9-2 0,-4-5 270,-11-18-270,-15-9-135,-19 17 0,-8 2-91,-3 7 1,-2 4-90,1 1 1,0 4-586,-5 6 0,2 5 630,-9 8 0,17-5 0,-1 1 0,-13 10 0</inkml:trace>
  <inkml:trace contextRef="#ctx0" brushRef="#br0" timeOffset="268966">24486 5604 8702,'-7'-7'-2159,"-2"1"2159,2 3 0,1 2 0,2 0 0</inkml:trace>
  <inkml:trace contextRef="#ctx0" brushRef="#br0" timeOffset="269949">22547 5712 8162,'-9'-11'1440,"4"3"-1171,-3 2 541,-2 0-180,-2 0-91,-17 0-449,13 4 90,-16 5 0,10 8 0,0 5 0,-10 16-135,11-4 0,7 4-45,15-7 0,6 0-90,10 17 0,5-23 0,6-4-45,-2-7 0,0-3 90,0 2 0,1-2-1594,21-6 1,-1-4 1253,-7-4 340,1 0 0,-2-5-45,-18-4 0,-5-4 90,-4-1 0,-3-1 0,2-23-45,-23 20 0,-8 3 45,-22-1 0,21 11 0,-2 3-135,-18 7 1,-1 9-586,15 4 0,0 3 720,-10 4 0,3 3 0,13-3 0,4 2 0,1 14 0</inkml:trace>
  <inkml:trace contextRef="#ctx0" brushRef="#br0" timeOffset="270283">23255 5770 12300,'43'-5'150,"0"-1"0,-10 2 0,3 0-105,-2 1 0,6 0 0,1 0 0,-3 0-507,-1 1 0,-2-1 0,3 0 237,4 0 0,3 0 0,0 0 0,-5 0 45,5 0 1,-4 1-271,4-2 0,-6 1 450,-9-1 0,-3 0 0,-6-1 0</inkml:trace>
  <inkml:trace contextRef="#ctx0" brushRef="#br0" timeOffset="270966">24818 5550 10591,'10'-5'1889,"-11"-4"-1529,-17 2-90,-21-1-181,8 4-749,-6 4 660,19 1 128,-5 5 1,-2 1-129,-4 4-90,2 3 0,2 0 0,11 0-270,8 11-90,25-11 90,11 1 270,1-6 382,16-10-472,-12-7 382,0 0-22,9-14 90,-25 4-180,5-1 90,-12 3 0,-8 10-90,0 22 0,-5 12-135,0 1 0,0 0 45,-2 17-45,3-12 0,1 0-90,4-7 0,-1 0 45,1 5 0,-1 0 0,3 16 90,-10-23-90,-13-16 90,-7-9 0,-5-3-180,0-1 0,-3-2-1304,-14-5 0,-1-2 1484,17 3 0,3-1 0,1-3 0,4-1 0,8-6 0</inkml:trace>
  <inkml:trace contextRef="#ctx0" brushRef="#br0" timeOffset="271855">24722 5279 9152,'-36'-16'989,"-10"0"-629,4 8-270,3 3 45,13 4 0,-2 4-45,-10 9 0,-1 6-30,6 1 0,-1 3 0,0 3-152,-1 2 1,0 2 0,4 5 136,9-2 0,3 3 0,1 1 0,4-4-45,-3 9 0,7 0-90,8-1 0,6 3 0,6-5-135,10-1 0,10-4-10,-5-8 0,4 1 0,2-1 1,2-3 166,3-2 1,3-3-1,1-1 1,0-1-363,1-1 0,1-2 1,0 0-1,-3-3 400,5-1 0,-3-2 0,-2-2 30,3-3 0,-4-1 0,-9-2 0,-1-2-238,14-7 1,-1-2 237,-10 7 0,0-4 90,3-10 0,2-6 0,-7-1 0,-9-4 0,-6-4 0,1-7 0,-1-6 0,-6 0 0,-8 5 0,-6-1 0,-4-1 22,-3 4 0,-4-2 1,-2 2-1,1 3-82,2 3 0,-1 3 0,-5 1 15,-3 2 0,-4 0 0,-3 2 0,2 5 15,-3 4 0,1 5 0,-4 1-60,-1 0 0,-3 1 0,-3 2 0,0 2-414,3 5 0,-1 2 1,0 2-1,-1 1 0,1 2 273,-7 2 1,1 3 0,0 1 0,0 3 0,0 1 0,0 1 0,1 2 0,3 1 0,8 0 0,1-1 0,0 0 0,-1 1 0</inkml:trace>
  <inkml:trace contextRef="#ctx0" brushRef="#br0" timeOffset="272416">23638 6310 9691,'1'-12'2429,"-2"3"-2159,-4 57-180,2-18 0,0 4-60,1-1 0,1 3 0,0-2-30,-1 3 0,2-2-45,6-2 0,2-2-585,6 5 270,4 0-2917,9-9 3084,-14-20 1,11 0-1,-13-6 1</inkml:trace>
  <inkml:trace contextRef="#ctx0" brushRef="#br0" timeOffset="272833">24167 6392 11311,'3'-11'2518,"-6"1"-2428,-7 12 180,-9 4-90,-2 10 0,0 3-90,-5 5-45,4-2 0,1 4-90,7 0 0,3 1-315,-1 18 315,5-18 0,5-3-135,13-1 0,9-10 45,3-6 0,3-3 45,7-2 0,2-2 45,6-3 0,-1-4 45,0-12 0,-7-6 45,-15-1 0,-9-5 45,-17-14 0,-9 0-90,4 17 0,-6 3 30,-7 2 0,-5 1 0,-1 7-120,-1 7 0,-1 7-720,0-1 1,-3 3 0,2 1 809,-8 4 0,1 4 0,4 0 0,2 2 0,13-2 0,0 1 0</inkml:trace>
  <inkml:trace contextRef="#ctx0" brushRef="#br0" timeOffset="273383">24011 6318 10861,'-19'-12'629,"-9"-2"91,-15 0-270,3 7 0,-6 1-757,9 4 0,-2 0 0,-4 3 379,3 0 0,-4 1 0,-2 1 0,1 1 0,3-1-824,-8 1 1,4 0 0,-4 2 769,11 0 0,-3-1 0,0 2 0,0 2 0,4 2 27,-2 6 0,3 2 0,2 3 0,2-2-15,-3 0 0,3 0 0,4 8-76,4 10 1,2 9-1,6 2 1,11-5-75,14-3 0,11-2 0,7 0-60,0-4 0,5 3 0,4 0 0,2-3 1,2-4 89,1-5 0,4-5 0,0-2 0,1-1 0,-1-1-242,-4-1 0,-1 0 0,1-2 0,0-1 0,3-1 287,0-3 0,3-2 0,1-1 0,1-1 0,0-1 0,-1-1 0,0-1 0,-1-2 0,1-1 0,0-1 0,1-1 0,1 0 22,-6 0 1,1-1-1,1 0 1,0-1 0,1 0-1,-1-1 1,0 0 0,0-1 22,3-2 0,1 1 0,0-1 0,0-1 0,-2-2 0,-1-1 0,-2-3 0,3-4 0,-1-2 0,-1-1 0,-2-3 0,-5-1 0,-6-2 90,2-10 1,-6-3 0,-7-1 0,-7-1-1,-6 1 0,-5-2 0,-9 1 0,-10 3-13,-7 13 0,-8 1 0,-7 2 0,-5 2 0,-2 1 1,0 2-1,2 2-121,0 2 1,1 2 0,-1 1 0,-2 3 0,0 1 0,-3 0 0,-2 0 2,8 3 0,-3 0 0,-1 0 0,-2 1 0,-1 1 0,0 0 0,-1 1 1,2 0-1,0 1 0,1 0 0,2 1-184,-5 0 0,0 2 0,2 0 0,0 1 0,1 1 1,0 0-1,-1 1 0,1-1 170,-1 1 0,-1 1 0,0 0 0,1 0 0,0 1 0,1-1 0,3 1 1,2-1-1,-4 2 0,2-1 0,2 0 0,2 1 0,1-1 0,1 2 0,-1-1 1,1 1-1,0-1 0</inkml:trace>
  <inkml:trace contextRef="#ctx0" brushRef="#br0" timeOffset="274233">20664 6349 10321,'-9'-4'450,"1"0"989,0 1-1349,38 12 45,-3-2 0,5 0-75,4 2 0,5 1 0,3 0-880,0-1 1,3 0 0,1 1 0,-4-2 554,1 0 0,-4 0 0,3 0 265,-2-1 0,2 1 0,1 0 0,-2-1 123,-3-1 1,0-1-1,-1-1 1,-1 1-94,4 1 0,-1-1 0,2 0-8,-3 0 1,3 0-1,-2-1 1,-5-1-23,-1 0 0,-4-1 0,-3 0 0,-4-1-90,3-1 90,-5-2 0,-13 2 0,-1-2 0</inkml:trace>
  <inkml:trace contextRef="#ctx0" brushRef="#br0" timeOffset="274749">22082 6388 11580,'20'13'360,"-2"7"-270,-2 22 0,-5-13-90,1 12-270,0-8 90,-4-11-989,7 11-270,-9-25 1439,5 4 0,-3-8 0,2 0 0</inkml:trace>
  <inkml:trace contextRef="#ctx0" brushRef="#br0" timeOffset="275149">22377 6439 10321,'1'-9'1259,"-14"16"-1079,-7 22-180,6-8 0,3 3-225,3 7 1,5 1-226,14 16 270,7-25 0,6-4 225,3-10 0,3-5 135,1-6 0,-1-3 0,15-10-1,-25-4 1,-7-5 45,-12-2 0,-4-1-180,4 1 0,-4 0 90,-12-12 0,-9 3-270,-2 14 0,-6 5-1504,-11 1 1,-2 3 1091,11 5 1,0 4 0,-4 8 0,2 4 0,-2 3 0</inkml:trace>
  <inkml:trace contextRef="#ctx0" brushRef="#br0" timeOffset="284099">19610 4434 9512,'5'-18'539,"-4"6"-359,8-7 0,2-3-90,-2 5 0,9-15-45,-3 9 0,1-2-45,-1 0 0,1-1 45,10-15 0,-1 0-45,-1-2 0,-9 18 0,-2 1 0,-1-2 0,-3 8 0,2-3-3238,-5 12 3238,-7 11 0,0 2 0</inkml:trace>
  <inkml:trace contextRef="#ctx0" brushRef="#br0" timeOffset="284832">19872 3789 9871,'1'-8'810,"5"1"-810,0 3 0,5 2 90,11-6-90,-8 3 90,12-9 0,-1-3-90,-8 5 0,11-11 0,-13 9-90,1 0 90,1 13 0,-2 26 0,2 13 0,-6-6 0,-2 1 0,0-8 0,0 0-45,0 4 0,0-3-945,3 7 990,-5-11 0,-4-13 0,-3-7 0</inkml:trace>
  <inkml:trace contextRef="#ctx0" brushRef="#br0" timeOffset="285065">19976 4005 8972,'-7'7'630,"8"-1"-541,27-3 1,-7-1-90,28-5-630,-15-3 1,1-4 629,-3 0 0,0-1 0,7-4 0,-2-1 0,-13 0 0,0 1 0</inkml:trace>
  <inkml:trace contextRef="#ctx0" brushRef="#br0" timeOffset="285583">20135 3446 7982,'-44'-11'0,"15"5"0,-1 2 90,0 1 0,-1 2-45,-9 2 0,0 2-45,5-1 0,2 1-369,1 4 0,1 2 414,2 2 0,0 3-15,-2 5 0,-2 4 0,0 1 0,3 0 0,1 1 0,2 5-8,4 0 1,0 3 0,3 2-1,6-1-22,5 4 0,6-1 0,8 1 22,6-2 1,7 1 0,4-1-1,1-4 8,12 2 0,4-5 0,0-1-323,-1-1 0,1-1 0,2-4 322,7-6 1,3-4 0,-4-3-1397,-2-4 1,-1-3 1366,-9 2 0,1-1 0,3-2 67,3-5 1,5-3 0,-1-2-1,-3-1-184,-1-3 1,-3-1 0,2-4 170,-4 1 0,3-4 0,1-1 0,-3 0 0,-6 1-314,-1-2 0,-6 1 0,-2-3 260,-2-4 0,-3-3 0,-5 4 90,-7-13 20,-13 3 1,-8-7 0,-2 3-66,-3 2 0,-8 2-50,-2 7 0,-9-3 0,-4-1 0,0 3 0,6 7 5,1 4 0,4 6 0,-6 1 0,-1 2 0,-5 0 0,-2 1 0,-1 3 0,2 3-89,-3 6 1,0 4-1,1 2 1,0 2-160,0 0 1,1 1 0,0 1-1,0 1 37,0-2 0,0 0 0,2 1 0,3 3 211,-1 6 0,4 3 0,7-1 0,-4 13 0,14-12 0,1 0 0</inkml:trace>
  <inkml:trace contextRef="#ctx0" brushRef="#br0" timeOffset="290132">12895 5249 8432,'-20'-1'1709,"19"-5"-1619,11-1-45,13-2 0,7-1 0,12-3 0,4-1-45,-10 2 0,1 1 0,1-1 0,8-3 0,0-1 0,-3 1-131,-1 1 0,-2 0 131,4-3 0,-6 2 90,-15 6 87,12-5 3,-10 5-90,-1 0 0,0-1-90,-10 3 0,-3 3 66,-5 1 0,-2 1 0,0 1 1</inkml:trace>
  <inkml:trace contextRef="#ctx0" brushRef="#br0" timeOffset="291116">13536 5950 8882,'-13'-1'1799,"36"-6"-1619,16-5-120,1 2 0,10-2 0,0 0-834,-3 1 0,-1-1 0,4-1 792,-10 3 0,3-1 0,2-1 0,-3 1 0,-3 1 12,2-1 0,-4 1 0,1 0-30,3-2 0,0-1 0,-5 2-166,-6 2 1,-4 0 165,16-6 340,-15 6 0,-3 1-340,-4 1-90,2-1 90,-7 3 0,-9 4 0,-2 0 0</inkml:trace>
  <inkml:trace contextRef="#ctx0" brushRef="#br0" timeOffset="294449">8835 10031 8432,'1'-14'2429,"-1"-1"-1890,1 4 181,-2 1 270,1 4-721,-2-1-89,14 26-90,-3-3-45,7 17 0,1 8 15,-7-9 0,-2 1 0,1-1-388,4 13 0,-1 2 350,-5-8 0,0 3 1,-1 1-1,-2-3 8,-3-4 0,-1-2 0,0 3-30,1 5 0,-1 4 0,-1-1 0,0-5 0,-2 8 0,-1-4 45,0 6 0,0-5-45,-1-1 0,3-12 0,0 5 90,6-25-90,12-2 0,11-15 0,-2-1 0,9-9 0,-7 6 0,3-1 0,4 1 0,6 0 0,0 2 0,6-2 0,3 1 0,0 1-248,-7 2 1,-1 0-1,2 1 1,1 0-1,2 0 248,-4-1 0,3 1 0,1 0 0,0 0 0,1 0 0,-3 0 0,-2 0-440,2 1 0,-2 0 1,-2 0-1,0 0 1,2 0 439,2 0 0,2 0 0,-1 0 0,-1 0 0,-5 1 0,3-1 0,-4 2 0,-1-1 0,6 0 0,-1 0 0,9 0 0,-5 0 0,-4-1 0,-2 2 0,-2-2 0,-22 2 1485,2 0-1485,-6 0 2698,-2-2-2698,-11-7 0,-5-8 0,-13-28 0,5 8-105,8 9 0,-1-5 1,1-2 104,0-9 0,0-2 0,0-2-194,-1 8 1,0 0-1,-1-2 1,-1-2 175,1 3 0,-2-2 0,0 0 0,-1 1 0,0 3 18,-1 1 0,-1 3 0,0 1 0,0 1 0,-4-6 0,0 2 0,0 4-45,-3 2 0,2 5 45,-4 1-90,-3 5 90,2 15 290,-16 5-290,-7 9 30,7-3 0,-7 1 0,3-1-281,0 0 1,-2 0 250,11-1 0,-5-1 0,-2 1 0,-2-1 0,-1 1-494,-3-1 1,-2 0-1,-2 0 1,0 0-1,1 0 1,3 0 493,2-1 0,3 1 0,1 0 0,-2-1 0,-2 1-204,2 0 0,-2-1 1,-1 1-1,-1-1 0,0 1 1,2 0-1,3-1 204,-2 1 0,4 0 0,0 0 0,-1 0 0,-3 0-138,3 1 0,-3-1 1,-2 1-1,-1 0 1,1 1-1,0-1 1,1 1 122,-4 0 0,1 0 0,1 0 0,-1 1 0,1-1 0,0 1 15,2-1 0,-2-1 0,1 1 0,1 0 0,2 0 0,4 0-68,-5 3 1,3 0-1,4 0 1,7-1 318,-8 4-1420,-5 11 2666,41-14-4774,22 3 3017,-9-9 0,18 0 0,-7-3 0</inkml:trace>
  <inkml:trace contextRef="#ctx0" brushRef="#br0" timeOffset="294891">8971 10026 10321,'15'-5'-540,"9"-2"810,-1-1 450,12-8-270,-14 5-1,3-4-269,-11 17-90,4 14 0,-1 15 0,0 10-90,-1-2 0,1 4 0,-1-1-507,-2-7 1,-1-1 0,1 2 506,3 11 0,2 1 0,-2-2 30,-5-12 0,0-1 0,0 0-95,0 1 1,1 1 0,-1 0-146,0-2 0,1 0 0,-2-3 75,-1-2 0,-1-4-2384,2 0 2519,-5-19 0,6-7 0,1-6 0</inkml:trace>
  <inkml:trace contextRef="#ctx0" brushRef="#br0" timeOffset="295199">9735 9933 9961,'-5'-11'810,"6"27"-540,7 31-225,-4-19 0,1 4-249,1 7 0,2 6 0,-1 0 271,-1-8 1,0 0-1,-1 2 1,1 1-255,0-2 1,-1 2 0,1 0 0,0 1 0,0-2 208,2 7 1,0-1-1,0 0 1,1-3-203,1 7 0,0-2 0,0-6 0,-2-9 0,2-6 285,11 10 0,-17-31 0,3-1 1</inkml:trace>
  <inkml:trace contextRef="#ctx0" brushRef="#br0" timeOffset="295532">8818 10266 9961,'-25'-6'900,"8"1"-720,34-1 0,15 1-121,5 0 1,8 1 0,5 0-529,-13 1 1,4-1 0,3 1 0,1-1 0,2 0 0,0 0 0,-1 0 321,-3 1 1,1 0-1,0-1 1,1 1-1,-1 0 1,1 0-1,-1 0 1,0 0 146,2-1 0,-1 1 0,0 0 0,1 0 0,-1 0 0,1 0 0,1-1-45,1 1 0,3 0 0,1 0 0,0 0 0,-1-1 0,-2 1 0,-4 1 0,-3-1-113,4 1 1,-6 0 0,0 0 0,3-1-233,0 1 0,4-1 0,2 0 0,-2 0 1,-4 1-1,-7 0 390,7-1 0,-7 1 0,-4 0 0,-9 0 0,-20 1 0</inkml:trace>
  <inkml:trace contextRef="#ctx0" brushRef="#br0" timeOffset="295866">8841 10574 9512,'-26'10'1349,"-3"3"-989,20-9 269,-4 3-449,24-1-60,19-5 0,13-3 0,4-1-98,-4 1 1,3 0-1,3-1 1,4-1-425,-15 2 1,3-1-1,1 0 1,2 0-1,2 0 1,0-1-1,2 1 1,0-1 368,-4 1 0,1 0 0,2-1 1,0 0-1,1 0 0,1 1 1,0-1-1,0 0 0,0 0 1,0 0-1,-1 0-265,0 0 0,0 0 0,1 0 0,0 0 0,-1 0 0,0 0 0,1 0 0,-2 0 1,1 0-1,-2 0 0,0 1 134,5-1 0,0 0 0,-1 0 0,0 0 0,-1 0 0,-1 1 1,-1-1-1,-1 0 0,-1 1 0,3-2 0,0 1 0,-1 0 1,-2 0-1,-3 0 0,-2 0 0,-5 0 0,0 1 0,0-1 1,1 1-1</inkml:trace>
  <inkml:trace contextRef="#ctx0" brushRef="#br0" timeOffset="328734">5992 7570 10591,'-24'0'630,"0"1"-540,10 0-1,-10 6-89,3 0 90,-15 11 90,6 0-90,10-4 0,0 2 0,-9 13 0,11-8 0,1 1 0,-1 5 0,-3 10 90,6 5-90,4-5-45,5-7 0,1-1-45,3 0 90,3 3-90,3-5 0,-1-9 0,2 10 90,2-2-90,-2-2 90,4 15-90,-4-19 0,2 7 0,0-1 0,-2-7 0,4 10 90,2 0-90,-1-4 0,7 16 0,-9-22 0,3 6 0,-1-5 0,-2-5 90,2 10-90,-3 3 0,-1-9 0,2 11 0,-2-6 0,-3-7 0,2 9 0,-6-4 0,2-6 89,-3 8-89,-2-2 0,2-7 0,-3 8 0,2-7 0,-2-1 0,-3 7 90,1-9-90,-4 5-90,5-8 90,-1 1 0,5-5 0,5-2 0,18-6 0,11-7 0,-3 0 0,13-10 0,-15 4 0,-5 2 0,1-3 0,15-11 0,-14 6 0,-3 0 0,3-3 0,5-16 0,-13 8 0,0-4 0,-4-7 90,-8 21-90,-2-4 0,-2 16 0,1-11 0,-3-2 0,1 3 90,-3-10 0,3 8 0,-3 1 0,0-10 0,0 5-90,-1 0 90,2-10 0,2 1-90,1 4 90,3-14 0,-1 14-90,1 1 90,0-10-90,-1 10 0,-1 1 90,0-9-90,-1 3 0,-2 6 0,0-11 0,-1 17 0,-1-1 0,-1-3 0,0 6 0,-1 2 0,-2-9 90,0 10-90,-1-4 90,-7 2-90,-6 6 0,3 2 0,-20 0 0,2 10 0,0-1 0,10 6 0,0 2-135,2 4 0,1 2-45,-18 5-405,17 0 1,4 2-2693,6 5 2769,1 0 1,10 0-1,5-8 1</inkml:trace>
  <inkml:trace contextRef="#ctx0" brushRef="#br0" timeOffset="331401">5947 7708 10861,'11'-6'-900,"0"-1"900,-1-2 90,-3 1 180,-1-2 0,-3 4-90,-3-3-90,-3 4-90,-8 4 90,-11 8-90,-15 14 0,10 0 0,0 2 0,7-8 0,1 2 45,-5 7 0,3 1-45,-5 10 0,9-9 0,-4 7 90,16-21-90,13-8 0,11-18 0,2-4 0,1-3 0,10-16 0,-9 8 0,0-1 45,-10 6 0,-1 2-45,12-19 0,-10 8 90,-14 25-90,-11 9 0,-13 20 44,6 1 1,0 3-45,-11 16 0,12-10 0,4 1 0,3 13 0,0-7 90,13 2-90,3-29 0,18-10 0,-3-20 0,4-4 0,-13 1 0,-2-1 90,-1-14-90,1 4-90,-13 3 90,-4 24 0,-29 20-90,14 0 90,0 4 0,1 3 0,-7 19 0,8-11 90,-2 15-90,17-31 0,3 7 0,5-15 0,10-5 90,6-14-180,8-20 90,-6 5 45,-8 4 0,-1-2-45,1-7-90,-3 4 90,-16 26 0,-10 41 0,-2-3 0,8-1 0,3 1 0,4 6 0,4-12 0,1-2 0,4 5-90,12-10 90,13-32 0,7-16 45,-10-7 0,-3-5-45,-8 9 0,-4-2 45,1-7 0,-9 4-45,-18 17 45,-8 28 0,-4 12 0,1 7 0,1 7-15,3-1 0,0 4 0,3-3-30,2-1 0,2-2-45,3 5 0,6-2-315,16 7 181,6-15-1,22-12 135,-18-28 0,-1-7 45,-1 2 0,-1-2 0,0-17 0,-4-2 45,-7 12 0,-3 1-45,1-1 0,-2 1 180,-9-15-90,-11 38 89,-21 32-179,10 2 0,7 2 0,2 5 45,8-3 0,4-1-45,0-10 0,1 0 45,0 10 0,3-2-135,10 6 90,-2-14 0,6 2-90,13-35 90,-12-1 0,17-22 0,-18 1 0,-3-3 0,4-9 0,-5 2 0,-3 0-90,-9 6 180,-6 10-90,-14 47 0,7 8 0,4 3 0,3 6 0,8 8 0,3-1 45,-1-12 0,2 0-45,2 3 0,3 3 0,0-8 0,4-1 0,9 5 90,1-44-180,1-19 90,2-6 0,-15 2 0,-2-2 0,-3-14 0,-2 2 0,-10 14 0,-4 28 0,-7 11 0,5 13 0,1 5 0,-5 12 0,7-6 0,2 2-45,6-5 0,1-1 45,0 11-45,2-11 0,4-3-224,10-6 179,6-12 0,4-22 0,-4-28 180,-14 0 90,-7 7-90,-18 25 89,-11 27-44,4 7 0,0 5-90,3 0 0,2 1 0,-3 9 0,5-2-45,3 3-90,11-6-629,17-25 89,-2-3 630,21-17 0,-10-7 0,12-10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3:33.5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5854 6686 14459,'2'-9'629,"0"0"-269,-1 3 0,0-1 0,1 2-90,0 0-270,0 9 0,0 1 0,0 7 90,-2-3-90,1 7 0,-1-2 0,1 5 90,-1-5-90,0-1 0,0 1 0,0 0 0,0-1 0,1 6 0,0 0 0,1 1 0,-1-3 0,0-7 0,1-2 89,0-3-89,6-4 0,0-4 0,7-6 0,1-5 0,6-7-1021,5-7 1021,5-6-1637,4-4 1682,-15 15 0,2-1-45,0-1 0,1-2-371,1 0 1,2-2-1,1 0 401,-1 1 0,1-1 0,1-1-30,4-4 0,1-1 0,-2 3 0,7-5 0,-2 2 0,0-1 0,-3 4 0,2 0 45,-14 13 0,-1 0-293,5-4 248,-9 8 690,4-4-780,-12 11 1492,1 0-1492,-4 3 1354,-1 1-1444,-2 1 33,0-1-483,1 1-359,0-1-3688,-1 1 4677,2 0 0,-2 2 0,-1 0 0</inkml:trace>
  <inkml:trace contextRef="#ctx0" brushRef="#br0" timeOffset="1533">10994 8366 15718,'-12'-5'2698,"27"5"-2518,4-2-90,26 4-90,-1-6-1216,7-2 1306,-8 1 0,5-1-978,-10 2 1,2 0 0,0 0 887,-1 1 0,-1-1 0,1 1 30,6 0 0,0 0 0,-2 0-599,5 2 0,1-1 599,3 1 0,5 1 0,-2-1-587,-11 1 0,-3 0 0,3 1 557,-1-1 0,2 1 0,0-1 0,-3 2-262,2-1 1,-3 1 0,1 0 261,1 0 0,0 0 0,-1 1 0,1-1 0,0 1 0,0 0 0,0 0 0,0-1 0,0 1-151,-1 0 1,0 0 0,0 0 150,0-1 0,0 1 0,-1 0 56,-1 0 0,-1 0 0,0 0-56,18 1 0,-1 0 0,-2 0 0,-2 0 406,-6-1 0,-1 1-406,-3-1 0,-1 0 0,5 2 0,0 0 0,-8-2 0,0 1 0,3-1 0,-3 1 0,6 0 1457,-14-1-1457,-19-2 2133,2-1-2043,-8 0 2745,1-2-2835,-1 1 130,-2 3-1029,-5 6 476,0-1-656,-4 0-1530,2-4-1618,-1 0 4227,0-1 0,-6 1 0,0-1 0</inkml:trace>
  <inkml:trace contextRef="#ctx0" brushRef="#br0" timeOffset="3480">18759 7483 15268,'8'-9'720,"-2"1"-540,-2 5 0,-1-1-90,1 1 0,0 1-90,1 2 0,0 2 90,-1 3-90,-1-1 0,0 2 0,-1-1 0,1 5 0,0-1 0,0 3 0,-1-2 0,1 0 89,-1 1-89,1 1 0,-1 0 0,0 1 0,-1-1 0,1 0 0,0 0 0,1 0 0,-1-1 0,1 3 0,0-4 0,1 5 0,-2-9 0,0 3 0,0-5 180,1 0-90,4-4 0,3-3 0,4-6 0,4-5 0,6-5-360,5-8 405,-4 3 0,0-1-90,-5 5 0,0-1-575,14-15 0,2-3 620,-4 3 0,1 0-60,-4 3 0,1-1 0,-1 1 15,7-9 0,0 1-15,-7 10 0,-1-2 0,0 2 15,4-3 0,-2 1 0,-1 2 0,-1 2-45,-4 4 0,-3 3 0,5-6-310,-4 7 310,-4 2-180,-3 4 1,-3 3 116,-2 2-387,-2 2 1044,-2 1-2123,0 1 1648,-1 0 1,-3 3 0,1-1-1</inkml:trace>
  <inkml:trace contextRef="#ctx0" brushRef="#br0" timeOffset="7772">7744 3689 11670,'7'-6'180,"0"1"-90,-3 2 0,2-1 0,0 1 90,4-2-90,3 0 0,0 1 0,4-1-90,-3 3 90,-1-1-90,0 3 0,-5-1 90,-1 2-90,0-1 0,0 3 90,-2 1-90,0 1 0,-2 2 90,-2 2-90,-1 1 90,-5 12 179,-9 11 1,-10 12-90,-1-4-45,7-16 0,-1-1 225,-13 14-1342,0-1 1072,4-6 90,11-12-132,2-2 42,3-3-90,3-2 90,1-1 0,2 0 0,2-2 977,1 0-977,3-1 46,3 3-46,7-3 0,8 2-90,0-5 90,12-3 0,-4-2-90,1-2 0,-3-1 0,-7 0 0,-1 0-90,-1-1-90,-2 1-90,-1 0-269,-2-1-181,-1 2-1349,-1-1-269,-2 0 2338,0 1 0,-2-1 0,-1 1 0</inkml:trace>
  <inkml:trace contextRef="#ctx0" brushRef="#br0" timeOffset="8264">8120 3794 14189,'-1'-12'1529,"0"2"-360,1 2-539,0 2-630,-4 8 90,1-1 0,-3 7-90,1-1 90,0 0-90,-1 1 0,0 0 90,-1 1-90,0-1 0,0 2 90,1 0-90,-1 1 0,2-1 0,-1 4 90,2-4-90,2 3 0,3-1 0,2-4 0,3 4 0,1-5 0,1 0 0,2 1 90,1-1-90,2 2 0,-2-2 0,1 3 0,-1-1 0,-1 2-90,-2 0 90,0 2 0,-3 0-90,-2 0 90,-1 2 0,-3 0 0,-1 1-90,-6 9 90,-4 1 0,-6 6 0,1-8 0,-1-4-90,5-8 0,0-1-90,0-3 0,2-2-180,1-1-89,2-2-811,1-2-1078,1-4 2338,4-6 0,2-8 0,4-5 0</inkml:trace>
  <inkml:trace contextRef="#ctx0" brushRef="#br0" timeOffset="8497">8074 3859 15178,'-4'-9'540,"1"1"-90,1 1-180,3-1-90,1 0-1,3 0 1,2 2-90,1 0 90,2 0-90,1 0 0,1 1 0,1-2 0,-1 2 0,2 0-360,3-2 0,-5 2-989,7-1-5127,-9 2 6386,1 1 0,-6 2 0,-3 0 0</inkml:trace>
  <inkml:trace contextRef="#ctx0" brushRef="#br0" timeOffset="8965">8398 3778 15898,'6'-10'1169,"0"1"-539,-4 6-90,1-2 719,0 1-1259,-18 26 90,5-6-649,-15 25 559,8-13 89,2 3-89,0 1 90,1 1-678,2-1 588,0 0 90,3-1-90,1-3 0,2-3-90,2 4 0,4-3 700,3 4-700,5-7 0,0-8 90,4-5 628,-3-5-628,1-2-90,1-2 90,0 0 0,1-3 0,-2-1 0,1-1 0,-2-1 0,0-1 0,-2 0 0,-2-1-90,-1-3 90,-8-3 0,-6 3 0,-8-1 0,0 8-90,3 1-90,2 3 0,1 1-180,1 0-89,0 0-901,-3 1-89,5 0 1439,-3 1 0,8-2 0,1 0 0</inkml:trace>
  <inkml:trace contextRef="#ctx0" brushRef="#br0" timeOffset="9331">8513 4000 15178,'2'-8'2699,"1"1"-2519,4 8 0,-2 1-90,5 4-1,-3 0 1,1 0 0,2 1 0,0 2 0,8 7 0,-4-4 0,7 6-90,-6-6 0,1 0-180,-2 1-359,6 3 89,-6-5-270,2 2-2788,-5-4-539,-4-4 4047,0 0 0,-5-4 0,-1 0 0</inkml:trace>
  <inkml:trace contextRef="#ctx0" brushRef="#br0" timeOffset="9533">8710 3934 15808,'-4'-9'630,"-1"1"-450,-2 13-1,1-1-89,-4 9 90,2-1-90,-1 2 0,-1 2 0,-2 4 0,-1 2 90,-7 13-180,5-7 0,-8 14-270,10-18-90,0 1-269,4-8-541,1-4-1168,2 0-990,2-3 3328,1 1 0,1-3 0,0 0 0</inkml:trace>
  <inkml:trace contextRef="#ctx0" brushRef="#br0" timeOffset="9989">8895 3916 14908,'1'-9'720,"-1"1"90,1 2-1,-1-2-89,0 2-181,0-2-269,1 2-90,1 1 90,1 0-90,2 2-90,2-1 90,1 1-90,2-1 0,0 1 0,2 0 0,0 0 0,0 1-1,1 1 1,3 1 0,-4 1-90,1 0 90,-4 2-90,-2 1 0,-1 1 90,-1 8-90,-3-3 0,-3 8 90,-4-3-90,-2 4 0,-4 3 0,-3 2-565,-2 3 565,-1 0 0,-2-1 0,2-1 0,1 0 0,-3 4 0,4-2 0,3-3 89,5-5-89,4-8 0,2-2 0,2-1 0,5 3 566,-1-5-566,5 3 0,-2-7-90,2 1 90,1-3-180,0 0 90,2-1-179,1-1-1,0-1 0,1-1-180,0 0-629,4-2-1530,1-2-3327,2-3 5936,-7 1 0,0-2 0,-5 2 0</inkml:trace>
  <inkml:trace contextRef="#ctx0" brushRef="#br0" timeOffset="10430">9313 3949 15268,'3'-11'630,"-1"1"0,1-2-181,-1 4-89,0-2 450,0 4-181,-1-1-179,0 1 539,0-1-899,-9 10 0,3 0 0,-7 9 0,4-3-90,0 2 90,0 0-90,0 0 0,1 1 90,-2 4-90,4-4 0,-1 2 0,5-4-90,1-1 0,2-1 0,1 1-90,6 4 1,5 1-1,8 3 90,-2-3 0,0-2 0,-6-2 0,-2-2 0,-1 0 90,-1 1-90,-3 1 0,-3 0 90,-3 1-90,-3 0 90,-2 2-90,-3 1 90,-2 1 0,-3-1 0,-4 3-90,0-2 90,-13 5-90,1 0-180,-8-2-359,7-3 179,8-8-1259,1-2-720,11-5-1528,-1-3 3957,6-1 0,0-7 0,1-1 0</inkml:trace>
  <inkml:trace contextRef="#ctx0" brushRef="#br0" timeOffset="10665">9251 3926 15178,'-1'-8'180,"2"-1"0,0 3 0,1-1 90,1 3 0,0-1 0,1 0 269,5-2-179,5-1-90,9-1-90,-1 1 0,13-1-90,-12 5 0,6-2-90,-11 3-270,-1 1-90,-3 0-270,0 0-539,-3 1-1350,-1 0-1258,-2 1 3777,-1 1 0,-1 0 0,-1 0 0</inkml:trace>
  <inkml:trace contextRef="#ctx0" brushRef="#br0" timeOffset="11392">9662 3957 18866,'7'8'270,"0"1"-270,-4-5 90,1 2-90,-1-2 90,3 3 0,-3-2 0,2 2-1349,-2-2 629,4-7 180,-4 0 90,4-10 91,-4 4 89,2 1 0,-2 1 90,0-1 90,-1 3 0,0-2 180,0 1 180,0 0-1,0 0 181,0-2 0,0 1-270,-5 2-270,-3 5 89,-2 1-89,-4 6 90,3 0-90,-2 2 90,-2 2-90,-2 5 90,-10 11-90,5-3 0,-6 8-611,11-9 701,0 2-90,3-3 0,-1 10 0,5-10 90,0 14-90,6-8 0,2 3 0,3-8 0,6-1 0,-2-12 0,5 1 90,-2-6 521,0-2-611,2-2 0,1-2 0,2-1 0,0-1 0,2-2 0,1-2 90,6-7-90,-6 2 0,9-13 0,-14 8 0,3-7 0,-8 1 0,-4 4 0,-4-3 0,-4 8 0,-4 1 0,-2 2 0,-4 2 0,-2 3 0,-1 1 0,-2 3 0,0 3-90,0 2 90,0 3-90,0 1-180,2 1-89,1 1-271,3 0-3148,-1 4-539,5-5 4317,-1 3 0,4-2 0,-1 1 0</inkml:trace>
  <inkml:trace contextRef="#ctx0" brushRef="#br0" timeOffset="11714">9857 4189 16618,'4'-11'1619,"-1"3"-1260,2 5 1,-1 2 0,3 0 180,4 1-270,-1 2-91,5 1 1,-3 0 0,1 1 0,0 1-90,1 1 90,1 2-90,-1 0 0,1 2 0,-1 0 0,0 1-90,6 6-270,-2 0-360,3 4 181,-8-7-991,-1-1 1440,-6-7 0,-2-1 0,-2-3 0</inkml:trace>
  <inkml:trace contextRef="#ctx0" brushRef="#br0" timeOffset="11906">10086 4128 15358,'-11'-3'810,"1"2"-540,2 6-1,-1 0 181,-5 10-180,1-3-90,-4 7-90,3-1 90,2-1-90,-2 2 0,2-1 0,1-1 0,-5 7-450,-1 0-810,-3 4-359,7-9-4137,2-1 5666,8-11 0,1-1 0,2-4 0</inkml:trace>
  <inkml:trace contextRef="#ctx0" brushRef="#br0" timeOffset="12430">10315 4010 15808,'0'-11'1169,"0"1"-719,0 1-90,0 2 90,-1-1-91,0 1 271,1 1-360,-1-3 180,1 3-181,0-4-89,1 4-90,1-1 90,5 1 0,4 1-90,0 2-90,1-1 90,-2 4 0,0-1-90,1 0 90,0 1-90,0 0 0,1 1 90,6 2-90,-5-1 0,4 1 0,-7 1 0,0 0 90,-2 1-90,1 6 0,-5-2 0,-1 6 0,-6-2 0,-3 3 0,-4 3 0,-3 4-495,-4 1 495,-2 0 0,0 0 0,0-2 0,2 1 0,-3 4 0,7-8 0,0 2 0,8-8 90,1 3-90,4-3-90,2 2 0,8 0 0,6 1 90,1 0-90,2 0 90,-6-3 405,-1 0-405,-1 2-90,-3 0 90,-2 1-90,-3-1 90,-4 0 0,-4 2-90,-7 3 90,-17 9 0,-2-5 0,-13 6-90,8-12-1101,-14 4 1191,16-8-180,-8 2-809,16-6-91,9-4-539,1 0 0,7-3 1619,3-2 0,3 0 0,2-1 0</inkml:trace>
  <inkml:trace contextRef="#ctx0" brushRef="#br0" timeOffset="13797">10435 5741 13379,'0'-12'2699,"2"2"-2339,2 7-270,2 1 0,1 0-1,1-1 1,2 0 0,0 1 0,2-1 0,2 0-90,1 2 90,1-2 0,8 2 0,1-1-90,0 1 90,1 1-90,-8 1 0,2 2 0,-7 0 0,-3 5 0,-6-3 90,-2 5-90,-4-4 0,-1 3 0,-1 0 0,-2 1 0,-6 5 0,-2 2 0,-4 4 0,4-6 0,0 1 0,3-4 90,1 1-180,3-3 90,3 0 90,3-5-90,1 2 0,2 0 0,2 1 0,2 1 0,1 0 0,2 2 0,1 1 0,-1 1 0,5 7 0,-4 1 0,0 6 0,-6-6 0,-10 7 0,-10-3 0,-4 1-515,-6-2 515,1-8 0,1-1 0,-2-3-215,3-1 215,1-1 0,2-2-90,-2-1-90,5-1-719,-4 1 899,11-5 0,2 0 0,5-2 0</inkml:trace>
  <inkml:trace contextRef="#ctx0" brushRef="#br0" timeOffset="14114">10965 5969 15358,'-4'-8'1529,"1"0"-1079,6 5-270,4 4 0,4 3 0,4 5 0,-3 1-90,2 2 90,3 2-91,2 2 1,0 0-247,1 2 247,-3-2 0,1-1 0,0 2 0,-2-2 0,8 7-90,-6-7 0,3 3-180,-7-7-180,-2 0-89,0-2-271,-2-2-472,-2-2-1327,0-1-1348,-2-2 3867,0-1 0,-3 0 0,-1-1 0</inkml:trace>
  <inkml:trace contextRef="#ctx0" brushRef="#br0" timeOffset="14331">11334 5991 15808,'-8'-9'540,"1"1"-270,0 5-91,0 1 91,-1 1 0,-1 2 0,-2 2 0,-1 3-90,-2 2 0,-1 1-1,-3 4 1,-1 1 0,-2 5-90,0 0-212,1 1 212,0 1 90,-8 8-360,0 1-90,1-1-180,5-5-90,11-9-1888,-4 3-1,6-4-989,-1 1 3418,6-7 0,2-1 0,1 0 0</inkml:trace>
  <inkml:trace contextRef="#ctx0" brushRef="#br0" timeOffset="14872">11701 5933 15178,'-3'-14'720,"0"2"-90,-3 3-91,3 3 271,-4-4-450,4 4 179,-1-1-449,4 1 0,3 4 0,3-1 0,1 3 0,1-1-90,1 1 90,2 0 0,1 0-90,2-1 90,8 2-90,3-1 90,6 2-90,-1 0 90,-11 1-90,-3 0 0,-7 0 0,-3 0 0,-2 1 0,-6 5 0,-2-1 0,-5 4 0,-2-4 0,-2 2 0,-8 5 0,3-3 0,-4 5 0,9-7 90,-2 4-90,6 2 0,3-1 0,7 0 0,7-3-90,4 0 90,5 1 0,4 0-456,5 1 456,-1-1 0,1 0-90,-4-1 18,-1-1 72,-4-1 0,-2-2-90,2 3 90,-5-2 0,-2 2 363,-8 1-363,-10-1 75,-4 1-75,-9 1 0,-2-3 0,-17 7 0,8-5-488,-9 4 398,14-6-90,4-1-180,4-1-423,1 0-117,4-2-719,1 0-4497,0 0 6116,6-2 0,1-1 0,5-1 0</inkml:trace>
  <inkml:trace contextRef="#ctx0" brushRef="#br0" timeOffset="15516">12297 5994 15898,'8'-6'2249,"-1"2"-1800,5 7 1,3 4-270,0 0 90,11 7-180,-10-4-210,10 7 210,-8-5 0,5 4 0,-2 0-90,2 1 90,0-1 0,0 2-90,0-3 0,-3 1-180,6 1 0,-8-5-450,9 5-269,-10-6-1170,0-2-4587,-6-5 6656,-3-4 0,-4-2 0,0-3 0</inkml:trace>
  <inkml:trace contextRef="#ctx0" brushRef="#br0" timeOffset="15733">12680 6021 16078,'-4'-9'1709,"2"1"-900,0 1-629,-3 4-90,0 4 90,-4 4-90,-2 3 0,-6 4 90,-17 12-90,1-2-45,4-1 0,-2 1-45,-10 4-764,14-8 0,1 0 584,-11 7-270,6-3-359,1-1-3419,-1 5-89,9-8 4226,-2 5 1,8-5 0,1 0 0</inkml:trace>
  <inkml:trace contextRef="#ctx0" brushRef="#br0" timeOffset="18006">12937 5795 15898,'10'-5'360,"-1"1"-270,-3 1 180,4 0-1,3-2-179,0 1 0,1-1 90,-4 2-90,-1 1 0,1 0 0,0 1 0,1-2 0,0 1 0,1 0-90,-1 0 90,1 0 0,4 1 0,0-1 0,4 1-90,-2 1 90,-4 2-90,-1 0 0,-5 0 0,-2 1 0,-2 1 0,-6 3 90,-1 0-90,-5 4 0,-3 0 0,-1 0 0,-3 1 0,0 1 0,0-1 0,2 0 0,-5 5 0,5-1 0,-1 5 0,8-6 89,7 2-89,2-8 0,6 4 0,0-5 0,2 0 0,1 1 0,1-1 0,1 0 0,0 1 0,0 0 0,-1 1 0,-3-1 0,-1 2 0,-3-1 0,-1 8 0,-8 5 0,-8 10 0,-5-3 0,-14 9 0,10-18-452,-9 7 452,12-13 0,-2-1 0,3-2 0,0-2 90,1 0-90,0-2 0,-5 2-90,6-4 453,-2 0-543,7-3-720,-3-3-2608,1-2 3508,2-5 0,3 0 0,4-2 0</inkml:trace>
  <inkml:trace contextRef="#ctx0" brushRef="#br0" timeOffset="18531">13464 5906 15718,'4'-10'270,"1"2"270,-4 3-271,3 0 361,-2 1-90,1-2-91,0 2-269,0-1 90,0 1-90,3 0-90,-2 2 0,2-2 0,1 3 90,6-2 0,3 2-180,1 0 90,6 1 0,-3 3-90,0 1 0,-2 1 90,-7 0-90,-1 1 0,-2 2 0,-2 1 0,-3 3 0,-4 2 90,-6 7-90,-6 2 0,-6 7 0,0-8 0,-2 0 0,-3 2 0,0 0-229,-5 4 1,1 0 228,0-2 0,3-3 0,-8 10 0,7-7 0,15-12 0,2-2 0,2-1 90,3-2-90,2-1 0,4-2 0,4 1 546,4-1-546,5 1 0,3-2 90,5 0-90,20 0 0,-10-2 0,13 0 0,-17-2-90,8 0-359,1 0 89,-2 0-270,-9 0-539,-11-2-450,-3 1-900,-2-2-1438,-2 0 3957,-2 0 0,-1-1 0,-1 0 0</inkml:trace>
  <inkml:trace contextRef="#ctx0" brushRef="#br0" timeOffset="18748">14080 6200 19676,'7'0'-405,"1"0"0,-20-14 0,-4-3 1</inkml:trace>
  <inkml:trace contextRef="#ctx0" brushRef="#br0" timeOffset="23480">10430 9392 13739,'4'-14'1080,"-1"3"-541,-1 4-269,0 1 90,-1 2-90,1-2 90,1 3-271,0 13 91,-1 7-180,0 12 90,-4 7-203,-2-2 158,0-6 0,-2 2-1179,-2 15 1134,3-16 0,-1 0 0,-3 9-801,1-1 711,1-3-90,0-4-312,2-4 222,1-5-558,0 2-71,0-8-2922,0 3 3821,1-11 0,1-1 0,1-5 0</inkml:trace>
  <inkml:trace contextRef="#ctx0" brushRef="#br0" timeOffset="23832">10373 9361 13919,'-3'-10'1529,"6"3"-1259,1 4-90,6 3 0,-1 0 0,4-1-90,2 1 90,3 0-90,4 0-1,2-1 1,1 1 90,12 3-90,-1 3 0,-2 1 0,-3 10-90,-19-7 90,-1 7-90,-10-4 0,-4 2 90,-7 5-90,-5 2 90,-5 3-90,-3-1-808,-6 1 808,-1-1 0,-1-1 90,1-3-90,-3 1 90,10-8-90,-6 5-180,17-9-1888,1-2 537,19-7-2067,1-2 3598,13-4 0,1-2 0,4 1 0</inkml:trace>
  <inkml:trace contextRef="#ctx0" brushRef="#br0" timeOffset="24292">10869 9582 15718,'-2'-12'900,"0"2"-631,-1 3 1,0 1-90,-2 1 270,-3-2-360,0 2 180,-7-1-180,5 5 0,-3 0-1,3 2 1,0 3 0,-3 2 0,-6 8 0,5 0-90,-3 4 90,7-5-90,2 1 0,1-1 0,1 1 0,3-1-90,0 0 0,5 2 90,1-5-90,3 3 0,2-8 0,7 0 1,-2-3-1,5-2 90,-3-3-90,1-3 90,-1-2 0,1-2-90,-2-1 90,0-2 0,-3-1 0,0 1 0,-1-2 0,-3 2 90,0-1-90,-2 3 0,-1 3 90,1-3-90,-2 5 0,2 5 0,-3 4 0,1 7 0,-1 1 0,0 1 90,0 2-90,0 2 0,1-1 0,0 1-90,1-1 0,1 0 0,1-1-90,1-2 0,-1 0-90,2-3-90,1-2-179,0-3-91,0-1-2698,3-3 3328,2-3 0,5-5 0,0-2 0</inkml:trace>
  <inkml:trace contextRef="#ctx0" brushRef="#br0" timeOffset="24813">11210 9579 15178,'-4'-10'900,"1"1"-540,-2 6-1,0-1-89,0 1 0,-2 0-90,0 1 90,0 0-90,-2 2 0,1 0 89,-7 4-179,4 0 90,-9 9 0,5 4-180,2 1 90,1 1-90,6-5 90,1 1-90,1-1 0,0 0 0,2-2 0,0 1-90,2-2 90,0 1-90,1-3 90,1-1-90,2 0 0,2-1 0,0-2 90,3-3-90,-1-3 0,7-5 90,-2 0 0,5-5 0,-2-5-89,-1-3 89,6-17 0,-6 5 0,3-11-706,-7 8 706,-1-3-848,0-4 848,1-3 0,-2-1 0,0 2 0,-2 3 0,-2 5 90,-1 4-103,-3 6 103,2 6-90,-1-1 0,-1 8 642,-3 14-642,-1 8 0,-2 17 0,0 2 0,1 4 0,1 3 0,-2 13-281,2-9 0,1-2 191,2 4 90,0-1-78,2-2-12,-1-4 0,2-4-270,2 6-269,0-5 269,2-2-1079,2-6-900,-2-13-1259,2-2 3598,-1-4 0,5-3 0,2 1 0</inkml:trace>
  <inkml:trace contextRef="#ctx0" brushRef="#br0" timeOffset="25533">11601 9613 15628,'-5'-11'630,"1"2"-270,1 4-91,-2 1 91,0 0 0,-2-1 0,0 1-90,-2-1 89,1 1-179,-1 0 90,1 0 90,-5 0-90,-1 3-90,-5 3-90,4 3 0,0 4 0,4 0-1,-3 7 1,4-3-90,-1 6-90,5-7 1,2 1-91,1-1 0,1-1 0,2-1-90,2-1 90,1-1-90,1 0 0,3-2 1,0-1 89,2-3-270,5-2 180,5-5 0,8-8 270,-2-4 0,6-17 0,-10 7-743,4-10 743,-10 7 90,3-5 0,-3 0-90,2-6 90,-2 0 0,0-4 0,-1 0 90,-3 2-90,-1 2 90,-3 3 180,0-4-181,-2 13 91,0-7 180,-3 20-450,-6 16 90,1 7-90,-5 24 90,3 1-130,-1 6 40,0 3 90,0 5-90,0-1 0,0 2 90,1-3-135,1-16 0,1 1-45,-1 25 0,-1-3-90,4-6 180,3-22-90,0 2 0,2-11 90,0-3-90,4 1 90,-1-5-89,3-1 961,0-6-872,0-2 0,2-3-90,2-3 90,5-8 0,0-1 0,9-14 0,-12 10 0,3-4 0,-6 6 0,-5 5 90,2-1-90,-5 6 0,-1 2 0,-1 1 90,1 1-90,-3 9 0,-1 1 0,-3 9 0,1-3 0,-1 3-90,1 1 90,1 2 0,0-1-180,2 7 90,4-1-269,3 2 89,1-7 0,1-6-180,-2-7-180,1-2-269,-1-3-1530,1-1-1438,1-5 3867,0 0 0,3-11 0,1-1 0</inkml:trace>
  <inkml:trace contextRef="#ctx0" brushRef="#br0" timeOffset="25840">12028 9254 16258,'-5'8'2248,"2"-1"-2068,5 0-90,1-1 0,-1-1-180,1-1 0,2-5 0,-2 0 0,2-5 0,-1 1-269,1-4 89,-2 3-90,1-3-180,-1 4 540,-1 0 0,-1 0 0</inkml:trace>
  <inkml:trace contextRef="#ctx0" brushRef="#br0" timeOffset="26313">12104 9614 15358,'2'-9'1170,"-1"0"-721,0 3 1,-1-1 360,2 1-181,-3-2 451,2 0-900,-5 9-91,1 1 1,-4 11 0,3-3-90,-1 3 0,1 1-90,-1 0 90,0 2-90,1-2 1,0 5-91,0-1 90,1-2 0,1-4 0,2-5 90,3-5-90,7-4 90,0-4 0,4-6 0,-3 0-90,4-6 90,0-2-422,1-4 422,1 1 0,-1-1 0,0 4-90,3-5 90,-7 10-90,6-4 90,-6 12 0,1 4 0,-4 5 332,-1 12-332,-4-2 0,-1 6 0,0-3 0,-2 1 0,1 1 0,-1-1 0,1 1-90,0-2 0,0 0 0,1-1-270,3 3 91,-1-5-1,2 1-180,-2-6-719,4-3 269,-1-2-1528,1-1-1170,-1-4 3598,0 0 0,4-6 0,3-2 0</inkml:trace>
  <inkml:trace contextRef="#ctx0" brushRef="#br0" timeOffset="26913">12552 9565 15358,'0'-13'2159,"-2"2"-1799,-1 5 0,-1 0-91,0 3-89,0-1 0,-1 2 0,-2 1 0,0 1 0,-2 1-90,0 3 90,-1 0-90,-1 3 0,0 4 0,-1 0-90,1 4 0,1 0 0,2 0-270,0 7 90,4-6 0,0 5-360,6-3 270,0-6 1,2 4-1,1-7 90,1-2 0,0-1 0,2-1 0,-1-3 0,1-1 90,-1-2 0,2-1 90,-1-3 0,1-1 90,-1-1 180,4-8 90,-1 0-180,0-4 0,-3 5-90,-3 5 90,-1 1-90,0 3 269,-1 0-269,-1 12 0,-2 2 90,-2 19 0,-1 1 0,-1 11-1507,-2 8 1417,0 6 45,0-12 0,0 2-90,1-10 0,1 0 0,-2 10 0,0 0 45,1-4 0,0-1-219,1-1 1,1-1 128,-1-1 0,1 0 45,0-2 0,1-2-45,1-2 0,-1 3 0,2-19 0,-1-2 0,1-4-90,-2-31 90,1 8 0,-4-29 0,0 15-90,-7-19 228,-4 0-138,0 0-326,-3 1 326,9 25 8,-1-8-8,6 17 0,0-5 0,5 8 1231,2-2-1231,4 0 789,4 0-789,7-3-360,22-12 90,-1 2-225,-10 9 0,0-1-45,19-10-630,-13 8 1,2-2-1889,1 0 0,0 0 1529,0 0 0,-2 1 1529,-3 1 0,-3 1 0,8-5 0,-1 0 0</inkml:trace>
  <inkml:trace contextRef="#ctx0" brushRef="#br0" timeOffset="27355">13634 9445 17517,'-4'-12'630,"0"3"-450,-1 7-1,-2 1-89,-1 1 0,0 0 0,-1 1 0,-2 0 0,1 2 0,-1 1 0,0 0-90,2 1 90,0 0-90,2 2 90,0 0-90,2 0 0,1 0 0,4 1-180,2 3 0,5 1-180,6 4 180,0-4 1,3 0-1,-4-5 0,-1 1 0,2 2 90,-1 0-90,0 1 0,-2-1 90,0 1 0,-3 0 0,0 1-90,-4 5 90,-3-2 1,-3 3 89,-5-3-90,-2-1 90,-5 2 0,-13 8 0,3-6-641,-9 4 641,11-10 0,2-1 0,2-1-180,-1-1-180,6-2-179,-1-1-631,7-3 1170,1-2 0,4 0 0,2-1 0</inkml:trace>
  <inkml:trace contextRef="#ctx0" brushRef="#br0" timeOffset="28673">13757 9627 14998,'4'-8'2879,"-2"1"-2250,-2 0-449,-4 2 270,0-1-270,-6 6 0,4 1-90,-4 2 90,1 1-90,-1 1 0,0 2 0,-1 1 0,1 1-90,-1 1 89,2 1-89,1 0 0,-1 5-89,4-4 89,0 3-180,6-2 90,1-5 0,3 2 0,1-5 0,7-1 0,-2-3 90,4 0-90,-2-4 0,0-1 90,3-3 0,-1-2-90,2-5 90,-1 0 0,-1-4-90,-2 2 90,-2-2 0,-1 1 0,-2-1 0,0-4 0,-1 2 0,-1 3 0,-1 2 0,-4 18 0,1-1-90,-2 10 90,0 0-90,0 0 0,1 1-90,0 1 90,0 1-90,2 0 1,0-1-1,2 0-90,3 3 90,-1-6 90,4 1 0,-2-6 0,0-1 0,1-2-90,6-3 180,-3-2-90,6-3 90,-4-2 0,1-2 0,2-4 90,-2-1 0,10-10 0,-8 7 90,3-6 0,-9 9-90,-1 1 90,-3 3 90,2-4-90,-3 5-91,0 0 181,-4 5-180,0 9-90,-2-1 90,-1 8-90,-2-1 0,-1 3 90,0 0-90,0 2 0,0 0 90,-1 1-90,0 0 0,1 0 0,0-2 0,-1 4 90,2-6-90,-1 3 0,1-7 0,1-1 90,-1-2 0,6-8-90,-1-1 0,5-7 0,-3 0 0,2-4 0,0-1 0,3-7 0,-1 1 0,8-18 0,-3 5 0,4-9 0,-5 15 0,-2 8 0,-5 9-90,1 2 90,-1 2 0,4 1-180,-4 3 90,4 3 0,-5 2 0,0 2-90,-1 0 90,-2-1-89,1 1-1,0 3-90,0-3 180,3-2 90,-1-3-90,1-5 0,1-2 90,-1 1 0,2-1-90,-1 1 90,0 2 0,1 0-90,-1 0 90,1 2 0,-1 0 0,-1 2-90,1 1 90,-1 1 0,3 4-90,-4 0 90,1 6 0,-3 4 0,-2-1 0,1 5-90,-3-3 90,-1 10 0,1-5 0,-3 15 0,2-11 90,0 0-90,0-6 90,3-8 0,-1-1 0,1-1 0,2-2 0,3-1 0,5-2 0,7-4 0,8-4-90,0-5 0,5-2-531,-3-1 441,0-2 0,1 1 0,0-2 0,-1-2-90,12-9 180,-11 4-833,8-7 833,-16 7-90,-2 1 90,1-6 0,-7 7 0,1-7 90,-10 13-90,0-1 0,-5 3 579,-1 5-579,-5-1 785,0 6-785,-3 1 0,-1 5 0,0 2 90,-2 3-90,-3 4 0,-2 4 0,-1 3-441,1 2 441,1 1 0,1 1 0,2-1 0,0 7 0,6-8 0,0 11 90,9-9-90,2 0 0,5-3 0,2-8 0,2 0 441,1-4-441,3 0 0,1-2 0,1-2-180,0-2 0,1-1-180,2-2-269,5-3-721,1-2-988,4-3-1515,-1-3 3853,1-1 0,5-8 0,1-2 0</inkml:trace>
  <inkml:trace contextRef="#ctx0" brushRef="#br0" timeOffset="28881">15383 9616 17607,'4'7'3238,"0"0"-2608,-1-3-270,0-1-3239,1 0 1350,-7 3-90,-2-2-810,-10 1-1438,-4-2 3867,-10-2 0,-14 0 0,-9-1 0</inkml:trace>
  <inkml:trace contextRef="#ctx0" brushRef="#br0" timeOffset="29490">10832 9932 15718,'12'-5'1259,"-2"1"-809,-3 2-90,-1 1 0,1-1 89,1 1-89,1 0-90,2 0 0,4 0 270,13 1-91,23 1-863,-7 0 1,3 1 503,1-1 0,4 0-795,-11 1 0,5-1 0,0 1 1,-2-1 764,1 0 0,-3-1 0,4 1-539,-2 0 0,4 1 0,-1-1 0,-1 0 479,3-1 0,-2 1 0,1-1-417,3 1 0,1-1 0,1 0 417,-9 0 0,2 0 0,1 0 0,-1-1-188,2 1 1,1-1 0,-1 0 0,2 0 187,3 0 0,1 0 0,1 0 0,-1 0-23,0 1 1,0-1-1,-1 0 1,0 0-1,-4 0 1,-1 0-1,-1 0 1,1 0-1,-2 0 1,1 0-1,-1 1 1,0-1-8,9-1 0,0 1 0,-1-1 158,0 1 1,0 1 0,0-1-129,-2 0 0,-1-1 0,3 1-45,-4 0 0,2-1 0,2 1 0,-2-1 93,-3 1 0,0-1 0,0 0 1,1 0-49,2 0 0,2-1 0,-2 0 0,-3 1 30,1-1 0,-3 1 0,-4-1 15,3 0 0,-6-1 1152,3-1-1197,-13 1 1987,-6-2-1897,-9 2 1150,-4-1-1240,-4 2-2316,-4-1 1,-10 12 0,-5 3-1</inkml:trace>
  <inkml:trace contextRef="#ctx0" brushRef="#br0" timeOffset="49488">13531 5445 11670,'-6'-10'180,"1"0"-90,1 6 90,0 0 0,-1-1 270,0 0-360,-1-1 269,2 1-179,1 0 0,-1 1-90,1 0 90,-1 0 0,1 1-90,-1-1 90,0 0-90,-1 1 90,-4-4 0,-3 2-90,-2-1 89,-8 2-89,-3 3 0,-2 1-533,-3 2 533,2 2-90,-1 2 0,-3 0 0,-1 3 0,2-1 0,0 3 90,1 0-90,1 3-48,1 4 48,-12 15 45,18-10 0,1 4-1111,-6 8 1,2 3 1065,4-5 0,3 2 45,-3 13 0,2 3-45,6-4 0,2-1 0,-1 2 0,1-1 45,3 0 0,2-2-45,1-12 0,2-2-127,1 0 1,1 0 126,-1 0 0,2 0 0,1-1 0,0 1-388,1-2 0,1 0 388,1 0 0,1 0 90,5 25-90,4-2 0,2-3 0,4-3-163,1-4 163,-5-17 0,2-1 0,2-3 0,2-1 0,8 2 0,2-3-90,-6-7 0,1-3 123,15-2 0,0-5-168,-13-3 0,-1-2 45,12-1 0,1-1-45,-9-2 0,-2-1 45,5-2 0,1 0 0,-4 0 0,0-1 0,3-1 0,0-1 0,-5 1 1,1 0-1,1-2 0,1-1 0,-4 2 0,0-1 45,2-1 0,-1-1-379,-4 3 0,0-1 244,23-13 759,-3 0-669,-18 8 0,1-1 45,-3 0 0,-1-2 45,4-5 0,-2-1 45,-7 7 0,-3-2 45,3-9 0,-3-1 0,2-11-532,-6 12 1,-1 0 621,3-19-90,-3-1 90,-2-4-90,-6 28 0,-1-1 0,-1-1 0,0 1 0,-1-1 0,-1-1-45,0 0 0,-2 0 45,0-1 0,-1 1-46,-2-1 1,0 1 45,-2-1 0,0 0 337,-1 2 0,-2-1-292,-7-10 0,-3 0 0,-4 1 0,-3 0-458,2 10 1,-2-1 0,-1 2 367,-9-5 0,-3 3 15,5 11 0,-3 2 0,2 2-60,-1 1 0,-1 3-407,-9 0 1,-1 2 451,13 5 0,0 3-45,0 0 0,-1 2 45,0 1 0,1 2 272,-1 0 1,1 2-363,1 1 0,0 1-45,1 0 0,0 2-310,1 1 0,1 1 220,2 0 0,-1 3-630,-10 11 1,0 1-226,12-6 1,1 3 1034,-1 3 0,-1 4 0,2 0 0,1 7 0,1 2 0,5-6 0,-1 0 0,1 1 0</inkml:trace>
  <inkml:trace contextRef="#ctx0" brushRef="#br0" timeOffset="115522">17254 3621 16066,'-3'-10'-1417,"1"0"845,0 3 697,0 1-218,3-1 430,0 2-119,3 0 310,-1 1-396,2 1 875,0 0 59,2 0-232,0-1 72,1 0-384,2 0 157,0 0-413,1 0-193,1 1-275,-1 2 63,0-2 44,-1 2-55,-1 0 126,3 1-77,-1 1-217,0 5-35,-5 1-305,-4 5 38,-4 1 253,-4 4 49,-3 4-371,-3 4 573,-3 3 41,0 0 206,-2 0-415,-1 1 775,0-2-238,-1 0-77,1-2-41,1-4-307,-1 2 71,2-3-93,-1 0-23,8-8 456,3-3-438,5-3 458,6-3-613,2 1 226,4-4 148,2-1 103,1-1-63,2 0 6,2-1 117,0 0 49,2 1-3,0-1-38,0 1-428,6 1-392,0 1-764,5 0-364,-10 2 701,-3-1 1034,-7 1 1,3 0 0,1 0-1</inkml:trace>
  <inkml:trace contextRef="#ctx0" brushRef="#br0" timeOffset="115986">17785 3630 11760,'4'-12'540,"0"2"154,-2 4 646,0-3-1041,-2 1 56,1-1 7,-5 1-296,-2 7 98,-1 0 15,-3 3 57,1 2-80,-2 1-81,0 0 195,-7 7-193,5-3 201,-8 8-250,7-2 63,-3 4-117,7-4 182,4 2-138,5-6-47,3 2-30,2-2-41,1-2 27,4 2 35,0-2 18,1 2-95,0-1 46,0 0 54,0 1-37,0 0-136,2 6 159,-2-5-24,0 4-103,-5-1 78,-3-4-84,-4 9-2,-6-4 164,0 1 0,-5-2 0,2-5 0,-6 3 0,3-4-90,-4 2 0,7-6-90,1 0-90,0 0-179,2-2-2430,2 0 2879,0-2 0,3-1 0,1 0 0</inkml:trace>
  <inkml:trace contextRef="#ctx0" brushRef="#br0" timeOffset="116214">17707 3699 13829,'-2'-11'900,"2"-4"-721,3 8 1,5-4-90,1 4 90,4 2-90,2-1 0,1 1 90,11-1-180,2 0-180,1 1-719,2-1-2160,-11 2 3059,4-2 0,-4-1 0,-1 1 0</inkml:trace>
  <inkml:trace contextRef="#ctx0" brushRef="#br0" timeOffset="116614">18169 3559 14189,'3'-9'1619,"-1"-1"-1169,-3 4-1,-1 0-269,-6 7 90,-8 9-180,-2 5 90,-14 17 0,-2 11-877,13-15 0,1 1 697,3-4 0,2 0 90,-11 23-923,12-16 743,2 0-335,3-3 335,3-3-90,3-3 90,3-4-90,2-1 1452,2 0-1452,4-2 943,9 3-943,6-5 180,1-2-180,9-8 90,-14-6 90,6-3 0,-3-8 0,-6 1 90,5-12 0,-12 9-90,-1-5 438,-6 5-348,-3 2-90,-3 0 0,-2 1 0,-3 1 0,-2 3 90,-2 3-90,-1 2-90,-6 4-90,5 1-630,-9 8-2158,8 2 2968,1 6 0,7 0 0,5 1 0</inkml:trace>
  <inkml:trace contextRef="#ctx0" brushRef="#br0" timeOffset="116888">18371 3765 14998,'-4'-11'1080,"9"7"-900,2 7-90,10 6 0,0 3 0,3 2 0,3 2-616,2 2 616,-1 1 0,0 0 0,0 0-90,-2 0-225,-1-3 45,-3-2-89,-2-2-181,-3-2-180,-2 0-629,-2-3-900,-1-1-269,-1-2 2556,-2-3 0,-2 1 1,-1-2-1</inkml:trace>
  <inkml:trace contextRef="#ctx0" brushRef="#br0" timeOffset="117086">18652 3710 13739,'-9'9'540,"0"2"-360,0 2 90,-2 6-91,-2 2 91,-2 6-90,0-1-806,-1 2 806,0 0 0,-1 0 0,-1-1-90,-1 0 0,-1-2 0,1-1-90,-1-1-180,1-3-139,2-3-221,2-3-539,1-2-1080,1-1-360,2-1 2519,3-3 0,-1 1 0,0-2 0</inkml:trace>
  <inkml:trace contextRef="#ctx0" brushRef="#br0" timeOffset="117813">18881 3638 13469,'2'-10'630,"0"1"-270,0 5-270,2-1 0,0 2 0,1 0 0,-1 0-1,1 0 1,2 0-90,0 0 90,2 0-90,0 1 90,2 0 0,-1 0-90,2 1 0,0-1 90,1 1-90,0 1 0,0 1 90,-1 0-90,0 2 0,2 2 0,-3 0 0,0 3 0,-7 0 0,-1 2 0,-3 1 90,-2 5-90,-4 1 0,-5 5 0,-2 2 0,-5 3 0,0 0 0,-10 11 90,8-10-991,-7 7 901,11-15-65,2-1 65,3-4 0,0 3 90,2-2-90,2-1 0,3-3 895,5-6-895,0 0 71,5 0 19,0-2-90,4 0 0,1-2 0,2-1 0,1-1 0,9-2 0,4 0-180,-1-1-540,6-2-2158,-8 1 2878,2-4 0,-2-2 0,-4-1 0</inkml:trace>
  <inkml:trace contextRef="#ctx0" brushRef="#br0" timeOffset="118378">19429 3687 14009,'0'-12'1079,"-1"2"-899,-1 3 0,-1 1 90,0 1-90,0 2-90,-3 1 0,-5 4 0,1 2 0,-5 6-90,3-1 90,-2 5-90,4-2 90,0 3-90,6-7 0,-1 4 0,3-4 90,1 0-90,0 0 0,1 0 0,2-1 0,0 1 0,4 3 0,3 2 0,1-1 0,8 2 90,-3-3-180,6 3 90,-5-4 0,-3-1 0,-4-3 0,-2-1 0,0 2 0,0-2 0,-2 1 0,-1 0 0,0 1-90,-1 0 90,-2 0 0,-1 5 0,-2 2 0,-2-1 0,-4 5 0,-1-5 0,0 1 0,-2-2 90,3-6-90,-1 2-90,1-2 90,0-1 0,-1 0-180,1 0 0,-1-1-90,0-1-90,0 0-180,0-2-359,0 0-1170,0-2-359,1 0 2428,0-1 0,-3-4 0,0-1 0</inkml:trace>
  <inkml:trace contextRef="#ctx0" brushRef="#br0" timeOffset="118661">19396 3733 13469,'11'-7'270,"-1"2"-90,6 2 0,6-1 0,10-3-180,-5 2 0,8-2-270,-17 3-180,4-1-269,-9 1-1170,-1 1 450,-1-2 1439,-2 2 0,2-3 0,0 0 0</inkml:trace>
  <inkml:trace contextRef="#ctx0" brushRef="#br0" timeOffset="119238">19802 3694 12570,'7'-5'2249,"-1"0"-361,-2 2-1798,-13 13 0,2-2 0,-10 13-90,2-3 90,1 3 0,-8 16 0,6-8-90,-4 10 0,8-11-235,1-3 235,3-1 0,3-3 90,1-2-90,2-1 0,1-2 90,2 1-90,2-2 0,0 1 325,3-2-325,1-1 90,2-2-90,2 0 0,8 0 0,2-1 90,9-2-90,-6-4 0,5-7 0,-12-2 0,5-3 0,-10 0 0,-1-1 0,-2-2 0,-2-1-90,0 0 90,-4 0-90,-2-5 0,-6 1 0,-3 1-180,-9 3 90,4 8-89,-5 1-541,-3 4 180,5 2-5036,-16 5 5666,16-4 0,-10 8 0,11-5 0</inkml:trace>
  <inkml:trace contextRef="#ctx0" brushRef="#br0" timeOffset="119611">20195 3884 14369,'2'-10'1799,"0"2"-1529,1 2 179,0 3-269,1-2 0,1 4-90,3 0 0,-2 1 90,3 2-90,0 2 0,2 2 0,0 3 0,3 2-90,1 6 90,0 1 0,1 2-357,-1 3 267,-2-3 0,-1 1-180,0-3-90,-2 0-179,-1-2-1,-1-1-180,-2-1-449,-1-2-1260,-1-2-899,0-1 3238,-2-1 0,-1-2 0,0-1 0</inkml:trace>
  <inkml:trace contextRef="#ctx0" brushRef="#br0" timeOffset="119819">20441 3919 14459,'0'-9'360,"0"1"-271,-1 1 181,-1 3-90,-4 2 0,0 3 0,-5 4 0,-2 3-90,-4 4 90,-2 3-90,-4 4 0,0 3 0,1-1 0,-1 3-930,1-1 750,0 2-90,3 0-810,-5 6-179,8-8-3508,-5 9 4677,13-16 0,1 5 0,4-6 0</inkml:trace>
  <inkml:trace contextRef="#ctx0" brushRef="#br0" timeOffset="120354">20777 3849 14369,'1'-12'1169,"1"0"-719,2 0-270,-1 2-90,2 1 90,1 2 0,0 2-91,1-1 1,2 1 90,4-2 0,5 2-180,0 0 90,6 2 0,-9 2-90,3 1 0,-5 1 90,-3 1-90,0 0 0,-1 1 0,-2 1 0,-2 0 0,-2 1 0,-3 1 0,-2 1 90,-3 2-90,-4 3 0,-4-1 0,-4 5 0,-2-1 0,-2 0 0,-3 5 0,8-6 0,-4 8 90,11-5-90,4 5 0,6-5 0,5-1 0,2-5 0,2 1 0,2 0 0,1-1 0,1 1 0,-2-2 0,-1 1 0,0-1 0,-2 1 0,-2-2 0,-2 2 0,-5 4 0,-2-3 0,-13 12 0,-11 0 0,-2-3-560,-4 3 560,11-12-180,2 1 0,5-4-179,1 0-91,3-2-180,1-1-269,3-1 1038,0-2 1,4-1 0,1-1 0</inkml:trace>
  <inkml:trace contextRef="#ctx0" brushRef="#br0" timeOffset="120795">21241 3848 16258,'-8'-8'1529,"7"-2"-1349,6 7 0,6-2 0,2 2-91,3 2 1,2 0 0,1 0 0,1 1 90,12 2-90,-9 0-90,7 1 90,-12 2-90,2 5 90,-5 5-90,-3 8 0,-10-1 0,-12 6-587,-5-5 587,-8 5-857,-3 0 857,-4 1 0,1-2 0,2-2-25,2-2 25,-7 8 0,7-3 0,-1 4 528,14-10-438,8-2 912,10-5-1002,9 3 0,4-6 90,3-1-90,0-6-424,4 0 424,3-1 0,5-1-665,1-1 665,-2 0-180,-1-2-90,-3 0-180,2-1-180,-2-1-449,0-1-2969,10-3 810,-15 2 3238,6-2 0,-15 3 0,-2-2 0</inkml:trace>
  <inkml:trace contextRef="#ctx0" brushRef="#br0" timeOffset="121044">20652 4594 16528,'8'-8'1259,"3"2"-899,5 3-1,9 0-89,5 0 0,9 1-3914,9 1 3914,5 1-135,-8 1 0,3-1-315,6 0 0,1 0-225,1 1 1,0-1-1135,0 0 1,-2-1 728,-15 1 1,1-2-1140,1-1 0,3-1 0,-2-1 1949,5-1 0,0-2 0,2-1 0,3-2 0,-2 0 0,-13 1 0,1-1 0,-1 1 0</inkml:trace>
  <inkml:trace contextRef="#ctx0" brushRef="#br0" timeOffset="125244">17320 4280 27142,'-9'-7'-4005,"1"0"3310,3 5 1664,0 0-666,13 2 898,-1-1-240,16 3-419,20 2-639,-1 0 688,-11-1 1,3 0 20,7 2 0,-1-1-254,-8-1 1,1 1-97,10 1 1,0 0-356,-11-1 0,-1-1-48,0 1 0,1 0 139,-1 0 0,1 0-28,-1 0 1,0 0 27,-1 0 1,0 1 784,-1-1 0,0 0-909,21 4 13,-3-1 95,-9-2 18,8 3-171,-10-3 174,-3 0-51,-9-2 737,-14-2-572,1 1 1315,-5-4-1432,0 2 0,-1-2 0,0 0 0,0 0 0,0 0 0,-7-2-2537,-1 0-1794,-3 0 4109,-2 1 1,3 1 0,-2 0 0</inkml:trace>
  <inkml:trace contextRef="#ctx0" brushRef="#br0" timeOffset="125944">18672 4414 20626,'-7'-9'-2331,"2"-1"1188,6 4 649,4-1 962,1 4 175,4 0 64,-1 2-130,4-1-346,2 1 558,4-1 237,4 2-89,8 0-360,3 0-1480,6 1 975,3 0-82,2 1-1432,6 1 1454,3-1-87,-25 0 0,1 0 65,1 0 1,0 0-37,0 0 1,0 0 42,0 0 1,2 0-2,10 0 0,2 1-19,-1 0 1,-1-1-1331,-1 1 1,-1-1 1346,-6 0 0,-2-1-44,7 0-329,-4 0 341,-4-1 641,2 1-604,-11-1 42,3 0 968,-11-1-959,-2 1 3234,-2 0-3225,-1 0 614,-1-1-611,-2 2-104,1-2 77,-2 1 9,0 0-95,1-1 95,-1 2-178,1-1 90,-1 1-949,-1-1 0,-14 0 0,-4 0 0</inkml:trace>
  <inkml:trace contextRef="#ctx0" brushRef="#br0" timeOffset="126886">20597 4589 11490,'-7'-8'1350,"8"2"-1170,5 5-90,5 0-1,3 3 91,0 0-90,4 2 0,7 0 90,23 4-135,-16-4 0,2 0 0,-1 1 0,2 0 0,12 1 0,1-1-611,-5-1 1,0 0 610,13 1 0,1-1-45,-12-1 0,0 0 48,-7-1 1,2 0-1,-4 0-21,-2-1 1,-2 1-699,11 0 0,-2 1 727,10 0-1,-3 0-762,-6 0 763,-3 0-407,-4-1 351,-4 0 1,-6-1 860,-3 1-860,3-1-2,-7 0 1427,8 0-1427,-10 0 976,2 0-976,-6 0 617,-3-1-617,-4 1 94,2 0-87,-2 1-185,0 0-93,-1 2-1093,-1-1 1354,0 3 0,-5-2 1,-1 2-1</inkml:trace>
  <inkml:trace contextRef="#ctx0" brushRef="#br0" timeOffset="135114">7783 4812 9422,'7'1'1709,"0"1"-1260,-2 0 181,-1-1-180,1 2 179,-1-1-449,2 0 90,-2 0-90,3-1-90,-1 0 0,1 0 90,1 1-90,2-1 0,2-1 0,1 1 0,2 0 0,2-1 89,12 1-89,-5-1 0,26-1 0,1 0-1482,2 0 1392,3 0 90,-14 1-90,1 0-1012,2-1 1012,5 1 0,-2 0-605,-19 0 0,-1 0 695,28 0-90,-26 0 0,1 0 0,-1 0 0,1 0 0,0 1 0,0-1 0,-1 0 0,1-1-327,13 2 0,2 0 372,2-1 0,1 0-45,-1 0 0,1 1 55,-10 0 0,1-1 0,-1 0-55,10 0 0,-1 0-391,1 0 0,-1 0 391,-1 0 0,-2 1 0,-12-2 0,-2 1-33,2 0 0,0-1 33,-1 1 0,1 0 0,-1 0 0,0 0 45,-1 0 0,1 1-45,-2-1 0,0 1 184,0 0 1,0-1-185,23 0 90,-2 1-213,-18 0 0,-1-1 123,15 1 0,-17-1 0,0 0 1674,4 1-1584,10-2-90,-2 1 0,8-1 1404,-12 1-1404,3-1 0,-17 0 0,4 0 0,-10 1 165,0-1-165,0 0 1765,-1 0-1765,1 1 0,-1-1 0,9 1 0,-6-1 0,5 0 0,-8 0 0,6 0 0,1 1 0,5-2 0,-8 2 90,1-1-180,-11 1 180,2 0-90,-5-1 0,0 1 0,-2-1 0,2 1 0,-2 0 90,2 0-90,-2-1 0,1 1 0,0 0 0,0 0 0,-2 1 90,3 0-90,-3-1 0,1 1 0,-1-1 0,1 1 0,-1 1 90,1-1 180,-1 0-91,0-1 1,0-1-90,-2-3-90,0-2 90,-2 1 0,0-5-90,-1 3 0,1-3 90,-1 1-90,1 0-90,-2-1 180,1-1-90,0-1 0,0-7 0,1-3 0,-2-2 0,2-9 0,-2 12-237,2-10 237,0 9 0,1-3 0,0-1 0,3-14 0,1 8-864,0-13 864,1 12 0,-1 0 0,2 2-477,-2 1 477,1 0 0,0 0 0,2-9 208,3-4-208,-3 4 129,0 3-129,-2 8 0,1-6 0,0 5 0,0-4 495,-3 12-495,0-7 0,-1 7 0,0-5 0,-1 8 0,-1 2 0,0 1-90,-1 1 90,0-1 656,0 2-656,0 1 0,-1 0 0,1 1 0,-1 0 0,1 1 0,0-4 0,0 2 0,-1-4 0,0 2 0,0 3 0,0 0 0,0 3 0,-1 0 0,0 0 0,-1 1 0,-2-1 0,-2-1 0,-1 2 0,-2-1 0,1 3-90,-1 0 90,0 1 0,-2 0 0,-1 0 0,-2 1 0,-1 0 0,-3 0 0,-1 1 0,-2 0 0,-4 1-594,-7 1 594,-3 0 0,-8 2 0,7-2 0,-3 1 0,-4 0 0,-3-1-546,6 0 1,-2 0 0,-2-1 545,-1 0 0,-1 0 0,2-1 0,-12 0 0,2 0 0,-1-1 0,3-1-884,13 2 1,2-1 883,-1 0 0,0-1 0,-4-1 0,1 1 0,2-1 0,1 0 0,-2 0 0,-1-1 0,5 1 0,1 0-381,0 0 1,0-1 380,0 1 0,1 0-45,1-1 0,-1 0 45,2 1 0,0-1 0,0 0 0,1-1 0,1 2 0,-1-1 0,-10-1 0,-3-1-346,-1 1 0,-2 0 346,8 2 0,-1 1 0,1-1 0,-8 0 0,2 0 0,2 2 0,2 1 0,11 0 0,2 2 0,-26-1 0,-2 1 0,9 1 0,-5-1 0,7 1 0,0 1 0,14-1 0,0 1 0,-14 0 0,17 0 0,-1 0 411,-20 1-411,14-1 0,-20 0 0,26-1 0,-8 1 1117,4-1-1117,8 0 1194,-4 0-1194,9-1 0,2 0 1086,1 1-1086,0 0 937,-5 0-937,4 0 0,-8-1 0,11 0 537,-4 0-537,8-1 168,-1 1-168,3-1 0,-2 0 0,2 0 0,-5-1 0,0-1 0,0 1 0,2-1 0,4 2 0,0-1 0,0 1 0,0-1 0,0 1 0,0-1 0,2 1 0,-1-1 0,0 1 0,0-1 0,0 0 0,1 1 0,1-1 0,-3 0 0,4 1 0,-4-1 0,3 1 0,-2-1 0,2 0 0,-5 1 0,4 1 0,-2 0 0,2 0 0,-1 0 0,0 2 0,0-1 0,-1 1 0,0-1-90,1 1 90,0 0 0,0 0 0,1-1 0,-3 2 90,3-1-180,-4 2 90,5-2 0,-1 1 0,2-1 0,0 1 0,-1 2 0,1-1 0,0 3 0,0-1 0,0 0 0,0 1 0,0 1 0,1 1 0,-3 7 0,1-2 0,-1 7 0,-2 11 0,1-3 0,1 5 0,1 3 0,-2 18-1126,2-15 1,1 1 1170,0-6 0,0-1-45,0 7 0,0 1 0,-1 1 0,0 4 30,0-1 0,0 5 0,1-3-1354,-2 9 1,1-1 1323,1-10 0,0 1 0,0-2 45,0 1 0,1-3-630,0-2 1,-1-1 584,2-1 0,-1 0 0,1-1 0,-1 2-646,0 11 0,1 0 646,-1-13 0,1-1 0,0 7 0,0 0 164,-1-9 1,-1-3-165,1 14 573,-1-16 1,1-1-574,-2-1 1225,1 0-1135,2-15 2586,0-2-2586,-1-2 1411,1-3-1321,-1-2 912,-3-1-1002,1-5-71,-1-1 71,2-4-90,0-3 90,2 0-90,0-4 89,1-3-89,1 4 0,1-8 0,-1 9 0,1-2 0,0 6 0,-1 0 0,0 2 0,2-4 90,-1 4-90,3-3 0,-1 4 0,0 0-90,4-2 180,0 3-90,1-3 0,1 3 0,-3 0 0,4 0 0,-3-1 0,4-1 0,-3 1 0,0-1 0,2 0 0,6-4 0,-3 1-90,5-1 90,-3 1 0,1 0 0,4-2 0,3-1 0,5-1 0,1 1 0,23-5-983,-20 7 1,0 0 982,0 1 0,2-1-45,12-2 0,-1 1 45,-17 5 0,0 0 0,10-2 0,0 1-671,-9 3 0,-1 0 671,2 0 0,0 0 0,0 0 0,2 0-45,16 0 1,0-1-46,-12 3 0,1-1-708,11 0 1,-1 1 707,-15 2 0,-2 0-270,25 0-23,-4 2-157,-8-1 1,-3 1 945,-7 0-5893,3 3 5487,-14-2 0,4 3 0,-11-1 0</inkml:trace>
  <inkml:trace contextRef="#ctx0" brushRef="#br0" timeOffset="139637">12099 5661 9781,'-7'-9'450,"1"2"-360,2 2 90,1 1 0,-2-1 0,1 0-90,-1 0 90,-1-1 0,1-1-91,-2 1 91,0-1 0,-1-1-90,-1 0 90,-1-2-90,-1 0 0,-1-1 180,-15-11-180,5 5 45,0 1 0,-3-1-438,-22-12 392,15 11 1,0 1-45,4 2 0,-1 0 45,-9-3 0,1 0 0,-11-2-839,16 6 1,0 0 838,-14-1 0,0-1 0,-2 2-222,-2 2 222,0 1-1,3 3-945,1 1 946,2 3-90,1 1 90,-1 2-17,11 3 1,-1 1 16,-18 4-45,7 2 0,-2 3 218,9 3 1,0 2-264,-10 7 0,0 2 45,11-3 0,2 2-45,-1 3 0,2 2-635,10-6 0,1 1 635,0 0 0,0 0 45,-1 4 0,2 0-45,1-1 0,2 1 0,0 0 0,1 1 45,1 1 0,1 0-242,3-2 0,2 0 197,0 1 0,1 1 0,1-1 0,2 1-314,1 0 1,1 1 313,2-1 0,0 0 0,2 0 0,1 1 45,2-1 0,1-1-45,0 0 0,2 0 45,6 9 0,3 1-27,3-1 1,3 0 26,8 6 0,3-1-45,-5-12 0,2-3 0,1-4 0,1-4 0,16 5 0,2-4 233,3-3-233,1-2 0,1-4-90,2-2 90,0-2 0,-27-5 0,1-1 0,-1 0 0,1 0 0,1-2 0,-1 1 375,1-1 0,0 0-375,12-1 0,3 0 45,1-1 0,0 0 93,-1-1 0,1-1-138,9-2 0,-1-1 0,-10-2 0,-1-1-349,1 0 0,-1 0 394,-3-1 0,-2-2-45,14-8 0,-16 3 0,0-2 0,-9 5 0,0-2 0,7-5 0,-1-1 91,10-12-91,-3-3 0,-2-2 0,-3-3 90,-4-3-90,-4-2 45,-12 12 0,-3-4-45,-3 1 0,-2-2 45,1-1 0,-4-2-45,-6-6 0,-6-1 0,-4 8 0,-4 1 0,1-1 0,-3 1-463,-5 1 0,-3 3 463,4 10 0,-2 2 0,-3-2 0,-1 0 0,-2 2 0,-1 2 0,-1 1 0,-1 1-265,2 2 0,-1 2 265,-3 0 0,0 1-45,4 3 1,0 2 53,-3-2 1,0 2-100,2 2 0,0 1 0,0 1 0,-1 1 146,2 1 0,-1 1-416,-13 1 0,-2 2-315,1 4 1,-1 2-215,9 1 1,-2 2 0,3 0 888,-6 5 0,2 2 0,-6 7 0,2 3 0,9-2 0,0-1 0</inkml:trace>
  <inkml:trace contextRef="#ctx0" brushRef="#br0" timeOffset="140173">11603 4695 12480,'3'-12'450,"0"1"-1,-1 2 1,0 3-180,-1-6 180,-1 6 89,-3-4-269,0 5-180,-4 3 0,2 4 0,-1 6 0,0 2 0,1 5 0,-1 4 0,-1 7 0,1 3 0,-1 23-90,2-11-1444,0 14 1534,1-16-262,1 11 262,-2 2-270,2 4-89,-1-14-181,2-13 0,0-12-359,0-2-1350,0-1 948,-1-3 1211,1-2 0,1-3 0,-1 0 0</inkml:trace>
  <inkml:trace contextRef="#ctx0" brushRef="#br0" timeOffset="140665">11841 4778 13649,'6'-8'0,"-2"2"180,0 2 0,0 0 90,0 1-90,-1 6-90,-4 3 0,-2 4 0,-4 1-90,-4 1 90,-3 3-1,-4 1-89,-3 2-450,-2 0 450,-1-1 90,0 0-90,-1 0 90,-8 4-90,9-7 0,-4 4-234,8-7 234,6-3 0,-2 0 0,8-3 0,0-2 0,2 1 442,0-3-532,2-3 242,7-3-152,-1-1 0,6 0 0,0 1 0,2 1-89,2 2 89,-3 1 0,0 4 0,-3 1 89,1 2-178,0 2 89,0 2 89,0 2-89,1 2 0,-1 1 0,1 0 0,0 2 0,5 6 0,-1-4 0,3 6 0,2-3 0,-3-6 0,9 6-629,-4-9 89,-1-3-539,-1-4-720,-6-5 450,0-2 1349,1-3 0,4-5 0,2-2 0</inkml:trace>
  <inkml:trace contextRef="#ctx0" brushRef="#br0" timeOffset="141174">11834 4422 11850,'-18'-8'-270,"0"1"360,-10-1 0,5 4-529,-8-2 439,9 3 90,-1 0 0,0 1 0,0 3 89,-4 3-89,0 3-594,-3 6 594,0 6 90,-1 7-947,0 6 857,0 6 0,3 6 0,1 4 45,9-9 0,0 3-762,6-11 1,-1 2 626,-2 11 0,2 0 45,4-12 0,2 0 44,1 13 1,1 2-90,3-11 0,1-1-543,1 12 0,2-2 588,2-13 0,1-2-45,2 0 0,1 0-178,1-2 1,0 0 222,2-2 0,2 0-1,7 6 1,3 0 0,-5-10 0,2-1 0,6 5 0,1-3 45,17 1-90,3-6 90,2-6-90,-1-6 585,5-4-540,-16-6 0,1-3 0,4-3 0,2-5 65,-6 0 1,3-4 0,-3 0-111,8-4 0,-2-4 0,-5-2 0,0-4 0,-3 1-296,-4 1 0,-3-1 296,-4 3 0,1-2 0,-2 1 0,0-6 0,-3 0-237,-1 0 0,-2-2 237,-2 4 0,-1-2 0,0-14 0,-3-1 0,-5 15 0,-2-1 0,0-12 0,-3 1 0,-4 14 0,-3 1-45,-2-3 0,-3 0-5,0 4 0,-2 0 50,-5-3 0,-4-1 0,-11-5 0,-7 0-400,8 14 0,-3 0 1,-1 2 399,1-1 0,-1 1 0,0 2 0,-2 4 0,0 1 0,2 3 620,-1 1 0,0 3-710,-13 0 0,0 2 0,17 4 0,1 1 23,-13 0 0,2 3-472,-8 6-361,0 7-569,5 6 1469,18 1 0,0 4 0,4 4 0,1 1 0,-5 11 0,-1-1 0</inkml:trace>
  <inkml:trace contextRef="#ctx0" brushRef="#br0" timeOffset="145872">20774 4650 12298,'-10'-3'413,"3"-1"-283,2 1-12,1-1-107,0-1 26,-1 1 15,2 0 9,-1 0 62,0 2-80,0-2 112,-1 1 1415,1 0-1410,8 1 60,-1 0-166,9 3 165,-3 0 99,9 2-97,9 2-6,6 1-138,4 0 89,-1 0-58,-1 1-867,3-1 866,-1 0-107,2 0 3,0 0 90,1 0-91,1 0 70,0 0-4,0-2-1,1 0 6,-14-2 0,2-1-150,0 1 0,0-1 126,27 0-28,-27-1 1,-2 0 86,8-2-82,-3 1 4,-7-2-10,-11 2 15,-1 0-8,-3 0 846,-1 0-740,2-1 55,-4 1-211,2-1 79,-5 1-77,2 1 7,-2-1 21,3 1 2,-2-1-4,0 0 61,0 1 105,0-2-145,-14 1 152,2-1-28,-25-1-12,10 0-611,-16-2 606,3 0-1109,-10-1 970,-3-1 67,-7-2-107,15 3 1,-2 0 8,10 1 0,0 0-713,-10-1 1,0-1 709,12 3 1,2-1-33,-28-3-11,5 1 82,19 2 0,-2 1-4,5 1 0,-1 0-41,-2 0 1,1 1-49,-15 0 506,18 2-523,6 3 922,11 0-976,-1 1 1702,6-1-1777,2 1 48,0 1-67,6 3 68,1-2 48,6 1 113,0-4 99,15 1 43,1 1-173,14 0 161,-10-1 0,1 0 168,20 2-1439,-2-1 0,2 0 1252,-18-1 1,0-1-40,11 2 0,1-1-741,-11 0 0,-2-1 695,1 1 1,0 0-86,-1 0 1,1 1 127,-1-1 0,1 1 1,-2-1 1,-1 1-544,1-1 0,0 1 342,-2-1 1,-1 0-161,28 4 774,-6-1-776,-4 0 1122,-7-1-1294,10 0 88,-10-1-1,4-1 498,-20-3 289,-6-1-379,-9-1 1904,-1-1-1724,-3 0 1157,-6-4-1247,-1 1 20,-7-3-20,-9 0-90,4 3 90,-9-4-90,1 3 90,-22-6-90,15 4 0,-3 1-1240,-13-3 0,-2 0 1240,6 1 0,1 2 0,-4-3 0,1 2-746,11 2 1,1-1 790,-2 0 0,0 0-45,0 0 0,0 0 0,0 0 0,-1-1 0,2 2 0,0 0-498,1 0 0,0 1 498,2 0 0,1 1-589,-26-5 589,9 2 90,7 1 1227,10 2-1317,7 1 1426,4 2-1426,4 0 1500,0 3-1500,7-1 1121,10 8-1121,17 0 0,8 2 0,10 1-640,-2-3 730,5 0-90,-7-2 0,0 0 0,-6-1 0,1-1 0,9 2 0,1 0 0,16 1-789,-26-3 1,0-1 788,0-1 0,1 0 0,11 3 0,2 0-276,1-1 1,-1 1 275,-2 0 0,-1-1 0,3 2 0,-3-1 0,8 1 0,4 2 0,-21-4 0,-10-1 779,-11-2-779,-2 0 1624,-18-2-1624,0 0 737,-18-1-683,-18-3-27,14 3 1,-1-1-553,-2-1 1,-3 1 552,-14-2 0,0 1-990,17 1 0,2 0 944,-11-1 1,-1 1-226,-3 1 1,1 0-1,9 1 0,1-1-208,-13 2 1,1 0-702,14-1 0,2 2-270,1 0 0,-1 0 1239,3 0 1,1 0-1,0 0 1,1 2-1,-27 2 1</inkml:trace>
  <inkml:trace contextRef="#ctx0" brushRef="#br0" timeOffset="149766">19505 3364 14189,'-4'-11'1259,"0"2"-989,0 3 180,1 0-90,1-6-181,0 3-89,3-2 90,0 1-90,2 0 90,0-2-90,1-1 0,0-3 0,1-2 0,0-2-90,1-6-442,2-3 532,0-6-90,2-2 45,-2 7 0,0-2-45,0 2 0,1-1-784,2-10 0,0 0 784,-2 12 0,-2 1-384,2-4 0,-1 2 384,0-2 31,1-7-31,-5 18 0,0 1 0,-1 3 1489,0 2-1489,-1 1 1038,-1 3-1038,1 0 490,-2 3-490,2 0 0,-1 0 0,0 2 0,0 0 0,-6 8 0,3 0 0,-4 7 0,3-1 0,-1 0 0,0 2 0,-2 1 0,0 1 0,-2 0 0,0 2 0,-1-1 0,0 2 0,-1-2 0,-1 1 0,0 0 0,1-1 0,-2-2 0,-3 4 0,-3-1 0,-5 3 0,5-6 0,2-2 0,6-5 0,1 0 0,0-1 0,1-1 0,0-1 0,1-1 0,0-1 0,2-2 0,0-1 0,5-4 0,2-1 0,2-4 0,8-6 0,0 0 0,6-6 0,7-3 0,-5 5 0,5-3-364,-6 7 364,-3 4 0,1-1 0,-3 3 0,-2 2 0,0 1 0,-1 1 0,-2 2 0,0 1 274,-1 1-274,-1 1 0,0 1 0,-1 3 0,0 1 0,0 6 0,-1 6 0,-1 11 0,-1-3 0,-3 5 0,2-7 0,-2 3 0,2-2 0,0 2 0,2-1 0,0-2 90,1-1-90,1-2 0,0-2 0,7 2 0,-4-6 0,5 1-90,-4-8 0,0-1-180,0-3-360,4-5 91,-4 1-181,3-4-1709,-6 2 2429,1-5 0,0-3 0,1-2 0</inkml:trace>
  <inkml:trace contextRef="#ctx0" brushRef="#br0" timeOffset="150574">19875 2959 17157,'-1'15'270,"-1"-1"-180,3-4 0,-1 0 0,-1 2-90,-1 3 90,-1 0 0,-1 9-90,0-5 90,-1 5-90,1-8 0,-1 0 90,1-1-90,1-2 0,-1-1 0,1-2 0,0-1 90,1-1-90,0-1 90,1-1-90,5-15 0,-2 4 0,8-24 0,-4 11 0,2-9 0,-2 5 0,0 0 0,0 0 0,0 0 0,-1 1 0,0 2 0,0 1 0,0 3 0,1-1 0,-2 6 0,2 0 0,1 15 0,-2 0 0,3 14 0,-5-7 0,1 4 0,1-3 0,-1-1 0,1 1 0,-1-3 0,0 1 0,2-2 0,0-1 0,0-2 0,4 0 0,-2-3 0,7-3 0,1-5 0,6-7 0,-4 0 0,2-4 0,-9 4 0,2-1 0,-1 1 0,-1 0 0,-1 1 0,-2 3 0,1 0 0,-2 3 0,-1 1 0,0 2 0,1 8 0,-4-1 0,1 14 0,-4 2 0,-1 1 0,-1 2 0,0-6 0,0 7 0,0-6 0,1 5 0,0-9 0,2 0 0,-1-2 0,1-1 0,0 1 0,1-3 0,2 0-180,2-3-90,-1-2-540,2-1-1079,-1-4-449,1-2 2338,-1 0 0,0-3 0,-1 0 0</inkml:trace>
  <inkml:trace contextRef="#ctx0" brushRef="#br0" timeOffset="150856">20460 3038 15808,'1'-10'1529,"0"1"-899,0 3 719,1 0-1259,-4 30 0,-2-3 0,-2 20 0,-3-7-642,2-7 642,0 2-90,-1 2 90,-2 5-90,3-7-180,-3 11-90,6-20-89,-1 3-811,3-8 1170,0-6 0,1-1 0,0-6 0</inkml:trace>
  <inkml:trace contextRef="#ctx0" brushRef="#br0" timeOffset="151167">20468 3121 14459,'6'-7'719,"0"-1"-449,-3 5 0,2-2 0,-2 2-90,2 0 0,1 0 0,1 0-90,1 0-1,2 0 91,1 0-90,2 2 0,2 0 0,2 2-90,1-1 180,11 4-180,-6 0 90,14 5 0,-10 4-90,-3 0 90,-6 2-90,-10-5 90,-4 6-90,-4-5 0,-11 11 0,0-10 90,-7 6-90,2-6 0,0-1 0,-1-1 0,-7 2-90,2 0-90,1-2-630,2-1 181,10-6-810,-1 1 1439,5-2 0,2-2 0,1 0 0</inkml:trace>
  <inkml:trace contextRef="#ctx0" brushRef="#br0" timeOffset="151357">21060 3267 15268,'7'-9'1080,"-1"2"-271,-3 3 91,0 0-5398,0 1 451,-11 2 4047,5 0 0,-15 2 0,5 0 0</inkml:trace>
  <inkml:trace contextRef="#ctx0" brushRef="#br0" timeOffset="152493">17979 1618 15448,'9'-1'90,"-1"0"270,-2 1 449,-1-2-89,1 2-270,-1 0-270,0 1 90,-1 1-181,0 2-89,-2 0 90,1 3 0,-1 0-90,-1 1 90,0 3-90,-2 2 90,-1 3-90,-3 15 0,-2 4-360,0 13 1,2-12-451,1 5 181,5-20-91,-1 3-1799,3-8-1348,1-4 3867,1-1 0,3 2 0,2-1 0</inkml:trace>
  <inkml:trace contextRef="#ctx0" brushRef="#br0" timeOffset="152934">18239 1692 14908,'7'-11'630,"0"3"-540,-2 4 90,1 2-90,0-1 90,0 0-90,2 1 0,1-1-90,2 0 90,2 1 0,-1 0 0,3 0-90,-2 1 90,0 0-1,4 0-89,-3 2 90,6 3 0,-8 3-90,-2 7 90,-6 0-90,-8 4 0,-6 1 0,-4 3-388,-5 3 388,-4 0 0,0 0 89,-2-2-89,1 0-205,3-2 205,3-2 0,2-2 0,4-3 0,1-1 0,3-2 381,1-1-381,0 2 90,3-1-90,6 1 213,4-4-213,5-2 0,-1-3 0,1-2 90,2 1-90,1-1 0,2-1-90,0 0 0,1-1 0,0 0-180,-1 1-89,0-1-91,-2 0-180,0-2-2518,4-2 540,-5 2 2608,3-3 0,-1 0 0,-1 0 0</inkml:trace>
  <inkml:trace contextRef="#ctx0" brushRef="#br0" timeOffset="153551">18734 1769 13649,'6'-11'360,"0"2"-90,-3 2 0,-1 2 89,0-1-89,1 1 360,-1 1-90,1-2 89,-2 1-449,-2-2-90,-2 3 0,-2 1 180,-7 5-90,-4 3-180,-2 2 90,-1 2 0,5-1 0,-4 6-90,5-4 0,-4 7 90,9-6-90,0 0 0,3 1 90,2 0-90,2-1 0,4 2 0,8 6 0,8 5 90,1-1-90,11 8 0,-13-14-204,6 4 204,-10-8 0,-1 1 0,-2-3 0,0 2 0,-2-3 0,-2 1 0,-1-2 0,-2 1 204,-1-2-204,-3 0 0,-2 1 0,-5 2 0,-7 1-90,-11 1 180,1-3-90,-3-4 0,6-3 0,-7-2 0,7-2 89,-4 0-89,10 0 90,3-2-90,2-2 0,3 0 90,3-3-90,5-1 0,4-4 0,6-6 90,5-2-90,8-6 0,2-1-741,3-3 741,-2 3 0,-1 2 90,-3 3-90,-1 1-261,-4 2 261,-3 2 0,0-5 0,-7 8 0,0-5 0,-7 7 722,-2 1-722,-4 0 0,-1 1 0,-5 0 280,-1 2-280,-2 0-90,1 2 0,-1 2-269,-5 1 89,4 2-180,-4 1 0,7 3-1169,-2 3-809,5-1-1080,-2 3 3508,9-2 0,2 5 0,2 0 0</inkml:trace>
  <inkml:trace contextRef="#ctx0" brushRef="#br0" timeOffset="153836">18959 1832 14998,'7'-10'1080,"-1"1"-900,-3 5 269,0 1-179,1 0-90,2 3 0,0 1-90,3 3 90,3 5-90,0 0 0,5 5 0,-4 0 0,3 2 0,1 3-354,0 2 354,-1-1 0,-1-1-90,-3-1 0,0-2 90,-1 1-180,1-2-90,-2 0-179,-1-2-91,-2-2-180,0-2-2698,-1 0 3328,-2-3 0,1 2 0,-3-4 0</inkml:trace>
  <inkml:trace contextRef="#ctx0" brushRef="#br0" timeOffset="154061">19207 1879 14998,'-1'-14'810,"1"3"-180,0 4 449,0 1-629,-1 0-270,-5 7-90,1 0 0,-5 8-1,2 0 91,-8 8-90,2-1 0,-7 7-180,3-2-180,-9 9-539,4-2 89,-1-2-2788,5-1-359,10-13 3867,-1 2 0,4 0 0,0 1 0</inkml:trace>
  <inkml:trace contextRef="#ctx0" brushRef="#br0" timeOffset="154367">19387 1835 15268,'6'-13'270,"-1"0"-90,-1 2 180,-1 2 0,0 0-1,0 2 91,0 1 180,0-2 179,1 0-449,0-1 90,-1 3-360,0 11 0,-2 0 0,-1 8-90,-1 0 90,-1 2 0,0 1-90,-2 5 90,0-1-90,0 4 0,-2 9-360,-1 3 90,1-2-180,1-4-90,3-12-989,-1 4-2248,2-3 179,1-1 3598,0-5 0,2-7 0,-1 0 0</inkml:trace>
  <inkml:trace contextRef="#ctx0" brushRef="#br0" timeOffset="154794">19496 1869 15358,'1'-13'540,"0"2"90,0-2-271,0 4 1,0-1 270,1 4-360,-1-1-90,1 2 89,1-2-89,1 3 90,4-3-90,0 2 0,10-2 0,-1 3-90,2 0 0,-1 2 0,-5 1-90,1 1 90,-1 1-90,1 1 90,-1 1-90,0 2 0,-1 0 0,-2 2 0,-1 0 0,-1 2 0,-4 0 0,0 2 0,-3 0 0,-6 10 0,-1-5 0,-13 17 0,-4-5 0,-10 8 0,8-10 0,3-4 0,11-12 0,1 1 0,1-2 0,1 0 0,2-1 0,2-1 0,1 0 0,1-2 0,4 2 0,2-3 0,2 0 0,1-2 0,2-1 0,6 0 0,3-2-90,2 0 0,-2-1-180,-3 0 0,-1 1-90,2-1-180,-3 0-179,1 0-271,-1 0-719,-1 1-629,0-2-810,-1 1 3148,-1 0 0,4 0 0,1-1 0</inkml:trace>
  <inkml:trace contextRef="#ctx0" brushRef="#br0" timeOffset="155401">20081 1840 14459,'2'-13'270,"0"2"-1,-2 5 271,1 1-360,0-2 540,0 2-540,-2-4 179,1 4-179,-4-3 0,1 6-90,-7 0 0,3 4 0,-4 0 0,2 2 0,-7 6 0,0 2 0,-4 7 0,7-3-90,2 5 0,7-8 0,2 4 90,4-4-90,1-1 0,4 2 0,7 6 90,0-5-90,4 4 0,-4-7 0,6 5 0,-4-4 0,9 9 0,-7-5 0,1 5 0,-6-5 0,-5-2 0,-4-5 0,-3 3 90,-1-3-90,-3 3 0,-1-4 0,-3-1 0,-2 0 0,-2 0 0,-1-1 0,-1-2 0,-1 0 0,-1-3 0,2 0 0,0-1 0,1 0 0,-4-3 89,4-2-89,0-1 0,7-5 0,10-7 0,0 0 0,10-9 0,-2 3 0,5-4 0,0-1-707,0-1 707,0-1 0,-2 1 0,-2 0 0,0 2 0,-4 2 0,1-3 0,-7 6 0,-2 0 0,-6 7 0,-2 8 0,-3 1 0,-2 2 618,-2 1-618,-1 3-90,-2 1-180,0 3-90,1 0-2069,-11 10 91,11-5-990,-8 6 3328,16-6 0,-1 4 0,1 1 0</inkml:trace>
  <inkml:trace contextRef="#ctx0" brushRef="#br0" timeOffset="155685">20329 1924 15268,'-2'-10'1170,"-1"1"-811,2 2 901,-1 2-1080,6 1-1,1 5 1,5 5-90,1 3 180,12 14-180,-4-5 90,17 21 0,-7-6-180,3 8-90,-9-11-540,-1-1 181,-13-16-181,2 3-359,-6-9-721,0 0-538,-1-3 2248,-1 0 0,-2-2 0,0-1 0</inkml:trace>
  <inkml:trace contextRef="#ctx0" brushRef="#br0" timeOffset="155886">20577 1884 14819,'0'-17'899,"0"3"1,-1-2-1,1 7-539,-2-3 359,0 8-449,-7 3 180,-3 9-180,-3 3-90,-2 6 180,-6 11-271,6-5-89,-15 21-719,8-9-2403,-7 9 1503,8-12-5267,0 2 6886,12-17 0,-6 11 0,5-7 0</inkml:trace>
  <inkml:trace contextRef="#ctx0" brushRef="#br0" timeOffset="156529">21005 1818 14459,'4'-7'-90,"0"0"180,0 3 0,0 0-90,2 0 90,0 1 90,0 0 89,8-2-89,1 0 0,8 1-90,-4 1 0,0 2-90,-6 1 90,-1 0 0,0 1-90,-2 0 90,-1 2-90,-1 0 0,-2 2 90,-2 0-90,-2 3 90,-6 6-90,-3 0 90,-18 16 0,-4 0-90,-3 1-508,4-5 508,12-10-14,1 2 14,4-6 90,1 2-90,6-4 0,3-2 0,1 0 507,4 0-417,1-1-75,3 2-15,2-2 0,1 0 0,0 1 0,0-1 0,0 0 0,3 3 90,-4-1-90,1 3 0,-5-3 0,-2-1 0,-3 1 0,-5 6 0,-6 1 0,-2 2 0,-5-2 0,1-4 0,-8 5 0,4-6 0,-6 3-180,9-6 0,1 0-180,3-2-90,1-1-269,2-2-1530,2 0 2249,1-3 0,0-1 0,1-1 0</inkml:trace>
  <inkml:trace contextRef="#ctx0" brushRef="#br0" timeOffset="157051">21254 1955 13559,'9'-5'90,"-1"0"0,-3 2 0,1 1 90,-1-2 0,1 1 0,0-1 0,1 1 0,-1 0-1,1 0 1,0-1 0,1 1-90,0 1 90,0-1-90,2 1 90,0 0-90,1-1 0,0 1 90,7 0-90,1 1 0,5 3-90,-7 1 180,1 6-180,-10-2 0,-1 6 90,-5-2-90,-5 2 0,-3 3 89,-6 4-520,-3 2 431,-6 2 90,-1 0-90,-1-1 0,0-2-166,0 1 256,2-3-90,2 0 0,2-4 0,0 3 0,6-7 90,-2 6-90,10-7 90,1-1-90,6-1 424,3-5-424,2 0 263,3 0-263,1-1 0,2 0 0,1-1 0,2-1 0,0 0 90,1 0-90,9 0-90,3 0-180,0 1-269,-2 1-271,-13-2-5216,6 0 6026,-8 0 0,9 0 0,-6 0 0</inkml:trace>
  <inkml:trace contextRef="#ctx0" brushRef="#br0" timeOffset="157260">22005 2150 16977,'3'-8'2879,"0"1"-1620,-1 1-809,0 0 359,0 1-179,1 0-450,-1 1-5217,1 0 3508,-10 5-1080,0-2-1888,-10 5 4497,1-3 0,-13-2 0,-4 0 0</inkml:trace>
  <inkml:trace contextRef="#ctx0" brushRef="#br0" timeOffset="158530">19978 1542 15718,'-4'-12'720,"1"1"-630,1 3 0,2 0-90,0 0 89,0 1 1,0-1-90,1 0 90,0 0-90,-1-1 90,2-1-90,-1-1 90,1-1-90,0-2 0,0 0 0,1-3 90,2-1-90,0 0 0,0-3 0,1 0 0,2-10 0,0 2 0,1-7 0,-2 11 0,-2-2 0,-2 13 0,0-2 0,-2 6 0,0 2 0,0 1 0,0 0 0,0 2 0,0-1 0,0 0 0,2 1 0,-5 14 0,1-5 0,-4 11 0,1-9 0,-1 2 0,-2 0 0,-1 1 0,-3 1 0,0 1 0,-1 1 0,-7 5 0,0-1 0,-6 5 0,4-2 0,6-7 0,3-3 0,6-3 0,0-2 0,2 1 0,-1-2-90,1 0 90,2-9 0,2 3 0,3-8 0,5-1 0,7-7 0,9-8 0,-1 4 0,8-5 0,-15 15 0,5-2 0,-9 7 0,0 0 0,-1 3 0,-2-1 0,-1 2 0,-1 1-90,-2 0 90,1 4 0,-2 1 0,0 2 0,-2 5 0,-2 3 0,2 6 0,-2-2 0,3 7 0,1-8 0,0 3 0,2-5 0,1-2 0,2 0-90,1-2-90,1-1 1,1-2-181,0-1 0,1-2-180,-1-2-2338,3-4 0,-3 0 2878,2-3 0,-4-3 0,1-1 0</inkml:trace>
  <inkml:trace contextRef="#ctx0" brushRef="#br0" timeOffset="159094">20272 1329 14279,'5'-8'90,"0"1"-90,1 7 0,1-1 0,2 0 0,0 1 0,2 0 0,0 0 0,0 0 0,0 0 0,-1 0 0,0 0 0,2 2 90,1-1-90,-2 1 0,-2 2 0,-9 4 0,-1-2 0,-5 3 90,0-3-90,0 1 0,-1-1 0,1 0 0,0 1 0,-1 3 0,2-3 0,0 6 90,4-5-90,-1 3 0,5-1 0,0-1 90,4 5-90,-2-6-90,1 4 90,-1-5 0,-2 2 0,1-2 0,-2 2 0,0-1 90,-2 0-90,-2 1 0,-2 0 0,-7 5 0,1-3 90,-11 7-90,1-5 0,-5 2-90,6-5-360,1-1 0,9-5 450,0 0 0,5-2 0</inkml:trace>
  <inkml:trace contextRef="#ctx0" brushRef="#br0" timeOffset="159528">20536 1530 14369,'10'6'719,"-1"-1"-539,-1 2-90,0-1 0,5 3 90,1 1-90,4 3 0,3 1 0,12 10 0,-5-5-1093,6 5 1003,-11-10 90,-3-1 351,-4-3-441,-2-1 90,-2-3-270,-1 1-90,-1-2-269,-3-1 679,-1-2 0,-3-1 1,-2-1-1</inkml:trace>
  <inkml:trace contextRef="#ctx0" brushRef="#br0" timeOffset="159719">20838 1540 14009,'-2'-9'1079,"-2"2"-899,-2 6-90,0 3 0,-3 3 0,0 2-90,0 1 90,-3 2 0,0 1 0,-2 0-90,-1 2-90,0-1-90,0 0-270,0 0-89,1-1-451,1 1-1079,0-3 91,4 0 1978,0-1 0,0 2 0,-1 0 0</inkml:trace>
  <inkml:trace contextRef="#ctx0" brushRef="#br0" timeOffset="160279">21038 1466 14279,'-6'-11'1709,"5"0"-1619,3 8 0,4-1 0,1 3-90,2 1 90,0-1 0,3 1-90,0 0 90,2 0-90,-1-1 90,0 0-90,0 0 0,-1 1 0,-1 0 89,-2 0-89,-1 0 0,0-1 90,1 2-90,-3 0 0,0 4 90,-8 1-90,-2 3 0,-4 0 0,0-1 0,-2 0 0,0 1 0,-1 2 0,2-2 0,-1 2 0,2-2 0,1 1 0,2 0 90,0-1-90,2 0 0,1 1 0,2-2 0,5 4 0,0-2 0,4 3 0,-2-5 90,7 4-180,-5-4 180,3 4-90,-4-5 0,-3 0 0,0 0 0,-1-1 0,-2 2 0,-2-1-90,-2 1 90,-2 0 0,-2 1 0,-2 0 0,-3 0 0,-7 4 0,-2-1-180,-7 3-89,8-4-541,-3-2 270,12-5-359,-3 0-1350,7-2 2249,0-1 0,3 0 0,2-1 0</inkml:trace>
  <inkml:trace contextRef="#ctx0" brushRef="#br0" timeOffset="160596">21383 1612 14639,'8'-9'989,"-1"3"-809,-1 4 90,0 2-90,1 0-90,2 1 180,10 3-91,-3-1-89,7 4 90,3 3-90,-5-1 0,14 9 0,-7-2 0,-1 0-180,-4-2-90,-10-4-180,-2-3-179,-1 1-361,-2-3-1438,-2 1-1170,-1-2 3508,-1 0 0,-2-2 0,-1 0 0</inkml:trace>
  <inkml:trace contextRef="#ctx0" brushRef="#br0" timeOffset="160811">21711 1607 14819,'1'-12'539,"0"2"91,-1 5 0,0-2-1,0 1-449,-6 4 0,0 1 0,-5 7-90,1 0 0,-2 3 0,-3 1 0,-4 5 0,-1 0 0,-3 4-641,0-2 281,1 1-90,4-1-322,0-2-307,4-1-1530,3-3-1438,0 1 3957,4-2 0,-1 4 0,0 0 0</inkml:trace>
  <inkml:trace contextRef="#ctx0" brushRef="#br0" timeOffset="161278">22227 1498 15538,'6'-8'720,"-1"0"-91,-2 5 181,0-1-91,0 0-629,-10 2 0,1 2 90,-10 3-90,1 2 0,-2 3-90,-5 3 90,0 3 0,-3 3-90,2 3-408,1 0 408,1 1 90,2 1-90,2-1 90,5 0-90,3-3 0,4-1-90,2 6 90,3-6-90,2 4 0,3-8-90,7 3 0,5-2 90,7-1 90,-3-5-90,5-5 1,-12-5 586,4-1-497,-6-3-90,-3 0 90,-1-3 0,-2 0 0,-2-1 0,-2 0-89,-4-6 89,-2 5 0,-3-3 0,-2 6-90,-5 2-360,-2 2 90,-2 3-180,2 2-269,6 3-5757,-3 1 6566,5 1 0,0 1 0,4-2 0</inkml:trace>
  <inkml:trace contextRef="#ctx0" brushRef="#br0" timeOffset="161895">22437 1583 15268,'6'-10'540,"-2"1"90,-1 5-1,-1 0 720,1 1-1169,0 6-90,-4 2 0,-1 6 0,-3-1 0,-2 3 0,-1 1 0,-1 2-90,-2 1 90,0 1 0,-1 2-90,0-1 90,-1 1-90,0 4 90,3-8-90,-1 3 0,4-9 0,1 0 0,1-2 0,-1 2 0,3-3 0,-2 0 0,8-4 0,3-3 0,3 0-90,1-4 90,-2 2 0,1-2 0,1 1 0,4-1 0,-2 1 0,2 0 0,-4 3 0,-1-2 0,0 3 0,1-2 0,0 2 0,0 0 0,1 0 0,0 1 0,0-1 0,-1 1 0,0-1 0,-2 1 0,1-2 0,-1 1 0,-1-1 0,3-2 0,-3-1 0,3-4 0,-1-1 0,1-4 0,-3 2 0,0 0 0,-3 4 0,-1 1 0,1 0 0,-1 0 0,0 1 0,1 2 0,-1 5 0,0 1 0,-3 8 0,-2 1 0,-1 3 0,-3 12 0,-1 5-90,0 10-90,1-10-90,3-5-90,1-13-179,0-1-361,0-3-719,1-2-809,-1-2 2428,0-2 0,-2-2 0,-2-2 0</inkml:trace>
  <inkml:trace contextRef="#ctx0" brushRef="#br0" timeOffset="162880">20220 821 14099,'11'-2'270,"0"1"-180,-6 2-90,1 1 90,-3 1 0,1 1-90,-1 1 90,0 1-90,-1 0 90,1 3-1,-1 6 1,-1-1 0,-1 3 0,0 3-90,-1-5-180,-1 12-359,0-6-631,0 4-808,0-7 179,3-4 1799,1-6 0,3 4 0,0 1 0</inkml:trace>
  <inkml:trace contextRef="#ctx0" brushRef="#br0" timeOffset="163337">20474 892 13919,'5'-9'1259,"1"0"-1079,-2 7 0,2-1-90,0 0 90,2 1-90,2 0 0,0 0 90,2 0-180,0 1 90,1-1 90,4 2-90,0-1 0,-1 3-90,0 1 89,-8 3 1,-1 3-90,-4-1 0,-6 1 0,-2-2 0,-3 1 0,0 0 90,-3 1-90,1 0 0,-1 0 0,0 0 0,1-1 0,0 1 0,2-2 0,1 0 0,0 0 0,1 1 0,1-1 90,7 4-90,1-6 0,7 3 0,0-5 0,1 0 0,3 0 0,2-1 90,-1 0-180,2 0 90,-2-1-180,0 0 1,-1 0-181,-1 0-90,0-1-719,1 0-1080,-3-1 2249,5 0 0,-3-2 0,2-1 0</inkml:trace>
  <inkml:trace contextRef="#ctx0" brushRef="#br0" timeOffset="163946">21021 879 13649,'6'-10'1170,"-1"0"-721,-3 5 91,-1-1-270,-5 1-180,-2 3 0,-2 2 0,-2 4 0,1-1 0,-4 6 0,3-3-90,-3 5 89,5-4-89,1 1 90,-1 2-90,3-2 0,0 3 0,5-4 0,2 2 0,3-1 0,4 4 0,0-4 0,4 4-90,1-2 90,-4-1 0,5 4 0,-5-3 0,-1-1 0,-2-1-89,-5-2 89,0 0 0,-2 1 0,-1 0 0,-2 0 0,0 0 0,-2 0 0,-2 1 0,-1 0 0,0-1 0,-2 1 0,-3 1 0,-1 0 0,0-1 0,-2-1 0,5-4 0,0 1 0,1-4 0,4 0 89,1-4-89,6-3 0,3-1 0,5-2 0,7-7 0,-3 3 0,7-8 0,-1-1 0,-5 3 0,2-3 0,-8 7 0,0-4 0,-4 5 0,-1-3 0,-4 8 0,-1 0-89,-3 2 89,-1 0 0,-3 3 0,-1-1-90,-1 4 0,0 0-180,-1 2-90,0 1-90,0 2-899,-4 2-720,5-1 2069,-2 6 0,7-1 0,0 4 0</inkml:trace>
  <inkml:trace contextRef="#ctx0" brushRef="#br0" timeOffset="164237">21191 992 13559,'1'-10'1170,"0"1"-991,5 7-89,0 3 0,2 5 90,1 1 0,7 7-90,-1 1 90,18 14-90,-10-9-728,9 7 728,-10-10-90,-3-1 90,-2-2-90,-4-3 0,-1-2 0,-2 0-180,-2-3-89,0 1 269,-1-2 0,-4-3 0,0 1 0</inkml:trace>
  <inkml:trace contextRef="#ctx0" brushRef="#br0" timeOffset="164448">21429 1012 12930,'1'-10'989,"0"1"-269,0 3-540,-6 3-1,1 4 1,-5 4-90,1 3 0,-1 1 90,-2 1-90,-1 2 90,-8 8-180,5-5 90,-5 6-90,7-7-90,1 1-90,0 0-809,-5 4-91,6-5-899,-2 2 1979,4-2 0,3-1 0,0 5 0</inkml:trace>
  <inkml:trace contextRef="#ctx0" brushRef="#br0" timeOffset="164721">21630 972 13020,'3'-11'629,"0"1"-179,-1 4 539,0 1-719,-4 13-180,-3 7-90,0 6 90,-3 2-90,3-9 90,1 1-90,0 1 90,0-2-90,1 1 0,1-2-180,0 2-90,0-2-179,0-1-91,1-1-450,1-1-2787,2 1 3777,0-3 0,1 1 0,0-3 0</inkml:trace>
  <inkml:trace contextRef="#ctx0" brushRef="#br0" timeOffset="165164">21683 1051 12660,'1'-11'270,"-1"2"-1,0 1 1,0 1 360,1 1-360,0-2 269,0 3-359,1-3 180,-1 4-180,3-2 0,0 4-90,2 0 0,0 2 0,1 0 0,0 1 0,3 1 0,0-1-90,1 2 90,1 1 0,0-1-90,1 1 90,-1 1-90,-1-1 0,0 1 89,-2 0-89,-1 0 0,-1 0 0,-2 2 0,-1 0 0,-2 4 0,-2-3 0,-3 5 0,-3-4 90,-3 1-90,0 1 0,-3 0 0,1 0 0,-3 1 0,1-2 0,0 1 0,2-1 0,-3 3 0,5-4 0,-2 4 0,5-3 0,2-1 0,3 0 0,6-3 0,0-1 0,4-1 0,-1-1 0,1-1 0,2 0 0,0 0 0,2 0 0,0 0-90,2-1 1,-1 1-1,1 0 0,-1-1-180,0 1-270,3 0-269,0-1-721,3 0-448,-5-3 179,-3 1 1799,-4-1 0,2-2 0,1 0 0</inkml:trace>
  <inkml:trace contextRef="#ctx0" brushRef="#br0" timeOffset="165822">22172 1057 13110,'-9'-9'449,"0"1"-359,5 6 0,-1 0 0,-1 1 0,0 0 0,-1 2 0,-1-2-90,0 2 90,-1 0-90,1 2 90,-2 2-90,-1 3-90,2 2 0,2 0-90,5-2-360,3 6 271,2-3-1,3 5 0,2-3 90,2 1-90,2 0 90,1 0 0,1 0 0,2 1 90,-1 0-89,1 0-91,2 3 180,-5-4-90,4 5 180,-9-5 90,-1-2 0,-3-2 0,-4-4 180,-2 2-181,-1-4 91,-2 4-90,-1-5 0,0 1 0,-2-2 90,-1 0-180,-1 0 90,-2-2 0,0 0 0,0 0-90,0 0 180,-3-2-90,0 0 0,-2-2 0,5 1 0,3-3 0,7-2-90,3-3 90,4-1-90,9-10 90,0 4-1,12-20 1,-7 12 0,5-10 90,-8 10-90,-2-2 90,0 1-216,-2 1 216,-3 1 180,-3-5-180,-3 9 89,-3-11-89,-6 12-90,-2 2 0,-4 7-90,0 7 306,1 4-576,-8 5 0,5 0-269,-7 6-1,9-2-539,-2 1-720,5 0 360,1 0 1439,4 0 0,0 4 0,2 1 0</inkml:trace>
  <inkml:trace contextRef="#ctx0" brushRef="#br0" timeOffset="166129">22484 1052 14099,'10'-2'1619,"-1"2"-1439,-2 3 90,1 3-90,0 1 0,2 0-90,2 3 179,10 9 1,7 5-90,7 10-90,-8-8-90,-5-2 90,-9-11 0,-2-1-180,3 4-90,-6-5-180,3 3-89,-6-8-271,-1 0 720,-2-2 0,-1-2 0,-1 0 0</inkml:trace>
  <inkml:trace contextRef="#ctx0" brushRef="#br0" timeOffset="166338">22748 1099 14099,'2'-10'450,"-1"1"-180,1 3 449,-1 0-89,0-1 539,0 2-899,-7 10-180,1-1 0,-8 13 0,2-5-90,-3 5 90,-2 1-471,-4 3 201,-1 1-90,-1-1-854,-11 9 224,9-8-5127,-10 10 6027,17-16 0,-3 7 0,6-8 0</inkml:trace>
  <inkml:trace contextRef="#ctx0" brushRef="#br0" timeOffset="166821">23050 1000 14819,'11'-10'0,"0"2"179,-1 1 91,-3 0 90,0 2-90,-1 0 90,-1 1-90,0 0 269,-1 1-269,0 0 180,-1 0 629,2 0-989,-10 8 0,2-1 0,-8 7-90,1 0 90,-2 3 0,-11 14 0,-1 5-90,-6 13 0,9-10-180,4 3 0,10-11 90,1-1 0,5-3-90,3-9 90,2-1 0,3-1 0,0 0 1,2-3-1,-1 1 0,2-4 0,0 0 90,-1-3-90,5-1 0,-1-3 90,3-4-90,-6-2 90,-3-6 0,-9-1-90,-6-5 90,-3 4 0,-5 1-90,1 6-90,-2 1-90,-1 2 0,0 2-179,0 1-91,0 1-180,0 2-1618,2 0-990,1 1 3328,2 0 0,-1 1 0,-1 0 0</inkml:trace>
  <inkml:trace contextRef="#ctx0" brushRef="#br0" timeOffset="167513">23349 938 15718,'9'0'1889,"-3"2"-1709,-5 4-90,-1 1 0,-3 3 180,-3 8-180,0-4-90,-4 8 89,-1-3-352,-2 4 353,-3 2-90,-1 0 90,0 0-90,-1-1 0,1-1 0,2-3 0,0 0-90,3-4 90,2-2-270,-3 3 90,2-3 0,1 2 0,4-6 354,10-3-174,1-6-90,6-1 90,-2-3 0,1-3 0,2 0-90,0 0 90,0-1 0,-1 1-90,-1 0 90,0 1 0,-1 1 0,3-2 0,0 2-90,3 0 90,-4 3 0,1 1 0,-4 1 0,1 1 0,-1 0 0,0 0 0,1 0 0,-1 0 0,1 0 0,2-2 0,-2-1 0,2-1 0,-3-2 0,0-1 0,-1-2 0,3-4 0,0-4 0,0 0 0,-2 0 0,-2 6 0,-1 1 0,0 1 0,-1 1 0,0 1 0,0 2 90,0 6-90,-4 3 90,-1 7 0,-5 1-90,-4 6 90,-3 4 0,-8 18 0,4-9-979,-3 10 979,6-13-90,3 0 0,0-3 90,0 4-90,4-8 0,0 1 0,4-10-180,1-2-180,0-2 799,1-2-7904,0-2 7465,-1-2 0,1-2 0,-1-1 0</inkml:trace>
  <inkml:trace contextRef="#ctx0" brushRef="#br0" timeOffset="184691">8652 10850 10591,'7'-9'1529,"-2"1"-1259,-3 3 360,0 0 1888,1 2-2248,-2-3 180,1 2-360,-2-4 0,-1 0 179,0 0-179,-1 0-90,0 3 90,0-2 0,-2-2 0,1 3-90,-3-5 90,1 3-90,0-1 90,-1 1-90,1 0 0,-2-1 90,-1 0-90,-1-2 0,-1-1 0,0 0 0,-2-1 90,0 0-90,-11-9 0,4 5 0,-8-5 0,6 6 0,-11-5 90,-6-2-90,13 8 0,0 1 0,-15-6-861,0 1 861,11 9 0,-2 0 0,-2 1 0,-1-1 0,-1 2 0,-2 0 0,0 1 0,-2 0 0,0 2 0,11 1 0,-1 1-90,-16-1 90,16 2 0,0 0 0,-12 0 0,11 2 0,-1 1 0,0 1 0,-2 0 0,-8 1 0,0 1 0,8 0 0,2-1 0,2 2 0,1-1 0,-12 4 0,3 1 0,-4 3 0,1 3 0,2 0 0,-2 5 0,5 0 0,-1 3-1040,1 1 950,2 2 180,1 0-724,3-1 634,4-2 0,6-3-178,-6 8 178,9-5 0,0 2 45,-7 8 0,0 1-17,2-1 1,1 1-29,-8 12 0,3-2-472,10-16 0,1-1 472,-4 9 0,0 0 0,-3 15-333,1 1 333,3 2 0,9-27 0,0 1-29,2 0 1,0 0 28,1 1 0,0 0 0,1 0 0,0 1 0,1-1 0,2 1 0,1 10 0,2 0 0,-1-8 0,2 1 45,6 19 0,1 0-45,-2-20 0,1-2 0,3 10 0,3 0 0,3-2 0,1-2 0,-5-8 0,2-1 0,6 8 0,0-1 0,10 11 90,2-3-90,2-1 0,0 0 0,3-3 0,0-1 165,3-3-165,1-1 0,2-3-234,-12-11 1,2 0 233,3-2 0,2-1 0,11 2 0,1-1 45,-10-5 0,-1-2-45,11-1 0,2-3-258,-9-4 1,-1-1 257,1-1 0,0 0 0,-2-2 0,-2-2 499,-11 1 0,-1-2-499,13-4 0,0-1 0,-9 2 0,-1-2-354,11-3 0,-2-1 354,-11 3 0,-2-2-300,3-2 0,0-1 300,-1-1 0,1-2 0,0-2 0,1-2 30,-3 0 0,0-3 0,0-1-60,1-4 0,0-1 0,0 0-38,-1-1 1,1 0-1,-2 0 98,-1-1 0,-1-1 0,-2 1-30,0-5 0,-1 0 0,-2-1 0,0-1-346,-2 0 0,-2-3 346,-2 2 0,-1-3 0,-2 2-286,0-4 0,-1 1 316,-2 4 0,-1-2 0,-1 3 15,-5 2 0,-1 1-55,-1 0 1,-3 0 54,-2-4 0,-3 1 45,-3 0 0,-2 1 35,-4-3 1,-2 0-126,-3 3 0,-3 1 45,-3 0 0,-2 2 0,-4 3 0,-2 1-45,-1 0 0,-6 2 30,0 5 0,-5 0 0,1 2-256,8 5 1,2 2 0,-3-1 225,2 3 0,-2-1 0,-1 0 0,0 3 0,-3 1 0,-1 2 0,0 1 0,2 0 210,-2 1 0,1 0 0,-3 2-228,4 1 0,-3 1 0,-2 1 0,0 1 0,3 1-72,-1 3 0,1 3 0,0 0 1,1 0-135,-1 1 1,1 0 0,0 2 0,0 0 43,-10 6 0,1 1 1,5 2-390,-4 7 1,5 2-332,0 1 1,2 3-154,3 1 1,2 2-522,3 1 0,1 1 1574,3 0 0,1 3 0,8-8 0,0 3 0,0 0 0,0 1 0,1 0 0,-1 0 0</inkml:trace>
  <inkml:trace contextRef="#ctx0" brushRef="#br0" timeOffset="190118">14750 10515 13469,'-3'-11'270,"1"1"-90,0 3 180,0 1-180,-1-1-90,0 3 90,-2-1-90,0 1 89,-8-1-89,3 2 90,-8-2-90,1 4 90,-3-2-90,-5 2 0,-5 0 90,-22 3-90,17 0 0,-1 2-709,0-1 1,0 1 663,-1 1 0,0 1 45,0 3 0,2 1-607,-19 7 622,10 2 1,0 5-44,5 3 1,3 2-1065,-2 1 0,1 3 1018,-1 5 1,3 1 43,8-5 1,2 1-47,-1 1 0,1 2 45,0 1 0,1 1-46,0 1 0,1 1-16,1 0 1,0 1 41,1 1 1,1 1-900,1 0 1,1 0 982,1 1 0,1 0-49,1-1 1,1 3-356,3-5 1,0 4 0,1-3 390,0 5 1,1-1-39,2-7 0,-1 2 0,2 0-416,2 14 1,1-3 383,1-12 0,2 1 97,1 2 0,1 3 0,2-1-167,2-7 1,2-3 0,1 1-29,-1 0 1,1 1 0,1-2 83,9 18 0,1-4-106,-3-15 1,3-1 58,1-4 0,2 1 1,0-2 11,6 4 1,0 0 114,-3-6 1,3 2-1,-2-3-113,6 3 1,0-3 45,3 1 1,2-1 0,1 0 1,1 0 0,3 0 1,1-1 3,2 0 0,1-1 0,1 0 0,3 1 22,-14-10 1,2 1-1,2 0 1,0 0-1,4 1 1,1-1-1,1 0 1,1-1-46,2 2 1,1 0-1,2-1 1,1 0 13,-1-1 0,3-1 0,1 0 0,-2 0 0,-2-2-74,-3-1 1,-2 0-1,-1-2 1,2 1 37,-5-1 0,2 0 0,0-1 0,-1 0 0,-1 0-131,3-1 0,-1 0 0,-1 0 1,-1-2 160,8 2 0,-1-1 0,1-1-74,-5 0 0,2-1 0,0 0 0,-1 0 44,6 0 0,-1-1 0,2 1-18,-6-2 0,2 1 0,1-1 0,-3 0 18,7-1 0,-2 1 0,2-1 22,-5-1 1,1 1-1,0-1 1,-1 0-23,-3-1 0,-1 0 0,-1-1 0,1 1 0,0-1 0,0 1 0,0 0 0,-1-2 22,0 1 1,-1-1-1,0-1 1,-1 1-23,9-1 0,0 0 0,-1-1 0,-1 0 0,0-1 0,1 0 88,-3 0 0,1 0 0,2-1-88,-2-1 0,1 0 0,2-1 0,-1-1 22,-1 0 1,-1-1-1,0-1 1,2 0-23,-4 0 0,1-1 0,1 0 0,-2 0 0,-2-1 0,-1 0 0,-2-1 0,-2 0 0,-1-1 24,8-5 0,-2 0 0,-4-1 21,-1-4 0,-3 0-45,-1-1 0,-1-2 208,-3 0 1,-1 0-164,-1-2 0,-2-1-45,-1 0 0,-1 0 45,-2-3 0,0 0-45,-2-1 0,-1 0 45,-1-2 0,-1-1-45,-1-1 0,-1 0 45,-1-1 0,-2-1-45,-1-1 0,-1-2 0,-3 5 0,-1-4 0,-1 2 45,0-6 0,-1 0-45,-2 7 0,-1-2 0,-1 2 0,-2-5 0,-4 0 0,-1 2 0,-1-3 0,-3-1 0,-3-3 0,-2-1 0,-1 0 0,1 1 0,-2 1 0,-2-2 22,-2 7 1,-3-3-1,-1 2 1,1 4-126,1 5 0,1 4 0,-3-2 73,-6-10 0,-3-1 0,1 3 5,6 10 1,0 3-1,-2 0 25,-3-3 0,-2 1 0,0-1-94,2 4 1,0 0-1,-1 0 94,-6-5 0,-2-1 0,1 2 0,5 5 0,1 2 0,-1 0 0,-3-2 0,-1-1 0,-1 2 0,-1 0 0,-1 2 0,1 0 0,2 2 0,0 0 0,-2 1 0,-8-3 0,-2-1 0,0 2 0,3 3 0,2 0 0,-5 1 26,7 3 1,-3 0 0,-1 1-1,0-1 1,2 2-27,2 0 0,3 2 0,-1-1 0,-4 1 0,-4-1 0,-4 0 0,-4 0 0,0 0 0,0 2 0,3 0-18,0 3 0,2 0 0,0 2 0,-1 0 0,-3 0 5,7 0 0,-2 1 0,-1-1 0,-1 1 1,1 0-1,0 0 0,2 2-2,0 0 0,0 0 0,1 1 0,0 1 0,1 0 0,0 0-21,-5 1 0,0 0 0,0 1 0,2 1 0,1-1-9,-4 2 0,2 1 0,2 1 0,-1-1-78,5 0 0,1 0 0,1 1 0,-2 0 33,-1 2 0,-1 0 0,0 1 0,2 0-90,-11 2 0,1 1 0,0 0 0,11-1 0,-1 1 1,0 0-1,1 0-171,-8 3 1,2 0 0,-2 1-220,-1 1 0,-1 2 1,2-1-211,8-2 1,3 1-1,-1-1-270,-3 2 1,0 0 0,0 0 1077,7-2 0,2 1 0,-2 0 0,-7 2 0,0 1 1,-1 1-1,0 0 0,-1 0 0,1 0 0</inkml:trace>
  <inkml:trace contextRef="#ctx0" brushRef="#br0" timeOffset="192060">21432 3647 13289,'-7'-10'180,"0"1"-90,4 5 0,-1-2 0,0 1 0,-1 0 90,1-2-90,-1 1 180,-3-3 0,-3-2-180,-1 1 89,-6-3 1,-2 1-90,2 1-90,-2-1 90,7 5-90,-1 1 90,0 0-90,1 1 90,0 0-90,1 1 0,-2 1 90,1-1-90,-1 2 0,1 0 0,-1 2 0,-8-1 90,-5 2-90,-1-1 0,-12 3 0,5 0 0,-16 5 0,9-1-821,0 1 821,10 0 90,3 1-649,-2 2 559,2 1 0,0 1 0,2 1 0,1 3 0,0 0 0,2 1 0,1 3 0,2 1-52,-7 17 52,6-4 45,6-2 0,-1 2-403,5-3 1,0 1 357,-4 10 0,1 1 0,4-10 0,1 0 0,1 1 0,0-2-194,-1 13 194,2 1 0,2 2-778,1 3 778,1 1 89,4 3 1,1-3-373,4-13 0,1 2 328,1 0 0,2 2-45,5 10 0,2-1 45,-3-12 0,1-2 0,7 8 0,3-3-45,-2-10 0,1-1-300,0 0 1,1-2 299,1-2 0,-1-3 0,12 7-8,2-2 8,1-3 0,3-3 0,1-2 90,1-3-90,2-1 0,1-3 0,1-1 45,-12-7 0,-1-1-45,17 3 0,-17-4 0,-1-2 0,9-1 0,1-2 641,4-5-551,-13-1 0,1-2 45,3-4 0,0-2-388,0 1 0,0-2 343,-4-2 0,-2-2 89,13-13-89,-24 13 0,1 0 0,1-4 0,0-1-45,0-2 0,0 0 45,-1 0 0,-1-2 0,1-3 0,-1 1-45,-3 2 0,-1 1 45,1-7 0,0-1-45,-3 5 0,-1-1 45,1-6 0,0-1-45,-4 6 0,-1-1 44,4-16 1,-1-4 231,-4 1 1,-2-1-277,0 1 0,-2-3-15,-4 10 0,-2-1 0,-3 0-468,-4 2 1,-1 1 0,-2 0 437,2 1 0,-2 1 0,0 0 30,-4-2 0,-1 0 0,-1 4-492,-4-3 0,-3 3 462,-1 0 0,-2 1 0,-3 1 0,-1 2 0,-3 1 0,-1 2 0,-3 0 0,-1 3 0,-3 2 0,-1 2-185,-2 1 1,-1 2 139,-2 2 0,-1 2 0,-2 1 0,1 2 0,-2 2 0,-1 1-45,1 3 0,-3 2-90,4 3 0,-3 3 1,-1 2-208,11 2 1,0 2 0,-1 1 0,1 0 116,-1 0 0,1 0 0,0 2 0,-2 1-742,-7 7 0,-1 2 0,0 2 0,3 1 1012,7-1 0,2 0 0,0 1 0,0 2 0,-6 2 0,0 2 0,-1 0 0,2 1 0,1 0 0,0 0 0,0 0 0,1 1 0</inkml:trace>
  <inkml:trace contextRef="#ctx0" brushRef="#br0" timeOffset="197650">20479 6411 14009,'9'12'360,"-2"1"-270,-3-4 90,0 7 0,1 7-1,-1 7-438,1 8 393,-4-4 1,0 3-466,-1-8 1,0 3 420,-1 4 0,-1 5 0,-1-1-642,-1 11 0,-1 1 612,0-9 0,0 2 0,0-2-60,-1 6 0,-1-1 89,0 9 1,-1-3-90,0 2 45,3-20 0,0-2-45,-1 6 0,1-5-215,1-5 215,3-5 233,-1-5-323,1-1 731,-1-3-821,2-3-46,0 1 226,1-8 0,5-14 0,3-8 0</inkml:trace>
  <inkml:trace contextRef="#ctx0" brushRef="#br0" timeOffset="198350">20582 6577 13919,'-4'-11'0,"1"0"180,0-1 0,0 4 90,1-2 89,1 4-89,0-2-180,1 1 90,0-1-90,3 2 90,2-1-90,2 0 90,11-4-90,-1 3 0,26-7 0,-10 8-1172,17-3 1172,-9 6-1520,10 1 1430,4 0 45,-9 0 0,3 2-45,-11-1 0,0 1-944,13 0 1,1-1 988,-14 2 0,0 1-45,0-2 0,0 1-569,0 0 1,-1 1 568,0-1 0,1 1-1,11 0 0,2 0 46,-4-1 0,1 0-45,5 0 0,-1 0 0,-10 0 0,-5 0 677,11-1-587,-18 1 1769,-15-1-1680,-4 1 1665,0-3-1664,-3 2 1012,0 0-832,-3 0 595,2 1-775,0-1 0,0 8-180,-2 1 180,-4 20-90,0 21-90,-1 2-898,0-15 1,0 0 897,-1-8 0,0 1 45,0 18 0,-1 2-45,0-13 0,0 1-862,-1 12 0,1-1 862,0-13 0,0-2 0,0 0 0,-1 1-576,1 0 1,-1 0 620,0-1 0,0 0-394,1 0 0,0-1 349,0 0 0,0 0 0,0-2 0,0 1 90,-2 22-90,-1-2 0,1-8 630,0-4-630,1-4 1476,1-6-1476,0 0 90,1-10 0,-1 3 1542,0-7-1543,1-5 1228,-1 0-1227,-2-7 763,-2-4-853,-2-1 0,-3-4 90,0 1-90,-5-3 0,-5-1 0,-23-4 90,-1 1-524,14 5 0,-3 1 434,-12 0 0,-1 1 0,9 1 0,-1 0-804,1 1 0,-1 0 1,1 0 803,-2 1 0,-1 0 0,-1 0 0,-2-1 0,-1 2-298,4 0 0,0 1 0,0-1 298,-2 0 0,0 0 0,1 0 0,-13 2 0,4 0-558,15 0 0,3 0 558,1 0 0,0 2-90,-22-1-213,4 3 123,8-3 1520,2 2-1700,5-1-90,3 0 761,5-1-3189,-3 0-3059,3-3 5937,1 0 0,-1-4 0,6 0 0</inkml:trace>
  <inkml:trace contextRef="#ctx0" brushRef="#br0" timeOffset="199065">20641 8399 15268,'4'-12'270,"0"2"180,0-2-180,-2 4 269,2 0-269,-2 2 90,-1 2 270,2-3-540,1 13 90,0 2-91,0 12 1,-2 10 90,0 7-1338,-1 4 0,-1 4 1203,-1-9 0,1 1-45,-1 17 0,0 0 44,0-12 1,0-2 0,0 1 0,0 1-45,0 0 0,0 0 45,1 0 0,-1 0 0,1 1 0,0-1-45,0 0 0,1-1 45,-1 0 0,0 0-45,1-1 0,-1 0-747,0-3 0,1 0 792,-1-1 0,0-1-235,1-3 1,-1 0 9,0 4 0,1 0-135,-1-6 0,0-1-225,0 21-89,0-19-451,-1-18 1080,1-4 0,-5-16 0,0-3 0</inkml:trace>
  <inkml:trace contextRef="#ctx0" brushRef="#br0" timeOffset="199708">20731 8518 15718,'-8'-13'0,"1"0"0,1 4 180,1 0-90,1 2 0,1 2 90,0 0-90,1-1 0,3 1 90,9-4-180,3 4 89,14-3-89,4 5 45,1 0 0,3 1 0,-5 1 0,0-1-1131,13 1 0,2-1 1086,-8 2 0,0-1 0,2 1 0,1 0-969,5-1 0,1 1 1013,-3 0 1,0 0-45,8 0 0,-1 0 0,-6 0 0,-2 0 0,5 1 0,-1 0 0,-5-1 0,0 1 0,0 0 0,0-1 0,-1 1 0,-1 0-599,-1 0 1,-1-1 598,-2 1 0,0 0-111,-2 0 0,-1 0 111,4 0 0,-1 1 0,-6-1 0,0 0 90,26 2-90,-23-1 0,-12-1 1268,-9 1-1178,-1 0 1891,-3 4-1891,-2 0 2000,-2 14-2000,-3-2 0,-4 16-669,-4 3 669,-3 10-90,-3 7 90,3-12 0,1 3-45,1-11 0,-1 2-15,0 6 0,-1 4 0,0-1 0,2-8 0,1-1 0,-1 3-1006,-2 10 0,0 3 0,1-3 1006,2-10 0,1-1 0,0-1-30,-2 17 0,0-3-622,4-14 0,-1-2 667,2 0 0,-1-1-481,1-1 0,0 0 436,0-1 0,0 0 45,0 11 0,0-2-45,1-11 0,0-2 0,0 8 0,0-2 255,1 1-255,2-4 90,0-7 1925,-1 2-2015,1-10 1603,0 2-1513,0-8-90,-2-4 1721,1 0-1721,-4-4 540,-1-1-540,-5-4 219,0-1-219,-7-5 0,-3-1-581,-8-2 581,-6-1 0,-6-1 0,3 4 0,-3 0 0,4 1 0,0 0-1377,-15-1 0,-2 0 1377,8 3 0,-3 0 60,4 1 0,-3 1 0,-2-1-793,-2 1 1,-1 1 0,0 0 762,1 0 0,-1-1 0,1 2 0,-5 0 0,0 2 0,3 0-471,13 1 1,2 1-1,1 1 441,-15 0 0,3 1-158,7 0 0,5 1 158,-5 1 973,7 1-1333,7 0-90,5-1-359,6 0 1282,6-1-2992,3-1 2519,5-1 0,2-1 0</inkml:trace>
  <inkml:trace contextRef="#ctx0" brushRef="#br0" timeOffset="200350">22536 7504 15718,'6'-7'-180,"-1"0"180,-1 3-90,-2 0-5846,1 0 5936,-2 9 0,-1 5 0,0 9 0</inkml:trace>
  <inkml:trace contextRef="#ctx0" brushRef="#br0" timeOffset="200590">22570 8828 15538,'5'9'810,"-1"-1"-451,-2-4-179,1 1-90,0-1-90,0 0 0,0 0-449,2 0-811,1 0-1078,0 1-1080,0-2 3418,-1-1 0,0 0 0,-1 0 0</inkml:trace>
  <inkml:trace contextRef="#ctx0" brushRef="#br0" timeOffset="200744">22720 9200 14639,'0'10'-270,"0"0"90,0-4 180,-1 2-90,1-1-180,0 2-2338,-1 0 2608,1 5 0,-3 7 0,-1 4 0</inkml:trace>
  <inkml:trace contextRef="#ctx0" brushRef="#br0" timeOffset="200960">22691 10114 14369,'4'10'809,"-2"-3"-719,0 0-90,-1-2-180,2 2-269,-2-2-2520,0 0 2969,0 5 0,-4 1 0,1 4 0</inkml:trace>
  <inkml:trace contextRef="#ctx0" brushRef="#br0" timeOffset="201924">21067 12353 12750,'-3'-21'-270,"0"0"270,-1 0 0,-1 1 90,0 0 90,-1-1 90,1 1-91,-1 0 91,0 3 360,-2-6-270,3 7 269,-3-7-89,4 9-180,-2-1 989,3 6-719,-3 16-360,2 3-1,0 15-89,-1 2-738,1 5 738,-1 6 0,-1 4-45,1-7 0,1 2-90,1-9 0,0 1 45,-2 21 0,1 2 0,3-13 0,0 1-1065,1 9 1,1-1 1019,1-11 0,1-2-45,0-2 0,1-2-748,3 10 658,2-3-89,0-2-181,1-4-240,-1-5 60,-1-3 420,-1-8-959,0-2 1392,-1-6-2652,0-1-118,0-3 2457,-2-3 0,-1 0 0,-2-1 0</inkml:trace>
  <inkml:trace contextRef="#ctx0" brushRef="#br0" timeOffset="202560">21093 12165 15448,'-12'-18'630,"1"2"-90,0 0-91,2 3 1,-1-1-270,4 5-90,1 1 180,2 4-180,4-2 0,4 1 0,5-1-1,6 0 1,9-1-45,2 0 0,4 1-552,7-1 1,3 1 536,-3 1 0,2 0 0,-1 0-30,10 0 0,1 0 30,-7 2 0,2 0 0,0 0-30,-5 1 0,-1 0 0,1 0-896,0 1 1,0-1-1,-1 1 896,1 0 0,-1 0 0,-2 1 0,2 0 0,0 0-811,13 0 1,0 0 855,-14 1 0,0-1-413,6 1 1,-2-1 457,6 1 176,-12-1-176,-7 0 1868,-6 0-1778,0 0 0,-4 3-90,-3 2 1940,-5 5-1940,-11 12 0,-3 4-90,-6 16 321,-2 1-321,-3 7 90,0 2-927,1 3 837,7-27 0,0 1 44,-1 1 1,1 0-45,1 1 0,0-1 0,0 2 0,1 0 0,0 0 0,1 0 45,0 0 0,1 1-45,0-1 0,1-1 0,0 1 0,2-1 0,-1 0 0,1 0 0,1-1 0,0-1-589,3 24 589,0-4-118,-1-19 0,2-1 118,-1 0 0,1-1 481,1 2 0,-1-1-481,4 10 0,-2-13 0,-4-14 1467,-1-1-1467,-1-2 770,0-1-770,-1-1 484,-2-1-484,-1-2 0,-2-1 0,-2-1 0,-3-2 90,-2 1-90,-3-1 0,-5 0 0,-8-1 0,-5-1 0,-8 0-653,-8-1 653,8 2 0,-1-1 0,6 1 0,-2-1 0,-7-1 0,-6 0 0,4 0-1407,-1 0 1,0 1 1406,7-1 0,-2 0 0,2 0 0,-9-1 0,3 1-592,7 0 1,-1 1 591,0-1 0,-1-1 0,5 2 0,0-1 0,1 0 0,1-1 0,0 1 0,1-1 45,2 0 0,1-1-135,-25-3-90,25 1 0,0 0-270,-11-5-1489,-5-11-2198,26 1 4137,6-13 0,11-4 0,7-5 0</inkml:trace>
  <inkml:trace contextRef="#ctx0" brushRef="#br0" timeOffset="204216">20887 7145 15448,'8'-2'2968,"1"1"-2518,-3 1-450,0-2 90,-1 0-90,1-3 90,1 0-90,3-2 0,7-3 0,3-4 90,6-2-90,17-11 0,-17 10 0,1-1-934,7-5 1,1-1 933,-6 4 0,-2 0 0,-1 1 0,-1 1-629,6-6 629,-1 1 0,-3 2 0,-1 0 0,-1 1 0,-1 0-266,-2 2 266,-3 3-8,-2 2 8,-3 2 1744,-2 1-1744,3-2 749,-3 1-749,1-1 355,-1 3-355,-5 3-258,0 0 78,-1 0-359,-3 4-361,2-3-6925,-3 2 7825,-3-4 0,-1 2 0,-3-2 0</inkml:trace>
  <inkml:trace contextRef="#ctx0" brushRef="#br0" timeOffset="204732">21322 6625 14279,'-9'3'-1080,"1"0"991,3-1 538,3 2-89,1 1-180,4-1 0,3 0 0,1-3 0,-1-1 0,4 0-91,1-1 91,3 0 0,2-1-90,3 0 90,2 0-90,6-2 0,2-1-745,4-2 745,0 1-342,-1-1 342,-1 0 0,7-2 0,-11 2-90,3-1 180,-14 4-1,-2 0 1,-2 1 90,-1 0 0,-2 0 628,0 1-718,-2-1 908,-2 2-998,-10 7 0,1-2 90,-16 14-180,8-6 90,-18 17 0,10-8-90,-8 9 90,1 2-90,1 1 0,2-1-180,4-5 0,11-11 0,0-2-179,3 0-1,0-2-90,1 0-90,1-3-179,1-1-2699,1-1 3418,1-1 0,1-3 0,0 0 0</inkml:trace>
  <inkml:trace contextRef="#ctx0" brushRef="#br0" timeOffset="206868">20839 6677 14729,'8'-7'629,"0"6"-629,-7 6 90,0 4-90,-3 2 90,-1-1-90,-1 1 0,0 1 0,0 0 90,-1 1-90,-1 1 0,0 0 0,0-1 90,-1-1-90,1 0 0,0-2 0,-1 3 0,3-4 0,-4 4-90,4-5 0,-1 0 90,10-7 0,-2-1 0,6-5 0,-4 2 0,0 0 0,0 0 0,0 0 0,1 0-90,-1 0 0,4-1 0,0 0-90,3-2 90,-4 2 90,0-1-90,-3 3 1,0-1-1,0 0 0,0-1 90,-2 1-90,2 0 0,-1-1 0,1 1 90,0-1-90,-1 1-90,1 1 180,0 6 0,-3-1-90,0 6 90,-2-2 90,-1 6-90,0-3 0,0 5 0,0-4 0,0 1 0,0 0 0,1-1 0,-1 5 0,1-4 0,-1 1-810,2-1-1798,-1-4 2608,1 1 0,0-5 0,-1-2 0</inkml:trace>
  <inkml:trace contextRef="#ctx0" brushRef="#br0" timeOffset="207292">21040 6670 14189,'1'5'989,"0"-4"-899,-6 13-90,2-8 90,1 0-90,0 1 0,0 0 90,-1 1-90,0-1 90,1 0-90,0 0 0,2 1 90,2 3-90,1-1 90,3 2-90,0-4 0,7 6 0,-3-4 0,4 3 90,-5-5-90,2 3 0,-3-3 0,1 2 0,-5-4 0,-1 0 90,-3 0-90,-1 0 0,-2 0 0,-2 0 90,-1 1-90,-2-1 0,-1 0 0,-1 0 0,-6 3 0,4-3 0,-7 4-180,9-5-180,-1 0 0,5-2-2518,0 0 2878,0-2 0,3 0 0,0-1 0</inkml:trace>
  <inkml:trace contextRef="#ctx0" brushRef="#br0" timeOffset="207508">21038 6702 13289,'4'-10'-179,"2"-1"179,-2 8 0,3-1 0,-2 0 0,2 1-90,1-1-270,0 0-180,0 1-1169,0-1 810,0 0 899,0 1 0,2-3 0,0 0 0</inkml:trace>
  <inkml:trace contextRef="#ctx0" brushRef="#br0" timeOffset="207725">21187 6561 14459,'4'-11'359,"-5"15"1,-3 8 0</inkml:trace>
  <inkml:trace contextRef="#ctx0" brushRef="#br0" timeOffset="208657">21168 9270 14459,'-2'-9'3058,"3"2"-2968,3 2 90,2 3-90,2 1 0,0 1 0,3-1 0,3 1 0,3 0-90,3-1 90,7 2-1,2-1-826,8 3 827,-2-2-90,4 2 0,-1-1 90,0 1-90,-2 0 0,-1 1 90,-4 0-90,7 1-180,-7 0 180,-1-1-90,-8-1 0,-10-2 0,-2 0 0,-1 0 648,-1 0-648,0-1-90,-1 0 0,0 0-270,-2-1-629,3-2-90,-2 1 1169,1-2 0,-4 2 0,-2 1 0</inkml:trace>
  <inkml:trace contextRef="#ctx0" brushRef="#br0" timeOffset="209051">21696 9200 14099,'1'-12'1079,"0"2"-539,0 4-360,2 1 0,1 2 0,2 1-180,1 5 90,0-1-90,1 3 90,-1 0-90,2-1 90,-1 3-90,0-1 90,0 1-90,0-1 0,0 1 0,-1 1-180,1-1 90,-1-1 0,-1 0 0,0-1-90,1 1 90,-1-1 0,0 0-90,-3-1 90,-7 4 0,1-3 90,-7 4 0,1-3 0,-3 2-90,-3 1 90,-4 4 0,-2 1 0,-2 2-214,3-1 124,1-2-90,3-1 0,3-2-180,1 0-90,1-2-269,1 1-3149,-2 0 3868,2-2 0,-4 1 0,1-3 0</inkml:trace>
  <inkml:trace contextRef="#ctx0" brushRef="#br0" timeOffset="209492">21342 9498 15178,'-6'13'360,"-1"-2"-270,2-1 0,-2 0 0,0 2 0,0 0-90,0 1 90,2 1 0,-2 8-90,4-6 90,3 12 0,9-7-90,13 3 0,0-8 0,7-4 0,-1-8 90,-1-2-90,20-5 0,-13-2 0,8-4 0,-19 0 0,-4-1 0,-5 0 90,0-8-90,-5 2 0,-3-4 90,-6 6 0,-9-8-90,-1 7 0,-7-5 89,-6 6-89,3 6-179,-6 1-181,7 5-540,3 2-1438,-1 3-1080,-1 0 3418,2 3 0,-7 4 0,0 3 0</inkml:trace>
  <inkml:trace contextRef="#ctx0" brushRef="#br0" timeOffset="210833">21611 12627 13289,'11'-1'0,"-1"0"810,-4 0 269,0 0 1170,-1 1-1170,1-1-899,-12-2-90,1 0 0,-11 1 0,-1 0 0,-4 2 0,-9-2-875,-6 2 785,-5 1 90,-4-1-90,1 2-1051,-2-2 1051,1 0 90,2 1-90,0-1 0,5 2 0,1 1 90,6-1-90,4 1 0,-1-1-90,4 0 90,3-1 768,5 0-858,8-1 1248,0 0-1698,2-2-89,-1 2-900,2-3 1529,0 1 0,4-3 0,-1-1 0</inkml:trace>
  <inkml:trace contextRef="#ctx0" brushRef="#br0" timeOffset="211352">21211 12496 14009,'9'-2'270,"1"0"90,-6 1 89,3 0 991,-1-1-1350,-9 8-1,0-3 1,-10 6 0,2-3 0,-1 1-90,-4 1 90,-3 1-90,-4 1 90,-2 0-90,-1 1 90,-5 1-90,6-2 0,-4 1 0,12-4 0,2 0-90,1-1 90,2-1-90,1-1 0,2 0 90,0 0-90,2 0 90,1-1-90,1 0 90,1 0-90,1 0 1,4 5 89,0-2-90,8 5 90,1-3 0,2 1 0,2-1 0,-2 1 0,0-3 0,0 2 0,2 0 0,-2 0-90,2 0 90,-2-1 0,1 1-180,-1-2-360,5 4-449,-2-2 89,0 0-1169,-4-2-179,-4-3 2248,-2 1 0,0-1 0,-1 0 0</inkml:trace>
  <inkml:trace contextRef="#ctx0" brushRef="#br0" timeOffset="211725">21219 12871 14279,'6'-10'1799,"0"1"-1170,-3 5-269,-1-1 0,2 3-270,1 4-90,-2 1 90,0 5 0,-1 2-90,-1-2 0,0 4 0,-1-4-270,1 5-90,-2-3-89,1 4-91,0-7-450,0 1-1348,0-1 2338,-1 0 0,2 2 0,-1 0 0</inkml:trace>
  <inkml:trace contextRef="#ctx0" brushRef="#br0" timeOffset="212293">21440 12864 14729,'4'-8'1169,"-1"-2"-629,-2 5 269,1-1-629,-3 1 0,-2 2-90,-4 1-90,0 4 90,0 1-180,0 2 90,2 0-180,-2 3 90,5-3-90,-1 2 90,4 1 0,1-2-180,6 4 180,-1-3 1,2 0 89,-1-1-90,0-1 0,0 0 0,0 1 0,1-1 0,-2 0-90,2 2 0,-4 1 0,-1-1 90,-4 3 0,-2-3 90,-2 1-90,-1-2 0,-1 0 0,-1 0 0,0 1-90,-1-2 91,0 0-91,-1 0 90,0 0 0,0-1 0,1-2 0,0 1 0,0-1 90,1 0-180,2-1 90,-2-1 0,3-2 0,5-9 90,2 3-90,7-8 90,-2 7 0,2-3-90,0 1 90,0-1 90,1 1-90,-2-1 0,-2 1 0,0 1 90,-3 0-90,-1 2 0,-2-1 0,-5-1 0,-5 1 0,-2 1 90,-7 1-180,6 4-90,-3 1-180,5 3-359,0-1-1080,2 2 1799,-3 2 0,1 1 0,-2 2 0</inkml:trace>
  <inkml:trace contextRef="#ctx0" brushRef="#br0" timeOffset="212700">21634 12911 13739,'3'-9'3238,"-10"12"-3148,3 0 0,-8 11 0,6-4 0,0 0 0,0 1 0,1 0 0,-1 6-90,2-2 0,2 0-90,2 0 90,2-8-90,1 2 90,1-5-90,1-1 90,0-2 0,2-1-90,0-1 90,2-2-90,-1-1 90,1-2 0,0-1 0,-1-2 0,0-1-90,2-7 90,-5 4 0,2-3-90,-6 2 90,-3 0 0,-2 2-270,-7 0 1,1 7-271,-3 0-270,2 4-1528,0 1-900,0 1 3238,0 1 0,-5 3 0,-2 1 0</inkml:trace>
  <inkml:trace contextRef="#ctx0" brushRef="#br0" timeOffset="213650">21876 13819 14908,'3'-9'180,"1"1"90,-2 4 180,1 0-90,0 0-270,1 7 0,-1 0 0,-1 7 0,-2 2 0,0 2-1,-1 7 1,-1 8-341,-1 6 341,0-3 0,-1 3-90,-2 20 45,0-4 0,-1 2 0,0-6 0,1-1-1110,-1 0 0,0-1 1110,1-1 0,0-2-45,2-13 0,0-1-52,-2 23 142,1-3-90,0-7-551,3-5 551,0-3-90,2-7 89,0-4-178,1-4 1834,2-4-2105,-1-2-1286,4-2-3032,2-6 4948,2-3 1,4-11 0,-1-3 0</inkml:trace>
  <inkml:trace contextRef="#ctx0" brushRef="#br0" timeOffset="214257">21901 13897 14189,'-4'-9'899,"0"1"91,2 4-630,0-1-270,4-1 89,1 1 1,14-2 0,15 1-90,4 0-45,-3 2 0,2 1 45,18-2-1186,-15 3 1,0 0 1140,-4-1 0,0 1-45,2 1 0,0-1 0,2 0 0,0 0 45,0 0 0,0 0-45,1 0 0,-1 0 0,1 0 0,-1 0 0,-1-1 0,0 0-234,-2 1 1,1-2 233,6 0 0,-1 0 180,15-3-90,-25 3 0,-2 1 179,0-2 181,-1 3-90,-7-1-270,-1 1 180,-6 3-180,-9 1 2039,-1 4-2039,-6 4 709,-3 4-709,-3 9 0,-1 5-90,-4 10 90,0 6-1708,0 6 1708,1 6-90,5-28 0,2 1 45,-1 1 0,0 0-45,1 0 0,-1 2 0,-2 14 0,-1 2-1383,0 3 0,0 1 1383,0-1 0,1 0 0,-1-3 0,1-1-152,0-4 0,0-1 152,1-10 0,1 0 0,-2 5 0,0-1-481,-3 7 481,1-8 0,0-3 858,1-6-858,0-4 2803,1-6-2803,0-2 620,0-5-620,-1-1 894,1-4-894,-1-1 263,0-2-263,-2-3 0,-2-2 90,-16-7-180,-16-12-253,10 6 0,-2 0 343,4 0 0,0 1-884,-5-1 0,1 0 884,9 5 0,1 1 0,-2-1 0,1 0-474,0 2 1,1 0 473,-26-8-90,2 2 90,8 4-90,3 1-362,9 4 182,5 0 520,6 3-700,3-1 868,1 1-1408,5 0-5464,2 0 6454,9-2 0,9-2 0,4-4 0</inkml:trace>
  <inkml:trace contextRef="#ctx0" brushRef="#br0" timeOffset="-213746.73">22193 14493 16348,'10'5'719,"-1"0"-539,-1-4-90,2 0 0,0 1 0,4-1 0,2 1 90,14 2-90,-6-1 0,10 2-90,-9-2-189,0 0 189,0 0 0,-1-1 90,-2 0-90,-1 1 0,-3-2 90,-2 1-90,-2-1 0,-2 0 90,-1-1-90,2 0 279,-4 0-190,2-2 1,-6-1 0,1 0 0,-2-1 0,-1 0 0,0 1 450,1-1-360,-2 0-90,-1-2 0,-2-1-90,-1 0 0,-1 1 90,2 0-90,0 0 0,0-1 90,1-1-90,0-2 0,0-1 0,0-1 90,0-2-90,1-1 0,-1-2 0,2-2 0,-1 1 0,2-10 0,0-2 0,-1 1 0,1 2 0,-1 11 90,0 0-90,0 2 0,0 1 0,0 1 0,-1 1 0,1 2 0,-1 1 0,1 1 0,-2 0 0,2 1-90,-1 1 90,-1-1 0,1-1 0,0 0 0,-1 0 0,1 1 0,-5 16 0,2-7 0,-4 15 0,2-10 0,0 2 0,-1-1 0,-3 6 0,1-4 0,-1 3 0,2-6 0,1 0 0,0-1 0,0 0 0,1-1 0,1-2 0,0 1 0,0-1 0,-1 0 0,2-1 0,-1-7 0,4-4 0,2-4 0,2 0 0,-1 2 0,3-2 0,-1 1 0,2 0 0,0-1 0,0 1 0,-1 1 0,0 0 0,0 2 0,-1 1 0,0 0 0,-2 1 0,1 0 0,-2 1 0,0 1 0,2-2-90,-4 10 90,1-4 90,-4 10-180,-1-4 90,1 0 0,0 0 0,-1 1 0,2-1 0,-2 0 0,1 2 0,0-1 0,0 3 0,1-3-90,3 2 0,0-3 0,3-2 0,-1-2 0,2-1-90,0 0 90,0 0-90,1-1-90,0 0-90,0 0 1,0 0-901,-1 0 1,2-1 1259,-2 0 0,1 1 0,-2 0 0</inkml:trace>
  <inkml:trace contextRef="#ctx0" brushRef="#br0" timeOffset="-212920.73">22315 14429 14189,'10'0'809,"-1"1"-539,-3 0 90,-1 0 90,-1 1-270,-3 4-90,-4 0 0,-2 1-90,-2-2 90,1-1 0,-1 1-90,-1-1 0,0 1 89,-4 1 1,4-1-90,-4 0 0,5-1 90,-2-1-90,1 1 0,-1-1 90,2 1 0,-1-1-90,10-5 0,0 5 0,8-5 0,-3 4 0,-2 1 0,-1 0 0,1 1 0,0 0 0,1 1 0,0 0 0,1 1 0,1 1 0,-1-2 0,1 2 0,0-1 0,4 3 0,-3-2-90,3 1-90,-4-2-539,4 2-540,0-2-990,-1 0-809,-2-2 3058,-3-1 0,-1-2 0,1 1 0</inkml:trace>
  <inkml:trace contextRef="#ctx0" brushRef="#br0" timeOffset="-212097.73">22616 14430 15268,'-14'-3'270,"4"0"-180,2 4-90,1-1 90,0 0-90,-2 0 90,-1 0-90,0 0 90,-5 0-90,-1 1 90,-4-1-90,5 0 0,3 0 0,5 0 0,0 1 0,0-1 0,0 0 0,0 0 0,8 3 0,1-2 0,6 2 0,-3-1 0,0 0 0,-1 0 0,0 0 0,3 2 0,-3 0 0,2 0 0,-3 1 0,3 3 0,-2-1 0,1 3 0,-1-2 0,1 5 0,1 3 0,-1-1-90,-1 0-180,-1-6-180,-1 0-629,-1 0-1080,0-1-269,0-1 2428,0 0 0,0 0 0,-1 0 0</inkml:trace>
  <inkml:trace contextRef="#ctx0" brushRef="#br0" timeOffset="-197272.73">13716 14381 16528,'4'5'809,"-3"-3"-809,19 4 90,3-1 0,6-2-90,8 2 0,19-1 0,-16-1-1346,15-1 1346,-18 0 0,3-1 0,-2 0-475,1 0 565,-1 0 0,0-2-90,0 0 90,0-1 0,1 1 0,2-1 0,3 1-45,-8-1 0,2 0 0,3 0 0,2 1 0,11-2 0,-1 1 0,-11 1 0,-2 1-45,-3-1 0,-2 1 90,16 1-1201,-3 0 1111,3 0 90,-5 0-90,-1 0 0,0 1 0,0-2 89,1 2-89,0-2 0,0 1 0,1 0 0,0-1 90,5 1-489,-3-2 399,-11 1 0,2 1 44,-1 0 1,1 0-457,9 0 0,0 0 412,-11 1 0,-2-1 0,-3 0 0,-3 1 87,10-1-87,0 0 0,-2 1 0,-4 0 624,-2-1-624,-5 1 0,-2-1 0,-1 1 0,1-1 0,0 1 0,4 0 0,0 0 0,5 0 360,-1 1-270,19 0-90,-24-2 0,1 0 246,8 1 1,-1 0-247,21 1-182,-25-1 0,-2-1 182,4 1-115,6 1 115,-14-2 0,1 0 27,-3 0-27,1 0 0,-4 0 0,1 1 0,-3-1 1333,0 0-1333,6 1 0,-5-1 1290,17 2-1290,-2-1 0,22 1 601,-11 0-601,-13-1 0,-1 0 0,3 0-639,9 1 639,-18-2 0,0 1 0,-1-1 0,6 2 0,-3-1-378,2-1 378,-3 1 0,-2-1 0,8 1 0,-8-1 0,18 2 0,-16-2 0,8 0 0,13 1 0,-11 0 0,18 1 0,-17-2-806,1 1 806,0 0 0,-1-1 0,-3 0-30,-3-1 30,1 1-90,-3 0 90,2-1-357,-4 0 357,-1 0 0,9-1 0,-10 1 294,9-2-294,-15 2 0,11 0 0,-7-1 481,8 1-481,-6 0 0,0-1 0,6 1-79,2-1 79,4 1 0,2-1 0,-1 2 0,-1-1 0,-3 1-70,-3 0 70,-5 0 0,-3 0-1,-1-1 1,-3 1 401,-3-1-401,-2 0 898,4-1-719,1 0 424,3-3-513,-7 2-46,-2 0 46,-6 0-90,-1 0 0,0 1 0,-1-1-450,-2 1 450,2-1 0,-18 1 0,-3-1 0</inkml:trace>
  <inkml:trace contextRef="#ctx0" brushRef="#br0" timeOffset="-193055.73">6075 15525 24131,'6'-6'60,"0"1"145,2 4 378,-1 1-229,3 0-45,0 0-54,1 0-51,3-1 6,2 1 315,15-1-18,12-1-448,5 0 24,5-1 494,-10 1-1607,6-1 1508,5 0-1071,-24 2 0,0-1 828,1 0 0,0 0-72,1 1 1,1-1-45,0 1 0,1-1 32,1 1 0,1 0-266,-1-1 0,3 1 107,1 0 0,2 0 0,3-1-39,3 1 0,1-1 0,3 0-27,-3 0 1,3 0 0,0 1 0,-2-1-556,6 0 0,-2 0 1,2-1 580,-5 1 1,1 0-1,1 0 1,-2 0-472,-6 0 0,-1 0 0,-1 0 0,1 0 572,0 0 0,0 0 1,0 0-1,0 0-5,13-1 0,0 1 0,-4-1 72,6 1 0,-3 0-1,2 0 1,-1-1-274,-1 1 0,1 1 279,-1-1 0,-1 0 1,1 0 0,-2 0-94,1 0 1,-1 0-104,-1 1 0,0-1 381,-5 1 0,-1 0-134,-2 1 1,1-1-27,-8 0 1,3 1-1,-1-1-45,2 0 1,1 1 0,-1-1 24,0 0 0,0 0 0,1 0-14,7 0 0,1 1 1,-2-1 0,-7 0 1,-1 0 0,1 1-6,11-1 0,2 0 1,-1 0-160,-8 0 1,0 0 0,-2 0 97,-2 0 1,0 1 0,-2-1-92,7 0 0,-2 0 7,-2 1 1,0 0 151,-1 0 0,0-1-147,0 2 1,0-1-1,-1 0 0,0 0 126,0 0 1,-1 1-118,-1-1 0,-1-1 3,1 1 1,-1 0-7,-1 1 0,0-1-30,-1 0 0,0 0 45,-1 0 1,0 1 8,-1-2 0,0 1 8,13-1 0,1 1 637,1-1 0,2 1-456,-10-1 0,1 1 1,0-1 90,17 0 0,-3 0 11,-12 0 0,-3 0-5,-4 0 0,-2 1-2201,10-1-3,-1 0 723,-1 1-1313,-1-1 17,0 1 955,-2-1-960,-1 2 3,-4-1 2470,-2 1 28,-4-1-13,-2 1 32,-1-1 1214,13 2-1189,3-2 1166,-9 1 1,0-1 2335,19 1-2314,-13-1 1,-1 0-1260,9 1-119,-15 0 0,0 0 148,13 0-16,0 0-15,1 0-2840,-2 0 417,-1 1 35,0-1 2448,-2 2 30,0-1-101,16 0 56,-13 0-4,-9 0 0,3-1-215,-7 0 0,0 0 214,8 1 1,1-1-33,-8 0 0,-1 0 9,0 0 0,-1 0 191,14 0-224,5 1-314,3-1 329,4 2 37,-3-2-26,4 2 32,-3-1-13,-24-1 1,0 0-2,0 0 1,0 1 5,-1-1 1,1 0-20,0 0 0,0 0 11,0 0 0,0 0-13,-1 0 0,1 0-57,0 0 1,1 0 58,13 0 1,1 1 618,-10-1 1,0-1 578,11 2 1,1-1 9,-14-1 1,1 0-1253,14 1 0,3 0 32,1-1 1,0 1-1,1 0 1,-1-1-214,-3 0 1,-2 0 208,-12 1 0,-2 0-1148,1-1 0,0 0-372,0 0 1,1 1 323,0-1 0,-1 1 1222,1 0 0,0-1 83,0 1 1,0-1-81,1 1 0,0 0 3,0-1 0,1 1-5,-1-1 0,1 1 1,1-1 1,-1 1 2,0 0 1,1 0-3,15 0 0,3 1-1,-17-1 1,0 1-1,0-1 0,19 0 1,-1 1-5,-2-1 0,-4 1 3,-14-1 1,-1 0 2,-1 0 1,1 0 1,0 0 0,0 1 1,0-1 0,-1 1-8,2-1 0,-1 0 2,-2 1 1,2-1 5,13 1 1,1 1 7,-13-1 0,0 0-1,10 1 1,-1 0 19,9 0-133,1 0 110,-9-1 588,2 1-583,-6 0 992,-2-1-1008,-11 0 0,0 0 562,14 0-566,-13 0 0,-1-1 2,12 1-9,2 1 29,1-1-23,-8 0 0,2 1 1,18 1 6,-18-2 0,-1 1 21,15 3 37,-7-2-25,1 1 30,-3-1-18,-1 0-13,1 1-6,-11-1 0,1-1 802,15 4-802,-5-2 0,1 1-10,-12-1 0,0 0 10,10 0 1,0 1-8,-12-2 0,0 1-50,7 0 0,-2-1 283,8 2-221,11 2-17,-15-3-21,-1 0-89,0-1 65,1 1-479,0 0 475,0-1 9,2 1-13,0 0 7,0-1 1,0 0-17,5 2 190,-2-2-187,3 1 27,-14-2 0,2-1-7,3 2 0,1-1-1,1 0 0,0 1 10,-1 0 1,-1 0-816,17 0 792,0 1-14,0-1 23,-5-2-31,-1 0-83,-5-1 43,0-1-24,0 0-11,-2-1 58,1 0-6,-1-1 42,0 0 34,-11 1 1,0 0-7,17-2 28,-16 3 0,1-1-11,0 1 0,-1 0-4,19 0-54,-9 0 0,1 1 46,-9 0 1,-1-1-56,0 1 1,0 0-7,-2 0 1,-3 0 64,12 0-15,-2 1 560,0 0-503,-1-1-6,13 1-7,-13-1-17,7 0-28,-17 0 931,-1-1-944,0 0-26,1 0 18,-1-1 28,23 2-32,-13-1 27,-2 0 1,1 0-12,14 0-117,-1-1 171,-12 0-9,-14 0 943,-4 0-918,-3 0 760,0 0-1063,2-2 170,-6 2-182,3-3 744,-8 1-1388,-1 0-3394,-2-2 4612,-4-4 1,-11-4 0,-4-5-1</inkml:trace>
  <inkml:trace contextRef="#ctx0" brushRef="#br0" timeOffset="-190720.73">8585 16726 11490,'-5'-8'1889,"0"1"-1169,2 2-360,6 3-180,3 1 89,6 2-89,1 1 0,0-1 0,1 1-90,4 0 90,1 0 0,2 0 0,2 0-90,2 0 90,5 0-90,1-1 0,5 0 89,20 1-1173,-24-1 0,1 1 1039,1-2 0,2 1-1,14 2 1,-2-1 0,-15-1 0,-1 0 0,12 1 0,-1 0-45,-11-1 0,-1 0-700,2 0 1,1-1 699,1 1 0,0-1 0,2 0 0,0 0 45,2 0 0,0-1-45,5 0 0,2 0-961,2 0 1,0-1 1005,5 0 0,1 0-777,1 1 1,0 0 776,0 0 0,1 0-45,-19 1 0,1-1 0,0 1 0,0 0 0,1 0 0,-1-1 71,-1 1 0,1-1 1,2 1-72,13 0 0,3-1 0,2 1 0,-13 0 0,2 0 0,-1 0 0,1 0 22,-1 1 1,-1 0-1,2 0 1,1-1-23,-1 1 0,3-1 0,0 0 0,-1 0 0,-4 1-200,5 0 1,-4 0 0,3 0 199,-2-1 0,2 1 0,1-1 0,-4 1-51,1-1 1,-2 0-1,0 1 51,1 0 0,0 0 0,1 0 237,-1 0 0,0-1 0,4 0-215,0 1 1,4 1-1,0-1 1,-2 0-188,3 1 0,-2-1 0,3 0 165,-3 0 0,2 0 0,0 1 0,-3-1 30,0 1 0,-3 0 0,-1 0-30,2-1 0,0 1 0,0 0 224,-1 0 1,0 1-1,1-1-224,-2 0 0,1 1 0,0-1-229,-2-1 1,1 1 0,-1-1 258,-2 2 0,1-1 0,1 0-30,-3-1 0,2 0 0,1 0 0,0 0 22,-1 0 1,0 1-1,0-1 0,-1 1-22,0-1 0,-1 0 0,0 1 0,0-1 0,2 0 0,1 0 0,-2-1 0,-5 1 45,10 1 0,-3-1-144,9 0 1,-1 0 98,-16-1 0,-3 1 251,0-1 0,0 1-251,-2-1 0,1 1 0,13 0 0,1 0 0,-13-1 0,1 1 264,11 0 0,-2 0-264,-13 0 0,-1-1 45,14 1 0,-1 1 551,-10-1 0,1 1-596,1-1 0,3 1 0,-1 0 0,9 1 0,-1 1 0,-8-2 0,2 1 0,-3-1 0,6 1 0,-1 0 0,6 0 0,-3 1 0,4-1 316,-17 0 1,-1-1-317,11 2 0,0-1 1179,0-1-1179,-12-1 0,0 0 0,16 1 278,-16-1 1,-1 0-279,12 0 0,0 0 529,2-1-529,1 1 0,1-1 0,1 0 0,-14 0 0,2 0 387,2 0 0,0 0-387,-1 0 0,1 0 45,8 0 0,-3 1-1174,8 0 1129,-18 0 0,0 0 0,12 1 0,-1-1 226,0 1-226,-1-1 0,0 0 0,0 1 0,0-1 0,0 0 0,-1 1 0,1-1 0,0 1 0,2 0 0,0 0 0,-10-1 0,2 1 0,5 0 0,1 1 0,-1-2 0,2 1 0,12 1 0,-2-1 0,-23-1 0,-1 0-460,12 1 1,-1 0 459,8-1 0,2 1 0,1-2 0,-5 1 0,2 0-369,-6 0 369,-3-2 514,-4 1-514,-4 0 775,7 0-775,-3 2 0,9-1 0,-5 0 1248,-9 1-1248,6 0 0,-14-2 0,6 2-89,-7-1 178,-1 1-178,0-1 89,1 1 0,1-1 0,1 1 0,0 0 0,-2 0 0,1-1 0,5 2 0,-6-1 0,4 0 1012,-3-1-1012,0 0 654,0 0-654,3 0 0,-9 0 24,4-1-24,-4 1 0,1 0 0,2 0 0,2 1 0,1-1 0,0 1 0,-1-1 0,2 1 0,-3-1 0,3 0 0,-2 1 0,10 1 0,1 0 0,-1 0 0,5 0 0,-18-2 0,5 1 0,-9-2 0,-1 1 0,-1-1 0,-2 1 0,0 0 0,-1-1 0,0 0 0,-1 0 0,0 0 0,0 0 0,-1 0 0,4 0 0,-3 0 0,3 0 0,0 0 0,-3 1 0,7 0 0,-3 0 0,5 0 0,-5 1 0,3-1 0,-7 0 0,2 0 0,-2 0 0,-2-1 0,1 1 0,0-1 0,2 1 0,-2-1 0,2 0-180,-3 1 1,2-2-901,-2 1-6565,1 0 7645,-3-2 0,-1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5:42.66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15112 2675 7353,'9'0'3276,"-3"2"-2145,-4 6-1041,-3 8 0,0 5 0,-4 19-90,1-9 0,-1 1 45,2-6 0,-1 2-45,-1 13 0,-1 6 0,2-4 45,2-7 0,1 0-45,-1 3 0,1 4 0,1-5-135,3-7 0,1-3-315,4 18 181,-2-22-1440,-3-9 1709,-5-10 0,-2-13 0,-3-2 0</inkml:trace>
  <inkml:trace contextRef="#ctx0" brushRef="#br0" timeOffset="358">15384 2947 10411,'15'2'720,"6"3"-361,-1 4-134,8 7 0,1 1-135,7 4-45,2 3 0,1 0-135,5 0-1529,-3-4 0,1 0 1619,2-3 0,-14-7 0,-3-3 0,-6-7 0</inkml:trace>
  <inkml:trace contextRef="#ctx0" brushRef="#br0" timeOffset="568">15869 2920 10051,'-8'-11'540,"-7"-7"-90,2 9 719,-36 12-944,20 13 0,-1 5-180,-6 2 0,-1 3-165,9-2 0,0 2 0,2 0-420,-7 7 1,2 0-631,2-1 1,2-1 1169,5-3 0,2-2 0,-2 10 0,7-8 0</inkml:trace>
  <inkml:trace contextRef="#ctx0" brushRef="#br0" timeOffset="901">16218 2765 10411,'8'-25'1979,"-3"7"-1170,1-5 181,-4 11-630,1 27-270,-2-3 0,-1 17 0,0 6-135,0-8 0,0 2-105,-1 3 0,1 4 0,0 0-390,1 13 0,0-2 270,0-9 1,0-1-1370,4 5 1,1-6 1040,0-15 1,11 16-1,-5-26 1</inkml:trace>
  <inkml:trace contextRef="#ctx0" brushRef="#br0" timeOffset="1827">16750 2887 9422,'3'-10'449,"0"1"-89,-1 5 180,1-1 0,10 6-451,-4 0 181,13 9 0,3 5-90,10 8-135,-4-2 0,2 2-45,-8-4 0,1-1-180,7 5 0,-1-1 45,-11-8 0,0 0-1439,17 6 0,-3-4 754,-9-8 1,18 1 0,-26-15 0</inkml:trace>
  <inkml:trace contextRef="#ctx0" brushRef="#br0" timeOffset="2044">17170 2817 9691,'-18'-11'1260,"5"5"-990,-5 0 539,-6 13-359,1 5-180,-11 15 0,-2 3-225,16-14 0,1 1-405,-11 14 0,-4 6 0,6-5-270,-1 4 630,9-6 0,-2 4 0,5-5 0,0 7 0,5-8 0,0 1 0</inkml:trace>
  <inkml:trace contextRef="#ctx0" brushRef="#br0" timeOffset="2399">17631 2738 10321,'6'-20'2968,"-3"8"-2428,3-1 180,1 46-2359,-5-6 1,-1 5 1330,2 7 1,0 3 157,-2-6 0,0 1 0,0-2-165,1-1 1,0-3 487,0 1 0,2-2-1812,3-2 1,1-4-1471,0-4 3109,7 13 0,-4-27 0,0 0 0</inkml:trace>
  <inkml:trace contextRef="#ctx0" brushRef="#br0" timeOffset="2840">18009 2834 9781,'0'-11'2519,"-1"-6"-90,1 7-1350,-27 30-809,7 9-240,5 2 0,-2 7 0,4-1-1669,8 2 1,4 0 1175,-4 9 1,8-4 102,22-13 1,7-9 269,-9-13 0,3-5-45,19-2 0,4-10 105,-9-18 0,-2-11 0,-3 1 60,-9 13 0,-4 1 0,-1-6 60,-2-7 0,0-6 0,-6 0 0,-10 6 0,-19-4 0,-13 6-150,6 8 0,-4 3 0,-4 8-1033,-11 13 1,-3 11 0,3 3 814,0 1 1,4 5 0,8 1 0,0 5 0,7-2 0,0 19 0</inkml:trace>
  <inkml:trace contextRef="#ctx0" brushRef="#br0" timeOffset="3416">14516 3729 10771,'-37'-1'1638,"0"1"0,-8 0-956,36-2-413,30 0 1,25-1 0,2 0-1026,-3 1 0,2-2 0,11 0 808,-23 1 1,5 0-1,4-1 1,3 0-1,3 0 1,2-1-1,2 0 1,0 0-1,1 0 1,0 1-1,-1-1 1,-1 0-195,-7 2 0,0-1 0,1 0 0,0 0 0,0 1 0,1-1 0,0 0 0,0 0 0,1 1 0,-1-1 0,1 0 0,-1 0 0,0 0 0,0 0 0,0 1 142,0-1 0,-1 0 0,1 0 0,0-1 0,-1 1 0,1 0 0,0 0 0,-1 0 0,1 0 0,0 0 0,-1 0 0,1-1 0,0 1 0,-1 0 0,1 0-54,0 0 1,1 0-1,1 0 1,1 0-1,0 0 1,0 0 0,0 0-1,-1 0 1,-1 0-1,-1 0 1,-2 1 0,-2-1-1,-1 0 1,-3 1-1,-3 0 144,14-2 0,-5 1 0,-4 0 0,-2 0 0,0 0 0,1 0-522,5-2 0,1 1 1,-2-1-1,-3 1 0,-4 0-1207,16 0 1,-13 0 818,-16 2 1,-19 6 0,-5 0 0</inkml:trace>
  <inkml:trace contextRef="#ctx0" brushRef="#br0" timeOffset="5949">18468 2058 1740,'-19'1'-1079,"5"0"3805,-11-1-2186,4-1 269,-12-4-719,8 1 1657,-21-3-1522,7 4 0,-5 2-135,10 1 0,-2 2 0,-4 4-295,2 3 1,-5 4 0,-1 3 0,1-1 0,4 0 204,-5 1 0,4 0 0,-1 6 36,6-2 0,-1 4 0,-1 3 0,3 2 0,4 2-17,5 6 1,3 3-1,3 3 1,1-1 0,1-4-20,-7 6 0,2-4 0,1 5-33,5-3 1,-1 4 0,1 2 0,4 0 0,7-2-81,7 3 1,9 0 0,1-1-1,-1-4 53,-4-3 0,0-2 0,4 2-236,4-2 1,2 5-1,4 1 1,3-4-1,1-8 206,13-2 0,3-9 1,2-1 44,-11-3 0,1 0 0,1-1 0,3-3 0,8-2 0,4-2 0,1-4 0,0-6 9,-7-5 0,0-5 0,1-2 0,-2-2 0,-1 2 36,-2 3 0,-1 0 0,-1-2 0,3-4-13,-5-2 0,3-3 0,2-4 0,-1 0 1,0-2-1,-4 2 0,-5 1-17,7-8 0,-7 1 0,3-5 30,-3 2 0,4-4 0,0-2 0,-3 0 0,-6 0 0,-7 1 0,-5 1 0,-3-1 0,-1 0 60,1-11 0,-2 0 0,-9-1 12,-7 10 0,-4-1 0,-4-1 0,-4 2 0,-4 2 2,-2 7 1,-5 1 0,-3 2 0,-2 2 0,0 0 0,-1 0 15,0-1 0,-1 1 0,-1 0 0,-1 2 0,1 0 0,0 3-180,-2-1 0,-1 0 0,1 2 0,1 4 1,2 5 89,-13 5 0,3 7 0,15 7 0,21 13 0,-5 17 0</inkml:trace>
  <inkml:trace contextRef="#ctx0" brushRef="#br0" timeOffset="6399">18883 2314 1590,'-11'-5'989,"-5"-3"2287,5 2-1592,-5-6 445,31-9-1980,8 0 1,8-4 0,5-2-96,-3 1 0,4-3 0,3-2 0,1 0 0,0 1-25,-4 3 0,1 0 0,0-1 0,1 1 0,-1 0 1,-1 0-66,3-2 0,-1-1 0,0 2 0,-1 0 0,-3 3 738,11-7 1,-3 3-1,-9 13-3979,-4 20 168,-10 0 3109,-14 13 0,-12-3 0,-3 1 0</inkml:trace>
  <inkml:trace contextRef="#ctx0" brushRef="#br0" timeOffset="6882">19033 1946 9691,'-2'-24'360,"1"1"360,-3-5 449,-1 5-719,-20 30-270,0 11-90,-1 17 0,0 11-1183,12-14 1,1 2 0,1-2 989,-6 7 1,4 1-78,7-1 0,5 3 0,9-11 0,35-6 135,-25 0 0,2-3 0,13-18 0,4-8-225,-4 0 1,0-3 134,-6 2 0,2 0-585,18-5 1,0 0 719,-14 2 0,-2 0 0,4-1 0,1 0 0,-6 0 0,1 1 0</inkml:trace>
  <inkml:trace contextRef="#ctx0" brushRef="#br0" timeOffset="7483">20451 1350 8612,'-15'-12'720,"3"2"-271,-12 3-134,0 15 0,-1 5-1954,3-1 1,0 2 1330,-5 4 1,1 4 487,-4 17 0,5 3 770,4 3-905,1-2 0,4-1-45,14-4-315,14-10 0,9-5 315,20-17 0,4-6 0,-10 8 0,-1-2 0,14-18 0,-1 0 0</inkml:trace>
  <inkml:trace contextRef="#ctx0" brushRef="#br0" timeOffset="7850">20710 1201 8702,'8'-32'1709,"-1"8"-1079,1 12-450,-1 12 539,-1 49-539,-3-16-60,-6 7 0,-4 12 0,0-2-60,0-11 0,0-2 0,-1 0-90,1 2 0,-1 0 0,2-1-30,-1-2 0,1-1 0,3-5-570,9 4-539,9 6 1169,23-15 0,-1-15 0,11-8 0</inkml:trace>
  <inkml:trace contextRef="#ctx0" brushRef="#br0" timeOffset="9010">21117 1605 9422,'-14'-9'1799,"-2"0"-990,-3-2 181,-29 4-811,14 17 1,-2 2-180,7-6 0,1 2-270,-12 18 1,9 6-361,19 2 270,10 5 90,46-32 180,3-23 135,-14 0 0,0-5 90,-7-3 0,-2 2 45,10 0-180,-8 11-90,-15 35-3187,-2 20 2802,-4-15 385,20 8 90,-3-37-1044,4-7 0,0-3 1044,7-12 180,-11-4 0,3-7 0,-6 3 0,2-11 59,-7 10 1,1-4 0,-6 8 2029,-10 10-2180,1 0-89,0 51-45,10-8 1,1 1 3320,4 16-3263,1-11 0,0-3-13,-6-8-45,1 5 0,-2 2 45,-11 8-90,0 11 90,-12-24 0,-6-3 0,-13 2 0,9-4 0,9-14 0,28-11-90,13-8 0,6-4-1003,0-5 1,2-4 0,1 2 993,-6 5 1,0 1 0,0-2 98,1-4 0,2-3 0,-2-1 0,-6 4-136,-4-2 0,-3 2 181,2-6 0,-3 1 45,-3-9-90,-17 26 0,-1 12-270,-4 29 0,8-1 0,1 16 45,7-14 0,2-1 136,1 6-136,4 1 0,1-1 225,-4-11-45,0 3 0,-2 0 135,-9-6 3168,-4 8-3168,-22-6-720,-3-4-449,-2-1 1248,12-7 0,13-6 0,5-3 0</inkml:trace>
  <inkml:trace contextRef="#ctx0" brushRef="#br0" timeOffset="9761">22122 1653 9152,'-13'1'1169,"1"-1"900,4 0-1979,27-2 0,-11-1 0,36-6-90,-27 4-90,24-18-90,-24 6 0,5-21 0,-29 13 90,-5 4 0,-33 32 0,13 16 90,12-12 0,1 4-90,2 9 0,4 2 90,4 4-45,4 1 0,5 0-2933,11 2 2978,5 1-115,8-17 205,18-11 0,-8-3-45,-3-7 0,3-6 15,-2-8 0,0-5 0,-1 1-60,0 2 0,0-2 45,-2-6 0,5-5 0,-3-2 0,-6 4 0,-7 1 0,-3-1 15,3-2 0,0-3 0,-4 4 30,-2-14 0,-5 14-90,-16 22 2843,2 12-2843,-19 31 0,15-8 0,1-5 0,3 2 0,6-1 0,2 1-45,4 2 0,1 1 90,2 4 0,0-1 205,6 13-160,-3-10 0,-15-13-180,-4-5-900,-12 6-2287,-3-12 2927,4-2 0,3-4 0,10-3 0</inkml:trace>
  <inkml:trace contextRef="#ctx0" brushRef="#br0" timeOffset="9962">23174 1761 13289,'4'-14'3276,"0"3"-6553,3 13 2895,-23-5 0,-2-1 0,-23-11 0</inkml:trace>
  <inkml:trace contextRef="#ctx0" brushRef="#br0" timeOffset="11399">14997 2534 6723,'-1'-12'1349,"-8"-5"-989,-6 7-180,-4-1 90,-5 12 0,-7 9-1,1 8 1,-5 9 0,-1 5 0,3 2-144,6-3 0,2 3 0,1 1 0,0 3 0,1 1-673,0 0 1,1 2 0,0 2 0,1 0 0,2-1 0,4-1 369,-2 8 1,4-1 0,4-2 0,5-1 176,5 3 0,5-3 0,7-3 243,5-8 0,5-3 1,4-3-244,4-5 0,4-3 0,1-1 0,4 4 0,2 0 0,2-8 0,5-10 0,2-7 0,-3-10 45,-12-6 0,-2-7 0,-2-3 0,-2 0-45,2-1 0,-3-1 0,-2-6-63,-8 2 1,0-4-1,-2-3 1,-5-1-1,-5 0 63,-9-2 0,-7-1 0,-4-1 0,-1 1 0,2 1-23,4 0 1,1 1 0,-2 1-1,-3 0 23,-4 2 0,-3-1 0,-2 0 0,0 5 0,1 5-672,-7-2 1,-5 5 626,1 6 0,-6-1 0,-1 0 0,4 4 0,-5-5 0,-2 5 503,-4 3 0,-9 1 1,2 4-1,8 10-953,8 14 1,7 10 494,2 5 0,1 6 0,10 1 0,13 13 0,12 1 0,6-7 0,0-1 0,1 0 0</inkml:trace>
  <inkml:trace contextRef="#ctx0" brushRef="#br0" timeOffset="12065">16253 2555 8162,'-5'-24'810,"0"3"-630,1 8 449,-7-3 1,-10 9-450,-7 6-45,-1 19 0,-1 11-45,6 8 0,3 6-60,3-12 0,1 1 0,4 4-161,6 6 1,2 4-1,5 2 1,3-3 40,3-6 0,4-1 0,2-1 0,-1 1 67,1 4 1,0 1-1,1-2 1,4-3-8,6 3 0,3-3 0,3-10 165,14-10 0,2-11-45,-12-6 0,-1-7 134,12-14 1,-4-14-15,-19-6 0,-7-10 0,-1 3-150,-1 15 0,-2 1 0,-1-2-30,0-13 0,-3-3 0,-7-4-139,-8 10 0,-5-2 0,-3-3 0,-3 2 0,1 3 154,-2-1 0,-2 3 0,-1 0 0,-2-3-60,5 3 0,-1-5 0,0-2 0,-2 3 0,-2 5 0,-3 8-323,-8 4 1,-3 5 0,-1 10-1,6 13 94,2 23 1,4 17 0,3 2 0,-2-3 0,1 2-1,7 5 1,16-5 0,0 0 0,1 0 0,-1-1-1,0 1 1</inkml:trace>
  <inkml:trace contextRef="#ctx0" brushRef="#br0" timeOffset="22249">7535 3683 7083,'2'-8'899,"0"1"-269,0 2-450,3 20 0,-3 16-135,-2 3 0,-1 6-45,-2 0 0,-1 2 0,0 0-150,0-4 0,-1 0 0,1-1 60,0-2 0,0-1 0,1-2 90,-2 5 0,1-7 0,3-14 0,-1 10 0</inkml:trace>
  <inkml:trace contextRef="#ctx0" brushRef="#br0" timeOffset="22733">7801 3761 8252,'9'-11'1709,"10"-2"-1529,5 2 0,23-1-90,-13 11-90,-9 6 0,-2 7 0,-12 10 0,-5 4 0,2 3 0,-6 4 0,-11 10 0,-9 8 0,0-4-30,3-12 0,1-2 0,-1 1 30,-4 7 0,-1 1 0,3-6-45,1-5 0,10-7 45,36-12-450,1-18 1,3-4-1190,3 1 1,0-2 1147,-1-1 0,-2-2 0,10-5 1,-16 5-1</inkml:trace>
  <inkml:trace contextRef="#ctx0" brushRef="#br0" timeOffset="23333">8487 3804 8432,'-9'-17'720,"-3"0"-181,-17 0-449,5 10 45,-5 12 0,1 8-45,0 28-90,13-15 0,6 2-45,15 4 0,10 1-1594,15 2 1,4-3 1356,-13-11 0,1-1 147,13 12 0,-4-1-45,-17-3 135,-11 2 0,-9 1 90,-12-6 0,-7-4 0,-9 6 0,2-12 45,1-42-90,34-8 0,11-7 0,-1 11 0,4-1 0,2 1-174,2-2 1,1 0 0,-2 2 263,0-2 0,-8 2-45,-11 3 0,-8 2-315,-15-9-45,-2 22 0,-5 7 315,3 11 0,1 5 0,-7 5 0,9 8 0</inkml:trace>
  <inkml:trace contextRef="#ctx0" brushRef="#br0" timeOffset="23649">8753 3874 9332,'2'-9'1529,"2"4"-1169,8 5-1,15 11-224,-6 0 0,3 3-1774,12 15 1,0 1 1151,-13-13 0,-1 2-208,14 17 1,-4-1 694,-15-16 0,10 10 0,-19-22 0</inkml:trace>
  <inkml:trace contextRef="#ctx0" brushRef="#br0" timeOffset="23858">9097 3866 9152,'-19'-37'1889,"-13"23"-1619,4 25-91,1 18 1,0 10-570,7-2 1,1 4-1,1-1-703,3-6 1,0-1 0,2 1 545,-1-1 1,0 0 0,5-5 0,5 10 0,5-21 0</inkml:trace>
  <inkml:trace contextRef="#ctx0" brushRef="#br0" timeOffset="24182">9481 3674 9781,'-3'-17'2339,"-1"13"-2249,2 4 90,-5 25 0,1 11-90,2-12 0,0 2-210,-2 17 0,-1 7 0,2-6-219,1-12 0,1-2 24,-2 19 0,4-2-2962,11-2 2980,-3-16 0,12 3 0,-7-27 0</inkml:trace>
  <inkml:trace contextRef="#ctx0" brushRef="#br0" timeOffset="24616">9623 3714 9512,'16'-25'1978,"18"-3"-1708,-4 15 0,2 3-180,-4 4 0,-1 4-45,2 5 0,-5 9-45,-18 21 0,-13 10 0,-5-9 0,-7 2 0,-1 1 0,2-2 0,4 1 0,1-2 0,-3 0-30,-10 9 0,-4 0 0,9-8 30,11-7 0,16-10 0,19-10 0,10-5-1639,11-6 1,3-2 971,-6 1 0,1 0-186,-2-2 0,2-2 0,-8 1 853,1 0 0,-6 0 0,-2 1 0,-4-1 0</inkml:trace>
  <inkml:trace contextRef="#ctx0" brushRef="#br0" timeOffset="24899">10131 3839 9691,'5'-12'1620,"24"9"-1441,-7 9 1,10 5 0,4 4-135,-8 0 0,-1 2-405,9 4 1,0 1-91,-12-6 0,-1-2 450,15 12 0,-27-19 0,-1 0 0</inkml:trace>
  <inkml:trace contextRef="#ctx0" brushRef="#br0" timeOffset="25149">10492 3770 9332,'-18'-20'1079,"0"7"-629,-7 32-270,9-1 0,0 2-180,-14 13-180,6 5 0,5-2-90,7-13-1369,-2 7 1,1-1 1557,7-17 1,-4 12 0,6-12 0</inkml:trace>
  <inkml:trace contextRef="#ctx0" brushRef="#br0" timeOffset="26033">10051 3732 9691,'-2'-12'990,"-6"2"-540,-17 13-91,-17 16-359,20 1 0,2 4 0,4-1 0,4 2-45,11 5 0,6-1-44,17 7 89,3-6-90,2-10 0,-1-2 90,-3-3-90,6 4 0,-2 1 0,-16-3-3187,-30 26 3072,7-26-974,-16 0 0,1-6 1179,16-12-90,5-44 90,15 5 0,6-7 0,-2 3-53,-1 3 0,-2 0 75,-1 0 1,0-6-1,-2 3 1,-7 11 2193,-13 4-2621,-3 4 0,-4 3 3359,-2 15-2954,-18 16 0,26-1 0,-8 7 0</inkml:trace>
  <inkml:trace contextRef="#ctx0" brushRef="#br0" timeOffset="26995">10722 3650 8702,'-9'-3'810,"-1"0"-271,4 1-179,-1 0 360,2-1-630,6-4 89,2 2 1,12-6 90,5 3-45,10-1 0,5 1-180,-8 4 0,0 1-45,6-4 0,-2 4 0,10 15 0,-33 1 0,-16 18 0,-8 4 0,-8 1 0,2-4 0,-1-2 0,-3 3-90,13-13 90,0 2 0,8-8-180,16 7-90,13 0 180,3 7-90,5-5 45,-24 4 1,-5 0 134,1 0-90,-21 13 0,-11 1-900,2-20 1,-4-4 989,-3 7 0,-1-1 0,9-10 0,3-3 0,4-5 0</inkml:trace>
  <inkml:trace contextRef="#ctx0" brushRef="#br0" timeOffset="27182">11323 3972 10591,'5'-12'-1439,"-1"5"1439,1 6 0,-10 9 0,-2 8 0</inkml:trace>
  <inkml:trace contextRef="#ctx0" brushRef="#br0" timeOffset="30961">21486 6713 7443,'2'-8'2159,"0"1"-1980,3 8 181,1 12-135,1 18 0,0 5-180,-2-5 0,0 1 0,0 8 0,0 3 15,-1-9 0,-1 3 0,0-6-150,0 15-330,2-7 0,0 6 1,2-7-2190,8 4 2609,-7-11 0,3-3 0,10-10 0,-5-12 0</inkml:trace>
  <inkml:trace contextRef="#ctx0" brushRef="#br0" timeOffset="31465">21951 6763 8702,'-8'-15'1439,"3"4"-719,17-7-540,-4 11 44,13-3 1,4 0-135,0 5 0,4-1 0,-1 6 0,-4 32-90,-13 6 0,-21 3 0,-11 3 0,-5-4 0,-5 0-60,4-5 0,-1 0 0,3 0-30,2 7 0,4-1 45,1-8 0,11-4 0,21-8 1,11-6-181,8-9 0,3-6 90,-8 3 0,1-1 135,5-4 0,3-2 0,-6 0 0,5-1 0,-4-1 0,1 1 0</inkml:trace>
  <inkml:trace contextRef="#ctx0" brushRef="#br0" timeOffset="32193">22662 6824 9062,'-2'-12'90,"-1"4"360,-16-8-271,7 9 91,-26-9-90,5 14 0,-4 0 0,-7 16-90,18 19-90,5-6-90,18 16 0,15-22 0,4 0 0,-1-1 0,1 0-135,12 12 0,1-1 90,-10-12 1,-1 0-136,5 7 0,-2 1-270,-4 13 270,-14 8 270,-15-23 0,-4-3 0,-8 6 90,-15-2 270,16-19-180,10-15-180,5 0 45,23-21 0,12-6-854,-10 12 0,2-1 838,0-3 1,3-2 0,-2 2-220,-3 4 1,-2 0 413,3-12 1,-3 2-45,-4 5 0,-9-4 0,-8 1 0,-37 8-180,5-3-405,0 21 1,2 6 44,11 4 360,-21 14 0,35-5 0,-3 8 0</inkml:trace>
  <inkml:trace contextRef="#ctx0" brushRef="#br0" timeOffset="32502">22865 6970 9422,'-2'-11'1439,"1"1"-1079,8 5-181,5 4 271,31 15-360,-8 5 0,2 2-135,-9-6 0,0 0-225,12 12 0,-3-2-989,-8-3-1889,3 3 3148,-11-9 0,-6-6 0,-4-4 0</inkml:trace>
  <inkml:trace contextRef="#ctx0" brushRef="#br0" timeOffset="32720">23205 6927 9691,'-8'-15'450,"3"7"270,-12-3-540,10 10 90,-22 13-1,-5 24-224,14-16 0,0 2-315,1 4 0,-1 3 1,2-1-226,3-2 0,1 0-944,-3 8 0,3-2 1050,6-3 0,5-1 0,3-8 1</inkml:trace>
  <inkml:trace contextRef="#ctx0" brushRef="#br0" timeOffset="33037">23510 6812 9781,'0'-10'1979,"0"2"-1709,-8 29-90,0 9 0,-1 5-360,-2 7 0,1 1-294,-1 2 1,3-2-1166,4-1 1,2-7 830,4-9 1,7 8-1,-2-24 1</inkml:trace>
  <inkml:trace contextRef="#ctx0" brushRef="#br0" timeOffset="33483">23630 6811 9602,'3'-11'1529,"7"-2"-1349,-4 8 179,12-3-89,-2 6-90,0 0-90,-1 1 360,13 7-360,-13 3-90,9 10-90,-34 17 0,-11 5 45,2-10 0,-1 1-15,0-1 0,-2 3 0,1-5 60,-1-3 0,1-3-90,-1 3 0,2-2 0,3-1 0,0 18 0,20-30 90,10 0-450,22-13-89,-6-2-1100,9-3 1,1-2 1519,-3 0 1,-6-1 0,-2 0 0,-4-1 0</inkml:trace>
  <inkml:trace contextRef="#ctx0" brushRef="#br0" timeOffset="34124">24077 6862 9422,'-3'-19'1439,"-2"3"-810,-12 3-359,-13 17-180,-3 5-90,-1 18-225,25-3 0,7 4-315,13 6 1,5 0 224,0 3 0,1-2 180,6-4 1,1-1-91,-7-5 0,-3-4 135,-6-3 90,-20 21 90,-9-24 450,-21 10-450,20-18 359,-4-18-269,25-4-90,8-31 0,5 14 0,3-1-45,-3 4 0,0-1 45,2-15 0,-2 2 90,-4-2-90,-5 17 0,-4 0 44,-7 1 1,-3 2-224,-3-3-901,-20-5-2287,17 33 3264,1 4 0,9 4 1,5-3-1</inkml:trace>
  <inkml:trace contextRef="#ctx0" brushRef="#br0" timeOffset="34449">24278 6854 11311,'25'19'539,"0"3"1,-1 3-450,7 10-315,-5-6 0,1 2-1414,-5-5 1,-3-1 818,4 3 1,-3 0 0,-17-23 0</inkml:trace>
  <inkml:trace contextRef="#ctx0" brushRef="#br0" timeOffset="34675">24518 6908 9332,'-3'-17'629,"0"7"1,-10-3-450,4 15 180,-21 13-360,3 13 0,0 2-180,8-10 0,0 0-315,-14 18 0,3 0 495,6 2 0,0 0 0,5-1 0</inkml:trace>
  <inkml:trace contextRef="#ctx0" brushRef="#br0" timeOffset="35003">24803 6756 9602,'1'-13'2068,"-2"24"-1978,0-5 0,0 19 0,-1 6-180,1-3 0,-1 2 0,1 1-539,1 15 44,0-20 0,0-1-1214,2 20 979,1-13 1,-1-17 0,1-5 0</inkml:trace>
  <inkml:trace contextRef="#ctx0" brushRef="#br0" timeOffset="35249">24804 6720 8882,'0'-10'1169,"10"-4"-1079,-4 8 0,8-3 180,11 2-540,1 1-90,3-1 360,-2 3 0,-17 4 0,5 0 0</inkml:trace>
  <inkml:trace contextRef="#ctx0" brushRef="#br0" timeOffset="35499">24736 6911 10591,'37'4'90,"0"-6"0,1-3 0,-2-5 0,-2 0 0,1 1 0</inkml:trace>
  <inkml:trace contextRef="#ctx0" brushRef="#br0" timeOffset="41137">21683 7790 8162,'-5'-8'2789,"14"0"-1980,39 3-629,-16 2 0,3 0-90,-1 1 0,3 0 0,4 1 18,-2 0 0,5-1 0,1 1 0,0 0 0,-4 0-1201,8 0 1,-3-1 0,7 0 839,-12 1 0,6 0 0,5 0 0,2-1 0,0 1 0,-2 0 0,-4-1 0,-6 1 369,2 0 0,-8 0 1,2-1-1,6 1-116,-3-1 0,5 1 0,5-1 0,3 1 0,1-1 0,-1 1 0,-2-1 0,-4 1 0,-5-1-23,11 1 1,-7-1-1,0 0 1,4 1 9,-9-1 0,3 1 0,2-1 0,1 1 1,-1-1-1,0 0 0,-3 0-5,9-1 0,-2 0 0,-2 0 0,0 0 0,-2 0-5,4 0 1,-2 0 0,-1-1-1,1 1 23,-7-1 0,1 1 0,0-1 0,-2 0 0,-1 0-30,11-2 0,-3 1 0,-3 0-15,3-1 0,-5 0-45,-9 1 0,-4 0-606,3 0 696,-24 4 0,0-1 0,-6 2 0</inkml:trace>
  <inkml:trace contextRef="#ctx0" brushRef="#br0" timeOffset="53282">1270 8821 8792,'-1'-20'1529,"0"1"-539,-1 10 269,1-1-1079,-7 14-60,-3 25 0,-1 21 0,-1 5-91,5-17 1,-1 4 0,0 2 0,1 2 0,-1 1 0,0 0-489,-1-1 0,1 3 0,-1 0 1,1 1-1,-1 0 0,1-1 0,1-2 459,-1 2 0,0 0 0,1-1 0,0-1 0,0-1 0,1-2 0,0 1 0,1-1 0,0-1 0,0-3 0,1-2 30,-3 5 0,1-3 0,1-3-30,-1 7 0,1 0 0,-2 1 0,-1 4 0,1-8 0,4-14 0,-1-2 45,-1 8 0,1-1-45,-3 8 0,5-18 0,0-2 0,0-6 3276,2-7-3160,-1-3-116,0 2 0,13-4 0,23-6 0,14-3 0,-4 0 0,6 0 0,1-1-200,-10 2 0,2-1 0,1 0 0,3 0 155,-2 0 0,3 1 0,2-1 0,0 1 0,-2 0 1,-3 0-1,1-1 0,-4 2 0,1-1 0,6 0 11,-8 2 0,6-1 0,3 1 1,1-1-1,0 1 0,-1-1 0,-4 1 1,-4 1-779,7-2 0,-5 2 1,-2-1-1,5 1 797,-1 0 0,5 0 0,2-1 0,0 2 0,-5-1 0,-5 1 15,1 0 0,-5 1 0,-1 0 0,-3 0 0,0 0 0,-1-1 90,16 0 0,-5-1 0,-4 0 45,-9 0 0,-2 1 135,-8 0-91,0 0 181,-9 1 180,-5 1-360,-13-14 0,-3 2-90,-15-19 0,-6-12-68,12 12 1,0-5-1,0-2 1,-1-1-382,1 3 0,0-2 0,-1-1 1,0-1-1,1 1 359,1-1 0,0 1 0,0-1 0,1-1 0,0-2-15,1-1 0,0-2 0,0-1 0,0 0 0,2 2 0,0 1 500,-1-6 0,2 2 0,0 1 0,0-2-503,1 6 0,0-3 0,-1 1 0,2 1 0,0 5-470,1-5 1,0 4-1,3 4 488,2 5 0,0 2-838,0 2 1,1 2 837,-1-9 1675,-1-9-1675,-2 14 255,3 10-255,-4-10 1536,3 13-1446,2 4 3186,-1 3-3070,0 1-116,-1 5-90,-8 4 0,1 1 0,-19 8-1639,2-2 1,-1-1 1613,-15 6-112,5-4 0,-9 3 0,-6 0 0,1-1 137,6-1 0,0-1 0,-2 0 0,-2 0 0,0 1 0,8-1 0,-2 0 0,-1 1 0,-1-1 0,1 1 0,1-1 0,0 0 0,-1-1 0,-1 1 0,2-1 0,0 0 0,0 0 0,2 0-36,-6 2 0,1 0 0,1 0 0,3 0 1,5-2-385,3 0 0,4-2 0,1 2-30,-7 1 1,0 1-1,7-1 450,-2 4 0,27-5 0,8-2 0</inkml:trace>
  <inkml:trace contextRef="#ctx0" brushRef="#br0" timeOffset="54044">1884 9271 9602,'0'-9'629,"-2"1"-359,-4 5-180,-3 4 90,0 2-90,-2 5 360,-21 28-361,13-13 46,-7 16 0,1 6 0,12-9 0,3 1-90,-4 4 0,4 1 0,8 4 0,7-3-45,5-15 0,3-2 0,1-1 0,3-2 0,6-4 0,0-6 0,6-4 0,8-11 0,0-4 0,-2-4-30,-4-5 0,6-4 0,-5-1-15,-8 1 0,-3-3 45,3-5 0,2-3 0,-6-1 0,-4-10 0,-5 0 0,-1 7 0,-5-1-30,-11-2 0,-7-2 0,-1 6-97,-1 10 0,-2 3 127,-14-17 0,-4 5 0,12 20 0,-2 7-120,-7 6 0,-4 4 0,3 1-15,7-2 0,0 3-958,-13 13 1,-5 7 0,9-2 902,7 4 0,0 5 0,4 0 0,11-6 0</inkml:trace>
  <inkml:trace contextRef="#ctx0" brushRef="#br0" timeOffset="54749">1895 9871 9242,'1'-11'1169,"0"4"-539,-9-1-450,0 6 269,-10 3 1,-9 12-180,-6 7-90,4 6 0,2 3-135,7-6 0,3 3 45,-6 18 0,7 4-90,14-9 0,7 1-90,5-6 0,4 1 0,2-4 0,8 5 0,3-5 0,9 0 0,3-7 0,-11-14 0,1-6 0,5-1 0,2-4 0,7-9 0,2-5 30,-14 3 0,1-3 0,-2-2 30,4-4 0,-1-3 0,-3-3 0,-5 1 0,-2-4 0,-6-2-1063,-6-9 1,-7-3 0,-1 3 989,1 2 1,-8 2 102,-12 6 0,-9-1 0,-4 1 0,3 10 45,1 7 0,-4 7-165,-15-2 0,-8 1 0,4 10-973,13 12 1,3 8 0,1-2 570,-12 2 1,2 2-1,1 9 1,6-1 0,10-4-1</inkml:trace>
  <inkml:trace contextRef="#ctx0" brushRef="#br0" timeOffset="55226">1673 10391 8882,'-9'4'1169,"-3"1"-629,6-3 90,-8 3-361,8-3 91,-8 5 450,-21 11-630,12-5 0,-1-1-135,0 2 0,-2 1 89,-11 6 1,-1 0-90,8-3 0,-1 2 15,3-3 0,-2 1 0,0 0-30,2 1 0,0 0 0,0 0-60,-1 2 0,0 1 0,2-1-15,-5 3 0,1 0-180,1 2 1,1-3-496,-5-2-359,4-11-1,8-15-449,9-6 1529,1-12 0,5-4 0,-2-10 0</inkml:trace>
  <inkml:trace contextRef="#ctx0" brushRef="#br0" timeOffset="56152">1685 9404 9242,'0'-11'2248,"1"2"-1888,-1 1-270,0 2 180,-1 0 90,-5-11-270,1 3 0,-3-12 0,3 10 0,-3-17 0,4 5-90,0 0 0,0-2 0,2 4 0,0 0 0,-2-22 0,2 16-180,2 13 90,2 13 90,9 17-90,3 17 90,4 15 0,-4-5 0,4 8 0,-9-21 0,6 12 0,0-2 0,-6-12 0,8 13-270,-11-23-360,5-11 91,-7-9-181,1-9 270,-5 4 450,-1-9 0,1 11 0,-1-8 0</inkml:trace>
  <inkml:trace contextRef="#ctx0" brushRef="#br0" timeOffset="56766">1977 9240 8522,'-9'-3'2069,"6"1"-1799,20-43-180,-5 16 0,1 0-90,2 0 0,-1 0 0,1-5 0,-2 5 0,-4 8 0,0 2 0,-7 30 0,-2-2 0,-5 23 0,-2 7 0,-2 1 0,2-9 0,0 5 0,0-3-135,2-1 0,1-2-135,-2 0 0,2 0 270,3 20 0,3-29 0,2 2 0</inkml:trace>
  <inkml:trace contextRef="#ctx0" brushRef="#br0" timeOffset="60049">22117 8639 9062,'5'-9'1439,"-1"0"-989,-1 6 179,17-5-449,-3 4 22,9-1 1,12-2-1,5 0 1,-1 1-131,-4 0 0,2 1 0,1 0 0,0-1 0,-1 1-259,0-1 0,-1 1 0,1-1 0,1 0 0,1 1 202,2 0 0,4 0 0,0 0 0,0 0 0,-3 1 0,-4 0-948,7 1 0,-5 0 1,1 1 932,-4-1 0,1 1 0,1-1 0,-2 1 0,-1 1 0,-1-1 0,0 1 0,1 0-45,1 0 0,0-1 0,-1 1 0,-1 0 45,0 0 0,-1 0 0,1-1 45,1 1 0,3-1 0,-2 1 0,-8 0 134,10 0-44,-13 0 0,0 1 45,-3 0-90,-3 9-1698,-7 14 1608,-4-3 1103,-9 21 1,-2 13-1059,3-14 0,1 5 0,0 2 0,0-1-27,-1-6 0,0 0 0,0 1 0,0 1 0,1 2-57,1 0 1,0 2-1,2 1 1,-1 1-1,1 0 1,0 1 89,0-4 0,0 1 1,1 0-1,0 1 1,0 0-1,0-1 0,0 1 0,-1-2 1,1 0-1,0 0 1,0 0-1,0 0 1,-1 0-1,1-1-39,-1 0 1,0-1 0,0 1 0,0-1 0,0-1 0,-1-1 0,0-1 5,1 6 0,0-1 0,0-2 0,-1-2 0,-2-4 12,0 0 0,-2-4 0,0-2 1584,0 3 1,0-3-1435,3 19 31,-3-26-121,-2-12 825,-4-6-915,-4-2 0,-17-1 0,6-1-60,-10-1 0,-9 1 0,1-1-30,2 1 0,-3-1 0,1 0 0,-7 1 0,-4-1 0,0 1 0,1 0-566,5 0 1,-1 0-1,1 0 1,0 1 0,-1-1 560,-1 0 0,0 0 0,-1 0 0,0 0 0,-3 1 56,4 0 1,-3 1-1,-2-1 1,0 1-1,2 0 1,3 0 0,5-1-565,-7 1 1,7 0 0,-6 0 572,2 0 0,-6 1 0,-3 1 0,0-1 0,4 0 0,5 0-597,-3 0 1,6 0 0,-2 1 603,3-2 1,0 1-1,-1 0 1,1-1-8,-11 1 0,1 0 0,4-1-15,1-1 0,2-1 45,-8 1 0,3-1 0,15-2 0,2 1 894,2-1 1,1 0-805,-9 0 1807,-7 0-1627,21-1 3006,7 1-2891,7-6-205,3-23-180,3-1-45,4-14 0,1-11-23,-3 15 1,-1-4 0,1-1 0,0 2-161,0 0 0,1 2 1,-2-8 159,-2 10 1,0-7-1,-2-5 1,0-1-1,0-1 1,0 3 0,0 4-1,1 7-1025,-1-8 1,0 8 0,-1-8 1051,1 10 0,-1-5 0,-1-5 0,0-2 0,0-1 0,-1 0 0,2 2 1,-1 4-1,1 5-27,0-9 1,0 5-1,0 2 1,0-3 67,-1 1 0,1-2 0,-1-1 0,0 2 0,2 2-45,0 0 0,1 1 0,0 3 0,1 6 45,1 2 0,1 2-45,-1-7 0,0 4 45,2 14-90,-1-4 90,0 12 397,0-7-397,-1 5 3276,0 1-3071,-1 1-205,0 4 0,0 0-89,-1 0 89,8 9 0,7-4 0,18 1 0,9-1-1093,-3-2 1,3-3 0,1 0 933,4 0 1,2 0 0,-1 0 128,-2 0 0,-1-1 0,2 0-185,-3 0 0,3 0 1,-1 0-1,-4 1-25,-4 0 0,-3 1 0,1-1 150,11-1 0,2 0 1,-5 0-406,-2 1 0,-6 0 495,-1 2 0,-4 0 0,-11 1 0</inkml:trace>
  <inkml:trace contextRef="#ctx0" brushRef="#br0" timeOffset="62315">23084 9664 8162,'-3'-11'540,"1"2"-450,-1 3 360,-1-1 179,-7-4-449,3 4-90,-6 0 180,-1 8-90,-9 9-90,1 4 0,-2 9 0,9 14-90,9-9 90,3 6-3367,18 1 3162,-5-18 115,15 13 90,8-21-90,-10-2 0,4-9 0,0-3 0,-7-2 45,6-9 0,-2-3-45,-8-4 0,-3 1 0,-3-2 0,-13-11 0,-1 7 90,-22-1-90,13 21 0,-26 1 0,18 13 3276,-10 7-3160,2 14-116,14-9 0,-8 20 0,19-25 0,-3 15 0,10-14 0,3 1 0,13-6 0,11-17 0,-6 2 0,5-17 90,-20 5-90,-2 0 0,-9-7 0,-1 17 89,-13-9-89,5 16 0,-8 2 0,4 12 0,5-2 0,-1 5 0,9 4 0,1-8 0,5 12 0,6-14 0,2 0 90,10-11-90,-4-12 0,-1-3 0,-9-9 0,-11 7 0,-2 3 0,-5 5 0,2 10 0,-6 9 0,6 3 0,-1 6-90,11 1 90,1-9 0,11 2 0,-1-11 0,12-4 0,-2-9 90,0-2-90,-6-9 90,-14 3-90,-4 4 90,-14 8-90,0 12 0,0 4-90,4 10 0,13-2 90,4-1 0,12-9 0,0-10 0,-4-1 180,-2-14-90,-9 11 90,-5-13-90,-6 12-90,-5 1 90,-5 13-90,7 11-90,3 3 90,7-3-90,12-4 90,3-11 0,3-3 0,-2-5 0,-4-3 0,-5 4 0,-4 11 0,-1-2 0,-4 10 0,3-7 0,2-10 0,1-3 0,0-11 0,-1 5 0,-3 3-90,-4 10-90,0 3-719,-7 10 359,7-4-2698,-4 9 3238,6-9 0,-1 8 0,1-3 0</inkml:trace>
  <inkml:trace contextRef="#ctx0" brushRef="#br0" timeOffset="67749">23098 9938 8612,'-2'-9'-270,"0"1"630,0 3-90,-3 1 90,2 0-1,-4 3 91,1-1 0,-6 3-90,-3 2-90,1-1-180,-4 2 89,4 0-179,3 0 90,-8 4 0,10-4 0,-12 7 0,6-2-90,-3 3 90,-7 7 0,11-8 0,-11 11-90,9-6 90,-1 0-90,-8 13 0,14-16 90,-15 22-90,11-9 0,-4 5 45,9-8 0,1 1-45,0 2 0,2-1 0,-6 17 45,6-12 0,2-2-45,1-3 0,0 13 0,5-1 90,5 8-90,-1-10 0,9 12 0,-3-24 0,4 5 0,10 2 0,4-5 90,3-1-90,5-5 0,-4-10 0,-7-2 0,13-3 0,-15-3 0,18-3 0,-3-2 0,0-3-45,-12 0 0,-2-1 45,3-2 0,1-7 0,-2 0 0,-6 2 0,2-5 0,-1-3 0,-1-7 0,1-1 0,-13 6 0,-3-3 0,-4-15 0,-1 15 0,-1 0 0,-2 2 0,-2 0 0,-2-2 0,-1-2-1639,-4-7 1,-1 1 1580,3 8 1,0-1-427,-9-12 0,-1 4 484,-1 6-95,4 7 0,-1 0 185,-18-12-1033,15 19 1,0 0 942,-12-7 1764,-10 6-1764,15 19 0,-9 3 0,11 5 0,1 3 0,-17 14 0,7 3 0,2 1 0,14-12 0,2 0 0,-3 10 0,-1 4 0,5-5 917,0 4-917,1 7 0,2 3 45,7-16 0,2 0-45,0 4 0,0 1 0,2-1 0,2 0 217,5 15-262,6-9 0,2-1 45,1 1 0,9-2 0,5-5-90,19-18 90,-19-3 0,4-3 0,7-10 0,5-8 0,-3-6-23,-12-2 1,-2-6-1,-1 0 1,1 0 326,2 4 1,1 1 0,-2-1 0,-2-5-350,-1-8 0,-3-6 0,-4-1 0,-7 2 73,-8-5 0,-9 1 0,-3 1 2,-4 5 0,-2 2 0,-3 2 0,2 2 0,-1 2 0,-7 11 0,-10 16 0,-7 12 0,2 9-8,7 6 1,2 10-1,1 3 1,0 2-101,1-3 1,0 2-1,-1 1 1,2 1-1,1-1 78,3-1 0,0-1 0,2 1 0,1-1 0,2 0 0,0 3 0,2 0 0,3-2 0,6-4 0,7 5 0,5-6 1935,4 2-1935,11-6 0,18-29 0,-7-12 0,1-4-45,3 0 0,1-6-68,-9-6 1,2-7-1,-1-2 1,-6 3 67,2-3 0,-5-2 22,-6 6 1,1-4 0,-2 1-1,-7 6 23,-7 3 0,-5 4 90,-16-20 507,3 27-507,-9 28 0,-1 9-90,4 2 30,2 8 0,-4 8 0,6-1-30,9-7 0,4 1 0,-2 7 0,1 5 0,3-5 0,5-8 0,4-2-45,4 6 0,5-6 45,14-11 0,2-9 45,-3-32 0,-5-17-15,-14 4 0,-7-5 0,-2-1 0,2 0 0,-1 0 0,-4 1-30,-1-1 0,-4 0 0,-8 17 90,-27 26 0,-1 25-90,28 7 0,8 12 0,0 1-90,-1-8 0,-1 0 0,1 1 0,4 0 60,4 10 0,4 1 0,8-6-105,18 2 0,6-11 45,-2-12 90,-6-10 0,3-6-120,3-14 0,3-8 0,-3-1-15,1-3 1,0-4-24,3-2 1,4-7-1,-1-2 1,-6-2 44,-11 2 1,-4-2 0,-4 0-1,-5 0 293,-4-3 0,-5 1 0,-6 3-90,-8-10 0,-11 17 30,-11 35 0,-9 19 0,4 8-31,18-3 1,4 7 0,2 1 0,-1-2-432,-4-1 1,1-2 0,5 4 341,6 14 0,6 3 0,6-12-11,8-14 11,13 2 0,8-8-1525,10-35 1,2-9 1479,-9 15 0,0-5-97,-4-17 0,2-12 1,-4-4-1,-8 7 142,-7 2 0,-8-1 45,-1 0 0,-1-6 0,-4 1 0,-8 12 135,-22 9 0,-7 10-45,-3-2 0,0 12 120,12 16 0,0 11 1,1 4-1,7 0-195,5 3 0,5 1 0,3 2-788,-2 7 0,2 3 0,6-6 728,6-1 0,11-9 1096,24-13 0,8-17-1126,-15-16 0,-2-10 0,0 0 0,1 9 0,0 1 0,-2-5 106,4-13 1,-3-6 0,-16 4 103,-21 4 0,-14 11 45,-21 23 0,-6 15-180,5-2 0,3 8-16,5 7 1,1 6 0,12 2-210,16 10 1,10-3 179,1 4-135,26-19 0,7-10 45,7-25 45,2-10 0,0-7 45,-20 2 0,-4-6-30,-2-6 0,-3-7 0,-6 1-696,-11 5 0,-5-1 0,-2 1 756,3-2 0,0 2 0,-9 3 119,-17 3 1,-10 5 0,3 9-105,3 9 0,-1 10 45,-7 11 0,-3 8 0,8 7-60,18 3 0,7 4 0,0 0-30,-3-6 0,0 0 0,8 2-120,13 9 0,8 1 0,1-9 120,7-6-90,20-3 0,6-9 45,-19-23 0,0-7 0,17-5 0,-3-11 15,-19-9 0,-6-10 0,-2 4 30,2 5 0,-8 0 634,-10 1 1,-6-5 0,-5 3 0,-4 12-500,-10 16 0,-5 9-76,-2-2 1,-3 3 0,3 10 30,-1 22 0,5 14 0,4 2-180,7-4 0,4 2 0,4 1 30,1 1 0,4 2 1,6-6 14,8 0 0,11-12 1561,22-24 0,5-19-1726,-14-14 0,-2-10 0,-1-1 150,1 2 0,-2 0 0,-2-2 90,-2-5 0,-3-2 0,-11 4 15,-11-1 0,-12 8 90,-10 14 0,-6 10-45,-4 15 0,-4 9 0,2 0-45,-3-1 0,2 6-15,0 12 0,1 8 0,10 1-75,15 8 0,12 0-90,8-3 0,8-5 90,6-9 0,6-10 0,11-16 0,1-16-1048,-12-13 1,-2-11 0,-2 3 944,1 5 1,-5-5 147,-13-2 0,-1-9 0,-4-2 0,-2 1 0,-2 10-321,-3 2 0,-5 2 388,-4-9 0,-5-10 1,-4 5-1,-2 16 23,-11 22 0,-3 9-45,-8-11 0,1 9-2,15 19 1,1 12 0,2 4 0,5-1-104,5 2 0,4 0 1,0 0 29,-5 4 0,-1-1 0,8 0-105,16 13 0,9-11 3116,-3-22-3161,21-5 0,8-12 0,-15-19 0,-1-10 1,0 0 89,14 0 0,-1-4 350,-11-6 0,-2-5 0,-10 3-215,-12 2 0,-11 5 94,-8 9 0,-7 8-50,-3 10 1,-2 9-90,-5 13 0,3 9-1639,7 8 1,7 0 1434,0 3 24,29 8 90,-2-42 45,13-9 0,1-6 45,-4-6-90,6-13 0,-2-5 90,-9-5 0,-4 14 0,-5-1 90,-14-1 0,-5 4-90,-1 6 135,-19 8 0,-4 6-45,4 17-1,-1 15 1,-6 11 0,8 0-1224,16-3 0,3 3 1104,-6-2 0,-1 3 0,8-3 721,14-1 0,9-6-871,17 0-113,5-9 68,-6-21 1,2-8 89,-5-6 0,-1-5-90,6-9 0,-2-4 45,-7-3 0,-6-1 135,-5-1 0,-6 1 90,-10 1 0,-8 6 315,-21 11-270,-11 19-45,22 17 0,3 8 0,2 5 0,4 4 1381,7 1 0,5 0-1471,3-8 0,5-2-45,18 11 0,11-41 0,-9-15 0,-1-9-1174,-3-11 0,-2-3 1264,1 10 0,-2-1-490,-7-10 0,-7 5 490,-9 21 90,-4 1 0,-9 58-120,15-11 0,3 5 0,1 0-105,-3 12 0,2 0 75,4-8 0,3 1 0,3-7-75,8-8 0,0-7 45,5 4 295,22-16-385,-28-13 180,12-10 180,-20 3 180,-14-5 0,-17 11 0,-16 6-180,-7 11-90,13 2-1,1 11-89,27-8 0,0 2 2671,39-15-3031,3-11 270,0 0 1093,-7-4-913,-35 7 90,-12 4 0,-6 1-180,-7 7 270,-10 10-181,19-7-89,-17 12 90,24-2-180,7-3 1,17 1 89,6-11-180,16-9 180,-15-2 0,4-3-90,0-6 90,-12 6 90,8-7 0,-22 8 269,-37 13-179,-4 8-135,14-4 0,1 1 45,-11 15-90,22-11 90,11-2-90,19-13 0,10-7 0,3-6 90,-3 0-90,-28 14 0,-2 7 0,-17 11-90,10-3-2249,4-2 2339,21-13 0,2-6 0,14-9 0</inkml:trace>
  <inkml:trace contextRef="#ctx0" brushRef="#br0" timeOffset="68677">22803 9735 9602,'-7'-9'1709,"0"1"-1170,4 2-269,3-9-90,1-2-90,2-6 90,4-10-180,-3 13 90,5-20-90,-6 27 0,3-11 0,-2 12 0,-1 2 0,0 0 0,4 12 0,-5 0 90,6 14-90,-3 3 90,3 20-90,-3-15 0,4 18 0,-6-27 90,2 7 0,-1-9 0,-1-5-90,4-11-180,-3 0 0,3-12-1349,-6 2 1529,-1-3 0,0 2 0,0 3 0</inkml:trace>
  <inkml:trace contextRef="#ctx0" brushRef="#br0" timeOffset="69317">23097 9655 10051,'-3'-9'990,"2"-4"-810,11-8-90,4-11-90,-1 2 0,1-2 0,-7 18 0,2 2 0,-3 8 0,4 11 0,-8 30 0,0 7 0,-4-18 0,0 1-315,2 1 0,0-3 45,1-4 270,4 13 0,-1-27 0,2 4 0</inkml:trace>
  <inkml:trace contextRef="#ctx0" brushRef="#br0" timeOffset="71449">22652 10649 8972,'8'-13'1529,"-3"4"-630,1-1-89,-2 3-450,0-1 90,-1 2-1,-2 0-269,-2 0 90,-5-1 90,-6 2-360,-1 2 90,-4 2 90,-5 6-180,4 0 90,-12 11-90,10 1 90,-3 9-90,9-4 0,3 6 0,5-6 90,2 2-90,4-10 0,-1-4 0,1-3 0,0-1 89,-1 1-89,-8-13 0,2 2 0,-6-12-89,6 2 89,2 4-90,1 0 90,3 2-90,2 0 90,2 0 0,0 0 0,-9 8 0,-7 8 0,-5 2 0,-8 8 0,4-4 0,-3 2 0,5-5 0,4-1-90,4-3 90,1-1 0,2 0-180,0 0-90,4-4-180,-1 2 450,16-9 0,0 1-90,11-6 90,0 3 0,-2 0 0,-4 3 0,8-3 0,-14 4 0,14-5 0,-13 4 0,4-3 0,-1 0 0,-2-2 0,-2 1 90,-1-3-90,-4 6 0,0-2 0,0 0-90,-1 0 90,1 0 0,-1 0 0,4-1 0,3 0 0,2 0 0,0 2 0,-2 7 0,-5 9 0,-1-1 0,-3 8 0,-1-10 0,5-6 0,3-10-90,10-13-1979,9-17 810,-8 14-270,3-4 1529,-15 20 0,-1 2 0,-1 0 0</inkml:trace>
  <inkml:trace contextRef="#ctx0" brushRef="#br0" timeOffset="81716">11225 8828 10411,'5'6'1259,"-2"6"-1169,-2 12 0,2 4-45,2-2 0,2-2 45,5 22 45,14-36 0,8-12 0,-1-11 0,4-11 0,3-6 0,1-2-298,-8 6 0,0-2 1,2-3-1,0-1 1,0-1-1,0 0 1,0 2 84,-1 2 1,-1 0 0,1 0 0,0-1 0,-1 1 0,0-1 0,-1-1-283,1-1 0,1-3 0,0 0 1,-1 0-1,-2 1 0,-1 2 1,-4 4 359,9-10 0,-4 4 0,-3 4 0,3-2 0,-4 5 0,4-8 0</inkml:trace>
  <inkml:trace contextRef="#ctx0" brushRef="#br0" timeOffset="92026">17777 4230 6004,'-14'-30'1079,"-4"-9"-899,10 24 449,-14-24-89,7 14-90,-10-10-360,10 16 270,-16 1-270,15 13 44,-10 3 1,-5 4-90,-2 7 0,-1 3 0,-8 2 0,-3 4-15,6 0 0,-2 3 0,1 3-174,2 1 1,1 2-1,1 1 144,7-5 0,0 0 0,0 1 0,1 3 30,-4 7 1,0 2-1,2 1 1,2 0 8,0 3 0,4-1 1,0 4-199,7-9 1,-1 3 0,2 2 0,1 0-1,3-1 163,2 6 1,4-1 0,1 0 0,1 1 21,0 1 0,1-1 1,2 2-1,3 0-8,3-5 0,3 2 0,2 0 0,2-1 0,0-3-18,3-1 0,1-2 0,2-1 0,-1 0 0,5 9 0,2 0 0,3-2-8,-2-12 0,4 0 1,1-2-1,-2-4 28,-1-2 1,0-3 0,2-1-27,1 2 0,3 1 0,1-1 0,1-4 1,1-3 0,1-3 1,1-2-1,2-2 20,-1-3 0,3-2 0,0-2 0,0 0 0,0-2-15,6 0 0,0-1 0,-1-2 0,-1-1 0,-1 0 0,-2 0 0,0-3 0,0-3 36,-5-3 0,1-3 0,-1-2 0,-3 0 0,-4 2 9,9-7 0,-2-4-16,-11 6 1,4-5 0,2-3 0,-1-1 0,-3 0 0,-6 4-30,-1-7 0,-5 2 0,-1-5 18,0 3 0,0-5 0,1-2 0,-4 0 0,-4 1 4,-5-3 1,-5 0 0,-3 0-1,1 2-22,1 5 0,1 2 0,-3-1 0,-5-2 0,-4 1 0,-6-4 0,-3 0 0,-1 0 0,1 4 0,1 5-433,-1-2 1,0 6 0,-6-2 417,-1 1 0,-5-4 0,-3-1 0,-3 0 0,-1 5 0,0 5-57,-5 5 0,-1 7 0,-2 2 0,0 3 0,0-1 27,6 0 0,-1 0 0,1 0 0,-2 2 0,0 2 1,-1 4-175,-1 2 1,-2 3-1,-1 3 1,0 1-1,1 2 1,3 1-1,3 1-177,-2 4 0,5 3 1,1 1-1,1 1 1,1 1 395,0 0 0,1 0 0,0 1 0,3 1 0,2 1 0,1 4 0,4 2 0,2 0 0,1-1 0,0 3 0,1 0 0,-1 0 0</inkml:trace>
  <inkml:trace contextRef="#ctx0" brushRef="#br0" timeOffset="93616">17153 7675 8432,'-4'-11'-90,"0"2"90,-1 2 90,-3 1 90,-6-5 90,-6-1-180,2 1 90,-3 1 180,-6 0-249,0 1 1,-16-3 109,5 6 1,-1 2-30,14 2 1,-2 1-88,-7 1 1,-8 2-1,-1 1 1,7 0 116,2 1 0,0 2-215,-1 2 1,-6 2 0,-3 1 0,2 2 0,5 0-90,0 3 1,5 2 0,-3 3 126,0 0 0,-4 3 1,-1 3-1,2 0 0,4 1 23,1 5 0,4 2 1,2 1-1,1-1-64,1-5 1,1 0 0,1 1 0,3 3-9,0 8 0,4 4 0,2-1 0,5-2-65,3-6 0,4-3 0,4 7 20,5-6 0,2 6 1,4 3-1,1 2 1,2-1-1,1-2 1,-1-5 15,6 8 1,2-5 0,2-1 0,3 3-135,-6-9 0,3 4 0,2 1 0,1 0 0,0-3 0,0-2 1,-1-6 59,6 1 0,0-6 0,0-3 0,2-1-12,3 0 0,1-1 0,1-3 1,4-5 25,-1-7 1,4-4 0,1-3 0,0-3 0,-1-2 36,-2-1 0,1-4 0,-1-2 0,0-1 0,0-1 65,-5 2 0,1 0 0,0-1 1,-1-2-1,-2-2 0,-1-3 18,-2-6 1,0-4 0,-3-3 0,-1-1 0,-3 1 0,-3 3 17,-1-1 0,-4 2 0,-3-1 0,-2-7 32,-4 1 0,-3-7 0,-1-3 0,-1-2 0,-2 1 0,-2 4 0,-1 5-47,0-7 0,-3 5 0,-9-5-135,-3 10 1,-6-5 0,-3-4-1,-4-1 1,-1 0 0,-1 3 0,0 5-1,1 6 127,-6 0 1,-1 8 0,-2 2-1,-7-2-149,10 5 1,-4-2 0,-3-1 0,-2 0 0,-2 0 0,0 1 0,-1 3 0,0 3 0,1 4 47,-2 3 0,-1 5 1,0 3-1,-1 2 0,0 2 1,1 0-1,1-1 1,1-1 18,-5-4 0,1 0 0,2-1 0,-1 2 0,1 3 0,-1 5 60,0 5 0,-3 4 0,-1 3 0,1 3 0,4 0 0,6 1 0,8 0 0,3 5 0,9 2 0,-1 2 0,-3 4 0,1 1 0,-1-1 0,1 0 0</inkml:trace>
  <inkml:trace contextRef="#ctx0" brushRef="#br1" timeOffset="96015">3672 7461 17061,'5'-12'875,"-1"-2"-1191,-3 3 0,-1 3 1,0 2-1</inkml:trace>
  <inkml:trace contextRef="#ctx0" brushRef="#br0" timeOffset="100698">19741 3525 6993,'2'-16'899,"-4"-3"-89,-7 2-90,-5-5-451,-1 7 91,-9 0-270,11 10 180,-33-2-180,20 8 0,-2 1-60,-5 2 0,-4 2 0,2 0 15,-7 1 0,-1 3-45,8 1 0,-1 1 0,1 3 30,3 1 0,1 3 0,1 4-30,-4 8 0,0 4 0,2-2 0,6-8 0,1-2 0,2 6 22,1 8 1,0 7-1,3 1 1,4-4-23,3 6 0,3 0-69,-1 0 0,-1 5 0,3-5 69,3-5 0,5 0 0,3-1 0,3 3 0,2-2 0,2-2 0,2-2 0,0 2 0,1 6 0,-1 1 0,5 0 22,4-3 1,4 1-1,3-2 1,-2-4-1101,2-4 0,0-4 0,2 0 1100,-3-1 1,2 0-1,0 0 1,-1-5-23,10 4 0,1-5 8,-3-8 1,2-2-1,1-3 52,6-4 0,2-4 0,-2 1-400,-6 1 0,-1 1 1,2-4 361,3-3 1,3-4-1,-1-2 1,-9 0-23,-6-2 0,-4-2 102,18-4 0,3-4-72,-14-2 0,0-5 0,-1-1 0,-4 1 0,-2-3 0,0-4-12,0-3 0,1-4 0,0-4 0,-2 1 0,-4 2 25,-3 4 0,-4 2 0,-1-1 1,-2-3-26,-1-3 0,0-3 0,-2-1 0,-4 0 0,-6 1 0,-7 0 0,-6 1 0,-4 1 0,-3-1 0,0 2-305,1 6 1,-2 1-1,-2 0 1,0 0 0,-1 1-1,1 0 287,-2-5 0,1 0 0,-1 1 0,-3 2 0,-5 1-26,-1 7 0,-5 1 1,-5 1-1,0 1 1,1 2-1,4 3 0,6 3-215,-3-1 0,6 4 1,-6 1 124,1 2 0,-5-3 1,-4 0-1,-3 1 0,1 3 1,1 3-1,4 7 92,-5 7 0,3 9 0,1 3 1,1 2-1,0-4 0,2-5 1,0-1-1,1 0 0,0 1 1,1 5-1,0 10 0,0 0 1,1 1-1,-1-1 0,0 1 1</inkml:trace>
  <inkml:trace contextRef="#ctx0" brushRef="#br0" timeOffset="105781">24368 5847 8072,'-2'-11'1619,"0"1"-989,1 4 270,-1-1-361,1 2-179,-8 27-270,5-10 0,-3 17 0,0 5-270,3 2-405,2 0 1,-1-1 224,2-4 360,1 8 0,2-32 0,1 4 0</inkml:trace>
  <inkml:trace contextRef="#ctx0" brushRef="#br0" timeOffset="106464">24517 6055 10771,'4'8'1259,"-1"-1"-4536,-14 15 624,3-11 3882,-6 8-1859,3-9-179,-1 1 809,-7 6 0,8-8 0,-1 2 0</inkml:trace>
  <inkml:trace contextRef="#ctx0" brushRef="#br0" timeOffset="106965">24574 5860 9332,'1'-12'1079,"-1"3"-989,3 2 270,2 2 179,11-3-359,-5 3 180,15-2-360,-16 6 270,15 5-270,-18 1 0,4 5-360,-27 26 180,4-12-45,-2 5 1,1-1 134,3-7-90,3 16 90,10-27 90,3 6-90,4-10 90,-1-1-180,22 2 0,-17-4-90,14 1-809,-11-5-990,-4 1 2069,2-1 0,-8 1 0,-4 0 0</inkml:trace>
  <inkml:trace contextRef="#ctx0" brushRef="#br0" timeOffset="107260">24887 6047 9242,'10'-6'1979,"-1"3"-1800,-7 7-89,-2 3-449,-12 10 89,5-6 0,-4 4-630,4-6-1798,1-1 2698,0-1 0,3-2 0,3-3 0</inkml:trace>
  <inkml:trace contextRef="#ctx0" brushRef="#br0" timeOffset="107811">25083 5756 9602,'-5'-8'1978,"1"-2"-1348,2 3-360,5-2 0,5 2-180,7 2-180,-3 2-90,8 3 0,-11 2-90,2 13 180,-8-7 90,-6 14-180,-9 0 90,2-4 90,0 4 0,6-12-180,5 5-89,3-3 179,2 3 0,2-4-180,4 0-90,6 5-180,3 14 540,-29 1-90,6-4-450,-21-12 1,-4-4-540,9-4 1079,-17 8 0,20-8 0,-4 2 0</inkml:trace>
  <inkml:trace contextRef="#ctx0" brushRef="#br0" timeOffset="156528">17613 3492 9691,'4'7'3276,"-1"0"-2594,1-3-502,0-2-180,3-1 90,3-3 45,14-1 0,3-2-45,8 1-90,-3 0 0,4 0 60,-3 1 0,3 0 0,-4 0-60,-2 1 0,0 0 30,8-2 0,6 0 0,-1 0-30,7 0 0,-3 0 0,-13 1 0,0 0 30,0-1 0,3 1 0,-5 0-30,4 1 45,-10 0 0,-2 0 45,5 0-90,-8 0 0,-4-1 0,-6 2 0,-1-1 179,-5 3-179,-22 1 90,8 0-90,-17-1 0,-2 1 0,2-2 0,-13 1 0,-5 0 0,17 0 0,0 0 0,-14 0 0,-2 0 0,-6 1 0,3 0-45,19-1 0,-1 1 15,-6-1 0,-4 1 0,7 0-59,-1 0 44,-3 0 0,0 1-45,0 0 0,-5 2 0,5-2 0,9 1 90,6-2-90,1 0 90,23-1-90,12-1 90,31-2 0,-7-2 0,5 1 0,-10 0 0,2 0 0,1 0-23,-1-1 1,3 0-1,0 0 1,-2 0-8,3 1 0,-3-1 0,2 0-30,3 0 0,1-1 0,-4 0 60,-5 1 0,-3 0 0,14-1 180,-6-2 0,-30 4-180,-6-4 0,-25 8 0,-6-2 90,-17 6-90,11-1 0,-2 0 0,1 0 0,-3 0 0,0 0 0,3 0 0,0-1 0,0 0-183,-6 2 0,0-1 0,4 0 183,10-2 0,1 1 0,-9 1 0,2-1-378,3 0 108,-11 1 0,22-3 90,25-3-269,37-4 269,-14 2 0,2 1-90,7-3 0,2 1-1369,8 0 1,-3 0 1344,-20 2 1,-2 0 0,13-1 0,-4-1-1,-10 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17:20.39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17390 7629 7892,'-20'-6'900,"0"1"-540,1-1 0,-6-1-270,10 2 179,-9-2 181,-5 0-180,-4 0-135,3 2 0,0 0-135,-7 0 90,9 2 0,-2 1 0,-12 0 0,-3 1-45,3 1 0,-4 0-244,-1 2 0,-5-1 0,1 2 229,7 2 0,1 0 0,-1 2-30,3 2 0,-1 1 0,1 0 0,2 0 0,3 0 0,2-1 0,-1 2 22,-1 3 1,-1 2-1,0 2 1,4-1-23,-7 8 0,2 3 0,0 1 0,-2 4 0,4 1 30,9-2 0,4 2 0,3 2-30,3 0 0,3 1 0,7 2-1093,10 4 1,8 2 0,1-5 1058,4 1 0,4-2-26,0-6 0,3 1 1,2-3-549,2-5 0,3-1 0,-3-2 608,2 2 0,2 0-34,0-1 0,4 0 1,1-2-27,1-5 0,1-2 0,-1-1 60,-3-2 0,-1 0 0,1-1 25,4 2 0,1 0 0,-1-3-55,-5-4 0,0-2 0,1-2 30,4-2 0,1-1 0,1-2 0,8 0 0,2-2 0,1-1 316,-7-1 0,1-2 1,-1 0-1,-3-1-286,-1 1 0,-3 0 0,1-4 37,1-5 1,2-4-1,-2-2 1,-5-1 518,-6 0 0,-4-1 0,0-3-541,3-5 0,1-4 0,-1 0 0,-5 2-410,1-9 1,-8 0 424,-7 9 0,-4-2 0,-7 2 30,-11 0 0,-6 1 0,0 3-45,1-4 0,-2 0-23,1 8 1,-4-2-1,-3 0 1,-3 4 13,-2 4 0,-4 4 0,-3 0 0,0 2 0,1 0-14,-7-4 0,-1 3 1,0-1-1,-1 1-172,6 1 0,-1 0 0,-1 0 1,1 2-1,0 1 82,-7 2 1,-1 3 0,2 1-1,5 2-352,5 2 1,4 1-1,0 1 35,-3-2 1,-1 0 0,2 2 384,-5 1 0,4 0 0,-2 1 0,-5 0 0</inkml:trace>
  <inkml:trace contextRef="#ctx0" brushRef="#br0" timeOffset="1000">17699 4398 9602,'-2'-19'-990,"-8"-8"990,2 11 90,-11-10 180,-7 6-180,8 4 90,-14-7 44,9 13 1,-3 2-135,-2 0 0,-4 2-68,-2 3 1,-6 2 0,-2 1-1,1 3-842,-1 2 1,-1 4 0,0 1 0,1 0 835,0-2 0,1-1 1,0 2-1,-1 4 2,3 2 0,-2 4 0,0 1 0,3 2 0,4 2-744,-4 10 0,6 3 0,0 0 756,-4-3 0,0 0 0,6 7-136,15-5 1,3 5 0,4 2 0,3 0 0,5-3 150,6-2 0,6-1 0,4-1 0,2 2-45,-1-1 0,3 3 0,3 1 0,1-1 0,1-1 0,2-3-245,6 1 0,3-3 1,2-1-1,-1-3 1,1 0 244,-5-5 0,0 0 0,1-2 0,0-1 0,1-2 18,3-2 0,2-1 0,0-2 0,0-2 0,-2-2-18,10 0 0,-2-3 0,1-2 0,-1 3 0,0 0 0,4-4 163,-9-4 0,3-1 1,2-3-1,-2-1 0,-3-3-141,-2-1 1,-4-3 0,1-2-1,2-3-7,-1 1 0,3-3 0,1-1 0,0-2 0,-3-1 0,-3-2-15,-2-4 0,-3-2 0,-2-1 0,-2-1 0,-1 1 0,4-3 0,-1 1 0,-4-3 0,-6-3 18,-8-6 0,-6-6 0,-5-1 0,-3 1 0,-2 5-18,-2 8 0,-2 4 0,-4 1 0,-5-5 22,-2 4 1,-4-3-1,-3-3 1,-4-1-1,-1 0 1,-1 3 0,-1 2-1,1 4-7,-5 1 0,-1 4 0,-1 3 0,-1 2 0,-3 1 0,-4-1-85,11 6 0,-2-1 0,-2 1 0,-2-1 1,-1 1-1,-1 1 0,0 1 0,0 0 1,1 2-1,0 2 0,2 0 20,-3 3 0,1 1 0,-1 1 0,1 2 0,1 1 0,-1 1 0,1 0 0,1 0 0,0-1 48,-8 1 0,2-1 0,0 0 0,0 2 0,1 0 0,0 2 0,0 2-461,0 1 1,-2 3-1,-1 1 1,2 1-1,2 1 1,4-1-1,6 0 463,-6 2 0,7 1 0,-4 2 0,3 0 0,-5 1 0,0 2 0,2 0 0,3 0 0,2 2 0,0 1 0,0 0 0</inkml:trace>
  <inkml:trace contextRef="#ctx0" brushRef="#br0" timeOffset="3617">19917 3598 6723,'-5'-12'630,"0"-2"-360,-6 1-1,-10-5-179,3 5 0,-20-1 0,0 11-45,7 1 0,-1 1-172,7 1 0,-1 2 157,-12 3 0,-6 2 0,5 1-346,9-2 1,0 1 315,-14 3 0,-6 3 0,0 3-233,10-1 0,0 1 0,0 2 0,1 2 233,0 1 0,0 1 0,1 1 0,0 1-263,-2-3 0,0 1 0,2 0 0,2 4 263,4 3 0,1 3 0,4 2 0,6 2 30,5 10 0,7 2 0,5 2-8,2-2 1,4 2-1,2 1 1,5-1-5,1-9 0,3-1 0,3 1 0,2-2 0,4-1-3,2-3 0,5-1 0,3 0 0,0-3 0,0-1 0,-2-2-15,1 0 0,-1-3 0,1-2 0,1 0 22,9 3 1,2 0-1,1-2 1,-1-4 97,4-3 0,-1-5 0,-3-1-75,5 4 0,1-3 44,-14-5 1,4-1 0,0-2 0,-2-3-50,4-6 1,-2-5 0,0-2 48,6-3 1,0-3 0,1-4-54,-11 1 0,1-1 0,1-4 0,-2-1 0,-3-3-234,-3-2 0,-3-2 0,-2-2 0,-1-2 1,-2 0 214,0-1 1,-2-1 0,-1-1 0,-4 0 0,-3-1 0,-3-1 0,-2-1 0,-4-1 0,-4 1 0,-4 2-23,-6-2 1,-5 2-1,-4 0 1,-4 1-1,-2 3 20,0 5 0,-3 2 0,-3 2 0,-1 0 0,-2 2 0,-1 2-15,-4-1 0,-2 2 0,-1 1 0,-1 1 0,1 3 0,1 0-97,0 1 1,2 2-1,-1 1 1,0 3-1,-4 3-45,2 4 1,-4 3 0,-1 1-1,-1 3 1,0 1 0,4 1 0,2 2 141,2 2 0,3 2 0,1 1 0,0 1 0,-2 0 0,-4-1 0,-2 1 0,-2-1 0,1 1 0,1 1 0,4 2 0,5 3 0,1 0 0,0 0 0,-1 1 0,1-1 0</inkml:trace>
  <inkml:trace contextRef="#ctx0" brushRef="#br0" timeOffset="8250">7430 1699 7443,'2'-11'1079,"0"1"-539,0 5 1349,2-3-450,-3 2 540,2-3-1799,-2 29-180,-1-11 90,1 32 90,-3-2-136,1-11 1,-1 6 45,1 9 0,-1 7 0,-1 3-397,1-9 0,0 2 0,0 2 0,0 1 325,0-3 0,-1 3 0,1 1 0,-1-1 0,1-2-361,-1 2 0,0-2 0,1 0 0,-2 2 361,1-5 0,0 3 0,0-1 0,-1 1 0,1-1 0,1-1 0,-1-1 0,1 0 0,0 0 0,-1 1-18,1 3 0,-1 1 0,1 0 0,-1 0 0,0 2 15,0-5 0,0 1 0,1 0 0,-2 1 0,1-2 0,0-3-133,-2 10 1,-1-4 0,0-1 0,0 0 162,-1-2 0,-1-1 0,1-2 0,-1-2-15,1-4 0,-1-3 0,1-1 15,-5 8 0,2-4-373,2 2 328,0-1 1094,5-5-1094,7-14 1540,0 3-1450,1-5 755,-1-4-845,-2-7 727,0 2-727,0 0 0,1-2 90,6 2 0,-2-4 270,25-3-270,-16-2 0,17-2 45,4-3 0,7-1-105,-9 2 0,3 0 0,4 0-577,-3 0 1,5-1 0,3-1 0,1 1 0,-1 0 0,-4 1 517,4-1 0,-4 1 0,1 0 1,4 0 28,-3 0 0,2 0 0,2-1 0,2 1 0,0 0 0,-1 0-312,-4 2 1,1-1 0,0 1 0,0 0 0,0 0 0,-2 1-1,-2-1 312,5-1 0,-3 1 0,0 0 0,0 0 0,5 0-145,-6 0 1,3 0-1,2 0 1,0 0-1,2 0 1,0 0-1,0 1 1,-1-1 144,-4 0 0,0 1 0,1 0 0,1 0 0,-2-1 0,1 1 0,-2 0 0,-2 0 0,-1 0-162,4 0 1,-2 0-1,-2 0 1,-1-1-1,3 1 1,3 0 161,-3 0 0,3 0 0,2 0 0,2-1 0,-1 1 0,1 0 0,-3 0 0,-2 0 0,-3 0 0,8-1 0,-2 1 0,-3 0 0,-2 0 0,-1 0 0,1 0 0,-2 0 0,-1 0 0,3 0 0,-3 0 0,2 0 0,0 0 0,-2 0 0,-3 0 406,4 0 0,-4 0 1,-1 1-362,9-1 0,-1 0 15,-9 0 0,1 0 0,-5 1 1805,13 0-1775,-4-1 1719,-17 3-1719,-2-1 2921,-5 0-2381,-5 1 600,1-2-1140,-11-4 0,-16-11-45,-2 1 0,-4-5-45,-6-5 0,-3-4 0,2 0-189,-1 0 1,0-3 165,5 2 1,-3-5-1,0-2 1,4-1-747,5 1 0,3-3 0,1 1 0,-1-2 769,-1 1 0,0 0 0,0-2 0,3-4 0,3 5 0,2-4 0,0-3 0,1-1 0,1 0 0,2 2 0,0 2-284,2-6 0,2 2 1,2 2-1,0-2 1,1-3 283,-1 5 0,1-4 0,1-1 0,-1-1 0,2 2 0,-1 2 0,1 4-325,2-7 0,0 5 0,1 1 0,0 0 325,1 0 0,0 0 0,0 2 0,-2 3 0,-4 5 0,-2 3 0,0 2 0,3-4 0,-3-1 66,-3 2 0,-4-3 1,-2 3-112,-4 5 0,-3 0 1045,-4-8 1,-2-1-1046,0 7 0,1 3 45,-6-6 1574,4 8-1574,8 11 2307,-3-2-2307,1 2 0,2 6-90,-6-1 90,7 3 0,-13-2 0,2 4 0,-1 0 0,-4 2 0,-21 3-45,8 1 1,-9 2-612,11-1 1,-6 0-1,-2 1 1,-1 0 0,5-1 626,1 0 0,2 1 0,0-1 1,-4 1 28,0-1 0,-4 1 0,-1 0 0,-3 0 0,-1 0 0,0 0-284,6-1 0,-2 0 1,-1 0-1,-1 0 1,0 0-1,2 0 1,1 0-1,2 0 284,0 0 0,2 0 0,2 0 0,0-1 0,-2 1 0,-4 0-97,6-1 0,-1 1 0,-2-1 1,-2 1-1,-1-1 0,0 1 1,-1-1-1,1 1 0,1-1 1,0 0 96,-2 0 0,-1 0 0,1 0 0,0 0 0,0 0 0,0 0 0,0 0 0,1 0 0,-1 0-109,3 0 0,1-1 0,1 1 0,-1 0 0,1-1 1,-1 1-1,-1 0 0,-1-1 0,-2 1 109,4 0 0,-2 0 0,-1-1 0,-2 1 0,0 0 0,0 0 0,-1 0 0,2-1 0,0 1 0,1 0 0,3 0 0,2 0 0,-11-1 0,2 1 0,3 0 0,0 0 0,2-1 0,-1 1 0,-1 0 0,4 0 0,-1 0 0,0 0 0,0-1 0,1 1 0,1 0 0,2 0 0,3 0 252,-13 1 1,5-1 0,1 1 0,0-1-298,-1 1 0,0-1 0,2 1 0,5 0 722,-10 1 0,7-1-1037,13 0 1,2 0 728,0 0 1,3 0-1359,-4 1 1760,5-2-771,5 0 0,28-8 0,9-2 0</inkml:trace>
  <inkml:trace contextRef="#ctx0" brushRef="#br0" timeOffset="10900">9257 3023 9781,'-10'-9'2159,"-1"7"-1979,1 5-90,-5 8 0,7-5 0,-7 4-90,4 1 90,-6 3-90,3 3 0,4-3 90,2 4-90,4-1 0,-1-1 0,8 9 0,8-2 90,9 11-90,4-1 0,-1-8 0,4 0 0,-1-7 0,-2 1 0,12 1 0,-4-6 90,-3-2-90,-4-4 0,-1-2 0,1-2 0,4-1 0,1-1 90,9-1-90,-8-3 0,1-1 0,13-4 0,-18 0 0,1 0 90,13-6-90,-8 2 90,-3-5 0,-8 1-1,-4 0 181,4-15-90,-14 6 90,3-19 0,-10 9-270,-3 7 180,-8-5 0,1 16-180,-5-10 90,1 9 90,-15-6-91,-3-1 1,-6 0-90,11 7 0,-1 3 90,9 5-90,-3 0 0,-6 0 0,10 4 0,-10-1 0,8 3 0,-11-1 0,14 3 0,-16-1 0,-9 4 0,8 2 0,-1 1 0,8-3 0,1 1 0,-12 3 0,3 0 0,14-2 0,-28 7 0,6 3 0,4-3 0,-6 6 0,13 2-90,1 14 90,7-2-449,19 16 269,10-26-900,17 15-719,0-17 1799,12 3 0,0-6 0,1-5 0</inkml:trace>
  <inkml:trace contextRef="#ctx0" brushRef="#br0" timeOffset="12267">9456 3402 9871,'17'-1'2159,"-6"-3"-1709,-17 0-180,-15 3 0,-10 7-1,-14 8-269,10 0 90,9-2 0,-1 2 0,5-1 0,0 1-90,0-2 0,-1 2 45,-9 15 0,4-1 45,9-5-90,0 4 0,3 1 90,10 9-90,4 11 0,2-8 0,3-8 0,1-2-90,1 3 90,4 12-180,8-2 90,0-16 45,-1-5 0,3-1-45,14 5 90,-8-12 0,2-3-135,0-2 1,-1-2-1,1 0 0,0 0-45,2-1 0,-2-1 90,2 1-90,5 0 0,-2-4 90,-9 0 0,24-3-90,-1-7 180,-19 4 0,1-1-45,5-4 0,0 0 45,-7 0 0,0 0 0,5-4 0,-2-1 0,6-4 0,-11 6 0,-1-2 90,-1-2 0,-1 1 0,9-7 45,-4 1 0,0-3 225,2-13-225,-12 13 0,-1 1-45,6-14 180,-13-3-181,-7 23 91,-4-15 90,-15-2-180,4 10 0,-5 3 0,-3 1 0,-4 6 0,-2 1-45,-4-1 0,-3 0-15,4 3 0,-3 1 0,3 2-30,2 1 0,1 1 0,-9-1 0,-1 1 45,1 3 0,0 1-45,1 0 0,-3 1-240,0 1 0,-3 2 0,1 0-821,-4 2 1,1 2 1060,10 0 0,0 0 0,2 0 0,-2 3 0,1 0 0,5 0 0,-1-1 0</inkml:trace>
  <inkml:trace contextRef="#ctx0" brushRef="#br0" timeOffset="15766">7360 2105 9691,'3'8'1260,"-1"0"-1080,3-4-90,2-1 269,17 1-179,-1-4 0,4-1-90,15 0 0,1 0-90,-3-2 0,3 0-315,-7 1 0,5-1 0,1 1 0,0-1 337,3-1 1,0 0-1,1 0 1,-1 1-393,-2-1 0,-1 1 0,2 0 0,4 0 382,-5 0 1,5-1 0,1 0 0,3 0 0,-1 1 0,-2-1 0,-3 1-341,4-1 1,-4 1-1,0 0 1,1 0-1,3 0 339,-5 1 0,2-1 1,2 0-1,1 0 0,0 0 1,0 1-1,-2-1 0,-2 0-11,4 0 0,-1 0 0,-2 0 0,-1 0 0,0 0 0,-3 1 0,1 0 0,-3 0 0,0 0 0,-1 0 0,1-1 18,1 1 0,2-1 0,-1 1 0,-2-1 0,-3 1-255,3-1 1,-3 1-1,2 0 237,1 0 0,3 0 0,1 0 0,-2 0 68,-3 0 1,-1 0-1,-1 0 1,1 0-69,-1 0 0,1 0 0,-1 0 0,0 1 281,11-2 0,-1 1 0,2-1-281,-8 2 0,1-1 0,-1 0 0,-2 1 0,0-1 0,-3 0 0,1 0 0,6 1 0,2-1 0,-2 0 0,-6 0 0,0 0 0,-2 0 0,13 0 0,-2 1 862,-4-2 0,-2 1-862,-10 0 0,-4 1 1103,9 0-2003,-8 1 1102,-8 1 1,-8 0-1,-6-1 1</inkml:trace>
  <inkml:trace contextRef="#ctx0" brushRef="#br0" timeOffset="16836">7365 2742 9871,'-12'1'-539,"-4"1"1978,7 0-989,5 3-1,14-2 361,37-1-630,-20-2 0,4-2-90,10 0 0,7-1 0,1 0-894,-8 1 1,2-1 0,-1-1 0,0 1 825,-3 1 1,-2-1 0,1 1-1,4-1-7,-1 0 0,2 0 0,3-1 0,1 1 0,-1 0 0,-1 0-451,3-1 0,-1 1 1,-1 0-1,1-1 1,0 1 435,0 0 0,0-1 0,1 1 0,1 0 0,1-1-78,-8 1 1,2 0 0,1 0-1,0 1 1,0-1 0,-2 0-1,-2 1 78,4-1 0,-2 1 0,-1 0 0,0 0 0,2-1 15,-2 1 0,0 0 0,2 0 0,-1-1 0,0 1 0,-2 0-15,3 0 0,-2 0 0,-1 1 0,0-1 0,0 0-65,6 0 0,-1-1 0,-1 1 0,0 0 65,-1-1 0,-1 1 0,-1-1 0,-2 0 354,3 1 0,-2-1 0,1 0-354,5 0 0,1-1 0,-2 1 0,-8 0 0,-1 0 0,-2 1 0,4-1 0,1 1 0,-3 0 0,3-1 0,-4 1 0,5-1 0,-4 2 0,-9-1 0,-1 1 0,12-2 0,1 1 758,-9 1 0,-3-1-758,14-1 494,-13 2 0,0-1-494,4 1 505,-6 0-595,3-1 1317,-9 2-1586,-7 0 533,4-1-174,-7 0 0,-5 0 0,-1 1 0</inkml:trace>
  <inkml:trace contextRef="#ctx0" brushRef="#br0" timeOffset="17900">7238 3410 9961,'-20'0'2609,"41"-4"-2384,9 0 0,6 1-180,1-2 0,4 0-865,-2 1 1,5 0 0,1 0 0,-4 0-238,6-1 0,2 1 1111,-7-1 0,7 1 0,4-2 0,0 1 0,-2 0-121,-6 1 0,-1 0 0,0-1 0,2 1 0,4-1 87,-11 1 0,3 0 0,2 0 0,2 0 0,0-1 0,0 1 0,0 0 0,0-1 0,-2 1-9,3 0 0,0 0 1,-1-1-1,0 1 0,0 0 1,0 0-1,2 0 0,0 0-2,-2 0 0,0 0 0,1 0 0,1 0 0,1 0 0,-1 0 0,0 1 0,-1-1 0,0 0 0,-2 1-9,3-1 0,0 1 0,-1-1 0,0 1 0,-1 0 0,-1 0 0,0-1 0,0 1 12,2 0 1,0 0 0,0 0 0,-1 0 0,-1 0 0,-1 0 0,-1 0-13,8 0 0,-1 0 0,-1 0 0,-4 0 0,-4 1 0,-4-1 0,-4 1 0,0 1 0,15-2 0,-3 0 163,-12 1 0,-3 0-163,18-1 0,-13 1 0,1 0 45,-1 0 0,1 1 1042,-3-1 1,2 0-1088,-1 0 0,1 0 0,-3 0 0,-5 0 0,-2 0 1106,5 0 1,0 0-1107,-1 0 0,-2 1 0,12-1 730,-12 0 1,0 1-731,2-2 0,9 0-270,-10 1-3007,3 0 2457,-40 3 1,-2 1 0,-17 3 0</inkml:trace>
  <inkml:trace contextRef="#ctx0" brushRef="#br0" timeOffset="19036">7354 3792 10231,'1'9'990,"2"-2"-721,4-3-89,3-3 90,13 0 0,13-3-180,3 0 0,7-1-60,-11 0 0,2 1 0,4-2-309,-2 1 1,4 0 0,2-1-1,1 0 1,1 0 308,-3 1 0,1-1 0,2 1 0,0-1 0,1 0 0,1 0-296,-5 0 0,1 1 1,2-1-1,0 0 0,0 0 1,0 0-1,0 0 0,0 0 266,-3 1 0,1-1 0,-1 1 0,1-1 0,-1 1 0,0-1 0,1 0 0,-1 1 11,3-1 0,-1 0 0,2 0 1,-1 0-1,-1 0 0,1 0 1,-2 1-1,-2-1-11,6 0 0,-3 0 0,0 1 0,-1-1 0,0 1 0,1-1-128,3 0 0,1-1 0,1 1 1,-2-1-1,0 1 0,-3 0 128,1 0 0,-2 0 0,-2 0 0,0 0 0,-1 0 22,6 0 1,-2-1-1,0 1 1,-2-1-23,-4 1 0,0 1 0,-3-1 0,-3 1 0,3-1 0,-3 0-262,11 0 1,-4 0 261,-11 1 444,-4 0 1,2 0-355,16 0-90,-18 0 0,0 1 0,18-1 2080,-3 0-2080,-9 0 1092,0 0-1092,-4 1 0,3-1 0,18-1 0,-22 2 0,1 0 0,6-1 0,-1 0 0,8 0 0,3-1 231,-10 1 1,-26 2 0,2 1 0</inkml:trace>
  <inkml:trace contextRef="#ctx0" brushRef="#br0" timeOffset="20334">7813 1806 9602,'12'-8'-720,"0"-1"720,5-6 360,-2 2 179,2-5-179,-5 5 0,-5 3 90,0 3 179,11 38-404,-7 9 0,-1 4-472,3-5 0,0 3 314,-4-3 1,0 6-1,0 1 1,1-1-280,-1-3 0,-1-1 0,2 1 0,0 4 289,-2-8 0,2 3 0,0 3 0,0 0 0,0 1 0,0 0 0,0-1-285,-1 1 1,1 1-1,-1-1 1,1 1 0,-1 0-1,1 0 1,-1-1 232,0 0 1,1 0 0,-1 0 0,1 0-1,-1 0 1,0-1 0,-1 0 19,0 6 0,1 1 0,-1-1 0,-1-1 0,0-3 0,-1-3-45,1 9 0,-1-4 0,0 0 22,-3-3 1,1 1-1,-2 0 1,0-4-62,-2-4 1,0-4-1,0 1 69,0 4 0,2-1 0,0 2 0,1 2 0,2 1 0,0-2-30,2 5 0,1-2 0,-1-10 0,1 1 0,0-2 45,1 10 0,-1-2-45,0-4 0,-1-1 174,-1-2 0,0-2-174,1 13 1059,-2-11-1059,0-4-90,-3-18 2115,0 9-2115,-1-14-3187,1 6 2466,-4-18 0,0-3 0,-5-15 0</inkml:trace>
  <inkml:trace contextRef="#ctx0" brushRef="#br0" timeOffset="21350">8584 1710 9242,'-6'7'1259,"3"10"-1079,5-9 629,2 19 1,2 15-585,0-8 0,1 5-76,0 2 1,1 5 0,0 1-446,-2-11 0,0 0 0,1 2 0,-1 2 340,0 0 1,0 2 0,0 2 0,0 1 0,0 0 0,0-1-347,0-3 0,-1-1 0,1 1 1,-1-1-1,1 2 0,0 2 340,1 2 1,0 2-1,0 1 1,1 1 0,0 0-1,-1-2 1,2 0-9,0 1 0,0-1 0,1 0 0,-1-1 0,1 0 0,0-1-15,-1-1 0,0 0 0,0-1 0,-1-1 0,1-1 0,0-3-15,2 3 0,-1-3 0,0-2 0,-1 0 30,-1 10 0,-1-1 0,-1-5-215,-2-3 1,-1-3 184,0 1 0,1 1 0,-2 5 0,0-2 0,1 4 524,0-7 1,0 0-525,1 12 0,2-10 2075,-2-4-2165,-2-12 0,1 0 601,0 5-691,0-8 90,0 1-90,-1 8 90,-2-10 0,0 3 90,-1 1-180,2-8-179,0 5-451,2-1 810,-1-7 0,0-3 0,-1-7 0</inkml:trace>
  <inkml:trace contextRef="#ctx0" brushRef="#br0" timeOffset="22533">9149 1698 9242,'3'-9'989,"0"1"270,-2 1-899,2 23 90,-1 10-180,-1 17 0,-1 4-225,2-18 0,-1 2-328,2 12 1,0 6 0,1-1 342,2-10 0,0-1 0,1 4 47,-2-3 1,1 4 0,0 2 0,0 1 0,0-1-36,1 2 0,0 0 0,-1 0 0,1 1 0,0 0-296,0 0 0,-1 1 0,1-1 0,-1 1 0,0 0 278,1 0 0,0 1 0,-1-1 0,1 0 0,-1-3-32,1 3 0,-1-3 1,1 0-1,-1-1 0,1-2 1,0-1 0,-1-1-1,1 0 8,1 5 0,-1-1 0,1-2-302,2 6 0,0-5 272,-3-11 0,0-1 45,1 1 0,-1-3-45,2 12 0,0 0 490,-4-13 0,-1-1-490,-1 7 679,1-5 0,-1 1-679,0 11 0,-1-9 713,-1 1-713,-1-12 0,0 1-90,-1 8 90,1-16 0,-1 10 0,2-6-90,1-1-89,0 2-631,-1-2-89,-2-5 899,-1-3 0,-10-8 0,-3-3 0</inkml:trace>
  <inkml:trace contextRef="#ctx0" brushRef="#br0" timeOffset="23867">9793 1593 9332,'-10'-7'90,"0"1"539,3 2-449,-2 7 450,-2 9-450,3 1 90,-3 14-91,7 5 1,1 1-90,-1 14-323,2-8 1,1 8 0,2 1 322,3-10 0,0 0 0,2 2 0,-1 0-301,-1-2 1,0 1 0,0 1 0,1 1 0,-1 1 270,2 1 0,-1 2 0,1 1 0,1 0 0,-2 0 0,1-3-24,-1 2 0,0-2 0,0 0 0,0-1 0,-1 0-370,0-1 1,0 1 0,0-1 0,0-1 0,0-2 355,-1 1 1,1-2-1,-1 0 1,1 0 7,0 10 0,0 1 0,0-2-29,1-6 1,1-2 0,-2 2 28,0 6 0,0 0 0,-1-3 15,2-7 0,-1-2 264,-4 1 0,0 0-264,-2-5 0,0-1-45,0 11 588,0-9 0,0 2-588,2-5 0,1-2 0,-2 8 1184,2-6 1,0 0-1185,0 7 0,0-9 145,-1 17-145,0-18 0,-1-1 0,-1 2-90,2 0 0,-3-1-90,0 9 90,1-18 0,-1 1-269,0-6 89,1-1-1799,-6 5 2069,4-9 0,-3 1 0,4-6 0</inkml:trace>
  <inkml:trace contextRef="#ctx0" brushRef="#br0" timeOffset="25005">10082 1738 9691,'5'-9'-89,"-1"-3"178,-1 5 91,-2-5 0,-1 4 0,0-2 90,-1 3 360,1 0-361,2 18 91,0 7-225,1 8 0,2 4-45,0 1 0,2 1-314,1 13 1,2 5 282,-1-11 1,1 3 0,1 2-146,-2 1 1,0 4 0,0 1 0,-1 2 175,-1-13 0,-1 1 0,0 2 0,0-1 0,0 2 0,0 0-277,1 4 0,0 2 1,0 1-1,0-1 0,0 0 1,1-1 216,-1-4 0,0-1 0,0 0 0,1-1 0,-1-1 0,0-2-8,2 8 1,-1-3-1,0-2 1,2 0-1,2-4 0,0 0 1,1-2-1,-1-3-24,5 10 0,-1-1 32,-1-4 0,0 1 0,-1 0 0,-3-6 0,0-1 0,-1-2-30,1 3 0,-1-2 0,-3-2 0,-2-2 89,4 14-89,-2-11 0,3 14 90,1-12-90,-5-8 382,4 15-382,-4-8 0,-2-5 978,0 7-978,-5-7 0,0-7 1726,-1 7-1726,-1-8 177,0 2-267,-1 0-89,0-3-1171,-4-3-1927,2-5 2634,-7-8 1,6-7 0,-4-8 0</inkml:trace>
  <inkml:trace contextRef="#ctx0" brushRef="#br0" timeOffset="30517">1567 2056 10411,'0'-16'1079,"-3"0"91,1 4-900,-1 21-1,0 29 1,1 9-225,1-14 0,0 5-335,-2-1 1,0 6 0,-1 5 0,0 1 0,1 0 363,0-4 1,-1 1 0,1 1 0,0 0 0,0 1 0,-1 1-236,0-1 1,0-1 0,0 2 0,0 0-1,0 1 1,-1 1 0,1 0 200,0-5 0,1 0 0,-1 2 0,0 0 0,1 1 0,-1-1 0,0-2 0,0 0 0,1-3-367,-2 9 1,0-2 0,1-2 0,-1-1 0,0-1 0,1-1 326,0 0 0,-1-1 0,1-2 0,0-1 0,0 0 44,-2 2 1,0 1 0,1-4 0,0-6-45,0-4 0,0-2 135,-2 21 0,0-5-135,1-16 800,2 4-800,22-29 1388,1 0-1388,12-4 0,11-4 0,2 0 0,-6 1 0,1 1 0,3-1 0,4 0-35,-4 1 0,5-1 0,3-1 0,1 1 1,0 0-1,-2-1 0,-2 1 35,3 0 0,-4 0 0,0 0 0,1-1 0,4 1-13,-4 0 0,4-1 0,2 1 0,1-1 1,-3 1-1,-3 0 0,-5 0-356,-2 0 1,-7 1-1,1 0 1,6-1 368,1 1 0,5-2 0,4 1 0,3-1 0,0 0 0,-1 1 0,-2-1 0,-4 1 0,-3 0 0,-4 1 0,-2-1 0,1 1 0,3-1 0,4 0-8,-7 1 1,4-1-1,2 0 1,2 0-1,2-1 1,1 1-1,0-1 1,0 1-1,-2 0 1,-1 0-1,-3 0 1,-3 0 7,8 0 0,-4 0 0,-2 0 0,-2 0 0,1 1 0,1-1 0,3 0 0,2 0 0,3-1 0,2 0 0,0 1 0,-1-1 0,-2 0 0,-4 1 0,-5 1 0,6-2 0,-6 2 0,-3 0 0,0-1 0,11 0 0,-2-1 0,-5 2 0,-5 0 0,-4 1 0,-8 0 0,0 0 0,11 0 0,0 0 0,4 1 0,-3-1 0,1 2 90,-10-2 2661,-2 1-2571,4 0 2295,-13 0-2025,1-1-360,-8 0 89,0-2 1,-1-14-90,-5 6 0,4-22-90,-5 1 0,-2-3 0,1 11 0,-1-2-252,-1-5 1,-1-6 0,0-3-1,0 0 229,-2-1 1,1-1 0,-1-1-1,0-1-349,1 2 1,0-2-1,0 0 1,0-2-1,0-1 346,0 5 0,1-1 1,-1-2-1,1 0 1,-1 1-1,1 2 1,0 3 25,0-8 0,-1 3 0,1 2 0,0-2 0,0 2 0,1-3 0,-1 0 0,0 2 0,-1 3-855,-1-9 1,-2 3-1,1 3 855,0-6 0,0 0-30,0 10 0,0-1 0,0 6-60,-1-13 90,0 8 444,0 0-444,2 19 1287,-1 7-1377,1-1 3366,1 7-3221,-2 0 131,1 2-96,-15 3-90,7 1 0,-23 3 0,14 0 0,-9 1 0,-5 0 0,-13 0 0,-2 1-729,2-1 0,-4 0 729,11-1 0,-6 1 0,-2 0 0,0 0 0,6 0-474,0 0 0,4 0 1,-7 0 473,6-1 0,-6 1 0,-3 0 0,-3 1 0,-2-1 0,-1 0 0,1 1-244,10-1 0,-1 1 0,-1-1 0,-1 1 0,0-1 1,-1 1-1,0 0 0,-1-1 0,1 1 0,-1-1 244,0 1 0,0-1 0,-1 1 0,1-1 0,-2 0 0,1 1 0,-1-1 0,-1 0 0,-1 1 0,0-1 0,-1 1-103,8-1 0,-2 0 1,-2 1-1,0-1 0,-1 0 1,0 1-1,-1-1 0,1 1 1,-1-1-1,2 1 0,0-1 1,2 1-1,1-1 0,2 0 1,1 0 102,-7 0 0,2 0 0,2 0 0,1 0 0,1 0 0,1 0 0,-1 0 0,0-1 0,-1 1-25,-3 0 0,-1 0 0,-1 0 0,0 0 0,1 0 0,0 0 0,1 0 0,1 0 0,2-1 25,-3 0 0,1 1 0,2-2 0,0 1 0,2 0 0,0 0 0,2 0 0,-5 0 0,3 0 0,1 0 0,-1 0 0,-3 0 0,1 0 0,-4-1 0,-1 1 0,-1-1 0,2 0 0,3 0 0,5 0-267,-11-1 1,6-1-1,1 1 237,-2 0 0,0-1 0,2 1-90,9-1 0,2 1 0,4-1 163,-14 0-43,11 0 0,25 3 0,26 1 0</inkml:trace>
  <inkml:trace contextRef="#ctx0" brushRef="#br0" timeOffset="31033">2121 2220 10411,'39'-11'-360,"-2"-1"540,-20 3 270,-3 2 0,-8 2 629,3-1-449,-1 0-271,1 0-89,-2 2-180,2 6 90,4 13-90,1 13 0,1 5-45,-4-9 0,1 5-358,1 4 0,1 6 1,1 4-1,-2-1 358,0 4 0,-1 2 0,0 1 0,0-1-782,0-2 0,0 1 0,0-1 0,0 2 755,-3-8 0,0 2 0,0-1 0,0 1 0,-1 0 0,-1 2 0,0-1 0,0 1 0,-1 0 0,1 0-377,0 2 1,0 0 0,0 0 0,0 1 0,0-2 358,0 0 0,-1-1 0,0 0 0,1 0 0,-1 0-52,1 4 0,0 2 1,0 0-1,0-3 0,0-5-38,0 0 0,-1-5 0,1 0 30,-1 3 0,0 1 1,1-3-571,5 13 0,-2-9-2647,-2-18 2861,7-4 0,-9-34 1,4-14-1</inkml:trace>
  <inkml:trace contextRef="#ctx0" brushRef="#br0" timeOffset="31433">3152 2142 10681,'-2'-14'-360,"1"1"630,2 5 0,12 13-180,-6 2 90,5 15 0,1 9 44,0 10 1,0 6-757,-1-5 0,1 2 0,0 3 621,-1-6 1,0 2 0,0 2 0,1 0 0,0 1-15,-2-6 0,0 0 0,0 1 0,0 0 0,0 0 0,0-2-420,1 3 0,-1-1 0,1 0 0,-1 0 0,1 2 390,0 1 0,1 3 0,0 0 0,0 1 0,-1-3 0,0-3-23,0 2 1,0-3-1,0-1 1,0 0-23,0 4 0,0-1 0,1 1 0,-1-1-225,2 3 0,1 1 0,-2-2 0,0-7-421,-2-4 0,0-3-134,0 2 1,1 2-1,-1-7 753,2-1 0,-6-13 1,-2-9-1</inkml:trace>
  <inkml:trace contextRef="#ctx0" brushRef="#br0" timeOffset="31833">3991 2106 10501,'-26'-29'450,"5"9"-180,0 22-180,13 7-1,11 22 1,5 7-561,-3-15 1,1 3 620,4 14 0,3 9 0,0 4-42,-2-10 0,1 2 0,0 2 0,-1 0 0,0-3-612,1 3 0,-2-3 0,1 1 0,1 5 555,-1-7 1,1 5-1,1 2 1,1 1-1,-1-1 1,0-1-1,-2-4-15,1 3 0,-1-3 0,-1-1 0,0 0 0,1 0-18,1 1 0,0 1 0,-1-1 0,1 0 0,0 1 12,-2-5 0,0 2 0,0 0 0,0-1 0,-1-2 0,1-2-381,1 1 0,-1-3 0,1-1 0,-1 0 291,2 10 0,-1-1 1,2-1-271,1 2 0,2-1 0,-3-8-120,1 0-719,-4-7 0,0-4 1169,-3-11 0,-3-3 0,-2-8 0</inkml:trace>
  <inkml:trace contextRef="#ctx0" brushRef="#br0" timeOffset="32317">646 2785 10321,'19'-6'0,"26"0"-1093,-10 3 1,7 0 0,-2 0 395,5-1 0,4 1 841,-9 1 0,6 0 0,3 0 0,2 0 0,-2-1-234,-1 1 1,0 0-1,0 0 1,1 0-1,0 0 120,-8 0 0,-1 1 0,0-1 0,2 1 0,1-1 0,4 0-29,-5 0 0,2 0 0,2 0 0,2-1 0,1 1 0,0-1 0,1 1 0,-1-1 0,0 1 0,-1-1 19,2 0 0,-1 1 0,1-1 0,-1 0 0,0 0 0,1 0 0,-1 1 0,0-1 0,1 0-133,-1 0 0,0 0 1,-1 0-1,0 1 0,1-1 1,0 0-1,2 0 0,0 0 1,2 0 105,-9 0 0,1 0 0,2 0 0,0 0 0,1 0 0,1 0 0,0 0 0,-1 0 0,0 0 0,0 0 0,-1 0 1,-2 0-1,0 0-38,2 0 0,0 1 0,-1-1 0,-2 0 0,1 1 0,-1 0 0,0-1 0,0 1 0,1-1 0,2 0-5,-2 1 1,1-1 0,0 0 0,1 1 0,0-1 0,0 0 0,0 0 0,0 1 0,-1-1 0,1 1 0,-2-1-5,4 1 0,1 0 0,-1-1 1,1 1-1,0 0 0,-2 1 1,-1-1-1,-1 0 0,-2 1 1,-2 0-67,8-1 0,-3 1 0,-3 1 0,-1-1 0,-1 1 0,-1-1 75,10 1 0,-2-1 0,-2 1 0,-4 1-135,-4 1 0,-2 1 0,-10 2 717,-6 7-807,-3-1 153,-30 7 117,-1-10 0,-22 7 0,4-6 0</inkml:trace>
  <inkml:trace contextRef="#ctx0" brushRef="#br0" timeOffset="32722">495 3348 8882,'-28'5'360,"-8"1"1169,15-2-540,61-2-719,-9-1-581,4-2 0,13-1 0,5-1 0,-1 0 436,-8 0 1,1 0 0,1 0 0,1 0 0,0 0-570,0 0 1,0 0 0,0 0 0,3 0 0,4-1 488,-14 1 0,1 1 0,3-1 0,0-1 0,2 1 0,1 0 0,0 0 0,1-1 0,0 1 0,-1 0-5,-1-1 1,2 1 0,0-1 0,1 1 0,0-1 0,0 1 0,0-1 0,0 1 0,-1-1-1,0 1 1,-1-1-224,-1 1 0,-1 0 0,-1-1 1,0 1-1,0 0 0,0 0 1,0 0-1,2 0 0,2-1 0,1 1 189,-6-1 0,3 1 0,1 0 0,1-1 0,1 1 0,1-1 0,1 1 0,-1-1 0,1 0 0,-1 1 0,-1-1 0,-1 1 0,-1-1 0,-2 1 0,-1 0-162,6 0 1,-2-1 0,-2 1 0,0 0 0,-2 0 0,1 0 0,-1 0-1,0 0 1,0 0 0,1 0 146,1-1 0,0 1 0,-1 0 0,1 0 0,0 0 0,-1-1 0,1 1 0,0 0 0,-1 0 0,1 0-101,0 0 1,2 0 0,0 0-1,1 0 1,-1 1 0,-1-1 0,-1 0-1,-3 1 1,-1 0 0,-4 0-71,7 0 0,-4 0 0,-2 0 0,-2 1 1,2 0 314,10-1 1,1 0 0,-3 0 0,-4 1-1775,20-1 1,-26 5 1577,-39 3 0,-19 4 0,-8-4 0,0 1 0</inkml:trace>
  <inkml:trace contextRef="#ctx0" brushRef="#br0" timeOffset="33151">444 3854 10501,'-10'1'270,"45"-5"-31,-3 1 1,7 0 0,-1 0-973,-5 0 0,0 0 0,3 0 805,1 0 0,3 0 0,2 0 0,3 0 0,0 1-432,1-1 0,2 0 0,1 0 0,1 1 1,-1-1-1,-2 0 378,0 1 0,-2-1 0,0 1 0,2-1 0,4 0 2,-10 0 0,3 1 0,1-1 0,2 0 0,1 0 0,0-1 0,2 1 0,0 0 0,0 0 12,-3-1 1,1 1 0,1 0-1,1-1 1,1 1 0,0-1 0,-1 1-1,0-1 1,-1 1 0,-2-1 0,-1 1-158,5 0 1,-2-1 0,-1 1 0,-1-1 0,0 1 0,0 0 0,3-1 0,1 0 131,-8 1 1,2 0-1,2 0 1,0-1-1,1 1 1,0 0-1,0-1 1,0 1-1,-1-1 1,-1 1-1,-1 0 1,-3 0 3,7-1 0,-2 1 0,-3-1 1,0 1-1,0 0 0,1-1 0,2 1 1,2-1-12,-3 0 0,1 1 0,2-1 0,2 0 0,0 0 0,2 0 0,-1-1 0,0 1 0,-1 0 0,-1 0 0,-1 0 0,-2 0-147,3 1 0,-2-1 0,-2 0 0,0 0 0,-1 1 1,1-1-1,0 1 0,2-1 0,2 0 132,-3 0 0,2 0 0,2 0 0,0 0 0,2 0 0,-1-1 0,1 1 0,-2 0 0,0 0 0,-3 0 0,-1 0 0,-4 0-75,9 0 1,-3-1 0,-2 1-1,-1 0 1,-3 1 0,0-1 0,0 0 35,5-1 0,-1 1 0,-2-1 0,0 0 0,0 0-211,0 0 0,3 0 1,-2 0-1,-6 0 0,-13-2-2973,-6-4 3587,-35 0 1,-29 1 0,1 1 0</inkml:trace>
  <inkml:trace contextRef="#ctx0" brushRef="#br0" timeOffset="33886">844 1505 9961,'-13'-3'1529,"1"1"-269,0 1-541,1 1-449,27-3-180,22-2-315,-1 1 0,3-1-630,5 0 1,-2-1-46,-11 3 1,-3 0 899,20-4 0,-41 6 0,-1 0 0</inkml:trace>
  <inkml:trace contextRef="#ctx0" brushRef="#br0" timeOffset="34119">934 1494 11131,'-9'13'539,"6"6"-359,8 23-270,1 4-90,-1-2-989,-1 4 1169,-3-18 0,-1 6 0,-2-8 0</inkml:trace>
  <inkml:trace contextRef="#ctx0" brushRef="#br0" timeOffset="34333">815 1861 9781,'1'6'630,"19"-6"-630,16-3 0,8-2-960,-7-2 1,1 0 0,0 0 490,10-1 1,0-1 0,-14 2 0,1-1 0,-6 0 0,11-2 0</inkml:trace>
  <inkml:trace contextRef="#ctx0" brushRef="#br0" timeOffset="34950">1327 1663 11221,'-2'4'1349,"2"1"-1169,18 38-540,-10-10 90,-3-7 0,-1-1 0,-6 3-89,2-6 269,22-51 90,-11 17 0,8-15 0,0-3-90,0 2 90,-1 1 0,6 5-90,-15 17 90,14 1-90,-8 12-90,2 8 90,-4 0 0,-3 3 90,-4-9 0,19-18 0,-2-6-45,-1-1 0,1-1 45,1-1 0,4 1 90,-13 18-90,-3 0 0,-1 14 0,-8 4 90,-1-1-270,2 9-450,2-10-899,2-1 1529,9-5 0,-12-11 0,5 0 0</inkml:trace>
  <inkml:trace contextRef="#ctx0" brushRef="#br0" timeOffset="35570">2165 1673 10591,'-33'-22'2608,"0"4"-2248,-1 16-180,-2 13-270,10 0-270,2 14-719,13 1 809,4-7-359,4 7-451,19-16 630,4-4 181,13-6 179,-8-5 0,13-11 180,-19 7 90,14-11 539,-9-4-539,-5 8 0,5 3 0,-13 27-270,-4 9 0,-2 5-45,0 3 0,-1 3 0,1 11 0,0-1 45,-1-9 0,-1-2 0,-4-3 0,-2-2 90,-2-3-90,-19-6 270,-5-18-90,1-1 180,1-4 0,-2-4 45,4-3 0,-1-1-136,-2 0 1,3-3-45,7-5 0,5 0-45,8-3-90,22 2 0,7 3-90,7-1-270,5 1 1,1 0-271,-14 9 1,1-1 629,16-5 0,7-2 0,-2 0 0,-7 3 0,-2 1 0,3-1 0,6-2 0,-1 0 0,1 0 0,-1 1 0</inkml:trace>
  <inkml:trace contextRef="#ctx0" brushRef="#br0" timeOffset="36384">8292 880 8252,'8'-7'2339,"7"-3"-1709,-3 5 359,5-4-359,3 5-271,3 3-269,-4 3 180,8 18-135,-16 1 0,-3 5-45,4 16 0,-3 4-90,-2-2 0,-2 2-150,-2-11 0,0 2 0,0-4-120,2-1 1,3-4-541,6-3 0,3-5 181,10-2-2609,21-17 3238,-22-6 0,20-10 0,-7 1 0</inkml:trace>
  <inkml:trace contextRef="#ctx0" brushRef="#br0" timeOffset="37300">9013 1100 10411,'-17'6'1889,"3"0"-1709,-3-2-90,6 0 90,-14 5 0,-6 12-180,9-5 0,-11 19-360,23-7 0,3 3-90,14-2 360,3-16-90,16-13 180,-9-13 180,7-15-90,-13 10 0,-1-8 90,-4 16-180,12 13 0,-8-1-90,21 29-180,-8-12 180,3 3-90,13-8 1,-2-17 89,1 0 45,-7-6 0,1-6 90,-5-7 0,-2-4 0,4-5 0,-3-6-1116,-9 4 0,-2-2 0,-3 1 1116,-3 2 0,-3-1 45,-2-7 0,-3 4 90,-1 8-90,-7 45 0,-4 29-180,2-5 0,-2 7 0,1-2 135,0-1 0,0-3-485,-3 7 0,0-8 440,5-19 3046,17-35-3046,-3 4 45,15-19 0,4-2-45,-6 7 0,6-4 0,0 3 0,-9 12-90,21-1 90,-19 10 90,14 8-90,-18 26 0,-5-9 0,-14 25 45,-18-19 0,-4-2 1271,-3 7-1316,-2-6 0,1-4 0,10-14 0,-10 1-360,13-9 90,0-2-2158,13-13 899,4 4 1529,8-6 0,6 3 0,4-2 0</inkml:trace>
  <inkml:trace contextRef="#ctx0" brushRef="#br0" timeOffset="37955">9730 1258 11041,'9'6'1529,"3"3"-989,5-2-451,-1 0 271,16 2-270,6-8-90,-5 1-90,-7-4 0,1-4 0,5-8 0,-1 0-89,-8-15 89,-22 5 90,0-1-180,-21-2 90,-2 21 90,-4-1-90,-10 24 90,12 16 0,0-3-45,14-3 0,4 1-45,10 10-90,4 6 0,11-10-180,24-15 270,-13-12 45,-3-5 0,3-5-90,7-14 1,-1-3 134,-12 8 0,0-1-45,17-15 0,-4-7 45,-17-11 0,-5 0 45,-3 18 0,-2 0 44,0-24 1,-6 6 0,-8 21 270,-7-15-270,6 28 0,-7 0 90,2 36-180,3 0 45,2 3 0,3 2 45,2 7-45,1 5 0,0 1-45,2 1-45,0 0 0,2 1-270,6-14 0,1-3 180,-4-3 0,2-1-270,6 1 1,4-6 404,18-10 0,-1-5 0,11-6 0</inkml:trace>
  <inkml:trace contextRef="#ctx0" brushRef="#br0" timeOffset="49651">7640 1942 7263,'-3'-10'1799,"0"1"-900,0 3-179,0 0 629,-1 0-1349,-2 12 90,3 5-90,-1 5-90,7 8-90,6-4 90,-2-1 0,13 1 0,-1-11 0,0-2 90,10-5-90,-5-11 90,-2 1 0,-2-9 0,-15-11 0,-3 10 0,-10-21 0,-10 17-89,-8-2 89,-4 9-1485,-4 16 1,-1 5 1484,0 2 0,3 1 0,3 3 0,11 3 0</inkml:trace>
  <inkml:trace contextRef="#ctx0" brushRef="#br0" timeOffset="50321">8482 1837 8882,'-24'3'-180,"5"-1"270,3-1 180,-18 3-180,11-1-45,-7 1 0,0 1 45,6 0-90,-16 5 0,13 3 0,10-3 0,-8 8 0,17 1 0,1-3 90,4 7-90,18 0 0,-7-9 0,16 6 0,6-14 0,-10-3 90,19-3-90,-2-17 0,-8 2 89,-8-8 1,-3-1 0,-7 2 0,-6-21 0,-8 30 0,-13-14-90,6 16 90,-12-7-270,-8 14 90,10 0-449,-13 8 539,5 9 0,4 0 0,-9 6 0</inkml:trace>
  <inkml:trace contextRef="#ctx0" brushRef="#br0" timeOffset="50933">8884 1816 9332,'-7'-13'1259,"-7"3"-989,-6 9-270,3 0 180,-8 10-180,9 4 90,-2 12-90,8-6 0,14 12-180,16-13 90,-2 0-90,21-5 90,-6-14 0,3-7 45,-5-5 0,-2-4 135,-1-3 0,-5-2-90,-7-19 0,-43 10 0,-9 17 0,10 4-270,-15 6-2518,6 21 2788,14-7 0,-9 13 0,24-11 0</inkml:trace>
  <inkml:trace contextRef="#ctx0" brushRef="#br0" timeOffset="51551">9607 1714 8792,'-17'-3'1079,"-14"9"-989,6 7 0,-2 2-90,1 8 90,15-6-180,-4 11 0,14-4-90,7-1 180,3-7-90,11-3 90,6-12 0,7-3 0,11-20 90,-19 2 270,-7-25-270,-19 22 90,-17-20-45,-4 29 0,-3 5-810,-1 4 1,-2 3-226,-1 0 1,2 4 899,-9 18 0,21-1 0,5-4 0</inkml:trace>
  <inkml:trace contextRef="#ctx0" brushRef="#br0" timeOffset="52100">9914 1779 9242,'-8'-1'180,"4"3"-180,-4 13 0,4 1 90,-2 0-180,0 4 90,2-6 0,0 7-90,7-8 90,0-1 0,5-4 0,10-8 90,-7-2 90,15-7 269,-13-8-359,-1 3 90,-7-10 270,-16-2-360,3 9 0,-14-12-360,5 18-360,-12 3-1888,3 9 2518,5 4 0,9 3 0,8-2 0</inkml:trace>
  <inkml:trace contextRef="#ctx0" brushRef="#br0" timeOffset="52617">10685 1733 8882,'-17'-7'0,"-5"1"90,-19 10-90,6 0 45,-3 8 0,0 2-45,5-1 0,8-1 0,2 1 0,-1 12-90,13-11 90,-2 11 0,26-13 0,-2-4 0,16-2 0,20-15 0,-12 0 0,12-4 90,-22-8-90,-14 10 90,-2-20 0,-17 8-180,-1 0 90,-18 2-990,-11 20 990,-8 8 0,21 1 0,1 2 0,-16 15 0</inkml:trace>
  <inkml:trace contextRef="#ctx0" brushRef="#br0" timeOffset="53133">10833 2286 8522,'1'-11'2429,"-4"5"-1890,-30 14-449,15-2 90,-22 24-180,31-11-90,4 13 0,20-12 0,26-8 90,-16-12 0,3-4 0,9-7 0,-1-3 0,9-6 45,-19 0 0,-7-3 45,-19-11 0,-1 1-45,-14 11 0,-7 2-90,-6 9 0,-5 5-270,-4-4 1,-3 5-779,3 7 1,-1 4 0,3 0 545,3 2 1,2 1 0,-9 7 0,3 1 0,0 3 0</inkml:trace>
  <inkml:trace contextRef="#ctx0" brushRef="#br0" timeOffset="53751">9757 2321 9512,'-2'-10'2338,"-2"2"-2248,-3 14 90,2 6-270,18 33-180,18-13 180,-15-11 0,2-3 45,5-9 0,3-5-90,9-5 1,3-5 89,-5 1 0,1-4 15,0-2 0,1-3 0,-4-1 30,-5 2 0,-5-1 45,0-7 0,-6-1 135,-17-18-91,-3 12-89,-15-14 90,-9 22-90,6 4 0,-15 6-449,-4 18-91,1 1 45,15 0 1,0 0 494,-16 11 0,14-3 0,-2 3 0</inkml:trace>
  <inkml:trace contextRef="#ctx0" brushRef="#br0" timeOffset="57984">7765 2398 12390,'-14'8'270,"-6"5"-90,2 11-180,2-3-90,-1 19-180,16-10 180,0-1-270,18 8 90,3-19 0,23 2 90,-12-25 1,0-8 134,-9 0 0,-1-2 0,3-4 0,-5-2 45,-15-5 0,-6-2-90,-16-16 0,5 4 90,-15 4-540,0 30 180,8 1-1259,-12 13 1619,20 4 0,0 7 0,5 2 0</inkml:trace>
  <inkml:trace contextRef="#ctx0" brushRef="#br0" timeOffset="58484">8521 2347 9242,'1'-14'1259,"-3"1"-539,-6 0-541,-7 10 1,-2 8-180,1 4 180,-3 16-180,10 0-180,-2 15 0,12-6 1,12-1 89,-1-19 0,14-5 0,-3-15 90,-1 0-90,6-17 90,-21-5 0,-3-9-45,-11 12 0,-5 1 45,-5 4 0,-1 2-90,-17-14 90,9 19 0,-2 6-360,-17 8 0,2 1-854,17 8 0,4 2 1214,7 1 0,-7 15 0,16-8 0</inkml:trace>
  <inkml:trace contextRef="#ctx0" brushRef="#br0" timeOffset="58984">9015 2341 9332,'-17'-18'1709,"-2"2"-1619,2 10 90,-6 5-1,-11 14-89,11-3 0,-13 14-90,24-9 90,-9 24-180,15-15-45,6 2 0,2-1 46,7-5-1,14 6 0,15-25 0,-12-1 90,-1-3 0,0-4 0,10-23-90,-8 8 90,-10 2 0,-7-4 45,-14-5 0,-4 0-45,0-6 45,-5 4 0,-6 3-135,-23 11-360,16 12 0,-3 5 450,-11 5 0,-1 5 0,8 1 0,2 2 0,-3 5 0,1 0 0</inkml:trace>
  <inkml:trace contextRef="#ctx0" brushRef="#br0" timeOffset="59633">7703 2932 10591,'-22'17'360,"6"-4"-270,8 8 90,31 18-90,10-11-90,-12-9 0,2-3 44,8-9 1,2-5-45,-7-2 0,0-1 45,-1 0 0,1-1 0,9-4 0,-2-3 405,9-10-315,-19 7 0,-2-3 225,4-25-135,-28 16 0,-8-2-136,-3 2 1,-5 2-45,-15-1 0,-4 5-450,0 11 1,-1 9-689,5 7 1,-2 5 0,4 0 545,2 1 1,3 1 0,-5 12 0,5 0 0,10-3 0</inkml:trace>
  <inkml:trace contextRef="#ctx0" brushRef="#br0" timeOffset="60700">8387 2886 9961,'-3'-10'810,"0"0"-450,-1 5 89,-1-1-359,-5 7 0,1 7-90,-1 2 0,3 11-90,5 11 0,2-9-179,6 15-361,15-9 360,1-4 90,15 1-90,7-15 270,-15-7-90,19-7 90,-2-16 90,-14 6-45,-5-4 0,-4-3 225,-10-19-180,-1 6 0,-18-12 45,-11 28 0,-4 2-135,-8-7 0,-2 7 0,0 4-180,-1 7-810,-4 4 1,0 1-90,-1 3 592,7 0 1,-1 2-1,-11 6 1,-5 2-1</inkml:trace>
  <inkml:trace contextRef="#ctx0" brushRef="#br0" timeOffset="64238">8925 2919 8252,'4'-7'450,"3"1"-450,-3 2 0,7-3 90,-1 0-90,8-9 0,-4 4 0,0-4 0,-4 3-90,-2 4 90,-2 0 0,1 10 0,-4 6 0,1 11 0,-2 2 90,2 7-180,-4-12-90,2 8-270,-3-11-449,1 0 899,-2-1 0,2-6 0,-1 2 0</inkml:trace>
  <inkml:trace contextRef="#ctx0" brushRef="#br0" timeOffset="64550">8860 3026 8342,'9'6'1170,"2"-1"-901,31-12-179,-2 0-225,-8 0 1,3-1-811,-1 1 1,-1-1 944,-5 1 0,0 0 0,1-1 0,-1 1 0,11-4 0</inkml:trace>
  <inkml:trace contextRef="#ctx0" brushRef="#br0" timeOffset="66017">9507 2825 8522,'12'-8'1349,"0"1"-1259,-9 3 0,6-3-90,-2 3 90,4-3 0,-4 2-90,2-2 90,-1 0-90,-1 0 0,0 0 90,-2-1-180,-1 2 180,0-1-180,-2 2 0,4 11 90,-5 1 90,-1 23-90,-1-13 0,-4 22 0,4-14-90,-2 2-180,1 4-449,1-10-810,0 1 1529,0-5 0,0-10 0,0-4 0</inkml:trace>
  <inkml:trace contextRef="#ctx0" brushRef="#br0" timeOffset="66350">9408 3038 8972,'20'1'899,"5"1"-899,24-9-269,-16 4-451,-7 0 0,-1 0 720,7-2 0,11-1 0,0-1 0</inkml:trace>
  <inkml:trace contextRef="#ctx0" brushRef="#br0" timeOffset="67266">9996 2797 9152,'-14'-3'1169,"-10"15"-1079,8 4 0,-7 25-90,17-4-180,11 10 0,16-15 90,0-16 0,4-3 0,3-7 0,3-4 45,1-3 0,-1-1 45,14-7-89,-6-12-1,-24-8 90,-6-10 45,-14 13 0,-5 0-45,-17-12 0,3 20 0,-1 2 0,-4 3-360,-18 7-90,30 7 450,-25 5 0,14 1 0,-12 4 0</inkml:trace>
  <inkml:trace contextRef="#ctx0" brushRef="#br0" timeOffset="68017">10503 2744 12660,'-29'28'360,"12"-7"-540,13 6 0,5 1 90,5-4-180,22 15 0,-4-28 0,2-4 180,9 7 0,-3-7 0,2-2-45,0-5 1,-2-3 44,16 0 45,-5-4 0,-1-4 45,-18-4 0,-3 0 0,19-10 0,-16-14 0,-43 0 0,6 14 0,-5 4 0,-7 3-90,-11 10 0,-2 4-180,7 1 0,-2 3 270,-7 3 0,-4 3 0,4 2 0,7 3 0,2 1 0,-10 5 0,0 1 0</inkml:trace>
  <inkml:trace contextRef="#ctx0" brushRef="#br0" timeOffset="68684">10802 3224 12390,'-40'29'360,"7"0"-630,14 5 270,11-12-450,22 17 360,9-30 0,9 10 0,17-25 90,-12-8 0,-2-5 45,-9 0 0,-3-2 0,6-7 0,-13-1 45,-32 3 0,-10 3-90,-11-4 0,-5 13 0,-1 5-180,15 7 0,2 2 45,-2-2 0,0 2-1034,-5 3 0,2 4 1169,1 3 0,-15 6 0,17-1 0</inkml:trace>
  <inkml:trace contextRef="#ctx0" brushRef="#br0" timeOffset="69267">10142 3377 9961,'-13'-9'360,"2"4"-270,-15 8-90,14 0 90,-11 9-90,18-5 90,-2 7-90,6-6 0,4 8 90,27-3 0,-1-5-90,13 1 0,-10-12 0,-1-1 90,2-1-90,0-2 0,-1-1 0,-8 0 45,-2-5 0,-1-2-45,-3-5 90,-1-25 0,-17 23-90,-17-12 0,6 23 90,-32-5-180,22 12 45,-6 2 0,1 2-225,2 4-855,-1 2 1,-1 2 135,-2 1 989,-11 7 0,11-3 0,1 1 0</inkml:trace>
  <inkml:trace contextRef="#ctx0" brushRef="#br0" timeOffset="70218">7748 3532 9242,'12'0'989,"-13"5"-899,-5 3 0,-24 14 0,11-7-90,-11 13 90,27-6-90,0-3-90,20 1-90,30-12 180,-10-3-45,-3-3 0,3-3 0,4-6 0,-2-1 45,-11 3 0,0-1 45,13-4 0,-2-3 315,-3-14-270,-12 8 180,-11-22 0,-43 12-180,7 1-90,1 14 0,-4 3-180,-1 10 0,0 3-180,-11-2-585,7 6 1,1 2 944,-1 7 0,-4 5 0,3 1 0</inkml:trace>
  <inkml:trace contextRef="#ctx0" brushRef="#br0" timeOffset="70720">8630 3459 10051,'-9'-17'1349,"1"5"-989,-18 14-180,4 12-180,-10 9 90,12 5-180,8-6-180,7 8 180,4-14-179,4 12 89,3-18-90,12 7 0,9-10 180,0 0 0,-3-8 0,3-3 45,0-7 0,-1-2 90,-2 5 0,-1-2 0,6-11 0,-5-4 45,-14-11 0,0 0 0,-29-5-90,1 28 0,-25-3-180,12 15-1035,-11 9 1,-3 4 1214,14-1 0,-1 2 0,-14 4 0,1 1 0,13-1 0,1-1 0</inkml:trace>
  <inkml:trace contextRef="#ctx0" brushRef="#br0" timeOffset="71250">7759 3989 9961,'-22'3'900,"6"-3"-720,5 16-90,7-9 90,0 16-180,2-12 89,2 12-89,2-11 90,12 10 0,18-7-90,3-1 0,-1-10 0,7-4-469,-5-5 1,2-3-1,0 1 424,5 0 0,2-1 45,-9-2 0,3-2 0,-1-1 0,-5-1-273,2-8 1,-3-1 272,3 3 0,-4-3 0,-11-6 0,-8 1 0,-12 7 0,-21-20 0,-21 24-90,2 0-180,4 15 1,1 4-91,4 4-1169,-2 2 0,1 2 1529,7 2 0,-16 10 0,20-6 0</inkml:trace>
  <inkml:trace contextRef="#ctx0" brushRef="#br0" timeOffset="71717">8797 3889 10321,'-10'-9'720,"2"1"-271,-19 11-269,9 5-90,-10 21-270,24-2-179,23 15 89,18-19 135,-8-12 0,2-4 45,-1-6 0,0-5 135,-1-10 0,-2-4 45,3-6 0,-18-15 0,-37 10-45,4 15 0,-3 3-90,-12-4 0,-3 4-1035,-3 7 1,-1 5 1079,8 2 0,3 4 0,6 2 0,3 3 0,1 8 0</inkml:trace>
  <inkml:trace contextRef="#ctx0" brushRef="#br0" timeOffset="72566">9168 3861 10681,'19'-9'180,"6"-3"-90,-10 1 0,9-10 0,-5-1-90,-6 4 90,-4 1-180,-7 11 90,3 25 0,-4-9 0,3 36-180,0-14 0,1 6-180,2-4-1709,-2-7 2069,-2-13 0,-1 4 0,-2-12 0</inkml:trace>
  <inkml:trace contextRef="#ctx0" brushRef="#br0" timeOffset="72799">9132 4008 9242,'17'2'449,"16"-5"-359,-13 0-180,24-6 90,-14 3 0,-1-1 0,18-4 0,-15 2 0,1 1 0</inkml:trace>
  <inkml:trace contextRef="#ctx0" brushRef="#br0" timeOffset="73255">9619 3849 9332,'5'-9'1079,"0"2"-899,0 2-90,1-1 90,5-3-90,3-4-90,0-6 90,-2 3 0,-4-4-90,-3 11 0,-5 11 0,-1 14-90,-4 20 90,2-8-270,1 20-270,5-19 270,-2 4-1709,5-9 1979,-4-15 0,1 0 0,-1-6 0</inkml:trace>
  <inkml:trace contextRef="#ctx0" brushRef="#br0" timeOffset="73467">9597 3981 8972,'35'-3'-270,"3"-2"270,-11-1 0,-1-1 0,18-6 0,-4 0 0</inkml:trace>
  <inkml:trace contextRef="#ctx0" brushRef="#br0" timeOffset="74067">10069 3801 9512,'-1'-12'989,"0"3"-899,15-3 0,-6 6 0,11-4 0,-4 0-90,3 0 0,1-4 0,-9 7 0,-1 15 0,-11 17-90,1 16 90,-2-7-180,1 7 90,2-25-360,-1 15-1529,3-14 1979,-1 0 0,0-6 0,-1-5 0</inkml:trace>
  <inkml:trace contextRef="#ctx0" brushRef="#br0" timeOffset="74317">9977 3967 9062,'25'1'360,"24"-5"-585,-15-1 0,2-2-765,4-2 1,1 0 795,-3 2 0,-2-1 0,-6 0 0,-3 1 0,8-3 0</inkml:trace>
  <inkml:trace contextRef="#ctx0" brushRef="#br0" timeOffset="75051">10903 3658 8342,'-9'-3'2429,"-1"0"-2339,-2 6 0,4-1 180,-8 12-180,10-6-1,-6 12 91,0 9-90,3-2 0,-2 10-90,10-2-90,1-14 90,8 10-90,13-16 90,-5-3-90,17 0 90,8-12 0,-3-3 0,-12-1 0,-1-2 0,2-4 0,4-14 90,-19 11 0,3-17 90,-33-8-180,2 12 0,-6 4 0,-3 3 0,-3 7-45,-5 3 0,-4 3-855,8 5 1,0 3 899,-15-1 0,1 3 0,9 2 0,2 2 0,1 0 0,1 0 0</inkml:trace>
  <inkml:trace contextRef="#ctx0" brushRef="#br0" timeOffset="76016">11512 2719 10771,'20'-4'540,"3"1"-271,9-1 1,8 0-90,3 1 0,4 0-524,-9 0 0,5-1 1,0 1-1,-2 0 74,3 1 0,-1 0 0,-2 0 256,-4 0 1,-1 0 0,-3 1 13,1 2 0,-6 1 0,-14-1 0,4 2 0</inkml:trace>
  <inkml:trace contextRef="#ctx0" brushRef="#br0" timeOffset="76602">11618 2954 9152,'6'9'539,"1"-3"181,20-2-270,8-6-271,-4-1 1,6-1 0,-2-1-651,-1 0 1,2-1 514,-2 1 1,6-1 0,1 0 0,-3 0 15,0 0 0,-2 1 0,0-1-181,6 0 1,0 0 0,-2 0-330,-3 1 0,-2-1 0,-3 1 450,-5 0 0,-3 1 0,6-3 0,-21 4 0</inkml:trace>
  <inkml:trace contextRef="#ctx0" brushRef="#br0" timeOffset="77133">11580 2527 10591,'8'-7'720,"4"-5"-361,2-2-359,-1 0 180,14-15 0,3 1-135,0-1 0,3-1-45,-10 10 0,0 0 0,15-12 0,0 2 0,-14 13 0,0 3 0,3-1 0,0 3 0,2 7 0,-2 7 0,-3 8 0,-2 3 0,15 13 0,-9 2 0,-2 0 0,-1-2 0,4 2 0,2-2 0,-7-11 0,0-3 0,-4 2 0,3-2 0,11-4 0,0-3-90,-3-6-45,12-5 0,6-6-382,-9-3 1,2-3-324,-1-1 1,2-3-1,-3 2-746,0-2 0,-3 1 1586,-3-1 0,-6 0 0,-11 6 0,-3 0 0</inkml:trace>
  <inkml:trace contextRef="#ctx0" brushRef="#br0" timeOffset="78817">13620 1605 9062,'-12'-6'719,"3"0"-629,0 8 90,4 0-90,-1 7 90,2-1 270,-5 18-360,3-8 180,-3 28-46,8-4 1,2 2-180,0-12 0,0 2-87,2 4 1,1 5 0,0 3 176,0 0 0,1 2 0,0 1 0,0-4-892,-1-4 1,-1-3 0,1 5 810,0 0 0,0 6 0,0 2 0,0-4 0,-2-7-9,0 5 0,-1 0-475,3-4 0,2 7 0,0 4 0,0-1 0,0-6 452,0-6 1,-1-4-1,0 1 1,1 5 28,0 0 0,2 5 1,-1 3-1,1 2 1,0-1-1,0-3 0,-1-3-161,2 7 0,-1-4 1,-1-1-1,1 2 125,-1-7 0,0 3 0,1 1 0,-1-1 0,-1-3 0,0-4-15,0 5 0,-2-4 0,1-1 30,1 0 0,0 1 0,-1-5 15,-1-2 0,1-3-45,3 12-109,-3-14 0,0-2 109,0-9 1350,2 10-1350,-4-14 2720,3 8-2720,-1-7 1143,0-1-1054,0-1 693,-2-2-782,-1-3 106,0 6-106,-2-4 0,5 5 0,0-7 90,10 3-90,29-5 0,-14 0 45,8-1 0,4-1-471,-17-2 0,3 1 426,5-1 0,7 0 0,5 0 0,1 0 0,-1-1-470,0 1 1,0-1-1,2 0 1,1 0-1,4 0 470,-10 0 0,3 0 0,2 0 0,1 0 0,1 0 0,1 0 0,-1 0 0,-1 0 0,-2 0 0,1 0 0,-2 0 0,0 0 0,-1 0 0,1 0 0,-1 0 0,1 0 0,0 0 0,3-1 0,1 1 0,1 0 0,0-1 0,-1 1 0,-2-1 0,-2 1 0,-4 0 0,12-1 0,-6 1 0,-2 0 0,0-1 0,-3 1 0,2 0 0,-5 0 0,-7 0 90,6 1-90,-5-1 0,1 1 0,9-2 0,-9 1 0,0 0 0,13-1 639,0-1-639,-5 2 0,-2-1 0,-11 1 2651,1 0-2471,0 0-180,-8 0 269,17-1 91,-14 1-270,3-2 0,-8 1 90,-3-4-90,-5-1 0,11-21-90,-4-11 0,-8 18 0,-1-2-184,4-20 0,0-6 154,-3 15 0,-1-1 0,2-5-273,-2 2 0,1-4 0,0-3 0,1-1 0,-1-1 290,-2 8 0,-1 0 0,1-2 0,0 0 1,0-1-1,-1-1 0,0 0-296,0 0 1,1-1 0,-2-1-1,1 0 1,0-1 0,0 0-1,-1 1 1,-1 0 296,1 1 1,-1 1 0,0 0 0,0 0 0,-1-1-1,0 1 1,0 0 0,0 0-1,-1 0 1,0-1 0,-1 0 0,0 0 0,0 1-1,-1 0 1,0 2 0,0 2-398,0-11 1,-1 2 0,0 2 0,-1 2 0,0 0 408,-1 0 0,0 1 0,-1 2 0,0 1 0,-3-7 0,0 2 0,0 8 95,-4-8-95,2 5 0,0 2 665,0 10-755,-1-2 2059,3 17-1969,1 4 3276,-3 2-3160,0 4-206,-26 1 90,-4 4 0,5 1 0,-9 0 0,-5 1 0,1 0 0,5-1-592,2 1 0,3-1 0,-5 0 607,0 1 0,-5-1 0,-3 1 0,-2 0 0,-2 0 0,1 0-366,8 0 1,-1 0-1,-1-1 1,-1 1 0,0 0-1,-1 0 1,1-1 0,1 1 350,0 0 0,1 0 0,1-1 0,-1 1 0,0-1 0,-1 1 0,0 0 0,-1 0-187,1 0 0,-1-1 1,0 1-1,0 0 0,-1 0 1,-1 0-1,-1 0 0,-1 0 1,-1 0 186,7 0 0,-2 0 0,-2 0 0,-2 1 0,0-1 0,-1 1 0,1-1 0,0 1 0,2-1 0,1 0 0,2 0 0,4 0 0,2 0-212,-8 0 0,5 0 0,4 0 1,-1 0-1,-2 0 0,-5 0 203,3 0 1,-4 1 0,-4-1 0,-3 1 0,-1 1 0,0-1 0,1 0-1,3 0 1,3-1 0,5 1 0,6-1 8,-16 1 0,10 0 0,-5 1-30,8-2 0,-4 2 0,-3-1 0,0 0 0,4 1 0,5-2-30,-3 1 0,6 0 0,-4 0-75,-3 1 0,-5 0 0,2 0 1,9-1 432,-8 3-2097,0 3 994,48-3 805,12 0 0,29-3 0,-20-4 0,1 0 0</inkml:trace>
  <inkml:trace contextRef="#ctx0" brushRef="#br0" timeOffset="79255">14102 1782 10501,'9'-8'90,"0"0"0,-4 3 540,4-3-1,-1 1-269,0 0-135,6 28 0,3 17-135,-5-5 0,-2 6 0,2 8-367,-4-12 1,1 7 0,0 4 0,0 4-1,1 2 1,0 2 0,0 0 0,-1-1-1,1-2 1,-1-4 309,0 3 1,0-1 0,0-2 0,0 0 0,-1 0-1,1 0 1,0 2 0,-1 1-232,0-7 0,-1 2 0,0 0 0,0 2 0,1-1 0,-1 1 0,0 0 0,0-2 0,1 0 0,-1-1 0,1-2 198,0 4 0,1-1 0,-1-1 0,1-1 0,0-1 0,0 0 0,1-1 0,1 0-547,3 8 1,1-1 0,1 0 0,1-1 0,-2-2 0,0-1 376,-2 0 0,-1-3 1,-1 0-1,2 0 0,0-1 57,3 5 1,2 4-1,0-2 1,-1-8 0,-5-14-1,0-10 1,3-2 0</inkml:trace>
  <inkml:trace contextRef="#ctx0" brushRef="#br0" timeOffset="79667">15179 1527 10501,'-13'-31'-540,"-2"1"720,2 31-90,5 4-1729,7 23 1,6 8 1330,-1-11 1,1 1 397,5 8 0,2 7 0,0 3-192,-4-2 0,1 4 0,-2 2 1,1 0-1,-1-4 147,1-3 0,-1-3 0,1 0 0,-1 6-119,-2-4 1,1 3-1,-1 3 1,0 2 0,-1 1-1,1 1 1,-1-1 153,-1-4 0,-1 1 0,1 2 0,-1 0 0,0 0 0,0 0 0,-1 0 0,2-2 0,-1-2-55,0 4 1,1-2 0,-1-2-1,1 0 1,0 1 0,0 2 0,2 3-41,-1-7 0,0 3 0,1 2 0,1 3 0,-1 0 0,1 1 0,1-1 0,-1-1 0,0-2 0,0-3 0,0-4 0,-1-4-30,4 18 0,-1-9 0,1-3 0,2 4-30,-1-6 0,2 3 0,0 1 0,2-2 0,-1-5 0,2-7-1499,10 4 0,1-8 719,-8-3 1,0-4 813,21 7 1,-22-34 0,1-3 0</inkml:trace>
  <inkml:trace contextRef="#ctx0" brushRef="#br0" timeOffset="80150">15727 1663 10141,'-6'-19'-539,"3"8"718,-3-3 721,4 7-630,12 17-90,-5-5 179,18 38-269,-12-10-604,-2 0 0,2 8 0,-1 1 634,-1 0 0,0 2 0,-1 0-53,0-7 0,0-1 1,0 3-1,2 4 23,-2-4 0,2 4 0,0 5 0,0 1 0,1 0 0,-1-2 0,0-2 0,-2-6-564,2 6 0,-2-6 0,1 0 0,1 7 507,0-5 1,1 7 0,1 3 0,0 2-1,1-1 1,-1-2 0,-1-4 0,-1-6-4,2 9 0,-2-8 0,1 6 0,0-7 0,0 5 0,1 2 0,0 0 0,-1-2 0,0-5 0,0 6 0,0-6 0,0 5-12,0-4 0,1 5 0,0 0 0,-1-2 0,0-6-18,1 8 0,2-4 0,-3-6 0,2 2 0,0 0 0,-1-5-45,0 1 0,1-1-45,0 2 0,3 4 0,-2-4-999,-2-3 1,0-3 639,5 12 449,2-3 0,-9-45 0,5-3 0</inkml:trace>
  <inkml:trace contextRef="#ctx0" brushRef="#br0" timeOffset="80888">16412 1542 9961,'-7'-14'450,"5"3"539,-4 1-809,12 38 0,4 15 0,-2 1-706,-1-10 1,0 7 0,1 2 0,-1-4 659,1 7 1,-1 2-27,-1-5 0,1 7 0,0 3 0,0-2 0,-1-4-746,0 2 1,0-5 0,1 6 682,-2-8 0,1 3 0,0 3 0,0 2 0,1 1 0,1 0 22,0-8 1,0 1-1,1 1 1,1 1-1,-1 0 1,1-1-1,-1-1 1,0-2-38,0 5 0,0-3 0,-1 0 0,1-1 0,1 3 0,1 3-39,-2-9 0,2 5 0,0 2 0,1 1 0,1 0 0,-1 0 0,0-2 0,-1-3 0,0-3 0,-2-6-51,7 19 0,-3-8 0,1 1-30,1 0 0,0 4 0,0-4 0,-2-8-898,-4-10 0,-1-5 538,4 14 450,-5-9 0,-22-37 0,-6-4 0</inkml:trace>
  <inkml:trace contextRef="#ctx0" brushRef="#br0" timeOffset="81367">12733 3114 9961,'5'-10'360,"5"-1"360,17-1-540,0 2-459,2 3 0,7 0 0,4 0 423,1 0 0,4 0 0,4 0 0,-1 0 0,-3 1-926,2-1 0,-4 1 0,2 0 0,7-1 818,-14 2 0,3 0 0,3-1 0,2 0 0,2 0 0,1-1 0,-1 1 0,1 0 0,-2 1 0,-2 0-135,1 0 1,-1 1 0,-1 0 0,1 0 0,-1 0 0,0 0 0,0 0 0,1 0 0,-1 0 108,2 0 0,-1 0 0,-1-1 0,1 1 0,0-1 0,1 1 0,1-1 0,1 1 0,1 0-112,-3 1 0,1-1 1,2 1-1,1-1 1,0 1-1,1 0 1,0 0-1,0 0 1,0 0-1,-1 0 1,-1 1-1,0 0 85,-1-1 1,-1 1 0,0 1-1,-1-1 1,0 0 0,0 1-1,0 0 1,0-1 0,1 1-1,0 0 1,1-1-116,0 1 0,1 0 0,0 0 0,1 0 0,0 0 0,1 0 0,-1 0 1,0 0-1,-1 0 0,-1 0 0,0 0 0,-2 0 78,2 1 0,0-1 0,0 0 0,-1 1 0,-1-1 0,0 1 0,-2-1 0,-1 1 0,-2 0 1,-2 0 97,10 1 0,-2 0 0,-2 0 1,-3 0-1,-4 0 0,-5 1-449,12 2 1,-10 2-564,2 5 968,-23 2 0,-23 1 0,-10 0 0</inkml:trace>
  <inkml:trace contextRef="#ctx0" brushRef="#br0" timeOffset="81751">12925 3628 9512,'37'-10'247,"-1"1"0,0-1 1,-1 0-1,2 1-135,4 0 1,6-1-1,4 0 1,-2 1-769,-8 3 1,1-1-1,-1 1 1,2 0 0,-1 0 322,0-1 0,0 1 0,0-1 1,2 1-1,5-1 263,-6 1 0,4-1 0,4 1 1,1-1-1,1 0 0,-1 1 1,-1 0-1,-4 0 0,-3 0 88,6 0 0,-7 0 0,-1 1 0,5-1 0,11 0-48,-24 2 1,3-1-1,4 1 1,3-1-1,2-1 1,3 1-1,2-1 1,1 1-1,2-1 1,1-1-1,0 1 1,1 0 0,-1 0-1,0 0 1,0 0-1,-2 0 1,-1 1-1,-2-1 1,-1 1-1,-3 0 1,-3 0-54,9 0 1,-3 0-1,-1 0 1,-3 0-1,0 0 1,-2 1 0,1 0-1,0-1 1,1 1-1,1-1 1,2 0-1,3 0 1,-6 0 1,1 0 0,3 0-1,0 0 1,2-1 0,1 1-1,0-1 1,1 1 0,0-1 0,0 0-1,-1 1 1,0-1 0,-1 1-1,-2 0 1,0 0 0,-3 0-1,-1 1 1,-3 0-159,10-2 0,0 2 0,-2-1 0,-1 0 0,-2 1 0,-1 0 0,-3 0 0,-3 0 0,-2 1 1,-4 0 239,20-2 0,-9 1 0,2 0 0,2-1 0,3 1 0,-2-1 0,-8 2 0,-7 0 0,0 0 0</inkml:trace>
  <inkml:trace contextRef="#ctx0" brushRef="#br0" timeOffset="82237">13683 3837 9602,'21'3'719,"-6"1"-314,8-3 0,6-1-91,9 0 1,9-1-189,-10-1 0,6 0 0,2 0 0,1-1 0,-4 1-946,0 0 1,-3 0 0,1 0 0,4 0 701,-1-1 1,3 0-1,2-1 1,3 1 0,0-1-1,2 0 148,-10 1 0,2 0 0,1-1 0,2 0 0,-1 1 0,0-1 0,0 0 0,-2 1 0,-3-1-250,8 0 0,-3 1 0,-2-1 1,0 1-1,3-1 0,4 0 220,-11 0 0,3 1 0,2-1 0,1 1 0,2-1 0,0 0 0,0 0 0,-1 0 0,0 0 0,-2 0 0,-2 1-280,5-1 1,-1-1-1,-1 1 1,0 0-1,-2 0 1,0 0-1,-2 0 1,0 0 234,5 0 0,-3 0 0,0 0 0,-1 1 0,1-1 0,2-1-108,-3 1 0,3 0 1,2-1-1,0 1 1,-2-1-1,-1 0 1,-5 1-1,-5 0-687,8-1 1,-7 0 0,0 0 839,4 1 0,0 0 0,-10-2 0,-6-6 0,-47 5 0</inkml:trace>
  <inkml:trace contextRef="#ctx0" brushRef="#br0" timeOffset="82769">13080 2474 9512,'-24'-11'1619,"6"2"-1080,32-5-314,8 8 0,12 2-135,1 0 0,10-1 0,7 0 0,2 1 0,-2-1 0,-4 1-746,-7 1 1,-3 0-1,0 0 1,2 0 0,7 0 611,-8 0 0,4 0 0,4 0 1,2 0-1,3-1 0,1 0 1,0 1-1,0-1 0,-2 1 0,-2-1 1,-4 1-1,-3 1-176,9-2 0,-6 2 0,-2-1 1,-1 1-1,4-1 0,7 0 232,-13 1 1,3-1 0,3 1 0,2-1 0,3 0 0,0 1 0,2-1 0,0 0 0,0 0-1,0 0 1,-1 0 0,-1 1 0,-1-1 0,-2 1-140,0-1 1,-1 1-1,0 0 1,-1 0 0,0 0-1,-1-1 1,0 1 0,0 0-1,0 0 1,0 0-1,1 0 1,-1 0 126,5 0 0,-1 0 0,0-1 0,0 1 0,0 0 0,1-1 0,-1 1 0,1 0 0,0 0 0,0-1 0,2 1-75,-4 0 0,1 0 1,2 0-1,0 0 1,0-1-1,1 1 1,0 0-1,-2 0 1,1 0-1,-3 0 1,0 0-1,-3 0 0,-1 1 41,6-1 0,-2 0 1,-2 0-1,-1 1 0,-2-1 1,1 1-1,0-1 1,0 1 16,2-1 0,1 0 1,1 1-1,-1-1 0,-1 0 1,-1 1-1,-2-1 0,-2 1 17,7-1 0,0 1 0,-3-1 0,-6 1 0,-8 1-874,10 1-655,-42 1 1529,-24 4 0,0-2 0,-9 1 0</inkml:trace>
  <inkml:trace contextRef="#ctx0" brushRef="#br0" timeOffset="84921">14971 3010 10411,'11'-5'2159,"-3"0"-2069,-14 16 0,-1 1 0,-3 11 0,1 2-90,2 1 0,3 21-360,25-14 270,-7-11-90,26 8 0,-14-24 0,0-3 180,13 3-45,-6-5 0,1-6-45,-3-8 0,-2-3 90,9-3 0,-9-1 0,-8-4 0,-22-23 0,-1 13 0,-6 6 0,-6 2-225,-11 10 1,-3 5-901,3 3 1,-1 2 1124,-7 1 0,1 3 0,-8 16 0,11 3 0</inkml:trace>
  <inkml:trace contextRef="#ctx0" brushRef="#br0" timeOffset="85305">15765 3007 10141,'-10'-9'1259,"-2"-1"-899,2 4-180,-5 2-180,4 6 180,-7 4-180,5 0 90,-1 2-90,1 0 0,6-2-90,-3 0-3187,3-1 2949,-5-6 1,5 4-1,1-7 1</inkml:trace>
  <inkml:trace contextRef="#ctx0" brushRef="#br0" timeOffset="86005">14651 3089 10411,'23'3'989,"5"3"-899,-13-3 90,19-1-90,-2-5 0,12-4 0,-11-3 0,1-3 0,-4 0 0,-2-4 45,11-13 0,-3-3-45,-15 12 0,-3-2 90,0-8 0,-3 3-180,-7 7 90,3-1 89,1 22-179,-4 2 90,9 17 0,-5 28-90,-2-14 0,-3 3 0,0 2 45,-1-10 0,-1-1-45,0-2 0,-1 0 0,1 1 0,1-2-449,3 2 89,-3-9-450,3 1 810,-4-15 0,1-7 0,3-1 0</inkml:trace>
  <inkml:trace contextRef="#ctx0" brushRef="#br0" timeOffset="86222">14903 3189 10321,'-10'6'540,"8"2"-1,30-4-449,-2-1 0,6-3 0,3-3 0,7-1-1183,-6 1 1,5-2 0,-3 1-266,-9 0 1,0 0 877,7-1 0,4-1 1,-3-1 439,-2-1 0,-3-2 1,-1 1-1,0-2 1,1-1-1,0 0 1</inkml:trace>
  <inkml:trace contextRef="#ctx0" brushRef="#br0" timeOffset="86706">15659 2972 9602,'1'-6'1439,"-1"2"-1349,19-9-90,-11 7 90,20-13 0,-5-4-90,0 3 89,-2-4 181,-14 10-180,0 2-90,-9 12 90,0 25-90,-5 9 0,8 14 90,2 0-270,9-2 90,-4-9-539,8-2 629,-6-16 0,-2-4 0,-1-7 0</inkml:trace>
  <inkml:trace contextRef="#ctx0" brushRef="#br0" timeOffset="86922">15664 3134 9512,'6'7'1079,"5"-5"-1079,16 0-405,1-5 0,1-1-854,4 1 1259,-1-2 0,0 0 0,2-1 0,7-2 0</inkml:trace>
  <inkml:trace contextRef="#ctx0" brushRef="#br0" timeOffset="87559">14902 3549 9242,'18'-1'1259,"-3"-1"-989,10-3 0,0-2-90,8-6-90,1-4-1,-9 1-89,1-10 90,-17 14-90,9-16 0,-10 13-90,0-1 90,0 19 0,-5 13 0,1 6 0,-2 15 90,1-1-359,1 4-1440,0-1 1709,-1-18 0,-1-9 0,0-8 0</inkml:trace>
  <inkml:trace contextRef="#ctx0" brushRef="#br0" timeOffset="87757">14948 3651 9062,'12'6'450,"0"-2"-360,4-4 44,12-4 1,2 0-315,1 0-899,11-4 0,0 0 1079,-15 1 0,-2-1 0,1 0 0,6-2 0</inkml:trace>
  <inkml:trace contextRef="#ctx0" brushRef="#br0" timeOffset="88573">15724 3464 10141,'22'-2'540,"-1"-2"-90,11-10-450,-15 4 180,16-9-91,-23 9 181,11-21-270,-14 17 90,8-19-90,-13 25-90,3-5 180,2 17-90,-3 5 0,2 8 0,-2 19 0,-3-15 0,1 5 0,2 2 0,-1 10 0,1 2-270,1 0 91,-4-27-721,5 9 900,-5-12 0,1-3 0,-2-2 0</inkml:trace>
  <inkml:trace contextRef="#ctx0" brushRef="#br0" timeOffset="88774">15826 3593 9961,'24'-2'-135,"10"-1"0,2-3-2023,10-2 2158,-12 2 0,-1 1 0,-3-2 0,-20 4 0</inkml:trace>
  <inkml:trace contextRef="#ctx0" brushRef="#br0" timeOffset="89341">14808 4017 10951,'17'-8'719,"5"-4"-449,-1-1 0,23-10-270,-12 7 135,9-7 0,-2 0-135,-12 8 45,4-4 0,-1 0-135,-11 9 90,-1 13 0,-8 0 90,-9 29-90,-2-17 0,-1 19 0,2-18-90,2 17-90,0-17-270,4 16-449,0-14-181,0-1-1258,1-6 2338,-2-7 0,-1-2 0,-1-1 0</inkml:trace>
  <inkml:trace contextRef="#ctx0" brushRef="#br0" timeOffset="89558">14919 4102 9332,'-8'4'899,"14"1"-629,13-5-270,13 0 0,2-3-360,10-2-944,1-1 0,-1-1 1210,-9 0 1,-3 1-1,1 0 1,12-4 0</inkml:trace>
  <inkml:trace contextRef="#ctx0" brushRef="#br0" timeOffset="90042">15829 3939 10951,'-11'-9'989,"7"-3"-719,13-3-270,0 3 180,11-9-180,-13 13 90,9-12-90,-11 11 0,7-6 0,-8 7 0,6-3 0,-3 11 0,-4 18 0,0 15 0,-3-5 0,0 1-180,2 19 0,1-10-360,4-9 271,-3-18-991,4 3 1260,-1-9 0,-3-1 0,1-3 0</inkml:trace>
  <inkml:trace contextRef="#ctx0" brushRef="#br0" timeOffset="90242">15700 4079 9422,'25'6'719,"-8"-2"-629,29-5-90,-19-2-1125,11-3 1,3-1 1124,-15 3 0,-1-1 0,14-4 0,0 0 0,-15 2 0,0 0 0</inkml:trace>
  <inkml:trace contextRef="#ctx0" brushRef="#br0" timeOffset="90859">16495 3825 8972,'-11'-3'1799,"1"1"-1170,1-1-449,3-1 90,6-3-180,7-2-90,4-2 90,7-4-90,-6 5 90,2-5-90,-1 3-90,-6 4 90,7 6 0,-12 10 0,3 6-90,-6 13 90,1-11 90,0 20-90,-1-19-180,2 19 90,0-18-270,2 16-2917,2-11 3129,0-5 1,0-4-1,-3-12 1</inkml:trace>
  <inkml:trace contextRef="#ctx0" brushRef="#br0" timeOffset="91075">16357 4028 10051,'31'-1'360,"8"-1"-1799,-1-5 0,2-1 1439,-16 3 0,1 0 0,19-5 0,-2 0 0,-1-3 0</inkml:trace>
  <inkml:trace contextRef="#ctx0" brushRef="#br0" timeOffset="92476">13998 2022 7982,'0'-8'1530,"-3"1"-1081,-6 3-359,-11 6 180,-22 15-180,19-4 0,0 1-90,1-1 0,1 3 45,2 3 0,5 2-45,8 9 90,0 3-90,26 2 90,18-15-90,-2 0 45,0-14 0,1-6-45,10-10 45,-19 6 0,-2-2-45,9-23 0,-35-1 0,-2 0 0,-19 2 0,-9 2 0,-1 10 0,-3 4-495,-2 0 0,-1 4 135,7 4 1,5 6 359,0 31 0,20-10 0,0 11 0</inkml:trace>
  <inkml:trace contextRef="#ctx0" brushRef="#br0" timeOffset="92977">14747 1962 9242,'-5'-9'1079,"-7"9"-989,4 7 90,-3 25-90,9-14-90,5 17 0,1-22 90,11 11-90,-5-12 90,14 8 0,16-13-90,-10-1 0,-3-5 0,1-3 90,4-8-90,8-10 0,-17 3 0,-8-11 0,-16 12 0,-21-24 0,3 15-45,-2 3 0,-3 1 45,-5 4 0,-1 2-90,-12-5 90,6 10 0,-1 9-225,11 14 0,2 7-765,1 5 1,3 3 539,1-2 1,6 1 207,9 2 1,5-2 0,10 8 0,3 3 0</inkml:trace>
  <inkml:trace contextRef="#ctx0" brushRef="#br0" timeOffset="93544">15838 1963 9062,'-10'-10'1259,"2"2"-1079,-5 4 90,3 2-90,-8 4-90,6-1 0,-11 12 0,-3 5 0,-4 12-46,7-11 1,2 1-45,-5 22 0,23-13 90,0-3-90,21 0 0,-6-20 0,18 1 0,-12-8-90,27-7 180,-2-17-90,-22 8 0,-2-1 0,9-17 0,-29 9 0,-6 1-90,-6-2 90,-6 0 0,-3 1 0,-2 3 0,2 7 0,0 3-89,1 5 89,-21 3 0,22 6-1350,-5 13 1,5 6 1349,14 0 0,-5 22 0,28-22 0</inkml:trace>
  <inkml:trace contextRef="#ctx0" brushRef="#br0" timeOffset="94028">16233 1899 10141,'-6'-8'1259,"-3"1"-1169,-5 9 0,-6 4 180,-14 24-180,13 4-90,0 4-225,26-7 0,5-2 135,2-9-45,7 3 1,3-3 134,-4-14-90,21-1 0,-18-7 90,24-13 0,-24 4 0,16-16 270,-33-22-270,-3 18 45,-9 2 0,-5 2-45,-4 9-45,-11 2 0,-2 5-2294,1 18 990,-14-9 1349,32 22 0,16-4 0,2 2 0</inkml:trace>
  <inkml:trace contextRef="#ctx0" brushRef="#br0" timeOffset="94461">16856 1826 10681,'-13'-6'1079,"-8"11"-944,1 13 0,1 3-45,-8 8-45,10 0 0,2-1 45,10-6-180,9 10 0,4 0 0,4-10 90,4 2 0,3-5-90,1-12 90,28-5-90,-12-7 90,-9-1 0,0-1 0,6-7 45,-12-3 0,-4-2 45,-3-2-90,1-24 0,-20 23 45,-7-2 0,-3 2-45,-7 0-45,-2 4 0,-2 3-45,-3 7-900,-10 7 1,-5 7 989,5 8 0,0 4 0,-6-2 0,-1 2 0,6 7 0,1-1 0</inkml:trace>
  <inkml:trace contextRef="#ctx0" brushRef="#br0" timeOffset="103033">9338 5628 9691,'-3'-12'1979,"0"2"-1169,0 2-270,1 2 89,-3 1-449,-3 9 180,-2 11-180,-1 25-1221,5-4 0,0 8 1,1-5 1040,1-5 0,0 1 45,1 5 0,-2 7 0,1-1 0,1-9-45,0 5 29,1-5 1,0 6 0,1-7-30,1-1 90,0-4 0,0-1 0,2-8 0,2-8-90,6-11 0,11-3 0,-3-1 0,22-2 0,3 1 0,-6 1 519,-2-1 1,8-1-1,-7 1-519,5 0-77,-7 0 0,9 0 1,2-1-1,-7 1 77,-2 1 0,1-1-70,10 0 0,5-1 1,-8 1 69,3 1 0,-10-1 0,-5 1 1701,-8 1-1611,6-1 382,-10 3-202,-8-1 897,2 1-718,-1-6-359,-5 0 90,7-12 0,-6-8-90,1 0-1161,-4-12 0,0-13 1,-1 8 1070,-3 15 0,1 1 30,1-20 0,0-7 0,-2 9-40,-2 6 10,-1 0 0,-1 0 0,0 3 0,-3-12 0,-1 0 0,0 10-45,-1 1 0,1 2 45,2 14 0,-2 1 0,5 11 3276,-2 1-3254,-8 1-8,-13 5-14,3 0 0,-22 7 0,-4 0 0,5-1-76,5 0 1,-8 0 0,-6 1-1,0-1 76,5-2 0,-2 0 0,-1 0 0,1 0 0,2 0 0,1 0 0,3 1 0,-1-1 0,-2 0-30,0 0 0,-4-1 0,-2 1 0,2-1 0,6-1 1,11 0-151,-10-1-510,7 1 0,-5-1 1,8 0-660,10 0 1349,-22 2 0,34-2 0,-1 1 0</inkml:trace>
  <inkml:trace contextRef="#ctx0" brushRef="#br0" timeOffset="107733">4557 4480 10411,'-3'-10'-180,"0"0"270,0 0 180,-6-1 90,-15-4-225,-1 10 0,-3 2-45,-16-2-61,14 6 1,-5 2 0,-2 5 15,-6 4 0,-4 5 0,0 4 0,2 5-95,7-1 0,0 2 0,2 5 0,3 2 0,5 3 65,7 2 0,5 4 0,3 2 0,3 2 0,0-2 0,1-3-15,-5 6 0,0-1 0,6-2 0,15 0-12,10-12 1,9 1 0,8 1 0,5 0 0,3-3 0,1-2 0,-1-4-1,-3-6-18,3-4 0,1-6 0,0-5 0,1-2 0,-1 2 1,0 3-123,0 5 1,-1 3 0,0 1 0,0-1 0,2-4 0,1-5 176,2-7 1,4-5 0,2-3 0,-1-3-1,-3-1 1,-6 0 0,-7 1 19,5-6 0,-4-6 9,-5 1 0,6-6 0,1-2 0,-6 0 0,-9 3-525,-9-2 1,-7-3 530,0-7 0,-1-7 0,-6 6-16,-3 8 1,-8 0-379,-6 3 0,-9-5 0,-4-4 0,-4-2 0,0 2 0,2 3 1,5 5 333,-4-3 0,4 5 0,-8-2 11,4 4 0,-7-4 0,-4-3 0,-2 0 1,0 1-1,1 2 0,3 5 0,7 6-98,-4 3 0,5 6 1,-7 3-27,1 4 1,-9 2-1,-4 2 1,-4 1-1,0 1 1,2 2 0,4-1-1,7 1-312,0 2 0,6 0 0,0 1 0,-5 3 132,2 0 1,-6 2 0,-3 2-1,-2 1 1,1 0 0,3 1-1,4-1 1,7 0-248,-6 7 1,9 0-1,-2 3 456,3-3 1,-2 2 0,0 1 0,3-1 0,-2 6 0,2 1 0,0 0 0,0 2 0,-1-1 0,1 1 0</inkml:trace>
  <inkml:trace contextRef="#ctx0" brushRef="#br0" timeOffset="108501">3940 7685 10591,'-24'-11'270,"-3"2"0,-1 0-90,-20-1-91,20 3 1,-4 1-1183,-3 6 1,-3 2 0,3 0 483,6 1 0,-1 0 669,-14 3 0,-6 2 0,5 0 351,9-1 1,-3 4-348,5 3 0,-8 4 1,-5 3-1,-2 3 0,0 2 1,2-1-1,7-1-28,0 2 0,5 1 0,1 0 0,-1 2 0,-3 3-171,5-5 1,-2 2 0,-3 2 0,-1 2 0,0 0 0,1 0 0,3-1 0,4-1-1,4-1 157,-6 10 1,6-3 0,5 2-1,5 2-4,6 1 0,4 4 0,3 0 0,3-3 0,4-6-287,6 4 1,10-3 304,-2-8 0,6 4 0,3 1 0,3-3 0,0-4-14,10-1 1,4-6-1,0-2 1,0 1 107,-2 2 0,-2 2 0,2-2 0,4-3-130,-5-6 0,3-1 0,2-1 0,0-2 0,-1-2 0,-2-2 0,9-2 0,-3-4 0,0-1 0,0 0 0,0 3 0,-1 1 0,1-1 0,2-5 15,-8-4 0,3-3 0,1-1 0,-1-3 0,-2-1 0,-5-1-336,0-4 1,-4-3 0,-2-1 0,2 1 320,7-1 0,3 0 0,-2-2 0,-6-5 0,-9-1 0,-2-5 0,-4-2 0,-3-1 0,-3 1 0,-5-3 0,-6-1 0,-1 1 0,0-2 0,5 0 0,2 0 0,-5-1 0,-10-4 4,-6 12 1,-4-5 0,-5-2-1,-4-1 1,-3-1 0,-3 2-1,-2 3 1,-3 5 0,-1 5 31,-1 8 0,-5 6 0,-2 3 0,-3 3 0,-2 3 0,-1 0 0,1-1 0,0 0 0,2-4 0,3-3-88,3-4 1,2-4 0,1-2-1,1-1 1,1-1 0,-1 1 0,-1 2-1,-1 2 1,-2 5 0,-2 4-9,0 5 0,-4 4 0,-2 3 0,-2 2 0,-1 2 0,0 2 0,1 1 0,1 1 0,3 1 0,3 0 0,5 0 0,5-1 158,-8 3 0,7 2 0,3 1 0,-4 3-645,-2 2 1,-4 1 0,-2 3 0,2 1 0,3-1 0,8 0 500,2 4 0,6 0 1,1 2-1,-9 5 0,1 2 1,5-1-1,13 2 0,-1 0 1</inkml:trace>
  <inkml:trace contextRef="#ctx0" brushRef="#br0" timeOffset="124236">20121 4313 6993,'-2'-8'3276,"-3"2"-1515,19 1-1581,16-2 0,10-1-90,-5 1 0,4 0 0,5 0-504,-6 0 1,4 0-1,2-1 1,2-1 0,1 1-1,-2 0 429,-1 0 0,0 0 0,0 0 0,0-1 0,2 1 0,1-1 7,-3 0 1,2 1-1,1-1 1,1 0-1,0 0 1,-1 0-1,-1 0 1,-3 0-8,5-1 0,-2 0 0,-1 0 0,-1 1 0,-1-1 0,0 1 21,3 0 0,-1-1 0,0 1 0,-3 0 0,-5 0 197,1 0 0,-4 1 0,-4 1-53,18-4 0,-25 5-90,5-2-990,-7 2 900,-4 3 0,-22 4 0,-7 2 0</inkml:trace>
  <inkml:trace contextRef="#ctx0" brushRef="#br0" timeOffset="124719">21633 3815 9961,'-5'-9'1439,"1"1"-1349,22 8 90,20 7-90,6 2-45,0 0 0,2 2-1537,-9-3 0,-2 0 1492,3-1 0,0 0 45,0 2 0,-2-2 277,3 0-142,-4 1 359,-7-3-359,-20-2 0,-41 15-135,1-2 0,-8 3 0,5-2 0,-5 3 0,-1 0 0,3-1 449,2 0 1,3-2 0,-2 2-608,1 0 1,-1 1 0,1 0-1,5 0-1526,-2 8 1,5-2 1254,5-8 1,3 0 0,0 5 0,8-2 0,14-9 0</inkml:trace>
  <inkml:trace contextRef="#ctx0" brushRef="#br0" timeOffset="127071">22613 3727 11221,'28'-9'539,"-10"3"-449,20-10 90,-2-6-90,5-3 45,-18 8 0,-1 0-45,0 0 90,0-1 359,-12 9-449,-12 16 0,-10 21-1729,-8 10 1,-2 5 1625,7-13 1,1 1 12,1 0 0,-1 3 0,3-2-536,5 4 0,1-3 536,0-7 0,1-1 45,1 7 0,2-2-45,5 8 0,0-8 0,1 0 0,-9-29 0,-4-8 0</inkml:trace>
  <inkml:trace contextRef="#ctx0" brushRef="#br0" timeOffset="127387">22378 4235 10231,'-9'8'1080,"6"4"-451,13-5 91,33 2-451,-7-8 1,3-2-180,6 0 0,0-2-135,-7 0 0,-1-1-360,2-2 1,-4-2-2654,2-7 1169,3 1 1744,-17-1 1,-13 0 0,-1-1 0</inkml:trace>
  <inkml:trace contextRef="#ctx0" brushRef="#br0" timeOffset="128003">22860 3380 10231,'-19'-17'120,"0"0"0,-2-1 0,0 0 195,-4 3 0,0 1-136,-9-7 1,0 4 0,-1 2-45,10 8 0,0 1-90,0-2 0,-1 2 45,-14 2 0,-5 7-30,2 9 0,-4 6 0,2 0-583,10-6 1,2-1 0,-2 4 540,1 1 0,-2 3 0,-2 3 0,1 1 0,4 3 36,3 2 0,3 3 0,1 1 0,1 1 0,0-3-54,-7 7 0,1-2 0,1 5 36,5-1 0,-1 5 0,2 3 0,5-1 0,8-1 31,10-1 0,9 1 1,3-2-1,-3 0-67,-4 7 0,-1-1 0,6 1 45,6-5 0,6 1 0,3-1 0,4-5 0,4-8 0,3-3 0,2-4 0,-3 1-45,-1 1 0,-1-1 0,3 0 18,-2-5 0,5 0 0,0 1 0,-1-4 0,-5-3-18,4-1 0,0-4 45,0-1 0,4 0 0,3-1 0,0-3-669,1-3 1,1-4-1,1-1 1,-2 1 623,-4 2 0,-1 0 0,0 0 0,3-4 15,-4-1 0,4-2 0,0-2 0,1-1 0,-2-2 0,-3-1-343,8-6 0,-4-3 0,-1-2 0,3-4 315,-10 6 0,1-3 0,1-1 0,0-1 0,0-1 1,-1 0-1,-3-1-135,1-1 1,-1 0 0,-1-1 0,-2-1 0,-2-2-1,-2-2 133,0-5 0,0-2 0,-2-3 0,-4 0 0,-5 1 0,-6 1 15,-8-2 0,-6 0 0,-6 1 0,-5 1 0,-4 1 12,-1 10 1,-4-1 0,-3 2 0,-4 0 0,-1 2 0,-1 1 0,-1 2-145,-3 1 1,-2 1-1,-1 2 1,-2 2-1,-1 1 1,-2 1-1,-1 2 132,7 4 0,-2 1 0,-1 1 0,-2 1 0,0 1 0,-1 1 0,1 1 0,0 0 0,2 1 0,1 1-79,-3 1 0,1 0 1,2 1-1,-1 1 0,1 2 1,0 0-1,-1 1 1,0 1-332,-3 2 0,-2 1 1,0 1-1,-1 2 1,2 0-1,1 0 0,3 2 1,3 0 408,-4 2 1,3 0 0,3 2 0,2 1 0,0 2 0,-4 4-1,0 2 1,4 1 0,6 0 0,1 7 0,0 1 0</inkml:trace>
  <inkml:trace contextRef="#ctx0" brushRef="#br0" timeOffset="150739">13962 1367 5824,'-2'-7'0</inkml:trace>
  <inkml:trace contextRef="#ctx0" brushRef="#br0" timeOffset="150919">13921 1349 5818,'0'0'0</inkml:trace>
  <inkml:trace contextRef="#ctx0" brushRef="#br0" timeOffset="150952">13921 1349 5818,'-2'-6'0</inkml:trace>
  <inkml:trace contextRef="#ctx0" brushRef="#br0" timeOffset="157169">13889 3110 6363,'-10'-2'3276,"-1"0"-795,3 0-1581,1-2-810,9 0-1,2-1-89,8 0 180,25-5-180,-16 5 45,7-1 0,1-1-45,-6 4 0,9-2-90,-3 13 90,-14-3-90,0 16 0,-16-12-135,-12 12 1,-4 0 134,4-5-45,-5 8 0,0-1-45,12-13 90,15 15 0,0-21-495,21 0 1,7-2 584,11-4 0,-16 1 0,-2 0 0,11-2 0</inkml:trace>
  <inkml:trace contextRef="#ctx0" brushRef="#br0" timeOffset="157803">14064 3641 10231,'26'-10'120,"0"1"0,10-3 0,-4 3-30,-13 5-90,28 0-180,-61 25 0,-23 12 180,-1-4-45,0-8 0,14-4 45,43-10 0,-10 3-1170,30-10 1,6-5 810,-8 0 359,-6 1 0,-2 0 0,-7 2 0,2-1 0</inkml:trace>
  <inkml:trace contextRef="#ctx0" brushRef="#br0" timeOffset="158369">14074 4133 8972,'-14'-6'1259,"0"0"-179,9 2-271,28-6-719,-9 4 45,14-1 0,3 1-45,-7 3 0,12 0 0,0 0-90,-12 3 0,24 13 0,-44-5-90,-17 21 45,-16-7 0,-3-2 45,-2 6-45,9 0 0,14-3-1048,38-20 1,23-10 0,-3 1 906,-10 8 0,1 0 1,0-6-1,6-2 1,-1-1-1,-6 1 1,-3 0-1,0-1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7:54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18700 6360 11670,'8'0'3328,"0"0"-2788,-3 1-450,-1 2 90,-1 0-180,-1 3 90,0-2 0,-1 4 0,1-2-90,-2 3 90,1-1-90,-1 1 90,0 3-90,-1 0 90,0 11 0,-1-6-90,0 8 0,0-7 90,-1 8-90,-1 2 90,0 8-90,1-7 0,-1 1 0,2-13 0,0 3 0,2-10 0,-2 1 0,1-2 0,0 0 89,0-1-89,0-2 0,0 2 0,1-2 0,-2 2 180,2-3 0,-2 3-90,1-3 0,-2 1 0,0-2 0,-1-2 0,-1 0-90,-1-1 90,1 1-90,-2-1 0,2 0 0,-2 1 0,2-1 0,-2 0 0,2 0 0,-2 0 0,2 0 0,0 0 0,-1 0 0,0 0 0,0 0 0,-5 1 0,4 0 0,-7 1 0,5 0 0,-2-1 0,4-1 0,-1 1 0,0-1 0,-7 3 0,5-2 0,-5 0 0,8-1 0,1 0 0,1 0 0,-2 0 0,2-1 0,-2 1 0,1-1 0,1 1 0,-2-1 90,3 1-90,0-5 90,4-4-90,1 0 0,2-3 0,0 5 0,-1-1 0,1 1 0,-1-1 0,1-1 0,0-1 0,0-1 0,0-1 0,0 0 0,0 0 0,0-1 0,0-1 0,-1 1 0,0 0 0,0 0 0,0-3 0,0 4 0,1-6 0,-2 8 0,0-1 0,-1 1 0,0 3 0,0-3 0,1 2 0,-1-1 0,0 1 0,0 1 0,0-1 0,1 1 0,-1-1 0,1 0 0,-1 0 0,0 0 0,-1 0 0,1 1 0,-1-1 0,2 1 0,0 0 0,2 1 0,0 1 0,1 0 0,0 1 0,3-3 0,2 1 0,1-2 0,2 1 0,-4 1 0,1 0 0,-1 0 0,1 0 0,-1 0 0,0 1 0,0-1 0,-1 0 0,-1 1 0,1 2 0,-2-2 0,0 2 0,-1-1 0,1 1 0,-1-1 0,2 0 90,-2 0-90,1 1 0,-1-1 0,0 0 0,-1 0-90,2 5 90,-2 6 0,-1 0 0,0 3 0,-2-5 90,1 1-90,-1 0 0,1 2-90,0 1 180,-1 0-90,1 1 0,0-1 0,0 1 0,0 0 0,0 1 0,0-1 0,0 2 0,1 5 0,0-4 0,0 5 0,-1-7 0,0 1 0,1-1 0,-1 0 0,0-1 0,0-1 0,0 0 0,-1 0 0,1 0 0,0-1 0,-1 0 0,0-1 0,0 0 0,0 0 0,0 3 0,1 0 0,-1 2 0,0-4 0,0 1 0,0-4 90,0 3-180,0-3 90,0 1 0,0 0 90,1 0-90,-2 0 90,2-2-90,-3 1-90,-1-2 90,-3-1 90,0-2-180,-1 0 90,-2 0 0,1 1 0,-4-1 0,3 0 0,-6 1 0,3 0 0,-5-1 0,6 1 0,0 0 0,0 0 0,2-1 0,-1 0 0,1 1 0,2 0 0,0 0 0,0-1 0,2 0 0,-4 0 0,1 1 0,-1-1 0,2 1 0,2-1 0,0 0 180,-1 0-180,3-3 0,1-4 90,2-1-90,3-1 0,-1 1 0,1-1 0,0-2 0,1-2 0,4-11 0,-1 4 0,3-9 0,3-10 90,-3 9-90,8-23-711,-8 26 711,2-6 0,-5 15 0,0 0 0,-2 2 0,1 0 0,-1 3 0,-1 0 0,0 2 711,0 2-711,-1 0-90,0 0 90,-1 2 0,1 1 0,-2 0 0,2 0 0,0 8 0,-1 0 0,0 9 0,-3-3 0,1 3 0,-3 1 0,-1 12 0,0-6 0,-2 8 0,1-7 0,1-1 0,0 1 0,0-2 0,0 0 0,-1 0 0,0 4 0,-1-2 0,2 0 0,0-2 0,2-8 0,0 1 0,0-2 90,1-2-90,4-7 0,-1-1 0,6-10 0,-2 0 0,1-2 0,1-2 0,3-11 0,-2 5 0,6-15 0,-8 17 0,2-4 0,-3 11 0,-3 0 0,1 3 0,-1 1-90,-1 2 90,-4 15 0,0-2 0,-5 12 0,0 1 0,0 3 0,-2 6 0,2-7 0,2-3 0,2-7 0,1-2 0,0 0 0,0-2 0,0 0 0,0-2 90,1 3-90,9-20 0,-1-2 0,7-13-498,-2-5 498,-3 6 0,5-14 0,-3 5 0,0 3 0,-4 10 0,-4 10 0,0 3-90,0 1 588,-8 18-498,1-1 0,-11 27 0,1-5 0,-4 11 0,5-11 0,0 1 0,5-10 0,1-3 0,1-5 0,3-7 0,1-2 90,0 0-90,12-25 0,4-7 0,6-13-209,0-2 209,0-4 0,-6 10 0,3-7-414,-7 18 414,-3 6 0,-1 4 0,-2 4 0,-1 3 0,-8 12 201,0 2-291,-6 11 90,1 3-180,-2 3 332,0 3-512,1 1-270,2-2-449,1-2-1440,2-3-1168,3-2 3687,2-3 0,6 4 0,2 0 0</inkml:trace>
  <inkml:trace contextRef="#ctx0" brushRef="#br0" timeOffset="8785">5055 16859 7533,'-9'-4'449,"1"0"-359,3 0 90,1 1-90,-1-1 270,2 1-180,-3-3 0,3 2 270,-2 0-91,2 0 91,-2 0 180,2-1 89,-2 0-89,2 2 359,-1 0-719,1-1-180,9 2 0,-1 0-90,9 3 90,-3 0-90,1 1 90,4 0-90,3 0 90,12 3 0,13 3-90,0 1-205,-13-2 0,2 1 295,21 6-1460,1-1 1370,-3 0 0,-15-4-808,0 0 808,5 2 0,-2-2 0,3-1 0,-2-1 90,2-2-90,4 0 0,3-1-1215,6-1 1260,-28-2 0,1 0-45,1 0 0,0-1 45,2 0 0,0-1-45,0 1 0,3-1 45,15 0 0,3-1-15,-15 1 0,0 1 0,1-1 0,10 0 0,2 0 0,-3 0-30,-8 0 0,-3 1 0,2-1 30,7 1 0,1 0 0,-4 0-30,-4 0 0,-1 0-503,12 1 0,-1-1 503,-15 1 0,-2 0 0,1 1 0,0-1 350,0 1 0,0-1-350,-1 1 0,1 0 45,-1-1 0,0 0-201,-1 1 0,1-1 201,-1 0 0,0-1 0,-1 1 0,2 0 45,12 0 0,1 0 109,-11 0 1,1 0-140,2-1 0,4 1 0,-2 0 30,7 0 0,0-1-30,-6 1 0,1-1 0,-1 1-15,6-1 0,-2 0-45,0 1 0,-3-1 671,15 1-671,-4 0 90,-2 1-90,-4 0 90,-2 0-597,0-1 507,0 1 90,0 0-90,1 1 0,0-1 0,4 1 0,-2 0 45,-11-1 0,3 0-45,-1 0 0,1-1 0,15 0 0,0 1 0,-11-2 0,-2 0 45,2 0 0,-3 0-55,-9-1 0,-3 1 10,1-1 0,0 1 0,0-1 0,-1 0-5,1-1 0,0 1 5,22-1 0,5 0 0,-10 0 0,4 0 90,-4 0-90,4 0 90,-3 0-90,3 0 0,1 0 90,-1-2-90,-11 2 0,2-1 45,2-1 0,1 1-45,-1-1 0,2 1 44,11-2 1,0 0-45,-7 1 0,0 0-341,0 0 1,1-1 340,-2 2 0,-2-1 0,-13 2 0,1 0-288,12-2 0,1 1 288,-11 1 0,-1 0 0,10-2 0,-1 1 45,-14 2 0,0-1 189,12-2 0,-1 1-234,-8 0 0,-1 1 0,9-2 0,0 0-63,-11 2 1,-2-1 62,1 1 0,-1-1 0,1 0 0,1 0 502,13-1 0,0 0-457,-9 0 0,1 1-45,3-1 0,3 1 0,-1-1-213,12-1 1,-1 0 212,1 0 0,-1 0 0,-2 1 0,-1 0 106,-15 0 0,-1 1-106,17-2 0,0 1 0,-13 0 0,0 0-60,13-1 0,-2 0 60,-15 2 0,1 0 0,13-1 0,1-1 44,-12 2 0,1 0-44,2 0 0,3 0 0,-2 0 0,9 0 0,-1 0 430,0 0 0,-1 0-430,-2 0 0,-3 1 0,-12 1 0,0-1 0,13 0 0,0 1 0,-10 0 0,0 0 0,10-1 0,-1 0 0,16 0 0,-1-1 0,1 2 0,-29 0 0,1 0 0,0 0 0,0 1 0,0-1 0,0 0 0,1 1 0,-1 0-548,24-1 548,-1 0 0,0 0 0,1 1 0,-17 0 0,2 0-456,4-1 0,-1 1 456,-4 0 0,1 0-45,11 0 0,1 0-372,-10 0 1,-1 0 416,3 0 0,0 0-32,-2 0 0,-2 1 32,19 0 387,-5 1-387,-1-1 0,1-1 1155,0 2-1155,1-1 0,-4 1 0,-3 0 1679,-2 1-1679,-13-1 0,1 0 0,15 1 0,-18-1 0,0-1 0,28 3 1482,-14-2-1482,-9 0 0,3 1 0,-9-1 0,1 1-534,7 1 1,0 0 533,20 2 0,-21-2 0,-1 0 0,9 1 0,-15-2 0,1 0 491,12 2-491,2-1 0,2-1 0,4 0 0,-3 0 0,7 1 0,-20-2 0,2-1 0,4 1 0,2 0 0,-2-1 0,0 0 0,8 1 0,-1 0 0,-8-1 0,1 0 0,7-1 0,0 1 0,-9 0 0,-2-1 0,2 0 0,-2 0 0,18 2-644,-25-2 1,1 1 643,27 1 0,1 1 0,-5-1 0,3 0 0,-3 0 0,3 1 0,-1 0 0,1 2 0,0-1-134,-18-1 0,0 1 134,-8-2 0,1 1 0,13 1 0,2 0 290,-10 0 1,0 0-291,7 0 0,-1 1 0,-8-1 0,-1 0 0,-2 0 0,-1 0 0,12 1 0,0 0-89,1-1 89,-1 1 0,0-1 0,0 1 0,0-1-90,1 1 90,0-2 0,-11-1 0,2 0 508,1 1 1,0-1-509,-1 0 0,2 0 0,7 0 0,-1 0-783,7 0 783,-17 0 0,1-1 0,-2 1 0,0 1 0,17 1 0,-17-2 0,-1 1 0,12 1-238,-1-1 238,0 2 0,0-2 0,0 1 0,0-1 0,-1 1 0,1-1 0,-1 1 0,16-2 0,-13 1 220,-8-1 0,2-1-220,18 1 0,-17-2 0,-1 0 290,16 0-290,-21-1 0,-2 1 0,6-2 599,7 2-599,-11-2 0,1 2 0,-3-1 490,3 1-490,-3-1 0,3 0 0,1 1 0,5-1 0,16 0-90,-14 0 180,14-1-90,-18 1-90,13-1 90,3 0 0,1-2 0,-4 1 0,-14-1-267,1 1 267,-1 0 0,1 0 0,0-1 0,-1 1 0,1 0 0,1-1 0,0 1 0,0 0 0,0-1 0,14 0-308,-12 1 308,-9 1 0,1 0 0,13-1 502,10 1-502,-12 0 0,7 0-226,-20 1 226,9-1 0,-13 0 629,1 1-629,-1-1 0,0 1 0,-1-2 343,-1 2-343,8-2 92,1 0-92,-1-1 0,6 1 0,-10-2 749,6 1-749,-8 1 0,-4 0 46,-8 2-46,0-1 0,0 1 0,1 0 0,-1-1 0,0 1 0,0 0 0,-1-1 0,0 1-90,6-1 90,-5 0 0,8 1 0,-5-1 0,4 0 0,-2 1 0,-6-1 0,0 1 0,-5-1 0,2 1 0,-1 0 0,1 0 0,-1 0 0,0 0 0,0 0 0,0 0 0,0-1 0,3 1 0,-2-1 0,5-1 0,-6 1 0,3-1 0,-1 1 0,-2-1 0,2 1 0,-2 0 0,-1 0 0,1 0 0,-1 0 0,0 0 0,1-1 0,-1 1 0,1-1 0,0-1 0,0 1 0,1-1 0,5-1 0,-4 0 0,9-2 0,-4-1 0,4 1 0,-5-1 0,3 0 0,-8 3 0,3-2 0,-4 3 0,-1-1 0,-1 1 0,0 0 0,0-2 0,1 2 0,-2-1 0,1 1 0,-1-2 0,0 1 0,0 0 0,2-3 0,-2 2 0,1-2 0,1 0 0,-2 1 0,5-7 0,-4 6 0,3-3 0,-3 3 0,0 1 90,0-1-90,0 0 0,0-1 90,1-1-90,0 1 0,0-3 90,-1 1-90,2-1 90,-2 0 0,5-7 0,-1-2 0,3-7-90,-3 4 90,-2 0-90,-2 4 0,0 1 0,-2-1 90,0 0-90,-2-1 0,1 2 0,-2-4 0,0 3 89,-1-2-89,0 2 0,-1 1 0,0 0 0,-1 0 0,0 2 90,-1-8-90,0 7 0,-1-5 0,1 8 0,-2-7 0,-1 2 0,-1-2 0,1 5 0,-1 5 0,0 1 0,-1-1 0,-2 0 0,-3 0 0,-2 0 0,-16-8 0,4 6-1696,0 1 0,0 1 1696,-8-2 0,-12-3-1298,0 2 1298,11 3-461,-9-1 461,13 5 0,0 0 90,1 0-90,-3 2 0,2 0 0,-3 0 0,0 0 0,-3 2 0,-1-2 0,-1 2-639,-6-3 639,-2 2 0,-5-1 0,-1 0 0,-1 0 0,-1 0 0,27 2 0,0 1 0,-27-3 45,15 1 0,1 0-45,-16-1 0,11 1 0,-3 0 0,11 2 0,2-1 0,0 1 0,0 0 622,-2 0 0,2-1-622,-13-1 0,15 1 0,0 0 0,-18-2 0,19 1 0,-1 1 0,-13-3 0,-1 0 0,-3 0 0,3 0 0,-6 0 0,1-1 0,15 3 0,-1-1 0,2 1 0,0 0 0,-1 0 0,0 0 0,-5-1 0,1 0 0,8 2 0,1 1 0,-2-2 0,0 1 0,4 0 0,3 1 1332,-12 0-1332,1-1 1,1 2-40,-1-1 80,-1 1 2,0 1 13,-1-1-11,1 1 655,-1 0-683,12 1 0,-3-1-14,0 1 1,-1 1-747,-8-1 1,0 1 786,9-1 0,1 1-17,-25 2 23,19 0 35,-12 2 96,14-1-9,-12 3 104,15-2 47,-2 2 28,-2 0 0,0 1-43,-2 1 22,0-1-111,-2 2 61,-3 0-119,-1 0-102,9-2 0,-2 1 1105,-2-2 1,-1 1-1172,-8 3 0,0-1-9,10-4 1,1 1-39,-5 0 0,2 1-35,-6-2 4,16 0 1,0-2-29,-9 2-91,-1-2-2272,1 1 2312,0-1-9,0 1 53,2-1-20,0-1 85,3 0-117,-2-2 18,-7 1-12,6-1-44,-9-1 33,-5-1 7,8-1 107,7 0 0,-3 0 34,7 0 0,-1 0 16,-12-1 1,0 0 37,7 0 0,1 0 21,-1 0 1,2-1 112,-20-2 12,1 0-9,-1-1 5,0-1-9,1 0 6,-1-1-12,1 1-2,0-1-39,0 1-66,16 2 1,-3 0-16,-3 0 0,0-1-15,1 1 0,-2 0-16,-11-2 1,0 1-26,8 1 0,0 0-54,-1 0 0,1 0 76,0 1 0,3 0-40,11 1 0,0 1-1,-16-3 1,-1 1 3,12 1 1,-1 0-47,-12-1 1,0 0 47,16 1 0,0 1 9,-1-1 1,1 0 8,-1 1 1,1-1 5,0 1 0,0-1 7,2 1 0,0-1 2,1 1 0,0 0-2,1 0 0,1 0 5,1 0 0,-2-1-2,-11 1 1,0-1 9,11 0 0,-1 0 7,-21-2 1,0 1-3,23 1 0,1 1 3,-9-2 0,-2 1-15,0 0 0,1 1-10,8 0 1,-1 0-9,-4 1 1,-4-1 0,3 1 1395,2 0 0,1 1 4,-13-1 1,1 1 4,12 0 1,2 1 17,-2 0 1,1-1-5,-1 1 1,0 0-64,1 0 0,-2 0-1336,-13 0 0,1 1 0,11-1 0,0 1 0,-9 0 0,-1 1 0,3-1 0,2 1 0,8 0 0,1-1-1315,-9 1 1,1 0 1309,12-1 1,0 1-15,-11 0 0,-1 1-16,10-1 0,0 0-11,-9 1 1,1 0-52,-15 1 2980,4 0-2832,-2 1-51,2 0 0,-4 0 0,4-1 0,-2 1 0,4 0 0,0 0-114,1-1-2681,4-1 35,1 1-8,-1 0 26,0 0 1366,13-1 0,-2 0-5,-1-1 0,-2 0 2768,-9 2 1,0-1-2,9-1 1,1 0 21,1 1 1,2-1 1407,-12 0 44,0 0-208,1 0-2652,1 0 0,0 0 0,-1-1 0,1 0 0,-1 0 0,0-1 0,12 0 0,-1 0 0,-15 0 0,15-1 0,0 0 0,-12 0 0,12 0 0,-1 0 0,-1 0 0,0-1 0,-10 0 0,1-1 0,10 1 0,1 0 0,1 0 0,2 0 0,-10-2 0,-1 0 0,-1 0 0,0 0 0,-1 0 0,0 0 0,-1-1 0,-5 1 0,-2-1 0,1 0 0,0 2 0,4-1 0,0 1 0,-1 0 0,14 1 0,-3 1 0,-3-1 0,-1 1 0,-9 0 0,0 0 0,5 0 0,2 0 0,2 1 0,2 0 0,-18 0 0,-2 2 0,4-1 0,23 0 0,0 0 0,-27 1 0,3-1 0,2 1 0,5 0 0,-1-1 0,14-1 0,0 1 0,-19 0 0,19-1 0,1 0 0,-12 1 0,13-2 0,-2 1 0,-1-1 0,-1 0 0,1 0 0,-1 0 0,-9 0 0,2-1 0,-8 1 0,17 1 0,1-1 0,-14 0 0,2 0 0,-1-1 0,1 0 0,-2 1 0,3-1 0,0 1 0,1 0 0,13 0 0,0 0 0,-15 0 0,7 0 0,-1 1 0,8 0 0,-1 0 0,-9 1 0,0 0 0,8 0 0,2 1 0,0 0 0,1 0 0,-12 1 0,0 1 0,-1 0 0,-1 0 0,0 0 0,-4 0 0,-2 1 0,0-1 0,0 0 0,6 0 0,-2-1 0,1 0 0,2 0 0,0 0 0,13-1 0,0-1 0,-24 2 0,24-2 0,0 0 0,-26 0 0,20 0 0,-6 0 0,10-1 0,-2 1 0,-2 1 0,-2 0 0,1 2 0,-1 0 0,0 0 0,0 2 0,-1-1 0,0 0 0,0 1 0,1-1 0,1 0 0,-11 2 0,3-3 0,0 2 0,11-4 0,12 0 0,1-2 0,2 0 0,2 0 0,0 0 0,2 0 0,0 0 0,2-1 0,-1 1 0,1 0 0,0-1 0,-1 1 0,1-1 0,0 1 0,-5-1 0,-1 1 0,-6 0 0,4 0 0,-4 1 0,3 1 0,0-1 0,1 2 0,6-1 0,-1 0 0,2 2 0,-3-1 0,2 2 0,-2-1 0,0 3 0,-2-1 0,-3 5 0,-13 5 0,-6 5 0,1-1 0,-3 3 0,11-6 0,0 0 0,3-2 0,7-4 0,-14 6 0,11-7 0,-10 6 0,10-6 0,-1 1 0,-4 1 0,0 1 0,-3 1 0,0-1 0,-4 2 0,-3-1 0,12-4 0,-1 0 0,-16 6 0,11-5 0,-1 1 0,-20 3 0,4-1 0,9-4 0,20-5 0,-4 0 0,6-1 0,-2 1 0,7-3 0,3 1 0,-1 0 0,1 0 0,-5 2 0,5-2 0,-3 3 0,-1 0 0,6 0 0,-9 5 0,7 0 0,-7 14 0,8-7 0,-1 9 0,8-10-1638,2 3-464,0 3 58,3 1-2,1 7 218,3 1 275,2 5 107,5 3 767,-2-10 1,2 0 159,2 3 0,2 0 152,0 1 0,1 0 97,6 7 1,0-1 123,-8-16 1,0 0 50,5 7 1,1-1 59,11 9 230,1-1 304,4-1-291,-10-13 1,1 0 133,-6-6 0,1-1-29,7 3 1,1 0 324,15 3-79,4-5 163,2-2-435,-25-10 0,1 0-1241,13-1 0,4-2 1132,3-2 1,2-3 0,-8-1 0,1-1 0,1-1 0,0-2 0,1 0 0,-1 0 0</inkml:trace>
  <inkml:trace contextRef="#ctx0" brushRef="#br0" timeOffset="15591">20258 5345 12660,'-8'-10'2069,"7"1"-1890,4 6 1,6 1 0,-3 1 0,1 0 0,1 1-90,1 0 90,1 0-90,1 1 0,1-1 0,1 2 0,2-1 90,9 4 0,7 2-91,15 6 1,-9 0-90,2 2-503,-13-2 593,-2 2-90,-1 1 0,-2 3 90,-2 3-90,-2 2 90,-2 3 0,-3 4-90,-3 3-744,-3 6 834,-4 3-1170,-4 10 1125,1-26 0,-2 3 0,-4 16 0,-1 3 0,1-9 0,-2 3 15,-1 5 0,-1 5 0,-1-1-844,1-4 0,-1 0 0,1 0 814,-1 1 0,0-1 0,1 1-130,0-3 1,-1 1 0,2-4 144,-1 6 0,1-2-45,-1-1 0,1-1-319,0-3 1,1-1 318,1-2 0,-1-1 45,2-4 0,0 0-119,1-1 1,1-1 118,0 0 0,0 0-45,1-2 0,0 0 1245,-1 23-1155,1-3-90,1-7 90,3 6-90,2-4 0,1-5 848,5-4-848,1-14 0,0-2 1718,2-7-1718,-3-8 1583,0-2-1583,1-2 1176,-1-1-1176,-1-2 0,-1 0 0,0-2 0,-1 0 0,-2 0 0,0-1 0,-3-1 0,-1 1 0,-9 5 0,1 5 0,-7 7 0,1 6-519,0 5 519,-2 6-1009,0 9 1009,1 5 0,1 6 0,3 6 0,7-27 0,1 1-759,0 2 0,1 1 759,1 1 0,0 0 0,1 2 0,1 0 0,0 0 0,1 1-694,0-1 0,2 0 739,0 2 0,1 0-45,0-1 0,1 1 0,2 3 0,0 2-380,2 10 1,2 2 379,-3-16 0,1 1 0,-1 0 0,2 6 0,0 2 0,-1-3 0,3 8 0,-1-2 0,-1-4 0,-2-3 0,-2-13 0,0-2 0,2 22-13,0-3 13,-4-4 444,-1-6-354,-4 2 1220,-1-5-1310,-7 14 0,0-14 938,-4 6-938,1-14 0,-1-6 1164,-1-1-1164,-5 4 90,-3-2-90,1 0 818,0-3-728,3-4-90,4-3 0,-2 0 622,7-4-622,1-2 0,2 0-90,0-1-810,2-1-629,-2-4-2518,8-11 4047,6-13 0,8-9 0,6-7 0</inkml:trace>
  <inkml:trace contextRef="#ctx0" brushRef="#br0" timeOffset="16176">21395 7539 15088,'-6'-12'360,"0"1"-90,3 5-90,1 1 360,0-1 179,-1-3-359,1 2-90,0-3-90,2 2-90,1 2 0,2 2 0,1 1 0,2 1-1,0 1 1,2 1-90,1-1 90,5 2 0,2 2 0,5 7-90,-6 0 0,-1 7 90,-8-2-90,-1 6 0,-4 1-814,-5 13 904,-6 4-90,-8 11 0,8-24 0,-3 2 45,-10 17 0,-1 2-1200,4-11 1,1-1 1154,-8 12 0,1-1 0,8-16 0,2-3-499,1-1 0,1-2 499,-11 24-222,9-17 0,2 0 267,3-3 0,1 1 163,-1 2 0,3 0-208,6 16 0,8-17 0,11-6 1701,1-12-1791,9 0 0,3-6 409,5-3-589,3-3-180,4-5-90,3-3-89,3-6-929,-2-3-960,0-5-1260,-3-1 3778,-3-4 0,-14 7 0,1-2 0,-1-1 0,1 1 0</inkml:trace>
  <inkml:trace contextRef="#ctx0" brushRef="#br0" timeOffset="17234">21889 8075 16438,'5'-9'3058,"-3"-2"-2788,-3 5 179,-1 0-269,-6 3-90,1 4 90,-5 4-90,-1 2 0,-2 3 90,-4 4 0,-9 14-180,6-5-609,-6 10 609,12-8 0,-1 11 0,6-11-90,1 8 0,7-15-90,2 0 91,3-1-91,2-1 0,2-2-90,2-1 789,1-1-699,2-2 0,1-2 0,0-3 0,2-3 0,-2-1 90,2-4-180,5-6 180,-5-1-90,3-7 90,-7 0 1,-1-10-1,-6-5 90,-2 0 0,-4 0 0,-3 11 0,1 1 0,-2 3 0,2 2 0,1 2 0,-1 2 0,2 3 0,0 0 90,0 3-90,2-1-90,10 3 90,-1 1-90,16 1 0,2-2 0,2 0 90,1-4-90,-5 1 90,0-4-463,3-1 373,-1-2 90,-1-1 0,-4-1-90,0-1 90,-3-2-148,-2 0 148,-3 1 0,-3 3 0,-3 2 90,-1 1 0,-1-3-90,-2 4 636,1-3-546,-3 5 65,2 11-155,-1 1 90,2 11-90,0-3 0,1 3 0,2 1 0,2 2 0,5 11 0,-3-7 0,5 6 0,-5-3 0,-1-1 0,-2 0 0,-3-4 0,-6-7 0,-1 1 0,-4-1 0,-2 1 0,-2-1 90,-3 0-90,1-1 0,-2-1 0,1-1 0,0-1 0,1-2 0,1 1 0,0-1 0,3-1 0,0 1 0,2-1 0,-1 2 0,4-2 0,2 4 0,6-4 0,1 1 0,4-4 0,0-1 89,1-2-89,2-1 0,11-6 0,-1-1-216,7-6 216,-3-3 0,1-2 0,0-5 0,1-3 0,0-4 0,-2-2 0,2-13-1179,-5 1 1269,-6 4-90,-7 9 86,-8 16 4,-3 1 189,0 2-279,-1 2 90,-1 2 0,0 2 1206,-2 2-1206,-1 3-86,-1 4 86,0 2-90,3 4 0,3 7 90,3-2-90,9 19 0,7 1-891,2 3 891,2 0 0,-5-12-379,-1-1 379,0 0-90,-3-2 90,-1-1-90,-4-3 90,-3-1 0,-2-1-90,-3 0 945,-2 0-855,-4 0 415,-2 0-415,-4 0-90,-12 6 90,4-5 0,-15 7-180,8-7-539,-3 0-1080,5-2-720,9-5-1708,6-2 4227,6-3 0,2-1 0,1-2 0</inkml:trace>
  <inkml:trace contextRef="#ctx0" brushRef="#br0" timeOffset="17424">22894 8416 17787,'4'-11'1709,"0"2"-1439,-2 3-270,0 2 0,-17-6 0,-5-1 0</inkml:trace>
  <inkml:trace contextRef="#ctx0" brushRef="#br0" timeOffset="19785">21665 9652 15898,'7'-8'1079,"-2"1"-269,-2 3-540,-3 11-90,-1 0-1,-3 13-89,-3 3 90,-3 5-90,-2 11-1268,-2 5 1358,-2 5-1564,-1 4 1384,8-25 0,-1 0 45,0 1 0,0-1 0,-1 2 0,0-1-1,0 2 1,-1-1-45,-1 2 0,-2 2 90,-5 13 0,-1 2-60,5-15 0,0 1 0,-2 1-30,-1 5 0,-2 1 0,1-2 45,-4 8 0,-1-4-45,2-4 0,1-4 0,6-12 0,0-1 90,-18 22-90,2-4 0,-2-2-745,1-4 835,-3-2-296,-1-6 296,12-13 0,-1-1 90,-14 3-90,-11-2-1,19-12 1,0-3 0,-23-4 0,18-1 0,-5-2 0,2-1-45,-2-2 0,-1-2-481,3 2 0,-3-2 0,2 0 481,-9-5 0,0 0-15,15 5 0,-1 0 0,-1-1-325,-6-3 0,-2 1 0,-1-1 325,-1-2 0,0 1 0,-2-1-8,8 4 1,-1-1-1,-1 0 1,0 1-242,1-1 0,-1 0 0,1-1 0,-1 2 241,-1-2 1,-1 2 0,1-1-1,-1 0-220,0-1 0,0 1 0,-1 0 0,0 0 198,0 0 0,0 0 0,-1 0 0,0 0 20,-1 0 1,-1-1 0,1 1 0,-1 0-21,0 0 0,0-1 0,-1 1 0,1-1 12,-2 1 1,0 0 0,0 0 0,-1-1 9,1 1 1,0 0 0,-1 0-1,-4-2-22,8 4 0,-4-2 0,-1 0 0,-1 0 0,-1 0 0,1 0 12,4 2 1,0 0 0,0 0 0,-1 0 0,0 0 0,0 0 0,0-1-13,0 1 0,0 0 0,0 0 0,-1 0 0,1 0 0,0 0 0,1 1 12,0-1 1,0 1 0,0 0 0,0-1 0,2 2 0,0-1 0,3 2 20,-5-2 0,4 1 0,0 1 0,-1-1 0,-3 0-33,4 1 0,-4-1 0,0 0 0,-2-1 0,1 1 0,2 0 0,1 1 6,-6-2 1,3 1 0,0 1 0,0-1 0,-3-1-7,8 3 0,-2-1 0,0 0 0,-1 0 0,0-1 0,0 1 0,1 1 0,-6-2 0,-1 0 0,1 1 0,0-1 0,2 1 0,1 0 0,2 1 0,1 0 0,2 0 0,-1 0 0,-2 0 24,-1-1 1,-1 0 0,-2 0 0,0 0 0,3 0 0,2 2-25,-5-2 0,3 0 0,2 1 0,-1 0-42,1 0 1,0 0 0,0 0 0,0 0 41,1 0 0,0 0 0,1 1 0,1 0 0,-11-3 0,2 1 0,1 0 0,1 1 0,0-1 0,1 1 0,5 1 0,1 0 0,0 0 30,0 0 0,0 0 0,0 0 131,1 0 1,0 1 0,0 0-162,1-1 0,1 1 0,-3 0 0,3 0 0,-3 0 0,-1 0 0,0 0 14,2 0 1,-1 0 0,0 1 0,-2-1-15,-8-1 0,-2-1 0,0 1 0,3 0 0,-2 0 0,3 1 0,-1 0 0,-3 0 0,0 0 0,5 1 0,7 0 0,2 2 0,-10-2 0,3 1 259,14 2 1,3 1-260,0 0 0,0 0 382,0 0 0,0 1-382,0-1 0,0 1 38,0 1 1,0-1-39,0 0 0,0 1 0,0-1 0,1 1 0,1 1 0,0 0 0,0-1 0,0 1 0,1 1 0,1 0 0,0 0 0,1 0 45,0 1 0,-1-1-45,-25 3 0,0 0 0,5-1 0,14 1 0,-1 0 0,-13 1 0,16-1 0,0 0 0,-13 3 0,4-1 1197,-3 2-1197,4-1-90,-4 2 90,3-1 0,-6 1 0,3-1 0,0 1 0,1 0 0,1 0 0,3 1 0,-2 0 0,0 0 0,3 0 0,-2 1 0,4 0 0,1 0 1113,-13 4-1113,-1 2 0,18-7 0,1 1 544,-18 5-544,6-1 0,12-5 694,3 1-694,-1-1 0,0 1 0,-1-1 0,0 1 0,-1-2 0,-2 1 876,0-1-876,-18 3 0,11-2-14,-14 2 14,25-6 0,2 0 0,-17 3 0,16-3 0,0 0 0,-11 2 107,2-1-107,0-1 0,0 0 0,1-1 0,-1 0-90,1-1 90,-1 1 0,1 0 0,0-2 0,-1 1 0,1-1 0,-2 1 0,1-1 0,-1 1 333,-1-1-333,-16 1 0,26-1 0,-1-1-662,-7 1 1,0 1 661,9-1 0,-1 0-379,-5 1 1,1 1 378,-6 2-121,-11 2 121,16-2 0,0 0-407,-1 1 407,1-1 802,-2 1-802,0 1 0,-1 0 0,0 1 0,-17 4 0,26-6 0,0-1 0,0-1 0,0 1 0,-5 1 0,0 0 0,-21 6-37,0-2 37,6 0-90,15-4 482,2-2-392,2 0 0,4-2 521,3-1-521,3-1 403,1 1-403,1-1 1272,1 0-1272,1-1 540,2 1-540,-3-1 98,1 1-98,-2-1 0,4-1 0,-1 0 0,7 0 0,-8-2 0,7 2 0,-3-3 0,4 1 0,1 1 0,-1-1 0,1 0 0,0-1 0,0-1 0,0 0 0,1-1 0,-1-1 0,-1-5 0,0-4 0,-2-11 0,3 2 0,-2-17 0,3-8-1497,-1 2 1497,0-6 0,0 18 0,1 4-90,0 3 180,0 4-180,1 1 90,0 1-230,1-3 230,1-1 0,0-6 0,2 2 0,0 0 0,0-4 1368,1 6-1368,-1-4 0,0 11 0,-1 1 0,1 10 269,0-2-269,0 5 0,0-2 0,0 3-90,-1-2 90,0 1 0,1 0-90,-1 0 0,1 1-90,-1-1 180,-1 1-89,1 0-1,-1 0 90,0 1-180,1-1 180,-2 10 0,1-2 0,-4 15 0,1-6 0,-2 6 0,-1-2 0,0 1-90,-1 1 90,-1 2 0,-2 3 0,-1 0 0,-5 8 0,3-8-215,-1 2 125,5-8 90,1-3-90,0 0 90,0-3-90,1 1 90,0-2-90,-2 0 90,2-2-90,-1-1 0,0-3 305,1-4-305,1-1 90,2-4 0,4-2 0,0-1-90,2-2 90,1-3 0,3-1-90,3-11 90,3 2-333,4-7 333,1 5-90,0 1 90,2 0 0,8-9 0,3 0-90,3-4-413,-7 12 503,-6 8 0,-7 8 0,-2 2 316,-1 1-316,-1 2 0,0 0-90,-2 2 610,1 1-520,2 4 0,-2 1 0,2 3 0,-2 0 0,1 3 0,3 6 0,-1-2 0,8 12 0,-1-4 0,3 0-265,1-2 265,-2-7 0,12 1 0,-4-4 0,7-1-90,-8-5 0,1-3-180,4-1 0,2-2-270,4-2-179,-1-3-2070,15-6 361,-13 1-2470,14-6 4898,-18 3 0,-7 2 0,2-2 0,0 0 0,0 0 0</inkml:trace>
  <inkml:trace contextRef="#ctx0" brushRef="#br0" timeOffset="22341">18542 6569 13829,'7'-5'1169,"0"0"-629,-4 0-360,-1-1 90,0 1 90,0-1-1,0 1-89,-1 0-90,1-1 180,-1 1-360,-6 6 0,2 0 90,-10 10-90,7-3 90,-4 4-90,3-3 0,1 1 0,-1-1 0,1 0 0,2 0 0,-1-1 90,1-1-90,1 0 0,-1 0 90,0 2-90,5-3 0,2-3 0,5-4 0,0-4 0,-3-1 0,2 0 0,-1-2 90,2 1-90,-3-1 0,2 0 0,-2 0 0,0 1 0,1-1 0,-3 1 0,1 0 0,-1 3 0,-13 17 0,5-6 0,-13 20 0,11-14 0,-1 5 0,4-6 0,1-1 0,1-1 0,1 0 0,0-1 0,1-1 0,4 1 0,-1-3 0,4 0 0,0-4 0,6-3 90,5-5-90,7-10 0,-2-2 0,0-6 0,-6 1 0,-2-2-345,-2 1 345,-3 1 0,-1 3 0,-3 2 0,-1 2 90,0 3-90,-3 1 0,0 5 0,-6 4 345,-3 4-255,-14 16-90,4 1 0,-10 10-629,9-3 629,-1 1 0,3 0 0,1 1-303,3-3 303,2-2-1,1 5 1,4-10 0,1 6 90,4-12-90,2 0 609,2-2-609,2-2 0,9-2 0,-2-5 323,6-2-233,6-11-90,-5-1 0,17-22 0,-16 9-803,4-12 803,-10 10 0,-3 2-141,-4 4 141,-2 4 0,-2 3 0,-2 4 0,-1 3 0,-2 3 792,-6 5-792,-6 8 0,-2 3-90,-5 9 90,4 1 153,-9 13-153,3-1 0,2 1 0,5-7 0,8-11 0,1 0 0,1-5 0,2 0 0,0-2 0,2-1 0,1-1 0,4-4 0,4-5 0,0-3 0,3-5 0,-2-1 0,0-3 0,7-18 0,-4-1 0,1-9 0,-7 14 0,-5 9 0,-3 9 0,-2 3 0,-2 3 0,-3 4 0,-2 3-90,-5 5 90,-4 4 0,-1 4 0,-3 4 0,3 0 0,2 2 0,3-1 0,2-1 0,3-2 0,1 5 0,4-6 0,1 2 0,4-4 0,4-5 0,5 3 0,1-8 0,3-1 0,0-5 0,1-3 0,2-2 0,2-5 0,2-5 0,-1-4-601,1-6 601,-4-1 0,-1-2 0,-2-1 0,-3 3 0,-1-4 0,-6 8 0,-3-1 0,-5 13 0,-4 7 0,-2 8 601,-3 3-601,-3 5 0,-2 4 0,0 4 0,-7 11 0,8-5 0,-1 6 0,9-11 0,3-2 0,2 4 0,4-3-90,1-1 90,9-3 0,6-10 0,1 0 0,4-7 0,-4-3 0,10-9 0,-5 0-155,5-5 155,-9 3 0,-4 1 0,-3 0 0,-2 1 0,-3 2 0,-1 0 90,-2 2-90,-1 1 245,-1 0-245,-1 2 0,-2 2-90,-5 2-360,-3 6-899,-5 4-181,4 2-718,1 3-900,6-3 3148,0 1 0,0 6 0,0 1 0</inkml:trace>
  <inkml:trace contextRef="#ctx0" brushRef="#br0" timeOffset="25576">18606 6630 14369,'11'2'3508,"-3"-3"-3328,-5-3-90,-2-3-90,0 0 180,-1 0-91,0-2 1,0 0 0,-1-5-90,0 2 90,-1-3 0,1-2-90,-2-4 90,1-2 0,-4-22-90,3 9-1319,-2-17 1409,4 14-343,2 10 0,0-1 298,0-3 0,2-1-45,1-10 0,1 0 0,-1 11 0,1 0 0,1-6 0,1 4 0,0-1 0,3-6 90,-4 21-90,-2 3 0,1 4 0,-2 1 0,0 1 1244,0 2-1244,0-2 581,0 1-581,0 1 0,-1 0 0,-1 3 0,0 1 0,0 0 0,0 1 0,1-1 0,0 1 90,-1 0 270,0-1-360,-4 3 0,-1 0 0,-6 3 0,0 2 90,-3-1-90,-1 1 0,-1 0 0,-4 0 0,-2-1 0,-3 0 0,-7 0 0,-3 0 0,4 0 0,-1-1-1623,-22 0 1623,18 1 0,-2-1 0,-7-2 0,1 0 0,9 1 0,-1-1-30,-6 0 0,-4-1 0,3 0 30,2 0 0,1 0-789,1 0 1,-2 0 0,2-1 788,-5 0 0,1-1 0,-1 1 0,-1 0-258,-2-1 1,0 0 257,6 1 0,1 0 0,-8-2 0,1 0-670,7 1 1,1 1 669,-4-1 0,-1-1 0,2 1 0,0 0 0,2 1 0,0 0 0,-2-2 0,1 1 45,4 1 0,0 0 66,-14-2 0,-1 0-111,2 0 0,-2 1 0,10 0 0,-2 0 0,3 1 0,-7-2 0,2 1 0,-8-1 0,2 1 0,19 2 0,1 1 337,-8-2 0,0 1-337,-18 1 0,1-1 0,27 1 0,1 1 0,-2 0 0,0-1 0,-1 1 0,0 0 0,-1-1 0,-1 1 0,0 1 0,0-1 45,-1 1 0,0-1-45,0 0 0,0 0 0,0 1 0,-1-1 0,-14 0 0,-1-1-718,13 2 0,0 0 718,-12-1 0,2 1 0,16-1 0,0 1 329,-12 0 0,-2 1-329,-2 0 0,0 0 0,-1 0 0,0 0 0,2 0 0,2 0-184,11 0 1,1-1 183,-1 1 0,0-1 0,-1 0 0,0 1 45,0-1 0,-1 0-45,1 0 0,-2 0 0,1 0 0,-1 0 0,-1-1 0,1 0 0,-1 1 0,0-1 0,0 0 0,0 0 0,0 1 0,-1 0-100,1-1 1,-1 1 99,0 0 0,-1 0 0,0 1 0,0-1 671,1 0 0,-3 0-671,-14 1 0,-3 0 0,19 0 0,0 0 0,-2 0-450,-9 1 1,-3 0-1,4 0 480,9-1 0,1 1 0,0 0-30,-12 2 0,-1 0 0,4-1-234,4 1 0,1-1 234,2 1 0,-4 0 0,4 0 0,1-1 0,1 1-15,-3 1 0,-1-1 15,6 0 0,0 0 0,0 1 0,0-1 0,1 1 0,1 0 31,1-1 1,-2 1-32,-10 1 0,-3 0 0,-1 1 0,1-1 0,0-1 0,1 0 0,3 1 0,3-1 0,13-2 0,0 0 0,-12 2 0,-2 1 0,-1-1 0,-1 1 290,0 0 0,1-1-290,1 0 0,3 1 0,10-3 0,2 1 400,0-1 0,-1 1-400,0 0 0,-1 0-45,1 0 0,0 1 45,0-1 0,0 0 0,0 0 0,1 0 0,-1 1 0,1-1 0,-28 4 0,1 1 0,-1-1 0,1-2 0,0 0 0,1-1 460,14-1 1,0 0-461,10-1 0,0-1 0,-22 2 0,-2-1-502,10 0 0,2-1 502,-1 1 0,0 0 0,2 0 0,2 0 419,-14 2-419,-1 0 0,5-1 53,1 1-53,0-1 0,-1 0 0,1 1 0,-4-1 0,3 1 0,-5-1 0,0 2-45,16-3 0,-2 0 60,0 0 0,0 0-15,0 0 0,0 0 0,-6 0 0,3 0 732,-7 1-732,19-2 0,-1 1-45,-1-1 0,2 0 45,-16 2 0,15-2 0,2 0 0,-12 0 393,1 0-393,1 1 0,0-2 0,0 2-90,0-1 90,0 1 0,0 0 0,-1 1 0,12-1 0,-1-1-728,0 1 0,-1-1 728,1 0 0,0 0-171,-6 0 1,2 0 170,-3 0 347,-11 1-347,20-2 0,1-1 540,0 1-630,-11-2 90,9 2 2319,-9-2-2319,10 1 0,1 0 0,0 0 1137,0-1-1137,1 2 0,-1-2 525,1 2-525,0-1 0,1 0 0,1 0 0,-1-1 0,1 0 0,0 0 0,-10-1 0,1 0 0,-1-1 504,4 0-504,8 1 0,-1-1 0,0 1 0,0 0 0,1-1 0,0 0 0,0 0 0,-1 0 0,3 0-90,-9-1 90,9 1 0,-6 0 233,1-1-233,9 2 0,-6-1 0,9 1 0,1 0 0,0 0 0,1-1 0,0 0 0,1 0 0,0 0 0,-1 0 0,0 0 0,-1-1 0,-1 1 0,-4-3 0,-2 1 0,-6-2 0,-2 1 0,-5-2 0,-13-2 0,10 1 0,-8 0-90,17 3 90,-6-1 0,10 2 0,-6-2 0,11 3 0,2 1 0,0-1 0,-3 0 0,6 1 0,-3 0 0,7 1 0,1 0 0,0 0 0,1 1 0,0-1-180,-3 0 90,0 1-90,-1 0-90,2 0-179,1 1-451,0 0 900,1 0 0,17-1 0,4-2 0</inkml:trace>
  <inkml:trace contextRef="#ctx0" brushRef="#br0" timeOffset="26110">7638 5441 14189,'-15'6'270,"1"-1"-270,1 7 90,-3 0-90,-3 4-485,-4 2 485,-1 1 0,-1 1 231,0 1-231,-2 0 0,0 0 90,-14 10-509,-4 3 419,18-14 0,0 0 90,-17 12-90,20-14 0,2-2 0,-2 1 0,-5 4 70,15-11 169,2-1 405,2-2-400,1 0 198,2-2 4,1 0 613,0-1-620,2-1 15,0 1-264,3 0-192,2 1-118,1 0-276,4 0 166,0-1-166,3 1 216,-1 0-228,2 1 4,2 2 198,2 1 106,5 3 79,3 2-79,3 3-10,4 0-875,2 3 985,5 1 1,4 1 46,-8-6 0,2 1-134,-8-4 1,1 0-242,21 6 1,3 1-2285,-8-3 1,-1-1 1429,2-1 1,-1 0 1176,-3-1 0,-2-1 0,15 2 0,1-2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8:36.18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20183 3358 8072,'-36'-32'1979,"3"6"-1079,4 9-451,4 3 46,-3 2 0,0 0-315,-2-1 45,-12-2 0,-4 0-91,14 4 1,-2 1-75,0 1 0,-4-1 0,-2 1-38,2 1 1,-2-1 0,-1 2-1,4 0-173,2 1 0,2 1 0,-4 0 169,-8 0 0,-7 1 0,-3 0 0,3 1 0,9 1-1153,-3 1 1,-1 1 1149,10 1 0,-7-1 0,-4 2 0,-1-1 0,3 2 0,4 0-15,2 2 0,4 0 0,1 1 0,-4 1 18,-4 0 0,-3 0 0,-2 0 0,0 2 0,0 1-18,7 0 0,-1 2 0,-1 1 0,2 0 0,1-1 0,2 0 0,-3 0 0,3-1 0,1 0 0,-1 1 0,-3 3 0,-1 0 0,0 1 0,2 1 0,3 0 0,2 0 0,0 1 0,2-1 30,-3 2 0,1 0 0,-3 3-30,0-1 0,-3 2 0,-3 2 0,2-1 0,3-1 22,4-1 1,2 0-1,0-1 1,-1 2-5,1 1 0,-2 1 0,-1 1 0,1 0 0,1 2 0,1 1 0,0 0 0,1 2 0,1 0 0,1-1-18,-4 4 0,1 1 0,0-1 0,2 3 18,4-5 0,-1 1 0,2 1 0,0 0 0,3-1-18,0 3 0,1-1 0,2 0 0,0 1 22,1 0 1,0-1-1,0 1 1,0 3-5,0 3 0,-1 4 0,0 1 0,2 0 0,0-3-18,2-1 0,1-2 0,1 0 0,0 2 18,0-1 0,-1 0 0,1 2 0,0 1 0,1 1-409,3-1 1,0 1 0,1 1 0,0 0 0,1-2 0,0-5 390,0-1 0,1-4 0,0 0 0,1 4 0,-1 6 0,0 5 0,-1 4 0,2-1 0,0-3 0,2-6-97,0 2 1,2-6 0,1 6 108,0-9 1,0 6 0,0 3 0,1 1 0,-1-1 0,1-2 0,0-5-13,0 2 0,-1-6 0,2 1 0,-1 7 0,1-4 0,0 5 0,1 5 0,0 2 0,0 1 0,0-1 0,0-3 0,-1-5 0,1-7-391,0 9 0,0-8 0,0 8 391,1-10 0,-1 7 0,1 3 0,1 3 0,0 2 0,0 0 0,0-2 0,0-2 0,0-4-18,3 10 0,0-4 0,0-2 0,0 0 0,0 1 18,-1 1 0,0 0 0,0 0 0,1 2 0,1 2-12,-1-9 1,1 4 0,1 2 0,0 0-1,0 0 1,-1-3 0,0-5 0,-2-6-106,2 5 1,-3-7-1,2 4 117,1 4 0,0 5 0,1 2 0,0 0 0,-1-3 0,0 2 0,-1-1 0,0-2 0,-1-5 676,1 5 1,1 2-662,-1-6 0,2 9 0,0 4 0,1 1 0,-1-5 0,-1-7-15,0-5 0,-1-5 0,1 4 0,2 5 0,1 7 0,1 2 0,0-2 0,0-4 0,4 4 0,0-3 0,0-2 30,-1 0 0,0-1 0,4 2-30,0-8 0,2 2 0,2 0 0,1-1 0,0-3 0,0-2 0,1-2 0,1-2 0,0 1 0,2 5 0,1 1 0,0-1 0,2-3 0,0-4 0,1-2 0,1-3 0,-1-3 0,4-3 0,1-4 0,-1-1 0,1 2 0,0-1 0,4-3 0,-2-3 0,4-3 0,2-2 0,0 0 0,-3-1-23,2-2 1,-2-1-1,-1-2 1,3 2 22,-5 0 0,1 0 0,1 0 0,0 0 0,0-2 0,2-2 0,2-1 0,-1-1 0,-3 0 0,-5 2 182,12-3 1,-4-1-183,-3 1 0,3-1 0,-1-1 0,3-3 0,-1-1 0,-3 1 78,0 0 1,1-1-79,-9 3 0,5-2 0,2-1 0,-2-1 0,-3 2 0,3-3 0,-3 1 0,2-1 0,-3 1 0,1-1 0,1-2 0,0-1 0,-2 0 0,1-2 0,0-1 0,-1-1 0,0-2 352,2-3 1,-1-2 0,0-2 0,0 0 0,-1 0-353,1 0 0,0 1 0,0 0 0,-1-2 0,-1 0 0,-2-1 0,0-1 0,-2-1 0,0-1 0,-1 0 15,-5 5 0,0 0 0,0-1 0,-1 0 0,0 0 0,-1 1 3,2-4 0,0 0 0,-1 1 0,0 0 0,0-1 0,1-3 0,1 0 0,0-1 0,-2 1 0,0 1 4,-1 0 1,-1 1-1,-1 1 1,-1-1-1,1-4 1,-1 1-1,-1-2 1,0 0-5,-4 6 0,0-1 0,0 0 0,-1 0 0,0 0-18,1 0 0,-1 0 0,0 0 0,0-1 0,-1-2 15,-1 0 0,0-2 0,0-1 0,-2 0 0,0 1 0,0 4-15,-1-2 0,-1 3 0,-1 1 0,0-3 0,1 0 0,-1-2 0,0-2 0,0 1 0,-2 0 18,0 0 0,-1 1 0,-1-1 0,-1-1 0,0-1-33,0 0 0,-2-1 0,0-1 0,0 0 0,0 0 0,0 3-100,0-1 1,1 3 0,-1 0-1,0-2 1,-1-5 114,0 7 0,-1-5 0,0-3 0,-1-2 0,0 0 0,0 0 0,0 3 0,0 4 0,0 5-511,0-9 1,0 8 0,0 0 0,-1-7 500,1 10 0,0-5 0,-1-2 0,0-2 0,0-2 0,0 1 0,0 1 0,0 3 0,-1 2 10,0-3 0,0 2 0,0 2 0,-1 1 0,1 0 0,-1 0 167,-1-7 1,1 0 0,-1 1 0,0-1 0,-1 0-168,1 6 0,0-1 0,-1 1 0,-1-1 0,1 3 0,-1 1 0,-2-5 0,-1 2 0,0 2 0,-1 0 0,0-1 0,1 1 0,-2 0 0,-1-1 18,0 4 0,-2-1 0,0-1 0,-1 1 0,-1 1-18,-1 0 0,-1 1 0,-1 1 0,1 0 0,1 1 0,0-1 0,1 1 0,0 1 0,-3-4-15,-1 3 0,-2-4 0,-2-1 0,0 0 0,3 4 0,3 5 15,-6-11 0,1 1-18,5 9 0,-2-4 0,-1-3 0,-1 2 0,4 3-72,-5-4 0,1 2 1,3 2 345,-5-7 1,-1 0-482,4 12 0,-3-1 0,-1 0 1,2 4-496,-10-4 1,1 2 530,3 2 1,0-2 0,-1 3-905,4 3 1,1 2 0,2 3 919,-16-8 1,17 11 0,0 3 0,-6 1 0</inkml:trace>
  <inkml:trace contextRef="#ctx0" brushRef="#br0" timeOffset="5916">5311 14345 7623,'-5'-9'2158,"-1"0"-1528,1 5-360,16 2-1909,18 1 1,5 1 1465,-11 1 1,5-1 244,10 0 0,13 0 0,5-1 0,-2 0 0,-7 1-512,-7-1 0,-4 0 1,8 0 469,-7 0 0,7 0 0,5 0 0,4 0 0,1 0 0,0 0 0,-3 0 0,-4 0 0,-6 0-410,8 0 1,-8 0 0,0 0 0,8-1 397,-11 1 0,5 0 0,3 0 0,3-1 0,2 1 0,-1-1 0,0 1 0,-4 0 0,-2-1 0,-6 1-157,12 0 0,-8 0 1,0 0-1,10 0 146,-15-1 1,6 1-1,4 0 1,3-1-1,2 1 1,2-1-1,-1 1 1,0-1 0,-2 1-1,-3-1 1,-3 1-1,-5 0-7,10 0 0,-6 0 0,-3 0 0,2 0 0,6 0 8,-10 0 0,4 0 0,3 0 0,2-1 1,1 1-1,1-1 0,0 1 0,-1-1 1,-2 1-1,-1 0 0,-4 0 77,5-1 1,-3 1 0,-2 1 0,-1-1 0,1 0 0,2 0 0,3-1-86,-3 1 0,3-1 0,2 0 0,1 0 0,1 0 0,0 0 0,1 0 0,-1 0 0,0 1 0,-1-1-9,-2 0 0,1 0 0,-1 1 0,1-1 0,-1 1 0,0-1 0,0 1 0,0-1 0,-1 0 0,0 1 31,2-1 0,1 0 0,-1 0 1,0 0-1,0 0 0,-1-1 1,-1 1-1,-1 0 0,-1 1-22,4-1 0,0 0 0,-2 0 0,-1 0 0,-1 1 0,-1-1 0,-1 0 0,5 0 0,-1 0 0,-3-1 0,1 1 0,-1 0 0,5 0 0,-1 1 0,1-1 0,3 1 0,-11 0 0,3-1 0,3 1 0,-1-1 0,0 1 0,-3 0 0,-3 0 0,4 1 0,-5 0 0,0 0 0,4 0 0,0 0 0,4 0 0,2 0 0,0 1 0,-2-1 0,-2 1 0,5 1 0,-3 0 0,-1 0 0,-2 0 7,6 0 1,-3 0-1,2 0-7,-2 1 0,3 0 0,-2 0 0,-5-1 847,0 0 1,-1 0-848,-5 0 0,3 0 0,-5 0 0,-5-1 0,-1-1 44,6 0 1,1-1 483,-3 1 0,2 0-528,8 0 0,6 0 0,-2 1 0,-6 0 0,0 0 0,-1 1 756,0-1 1,-1 0-1,1 1-756,7 0 0,2 1 0,-2-1 0,-10 0 0,0-1 0,-1 1 600,3-1 0,0 1 0,-2 0-600,3 0 0,-3-1 0,-11 0 0,-2-1 90,26-2-90,-3 1 0,-19 0 0,-3-1 90,-3 0-90,8 0 90,-3 1-90,-9 0 0,2 0 0,-16 1 0,-2-1 0</inkml:trace>
  <inkml:trace contextRef="#ctx0" brushRef="#br1" timeOffset="8488">19173 14323 13563,'-10'-4'-744,"0"1"725,4 1 466,-3-1-80,42 3-127,8 1-110,0 0 0,10 2 1,5-1-660,-14-1 0,3 0 1,2 0-1,2 0 0,-2 0 1,-3 0 498,-1 0 1,-3 0 0,-1 0 0,3 0 0,3 0 38,-6 0 1,3-1 0,2 1 0,1-1 0,2 0 0,0 1 0,0-1 0,-1 1 0,-1-1-263,0 0 1,0 1-1,0-1 1,0 1-1,0-1 1,-1 1-1,1-1 1,-1 1-1,-1-1 255,2 1 0,-1-1 0,0 0 0,-1 1 0,0-1 0,1 0 0,2 1 0,2-1-100,-5 1 1,2 0 0,1-1 0,1 1 0,1-1-1,0 1 1,0 0 0,0 0 0,0 0 0,0 0-1,-2 0 62,4 1 1,-1-1-1,1 1 1,-1 0-1,0 0 1,0 0-1,0 0 1,-1 0-1,0 1 1,-1-2-146,1 1 0,0 0 0,-2 0 0,1-1 0,-1 1 1,1 0-1,0 0 0,1 0 0,1 0 148,-4 0 0,2 0 0,1 1 0,0-1 0,0 1 0,1-1 0,-1 1 1,1-1-1,-1 1 0,-1-1 0,-1 1 58,6-1 0,0 1 0,0 0 0,0-1 0,-2 1 0,0-1 0,-2 0 1,-1 1-1,-3-1-75,4 1 1,-4-1-1,-1 0 1,-1 0 0,1 1-1,3-1 20,0 0 1,4 0 0,2 0 0,0 1 0,-1-1 0,-2-1 0,-5 1-1,-4-1-18,9 0 0,-7-1 0,2 0 93,0 1 1,3-1 0,-1-1-1,-4 1 262,-3-2 1,-3-1 0,-2 0-308,1 1 0,-2 0 1640,15-5-1730,-38 5-3187,2 0 2634,-20 1 1,-9 0 0,-19 3 0</inkml:trace>
  <inkml:trace contextRef="#ctx0" brushRef="#br1" timeOffset="10054">9902 15755 27268,'-18'-3'-1547,"-3"-1"1402,10 2 292,-6 0 18,6-1 130,0 1-313,13-2-1396,4 0 1122,12-1 982,25-2-166,-12 5-228,1 0 0,6-2 0,-3 1-62,-8 1 1,2 0-66,4-1 0,7 0 1,4-1-1,0 0 1,-3 0 41,8-1 1,-3 0 0,3 0 304,-4 0 1,2 1-1,3-2 1,5 0-400,-13 1 1,5 0 0,3-1 0,1 0 0,1-1 0,-1 1 0,-3 0 0,-2 0-53,-1 1 1,-2 0-1,-3 0 1,1 0 0,2 0-1,2 0-69,1-1 0,3 0 0,2 0 0,1 0 0,0 0 0,-1 0 0,-3 1 0,-3-1 26,3 1 0,-4 0 0,-1 0 0,1 1 0,5-1-18,-6 2 0,2-1 1,3 1-1,1 0 1,0 0-1,1 0 1,-1 1-1,-1-1-4,-4 1 1,0 0 0,-2 1 0,1-1 0,1 1-1,0-1 1,3 1 0,2 0-7,-5-1 0,4 1 1,1 0-1,2 0 1,1 0-1,1 1 1,-1-1-1,0 0 1,0 1-1,-2-1 1,-2 1-1,-2 0-10,6 0 1,-1 0 0,-3 0-1,0 1 1,-1-1 0,0 1-1,0 0 1,1 0-21,1 0 0,1 0 1,-1 1-1,1-1 0,-1 1 1,0-1-1,0 1 1,-1-1-1,-2 0 1,0 1-1,-1-1 1,0 0 0,0 0-1,-1 0 1,1 0-1,1 0 14,1 0 1,0-1 0,0 1 0,0-1 0,0 1 0,0-1 0,0 0 0,0 1-9,-3-1 0,1 1 0,0-1 0,-1 1 0,0-1 0,0 0 0,0 1 1,-1-1 9,3 0 0,0 0 0,-1 0 0,0 0 0,-1 0 0,0 0 0,-2 0 26,3 0 0,-2 0 0,1 1 0,-3-1 0,0 0 0,-3 0-12,1 1 1,-3-1 0,1 1-1,3-1 6,4 1 1,6 0 0,2 1 0,0-1 0,-5 0 0,-7 0 15,9 0 1,-1 1-16,-7-1 1,5 1 0,4 0 0,-2 0 0,-4-1 1,8 1 1,-5-1 0,3 0-27,-7 0 1,1 0 0,2 1 0,1-1 33,-1-1 0,2 1 0,1-1 0,-3 0 0,-4 0-2,-2 1 1,-4-1-1,4 1 17,2-1 1,4 0 0,3 1-1,-5-1 1,-7 0 5,-3 0 0,0 1-19,7 0 0,10 0 0,0 0 0,-7 0 13,5 0 0,-2 1-10,-10-1 1,3 0 0,1 0-1,0 0-2,2 1 0,1 0 0,-1-1 0,-3 1-16,-3-1 1,-2 0 0,3 0 7,9 1 1,5 0-1,0-1 1,-5 1 4,-10-1 1,-3 0 0,3 0-1,7 0 0,4 0 0,1 0 1,-1 0 15,-5 0 1,0 0 0,0-1-1,0 1 6,-1 0 1,0 0-1,1-1 1,2 1-13,-2 0 0,3-1 0,0 1 1,1-1-1,-1 1 14,1-1 0,1 0 1,0 0-1,-1 0 1,-2 0 6,3 0 0,-2 1 0,-1-1 0,2 0-11,-6 0 1,2-1-1,0 1 1,-2-1-1,-2 1 31,9-1 1,-3 1-1,-3-1 3,-8 0 1,-2 1 0,3-1-789,3 0 1,4 1 0,-2-1-1,-8 0-2167,12 0 1251,-5 0 1,-2 0-1639,-10 0 2457,0 1 1,-12-1 0,-10 1 0</inkml:trace>
  <inkml:trace contextRef="#ctx0" brushRef="#br0" timeOffset="12367">10345 2872 9152,'9'-3'270,"-3"3"-90,-1 16 89,-4 17 1,-2 8-180,-1 6 0,0 3-60,1-15 0,0 0 0,-1 4-8,0 2 1,-1 5-1,0-2 1,0-5-113,1 1 0,0-2-120,0 8 0,0 5 0,2-8-150,1-15 1,1-5-721,4 20 823,7-25 1,3-13-1,5-2 1</inkml:trace>
  <inkml:trace contextRef="#ctx0" brushRef="#br0" timeOffset="13333">10414 2883 8072,'8'-21'720,"28"2"-1813,1 13 1,9 5 0,2-1 721,-12 0 0,-1 0 0,5 1 0,6 0 416,-10 1 0,4-1 0,3 1 0,3 0 0,3 0 0,2 0 0,2 0 0,0 1 0,2-1 0,-1 1 0,1 1 0,-2-1-93,-8 1 1,2 0-1,0 0 1,0 0-1,2 1 1,0-1-1,0 1 1,1 0-1,0 1 1,0-1-1,0 0 1,0 0-1,0 0 1,-1 0-1,0-1 1,-2 1-1,1-1 48,0 0 0,0 0 0,-2 0 0,1 0 0,-2-1 0,1 1 0,-1-1 0,1 0 0,0 1 0,0 0 0,1-1 0,1 1 0,1 0 0,1 1 0,1-1-20,-7 1 0,2-1 0,1 1 0,2 0 0,0 1 0,1-1 0,1 1 0,0 0 0,1-1 0,0 1 0,-1 0 0,1 0 0,0 0 0,-1 0 0,-1-1 0,0 1 0,-2-1 0,0 0 1,-2 0-1,-1 0 0,-2 0 0,-1-1 12,10 1 1,-1-1-1,-3 0 1,-1 0-1,-2 0 1,0-1-1,-1 1 1,-1-1-1,1 1 1,0-1-1,1 1 1,1 0-40,2 0 1,-1 0-1,1 1 1,0-1 0,0 1-1,-1-1 1,1 1-1,0-1 1,0 0 0,0 0-1,-1 0 1,1-1 98,-1-1 1,3 1-1,1-1 1,0 0-1,0-1 1,0 1-1,-2-1 1,-1 0-1,-3 0 1,-4 0-1,-3 0 1,-5 0 186,19-1 1,-10-1 0,3 0-114,-2 0 0,6 1 0,0-1 0,-5 1 0,-9-1 664,-7 1 0,-6-1-430,10 1 1890,-4 0-2070,-9 2 2513,-1 0-2603,-7 7 1717,-5 1-1717,-3 36-90,-7 3-389,-1-9 1,-3 9-1,-2 5 1,1-4 343,1-8 0,-1-1 0,0 1 0,0 0 22,-2 8 1,0 2-1,0-1 1,0-4-8,0-1 0,0-3 0,0-7-537,-2-7 0,1-6 567,-7 5-45,-7-17 0,-4-5 45,5-5 0,0-2 0,-7-2 0,-8 0 0,6 0 0,-8 0 0,-6-2 0,-3 1 0,0-1 0,1 1 0,5 0-487,-3 1 1,4 0 0,0 0 0,-4 1 0,-7-1 486,18 1 0,-2 1 0,-4-1 0,-1 0 0,-3 0 0,-1 0 0,-2 0 0,-1 0 0,0 0 0,-2 0 0,1 0 0,-1 0 0,1 1 0,1-1 0,0 2-101,4-1 0,0 1 0,-1-1 0,1 1 0,-1 1 0,0-1 0,-1 0 0,1 1 0,-1-1 1,0 1-1,0-1 0,-1 1 0,0 0 0,0 0 0,-1-1 0,0 1 0,0 0 92,4-1 0,0 1 1,-1 0-1,0 0 1,0 0-1,-1 0 1,-1 0-1,1 0 1,-1 0-1,0 0 1,0 0-1,0 0 1,0 0-1,1 0 1,-1 0-1,0 1 1,1-1-1,1 0 0,-1 0 1,1 0-1,1 1-36,-5-1 0,1 0 0,0 0 0,0 0 0,0 1 0,1-1 0,-1 0 0,1 1 0,0-1 0,0 0 1,1 1-1,0-1 0,0 1 0,0-1 0,1 1 0,0-1 0,1 1 0,0 0 3,-4-1 0,0 1 0,-1 0 0,0 0 0,1 0 0,-1 0 0,2-1 0,0 1 0,1 0 0,2 0 0,1 0 0,2 0 0,2 0 0,3 0 1,2 0 69,-13 0 0,5 0 1,5 0-1,0-1 1,1 1-1,-2 0-283,-4-1 0,-3 0 0,0 0 0,2 1 1,5-1-1,7 0 99,-2 2 0,4-1 156,-11 0 0,2 0 0,3 1 0,23-1 0</inkml:trace>
  <inkml:trace contextRef="#ctx0" brushRef="#br0" timeOffset="13833">11375 2949 8252,'10'-18'1709,"-3"5"-539,3-4-721,-6 10-179,-4 20 0,-4 28-180,-1-1 0,1 8-158,0-8 1,1 6-1,0 2 1,1-3-563,2-5 1,0-1-1,1 0 1,0 0 629,1 3 0,-1 1 0,1-3 0,3-4 0,3 8 0,5-10 0,13-11 0</inkml:trace>
  <inkml:trace contextRef="#ctx0" brushRef="#br0" timeOffset="14133">12715 3028 10051,'10'4'810,"4"34"-630,-10-13-90,-3 7 0,-1 10 0,-2-3-46,-2-1 1,-3-1-75,3-4 0,0 1 1,-1 1-421,-3 6 0,0 1 0,4-5-97,5-5 1,2-2 0,-4 14 0,4-2 0,18-5 0</inkml:trace>
  <inkml:trace contextRef="#ctx0" brushRef="#br0" timeOffset="14426">14006 3138 10141,'-2'27'240,"0"0"0,-1-2 0,1 3-150,0 16 0,0 2-135,0-5 0,-1-1 0,1-6 0,1 1-630,1 11 1,4-4 18,17-2 1,-9-12-1,3-3 1,23-1 0</inkml:trace>
  <inkml:trace contextRef="#ctx0" brushRef="#br0" timeOffset="15870">15214 3199 9332,'-2'-11'359,"1"2"-314,1 34 0,-1 17-450,-4-7 1,-2 4-159,4 2 1,1 9 0,-1-8 0,-1-24 742,-3-52 0,-1-30 0,-1 27 1529,-3 47-1687,5-42 1,4-36-1,0 1 1,-2 37 157,-3 44-90,-2 9 0,-1 6 0,2 3 0,-1 6-1161,0 3 0,-1 6 0,1-4 1071,2-1 0,-1 1-387,1 0 1,-1 3 0,2-6 386,3-12 0,0-2-45,-2 7 0,1 0 45,-2 6-450,3-11-1259,3-16 1709,5-13 0,1-7 0,2-11 0</inkml:trace>
  <inkml:trace contextRef="#ctx0" brushRef="#br0" timeOffset="18613">10916 3867 8522,'3'5'3238,"0"-2"-3058,3 43-90,-4-5-45,0-6 0,-1 3 0,-1-1 0,-2 0-45,1 3 0,-1-1 0,1-7 0,-1-1 0,0 4 0,0-2-90,1-6 0,0-1-225,1 3 0,-1-1-494,-1 14 359,1-15 450,1-12 0,0-10 0,0 0 0</inkml:trace>
  <inkml:trace contextRef="#ctx0" brushRef="#br0" timeOffset="19150">10966 3956 9422,'-3'-19'899,"-1"4"-269,2 1-360,-36 44-225,18-15 0,0 0-45,-6 11 0,-1 0 0,1-3 0,2-1 0,-8 7 89,-3 1-178,7-6 89,34-42 0,9-5-30,9-3 0,7-5 0,-1 2 30,5 1 0,0 2 0,5-5 0,-1 7 0,8 11 0,-19 53-90,-7-10 0,0 1-90,-2-1 0,2-1-1080,10 1 1,2-6 1259,3-12 0,11-7 0,-16-10 0</inkml:trace>
  <inkml:trace contextRef="#ctx0" brushRef="#br0" timeOffset="19767">12117 3948 9242,'-5'-16'2069,"3"6"-1890,0 25-44,-3 28 0,-1 11-90,3-6 0,0 2-75,-1-3 0,0 3 0,0-4-375,0 1 1,2-5-91,1-14 0,0-4-2473,1 13 2968,3-26 0,-2-6 0,1-4 0</inkml:trace>
  <inkml:trace contextRef="#ctx0" brushRef="#br0" timeOffset="20250">12193 3957 9781,'-12'-11'990,"3"3"-450,-13 9-361,6 6-89,-5 5 0,-4 3-1729,-2 6 1,0 1 1241,1-3 0,0 2 826,-8 6 1,3-2-430,9-8-90,-4 3-90,45-33 90,15-13 0,-7 6 0,4-2 1,-1 0-1,8-4 0,-2 2 90,3-1 0,-3 8-90,2 17 90,-24 21 0,-4 6 0,5 6-97,-7-8 1,3 0-534,9 5 1,6-5 309,5-11 1,3-1 0,3 10 0,2-3 0,1-18 0,-1 0 0</inkml:trace>
  <inkml:trace contextRef="#ctx0" brushRef="#br0" timeOffset="20641">13304 3991 8972,'-13'-27'2339,"7"15"-1350,-8-13-359,-1 68-540,8-14 0,-1 5-61,-1 4 1,-1 6 0,0 1-53,2-6 1,0 2 0,0-1 0,1-3-38,0-2 0,0-3 0,0 1-750,-2 12 1,-1 1-1,2-10 810,4-11 0,-3 15 0,6-36 0</inkml:trace>
  <inkml:trace contextRef="#ctx0" brushRef="#br0" timeOffset="21117">13257 3992 2039,'-7'-12'360,"1"2"2621,-3 1-2261,-22 27-540,5 1-45,-6 14 0,-1 2-45,0 2-60,10-11 0,-3 3 0,4-5 1378,-1 0-1453,3-3 0,0-2 455,3-4-590,27-27 1606,18-21 1,9-7-1517,-7 11 0,2 0 0,0 0 60,2-5 0,1 1 0,0 4-15,6-2 0,-5 16 45,-1 41 0,-17-5-90,-8 22 0,-3 3-630,-1-1 720,1-5 0,4-2 0,7-8 0,9-8 0</inkml:trace>
  <inkml:trace contextRef="#ctx0" brushRef="#br0" timeOffset="21517">14556 4009 9781,'-1'-15'2159,"-1"1"-1709,-6 32-270,0 9-90,-2 13 0,-2 7-30,4-12 0,-1 0 0,0-1-60,-2 10 0,-1 1-1093,1 0 1,-2 3 0,3-7-1202,-2 5 2408,1 2 1,0-2-1104,4-12-1283,1 0 2272,6-17 0,5-17 0,3-5 0</inkml:trace>
  <inkml:trace contextRef="#ctx0" brushRef="#br0" timeOffset="21991">14592 3916 10231,'-21'-10'1169,"-9"11"-899,-1 17-180,7 1 0,-1 1 0,-11 12 0,4-4 0,-3 1-45,9-7 0,-1-1-90,-5 5 0,0-1-45,6-5 0,3-2 90,-2 1-270,18-16-1369,21-19 1,10-8 1253,0 0 225,1-1 0,3-3 70,5-2 1,0 2-1038,-6 8 1,-1 0 1126,6-7 0,0 4-109,11 14 109,-23 33 0,2 11 0,-1 3 0,-8-14 0,0 1-180,7 9 0,2 4 0,-2-8-90,2-4-202,3 0 1,3-4 471,14-13 0,4-4 0,-17-6 0,-1 1 0</inkml:trace>
  <inkml:trace contextRef="#ctx0" brushRef="#br0" timeOffset="22374">15419 4016 9961,'-2'-12'2519,"0"0"-2339,5 17 0,-3 16-1,-3 17 1,-1 5-180,1-15 0,0 3 67,-3 3 1,-1 7 0,-1 0-1,2-7-67,1-7 0,-1 1-210,-1 18 0,-2 7 1,3-10-151,1-3-45,2-2 0,1-3-2872,6-11 2927,0-7 0,3-4 0,-1-13 0</inkml:trace>
  <inkml:trace contextRef="#ctx0" brushRef="#br0" timeOffset="22841">15469 3963 10141,'-7'-11'1170,"-2"-2"-901,3 5 91,-5 2-3637,-18 22 2752,9-5 626,-6 10 1,-2 4-57,10-7 0,0 0-172,-4 4 0,0 0 82,2-2 0,2-1-135,0-2 0,14-21 2897,22-20-2717,-2 6 0,1-2-45,3-2 0,1 1 1025,6-2-980,8-1-90,-19 21 516,9 6-426,-4 27-1639,-5-3 1,0 1 1523,6 16-785,3-11 1,3-5-1979,5-12 2364,12 5 1,-2-21-1,-8-3 1</inkml:trace>
  <inkml:trace contextRef="#ctx0" brushRef="#br0" timeOffset="28750">22117 4110 6633,'-9'-6'990,"2"1"-631,1 2 271,1-3 449,-2 0-539,2-2 360,-1 2-451,2 19-269,3 0 0,0 19 90,5 4 0,-2 13-73,0-16 1,-1 9 0,0 4 0,1-1 0,-1-6-168,-1-4 0,1-4 0,-1 5-37,1 2 0,0 6 0,0 1 0,-1 0 0,1-5 97,0 5 0,-1-5 0,1 0-1137,-1-2 0,0-1 0,0 3 1069,1 0 1,-1 4-1,1 0 1,-1-4 7,0-3 0,0-2 0,-1 3 15,0 8 0,-1 5 0,0-1 0,-1-6-1156,0 1 1,0 0 1132,1-10 1,-1 4-1,0 1 1,-1 1 89,-1 7 1,-2 1-1,1 1 1,1-2-424,1-6 1,1-2 0,0 1 0,0 3 340,0-3 0,-1 3 0,0 2 0,0 0 0,0-3 0,1-3 125,1 8 1,0-4 0,1 2-134,0 1 1,0 3 0,0-3-1,0-6 23,0-5 0,-1 0-27,1 0 0,-1 8 0,1 2 0,-1-2 0,0-8-603,0 2 1,0-2 584,-1 5 0,1 5 0,-1-4 207,-1-1 0,1-2-207,-1-5 0,1 0 0,-1 0 710,0 9 0,0-1-710,-1 1 0,1 0 0,-2 8 0,0-3 597,3-22 0,0 2-567,-2 14 0,0 6 0,0-7 840,0 5-870,1-3 0,-1 1 917,0 3-917,1-18 0,1 1 0,-1-3 0,-1 2 45,-3 16 0,-1-1-90,3-16 0,0-1-199,-4 17 1,-1 0 243,3-13 0,1-2 0,-5 16 0,4-15 0,1 0 0,-2 9-1063,4-14 0,0 1 1063,-3 9 1208,0 11-1208,4-30 0,0 6 782,1-11-782,2-6 655,0 4-565,1-2 3186,5 1-3070,4-4-206,14-1 0,4-2 90,3-1-90,10 1 0,11-1 0,-1 0-1093,-8 0 1,0 0 0,3 0 1069,-5 0 0,3 0 0,2-1 0,3 1 0,2 0 23,-10 0 0,3 0 0,1-1 0,2 1 0,1 0 0,0 0 0,1 0 0,-1 0 0,-1 0-156,1-1 1,0 1 0,-1 0 0,1 0 0,1 0 0,-1 0 0,0 0 0,1-1 0,0 1 146,-2 0 0,0-1 0,2 1 0,-1-1 0,1 1 0,-1-1 0,-1 1 0,0-1 0,-2 0 0,-2 1-4,7 0 0,-2-1 0,-1 1 0,-1 0 1,-2-1-1,-1 1 0,-2-1-10,12-1 1,-1 0-1,-5 0 1,-5 0 22,1 0 0,-3 0 0,10 0 0,-5 0 0,-5 0 0,-12 0 0,0 0 0,8-1 0,8 0 0,4 0 0,-15 1 0,0 0 0,5 1 0,-1-1 0,11 0 2745,-20 2-2745,-5-1 1953,-5 2-1953,-1 0 0,1 4 90,4 1-180,-1 0 180,-1 0-90,-8-3 0,-2 0 0,0-1 0,-3-1 629,0 0-449,-8-14-90,1 5 90,-11-26-90,1-11-45,4 20 0,1-5-45,3-7 0,1-7 0,1-4 0,1-1 0,0 5 0,1-1 0,0-2 0,0 0 0,-1-1-547,0 5 1,0 0 0,0-1 0,0 0 0,0 0 0,0-1 526,0 0 1,0-1 0,1 1 0,-1-1 0,-1 1 0,0-1 4,-1 2 0,-2 1 0,0-1 0,0 1 0,0-1 0,1 0-107,0 0 1,0-1 0,0 0 0,0-1 0,0 1 0,1 0 121,-1-1 0,0 1 0,-1-1 0,2 0 0,-1 1 0,1 0 0,0-6 0,1 0 0,0 0 0,0 3 0,1 4 0,0-5 0,0 5 0,0-3 0,0 2 0,-1-2 0,-1 1 0,1 5 0,0-1 0,-1-1 0,-1 2 0,0-6 0,-1 1 0,1 7 0,0 10 0,0 1 0,0-8 0,-1-6 0,0 2 30,2 7 0,1 0 0,0-2-30,-1-2 0,1-3 0,0-1 0,0-1 0,-2-5 0,1-3 0,-1 1 0,0 2-453,1 6 0,1 2 0,-1 1 1,0 1 452,-2-10 0,0 2 0,0 3 1067,0-5 0,1 4-1067,0 11 0,1 0 0,0-15 0,1-1-812,2 10 1,1 3 811,-1 8 0,0 0 0,2-17 0,0 5 0,-2 15 0,2-22 0,-1 26 0,-1 6 2027,2-11-2027,-1 4 0,1-7 0,-2 5 0,0-9-90,4-6 90,-2 0 0,1 13 0,0 0 3276,3-17-3160,-1 0-116,-1 6 0,-3 14 0,-1 11-90,-1-2 90,0 5-90,-1-1 90,0 3-90,0 1 180,-6 3-90,-20 4 0,1 1 0,-2-1-2992,-20 3 2992,19-2 0,-5-2-99,-11 1 1,-6-1 0,5 0 98,8 0 0,-2 1 0,7-2 0,-8 0 0,-4 1 0,-2-1 0,-1 0 0,2 0 0,3 0-132,-2 1 0,2-1 0,2 1 0,-2-1 0,-1 1 117,-1-1 0,-2 0 0,-1 0 0,0 0 0,1-1 0,1 2 15,-1-1 0,1 0 0,1 1 0,0-1 0,1 1 0,1-1 0,1 0 0,0 0 0,1 0 0,1 0-60,-6 0 0,1 1 1,1-1-1,1 1 60,1-1 0,1 0 0,1 0 0,1 0 0,-8 1 0,3 0 0,3 0-170,1 0 1,4-1 169,6 0 0,1 1-107,-5 0 0,2-1 107,1 1 0,-15 0 0,2-1 289,13 0 0,0 0-379,-16 0-90,-2 2 60,20-2-419,11 2 1734,-2-1-1195,5 1 0,14 6 0,6 3 0</inkml:trace>
  <inkml:trace contextRef="#ctx0" brushRef="#br0" timeOffset="29587">22864 4195 8972,'1'-11'989,"-1"1"-179,1 4 809,1 0-720,4 22-629,-4-5 360,4 28 0,-1 13-894,-3-16 1,-1 1 0,0 2 375,1-2 1,0 2-1,0 2 1,-1 1-5,1 2 0,-1 1 0,-1 3 0,1 1 0,0 0-427,-1-7 0,1 2 0,0 0 0,-1 1 0,1 0 0,0-2 0,-1-1 355,1 8 0,0-3 0,0 0 0,0 0 0,0 2-21,0-5 0,-1 1 0,1 1 0,0 0 0,-1 1 0,1 0-225,0-4 1,0 1 0,0 1 0,0 0 0,0-2-1,0-1 1,0-4 254,0 7 0,0-6 0,-1 1 0,1 8-146,0-10 0,-1 5 0,0 3 0,1 4 0,-1 0 0,1 1 0,-1 0 0,0-2 0,1-3 0,-1-3 146,0 5 0,1-3 0,-1-3 0,0 0 0,0 2 0,1 4-85,-1-3 0,0 2 1,0 3-1,0 1 1,0 1-1,0-1 1,0-1-1,0-2 0,0-3 40,0 4 0,0-2 0,0-2 0,0-1 0,0 1 0,0 1 12,0-2 1,0 1 0,0 0 0,0 1 0,0-2 0,0 0 0,0-3 5,0 3 0,-1-2 0,0-2 0,1 0 0,-1-1 17,1 4 1,-1-2 0,1 0 0,-1 3-18,0 0 0,0 4 0,-1 1 0,1-4 0,-1-7-18,1 5 0,-1 0 22,0 2 1,0 8 0,-1 0-1,1-9 520,-1-4 1,1-3-543,-1-2 0,1 1 0,-1-2 0,-1 2 0,-1-5 1623,1 2-1893,-6 10 91,7-33 1436,-3 4-2157,0-19 3275,3 1-4714,-3-22-179,5 3 1348,-1-8 1170,3 0 0,0-1 0,3-14 0,-1 8 0,0 0 0</inkml:trace>
  <inkml:trace contextRef="#ctx0" brushRef="#br0" timeOffset="30633">23537 4302 8702,'2'-17'-90,"3"-5"810,-2 4-450,1 1 1169,2-4-990,-3 13 181,2-4-450,-3 16-2762,-1 42 2761,-1-16 1,0 7 15,0-1 0,0 9 0,1 5 0,-1 2 0,1 1 0,0-2-430,0-8 1,1 1 0,0-1 0,0 1 0,0 0 0,-1 1 0,1 1 256,0 0 1,-1 0-1,0 2 1,0 0-1,1 0 1,-1 0-1,1 1 1,0-2-179,0 1 0,0-1 0,0 0 0,1 0 0,0 1 0,-1 0 1,1 0-1,0 1 196,-1-1 0,1 1 0,-1 0 0,0 2 0,1-1 0,-1-1 0,1 0 0,-1-1 0,1-2-80,-1 2 1,0-2 0,1-1-1,-1-1 1,1 1 0,-1 1-1,1 1 50,-1-3 0,1 2 0,0 1 0,-1 1 0,1 0 0,0-1 0,0-1 0,0-2 0,0-1 227,1 5 1,0-1 0,0-2 0,1-1-1,-1-1 1,0-2-216,0 7 1,1-3 0,-1 1-1,1 7-12,-1-12 0,-1 5 0,1 4 0,0 3 0,0-1 0,0 0 0,0-4 0,-1-3 0,0-6 23,-1 2 1,1-6-1,-1-1 1,0 5-34,1 4 0,-1 6 0,1 4 0,0 1 0,-1-2 0,0-5 0,-1-7 0,0 1 0,-1-6 0,0 0 636,0-1 0,0-1 0,1 2-636,-1 5 0,0 1 0,0-8 733,0-1-4010,1 18 2457,-7-46 1,1-11 0,-4-18 0</inkml:trace>
  <inkml:trace contextRef="#ctx0" brushRef="#br0" timeOffset="31786">24123 4172 9602,'1'-9'539,"0"-1"-359,-6 21 0,2-4 0,-3 19 180,4 12 44,3 7 1,1 9-1457,-1-12 1,0 3 0,0 2 1177,0-8 0,0 3 0,1 1 0,0-1 0,-1-2-81,0 0 0,1-3 0,-1 2 0,0 3-196,1 2 1,-1 6-1,1 2 1,0 0-1,-1-3 1,1-6 180,-1 3 0,1-5 0,-1 7 26,0-9 0,0 6 0,0 4 1,0 3-1,0 0 0,0-1 0,0-4 1,-1-5-141,1 9 0,0-7 1,0 0-1,-1 5 96,1-9 1,0 2 0,-1 2 0,1 1 0,0 0 0,0-1 0,0-1 32,0 2 0,0-1 0,1 0 0,-1-1 0,1-1 0,0-3-45,-1 2 0,1-3 0,0 0 0,0 4 30,0 1 0,1 4 0,-1 2 0,1 0 0,-1-2 0,0-5-30,0 0 0,-1-5 0,1 0 0,-1 2 18,1 4 0,0 2 0,-1 2 0,1-2 0,0-1 4,-1-1 1,1-1-1,-1-2 1,0-2-23,0-2 0,0-3 0,0 1 30,1 6 0,-1 1 0,0-7-30,0 9 0,1 1 0,-1 1 0,0-20 0,0 0 0,0 3 0,1 1 45,1 7 0,0-1-135,0 0 135,1 1 0,-1-1 1831,-1-10-1876,0 23 0,1-12 0,-2-6 0,4 18 0,-4-18 0,3 6 3024,-2-13-3024,2 5 0,1 2 0,0-5 0,3 14 90,-4-21 1020,2 11-1110,-2-2-90,1 2-180,-1-4-539,0-4 809,-2-8 0,-5-24 0,-1-5 0</inkml:trace>
  <inkml:trace contextRef="#ctx0" brushRef="#br0" timeOffset="32667">22184 4597 9062,'-11'1'180,"0"-1"449,4 1 1,1 0-270,-1 0 0,3 2-270,7 0-1,5 0 1,19 0 0,12-1 0,-2 0-90,-5 0 0,5 0-459,-2-1 0,8 1 0,7 0 0,2-1 1,0 1-1,-3 0 0,-7-1 481,-2 0 1,-5 1 0,0-1-1,9 0-13,-6 1 0,6 0 0,5-1 0,3 2 0,2-1 0,0 0 0,-1 0 0,-1 0 0,-4 0 0,-5 0-225,10 0 0,-6 0 0,-1 0 0,1 0 1,4 1 205,-8-1 0,4 0 0,1 0 0,3 0 0,-1 1 0,1-1 0,-3 0 0,-1 0 0,-5 0 10,12 0 0,-4 0 0,-2 0 0,-2 0 0,-1-1 0,3 1 0,0 0 0,-3 0 0,-2-1 0,3 0 0,-3 0 0,-8-1-90,4-1 90,-11 0 0,-3 0-270,-6-2-360,2 0-2647,-14 3 3787,-1 2 1,-3-1 0,-1 1-1</inkml:trace>
  <inkml:trace contextRef="#ctx0" brushRef="#br0" timeOffset="33166">22381 5153 8972,'-12'-5'450,"2"2"-1,5-2-359,9 1 450,19-2-225,6 3 0,7 1-1135,0 0 1,5 0 0,3 1 0,-1 0 822,0 0 1,0 0 0,1 0 0,3 0 40,-6 1 1,0-1 0,3 0 0,1 1 0,1-1 0,1 1-66,-5 0 0,2 0 0,1 0 0,0 0 0,2 0 0,0 0 0,2 0 0,0 0 53,-5 0 1,2 1 0,1-1-1,2 0 1,-1 1 0,2-1 0,-1 1-1,-1-1 1,0 0 0,-1 1 0,-2-1-23,2 0 0,-1 0 0,-1 1 0,0-1 0,-1 0 0,0 0 0,0 1 0,1-1 0,0 0-201,4 1 0,2-1 0,2 1 0,1-1 0,-3 0 0,-1 1 0,-4-1 0,-5 1 0,-7-1 191,20 0 0,-10 1-55,1-1 1,-5-1-3223,-9 0 2960,-20 3 1,-10 1 0,-28 4 0</inkml:trace>
  <inkml:trace contextRef="#ctx0" brushRef="#br0" timeOffset="33617">22264 5705 9961,'-11'0'1529,"33"-3"-1259,7 3 0,7 1-120,-2-1 0,3 0 0,0 0-120,1 0 0,-1 1 0,1 0 30,-3 0 0,1 0 0,5 0-607,-3 0 1,4 0 0,4 0 0,0-1 0,-2 1 0,-4 0-39,9 0 1,-4 1-1,9 0 612,-19-1 0,6 0 0,3 0 0,3 0 0,2 0 0,1 1 0,-1-1 0,-1 0 0,-3 1 0,-3-1 56,8 1 0,-4 0 0,-2 0 0,0 0 0,2 0 0,4 0-113,-5 0 0,4 0 0,2 0 0,1 0 0,0 0 0,0 0 0,-1 0 0,-3 0 1,-3 0-31,5 0 0,-3 0 0,-2 0 0,-1 0 0,-1-1 0,1 1 24,4 1 0,2-1 0,-3 1 0,-2-1 0,-6-1-144,13 1 0,-8-2-1459,-16 1 1,-5-1 1288,-8 0 1,-25 1-1,-23 1 1</inkml:trace>
  <inkml:trace contextRef="#ctx0" brushRef="#br0" timeOffset="34054">22023 6349 9781,'33'-3'449,"1"-1"1,3 2 0,8 0 0,1-1 0,-4 1-839,-1-1 1,-1 0 0,5 0 478,-3 1 0,6-1 0,4 1 0,1 0 0,0 0 0,-4 1-290,2-1 0,-2 1 1,-1 1-1,1-1 1,3 0 224,-10 0 1,1 0 0,0 0-1,2 0 1,0 0 0,2 0 0,2 0-111,-6 1 0,2-1 0,1 0 1,1 0-1,1 0 0,1 0 1,-1 0-1,1 0 0,-1 0 1,-1 0 75,0 0 0,-1 0 0,1-1 0,0 1 0,0-1 0,0 1 0,-1-1 0,-1 0 0,0 1 0,-1 0-3,3-1 1,-1 1 0,-1-1 0,0 1-1,-1-1 1,0 1 0,-1-1 0,1 0 11,7 0 0,2 0 0,1 0 0,-2-1 0,-4 1 0,-6-1 0,-9 1-135,2-2 0,-7 1-405,9 0 1,-11-1-1350,-24-2 752,-14 5 1137,-32 1 0,0 3 0,14-1 0,0 0 0</inkml:trace>
  <inkml:trace contextRef="#ctx0" brushRef="#br0" timeOffset="34501">22040 6996 9871,'-19'5'1979,"32"-1"-1529,21-2-270,9-2 0,7-1-315,-8 0 0,1-1 0,1 0 194,-3 1 1,-1 0 0,8-1-529,-9 1 1,5-1 0,4 1 0,2-1 0,-1 0 0,-3 1 0,-4 0 475,3 0 0,-6-1 0,1 2 1,8-1 16,-11 0 1,5 0-1,5 1 1,3-1-1,1 0 1,1 1-1,0-1 1,-2 1-1,-2-1 1,-5 1-1,-5 0-322,16 0 0,-9 0 1,0 1-1,5-1 298,-6 1 0,4-1 0,3 0 0,0 1 0,0-1 0,-3 1 0,-4 0-365,8 0 0,-5 0 1,-2 1-1,0-1 342,-4-1 1,0 1-1,0 0 1,1-1 20,4 1 0,2 0 0,-1 0 0,-1 0-133,-6-1 0,0 1 0,-2-1 0,-5 0 750,7 1 0,-5-1-1740,4-1 1,-15 2-502,-36 4 1626,2-2 0,-26 5 0,4-2 0</inkml:trace>
  <inkml:trace contextRef="#ctx0" brushRef="#br0" timeOffset="34951">21829 7611 10231,'23'0'1304,"6"0"1,7-1-1156,-1-1 1,3-1 0,7 1-543,-7-1 1,3 1 0,4 0-1,2-1 1,1 1 0,1-1 462,-7 2 0,1-1 0,2 1 0,0-1 0,2 1 0,-1 0 0,0-1 0,-2 1 0,-1 0-199,4-1 1,-2 0-1,0 0 1,-1 0-1,0 1 1,3-1-1,2 1 147,-3 0 0,3 0 0,1 0 0,2 0 0,1 1 0,-1-1 0,0 1 0,-2-1 0,-3 1 0,-2 0 12,8 1 0,-4-1 0,-1 1 0,-2 0 0,0 0 0,1 0-30,1 0 0,0 0 0,-1-1 0,1 1 0,1 0 0,1-1-23,-5 1 1,2 0-1,2 0 1,0 0 0,-2 0-1,-1 0 1,-3-1-1,-4 1-112,3 0 0,-5 0 0,-1 0 1,2-1 184,12 1 1,4 0-1,-2 0 1,-10-1-1690,-2 0 1,-15 2-1639,-20 2 3229,-9-1 0,-28 3 0,-1 0 0</inkml:trace>
  <inkml:trace contextRef="#ctx0" brushRef="#br0" timeOffset="35427">21794 8119 9781,'20'-3'540,"-5"2"-45,11-4 0,3-1-316,1 3 61,1-1 0,7-1 0,2 0-60,1 1 0,1 1 0,3 0-1000,-4-1 1,2 1 0,3 0 0,4 0 809,-11 1 1,5 0-1,2 0 1,2 0 0,0 0-1,-1 0 1,-2 0 0,-4 1 27,4-1 0,-4 1 0,-1 0 0,2 0 0,5-1-155,-4 2 0,5-1 1,3 0-1,3 0 1,0 0-1,-1 0 1,-1 1-1,-3-1 1,-5 1 154,7 0 0,-5 0 0,-1 0 0,0 0 0,5 0-186,-5 0 1,3 0 0,3 0 0,1 0 0,0 0 0,0 0 0,-2 0 0,-3 0 182,5 0 0,-1 0 0,-1-1 0,-2 1 0,0 0 0,-1 0-173,3 0 1,-2 0-1,-1-1 1,0 1 0,1-1 193,1 0 0,2 0 0,-1-1 0,-3 0 0,-7 1 207,6-2 1,-3 0-334,-3 0 0,1 1 1,-6 0 18,3-1-3206,-24 7 3169,-7-1 0,-3 1 0,-4-2 0</inkml:trace>
  <inkml:trace contextRef="#ctx0" brushRef="#br0" timeOffset="39966">1203 6014 6723,'-2'-12'22,"1"2"1,-1 4-1,1 4 1</inkml:trace>
  <inkml:trace contextRef="#ctx0" brushRef="#br0" timeOffset="41194">1194 6012 7083,'4'-11'1349,"-1"2"-90,0-1-449,-2 4 449,0-4-1079,7 18-90,-3 0 180,9 34-135,-9-12 0,-1 4-90,1 3 0,0 3-45,-1-3 0,-1 2 0,-1-2-1639,1 8 1,-1-2 816,0-8 0,0-2-441,0-4 1,0-6 1262,2-13 0,-1 2 0,0-10 0</inkml:trace>
  <inkml:trace contextRef="#ctx0" brushRef="#br0" timeOffset="41661">1439 6043 9332,'0'-11'629,"0"3"-179,7 1-270,0 2 450,26-7-540,-15 6 89,12 0 1,1 1 0,7 4-90,-7 6 0,-2 3 0,1 11-90,-8 18 45,-32 5 0,-9 3-1013,2-10 1,-2 1 967,-4 4 0,-3 3 0,0-4-201,0-4 0,1-2 246,-2 7 0,3-4-45,5-4 0,19 6 0,8-31 0,22 4 0,3-14 0,2-5 0,11 1-210,-13-1 0,5-2 1,-5 1-1231,13-7-199,-15 4 1,-2 0 1625,-2-1 0,-9-1 1,-4 2-1</inkml:trace>
  <inkml:trace contextRef="#ctx0" brushRef="#br0" timeOffset="42302">2003 6054 10051,'-3'-15'1349,"-1"-1"-539,-2 3-540,0 4 0,-11 14-90,2 8 0,-7 10-1,6 14-89,8-7-90,11-1 0,5-1 0,17 9 0,-6-13 0,3-1-135,9 0 1,3-2-1505,-1 2 1,-2-1 1265,-3-4 1,-2 0 282,-3 2 0,-8 0-90,-18 2 90,-6 4 90,-12-6 0,-7-2 90,-3-3 0,-2-2-90,6 1 0,0-3 45,-2-1 0,4-6 135,9-13-180,6 1 45,12-21 0,7-5-45,3 0 0,1 2 0,2-5 0,-1 1 45,-2 1 0,-1 1-45,4-6 0,-4 0 90,-6 0 0,-9 3-45,-11 15 0,-3 2-45,-8-14-90,-20 19-900,14 27 3843,11-6-2853,-1 20 0,27-14 0,5 9 0</inkml:trace>
  <inkml:trace contextRef="#ctx0" brushRef="#br0" timeOffset="42595">2497 6105 10321,'-14'-2'2339,"1"0"-2249,23 10 90,4 1-46,6 4 1,4 2-45,3 1 0,2 2-405,11 7 1,1 0-226,-9-5 0,-1-1-1099,4 4 1,-4-3 1288,-8-4 0,1 3 0,-13-10 0</inkml:trace>
  <inkml:trace contextRef="#ctx0" brushRef="#br0" timeOffset="42821">2775 6148 10141,'-13'-27'810,"1"4"359,-3 3-449,-12 28-630,5-2 44,-1 19 1,-1 8-180,5-3 1,0 3-226,3-4 0,-1 3 0,2-1-823,1 1 1,1 0 0,2-2 753,0 0 1,2-1 0,3-2 0,4-3-1,5-6 1</inkml:trace>
  <inkml:trace contextRef="#ctx0" brushRef="#br0" timeOffset="43128">3071 5945 10771,'4'-19'3276,"-2"0"-2415,-2 19-681,-3 27-495,2 9 1,0 5 179,0-12 0,1 0-1125,1 23 1,1-4 180,2-20 1079,0 1 0,2-2 0,3-10 0,5 6 0</inkml:trace>
  <inkml:trace contextRef="#ctx0" brushRef="#br0" timeOffset="43618">3155 5907 10231,'-5'-11'1259,"0"-2"-629,1 2 0,-1-1 89,7 0-449,0 5 630,33-16-676,-10 14 1,1 2-135,4-3 0,1 1-45,1 3 0,-1 4 45,14 16-90,-20-1-45,-14 15 0,-6 5 45,-12-2-60,-6 0 0,-5 6 0,-1-4 60,2-7 0,-2-2-45,-7 10 0,-1 0 0,6-7 0,2-5-45,3-3-89,-6 18 179,23-27-90,10 3-3187,9-11 3162,5-3-87,-1-2 112,5-2-179,9-2-91,3-1-180,-16 3 0,-1 1-89,2-1-2648,14-3 2814,-26 4 1,13-2-1,-13 0 1</inkml:trace>
  <inkml:trace contextRef="#ctx0" brushRef="#br0" timeOffset="44246">3714 5807 9691,'-1'-9'720,"1"0"629,-3-6-89,-1 0-811,-2-3 91,-4 8-270,-2 10-180,-1 4 0,1 4 180,-9 19-360,14 1 0,-4 10-90,24-4-90,5-14 0,4-2 90,6 6 135,-8-8 0,2-1-584,16 13 89,-7 2 450,1 0 0,-16-5-90,-18-10-90,-10 5 180,-11 5 90,-16 2 90,5-11 90,-1-5 90,12-18-180,11 0-90,1-8 180,19-32-1819,4 10 1,0-1 1625,-3 3 1,1 0-231,1 3 1,2-1 0,-4 3 332,0-12 0,1-1 0,-10 16 90,-19 3-180,6 12 0,-33-5-360,7 20 90,0 2-719,1 8-2288,20 2 2972,5-2 0,6 6 0,10-8 0</inkml:trace>
  <inkml:trace contextRef="#ctx0" brushRef="#br0" timeOffset="44553">4066 5786 10591,'-8'-13'2519,"1"3"-1800,20 12-539,-5 2 225,19 17 0,4 4-316,-7-1 1,11 10 0,1 2-180,-17-16 0,-2-1-180,4 3 1,0 1-811,-1-3 1,-2-3 1079,3 0 0,0-4 0,-10-11 0</inkml:trace>
  <inkml:trace contextRef="#ctx0" brushRef="#br0" timeOffset="44784">4314 5792 10861,'-19'1'1349,"3"3"-989,-2 15 0,0 8-585,-6 9 0,0 3-1414,1 2 1,0 0 1537,1-2 1,4-3 0,7 1 0,10-19 0</inkml:trace>
  <inkml:trace contextRef="#ctx0" brushRef="#br0" timeOffset="45370">4773 5571 10231,'-23'-10'1889,"6"1"-899,7 4-361,6 1-179,2-6 0,18-4-270,3-1-91,16-2 1,-10 8 0,0 2-180,6-1 0,-1 4 1,-2 3-1,-11 3-90,10 15 90,-31-1 0,-10 17 45,-3-12 0,-3 1 0,1 2 0,1-1 45,-12 13-90,16 0 90,24-18-90,4 5 0,14 6 0,-9-12 0,7 23 0,-22-17 90,-6 2 0,-5 1 0,-10-6 0,-4-2 0,3 0 0,-2-1-135,-13 4 0,1-4-224,6-4-856,2-1 1,2-2 1214,11-4 0,-2 0 0,10-4 0</inkml:trace>
  <inkml:trace contextRef="#ctx0" brushRef="#br0" timeOffset="45595">5215 5654 12750,'8'-6'2428,"-2"0"-2428,-2 3 0,-14 8 0,-4 3 0</inkml:trace>
  <inkml:trace contextRef="#ctx0" brushRef="#br0" timeOffset="48778">19967 3747 11490,'25'-8'1260,"6"-2"-990,8 2-270,-4-1-810,-1-1-989,-14 2-1478,-2 0 3241,-10 3 1,-5 4 0,-2-1 0</inkml:trace>
  <inkml:trace contextRef="#ctx0" brushRef="#br0" timeOffset="49021">20004 3847 9602,'18'6'449,"0"-4"-449,17-8-899,10-6-271,-17 4 1170,14-9 0,-22 6 0,6-4 0</inkml:trace>
  <inkml:trace contextRef="#ctx0" brushRef="#br0" timeOffset="49373">20568 3393 9152,'-6'-14'2698,"3"3"-2248,2 14-270,1 10 90,-1 11 0,-1 5-540,1 20-720,0-14 1,2-3 989,3 3 0,2-13 0,0-16 0</inkml:trace>
  <inkml:trace contextRef="#ctx0" brushRef="#br0" timeOffset="49983">20543 3232 9422,'-13'-16'269,"0"3"181,4 3-90,2 3-90,1 2 90,0 2 89,-4 1-89,-4 4 360,-25 22-511,19-1 1,-1 5 0,1 1-1816,-7 10 0,1 3 1636,7-10 0,2 3 0,5 1 30,7-1 0,6 1 0,5-2-60,9 5 0,4-1 45,-4 3 0,2-2-45,4-12 0,5-6 0,7-8 0,1-5 0,-10-3 0,1-3 0,10 0 0,5-1 0,-3-3-1134,6-8 0,-2-5 1164,-10 5 0,1-1 0,-2-6 680,6-12 0,-3-6 0,-7-5-740,-12-4 0,-8-5 0,-2 0 52,0 9 1,-1 0 0,-3 1-1,-7 0-22,-7 0 0,-7 0 0,-5 3 0,-5 7-144,-3 10 0,-6 4 0,-3 5 1,-1 4-1,1 2-512,1 5 1,0 4-1,0 3 1,0 1 0,1-1 290,-7-1 1,0-1 0,2 3 0,3 4 0,-2 11 0,3 5 0,11-3 0,4 9 0</inkml:trace>
  <inkml:trace contextRef="#ctx0" brushRef="#br0" timeOffset="58500">5657 8514 9781,'-12'-24'990,"-1"0"89,-8 3-629,-3 13-270,-6 6 90,-5 32-180,20-10 0,3 5-60,3 7 0,2 4 0,2-2-75,1 2 0,4 0 15,6 2 0,5 1 0,2-6-15,5-9 0,4-4 45,6 3 0,4-7-1639,16-18 1,0-8 1580,-19 4 1,-2-1-359,14-8 1,-2-5 460,-14-1 0,-5-3-45,0-2 0,-3-5 0,-5-6 0,-2-6 0,-6 1 0,-9-7 0,-6 1 0,3 15 0,-2-1 0,-6 7 0,-24 4 0,-4 12-45,13 12 0,2 6 0,-5-1 0,0 4-180,4 5 1,1 4-361,3 2 0,1 1-539,0 1 0,0 1 1124,0 4 0,3 0 0,-4 13 0,6-2 0</inkml:trace>
  <inkml:trace contextRef="#ctx0" brushRef="#br0" timeOffset="59133">5603 8966 10051,'-3'-27'2699,"-3"4"-1980,-2 13-269,-9 9-360,4 4-1729,-13 18 1,0 6 1473,5 0-39,-3 2 0,2 2 249,12-7 0,2 0 44,-2 13 1,2 2-90,1-1 0,2 4-30,4-1 0,3 4 1,1-5-16,0-6 0,3-2 45,2 9 0,6-2-180,3-9 0,7-5 0,13-6 0,7-5 150,-11-4 0,2-1 0,0-4 0,-1-4 0,0-3 0,-1-6 0,1-9 0,-2-6 0,-5-1 30,-3-1 0,-4-1-45,4-6 0,-5 1 45,-1-12 0,-11 10 0,-2 0 926,-1-4-956,-5 1 0,-4-6 1,-3 3-989,-8 5 0,-3 3 1018,0-14 0,-5 3 30,-2 19 0,-5 5 0,1 4-255,1 6 0,0 3-405,-15 1 1,1 5-1010,12 8 1,3 3 1609,6 1 1,1 2 0,-12 19 0,12-3 0</inkml:trace>
  <inkml:trace contextRef="#ctx0" brushRef="#br0" timeOffset="59645">5539 9746 10321,'7'-12'990,"0"-2"449,-1-2-540,0 1-449,-1 0 180,-2 6 89,-3 2-539,-6 12-90,-2 3 0,-8 17-180,3-1 0,0 5-1549,-7 13 1,0 2 1086,5-11 0,-1 2-354,-1 4 0,-1 3 0,3-8 816,-2 4-717,-3 3 0,0-2 807,5-11-135,-1-3 0,-3 1 45,2-8 0,-2-1 0,-16 16 0,13-16 0,0-3-270,-4-4 1423,3-6-4301,9-19 3238,10-7 0,7-14 0,4-1 0</inkml:trace>
  <inkml:trace contextRef="#ctx0" brushRef="#br0" timeOffset="63093">6360 8954 8972,'2'12'-810,"4"3"720,-1-8 0,6 7 90,-3-3 0,-2 0 0,0 6 0,-5-8-90,-2 24 90,1-19 0,-4 20 0,2-1-45,1-8 1,0 0 44,-1 15-45,2-14 0,1-1-45,1 3 90,0 2 90,-2-3-90,-1-15 179,-1 1 181,-1-7 0,-1 2 0,-1-2 0,1-2 179,0-1 811,-1 0-1260,-1-6 89,3 1 91,-1-16-270,3 7 90,1-16 0,0-5-45,0 6 0,-1-1-15,0-5 0,1-3 0,-1-2-30,-1-1 0,-1-3 0,0-2 0,-2-1-625,-1 0 1,-1-3 0,-1-1-1,0 1 1,1 2 646,1-1 1,0 1-1,0 1 1,-2-2 31,-2-1 0,-1-3 0,-2 0 0,1 2 0,1 5-23,-1-1 1,1 5-1,0 0-1,-1-1 0,0 1 0,1-3 37,0 0 1,-1-3-1,1 1 1,2 5 22,0-4 0,0 1-60,1 4 0,0-2 0,0 3 15,3 5 0,1 4 45,-1-2-90,0 4 0,2 8 90,1 5-90,0 4 3260,0 0-3260,1 4 397,-1-1-397,-1 1 0,-1 1 0,0 0 0,-1 1 0,0 1-90,-2 1 0,0 1 0,1 1 0,-1 3 0,3 0 90,0 2-90,3 0 90,0 0 0,0 0 0,-1 0 0,0-2 90,-1 0-90,-1 0 180,-5 3-180,3-3 180,-24 10-180,14-9 90,-30 13-90,4-7 0,2 0 45,3-5 0,2-1 45,5-2-45,-4-3 0,0-3-45,8-6 0,-10-13-90,27-10 0,6-4 0,0-10 0,7 6 0,2-7 0,1 4 45,1 10 0,1 1-15,0-7 0,2-5 0,-1 7-30,3-9 0,-5 17 0,1 7 90,-3 19-89,-3 21 89,-8 15 0,-3 5-90,-8-4 90,6-21 0,-6-6 0,0-25-90,5-10 0,2-5 45,0-1 0,2-2-45,3-2 0,1-3 0,1 3 0,1-3 0,1 2 45,0 4 0,3 2-90,3 1 0,3 4 45,8 2 0,5-6 90,-1 18-90,-11 11 0,0 0 90,-10-3 0,0 2-90,-3-11 0,13-27 0,2 14 0,5-5 1,-2 3 44,-1-4 0,2 1 45,5-2 0,4-2 0,-1 8-90,12 0-1549,-3 20 1,0 6 1523,5 6-612,-14 19 1,2 11 0,-6-3 726,1 11-156,-8-11 0,2 5 0,-6-2 156,-7 1 0,-3-2-99,0 16 234,-7-7 0,-5-3 44,-2-13 1,-7 9 1807,22-48-1987,24-15-89,7-7 89,-3 20 0,2 7 0,5 10-90,2 9 90,-22 13 0,-3 2 2971,-2 3-2971,-4 12 0,-3 3 0,-9-2 0,1-9 0,-3 0 90,-13 11 1202,-2-11-1292,10-18 247,8-10-157,28-12-90,17 30-90,-7-4 90,-10 11 0,-6 6 45,-14-9 0,-3 1 0,4 1 0,-6 1 225,-10 1 0,-8 1 0,-2-5-1607,-8-1 1,-3-3 1381,0 8 0,-1-3-515,-1-12 0,3-7-2807,10-11 3151,-1-4 1,13-11 0,9-4 0</inkml:trace>
  <inkml:trace contextRef="#ctx0" brushRef="#br0" timeOffset="67684">22423 4283 7533,'-12'-5'449,"1"2"-179,-10 12-180,1 6 0,-7 7 0,-1 18 0,18-7 0,1 3 0,32-10 0,4-19 0,15-1-1729,-15-11 1,-1-3 1703,3-2 25,-5-2 0,-2-3 90,-5-8-90,0-7-1,-17-5-89,-15 4 0,-7 3 90,-2 8-180,-2 10-179,5 6-2160,-15 7 2429,15 0 0,-8 10 0,16-3 0</inkml:trace>
  <inkml:trace contextRef="#ctx0" brushRef="#br0" timeOffset="72316">23165 4329 7713,'-8'-4'719,"0"-1"-449,2 3 180,-3-2-180,2 2-90,-3-2-91,1 5 91,-5 7-90,-5 12-90,4-3 0,1 8-90,5 18 90,5-23-225,2 11 1,6 0-46,16-7 180,17 6 0,-10-23 0,2-8 135,-2-5 0,-1-4-45,15-7 0,-15-8 90,-12-9-90,-7 16 0,3-27 90,-17 17-90,-1 2-360,-15 3 90,9 17-1259,-14 5 1529,16 2 0,-12 5 0,7-1 0</inkml:trace>
  <inkml:trace contextRef="#ctx0" brushRef="#br0" timeOffset="73470">23882 4380 7443,'-8'-9'449,"-2"0"-269,0 1 360,-4-1 0,-6 4-450,5 3 270,-17 13-360,19-2 179,-21 25-89,20-7 0,-3 10-180,20 2 90,2-18-180,29 14 180,-19-26 0,31 3-89,-22-16 89,18-11 0,-12-5 0,1-18-90,-18 6 90,-6-1 0,-23-8-90,6 24-270,-27-15-180,13 26-989,-20 6 1529,19 6 0,-7 8 0,14 0 0</inkml:trace>
  <inkml:trace contextRef="#ctx0" brushRef="#br0" timeOffset="74051">24386 4488 7982,'-5'-17'1799,"-1"4"-1529,1 0 810,-4 1-990,2 6 269,-2-1-89,-9 14-90,4 4-90,-8 10 0,8 2-90,4 2 0,3 0-180,5-1 0,6 3 0,5-7-90,23 2 91,7-19 179,-1 0 0,-2-13-45,-16-9 0,-4-3-45,-1-7 90,-1-2 0,-8-1-315,-19 10 0,-8 4-945,-3 6 1,-2 3 809,0 0 1,-1 5 449,-19 17 0,18 5 0,3 0 0</inkml:trace>
  <inkml:trace contextRef="#ctx0" brushRef="#br0" timeOffset="76417">23321 4801 9062,'-1'-10'2608,"-1"-2"-2428,0 17-90,0 4 90,0 30-180,2-17 90,-3 18-90,2-30-360,-1 19-359,2-13-2250,1 12 2969,2-17 0,4-4 0,0-6 0</inkml:trace>
  <inkml:trace contextRef="#ctx0" brushRef="#br0" timeOffset="76902">23858 4866 9152,'7'-1'1169,"-3"9"-1079,-7 15-90,-1 0-90,-1 2-1079,0 3 719,2-13-1259,0 8 1709,3-15 0,1 1 0,1 3 0</inkml:trace>
  <inkml:trace contextRef="#ctx0" brushRef="#br0" timeOffset="77546">24296 5429 8432,'-2'3'1799,"1"1"-1709,-3 16 0,1 8-270,2-4-180,0 7-1798,5-2 2158,-2-10 0,2 1 0,-2-11 0</inkml:trace>
  <inkml:trace contextRef="#ctx0" brushRef="#br0" timeOffset="78016">23901 5351 8342,'2'-9'2069,"-1"1"-1889,0 29 0,0 2-360,0 16 180,0-12 0,-1-2 0,1-3 0,0 11 0</inkml:trace>
  <inkml:trace contextRef="#ctx0" brushRef="#br0" timeOffset="78471">23266 5254 8702,'6'0'1259,"2"23"-1349,-2 0 0,-1 3-629,4 22-451,-1-1 1170,-2-23 0,1-5 0,3 4 0</inkml:trace>
  <inkml:trace contextRef="#ctx0" brushRef="#br0" timeOffset="79390">23957 6054 7803,'3'-8'809,"0"10"-719,-1 0 270,-3 28-270,1-10-315,-2 6 0,1 3 225,8 19 0,-2 1 0,8-5 0</inkml:trace>
  <inkml:trace contextRef="#ctx0" brushRef="#br0" timeOffset="80445">23946 6657 7982,'7'4'270,"-1"-1"-90,-4 10-90,-1 0-90,0 21-180,-1-14 0,0 10 180,-1 3 0,2-7 0,-1 16 0</inkml:trace>
  <inkml:trace contextRef="#ctx0" brushRef="#br0" timeOffset="80878">24071 7272 7892,'2'-13'2969,"-1"25"-3059,0-3-3187,-1 40 3151,1-28 1,3 19 0,1-20 0</inkml:trace>
  <inkml:trace contextRef="#ctx0" brushRef="#br0" timeOffset="81379">24118 7753 8612,'-8'-7'1709,"-1"5"-1349,4 6-270,0 5 270,2 12-360,2 4-630,1 11 270,1-10 360,2 12 0,-1-16 0,2 12 0</inkml:trace>
  <inkml:trace contextRef="#ctx0" brushRef="#br0" timeOffset="81787">24102 8296 10411,'-6'5'900,"2"15"-811,3-9-89,4 21-809,-2-9 269,1 0 540,0 11 0,1-14 0,0 11 0</inkml:trace>
  <inkml:trace contextRef="#ctx0" brushRef="#br0" timeOffset="84400">5792 8423 7443,'-13'4'270,"2"0"-180,2 1 89,0 3-89,-8 8 0,4-1-3367,-5 10 3252,11-14 25,-2 6 0,8-12 0,-1 6 90,2 2-90,0 0 0,4 4 3276,1-9-3160,2 1-386,9-11 90,-9-1 180,12-10 0,-14 2 0,4-6 0</inkml:trace>
  <inkml:trace contextRef="#ctx0" brushRef="#br0" timeOffset="85283">5780 8475 7803,'-4'-13'1349,"-3"4"-1169,-5 6 0,-1 6 179,-12 18-269,6 2 0,3 1 0,2 4 0,9 3 0,6 0-45,2-3 0,3 0-45,5-2 0,3-5 0,25-6 45,-2-23 0,1-4-3322,1 1 3219,-4-1 1,-2-5-1077,-13-2 0,-5-1 1134,-1 0 0,-1-12 0,-9-1 0,-23 8-45,-7 9 0,-4 4 45,-13 8-30,13 14 0,-4 6 0,6-1 1077,-1 6-1137,0 2 0,5 3 2742,16 2-3102,21 9 360,-5-14 90,24-6 180,8-44-90,-15 6 1025,-6-16 1,-12-1-981,-21 17 0,-9 4-180,-5 0 0,-4 5-90,-3 11 0,2 10-585,1 11 1,7 6-900,5 9 1619,12-3 0,16-6 0,3-6 0</inkml:trace>
  <inkml:trace contextRef="#ctx0" brushRef="#br0" timeOffset="87723">22402 6690 7173,'-1'-11'1259,"2"-5"-989,-1 6 90,6-6-270,-2 10 180,19-4-270,-11 7 90,18 0 0,-6 3-90,-3 0 89,1 1 1,-2 7-90,-10 1 0,-3 16-3277,-35 16 3162,7-11-42,3-10 0,-1-2 157,-5 5 0,7-8 0,-3 5 0,3-4-90,13-7 0,4 4-899,37-7-270,-6-3 2068,19-1 0,-21-2 0,0 0 0</inkml:trace>
  <inkml:trace contextRef="#ctx0" brushRef="#br0" timeOffset="88353">22981 6732 7982,'4'-16'720,"2"3"-540,2 7 180,21 1-180,5 8-90,-3-2 0,0 12-90,-26-2 0,-2 3 0,-7-1-180,-23 20 90,-1-1 45,10-11 0,0-1-45,-8 12 0,18-17 90,4 1-180,13-5 90,0-3-810,23 1 91,-18-6 809,18 4 0,-17-3 0,5 0 0</inkml:trace>
  <inkml:trace contextRef="#ctx0" brushRef="#br0" timeOffset="88933">22278 7360 7892,'-11'-5'1620,"9"-5"-811,27-3-719,-5 4 180,11 1 0,2 3-270,3 8-360,1 12 270,-21 0-225,-30 10 0,-9 2 135,1-1 90,1-3 1,2-2 89,6-3-180,6-6 180,8-2-90,0-3 0,29 2 90,4-7-1639,5-2 1,1 1 533,4-3 651,-9 1 0,-2 0 1,-6-1-1,11 0 1</inkml:trace>
  <inkml:trace contextRef="#ctx0" brushRef="#br0" timeOffset="89537">23180 7402 7713,'-5'-11'449,"0"1"-269,2 2 540,1-1-630,1-1 449,7-3-359,1 3 0,7 1 90,9 2-270,-9 4 180,16 5-180,-20 1 0,8 10 0,-22 4-90,-4 6-45,-8-5 0,-3 2-45,-1 1 0,0-1 180,-15 13-179,7 0 89,27-23 0,3 2 90,24-7-270,7-4-90,4-2-1439,-2-1 1799,-20 3 0,-4-1 0,-8 1 0</inkml:trace>
  <inkml:trace contextRef="#ctx0" brushRef="#br0" timeOffset="90133">22364 7837 7803,'20'-26'1349,"-6"9"-899,13-2-181,1 12-269,-6 3 0,11 15-539,-38 18 269,-3 8 90,-17-1 90,7-17 0,-1-3 270,3 0-90,4 4 0,30-13 0,9-3-270,-2-3 0,2-1 180,-1 2 0,-1-1 0,22 2 0,-3 1 0</inkml:trace>
  <inkml:trace contextRef="#ctx0" brushRef="#br0" timeOffset="90654">23059 7861 8252,'4'-9'720,"2"1"-90,6 2-181,9-2-89,9 0-180,1 2-90,-8 1 0,1 6-90,-17 1-90,-1 8-90,-19 5 180,0 0-180,-8 2 0,-4 1 0,-3 3 90,-10 7 90,21-13 0,21-8 0,8-3 0,14-2-269,0-3-181,0 0-1079,-6 1 1529,-4 1 0,-5 1 0,-3 0 0</inkml:trace>
  <inkml:trace contextRef="#ctx0" brushRef="#br0" timeOffset="91206">22231 8363 8522,'11'-16'1799,"13"-3"-1349,-4 11-46,8-1 1,4 1-270,-5 4 0,-1 0-135,0 0 0,-1 1 0,8 2-270,-23 8-89,-8 6-91,-12 7 0,-6 4 225,2-2 0,-2 2 315,-6 2 0,3 0 450,10 13-360,17-24-180,23-2-90,-10-10 90,10-1 0,0 1 0,-2-3 0,1 1 0,-1 0 0</inkml:trace>
  <inkml:trace contextRef="#ctx0" brushRef="#br0" timeOffset="91912">23056 8367 8522,'1'-13'1259,"6"-3"-1079,-3 7 360,10-5-180,0 7-180,3-2 90,4 3-181,-4 8 1,-6 4-90,-9 7-90,-25 17-89,-1-6 134,6-7 0,-1 0-135,-8 6-90,1-1 180,8-5 90,15-3 90,28-9-90,-2-3-135,5-3 0,0 1-405,-3-1 91,9 3 449,-7 0 0,-8 1 0,6 2 0</inkml:trace>
  <inkml:trace contextRef="#ctx0" brushRef="#br0" timeOffset="93152">22462 4858 8612,'-3'-10'810,"0"0"-91,0 5-359,0 1 270,-5 1-91,-13 7-449,4 1 135,-8 11 0,0 3-135,5 1 45,-1 12 0,3 3-45,15 3-90,4-6 0,7 0-90,14-2 0,10-5-1549,4-8 1,3-4 1490,-6 3 1,0-6-88,6-13 0,-4-10 145,-8-19-155,0-7 200,-23 6 0,-6 0 45,-7-4-45,0 12 0,-3 1-225,-8 6 0,0 5 3128,-3-2-3578,-10 7 1,0 5-721,10 9 1440,-1 3 0,1 3 0,3 11 0,-5 7 0</inkml:trace>
  <inkml:trace contextRef="#ctx0" brushRef="#br0" timeOffset="93615">22462 5381 9422,'2'-16'1169,"-2"-3"-180,-2 8-809,-2-1 540,-17 9-450,-1 13-180,4 12 0,4 4-270,9 10 45,9-8 0,6-2-45,24-7 90,-1-9-90,10-13-90,-3-17 180,-4 3 0,-19-15 0,-11-3-89,-23 3-854,5 4 0,-3 4 584,-28 14-361,-1 22 270,9 3-584,14 0 0,3 2 1124,1 4 0,-1 14 0,11-9 0</inkml:trace>
  <inkml:trace contextRef="#ctx0" brushRef="#br0" timeOffset="94096">22446 5812 9152,'-9'-6'2069,"-2"1"-1890,0 3 271,-9 7-90,-2 12-180,-3 8-180,2 18-90,13-16-135,9-1 0,5-1 135,3-8-90,17 15-269,15-19 359,-10-5 0,5-7 0,-1-3 0,-8-5 0,4-7 0,-2-4 90,-9-6 90,2-15-90,-38-1 0,1 18 45,-18 8 0,-5 6-45,3 10-90,-8 8 0,0 5-1169,7 16 89,16-12 1,4 1 1169,4 7 0,21-5 0,4-5 0</inkml:trace>
  <inkml:trace contextRef="#ctx0" brushRef="#br0" timeOffset="94963">24492 4968 8432,'-3'-15'180,"1"4"450,-3-3-270,2 7 179,-3-1-269,-1 5-180,-4 2 270,-14 17-180,12 5 0,0 2-90,-10 9-90,13-6 0,5-1 0,10-1 0,10 4 0,-2-8 0,6-7 0,-8-12 89,22-13-89,-17 5-45,5-8 1,-4-3 44,-9 4-135,-6-13 0,-8 0-945,-22 12 541,4-16-1890,-11 39 2429,24 3 0,-5 13 0,4-1 0</inkml:trace>
  <inkml:trace contextRef="#ctx0" brushRef="#br0" timeOffset="95667">24453 6053 9332,'7'-7'2248,"-2"-8"-2068,-5 10 360,-10-10-360,5 12 0,-16 1 0,3 10-270,-11 18-450,22 8 360,9-4 90,30-11 90,-5-18-90,4-11 0,0-4 90,6-12 0,-9 3 0,-2-2-90,-4-7-180,-31 0 1,-8 2-181,2 13 254,-18-2 0,-4 7 0,7 21 0,4-1 1,-1 1-1</inkml:trace>
  <inkml:trace contextRef="#ctx0" brushRef="#br0" timeOffset="96250">23130 5850 9242,'-3'-9'899,"-6"-5"-629,3 8-180,-8-3 270,0 12 0,-8 15-270,3 3-1,2 13-89,15-3 0,9 2-135,8-12 1,3-1-46,15 6 0,9-12 0,4-7 90,3-10 45,-5-7 0,-5-9 90,-24-9 0,-6-4 0,0 8 0,-3 0-45,-10-7 0,-6 5-90,-16 9-90,4 10 0,-3 6-1394,1 13 0,1 2 918,-1 3 1,0 2-1,3 2 1,7 5 0</inkml:trace>
  <inkml:trace contextRef="#ctx0" brushRef="#br0" timeOffset="97058">24485 6606 8252,'-15'-9'90,"3"3"360,2 0 360,2 2 179,-1-2-719,1 1 90,-1 2-181,-1 2 271,-7 5-360,1 1 0,-3 4 270,-6 22-360,14-7 0,2 0 0,3 1-180,16 8 135,9-14 0,1-3-45,5 3 90,4-14 0,1-9-90,4-22 90,1-5 0,-20 9 0,-6-2-180,-15-15 0,0 11 0,-13 7-449,-2 22-2648,-20 18 3176,10-1 1,8 0 0,1 1 0,-1 11 0</inkml:trace>
  <inkml:trace contextRef="#ctx0" brushRef="#br0" timeOffset="97606">24460 7316 9422,'-5'-13'449,"0"3"-269,1 3 270,-2 1-270,0 5-90,-3 0-90,3 4 180,0 3-180,3 2 90,0 3-180,12 15 0,-2-12-90,21 14 180,-6-19-90,5 1 90,-2-7-45,4-8 0,3-5 0,-2-6 0,-1-3 45,6 1 0,-1-3 45,-10-4 0,-6-2-45,-12-12 90,-12 0-45,-11 18 0,-5 2-45,-4 0-270,-8 13 0,-4 9-1304,14 11 0,1 5 1027,-3-4 1,2 2 0,2 5 0,3 0 0,0 7 0</inkml:trace>
  <inkml:trace contextRef="#ctx0" brushRef="#br0" timeOffset="98219">24625 7867 9152,'-18'-21'1169,"-5"2"-719,5 15-270,-6 2 180,-17 13-271,16 5 1,1 2-90,-15 8-45,17-6 0,4 2-584,8 9 179,7-5 0,9 4-269,28-15 539,0-10 90,8-4 135,-12-11 0,-2-8-213,-7-5 1,-3-4 256,3-5 1,-4 0-45,-10 1 0,-7 3-584,-22-3-91,1 23-161,-10 26 1,13 3 0,-9 13-1</inkml:trace>
  <inkml:trace contextRef="#ctx0" brushRef="#br0" timeOffset="98716">24622 8389 8702,'-1'-12'1529,"-1"0"-899,-1-1-1,-1 2 361,-6-2-360,-17 18-3843,-6 18 3213,3 0-279,8 16-260,26-13 269,2-3-180,25 2 180,1-28 0,3-7 225,-8 3 0,0-5 45,14-16 0,-13-9 1638,-33-4 0,-13-2-1425,8 11 1,-5 4-514,-10 7 0,-7 2 0,3 7-541,-14 10 841,14 8 0,3 5 0,7 2 0,-7 7 0</inkml:trace>
  <inkml:trace contextRef="#ctx0" brushRef="#br0" timeOffset="100017">11917 2470 8702,'0'-11'270,"0"1"270,0 3 899,1 0-1259,-9 19 179,-2 12-269,-9 19 0,5-5 0,1 4-585,0 0 1,3 1 494,2 0 0,4-1 0,0-11 0,6-5 0,14-4 0</inkml:trace>
  <inkml:trace contextRef="#ctx0" brushRef="#br0" timeOffset="100337">12148 2523 10231,'10'6'720,"7"5"-630,-8-5 359,19 24-269,-5 4-135,-6-6 0,0 2-225,0-1 0,-1 0-135,-3-4 1,-1-2-226,9 12-2698,-6-13 3238,-9-14 0,4 1 0,-6-8 0</inkml:trace>
  <inkml:trace contextRef="#ctx0" brushRef="#br0" timeOffset="100544">12425 2584 9152,'-8'-23'1259,"-4"2"-539,-5 23-361,-9 4-89,-3 10 0,-3 6-1909,-1 3 1,0 2 701,-1 0 0,1 1-702,5 2 1,5-3 1329,6-4 1,8-3 0,7-13-1</inkml:trace>
  <inkml:trace contextRef="#ctx0" brushRef="#br0" timeOffset="100833">12717 2452 11311,'-8'0'989,"2"-1"-719,-8 27 0,-6 13-360,1 1 0,0 4-1549,6-5 1,1 0 1160,-1-4 0,4-3 0,11 2 0,5-32 0</inkml:trace>
  <inkml:trace contextRef="#ctx0" brushRef="#br0" timeOffset="101100">12857 2550 10681,'30'11'1529,"10"18"-1529,-7-6-315,-10 0 0,-2 1-764,-6-1 1079,9 11 0,-13-15 0,1-2 0</inkml:trace>
  <inkml:trace contextRef="#ctx0" brushRef="#br0" timeOffset="101312">13104 2543 9961,'-9'-5'810,"-10"3"-360,-3 8-91,-18 9-179,6 2 45,2 3 0,0 0-225,-1 5-1020,4-1 1,-4 4 0,5-2 363,-5 11 1,3-6-1,3 0 1,10-5 0</inkml:trace>
  <inkml:trace contextRef="#ctx0" brushRef="#br0" timeOffset="102278">13431 2529 9871,'-8'8'90,"2"0"-90,8 11 0,-1-5 90,2 17 90,-1 5-180,-2-12 0,-1 3-90,1 3 0,-2-1-359,-1 21 89,0-15 360,2-9 0,5-13 0,1 4 0</inkml:trace>
  <inkml:trace contextRef="#ctx0" brushRef="#br0" timeOffset="102700">13754 2610 9602,'-6'-12'1619,"-6"7"-990,-9 17-449,-3 7 0,2 6 0,1 6-180,6 0 0,1 0-45,-2-4 0,4 0-135,4 3 0,7-3-180,18-8 91,5 0 44,8-17 0,3-9 180,0-10 0,-1-4 45,2 1 0,-2-4 135,-3-12 0,-10-3 0,-16 5 0,-7 0-1774,-4 0 1,-4 2 1285,-2 4 1,-5 4 397,-12 3 0,-6 9-1138,2 15 1,-3 7 0,2-1 1014,0-8 1,0 3 0,2 8 0,-1 5-1,9-1 1,7 6 0</inkml:trace>
  <inkml:trace contextRef="#ctx0" brushRef="#br0" timeOffset="107025">21951 3296 6183,'-5'-9'900,"0"-2"-540,2 4 89,-2-5 901,-2-1-990,2 2-1,-2-2 1,3 9 90,-8 33-360,3-1-785,2-2 1,1 0 694,0 12-234,2 4 99,2-13 0,0 1-180,1-1 0,0-1-45,0 2 0,0-2-1169,1 7 1529,2-17 0,0-6 0,0-5 0</inkml:trace>
  <inkml:trace contextRef="#ctx0" brushRef="#br0" timeOffset="107513">22130 3305 8522,'5'-6'360,"1"-2"360,2 0-451,2 1 181,15-5-360,-7 7 270,25-3-180,-12 8 0,1 2-135,-5 1 0,-1 3 0,4 8 0,-6 6-45,-18 19 0,-16 5 0,-11-6 44,-3-9 1,-5 1-90,-2 3 1,-2 0 44,1-1 0,3 1-45,6-3 0,8-3 45,16-12-90,20-1-180,13-11-180,5-1 180,-12-1 0,0 0-179,10-2-766,-8-1 1,-2 0 1214,1 0 0,20-3 0,-20 0 0</inkml:trace>
  <inkml:trace contextRef="#ctx0" brushRef="#br0" timeOffset="108161">22829 3336 8522,'4'-10'630,"-1"1"-180,-4-2-271,-2 2-89,-2 2 180,-9 1-90,-2 5 0,-16 4-90,0 9 0,1 4 0,7 12 0,17 5-90,6-3 0,15 11 90,9-7-90,-8-13 0,2 2-45,9 7 0,0-1 0,-9-10 0,-1 0 45,5 4 0,-3-1-90,-6 6 0,-7-8 90,-15 4 0,-1-13 0,-13 1 0,-3-6 0,7-2 0,-8-3 0,14-11-90,7-5-90,9-17 45,10 5 0,4-4 45,3-6 0,0-3 45,1 0 0,-1 1 0,-3 0 0,-2 4 45,-2-5 0,-7 4 0,-5 18 0,-12-14-89,-20 11 89,6 3 0,-11 8-180,12 13-360,-4 8 540,3 9 0,11 0 0,14 4 0</inkml:trace>
  <inkml:trace contextRef="#ctx0" brushRef="#br0" timeOffset="108479">23132 3383 9781,'1'13'1260,"16"19"-990,9 2-181,-6-9 1,-1 0-45,-1-4 0,-1-1-225,15 16-629,-1-4-91,-10-12 900,0-1 0,-10-11 0,0-3 0</inkml:trace>
  <inkml:trace contextRef="#ctx0" brushRef="#br0" timeOffset="108677">23354 3477 8972,'-7'-19'630,"-1"1"89,-18 29-629,8-2-1729,-9 24 1,0 7-116,3-4 1335,4-6 0,-3 5 0,3-5 239,0 2-1021,0 3 0,2-1-58,10-17 1188,0 8 1,11-16-1,2-1 1</inkml:trace>
  <inkml:trace contextRef="#ctx0" brushRef="#br0" timeOffset="108969">23496 3366 9332,'0'-9'1709,"3"8"-1619,1 4 0,1 9 89,-5-1-89,0 3 180,-8 33-270,-1 2-270,3-12 1,0 2-1261,2-1 1,1-3 360,1 7 1169,3-4 0,3-27 0,1 0 0</inkml:trace>
  <inkml:trace contextRef="#ctx0" brushRef="#br0" timeOffset="109416">23631 3394 8972,'0'-8'270,"1"0"449,6-3 1,12-1-540,-2 1 0,11 2 269,13 4-359,-17 2 45,7 5 0,-1 3-45,-13 1 90,12 31-90,-45 7-45,-2-10 0,-4 2-1138,-1-10 1,-3 1 0,1-3 1034,-3 2 1,1-2-99,-3 0 1,4-2 155,8-4 0,6-1 0,13-1 0,21-6 0,19-3 0,-5-3-315,-2-3 0,-1-1 45,-8 1-720,7-1 1,-1-1 989,-5-2 0,10-2 0,-12-3 0</inkml:trace>
  <inkml:trace contextRef="#ctx0" brushRef="#br0" timeOffset="110035">24132 3400 8972,'-9'-14'1259,"-6"-2"-899,-5 22-360,5-7 270,-19 34-180,22 0 0,-3 12-45,24-5 0,8 1-45,-2-11 0,2-1-45,5 8 0,-1 0 45,-5-6 0,-6-3 0,-22 8 0,4-2 0,-19-14 0,2-10-3277,-9-3 3252,6-1-121,-1-9 146,25-7-45,22-28 0,11-9 0,-12 17 0,2-2-510,0 2 0,4-5 0,-1-1 0,-3 5 510,2-7 0,-3 4 45,-1 4 0,-5 0-45,-11-3 0,-10 5-315,-33 9-90,2-10-45,11 31 1,3 7 1635,9 4-1141,4 8 0,13-5 0,3 3 0</inkml:trace>
  <inkml:trace contextRef="#ctx0" brushRef="#br0" timeOffset="110333">24470 3555 10051,'29'9'1709,"2"2"-1529,-9 0 90,3 4 0,3 4-270,-1 1 0,0 1-495,4 1 0,-2 1-90,-4-2 1,-3-2-2693,-3 0 3264,-10-10 0,-3-2 1,-3-5-1</inkml:trace>
  <inkml:trace contextRef="#ctx0" brushRef="#br0" timeOffset="110574">24809 3591 9602,'-4'-20'1709,"-4"4"-810,-33 28-809,14-2 90,-11 14 0,0 4-90,7-2-90,2-2 0,0 3-270,0 6-90,2-2 0,9-4-2917,7 2 2904,8-15 1,2 13-1,8-17 1</inkml:trace>
  <inkml:trace contextRef="#ctx0" brushRef="#br0" timeOffset="110833">24981 3456 9961,'4'-12'1889,"-1"3"-989,0 23-630,-3-5 89,-2 27 1,-2 4-270,0-8-630,0 2 1,0 6-1,0-2 540,1-4 0,0 0 0,-2 8 0,0-1 0,1-10 0,0 1 0</inkml:trace>
  <inkml:trace contextRef="#ctx0" brushRef="#br0" timeOffset="123524">24760 3377 12660,'13'-1'0,"-1"0"0,-2 1 0,13 3-3277,-1 2 2302,1-1 1835,-7 1-860,-4-2 0,-4 2 0,6 6 0,-8-2 0,0 12 0,-5-3 3276,-1 2-3250,-4 15-116,0-12 90,-5 18 0,0-14-90,-5 9 90,-4-2 0,0-1 0,-7 9 0,10-17 0,-6 11 0,10-15 0,0 2 0,3-7 90,-2 3 0,3-5-90,0 0 0,3-7 90,2-1-90,0-1 90,4 1-90,2-2 90,4-1 0,12-1 0,0-1-90,20-1 90,1 1-90,4 0 0,2 1 0,1 1 44,-21 0 1,-1 1-45,18 0-89,-6 3 89,-16-3-180,-6-1 0,-2 0 180,-4 0 0,-6-2 0,0 1 0</inkml:trace>
  <inkml:trace contextRef="#ctx0" brushRef="#br0" timeOffset="136657">5104 16802 6183,'-16'-1'1260,"4"-1"-721,2 2 271,2-1 629,1 1-1079,29-3-90,12 2-180,-1-1 0,7-1 0,2 1-871,-3 1 0,2 0 1,2 0-1,1 0 817,-2 1 0,1-1 0,1 1 0,2-1 0,-1 1-21,-4 0 0,1 0 0,0 0 0,1 0 0,1 0 0,1 0-190,0 1 0,2 0 0,1 0 0,1 0 1,-1 0-1,-1 1 0,-3-1 193,4 0 0,-4 0 0,-1 0 0,3 0 0,4 1-209,-8-1 1,3 1 0,3-1-1,1 1 1,2 0 0,-1 0-1,-2-1 1,-1 1 0,-3 0 205,4-1 0,-4 1 0,-1 0 0,0-1 0,2 1 0,2 0-15,-6-1 0,2 1 0,1 0 0,1 0 0,1 0 0,0-1 0,1 1 0,-2 0 0,0 0-82,0 0 1,0 0 0,0-1 0,0 1 0,0 0 0,-1 0 0,1 0 0,-2-1 0,0 1 81,7 0 0,-2 0 0,0 0 0,-1 0 0,1 0 0,1 0 0,2 0 10,-4 0 0,1 0 0,2 1 0,1-1 0,0 0 0,-1 1 0,0-1 0,-1 0 0,-1 0 1,-1 0 0,-1 0 0,-1-1 0,0 1 1,-1-1-1,0 1 0,-1-1 0,0 1-11,7 0 0,0 0 0,-1 1 0,-1-1 0,-1 0 0,-1 0 0,3-1 0,-1 1 0,-1-1 0,-1 1 0,-2-1 0,4 0 0,-3 0 0,0-1 0,0 0 139,3 1 0,1-1 0,0 0 0,0 0-139,-5 0 0,0 0 0,1 0 0,0 0 0,0 0 222,3 0 0,0 0 0,1 0 0,0 0 1,1 1-223,-5-1 0,1 1 0,1 0 0,0 0 0,0 0 0,-2 0-86,-2 0 1,0 1 0,-1-1 0,0 0-1,1 0 1,0 1 85,1-1 0,1 1 0,-1-1 0,1 1 0,1-1 0,-1 1 0,4 0 0,0 1 0,0-1 0,0 1 0,1 0 0,-1-1-15,1 1 0,-1 0 0,1-1 0,0 1 0,-1 0 0,-1 0 15,-4-1 0,0 1 0,-1-1 0,-1 1 0,1-1 0,-1 0-211,5 1 0,-1 0 0,0 0 0,0 0 0,-2-1 211,6 2 0,-2-1 0,0 0 0,1 0-139,-6 0 1,0 0 0,0 0-1,1-1 1,0 1 138,-1 0 0,-1 0 0,1 0 0,1 0 0,1 0 0,3 0 0,4 0 0,1 0 0,-2 0 0,-3-1 0,-7 0 0,-4 0 0,-5 0 0,6 0 0,2-1 0,8 1 0,5 0 0,2 0 0,-1 0 0,-5 0 0,-8-1 0,3 1 0,-7-1 0,6 0 0,-5 0 0,6 1 0,4-1 0,2 0 0,-2 1 0,-3-1 0,-5 0 0,9 0 0,-5 1 0,5-1 0,-8 0 0,6 0 0,1 1 0,1-1 0,-3 0 0,-4 0 0,7 0 0,-6 1 0,5-1 0,-1 0 0,5 0 0,1 1 0,-4-1 0,-9 0 0,-2-1 0,-2 1 0,13 0 0,5 0 0,-10-1 0,-3 1 360,-5-1 0,-1 0-1080,-9 0 1085,3-1 0,-26-2 0,-10-2 0</inkml:trace>
  <inkml:trace contextRef="#ctx0" brushRef="#br1" timeOffset="137917">6464 15570 28771,'9'-33'-3277,"-4"13"0,-14-24 0,1 27 2034,-8-6 1,-3-1 1480,-4 4 131,-4 0 1,-3 0 339,-11 1-928,9 7 1,-6 0 0,-4 2 672,4 5 1,-5 1 0,-1 1 0,1 1-1,2-2 83,1 0 1,4-1 0,-2 1 0,-5 2-214,5 3 1,-6 0 0,-3 2 0,-2 1 0,0 1 0,3-1 0,4 1 0,6 0 372,-8 1 0,7 2 0,-6 3-481,4 0 1,-7 2-1,-4 3 1,-1 1-1,2 1 1,3 1-1,6 0-57,-1 8 1,7 1-1,1 1 1,-2 0-99,2-6 0,-3 1 0,1-1 0,2 2 1,4 2-221,1 7 1,3 4-1,4-2 1,5-3-604,0 1 1,7 3 333,5 3 0,2 8 0,2 5 0,3 0 0,4-5-213,4-1 0,4-3 1,3 1-1,2 3 305,-5-9 0,1 4 0,1 2 0,1 1 0,1-2 0,0-3 1,0-3-104,8 6 1,0-5-1,2-2 1,3-1 302,-4-6 1,2 1 0,1-2-1,3-2 1,1-2 166,6-1 0,3-3 0,1-2 1,1-1-1,-1 0 122,-2-1 1,-2-1 0,0-1 0,3-1 0,5-1 15,-8-3 1,3-1 0,3-1-1,2 0 1,1 0 0,0-1 0,-2-2-1,-2 0 1,-2-1 248,3-1 1,-2-2-1,-2-2 1,0 0-1,0 0 1,1 0 15,5 0 0,-1 1 0,2-1 0,-1-1 0,1-2 0,0-2-96,-3-3 1,2-2 0,0-1 0,0-2-1,-1 0 1,-4-1 0,-3 0 76,7-4 1,-6 0-1,-2-2 1,4-6-307,-10 5 1,3-3 0,1-2 0,1-2 0,-2-1 0,-2-1-1,-3 2 1,-6 0-232,3-9 1,-7 1 0,-4-2 0,-4-5-127,-7 5 1,-2-5-1,-2-2 1,-3-2-1,-2 0 1,-4 2-1,-3 3-80,-5-2 0,-5 2 1,-4 1-1,-2 1 0,1 1 1,1-1-27,5 2 1,2-1 0,0 1-1,-2 0 1,-5 2 0,-5 0 207,0 8 1,-6-1 0,-4 1 0,-3-1-1,-2 2 1,-1 1 0,2 1 0,1 3-1,3 2 1,4 2-73,-9-3 1,6 5-1,-1 3 1,-9-1 139,11 4 1,-5-1 0,-3-1-1,-3 0 1,-3 0 0,-1 1 0,1 1-1,-1 2 1,2 2 0,2 3-1,3 3-329,-3 4 1,2 4-1,1 4 1,1 1 0,0 2-1,1 0 1,-1-1 0,0-1 463,-2-2 1,-1-2 0,1 1 0,-1-1-1,1 1 1,0 1 0,1 2 0,2 2 0,-3 3-1,0 3 1,1 2 0,1 1 0,3 0 0,3 0-1,3-1 1,5 5 0,0 0 0,0-1 0,0 1-1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23:45.3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19798 3639 8252,'40'-11'2699,"-23"6"-2070,21-9 361,-31 7-450,-4-4-361,-4 1 181,-18-3-180,5 6 0,-23-4 0,4 6-135,8 2 0,-4 2-1116,-7 5 0,-5 1 1,2 1 1115,2-1 0,-2 2-45,-1 3 0,-8 4 0,2 0 0,6-1-215,4 2 0,2 0 215,1 1 0,-3 3 0,0 0 0,5-1 45,2 2 0,1 3-45,-6 8 0,-2 6 0,5-3 0,8-8 0,5 4 22,3 2 1,1 7 0,2 1-1,7-4-22,9 7 0,7-1 0,-5-5 0,0 0 0,7 0 0,7-7 0,6 0 0,3-2 0,-1-4 0,2-1 0,0-4 0,4 1 0,3 2 0,4 1 0,1-1 0,-4-4 0,-6-5 0,-1-3 0,2-2 0,10 0 0,2-3 0,1-4-699,1-6 0,1-6 1,-2 2 698,-8 2 0,-1 2 0,2-5 0,0-1 0,2-3 0,-1-3 0,-3-4-351,-8-4 1,-2-4-1,-2-1 1,-1 1 350,1 2 0,-1 1 0,0-5 184,-5-2 0,2-5 0,-2-3 0,-3 0 0,-4 2-214,-5-10 0,-7 1 0,0 0 30,3 0 0,1 0 0,-6-1 0,-6 4 0,-3-1 0,-6 1 0,-5 5 0,-5 9 0,-7 3 0,-3 4 0,-2 0-18,2 3 0,-1-1 0,-2 2 0,-3 3 0,-4 4-213,6 6 0,-4 2 0,-3 3 1,-2 2-1,0 1 0,1 1 1,3 1-1,2-1 159,-6 2 0,3 0 0,1 2 0,0 2 0,-3 3-338,5 1 0,-3 2 1,-2 2-1,0 2 1,0 1-1,3 0 0,3 0 1,6-1 391,-3 5 0,6 0 0,2 1 1,-2 1-1,-1 0 0,-2 2 0,0 0 1,2 1-1,4-1 0,-2 11 1,0-1-1,0 1 0</inkml:trace>
  <inkml:trace contextRef="#ctx0" brushRef="#br0" timeOffset="17681">7599 2826 10681,'14'-16'1259,"-5"6"-719,0-2 1079,-5 6-899,-2-1-451,-7 1-179,-10 6 0,-6 3 45,-13 10 0,-4 5-90,14-2 0,-1 0-45,-15 8 0,2 2-45,17-3 0,5 1-135,5 16 90,10-9 45,17-12 0,8-4 0,4-7 0,3-2 0,-2 2 0,2-1-273,5-6 1,4-3 0,-5-1 317,-9 0 0,-1-1 0,12-4 0,5-2 0,-7-1 0,10-7 0,-4-5 0,-5-4 89,-16-16-89,3 0 0,-28 17 0,-8 2-89,-21-4 89,-2 0-360,1 19 0,0 7-360,-6 9-919,9 9 1,3 4 950,8 3 1,13 23 0,21-22 0</inkml:trace>
  <inkml:trace contextRef="#ctx0" brushRef="#br0" timeOffset="17947">8377 3055 11580,'12'-1'2249,"0"2"-1979,1 5-90,-7-1 90,-5 17-180,-7-8 90,-16 25-450,-10-3 0,2 1-450,5-15 1,-1-1-2558,-7 3 2769,0 0 1,11-9-1,16-10 1</inkml:trace>
  <inkml:trace contextRef="#ctx0" brushRef="#br0" timeOffset="18414">8944 2956 11400,'13'0'1170,"3"0"-1080,-7 2 0,3 1 0,-6 0-90,2 0 90,-1-1 0,5-1 0,6-5-90,-3-1 89,18-14-89,-8-5 0,-6 3 0,-1-1 0,6-18-89,-8 6 89,-16 26 0,-4 18 0,-6 11 0,-2 25-90,8-18 0,1 1-90,-4 19-270,7-15 0,3-2-2338,3-2 2788,3 3 0,-1-13 0,-2-10 0</inkml:trace>
  <inkml:trace contextRef="#ctx0" brushRef="#br0" timeOffset="18614">8915 3223 10681,'-15'3'2698,"2"1"-2338,32-2-270,0-1-798,14-1 1,5-1 527,-10 1 0,2-2-913,14 0 1,7-2 0,-4 1-547,-8 1 1,-1-1 1380,0 0 0,3 0 0,-4-1 0,-4 1 0,-3 0 0,2-1 1,-1 1-1</inkml:trace>
  <inkml:trace contextRef="#ctx0" brushRef="#br0" timeOffset="23814">7531 3967 9422,'0'-11'2068,"0"0"-2068,-3 29 180,-2 15-135,0-6 0,0 2-45,0 4 0,-1 0 45,1-8 0,0 0-135,0 6 0,0-1-90,-1 0-359,-1 15 179,4-29 360,-1 9 0,3-15 0,1 3 0</inkml:trace>
  <inkml:trace contextRef="#ctx0" brushRef="#br0" timeOffset="24298">7406 4029 9691,'-2'-8'360,"24"0"-270,11 3 0,7 1-90,5 0 0,1 1-323,-2-1 0,1 1 323,1 0 0,-3 1 329,0 1-239,2 3 32,-33 5-77,-35 6 0,-12 1-45,4-1-45,-14 4 0,5 0 45,25-5 0,-7 2 90,37 0-90,28 1 0,-6-1 0,-6-4 0,-2 0 0,-9-1 375,3 7-375,-19-6 45,-20 5 0,-9 2-45,2-5 0,-1 0 45,-11 5 0,-1-1-430,-6 0 1,2-1 249,15-6 0,1-1-135,-6 4 0,2 0-179,1-1 449,12-2 0,16-3 0,5 0 0</inkml:trace>
  <inkml:trace contextRef="#ctx0" brushRef="#br0" timeOffset="24681">8320 4267 9871,'-13'-11'989,"-10"6"1,-7 4-810,-17 9 0,-2 6-180,6-2 0,1 3 0,2 3 0,9 3 0,18 12-90,20-20-270,29 9 180,-8-12-90,1-2 1,6-3-1370,13-9 1,1-3 1605,-18 5 0,1-2 0,2-3 0,3-2 0,-5 1 0,12-10 0</inkml:trace>
  <inkml:trace contextRef="#ctx0" brushRef="#br0" timeOffset="24931">8610 4019 9781,'-9'-3'1350,"2"12"-1350,1 7 134,1 10 1,0 3-45,0-2 0,0 1-90,0 0 0,-1 2-225,0 6 1,2-1-946,3 4 1170,5 9 0,6-17 0,8-9 0</inkml:trace>
  <inkml:trace contextRef="#ctx0" brushRef="#br0" timeOffset="25351">8983 4221 9512,'3'-14'1888,"1"3"-1348,-5 2-270,-16 13-90,-15 6-90,-1 6 0,3-2 0,-2 0-45,7-2 0,0 0-90,-1 0 0,0-1-90,-2 2 0,2-1-135,2-2-450,-1 1 541,27-17 179,3 3-180,19-14 90,-13 12 0,5-4 0,-8 5 0,0 2 0,7 10 90,-6-2-90,16 21 90,5-3 0,-1 0 0,1-8 0,3-2-540,0-6 1,0-2-46,-3 2 0,1-2 517,8-2 1,-3-3-1,5-5 1,-14 2-1,0-1 1</inkml:trace>
  <inkml:trace contextRef="#ctx0" brushRef="#br0" timeOffset="25564">9687 4434 9691,'-1'11'990,"1"-3"-720,-11 5 90,-5 3-271,-9 7-448,-7 4-91,2-5-2608,-5 4 3058,14-11 0,-12 8 0,8-6 0</inkml:trace>
  <inkml:trace contextRef="#ctx0" brushRef="#br0" timeOffset="26218">10484 4253 10141,'2'-8'990,"-2"-5"-721,-2 6 181,-1-3-270,-4 5 270,-7-1-360,2 2 90,-14 1 0,2 5 0,-21 9-180,14-1 89,-8 6 1,15 1-90,0 9 0,5-5-179,7 9 89,14-16-900,18 12 450,-2-14-1099,4-1 1,3-2 1524,10-2 1,-4-2 0,2-1-1,-3-1 1,0 0 0</inkml:trace>
  <inkml:trace contextRef="#ctx0" brushRef="#br0" timeOffset="27031">11095 4309 10861,'-11'-3'180,"-5"0"269,-2-1 1,-6 0-180,5 0 270,-10 1-360,12 1 0,-14 1-1,12 2 1,-26 8 0,11 0-180,-8 4 90,7 4-180,13-3 0,-1 4 0,12-2 90,7-5-180,17 5 90,0-9 1,19 3-1,-9-8-45,3-2 0,0-1 45,4-2 45,-3-2 0,0 0-45,4-6 0,6-3 90,-9-1 0,-5 0 0,-8 4-90,-2 1 0,-6 5 90,4 8 0,-4 0 0,2 13-90,-1-2 90,4 4 0,0-3 0,14 4 0,-10-10 0,28 6 0,-23-11 0,22 0 0,-20-5 0,3-3 0,1-1 90,2-2-90,-2-2 0,0-2 0,6-9 0,5-9 90,-9 4-90,-1-15 0,-15 19 0,6-25 90,-13 12-90,2 1 90,-6-8 0,-2 25 0,-1-12 0,1 12-90,-1 0 0,-1 4 90,0 3-90,-1 28 0,2-9 0,-1 32 0,3-8 0,2-6 0,0 1 0,1 11 90,3 8-180,4-15 0,7 8 90,-2-10-180,11 7 90,-15-26-630,18 8 450,-15-13-629,15 1-2159,-11-9 3058,1-2 0,4-8 0,-4-2 0</inkml:trace>
  <inkml:trace contextRef="#ctx0" brushRef="#br0" timeOffset="27252">11587 4234 9332,'0'6'359,"26"-2"-269,0-2 0,2-2-90,-1 0 0,2-1-360,14-1 1,-1-1-1446,-5 1 1805,-3-1 0,1 0 0,5-1 0,-14 1 0,0 0 0</inkml:trace>
  <inkml:trace contextRef="#ctx0" brushRef="#br0" timeOffset="27481">12238 4366 9242,'9'8'1169,"-4"2"-989,-5-3 90,-5 7 0,-3 2-90,-7 8-180,2-4-630,-13 14 90,11-18-2068,-13 15 2608,16-19 0,-10 8 0,5-4 0</inkml:trace>
  <inkml:trace contextRef="#ctx0" brushRef="#br0" timeOffset="28147">12956 4288 10051,'-4'-13'1529,"-3"1"-1259,-2 5 360,-12-3-450,7 5 359,-30-4-179,-3 6-270,-2 0 45,11 4 0,-1 3-90,14 1 0,0 3 0,-5-1 0,2 3-45,-10 13-90,24-5-180,14 8 180,5-12-180,16 11 180,-7-15-269,26 6 269,-18-10-90,7-4 0,3-2 45,-3-5 0,2-3 90,8-3 0,2-3-409,1-4 1,-3-2 453,-10 5 0,-2-3-45,2-6 0,-2-3 0,-7 4 0,-2-3 0,4-7 0,-2-1 45,-5 7 0,-2-1 0,1-13 0,-3 1 90,-3 3-90,-3 6 0,-1 2 90,-3 10-90,-3-4 90,-6 30-90,1-2 0,-3 22 0,2 7 0,2 3-215,1 2 1,1 0 214,4 1 45,0-4 0,2 1-135,2 0 45,-1-6 0,1-1 559,4-4-1233,12 17 359,-5-24-1619,15 9 1979,-6-19 0,9-2 0,-1-4 0</inkml:trace>
  <inkml:trace contextRef="#ctx0" brushRef="#br0" timeOffset="28568">13598 4226 11311,'-8'-11'1888,"0"3"-1528,-2 5 180,-17 7-450,10-1 90,-21 12-90,18 0-180,-3 9 90,7-3-270,10 11 180,6-16-180,9 12 180,0-17-270,24 7 270,-14-12 1,16 1-1,-8-11 0,2-4 90,6-9-90,-3-7 90,-13 2 0,-6-19 90,-17 16-90,-10-20 0,-1 23 0,-4 4 0,-1 1-180,-10 1 90,-7-1-360,7 15-360,8 7-1528,1 6 2338,9 5 0,9 5 0,5 3 0</inkml:trace>
  <inkml:trace contextRef="#ctx0" brushRef="#br0" timeOffset="29198">13882 4184 10411,'3'-13'2159,"-4"-1"-1709,-2 6-1,-4-1-359,-6 9 90,3 1 0,-10 8-90,5 4-90,-5 13-90,8-7 0,2 12-90,9-16-270,15 19 181,2-16 89,17 7 0,1-15 180,-6-7-180,17-8 90,-21-1 45,3-3 0,0-2 135,7-13 0,0 1 180,-9-9-180,-16 20 0,0-7 0,-4 13-90,-5 9 90,-10 29-90,-1 1-90,-3 7 0,-1 6-1549,2-6 1,0 0 1578,1 0 1,-1 0-91,2-4 0,0 1 0,2-5-202,-4 10 262,2-6 0,0-1-90,-1-4 12,-3 0 168,3-14-180,-7-6 180,-13-18 90,-9-14 90,5-3 0,13 1 0,4 0-90,5 2 2730,-8-16-2730,18 14 445,8-6-535,5 7-90,11 3 0,5 3-180,5-2-540,-2 4 1,7-2-1,-1 1 445,13-1 1,0 1 0,-11 2 0,1 0 0,0 1 0,0 1 0,-1-1 0,0 1 0</inkml:trace>
  <inkml:trace contextRef="#ctx0" brushRef="#br0" timeOffset="29397">15189 4259 16887,'11'9'-3277,"-19"2"2457,-6-8 1,-35 2 0,-1-5 0</inkml:trace>
  <inkml:trace contextRef="#ctx0" brushRef="#br0" timeOffset="31347">7422 5142 10951,'24'0'360,"18"0"-271,-13 2-89,-3-1 0,0 0-89,2 1-316,-2-2 0,0 1 45,1-1-2248,18-1 2608,-27 0 0,3-1 0,-9 1 0</inkml:trace>
  <inkml:trace contextRef="#ctx0" brushRef="#br0" timeOffset="31881">7384 5165 9781,'-11'-5'1260,"1"15"-1170,6-4 90,0 31-91,1 5 1,0 0-45,2-5 0,0 2 0,2-9 0,1-1-45,-1 1 0,1 1 45,1 5 0,-1-3-45,0-7 90,2 23-90,-3-31 90,1 9-90,-1-17 270,1 7-180,-3-9 90,1 3 90,-3-4 0,-2-3-270,7 4 0,2-4 0,13 3 0,0-4-45,11 0 0,2 1-45,2-1-180,7 0 0,0 0-90,-5-2-1079,5-1 0,1 0-1306,0-1 2745,-9 0 0,0 0 0,16-1 0,2-2 0</inkml:trace>
  <inkml:trace contextRef="#ctx0" brushRef="#br0" timeOffset="32934">15220 5084 10321,'21'-9'1979,"-4"-1"-1439,1 0-91,-3 1-269,-5 3 270,12-2-270,-8 4 90,30-6-135,-19 5 0,0 0-135,23-4 90,-13 3 0,1 1-1,12-1-44,-22 2 0,-1 1-45,17-3 90,-23 3-90,-1 1 0,-10 8 0,-9 12 0,-2 1 0,-8 10 0,-2 2 0,2 4 0,-1 5 0,0 2-148,6-11 1,0 2 147,1-1 0,0 3 0,0-1 0,0 16 0,1-1 0,2-9 0,0-1 0,2 4 0,1-6 0,0-10 90,3 18-90,-3-29 90,0 12-90,-3-17 0,-9 4 89,-21-13-89,2-2 0,-1-2 0,-1 0 0,-7 0-90,-6-1 1,-2 0-91,0 0-90,1 0 0,1 0-90,4 1-944,5 0 0,1 0-495,0 1 1799,7-1 0,2 0 0,-3-1 0,-4-1 0</inkml:trace>
  <inkml:trace contextRef="#ctx0" brushRef="#br0" timeOffset="34048">7818 5636 11940,'11'6'630,"2"-1"-540,4-4 90,11-1-180,-4 0 90,8-1 0,3 1 0,5 0-46,1-1 1,2 1-842,-12 0 0,-1 0 752,8 0 0,1 0-45,-1 1 0,1-1 0,-1 1 0,-2 0 0,-8-1 0,0 1-180,6 0 1,-2 0 89,-1 0-180,16 1 90,-31-2 142,8 1-142,-8-1-2256,7 1 2526,-5-2 0,-1 1 0,-5-1 0</inkml:trace>
  <inkml:trace contextRef="#ctx0" brushRef="#br0" timeOffset="34564">9607 5696 12660,'40'3'179,"-1"-1"1,-11 1 0,2-1-120,13-2 0,5-2 0,-5 1-15,-14 0 0,0 1-282,9-1 1,7 0 0,1 0 0,-6 0 281,6 1 0,-2 0-45,-4 0 0,2 0 0,-1 0 0,8 1 0,-5 0 0,-13-1 0,-3 1-28,1 1 1,-4 0-872,-5 1-654,8 1 1553,-8-4 0,-14 0 0,4-2 0</inkml:trace>
  <inkml:trace contextRef="#ctx0" brushRef="#br0" timeOffset="34981">12489 5683 10141,'-11'2'2879,"1"0"-2340,28 3-449,-7-4 45,12 1 0,4 0-45,2-2 45,12 0 0,3 0-1062,-18 0 1,0 0 986,10 0 0,4 0 0,-3 0-60,-4-1 0,2 1 45,0 0 0,6-1 0,1 0 0,-5 0-554,7 0 1,0 0 478,5 0 0,3 0 0,-5-1 30,-12 1 0,-2 0-270,6-1 0,-2 1-180,3-1-1079,-7 0 1691,-24 0 0,-5 1 0,-1-1 0</inkml:trace>
  <inkml:trace contextRef="#ctx0" brushRef="#br0" timeOffset="38799">18700 6343 9512,'11'-4'3276,"0"3"-1695,-3 3-1401,-3 4-90,-2 0 0,1 2-90,-1 0 90,2 8-1,-1-7 1,3 14-90,-2-4 90,3 12-90,-2-5 90,0 4-90,-2-14 0,-1 3 0,-1-13 0,-1 4-90,0-1 0,-1-1 0,-1 2 90,0-4-89,0 1 89,-1-2 0,1 0 0,-4-1 0,-3-1-90,-9 0 90,3-2 90,-10 2-90,10-2-90,-22 3 90,14-1 0,-21 3 0,21-3 0,-22 4 0,24-3-90,-26 4-90,24-3 90,-10 0 0,11-1 90,5-1 0,1-1-90,6-1 180,3-5-180,5 0 90,3-6 0,4-1 90,-2 3-180,3-8 90,-3 8 0,3-11 90,-3 9-90,3-12 0,-4 11 0,2-9 0,-3 7 0,2-5 90,-2 2-90,1-1 0,-1 5 0,1 2 0,-2 3 0,1 1 0,0 0 0,0 0 0,2 2 0,2 0 0,2 1 0,3 0 0,4 0 0,1-1 0,3-1 0,-3 0 0,11-3 0,-13 2 90,17-7 0,-10 4-90,-2 0 180,-1 0-90,-7 3-90,-2 1 0,1-1-90,-4 3 90,1 14 0,-3-7 0,-1 12 90,-7-9-90,2-2 0,-1 3 0,1 0 0,0 0 0,-1 1 0,2-1 0,-1 1 0,1 5 0,1-2 0,1 0 0,0 2 0,0-7 0,0 4 0,0-3 0,1 1 0,1 1 0,0 2 0,2-3-90,-3 1 90,2-4 0,-2-1-90,1 0 90,-1 0-90,0 0 90,1 0 0,0 0 0,2 3 0,0 0 0,1 2-90,-2-3 180,-1-2-90,-1 0 90,-1 1-90,-16-5 0,4 1 0,-15-5 0,12 2 0,-9-2-90,-5 0 90,-1-1 0,0 1 0,6 0-90,9 1 90,-3 0-90,7 0 90,-2 1-180,3-2 180,6-3 0,9-3-90,2 0 90,17-7 0,-13 7 0,26-18 0,-21 13 0,16-14 0,-20 15 0,8-12 0,-13 14 0,5-9 0,-10 13 0,1-1 0,-34 21-90,10-3 90,-9 9 0,-1 1 0,8-2-90,-13 13-90,25-18 180,16-9 0,9-9 0,20-18 0,-11 3 0,1-6-180,-13 12 90,-26 13-180,-7 14 91,-16 15 89,12 1 0,23-9 0,28-14 90,-2-5 0,1-8 0,1-4 0,10-16 0,-2 1 0,-4-9 0,-21 18 90,3-10-90,-9 15 0,-2-4-90,-16 18 90,1 5 0,-10 10 0,12-2-90,2 11 90,8-13-90,2 10 90,2-15 0,11 6 0,-5-9 0,9 1 90,1-13-90,-4-3 0,1-2 0,-13-3 0,-5 9 0,-6-1 0,-11 8-90,3 2 90,-11 6-90,14-2-360,-10 10-269,12-6-1620,0 5 2339,11-8 0,2-4 0,2-2 0</inkml:trace>
  <inkml:trace contextRef="#ctx0" brushRef="#br0" timeOffset="41164">12447 5046 8252,'4'-9'990,"-3"0"-630,-3 2-271,-4 2 361,-4 0-270,-9 2 0,-4 3-90,-12 8 0,12 0 0,-1 3-776,-19 11 731,10-1 0,-1 6 45,4 12 0,2 2-45,4-10 0,2 3-15,8-1 0,2 4 0,6-4-30,9 13 30,10-13 0,7 5 0,-1-5-30,0-7 0,3-1 22,5 2 1,6 4-1,1-1 1,-4-5-699,2-1 1,1-4 705,6 3 0,6 0 0,-2-3-30,4-4 0,0-4 30,-7-3 0,3-2 0,-1 0-30,6 0 0,2-2 45,-9-4 0,4-1 0,0-1 0,-5-1-45,3 0 0,0-2 45,0-1 0,7-1 0,-1-1 0,-5 0 0,0-1 0,-1-4 0,-1-1 0,6-4 0,0-1 0,-7 2 0,2-2 0,-2-5-10,-10 0 1,5-5 0,0-3 0,-4 0 0,-6 2 24,-7-1 0,-5 1 0,-1-3-669,2-4 1,1-3 0,-3 0 0,-5 4 653,-8-8 0,-10 3 45,-2 9 0,-5 0 0,-6 3-618,-15 0 1,-7 3 0,0 1 527,10 2 0,0 1 0,-6 1 36,1 6 0,-7 0 0,-2 2 0,1 1 0,5 3-261,-1 0 0,3 3 0,-7 1 237,10 1 1,-6 1 0,-4 0 0,0 1 0,0 1 0,2-1 0,6 1-13,-4 0 0,6 0 0,-1 1 0,-7 1-120,8 1 0,-5 0 0,-3 1 0,-2 1 0,-2 0 0,2 1 1,1 0-1,3 0 0,6 0-700,-13 3 1,6 2 0,1 0 0,-3 0 451,7-2 0,-4 1 0,-1 0 0,1 0 0,3 0 1,5 1 367,-6 4 0,6 1 0,0 0 0,3 0 0,1 0 0,0 1 0,-3 1 0,1 0 0,-1 0 0</inkml:trace>
  <inkml:trace contextRef="#ctx0" brushRef="#br0" timeOffset="41918">10043 5242 10771,'-16'-11'-630,"-1"1"360,-3 2 180,-22-1 180,6 3-90,3 3 0,0 2 0,-6 3-1093,7 4 1,-6 3 0,4-1 941,7 0 0,-1 2 181,-8 6 0,-4 2 0,6 0 295,11-3 1,4 2-266,-3 7 0,-1 3 0,5 2-15,7 11 0,4 0 0,-4-2 0,7 3-16,20 3 1,11 4 0,0-8-255,-6-13 0,4-2 247,2 1 1,6 3-1,1-1 1,-4-5-23,1-4 0,2-4 30,10 3 0,6 0 0,-4-3-30,-8-4 0,0-2 0,-1-1 0,4 0 0,1-2 0,-2-1 30,-2-2 0,-2-3 0,1 0-296,8 0 1,1-1 0,-2-2 265,7 0 0,-2-4 0,0-4 0,-4-5 794,-11 2 1,-2-3-795,6-6 0,-4-5 0,-8-2 0,-4-2 0,-6 6 0,-6-3 0,-9-7 0,-7-5 0,-1 4 0,-1 6 0,-4-1 0,-6-4 0,-6-5 0,-3 0 0,3 7-377,-5 0 1,-6 4 376,4 5 0,-5-2 0,-4 0 0,-3 2 0,-1 3 15,5 8 0,-3 2 0,-1 2 0,-1 1 0,-1 1 0,-1 0-266,2-1 0,-2 1 0,-1 0 0,0 0 1,0 1-1,0 1 0,2 1 251,-4-1 0,1 1 0,1 1 0,0 0 0,1 2 0,0 2-15,2 2 0,-1 2 0,1 1 0,2 0 0,3 1 0,4 0-13,-2 1 0,6 1 0,-3 3-287,-7 4 0,-3 4 0,1 1 0,7-1-315,2 0 1,4 2 629,-2 4 0,0 5 0,8-2 0,7 16 0,9-16 0,1 1 0</inkml:trace>
  <inkml:trace contextRef="#ctx0" brushRef="#br0" timeOffset="42731">8467 5231 9242,'-26'-16'-90,"7"6"90,-14-3 90,11 8 45,-10 0 0,-1 0-45,-7 1-46,0 0 1,-2 2 45,2 2-30,1 3 0,-7 4 0,5-1-960,11 1 0,-1 0 900,-6 1 0,-3 1 0,3 3 0,3 6 0,4 5 90,-1 11 0,2 3-90,3-7 0,5 2 30,8-1 0,3 4 0,5-4 14,5-5 1,6 1-15,6 7 0,4 5 0,1-5-30,-1-4 0,4-1 30,5 5 0,6 1 0,-1-5-30,-5-8 0,4-3 22,3-2 1,5 1 0,2 0-1,-5-3-350,4-2 1,-1-1 327,2 1 0,4 0 0,-3-3 0,-5-5 0,0-4 79,1-2 0,4-2 0,0-1-49,1-2 0,1-1 0,1-4-8,-5-4 1,1-2-1,-1-3 1,-3 2 22,11-6 0,-8-5-45,-16-2 0,-4-4 0,-7 3 0,-9 7 0,-6-2 30,-7-11 0,-6-6 0,0 4 14,-1 5 1,-5 1-45,1 6 0,-6-4 0,-3 0 0,0 2 0,4 5-418,0 3 0,2 4 0,-5 0 418,-7-3 0,-7-2 0,-4-1 0,0 3 0,3 4 0,1 4 0,0 4 0,0 2 0,1-2 0,-1-2 0,0 0 0,0 0 0,-1 4-90,-6 4 0,-3 4 0,3 2 0,7 2-45,6 1 0,3 5-645,-9 7 1,-2 6-1,9 2 780,17 3 0,7 3 0,-5 8 0,7 2 0,17-10 0,-1 1 0</inkml:trace>
  <inkml:trace contextRef="#ctx0" brushRef="#br0" timeOffset="54181">12532 5270 10951,'-8'-9'1529,"-5"0"-1439,-2 8 0,-2-1 90,-5 5-90,5 0 0,-20 9 0,4 5-90,-1 3 89,6 9-89,19 4 90,3-5-90,13 13 0,2-22 45,9 1 0,3 0-45,10-1 0,11 7 90,7-17-90,-23-7 45,-1-2 0,2-3-45,8-6 90,9-11-90,-8-8 0,-11 2 0,-8-12 90,-21-5-90,-1 9 0,-18-10 0,7 27-90,-19-8 90,16 15-180,-16-3-269,14 12-811,-4 6-988,12 0 269,7 6 1979,10-6 0,11 6 0,0-2 0</inkml:trace>
  <inkml:trace contextRef="#ctx0" brushRef="#br0" timeOffset="54430">13038 5359 10951,'9'-3'599,"-4"2"1,-2-1 0</inkml:trace>
  <inkml:trace contextRef="#ctx0" brushRef="#br0" timeOffset="55164">13303 5178 10681,'15'-14'1529,"-2"3"-629,-7 5-721,-7 22-179,0-8 180,-11 32-90,-2-4-90,1 1 0,2-11 0,0 0-90,-4 9 0,-3 3 0,4-9 90,6-15-179,0 1-1,4-9 90,6-7 0,6-6 90,3-4 0,2 2-90,-8 6 90,6-1 0,-2 2 0,3 0 0,5 0-90,-2 1 90,8-2 90,-2-2-180,-4 1 90,8-8 90,-16 5 0,16-21 90,-15 12-180,6 20 0,-12 3 45,-5 30 0,-3 8-45,1-4 0,-2-9 0,2 1-810,10 11 450,-3-32-2248,8 15 2608,-5-25 0,7-2 0,0-2 0</inkml:trace>
  <inkml:trace contextRef="#ctx0" brushRef="#br0" timeOffset="56214">13659 5205 10051,'7'4'2969,"-6"0"-2879,-8 5-90,-3-1 179,-6 7-179,8-6 90,-10 17 0,12-5-90,-1 0 0,8 5 90,11-8-90,0-2 0,15 4 0,-12-12 0,21 9 0,-20-10 0,22 9 90,-17-6-90,2 1 0,-7 3 0,-19-1 0,2-1 0,-23 6-90,8-10-180,-14 7-179,6-6-721,-8 4-2107,5-6 3062,2 0 0,14-5 0,5-2 0</inkml:trace>
  <inkml:trace contextRef="#ctx0" brushRef="#br0" timeOffset="56467">13661 5245 10861,'-14'-10'1529,"10"-3"-1349,6 6 90,23-7-90,13 2-360,-13 4 0,1 1-462,5-1 1,0 0-168,13-2 809,-14 4 0,-1 0 0,9-1 0,-12 3 0,1-1 0</inkml:trace>
  <inkml:trace contextRef="#ctx0" brushRef="#br0" timeOffset="56697">14304 5231 10861,'14'6'1349,"-2"0"-719,-6-4-91,3 3-449,1-1-90,1 1-989,3 3 89,-6-4 900,5 4 0,-13-2 0,0 2 0</inkml:trace>
  <inkml:trace contextRef="#ctx0" brushRef="#br0" timeOffset="57718">9839 5360 10591,'-9'-6'720,"-1"2"-631,-5 5 1,2 2-90,-1 1 90,4 1 0,-8 7 0,6-4-90,-12 15 90,16-3 0,-1 0-90,11 6 90,18-6 0,10 1-90,0-6 0,14-10 0,-24-5 90,27-7-90,-11-13 90,-2-9-90,-14-13 0,-18 14 0,-23-7 0,8 23-90,-15-7 90,7 13-90,-6 2-90,6 4-629,-8 7 359,15-1-1529,-8 6 810,15-4 1169,0 1 0,5 2 0,3 1 0</inkml:trace>
  <inkml:trace contextRef="#ctx0" brushRef="#br0" timeOffset="57964">10113 5462 10681,'9'-2'-3148,"1"0"3148,3 0 0,-7 2 0,2-1 0</inkml:trace>
  <inkml:trace contextRef="#ctx0" brushRef="#br0" timeOffset="58664">10535 5321 11760,'-11'-1'720,"2"-1"-540,-11 22-90,2-3-90,-9 7 90,-8 7-90,15-13-180,-14 14-90,16-13-90,-3 8-90,6-6 270,15-3 91,4-10-1,16-6 0,8-9 90,-4 0 0,6-3-90,-11 4 90,6 1 0,4 4 0,8 1 0,-10 3 0,7 1 90,-9-3-90,18-5 0,-14-1 269,10-17 91,-22 6 0,3-8-270,-12 12 0,-13 36 0,1-12-90,-5 14 0,-1 2 0,0 4-450,-1 14-2698,7-9 3148,7-11 0,4-13 0,4-9 0</inkml:trace>
  <inkml:trace contextRef="#ctx0" brushRef="#br0" timeOffset="59117">10986 5363 10051,'20'-6'2249,"1"2"-1350,-8 0-719,-2 5 0,-11 7-90,-2 1 180,-12 11-270,7-9 90,-6 11-90,8-11 0,-2 11-90,4-9 90,3 7 0,2-10-90,9 2 90,4-5 0,8 1 0,-2-2 0,12 2 0,-16-4 0,15 6 0,-21-5-90,6 9 90,-12-6 0,-4 12 0,-6-11 0,-11 10-180,-4-7-180,-8 3 91,3-6-1261,-12 2-179,18-8 1709,-7 1 0,12-5 0,1-1 0</inkml:trace>
  <inkml:trace contextRef="#ctx0" brushRef="#br0" timeOffset="59351">11054 5326 10951,'-12'-3'899,"1"0"450,1-3-1169,10-2 180,14-5-360,6 1-90,24-6-270,-15 9-1214,4-3 0,1 1 1519,5-2 0,-11 2 1,-1 1-1,4-4 0</inkml:trace>
  <inkml:trace contextRef="#ctx0" brushRef="#br0" timeOffset="61685">7951 5329 10591,'-10'-6'899,"0"1"-809,-1 3 0,-3 3 0,1 1 0,-1 3 90,-9 6-90,9-3 0,-17 13 0,12-3 0,-4 9-90,6 2 0,7-7 90,6 6-90,11 0 90,0-7-90,12 9 0,-6-20 90,21 8-90,-14-12 90,19 1-90,-11-8 0,8-4 90,-3-5-90,-7-1 0,-1-9 0,-11-10 0,-5 4 0,-13-14 0,-4 21 0,-20-18 0,13 21 0,-17-10-90,13 16-540,-4 2 360,1 5-180,7 4-629,1 3 1079,6 4 0,2 0 0,4 1 0</inkml:trace>
  <inkml:trace contextRef="#ctx0" brushRef="#br0" timeOffset="61964">8193 5445 10141,'12'0'2339,"-1"1"-1889,-1-1-900,-2 3-719,-1-1-990,-1 1 2159,2-1 0,-4 0 0,0-1 0</inkml:trace>
  <inkml:trace contextRef="#ctx0" brushRef="#br0" timeOffset="62251">8463 5315 10861,'-8'-7'1979,"-1"8"-1889,7 9 0,-1 3 89,4 19-179,-1-13 0,0 21-179,-1-19-1261,-2 25-1837,0-16 3084,0 8 1,-3-7-1,3-5 1</inkml:trace>
  <inkml:trace contextRef="#ctx0" brushRef="#br0" timeOffset="64347">10183 4685 10861,'-1'-7'809,"26"2"-674,12 3 0,12 0-68,-4 1 1,6 1-1,2-1 1,-4 1-888,-11 0 1,-2-1 0,1 1 0,2 0 552,7 0 1,2-1 0,2 1 0,1 0 0,0 0 296,-7 0 0,2 0 0,0 0 0,-1 1 0,0-1 0,-3 0-53,8 0 1,-3 0 0,0-1-1,3 1-22,-3 0 0,5 1 0,1-1 0,-2 0 0,-3 0 1,-9 0 321,12-1 1,-8 0-1917,3 1 1,-7-2 1467,-14 0 1,-11-1 0,-5 0 0</inkml:trace>
  <inkml:trace contextRef="#ctx0" brushRef="#br0" timeOffset="64731">12597 4656 9691,'31'-1'1530,"-8"0"-1441,14 1 1,15 0 0,2 0-910,-6 0 1,3-1 0,0 1 0,-1-1 290,-7 1 1,-2-1 0,1 1 0,5-1 476,-8 0 1,4 0-1,3 0 1,0 0 0,-1 0-1,-1 0 1,-4-1-743,9 0 1,-4 0 0,-1-1 0,3 1 793,-4 0 0,3 0 0,-1 0 0,0 0 0,-3 0 0,0-1 0,-2 0 0,-1 1 0,-4-1 0,13-1 0,-1 1 0</inkml:trace>
  <inkml:trace contextRef="#ctx0" brushRef="#br0" timeOffset="75846">20533 4265 8972,'-9'-6'1169,"-5"-2"-719,5 5 90,-6-3 449,3 2-89,1 1 449,-2-1-1259,31 2 90,10 0-135,8 0 0,4 1-45,-13 0 0,0 0-135,14 0 0,-3-1-45,-2 1-360,-5-1 0,0 1-89,-3 0 629,21-1 0,-34 2 0,6 1 0</inkml:trace>
  <inkml:trace contextRef="#ctx0" brushRef="#br0" timeOffset="76064">20531 4401 10321,'-6'7'-360,"3"1"450,6-2-90,3-1 180,25 0-180,17-4-450,-18-2 1,3-1-725,7-1 1,-1-1 1173,-11 0 0,-1-1 0,5-1 0,-1-1 0,17-4 0</inkml:trace>
  <inkml:trace contextRef="#ctx0" brushRef="#br0" timeOffset="76617">22157 3981 9422,'-19'-7'1978,"2"2"-1168,10 2-180,7-3-540,4 3 90,23-2-91,14 1-44,-13 2 0,2 0-181,2 0 1,1 1 180,-8 0 0,0 0-45,2 1 0,0 0 0,15 1 0,-9 1 0,-5 1 0,-49 12 0,4-6 0,-11 3 0,-3-1-90,-11 4-61,16-5 1,1 0 150,-14 12 0,15-1 0,12-2 0,32 10-90,3-10 90,7 1 0,2-1 0,12 2 0,-1-1 0,1-1-90,-3-1 90,-8-3 0,-4 2 0,-13 1-2,-18 6 2,-15-8 0,-8-3 0,-11 2 0,-3-1 53,2-2 0,-2 0-293,-1-1 0,-2 0 0,5-2-210,9-1 1,3-2-1190,-15 3 1,11 1 1445,26-3 0,30-4 1,14-1-1</inkml:trace>
  <inkml:trace contextRef="#ctx0" brushRef="#br0" timeOffset="76784">23825 4292 11940,'9'-9'1799,"-1"2"-1169,-4 2-91,-1 1-3816,1-1 2457,4 9 1,-19 0 0,0 8 0</inkml:trace>
  <inkml:trace contextRef="#ctx0" brushRef="#br0" timeOffset="78952">18240 6440 12300,'-6'16'270,"-1"1"-180,0 3-90,1-4 90,-3 6-90,4-3 0,0-2 90,2 4-90,3-12 0,0 5 0,0-9 90,0 6-90,0-4 0,0 1 90,-1 0-90,1-3 90,-1 1-90,-3-1 0,0-1 0,-5-2 0,-1 0 0,-2-1 0,0 1 0,-1-1 0,-6 0 0,-1 0 0,-1-1 0,1 0 89,6-1-89,0-1 0,1 1 0,3-1 0,-4-2 0,4 1 0,-4-2 90,6 1-90,-1-2 0,2-1 90,3-3 0,9-10-90,-1 7 90,19-22-90,-13 23 0,12-17 0,-9 14 0,-1 1 0,-2 1 0,-4 7 0,-2 1 0,0 0 0,0 0 0,8 5-90,2 1 180,4 2-90,-5-1 0,3-1 0,4 0 0,11-1 0,-1-1 0,5 0 0,-15 0-270,0 1 270,-10-1 0,-3 1 0,-3 0 0</inkml:trace>
  <inkml:trace contextRef="#ctx0" brushRef="#br0" timeOffset="80235">17785 6410 9332,'9'4'1079,"-2"1"-989,-3 8 90,2 3-90,-1 0-90,1 0 90,-1 3 0,-2-5 0,1 8-90,0-8 0,0 7 0,0-11 90,0 10-90,0-9 90,-2 7-90,1-10 0,-2 0 90,-1-2 449,1 0-359,-4-1-180,-7-6 90,-6 0-90,0-5 0,-4 3 0,-8 1 0,-1 0 0,-11 0 0,4 2 0,3-1 0,8 1 0,3-1 0,10 1 0,-1-1 0,-1 1 0,2-1 0,10-5 90,7-4-90,5-1 0,5-3 0,-9 2 0,5-7 0,-3-5 0,0-1 0,-4 6 90,-2 2-180,-2 6 90,-1-1 0,-1 2-90,2 3 90,2 2 0,5 2 0,8 0 0,13 2 0,-7 0 0,8-1 0,-2 1 0,-2-1 0,2 0-450,-10 2 450,-22 6 0,3-2 0,-15 5 0</inkml:trace>
  <inkml:trace contextRef="#ctx0" brushRef="#br0" timeOffset="86064">15337 1577 7443,'0'-12'809,"-1"-3"-539,1 5-90,0-2 720,1-8-271,0 2-269,2-5 360,0 1 449,-1 3-809,0 3 449,-2-1 271,-1 5-811,-9 44-179,4-11 0,-3 20 0,-1 7-508,6-21 0,-1 3 454,-1 3 0,-2 8 0,-1 4 0,0-2 0,2-4-431,0-3 0,0-3 1,-1 5 412,0 7 0,-3 6 0,1 3 0,-1-3 0,2-8-18,-3 6 0,1-1 36,1-8 0,0 6 0,-1 2 0,0 0 0,0-6-36,0 4 0,-1-5 0,1 3 22,0-1 0,0 2 1,-1 1-1,1-2 0,-1-4 1,0 0 0,0-2-1,2-5-22,-2 4 0,0-2 0,-2 5 0,0 3 0,1-6 0,-5 10 45,6-13 0,0-1-45,1-3 90,-5 15 0,11-31-90,-2 7 270,4-15 530,8-7-710,-1-4 1310,6-5-1400,5 1 0,-4 4 0,21-4 0,-3 4-1019,1 1 1,7-1-1,-2 1 1019,-2 1 0,3-1 0,0 1 0,7-1 0,4 1 0,1-1 0,-2 0-470,0 2 0,0-1 0,0 1 0,0-1 0,0 1 470,1 0 0,-1-1 0,1 1 0,1-1 0,1 1-191,-6 0 0,1 0 0,2 0 0,0 1 0,0-1 0,-2 1 0,-1-1 173,5 1 0,-3 0 0,0 0 0,1 0 0,4 0 18,-8 0 0,4 1 0,1-1 0,1 0 0,0 0 0,-1 0 0,-1 0 0,-2 1 0,0-1 0,-2 0 0,-1 1 0,0-1 0,1 1 0,1-1 0,3 1 0,3-1 0,2 0 0,-1 0 0,-2 1 0,-3-1 0,-5 1 0,8-1 0,-7 1 0,4-1 0,-4 1 0,5-1 0,1-1 0,-2 1 0,-7 0 0,6 0 0,-3 0 60,2 0 0,4 0 0,-9-1 30,0 2 135,-8-2 0,-1 1-45,-4 0 269,22-3-179,-31 2 1511,13-2-1691,-15 2 2526,3 0-2526,-6 0 2886,-2 0-2886,1-3-90,-4-6 0,2 1-45,-1-12 0,0-7 45,2-7 0,1-2-284,1-1 1,0-4 283,-2 9 0,0-4 0,-1-2 0,0 1-1093,-1-9 1,-1 0 0,0 0 1016,1 0 1,1 0-1,-2-3 76,-3 5 0,0-3 0,-2 0 0,0 2-665,-1-3 0,-2 2 0,0-2 642,0 3 1,0-2-1,-1-1 1,0 1-23,-1 4 0,-1 0 0,0 0 0,-1 0-133,-1-2 1,-1-2 0,0 1 0,-1 3 147,-1-3 0,-1 3 0,-1 1 66,3 7 1,0 1 0,-1 2-82,-3-5 0,1 6-135,1 5 180,1 2 1857,2 9-1947,-1 17 90,-1 0 0,-1 7 0,-11 5 0,8-5-90,-25 7 90,8-5-158,-1-3 1,-8 1-1,1-1 158,-1 0 0,-4 0 0,8-2 0,-5 1 0,-2-1 0,-1 1 0,1-1-292,2-1 0,1-1 1,0 1-1,-2-1 1,-2 0 291,2 1 0,-2-1 0,-1 0 0,-2 0 0,0 0 0,-1 0 0,1-1-190,3 1 0,0 0 1,-1-1-1,0 1 1,0-1-1,1 0 0,0 1 1,1-1 174,-7 0 0,2 1 0,0-1 0,0 0 0,0 0 0,-2 0-136,3 0 0,-1 0 1,-1 0-1,0 0 1,1 0-1,0 0 0,1 0 106,-4 0 0,2 0 0,-1 0 0,2 0 0,0-1 1,1 1 8,-2 0 0,1 0 0,1 0 0,-1 0 0,0 0-24,2 0 0,-2 0 0,-1 0 0,1 0 0,4 0 0,4 0-120,-5 1 0,4-1 0,1 1 54,-1 0 1,-1-1-1,4 1-54,0 0 1,3 0 443,-13 4-3541,33-3 3507,24 2 0,17-5 0,0 0 1,0 0-1</inkml:trace>
  <inkml:trace contextRef="#ctx0" brushRef="#br0" timeOffset="86514">16180 1421 10321,'-1'-15'270,"0"-1"90,0 10 89,1-3-179,1 3 540,0-2-450,1 21-180,-6 19-1,0 0 1,-1 7 0,-1-1-958,-2 7 1,-1 5 867,1-9 0,-1 5 0,-1 4 0,0 1 0,1-3-36,2-3 0,0-1 0,0 1 0,1-1 0,-1 0-383,-1 0 0,0-1 1,0 1-1,0 0 1,1 1 372,1-2 1,1 2 0,0 1 0,0-2 0,1-3 0,0-5 0,0 14 0,0-1-23,2-5 1,-1 5 0,1 0-1,1-8-67,1-7 0,1-1-15,0 3 0,0 3 0,0-7-119,3 3-901,7 13 451,-2-33-2070,11 1 91,-5-19 2608,8-7 0,5-13 0,4-4 0</inkml:trace>
  <inkml:trace contextRef="#ctx0" brushRef="#br0" timeOffset="86868">16868 1603 11041,'7'-21'-360,"-2"5"810,-2 8-360,0 13 269,-1 15-269,0 3 45,0 4 0,-1 2 45,0 4 0,-1 2-1198,-1-1 0,1 2 1,-2 0 1062,0 10 0,-1 4 45,-1-7 0,0 5 0,-1 1 0,1-5-60,0-8 0,1-4 0,-1 5 24,0 6 0,-1 5 0,0 3 0,1 0 0,-1-4-431,1-2 1,0-3 0,1 0 0,-1-1 376,0 1 0,1 0 0,0 0 0,0-1-23,0 4 1,0 0-1,2-2 1,0-4-651,1 6 0,1-4-137,0 5 1,1-2-830,2-17 1,0-5 1557,1-6 1,0-10 0,-2-5 0</inkml:trace>
  <inkml:trace contextRef="#ctx0" brushRef="#br0" timeOffset="87217">17695 1451 10591,'-33'-33'-450,"8"8"540,16 16 0,12 17 0,0 1 180,11 30-90,-6-7 29,-3 0 1,0 7 0,-2-3-852,0-4 0,-2 2 761,1 13 1,-1 6 0,-1-5-30,-1-9 0,-2 2 22,2 2 1,0 6-1,0 3 1,-1-5-23,0-1 0,1-2 0,-1 1-68,1-3 1,0 2-1,0-1 1,1 0 37,0 8 0,0-1 0,2-2-30,0-9 0,0-3 0,2 2 0,-1 7 0,2 2 0,0-2-120,1-5 0,1-2 0,0-2-45,0 4 0,2-2-1504,5 3 1,1-5 1625,-2-6 0,6 6 1,-13-28-1</inkml:trace>
  <inkml:trace contextRef="#ctx0" brushRef="#br0" timeOffset="87681">15062 2182 10411,'-22'-4'180,"0"0"809,6 0-629,2 0 0,2-1-90,21-2-90,4 2 0,14 0 0,8 0-121,-3 1 1,3 1 0,4 0-841,4 0 1,3-1 0,3 0-1,2 0 811,-5 0 0,3 1 0,2 0 0,1-1 0,-1 1 0,-2 0-393,-4 0 0,-1 0 0,-1 0 0,1 0 0,1 1 0,4-1 373,-7 0 0,2 0 0,2 0 0,0 1 0,2-1 0,0 0 0,1 0 0,-1 1 0,0-1-144,-3 1 0,1-1 0,1 1 1,0 0-1,-1-1 0,1 1 1,0 0-1,-1 0 0,-1 0 1,-1 0 133,5-1 0,-2 1 0,0 0 0,-1 0 0,0-1 0,1 1 0,1 0 0,1 0-93,-1 0 1,1 0-1,2 0 1,2-1-1,-1 1 1,-1 0-1,-1 0 1,-3 0 0,-3 0-1,-4 1 93,14-1 0,-9 1 0,0 0 0,6-1 4,-5 1 1,4-1-1,4 0 1,0 0-1,-1 0 1,-5 1-1,-5-1-64,10 0 0,-8 0 0,3 0 15,3 0 0,4 0 0,-3 0 0,-12 0-674,6-3 1253,-72 2-1434,-18 2-193,6 1 1,-6 0 0,2 1 1029,-3 1 0,1 1 1,1-1-1,-2 0 1,3 1-1,-2 0 1,1 1-1</inkml:trace>
  <inkml:trace contextRef="#ctx0" brushRef="#br0" timeOffset="88102">14978 2443 9781,'-32'0'-225,"-1"1"1,-14-1 224,8 1 90,11 0 179,4 1 361,4 0-180,33 2 90,18-1-271,7-1 1,6 1-1013,-7-2 1,3 0-1,3-1 833,-1 1 0,1-1 0,4 1 0,4-1-26,-9 0 0,2 0 1,3 0-1,1 0 0,2-1 1,0 1-1,2-1-279,-8 0 1,1 1-1,1-1 1,2 0-1,0 0 1,0 0-1,0 0 1,0 0-1,-1 0 1,-1 0 224,0 0 0,-1 0 0,-1 1 0,0-1 0,0 0 0,0 0 0,1 0 0,1 0 0,1 0-155,-1-1 1,2 1 0,1 0 0,2-1 0,0 1 0,-1-1 0,0 1 0,-2-1 0,-1 0 0,-4 1-1,-2 0 163,12-1 0,-6 0 0,-2 0 0,1 0 0,5-1-123,-7 2 1,3-1-1,4 0 1,1-1 0,0 1-1,0 0 1,-3 0-1,-3 0 1,-4 0 104,3-1 0,-6 1 0,-2 0 0,2 0 0,4-1-38,0 0 0,4 0 0,4 0 0,1 0 0,-1 0 0,-2 0 0,-5-1 0,-6 1-22,7-1 0,-8-1 0,2 1 268,3 0 1,4 0 0,-5-1 0,-14-2-1108,-14-5-553,-43 3 1452,-12 3 0,17 4 0,-1 2 0,-14 0 0</inkml:trace>
  <inkml:trace contextRef="#ctx0" brushRef="#br0" timeOffset="88884">14582 2804 10231,'-15'1'-360,"1"0"1170,-1 0-1,48 8-494,10-5 0,14-1-195,-18-1 0,8-1 0,3 1 0,3 0 0,0-1 0,-1 0-589,-7 0 1,1 0 0,0-1 0,0 1 0,1-1 0,0 0 0,0 0 391,-2 0 0,0 0 0,0 0 0,0 0 0,2 0 1,-1 0-1,2-1 0,1 1-37,-2-1 0,2 0 0,1 0 0,1 0 0,0-1 0,0 1 1,0 0-1,-2-1 0,0 1 0,-2 0 125,1-1 0,-1 1 0,-1 0 1,-1-1-1,-1 1 0,1-1 1,1 1-1,2-1-170,0 1 0,1-1 1,1 0-1,0 1 1,0-1-1,1 0 1,-1 0-1,0 0 1,-1 1 168,-4-1 0,0 0 0,0 1 0,-1-1 0,1 0 0,-1 1 0,0-1 0,0 0 0,0 0-115,4 0 1,1-1 0,0 1-1,-1-1 1,1 0 0,-1 0 0,-1 1-1,-1-1 143,1 1 1,0-1-1,-2 1 1,1-1 0,-2 1-1,1 0 1,0-1 110,5 0 1,1 0-1,0 0 1,-2-1-1,-3 1 1,-4 0 59,10-2 1,-6 0 0,-6 0 610,-12 0 0,-1-1-1000,7-1 0,-3 0-1370,-12-1 1550,-7 7 0,-8 0 0,0 5 0</inkml:trace>
  <inkml:trace contextRef="#ctx0" brushRef="#br0" timeOffset="89884">15298 2614 10051,'-9'-2'2069,"15"-2"-1979,-2 2-90,16-3 90,1 3 0,9-1 0,9 0 0,5 0-90,6 1 90,-7 1-90,-10 1 0,-11 2 90,-15 2-90,-12 6 0,-1-1 0,-21 7 0,-3-2 0,-12 6 0,9-5 0,-4 3 0,14-5 0,-5 4 90,16-3-90,5-4 0,23-1 0,16-7 0,13-1-240,-17-1 1,0-2-31,14 0-1259,-9-2 0,0 0 1529,3-2 0,-9 2 0,0 0 0,0-1 0</inkml:trace>
  <inkml:trace contextRef="#ctx0" brushRef="#br0" timeOffset="91614">17183 3007 11760,'4'-9'1260,"1"2"-1081,3 4-89,1 0 0,7-2 0,-5 2-90,5-2 90,-1 0 0,8-6-90,-3 2 90,11-12-90,-11 2 90,-1 1-90,0-4 0,-13 12 0,7-8 0,-8 8-90,-1 10 90,-4 2 90,-9 48-90,6-32-270,0 18 0,1-1 1,1-18-1890,3 26-1118,1-34 3264,2 4 0,-3-10 0,0-2 1</inkml:trace>
  <inkml:trace contextRef="#ctx0" brushRef="#br0" timeOffset="91814">17297 3073 10231,'-9'1'180,"52"5"-2249,-1-6 2069,-8 1 0,1-1 0,14-8 0,-20-2 0</inkml:trace>
  <inkml:trace contextRef="#ctx0" brushRef="#br0" timeOffset="92314">17457 2716 9332,'-33'-16'1169,"8"4"-539,-9 5-450,15 4 89,-16 5 1,-7 3-180,11 1 0,-1 3-843,-1 0 1,-3 2 0,1 1 797,-8 8 0,3 3 0,8-5 0,3 2 0,-6 15 0,5 1 44,4 2-44,9-3 0,3 0 695,11-3-740,12 3 0,6 0 0,6 0-30,2-10 0,6 3 0,-2-5 30,-6-8 0,2-3-177,6 3 1,4 1-1,-2-3 177,1-5 0,0-2-30,0 0 0,2-1 0,2-2 30,5-3 0,1-3 0,-2 0 0,9 0 0,0-3 0,-2-4 0,2-3 0,-5-4 0,-4-11 0,-4-1 0,4 2 0,-4-3 0,-10-10 0,-10-4 0,-15 11 0,-8-1 0,-4-10 0,-7 0-30,0 14 0,-4 1 0,-3 3 30,-6-1 0,-4 3 0,1 3 0,5 3 0,0 3 0,-3 2-45,-6 2 0,-5 3 0,0 1 0,5 2-90,-4 1 1,0 2-249,5 2 1,-6 0 0,1 1-1,6 1-337,-1 3 1,3 2 719,-1 0 0,-2 2 0,3 1 0,1 1 0,2 1 0,-6 4 0,-1 0 0</inkml:trace>
  <inkml:trace contextRef="#ctx0" brushRef="#br0" timeOffset="93117">15123 2524 9961,'6'-7'540,"1"-1"180,-5 4-541,-5-1 1,-11 7-180,-7 1 135,-8 10 0,-3 3-45,-6 4-1729,-1 5 1,2 2 754,5 4 974,9 2 0,7 4 250,14-10 1,4-1-341,-3 5 0,6 0 0,16-1 0,7-4 45,2-5 0,5-2-45,3-2 0,5 0 0,0-2 0,-4-3 0,0-2 0,2-2-141,-2-1 1,2-1 0,0-1-1,0-3 141,-3-2 0,1-3 0,-1-1 0,-2 0 30,1 1 0,-1-1 0,0-2-30,11-8 0,1-4 0,-9 0 0,-16 5 0,-4-4 30,3-12 0,-1-8 0,-9 1-30,-15-1 0,-9-2 0,1 0 0,-2-3 0,-7 3 22,-4 10 1,-5 2 0,-3 2-1,-1 2-22,-3 1 0,-3 2 0,-1 2 0,2 1-60,-7-4 0,1 2 0,-2 3-98,6 8 1,-1 2 0,0 2 0,6 2-203,-2 2 0,-1 4 360,2 2 0,-5 2 0,0 2 0,2 0 0,1 1 0,3 1 0,-3 1 0,-3 2 0,-1 0 0,1 0 0,0-1 0</inkml:trace>
  <inkml:trace contextRef="#ctx0" brushRef="#br0" timeOffset="112181">13182 5908 7353,'9'1'3276,"-2"2"-1515,-4 5-1491,-2-2 90,-2 12-181,-1-4 271,-7 33-360,2-13 0,-1 5 0,1 0 0,2-3-90,-1-5 0,1-2 0,2-9 90,-5 24 0,5-19-90,-1 9 0,1-4 90,2-18-90,0 10 90,2-14-90,-1 0-2339,0 0-89,-2-15 2428,-3 0 0,-4-12 0,-1 6 0</inkml:trace>
  <inkml:trace contextRef="#ctx0" brushRef="#br0" timeOffset="112787">13169 6012 10321,'1'-15'450,"1"-3"269,0 5 541,0-5-900,-2 4-271,-7 13 91,-8 11-180,-2 5 45,-1 2 0,-2 2 45,-11 7-45,8-4 0,0-1-45,-5 5 0,8-6 0,11-11 0,15-6 0,34-14 0,2-4 0,-15 4 0,3-2 0,9-6 0,-2 1 0,-6 2 0,2 0 0,-1 1 0,-5 4-90,-2 5 180,7 22-90,-17 3 0,0 7 0,-1 0 0,-1-1 0,2-2 0,4-1-450,21 0 181,-7-2-1081,12-8 1350,-17-18 0,-5-3 0,1-6 0</inkml:trace>
  <inkml:trace contextRef="#ctx0" brushRef="#br0" timeOffset="114716">20176 5021 9062,'-11'-2'1709,"2"-1"-270,1 0-1349,16-2 90,-2 2-180,36-4 0,-17 4-270,23-3-270,-20 4-1079,8-1 1619,-13 2 0,-7 0 0,-11 0 0</inkml:trace>
  <inkml:trace contextRef="#ctx0" brushRef="#br0" timeOffset="115134">20077 4995 9961,'-13'-1'1439,"6"2"-1169,-1 6-90,6 12 0,-1 18-90,2-3 0,1 1 0,0 3-45,-1-4 0,0 1-45,1-3 0,0 2 45,-2 13 0,0-2 45,-2-6-45,2-9 0,-1 0-45,-2 5 180,2-7-90,1-7 449,1-4-269,3-8 0,12 1-180,6-5 0,11-3-90,19-4-360,-16 0 0,2 1-733,-3-2 1,1 1 0,0-1 1051,16-1 1,-1 0 0,-14 1 0,0 0 0,-1-1 0,8 0 0,1-1 0</inkml:trace>
  <inkml:trace contextRef="#ctx0" brushRef="#br0" timeOffset="116031">24515 4795 10681,'14'-5'2069,"2"0"-1799,15 3-91,-1 0 1,2 2-180,10-1 45,-12 1 0,0 0 90,2-1 0,-3 1-45,-3-1 180,11-2 0,-2 3-90,-17 11-90,6 4-90,-17 7 90,-13 11 0,-5 4-90,5-11 0,-1 0 44,-4 12 1,0 1-45,2-1 0,1-2-1386,-1 9 1386,4-17 0,1-1 90,-2 13-90,4-1 0,-3-8 90,4-1 360,-3-12-90,-3-8-1,-22-2-359,7-5 1477,-27-4-1702,17 1 0,-2 0-225,3 0 0,-2 0 90,-3 1 1,-2 0-1280,-10 1 1,3 1 982,1 1 1,0 0-1,-2 0 1,-3 2 0</inkml:trace>
  <inkml:trace contextRef="#ctx0" brushRef="#br0" timeOffset="118500">18512 4961 10321,'-4'-11'450,"-6"-2"-90,0 5-180,-3-1-91,-1 6 91,-22 13-180,9 0 45,-2 3 0,-3 4 0,8-2 0,0 2-45,-11 8 0,0 2 45,7 0 0,3 0 0,3-5 0,3 0-45,10 5 0,5-2 0,7 0-90,5 8 0,15-11 90,-8-13-90,18 3 90,-16-9-90,24-5 90,-14-6-90,5-1 90,-14-11 0,-17 5-90,0-6 1,-5 8 89,1 2-90,4 1 90,2 4 0,12-4 0,-3 6 0,11-1 0,-8 4 0,4 10 0,-8 7 0,-5 19 0,-9 0 0,-4 11-270,4-13 90,1-7-900,9-8 1080,6-12 0,2 1 0,4-5 0</inkml:trace>
  <inkml:trace contextRef="#ctx0" brushRef="#br0" timeOffset="119084">18744 5009 9602,'-23'-11'2608,"5"1"-2428,27 4-90,15 4 0,7 0-90,-3 2 0,-1 0 0,0-2-405,12 1 0,-1-2 135,-12 1-1369,10-2 1,-12-1 2397,-28 2 410,7-2 90,-25 11-989,9-1 450,-5 24-360,3 5-180,3-2 0,0 3-91,2-4 1,1 0-810,1 9 1,2-3-2558,6 7 3017,3-9 0,10-20 0,-1-7 0</inkml:trace>
  <inkml:trace contextRef="#ctx0" brushRef="#br0" timeOffset="122585">3935 3319 10501,'8'-8'3148,"-11"-2"-2878,-7 6 270,-12-2-1,-14 4-314,10 3 0,-1 0-135,-20 3 45,2 3 0,-3 4-45,5 5 0,1 1-90,0-3 0,0 2-60,10 1 0,-1 2 0,7-1-30,-1 4-90,8 3 0,8 1 0,25 0 0,17 9 180,3-19-45,-5-11 0,3-6 0,5-10 1,1-7 44,-7 1 0,1-3 0,0-4-227,2-7 0,-1-5 0,-5-2 227,-3-1 0,-5-3 0,-5-2 0,-8 5 0,-4-1 0,-3-1 0,-2 2 0,-4-3 0,-2 2 0,-3 1-30,-3-2 0,-1 1 0,-3 7 30,-1 3 0,0 15 0,-4 40 0,21 12 0,6 9 0,1-1 0,2 3 0,1-2-125,-1-9 1,2-1 0,1 1 124,2 8 0,0 3 0,1-5-1119,2-1 0,1-3 1074,-3 0 0,1-1-270,5-1 0,-1-5 46,-2-12-200,17 13-2139,-12-21 2608,10-3 0,3-8 0,2-4 0</inkml:trace>
  <inkml:trace contextRef="#ctx0" brushRef="#br0" timeOffset="123064">4490 3309 11490,'-13'-1'360,"-19"-1"270,3 1-90,-19 2-271,3 7-179,11 0 45,3 7 0,0 3-45,-1 12-45,6-3 0,3 1-135,8 10 0,11-5-90,37-6 90,12-16 60,-9-9 0,7-2 0,-2-3 30,4-3 0,-1-6 0,2-6 0,1-5 0,-10-3 90,-13-3 0,-10-4 0,-7-15 0,-15 1-45,-16 16 0,-12 8-195,-3 9 0,-6 4 0,3 6-210,-1 4 1,2 7-661,7 4 1,-2 4 0,10 1 1019,3 18 0,16 7 0,19-11 0</inkml:trace>
  <inkml:trace contextRef="#ctx0" brushRef="#br0" timeOffset="123720">5197 3218 10951,'-11'-8'629,"-4"-1"-359,3 0 539,-12 1 1,-2 0-630,4 2 180,-17 3 0,-3 5-180,9 10-135,7-5 0,0 3 45,7 8 0,4 3-180,5 14-45,10-6 0,5 1 45,19 6 0,12-5 0,-3-23 0,-1-4 0,0-2 90,-3-1 0,-1-2-90,7-9 90,-9-3 0,-1-4 45,-1 1 0,0-2 135,2-7 0,-4 0 180,1-9-181,-14 59-269,-7 8 1,-1 8 89,-1 2 0,0 5 0,-2 1-126,1-6 0,-2 1 1,0 0-1,0-1 126,0-4 0,-1-1 0,0-1 0,-1-1 60,-3 5 0,-1 0 0,-1-5-15,-3 0 0,-2-7 45,-17-3 90,-15-19-90,12-10 0,0-4-90,6 2 0,-1-2 119,-1-6 1,-3-4 0,4 0 15,7-2 0,3-1-90,-7-11 0,5-2 45,10-8-90,30 8 0,9 2-300,-8 15 1,4 0 51,5-2 1,7-3 0,3 0 0,-1 1-573,-1 3 1,-1 1 0,1 1 0,0-1-1,-1 0 1,0 0 0,0 0 0,0 0 680,3-1 0,1 1 1,-2 0-1,-4 1 0,1 0 1,-3 0-1,8-3 0,0 0 1</inkml:trace>
  <inkml:trace contextRef="#ctx0" brushRef="#br0" timeOffset="123897">6004 3315 15538,'9'6'-1093,"-20"0"1,-10 2 0</inkml:trace>
  <inkml:trace contextRef="#ctx0" brushRef="#br0" timeOffset="139233">20989 5265 8522,'-3'-15'2609,"-6"-2"-2340,2 4 1,-5 1 270,-3 4-90,-8 1-270,-1 0-45,-1 4 0,-4 4-46,-10 4 1,-1 3-45,6-3 0,-1 3-15,-2 3 0,-2 4 0,5 0 15,9 4 0,4 0-45,-6 0 0,6 2 45,12 4 0,7-1-45,10-3 0,8 2 0,7-1 45,2-9 0,6-3-1138,2-1 1,5-2 0,-2 0 1079,2-2 1,1-2 12,7-7 0,5-3 0,-8-1-36,-14 1 0,-2-2 36,12-5 0,4-3 0,-6-2 45,-11-3 0,-3-1-45,6 2 0,-8-3 0,-26-18 0,-11 3-90,-5 13 90,-18-6 0,-2 7 0,7 19-225,-3 5 0,-1 4-944,-3 16 539,-3 0 630,22 15 0,25-13 0,7 10 0</inkml:trace>
  <inkml:trace contextRef="#ctx0" brushRef="#br0" timeOffset="139500">21568 5435 10861,'20'8'270,"-10"4"-90,-27 19-180,-2-5-90,-11 9-1170,10-17 1,0-1 1259,-2 2 0,-15 13 0,19-15 0</inkml:trace>
  <inkml:trace contextRef="#ctx0" brushRef="#br0" timeOffset="140017">22429 5149 10501,'-2'-16'2339,"-2"6"-1890,-32 12-269,7 11-90,-16 6 0,19 1 0,3 1 0,1 7-90,-8 11 0,44 7 0,18-22 0,3-5 0,6-5 0,5-11 0,4-8-214,-6-4 1,3-3-1,-3-2 214,-10 1 0,-2-1 0,0-1 0,14-7 0,-9-5 45,-25-11 0,-13-1-45,-7 15 0,-7 3 0,-6-4 0,-5-1 0,0 5 0,1 6 0,-3 6-90,-8 5 0,-5 5 0,4 4-855,3 10 1,3 4 944,-4 3 0,4 2 0,12 1 0,10 0 0,18 17 0</inkml:trace>
  <inkml:trace contextRef="#ctx0" brushRef="#br0" timeOffset="140267">23478 5351 11580,'14'-4'1889,"-1"5"-1529,-24 22-180,-3 8-540,-3-6 0,-3 0-179,-4 7-2738,-9 5 2792,21-23 0,-11 10 0,10-10 0</inkml:trace>
  <inkml:trace contextRef="#ctx0" brushRef="#br0" timeOffset="140785">23938 4978 11041,'-10'-7'180,"-1"0"-1,5 3 541,-2 0-630,21-2 0,-3-4-90,13 0 180,1-17 0,-11 10-90,3-8 90,-5 7-180,-7 10 90,4-4 0,-6 27-90,5 10 44,1 9 1,0 3-45,1-7 0,2 0-360,6 10 1,1-3-1170,-2-13 0,1-4 1529,11 10 0,-7-14 0,-12-11 0</inkml:trace>
  <inkml:trace contextRef="#ctx0" brushRef="#br0" timeOffset="140997">23881 5260 10771,'3'6'2339,"25"-2"-2429,21-4-585,-12-2 0,2-1 675,5 0 0,0 0 0,-8-2 0,0 0 0,2 1 0,0-1 0</inkml:trace>
  <inkml:trace contextRef="#ctx0" brushRef="#br0" timeOffset="148485">20928 6673 8792,'-5'-9'1259,"0"0"-899,2 3 360,1 0-181,0-1 181,0 2-180,-2-2 89,1 2-539,-2 0 0,1 1-90,-1-1 0,-3 2 0,-1 0 0,-4 3 0,0 0 0,-9 7 0,-11 9 0,5-2 0,5 5 0,1 1-90,6 0-90,-7 21 0,20-12-179,10 13 179,18-4 90,0-8 0,1-16 0,2-4 0,20-6 90,-24 0 0,1-3 45,10-8 0,-4-3-45,-3-4 45,-3-1 0,-1-3 45,-5-14 0,-9 5 0,-4-3 45,-9-4 0,-6 0-46,-4 0 1,-5 2-45,-8 2 0,-2 5-45,-15 0-135,18 18 1,-1 4-586,-7 5-2068,-12 8 719,17-1 2069,6 4 0,18-1 0,3 0 0</inkml:trace>
  <inkml:trace contextRef="#ctx0" brushRef="#br0" timeOffset="148735">21228 6729 11131,'9'-6'1439,"-1"-1"-1439,-5 2 0,-1 2 0,-1 1 0</inkml:trace>
  <inkml:trace contextRef="#ctx0" brushRef="#br0" timeOffset="149018">21524 6649 10411,'5'-9'180,"-2"1"-180,3 11 90,-4 3-90,1 18 0,-3-3 90,-3 11-720,0 3-1978,2-1 2608,2-5 0,5-1 0,0-10 0</inkml:trace>
  <inkml:trace contextRef="#ctx0" brushRef="#br0" timeOffset="149551">21563 6426 9781,'-42'-16'382,"0"0"1,10 5-1,-1 1 1,-4-1-249,-2 0 1,-4 0 0,0 0 0,2 2-439,2-1 1,2 2 0,-3 2 393,1 3 0,-3 2 0,-3 1 0,1 2 0,3 2-605,0 3 0,2 3 0,0 1 0,-3 1 545,3-2 0,-2 2 0,-2 1 0,0 0 0,1 0 0,4 0-8,-4 3 1,4-1-1,0 2 1,0 3-5,0 4 0,-1 2 0,0 3 0,4 1 0,5-2-173,3 5 0,5-1 0,2 4-70,0 1 0,0 3 0,2 0 0,6-2 45,2 10 1,14-1-204,13-15 1,9 1 0,5-1-1,1-5 113,-1-7 0,3-4 1,2-1-1,2 0-208,0 2 1,3 0 0,1 1 0,0-2 0,0-3 499,6-1 1,1-2-1,-2-3 1,1-1-1,-4-3 1,-1 0-1,0-3 1,0 0-84,1-2 1,0-1 0,-1-2 0,2-1 127,3-2 1,1-3-1,0-1 1,-2 1-46,-8 2 1,-1 1-1,-1-1 1,2-3 67,0-2 0,3-3 0,-1-2 0,-1 0 0,-4-1 119,6-8 1,-4-1 0,-1-2-98,-4 6 1,0-2 0,-1-1-1,-3-2 68,1-10 0,-4-3 0,-7 1 228,-8-6 1,-12 1-319,-5 13 0,-5 0 0,-7 2 29,-12-2 1,-9 4 0,-5 2-53,4 6 1,-5 2 0,-1 2-1,1 1-45,6 0 1,1 2 0,-1 0-1,-4 3-52,0 2 0,-4 2 0,-2 1 0,-1 1 0,2 1 0,4 2-353,-4 1 1,4 1 0,0 2 0,-4 1 382,7-2 0,-4 2 0,-1-1 0,0 1 0,2 0 0,3 1 0,-1 1 0,2 0 0,2 2 0,1-1 0,-6 4 0,0-1 0,1 0 0</inkml:trace>
  <inkml:trace contextRef="#ctx0" brushRef="#br0" timeOffset="152317">22315 6571 10321,'-7'5'1259,"3"0"-1169,-17 13 0,-5 14-90,12-9 45,-1 0 0,1 1-45,2 10 0,6-10 0,3 2-45,14 7 0,4-1-45,2 8 90,10-13 0,3-6 0,-7-14 0,21 1 0,-13-10 0,-1-6 0,0-5 0,-8-3 0,-1-3 45,3-10 0,-5-3-45,-10 8 0,-6-2 0,-9-14 0,-6 0 0,-3 12 0,-2 1 45,2-2 0,-1 1-45,-2 5 0,0 4 0,-4 3-90,-7 0-180,0 8-629,-8 11-2159,9 9 3058,5 0 0,13 8 0,10-5 0</inkml:trace>
  <inkml:trace contextRef="#ctx0" brushRef="#br0" timeOffset="152585">22783 6765 11311,'-2'-11'-820,"3"1"1,0 7 0,3 2 0</inkml:trace>
  <inkml:trace contextRef="#ctx0" brushRef="#br0" timeOffset="153247">23078 6618 10681,'4'-15'1349,"0"3"-1079,1 0 90,-2 3 0,1 4-270,-7 14 89,-6 10-89,-15 23-90,5-9 0,1-6 0,1 1-269,-4 15 179,-3-2-315,10-11 0,7-3-45,18-9 450,-11 11-90,33-32 0,7-14 0,-14 6 90,-4 1 0,2 0 0,20-5 0,-19 6 0,0-1 0,5-1 0,-1-1 180,14-9 0,-19 6-90,-4 4 0,-14 15-90,-11 23 0,-1-4 45,-5 16 0,0 2-45,5-14-585,-1 15 1,4-1 44,5-25 540,6 18 0,3-30 0,3-1 0</inkml:trace>
  <inkml:trace contextRef="#ctx0" brushRef="#br0" timeOffset="153651">23640 6638 12390,'-16'22'180,"0"0"0,2 1 0,4 0-180,1 16 0,9-5 0,29 5 0,7-8-45,-12-11 0,0 0 45,12 4 0,-4 1 0,-30-10 0,-12 8 0,-12-9-135,-8-3 0,-5-3-450,7-1 0,0-1-584,-6 1 0,1 0 1169,-16 1 0,31-6 0,8-1 0</inkml:trace>
  <inkml:trace contextRef="#ctx0" brushRef="#br0" timeOffset="153864">23696 6680 10501,'-2'-10'1079,"4"-4"-449,4 4-450,3-1 270,31-5-780,-6 6 0,8 0 0,1 0 330,2-2 0,1-1 0,0 1 0,-6 1 0,1 1 0,-1-1 0,-1 0 0,1 0 0,0-1 0,0 1 0</inkml:trace>
  <inkml:trace contextRef="#ctx0" brushRef="#br0" timeOffset="160352">24888 7236 12300,'11'0'450,"-3"0"-270,2 32-46,-2 5 1,0 6-105,-1-5 0,0 2 0,-1 3-850,1 0 1,-1 2 0,0 1 0,-1-2 554,1 0 0,-2-1 1,0 1 264,-1-5 0,0 2 0,-2 0 0,0-3-137,-1 0 0,-2-2 1,0 1 136,1 11 0,-2 1 0,0 0 30,-1-1 0,-1 0 0,-1 1 15,1-6 0,-2 2 0,1 0 0,-2-1-455,0 0 1,-1 0-1,-1-1 1,1-1 409,-1 6 0,0-1 0,-1 0 67,-1-7 0,-1 2 1,0-2-1,0-3-190,-3 8 0,-1-2 183,5-10 0,-1 1 0,1-2 815,-4 6 1,3-5-786,0 1 1170,1-3-990,5-11 3006,0-3-2823,-4-4 796,-8-8-1069,-5-6-90,-19-8-90,1 0 45,14 2 0,-4 1-45,-11-2 0,-5 1-290,10 2 1,-4 1-1,-2 0 1,-1 1 289,3-1 0,0 1 0,-2 0 0,-1 1 0,-1-1-413,3 2 0,-1-1 0,-2 1 0,0-1 0,-1 2 0,2-1 0,0 0 413,-1 1 0,0 0 0,1 0 0,0 0 0,-1 1 0,-1 0 0,0 0 0,-1 0 0,-2 0 0,1 1 0,-1-1 0,0 1 0,1 1-228,0-1 1,1 1 0,-1 0 0,1 0 0,0 0 0,0 1 0,1-1 175,3 0 1,0 0 0,1 0-1,0 0 1,0 0 0,1 0 0,-1 0-69,-6 1 0,-1 0 0,1 0 0,1 0 0,3 0 0,4-1 30,-6 1 0,5 0 0,1-1-330,1 0 0,0 0 1,5-1-850,5-2 0,3 0 324,-3 1 1,1-2 1039,-21-3 1,22-3-1,-4-1 1</inkml:trace>
  <inkml:trace contextRef="#ctx0" brushRef="#br0" timeOffset="160814">22266 9016 11041,'13'-17'2428,"-1"-2"-2248,-31 19 0,-13 8-68,-6 3 1,-8 4-1,-2 2 1,4-2-1167,3-2 0,2 0 0,-4 3 1069,6-2 0,-5 2 0,-1 2 0,-1 0 0,3 1 0,5-1-45,-9 10 0,6 1 0,1-3 0,6-6 0,1-3 0,2 4 309,-4 6 0,3 2 1,18-4-325,40-2 0,12-4 45,-3 13-75,-6-19 0,12 0 0,6-1 0,2 0 0,-4-2 0,-9-2-105,3 2 0,1-2 180,-4-1 0,8 1 0,4 1 0,-1-1 0,-5-1 0,-10-2 0,-3-2 0,-3-1 0,19 2 0,1 0 0</inkml:trace>
  <inkml:trace contextRef="#ctx0" brushRef="#br0" timeOffset="162451">11317 9754 10951,'-8'-12'270,"3"-5"179,2 5 91,3-3 180,1 6-91,0 0 181,-2-1-630,7 41-90,-5-4-45,2-2 0,0 2 0,-2 4 0,-1-1-135,1 14 0,0-10 0,1 2-45,1-7 0,3-2 45,8 18 0,22-17 90,0-24-90,4-10 90,-15-6 0,0-4 0,8-7 90,-7 2 0,0-1 180,8-13-180,-8 8 0,-6 18-180,-6 23-180,7 20 180,0 1 0,1-5 0,5-6-90,13-10 90,0-6 90,4-7 45,-15-16 0,-1-8 0,-9 4 0,-1-2 0,8-6 0,-3-4 180,-10-15 0,-7 0-135,-4 0 45,-10-2 0,-6 1-180,-1 26 0,-2 3-135,-1-1 0,-1 2-90,-11 1-1349,5 28 539,15-2 1080,-4 25 0,17-7 0,5 15 0</inkml:trace>
  <inkml:trace contextRef="#ctx0" brushRef="#br0" timeOffset="162731">12726 10037 11311,'8'-13'2518,"-2"3"-2428,-13 10 270,-16 23-315,6-4 0,-2 1 0,0 0 0,-1 3-225,-3 4 0,-3 2 0,1-1-720,-5 6 1,0 0-194,6-7 1,0 0 0,2-1 671,0 0 0,3-4 1,6-3-1,10-12 0</inkml:trace>
  <inkml:trace contextRef="#ctx0" brushRef="#br0" timeOffset="163064">13346 9698 11221,'5'-10'1349,"-2"2"270,3-2-1259,-2 25-181,-15 26 1,-7 8-360,9-11 1,0 1 119,-3-3 0,-3 2 0,3-2-1579,0 6 1,5-8-1639,4-12 3206,-2 18 1,9-34-1,-2-1 1</inkml:trace>
  <inkml:trace contextRef="#ctx0" brushRef="#br0" timeOffset="163534">13245 9692 11131,'-15'-10'1979,"0"-5"-1170,61-3-719,-24 5 0,14 5 0,13 1 0,-4 1 0,0 2 0,0 1-90,-3 0 0,1 1 0,-3 1 0,1 1 0,-7 5 0,-7 12 0,-32-1 0,-16 0 0,-6 1-45,3-2 0,0-1 45,1-1 0,0 2 0,-2 6 0,11 1 0,31 11-90,-2-10 0,6-1 0,17 2 0,5-2 0,-5-2 0,-3 0 90,-8 0 0,-12 1 45,-29 5 0,-14-2-45,-1-7 0,-6-4 0,-1 1-656,0 0 1,0-1-1,0 0 656,-12 1 0,6-3 0,13-3 0,21-6 0</inkml:trace>
  <inkml:trace contextRef="#ctx0" brushRef="#br0" timeOffset="164130">14333 9268 12030,'-38'-29'449,"9"12"1,-5 0 0,1 1-180,-11 1 0,-1 2-1329,5 0 0,-1-2 0,-6 2 1220,7 5 1,-5 0 0,-1 2 0,-1 0 0,0 0-487,3 1 1,1 1 0,-2 0 0,-2 0 0,-4 1 378,10 1 0,-3-1 0,-2 1 0,-2-1 0,-1 1 0,-2 1 0,-1-1 0,-1 1 0,0 1 0,0 0-88,8 0 0,-2 1 0,-1 0 0,-1 1 0,0 0 0,-1 0 0,-1 1 0,1-1 0,-1 1 0,0 0 0,1 0 0,-1 0 0,1 1 0,1-1 46,1 0 1,0 0 0,-1 1 0,1-1 0,0 1 0,0 0 0,0 0 0,0 0 0,0 0-1,0 1 1,1-1 0,-1 1 0,1-1 0,0 1-106,-2 0 1,0-1 0,0 1 0,1-1 0,-1 1 0,1-1 0,0 1 0,0 1 0,0-1 0,0 2 0,1 0 0,0 1 0,0 1 105,1 1 1,-1 0 0,0 1 0,0 0 0,0 1 0,0 1-1,1 0 1,1 0 0,1 1 0,1 0 0,2 1 0,1-1 0,3 1 7,-13 6 0,5 0 0,3 0 0,1 2 0,0 1 0,0 2 0,-2 2-30,7-3 1,-3 1 0,-1 2 0,0 1 0,-1 1-1,1 1 1,2 1 0,2 0 0,2 0 0,4-1 0,4 1-37,-3 10 0,3 0 0,4 1 0,5 0 0,6 2 0,5 1-57,5-5 1,5 2 0,4 2 0,3 1 0,3-1 0,4-1-1,1-4 1,3-3 15,4 0 1,4-4 0,3-3 0,4-1 0,2-2 0,2 0 0,2-1 19,-5-4 1,3-1-1,2 0 1,2-1 0,1 0-1,2-1 1,0-1 0,1-1-1,0-1 1,-1 0 0,-1-2 32,-1-1 0,-1-2 0,1 0 1,-1-1-1,1-1 0,0-1 1,1-1-1,1 1 0,0-2 1,2 1-1,1-1 10,-8-1 1,1-1-1,2 0 1,0 0-1,2-1 1,-1 0-1,2 0 1,-1-1-1,1 0 1,-1 0-1,1 0 1,-1-1-1,0 0 1,-1 0 0,-1 0-1,0-1 2,4 0 0,0 0 0,-1-1 1,1-1-1,-1 1 0,-1-1 1,0 0-1,0-1 0,0 1 0,-1-1 1,0 0-1,0 1 0,-1-1 21,4 0 0,-2 1 0,1-1 0,-1 1 0,-1-1 0,0 0 0,1-1 0,-1 1 0,1-2 0,0 0 0,0-1-52,-1-1 1,1 0-1,1 0 1,1-1-1,-1-1 1,0 0 0,0 0-1,-1-1 1,-1 0-1,-1-1 1,-1 0 0,-2-1 51,7-3 0,-3 0 0,-1-2 0,-2 0 0,0-1 0,0 0 0,2-1 0,1 0 0,-3 1 0,2 0 0,0 0 0,2-1 0,-1 0 0,1-1 0,-2 0 0,-1-1 0,-2-1 0,-2 0 30,2-4 1,0-1 0,-2 0-1,-2-2 1,-1 1 0,-2 0 0,-2 0-1,-3 1-30,2-3 0,-2 2 0,-3 0 0,-3-2 0,-4-3 161,-2-5 1,-2-3 0,-5-1 0,-6-1 0,-8 3-108,-14-2 0,-11 2 0,-7 0 0,-1 1 0,5 1 31,9 3 0,3 0 0,-1 0 0,-3 2 0,-8 0-67,1 9 0,-4 0 0,-4-1 0,-3 2 0,-3 0 0,-2 0 0,-1 2 0,0 1 0,-1 2 0,2 1-3,3 4 0,-1 2 0,-1 1 0,0 1 0,-2 1 0,1 1 0,-2 1 0,1 0 0,-1 0 0,0 0 0,0 0 0,0-1-22,1 0 0,0 0 0,0-1 0,-1 1 0,1 0 0,-1 0 0,0 0 0,-1 0 0,0 1 1,1 0-1,-2 1 0,1-1 0,-1 2-58,1 0 1,-3 0 0,0 1 0,-1 0-1,0 1 1,-1 0 0,1 0 0,0 0 0,0 1-1,2 0 1,1 0 0,2 1 0,2-1-1,2 1-3,-9 0 1,4 0-1,2 1 1,1-1 0,1 2-1,1 1 1,-1 0 0,-1 2 28,-2 2 1,-3 2 0,-1 1 0,1 1 0,2 0 0,2 0 0,5 0 0,6-1 0,-6 2 0,8 1 0,-3 1 0,-6 4 0,0 0 0,0 0 0,0 0 0</inkml:trace>
  <inkml:trace contextRef="#ctx0" brushRef="#br0" timeOffset="165233">11252 9241 11760,'12'-1'900,"0"0"359,-3-1-719,3-5 179,-3-2-179,0-7-450,-2 3 360,3-20-180,2-4-181,-1-5 1,-1-8-90,-6 14 0,-1-1 0,-1-2-191,1-4 0,-1 0 0,-2-1 161,-3 1 0,-2 1 0,-1 2-60,-3-3 0,-2 4-315,3 8 0,-1 6 46,-10 10-91,12 18-450,-2 17 271,8-3 753,0-3-484,2-5 630,0-3-180,-21-5 45,-4 15 0,-5 6-106,0-6 1,-3 0 0,0 3 30,-5 7 0,1 3 0,0-1-60,5-5 0,0 0 0,3-2 90,-10 11 0,14-15-90,23-22 0,20-17 0,19-13 0,-3 3 45,-5 4 0,1-2-641,1 0 1,4-4 0,0 0-1,-7 8 596,-10 9 0,-1 1 0,7-7 0,4-1 0,-4 2 0,8-5-212,6-1 0,0 6 212,-15 16 0,17 4 90,-24 13 0,-4 7 0,3 7-60,9 3 0,5 3 0,-2-2-75,-5 0 0,4 0-775,6-5 1,8 3 0,0-3 0,-8-8-2201,7-6 2783,2-1 1,-1-4-1,-10-11 1,2-3-1</inkml:trace>
  <inkml:trace contextRef="#ctx0" brushRef="#br0" timeOffset="172583">13700 5894 7713,'-15'-3'2788,"0"2"-2608,12 5 90,1 1 359,27 14-359,4-1-225,-8-6 0,4 2 105,7 0 0,5 3 0,1-1-435,3 1 1,3 0-1,1 1 321,-9-3 0,2 1 0,1 0 0,-1 0 0,-1-1-791,2 1 0,-1-1 0,-1 0 0,-2-1 785,3 2 0,-2-1 0,-2-1 15,10 4 0,-6-1-870,3 0 825,-14-6 0,0 0-810,19 3-2158,-16-10 2968,13 0 0,-21-6 0,-6-3 0</inkml:trace>
  <inkml:trace contextRef="#ctx0" brushRef="#br0" timeOffset="173035">14703 6165 10231,'-4'-12'1439,"12"13"-1349,9 9 0,17 15-45,-8-6 0,1 0-45,-6-4 0,-1 0 45,4 2 0,-1-1-45,15 12 0,-9-8 90,-2 3-90,-22-9 0,-41 5 0,12-10 0,-4-1-45,-19 5 0,-2 0-270,9-3 0,1 1-1324,-3 2 1,3-1 1268,-1 2 0,6 1 1,20-7-1</inkml:trace>
  <inkml:trace contextRef="#ctx0" brushRef="#br0" timeOffset="173718">15683 6300 9781,'-30'-16'1350,"12"6"-1036,-19 11 1,-1 4-315,10 3 135,-13 7 0,1 7-45,24-2 0,3 2-45,-5 4 0,3 3 0,12 3 0,7 0 0,5-8 0,4-1-45,7 0 0,2-3 90,12 3-90,-6-14 0,0-3 0,1-3 45,8-4 0,2-3 45,-14-3 0,-2-3 89,11-8 1,-5-5-90,-14 0 0,-8-3 0,-12-8 0,-10 1-45,-6 6 0,-5 4-45,-1 2 0,-1 5-90,3 5 0,0 5-719,-10 7-2429,8 9 3238,7-1 0,10 5 0,12-7 0</inkml:trace>
  <inkml:trace contextRef="#ctx0" brushRef="#br0" timeOffset="173968">16030 6418 13199,'6'-8'-820,"8"8"1,-6-1 0,9 6 0</inkml:trace>
  <inkml:trace contextRef="#ctx0" brushRef="#br0" timeOffset="174568">16614 6307 11221,'-19'-12'1259,"-4"-2"-540,3 7-539,-10 2 0,-12 4-90,8 5 0,-12 7-90,18-1 45,5 2 0,1 1-135,-5 7-90,-2 14 0,32-5 90,19-6 45,5-13 0,4-5 0,-2-3 1,-1-3 44,0 0 0,1-2-45,2-5 0,-3 0 45,1-2 0,-4 0 0,0-1 0,0-4 0,9-10-90,-10 5 90,-5 3 0,-7 19 0,-14 28 0,3 5-90,-6 7 180,0 2-90,1-14 0,-5 17 269,-14-10-179,-16-8 0,5-15 0,-2-5-180,5-4 0,1-2-180,-4-1 1,1-4-1370,7-4 1,3-2 1153,-2-2 0,2-15 0,22 6 0</inkml:trace>
  <inkml:trace contextRef="#ctx0" brushRef="#br0" timeOffset="175097">16732 6057 11221,'-43'-19'299,"0"0"1,12 4 0,-3 1-143,-5 4 1,-9 0-1,-1 1 1,1 1-725,9 2 0,1 2 1,-1 0-1,-4 1 605,4 1 1,-4 0-1,-1 1 1,-3 0 0,1 0-1,1 2 1,1 0-459,0 3 0,0 0 0,0 1 1,1 1-1,1 1 0,1-1 420,-5 0 0,2 0 0,0 1 0,1 2 0,0 2 18,-2 4 0,0 3 0,0 1 0,3 2 0,5 1-310,-4 10 0,6 2 0,1 0 322,-5-3 0,0 0 0,8 6-109,15-1 1,5 5-1,6 1 1,8-4 48,16 4 0,13-4 0,3 0 7,-5-1 1,3 0-1,2-2 1,4-2-142,1-6 1,3-3 0,2-1 0,0-2 0,-3-3 163,-3-2 0,-3-2 0,0-2 0,4-1 0,3-2 0,2 0 0,3-2 0,0-1 0,0-2 0,1-2 0,1-3 0,0-1 0,-1 0 0,0 1 0,-7 1 0,-1 0 0,0 1 0,2-2 0,2 0 63,0-2 0,4-1 1,2 0-1,0-2 1,1 0-1,-3-1 0,-3-2-63,-3 0 0,-1-1 0,-3-1 0,1-1 0,-1-1 0,1-1 0,6-3 0,0-2 0,1-2 0,-1 0 0,-2-2 0,-3 0 0,2-2 0,-1-1 0,-3-2 0,-5-1 0,-7-3 0,-6-6 0,-7-3 0,-7-1 0,-11 4 0,-14 3 0,-12 3 0,-7 2 0,0 2 18,5 6 0,-2 1 0,-2 3 0,-3 0 0,-3 2-44,1 3 0,-4 1 1,-3 2-1,-1 0 1,0 1-1,0 2 0,3 0-228,-1 0 1,1 2-1,0 1 1,1 1-1,-2 0 1,0 0 73,-1 1 0,-1 0 0,0 0 0,-2 1 0,1 0 0,0 2 1,0 0 179,0 1 0,-1 1 0,1 1 0,-1 1 0,2 0 0,0 0 0,2-1 0,0 1 0,2 0 0,0 1 0,1-1 0,0 1 0,-1 0 0,1 1 0,1 0 0,-1 0 0,1 0 0,-1 0 0,1 0 0,0 0 0</inkml:trace>
  <inkml:trace contextRef="#ctx0" brushRef="#br0" timeOffset="213101">5083 6465 11760,'6'6'360,"-1"1"-270,-5 2 0,-2 3 0,0 8-90,-1-6 90,-3 6-90,2-7 90,-1 5-90,2-4 270,0-1 179,2-5-89,1-2-270,6-3-90,2-1 0,6-2 90,5-1-90,-1 1 0,14-1 0,-5 0 0,8 0 0,-10 0 0,-4 1 90,-6 0-90,-2-1 90,-2 2-90,-4-5 0,-5-4 0,-6-3 90,-4-7-90,1 1-90,-5-9 90,5 5 0,-4-5 0,7 10 0,1 0-90,0 7 90,2 0 0,-3 4 0,0 0 0,-4 2 90,-14 4-90,-4 1 0,-15 4 0,15-3 0,-3-1-270,0-3-449,5-1-2558,-7-4 3196,17 1 1,6 1 0,5 2 0</inkml:trace>
  <inkml:trace contextRef="#ctx0" brushRef="#br0" timeOffset="214268">5021 6420 10051,'13'-4'-360,"-2"1"360,-1-1 90,-3 7 0,-7 4 0,-2 1 0,-8 11 0,1-3-90,-2 11 90,5-9-90,2 6 0,3 0 90,2-3-90,0 5 90,0-17 360,-1 2-360,-7-8 0,-8-3 0,-8-1-90,-8-3 90,4 3-90,-2-1 0,11 0 0,-2 1 0,8 0 269,0-1-89,2 0 0,4-2-90,4-7 0,5-1-90,3-6 90,-2 6 0,2-9 0,-5 7 90,2-9-180,-4 5 0,1 4 90,-2 3-180,1 5 90,4 2 90,8 1-90,5 0 0,23 0 0,-7 0 0,2 0 0,-6 1-180,-3 2-630,-4-1 810,2 1 0,-16 0 0,-3 0 0</inkml:trace>
  <inkml:trace contextRef="#ctx0" brushRef="#br0" timeOffset="215318">4759 6390 8972,'13'5'540,"-6"3"-361,0 13 1,-7 7-90,-4-3 0,0 9 0,-3-5-90,3-2 90,-1-9 0,3-3 90,1-8 90,2 2 0,-2-3-180,0-1 0,-1 0 0,-8 0-90,2-2 89,-13-1-89,6-3 90,-6 0 0,-5-2 0,10 0 90,-12-3 0,14 1 0,0-4 0,4 0-90,5 1 0,4-5-90,3 2 90,1-4 0,3-4-90,-1 4 90,3-4-90,1 2 0,0 3 0,-1 0 0,3 5 0,5 3 0,-1 3 0,17 3 90,-7 1-90,14 1-90,-7-2-270,2 1-630,-6-2-2287,2 1 3107,-12 0 0,-4 0 0,-8 0 0</inkml:trace>
  <inkml:trace contextRef="#ctx0" brushRef="#br0" timeOffset="216684">20164 5649 7083,'-11'3'2249,"2"0"-900,6 2-180,25 3-584,7-5 0,7 0-406,2 0 1,5 0 0,3-1-794,-2 0 1,3-1-1,4 0 1,3 0 691,-15 0 1,2-1 0,2 1-1,2-1 1,1 0 0,1 1-1,0-1 1,2 0-217,-7 0 1,2 0-1,1 0 1,1 0-1,1 0 1,0 0-1,0 0 1,0 0-1,-1-1 1,0 1 0,-2 0 156,5 0 1,-1 0 0,-1 0 0,-1-1 0,1 1 0,0 0 0,2 0 0,1-1 0,3 1-126,-9 0 0,3-1 1,1 1-1,1-1 0,2 1 1,0 0-1,1-1 0,-1 1 1,1-1-1,-1 1 0,-1-1 1,-1 1-1,-1-1 0,-1 1 124,6-1 0,-2 1 0,0 0 0,-2-1 0,0 1 0,-1-1 0,1 1 0,0 0 0,0-1 0,2 1-2,-2-1 0,0 1 1,1-1-1,0 1 1,0 0-1,1-1 0,-1 1 1,0-1-1,-1 1 1,0 0-1,-1-1 2,1 1 0,0 0 0,0-1 0,0 1 0,0 0 0,-2 0 0,-1-1 0,-1 1 0,-3 0 0,-2 0-31,14-1 1,-5 1 0,-2 0 0,-2 0 0,-1 0 57,2-1 0,0 1 0,-4-1 0,-4 1 472,11-1 0,-9 1-1686,-12-2 1199,-13 2-3307,-12 3 3318,-4 4 1,-5-1-1,-4 0 1</inkml:trace>
  <inkml:trace contextRef="#ctx0" brushRef="#br0" timeOffset="226299">243 6235 10411,'7'-6'540,"3"12"-540,-8 14 0,-2 30 90,-4-6-90,-2-13 0,-2 6 0,-1-1 45,-3 10 0,-1 0-45,2-9 0,1 1 0,0-1 45,-3 12 0,2-4 0,4-17 0,3-3 134,3 8-89,17-35-90,11-27 45,-4-2 0,0-5 0,1-5 0,-1-1 0,0 0 0,-1 2 0,-6 7 0,1 2-45,-1 10 0,1 3 0,11 2 0,21 7 45,-21 7 0,2 1-45,0 0 0,1-2 45,3-1 0,-3-1-45,7-5 0,-14-2 0,-3-5 45,-6-4 0,-2-1 45,12-11-90,-7-8 90,-16 32-90,-11 23 45,-4 15 0,1 6-45,0-2 0,0 2-111,-2 7 1,2 0 155,7-4 0,3-3-45,-1 2 0,3-6 0,0 0 0,3 3-90,0-9 0,2-1-1169,7 8 1259,9-7 0,2-23 0,5-10 0</inkml:trace>
  <inkml:trace contextRef="#ctx0" brushRef="#br0" timeOffset="226547">985 6451 11131,'32'30'899,"8"-6"1,6 1-781,-12-8 1,1 0 0,2 0-1213,8 4 1,1 0 0,-3-1 80,-1-1 1,-4 0 741,0 0 0,-5 1-1660,2 3 1930,-3-1 0,-13-8 0,-16-11 0</inkml:trace>
  <inkml:trace contextRef="#ctx0" brushRef="#br0" timeOffset="226735">1535 6481 11131,'-16'-16'0,"-5"6"134,-2 17 1,-4 8-45,0 6 0,-3 6 0,1-1-60,3-2 0,-1-1 0,1 2-1123,-5 8 1,-1 3 0,5-4 712,7-7 0,3-2-1259,-5 6 1,3-1 1489,2-2 0,-5 12 0,15-18 1</inkml:trace>
  <inkml:trace contextRef="#ctx0" brushRef="#br0" timeOffset="227351">2051 6247 11311,'-16'40'674,"5"-8"1,-1 2-540,-2 5 0,-1 2-269,0-3 1,-1 2 0,1-1 178,-4 7 0,4 0 45,1 4 0,7-4 19,10-17 0,7-5-64,15-5 0,6-6-45,13-4 30,-11-13 0,5-4 0,-3-5-30,6-10 0,-2-5 30,-9 10 0,-1-1 0,-1-1-30,8-13 0,-7 2 21,-10 2-21,9 26 0,-4 23 45,1-1 0,3 2-45,-1-4 0,1-3 0,10 0 0,2-5 45,-5-8 0,0-5-45,4-9 0,-3-7 0,-8-1 0,-4-7 0,-2-13 0,-10-6 30,-13 11 0,-5 0 0,-2-1-60,0 3 0,-1-1 0,-2 2-285,-13-12 0,-1 6-64,-5 3-2769,-1 43 3148,21 14 0,-4 19 0,13-1 0</inkml:trace>
  <inkml:trace contextRef="#ctx0" brushRef="#br0" timeOffset="227668">3135 6434 10951,'-9'-12'1169,"1"-2"-809,36 30-225,0 1 0,4 3-75,-5-2 0,2 1 0,0 1-1153,4 2 1,0 1 0,-3-3 694,0 0 1,-3-1 737,2 0 0,-3-2-1240,-1 0 900,2 0 0,-14-8 0,-11-8 0</inkml:trace>
  <inkml:trace contextRef="#ctx0" brushRef="#br0" timeOffset="227834">3503 6428 10231,'-7'-22'540,"-1"4"-270,-22 32-91,1 5 1,-3 5-150,4-1 0,-2 2 0,2-1-1123,1 0 1,0-1 0,3 0 715,-7 6 0,5-1 327,-3 10 1,15-17 0,-3 10-1</inkml:trace>
  <inkml:trace contextRef="#ctx0" brushRef="#br0" timeOffset="228331">3678 6257 10681,'-5'-21'2429,"8"1"-2160,24 5 1,19 5-225,-10 6 0,2 3 0,0 3 0,-1 2-45,-3 2 0,-6 5 0,-13 28 45,-33-11 0,-10 0-90,-1-1 0,-2 1 90,-8 3 0,3 0-45,19-11 0,3-1 0,-1 11 0,37 2 0,16-7 0,-1 0-45,-9-7 0,-4 2 45,-11 5 0,-17-1 0,-8 0-360,-10-6 1,-6-2 44,-1 0 0,-2-1-1324,-10-2 1,2-3 1304,6-2 0,3-2 0,0-1 0,-7 0 0</inkml:trace>
  <inkml:trace contextRef="#ctx0" brushRef="#br0" timeOffset="228714">0 7149 15315,'16'-1'43,"36"0"-317,-14-1 1,3 1 0,2 0 0,3-1 0,1 1 0,2-1 0,1 1 0,1-1 0,-1 1 0,1 0 0,-2-1 0,0 1 158,-3-1 1,1 1 0,-1 0 0,0-1 0,0 1 0,1 0 0,0-1 0,0 1 0,1 0 0,0-1 0,0 1-1,2-1 1,-1 1 46,-2-1 1,1 0 0,1 1-1,1-1 1,1 0 0,0 1 0,0-1-1,0 0 1,0 0 0,0 0-1,-1 0 1,-1 1 0,0-1 0,-2 0-1,-1 0 1,-2 1 67,10-1 0,-3 0 0,-1 0 0,-2 1 0,0-1 0,-1 0 0,1 0 0,0 0 0,1 0 0,2 0-83,-6 0 1,1-1 0,2 1 0,0-1-1,1 1 1,0-1 0,-1 0 0,1 0 0,-2 0-1,-1 0 1,-2 1 0,-2-1 0,-2 0 4,10-1 1,-4 1 0,-2-1 0,-2 0 0,0 0 0,1 0 0,2 0-86,0 0 1,3 0 0,0 0 0,0 0-1,0 0 1,-2 0 0,-3 0 0,-4-1-603,13 0 1,-1 1-1,-9-3 1,-16-2 994,-15-14 1,-43 7 0,-7 6-1,1 0 1</inkml:trace>
  <inkml:trace contextRef="#ctx0" brushRef="#br0" timeOffset="229498">720 5461 10771,'32'-18'809,"1"0"1,-9 5-1,-2 1 181,5-5-181,-16 9-629,-14 12 0,-19 18 0,-7 8-135,6-3 0,-1 2-75,1 0 0,-1 2 0,5-2-15,4-1 0,8-2-45,19 15 90,18-25-45,8-15 0,2-6 0,-11 0 0,-2-1 45,6-3 0,-3 2-270,4 11 1,-10 11 134,-1-1 0,1-1 45,14 6 90,4-5-90,-3-12 90,-14-7 0,10-10 90,-17-14-90,-16-7 0,-10 11 0,-6 0-1639,-3 5 1,-2 2 1625,-14 1 0,13 14 0,17 21 1</inkml:trace>
  <inkml:trace contextRef="#ctx0" brushRef="#br0" timeOffset="230464">1673 5658 11221,'-3'-14'1529,"-2"3"-1169,-26 9-360,6 13 0,0 4-90,-13 3-135,15 9 0,8 0 135,15-13-180,37 12 270,-18-26-45,14-6 0,1-4 135,-2-14-90,-10 8 0,-1 0 0,3-9 0,-12 9 0,0 22 0,3 6 90,10 11-90,16-4 45,-13-14 0,3-5-45,12-7 0,2-6-149,-15 1 1,0-3 0,0-4 178,4-7 0,0-5 0,-3-2-30,-7 3 0,-2-2 0,-4-3-23,-5-6 1,-2-6 0,-2 1-1,-2 5 23,2-3 0,-2 1-60,-6-7 0,-3-3 0,0 16-30,1 25 90,-14 13 0,5 32 0,-1 2 0,-3 9 0,0 2 45,3-7 0,-2 2 0,1 0 0,1-2-154,-2 7 0,1-2 0,-2 2 109,0 0 0,-2 4 0,1-3 0,1-8 45,2-9 0,0-4 0,-4 12 0,2-4 135,-2-4 250,23-33-340,28-31-90,-13 10 0,3-1-125,0-1 1,4-1 0,0 1 94,-1 2 0,1 2 0,0 1 30,0 2 0,0 2 0,1 3 0,16 1 0,-4 8-90,5 12 90,-22 10 0,-5 4 0,-10 16 0,-4 9 209,-16-20 1,-8-1-210,-11-4 0,-6-3 45,-1 0 0,-2-4-450,-9-2 0,2-7-1034,14-6 0,4-4 1439,-14-11 0,32-10 0,12-1 0</inkml:trace>
  <inkml:trace contextRef="#ctx0" brushRef="#br0" timeOffset="231083">2757 5628 10051,'5'16'1979,"9"-3"-1619,9-3 0,4-1-270,5-2 59,0-6 1,6-3 0,-6-3-150,6-8-45,-2-16 0,-7-4 45,-17 5-90,-31-4 1,-9 6 89,-1 21-30,-4 17 0,-7 9 0,9 1 30,4 18 0,10-11 0,-1 6 0,11-4 0,20-3 0,8-5 0,3-1 0,5-4 45,11-3 0,4-6-45,-3-8 0,1-7-175,-6-1 1,2-4 0,1-7 102,-3-6 0,1-8 0,0-3 0,-1-2 0,-2 2-488,-1-1 0,-2 1 0,-1-2 0,1-1 542,0-1 0,4-2 0,-2-1 0,-6 3 0,-11 7 343,-11-7 0,-9 18-235,-7 39 0,-5 17-30,1-4 0,-1 4 0,2 3-16,5-2 1,1 2 0,2 2 0,3-2-465,4 8 1,3-1-1,1-3 35,-2 1 1,3-4 384,7-1 0,2-11 0,-1-23 0,6 0 0</inkml:trace>
  <inkml:trace contextRef="#ctx0" brushRef="#br0" timeOffset="231235">3905 5580 11670,'10'27'-3277,"-5"-11"3062,-12-1 0,-17-12 0,-5 0 0</inkml:trace>
  <inkml:trace contextRef="#ctx0" brushRef="#br0" timeOffset="231964">953 5040 9602,'9'-3'89,"-1"-1"91,-1 1 180,0-1 450,5-2 89,-1 1 1,2-1-630,-19 29-181,-19 13 1,-8 8-30,9-9 0,0 1 0,-3 4-371,5-8 0,-1 3 0,-2 0 0,1 0 0,2-1 131,1-1 0,0 0 0,2-2 1,0 2 179,-4 10 0,1 1 0,4-5 0,5-7 0,4-4 0,1 17 0</inkml:trace>
  <inkml:trace contextRef="#ctx0" brushRef="#br0" timeOffset="309218">19071 3531 6723,'-42'-23'584,"-1"0"1,13 5-450,-13-4 0,2 3 315,27 15 0,1-1 719,1 0-449,43 5-361,13 0 1,10 0-270,-19 0 0,4 0 0,2 1 0,3-1 0,3 0-417,-8 0 0,3 0 0,2-1 0,1 1 0,2 0 0,1-1 1,2 1-1,0-1 0,0 1 347,-8-1 1,2 1 0,0-1 0,0 1-1,2-1 1,0 1 0,1-1 0,0 0 0,1 1-1,0-1 1,0 1 0,1-1 0,0 0-146,-4 1 0,1-1 0,0 1 0,2-1 0,-1 0 0,1 1 0,1-1 0,-1 1 0,1-1 1,0 1-1,-1-1 0,1 0 0,-1 1 0,0-1 0,0 1 0,-1-1 131,1 1 0,0-1 0,-1 0 0,1 1 0,0-1 0,-1 1 0,0-1 0,0 0 0,1 1 0,-1-1 0,0 1 0,-1-1 0,1 1 0,0-1 0,0 1 6,2-1 1,1 1 0,0-1 0,0 1 0,1 0 0,-1-1 0,0 1 0,-1-1 0,0 1-1,-1 0 1,-1 0 0,-2-1 0,-1 1 0,-1 0 32,11 0 0,-2 0 0,-2 0 0,-2 0 0,0 0 0,-2 0 0,0 0 0,1 0-17,1 0 0,1 0 0,0 0 0,-2 0 0,-2 1 0,-2-1 0,-4 0 106,4 0 1,-4 1 0,-3-1 0,-3 0-45,13 0 0,-6 1 45,-10-1 0,-3 1 1963,6 0-2008,-2 2 3137,-7 0-3227,-6 1 769,-3 1-679,-5 5-90,-7 14 0,-4 3 0,-9 16 0,-2-4 0,-3 4 30,3-11 0,-1 2 0,0 1-222,1 2 0,-1 2 0,1 1 1,0-1 221,-4 8 0,1-1 0,1 1-30,2-3 0,0 1 0,1 0 0,2-3 0,0-4 0,2-2 0,0 0-16,-1 5 0,0 0 1,3-4 15,2-5 0,1-5 0,1 8 90,1 2-90,-1-19 0,0 7 0,-2-9 764,-8 0-764,-15-3 0,1-2 0,-15-4 0,-8-2 0,15-2 0,-2 0 0,-4-1-374,0 1 0,-4-1 0,-2 1 0,-3-1 0,0 0 348,6-1 0,-2 0 1,0 0-1,-2 0 1,0-1-1,0 1 1,0-1-303,3 1 0,0 0 0,0-1 0,0 1 0,-1-1 1,-1 0-1,0 1 0,-3-1 319,2 1 0,-3-1 0,0 0 0,-2 0 0,0 1 0,0-1 0,-1 0 0,1 0 0,1 1 0,1-1-217,0 0 1,0 1 0,2-1 0,-1 1 0,1 0 0,-1-1 0,0 1-1,-1-1 1,-2 1 217,5-1 1,0 1-1,-2 0 1,0-1-1,-1 1 1,-1 0 0,1-1-1,0 1 1,0 0-1,1-1 1,2 1-1,0 0 8,-6 0 0,1 0 0,1 0 0,0 0 0,1 0 0,1 0 0,-1 0 0,0 0 0,0 0 0,0 0 0,0 0 0,-1 0 0,0-1 0,0 1 0,1 0 0,2 0 0,1 0 0,3 0 0,-6 0 0,2 0 0,2 0 0,1 0 0,1-1 0,1 1 0,-1 0 0,1 0 0,1 0 0,1 0 0,3-1-42,-9 1 0,2 0 0,3-1 42,5 1 0,2-1 0,1 0 0,-13 0 0,6 0 0,-3-1 0,3 0 784,16 0-874,-12 0 2024,6-1-1934,-5 1 3129,14 1-3129,2-1 309,5 0-309,0 1 0,-3-1 0,4 1 0,-17 2 0,5 2 0,-13 2 0,11-2 0,0 1 89,9-2 271,3 0 450,4-1-720,14-12 90,13-10-90,0-1 0,2-5-60,1-5 0,2-4 0,-1-3-418,-1-2 1,-1-1-1,1-5 388,-4 8 0,1-3 0,0-2 0,-1 1 0,-1 2 0,0 0 0,-1 2 0,-1 1 0,1-1 0,0-3 0,0 0 0,0 0 0,0 2 0,1-3 0,0 2 0,-2 3 0,1 0 0,-1 2 0,1-1 0,-2 2-90,3-3 90,-7 16-90,3-8 90,-5 14 0,0 1 0,-4 7 1073,1-1-1073,-2 1-180,-1 1 90,18 2-90,32 2 180,-25 3 0,5-1-597,5 0 1,9 0-1,5 0 1,2-1-1,-3 1 273,-1-1 0,0 1 0,1-1 1,1 0-1,4 0-86,-8 0 0,3 0 1,2 0-1,1 0 1,0 0-1,0-1 0,-2 1 1,-3 0 216,2-1 0,-2 1 0,-1 0 1,-1-1-1,1 0 0,0 0 0,2 0 1,2-1-1,0 0 0,-1 0 0,-2-1 1,-3 1-1,0-2 0,0 0 0,0 1 1,0-1-1</inkml:trace>
  <inkml:trace contextRef="#ctx0" brushRef="#br0" timeOffset="315300">17665 6564 9152,'0'11'450,"0"0"899,0-6-1079,4-8-91,2-4 1,10-20 0,2-7-135,-4 7 0,0-2 0,-1 4 0,-1 0-45,1-4 0,-1 0 90,5-14-90,-5 5-180,-7 12-359,-1 8-991,-3 8 1530,-1 1 0,-5 4 0,-3 0 0</inkml:trace>
  <inkml:trace contextRef="#ctx0" brushRef="#br0" timeOffset="317415">18058 6577 10591,'5'-13'450,"3"-11"-360,3-8-45,1-1 0,1-2-45,2-9 45,5 0 0,1-1-45,-6 17 0,-1 0-45,2-3 0,1-1-225,-3 6 0,-2 3-180,0 1 450,-3 8 0,-7 10 0,1 3 0</inkml:trace>
  <inkml:trace contextRef="#ctx0" brushRef="#br0" timeOffset="321931">18642 6547 8972,'-13'-1'3276,"6"-2"-2594,3-7-323,9-4-179,3-5 90,15-20-180,1 6 0,5-4-60,-7 10 0,1-1 0,1-1-111,1 2 1,1-3 0,1 1 0,-2 3 80,0-1 0,-2 2 0,1 1-45,11-12 0,-4 4-135,-1 3-539,-10 8 719,-8 9 0,-5 4 0,-2 3 0</inkml:trace>
  <inkml:trace contextRef="#ctx0" brushRef="#br0" timeOffset="325368">20848 10391 9961,'-17'-8'540,"-1"0"449,0-3-179,-2 1-360,9 5 179,-2-1-539,31 6 0,14 2-60,0-2 0,5 1 0,5 0-356,-5 0 1,5 0 0,3 0 0,1 1 0,1-1 0,-1 0 339,-1 0 1,1 0 0,-1 0 0,2 0 0,0 0 0,2 0-15,-4 0 0,2 0 0,1-1 0,0 1 0,1 0 0,-2-1 0,-1 1 0,-2-1 15,1 1 0,-2-1 0,-1 1 0,-2-1 0,1 1 0,0-1-92,7 0 1,1 0-1,-1 1 1,-2-1-1,-4 0 77,4 0 0,-4 0 0,-3 0 0,4 0 0,-4 1 0,-13-1 0,-2 0 0,10 0 0,-1 1 0,-6-1 2121,1 2-2121,-10 0 484,-4-1-574,-5 1 90,-2 1 0,-7 7 0,-4 4 0,-15 18 0,-4 6 45,4-8 0,-1 3-45,3-5 0,1-1 0,2-2 0,2-1 0,1 1 0,2-1 0,1 2 90,-2 11-90,5-18 90,0-2 0,1-11-90,-4-1 0,-16-8 0,-9-1 0,4-1 0,-1 1 0,-13-2-30,9 3 0,-5 0 0,0 0 0,-2 0 0,0 0 0,-5-1-414,4 1 0,-3 0 0,-3 0 0,0 0 0,2 1 444,1-1 0,1 0 0,0 1 0,0-1 0,-2 1-15,3 0 0,-3-1 0,1 1 0,-1-1 0,2 1 0,3 0 15,-7 0 0,2 1 0,2-1 0,1 0 0,-6 0 0,2 0 0,2 0-26,5 0 0,1 0 1,5 1 25,4-1 0,1 0-45,-16 0 0,1 0 45,16 0 0,3 0 90,-19-1-90,18 0 2110,7 0-2110,4-1 7,5 1-7,1-6 0,10 0 0,12-9 0,4 1 0,5 0 0,11-7 0,-5 2 45,-5 4 0,1-1-90,-2-1 0,-1 0-45,12-13 0,-7 7-989,-10 6 179,-10 13 900,5-6 0,-8 9 0,0 0 0</inkml:trace>
  <inkml:trace contextRef="#ctx0" brushRef="#br0" timeOffset="325701">21335 10354 10231,'12'-11'1080,"-3"3"-991,-4 12 91,-11 14-90,-8 20-90,-1-6 45,2-6 0,-1 0 45,-5 12-180,-3 6-449,3-3-2160,10-16 2699,10-5 0,3-11 0,9-5 0</inkml:trace>
  <inkml:trace contextRef="#ctx0" brushRef="#br0" timeOffset="326018">22070 10348 9512,'13'-8'1259,"-2"2"-809,-2 3 179,-7 19-179,-9 20-270,-3-9 0,-2 3-90,-4 5 0,-2-1-45,5-10 0,-2-1 45,-6 9 0,0-2-630,-3 1-1099,6-7 1,0-2 1580,2-2 0,6-8 0,9-10 1</inkml:trace>
  <inkml:trace contextRef="#ctx0" brushRef="#br0" timeOffset="361784">4298 12568 9332,'1'-19'2608,"-13"6"-2248,-21-2-225,-13 16 0,-7 5-105,13 1 0,-1 1 0,-2 2-616,5 1-1,-2 2 1,1 1 0,3 0 586,-4 2 0,3 2 0,5 2 45,-7 12 0,15 3 319,25-3 0,13 0-364,7-4 0,8-3 30,6-7 0,5-2 0,2-4-176,-5-4 1,2-3 0,1-4-440,2-3 1,4-3-1,-1-2 1,-4-2 289,-2-1 0,-3-2 0,0-2 1,3-2-1,0-1 0,-6-1 1,-7-4-1,-1 0 0</inkml:trace>
  <inkml:trace contextRef="#ctx0" brushRef="#br0" timeOffset="362164">4451 12321 10231,'3'-26'1169,"7"-2"-629,6 15-180,9-2-90,16-2 90,7 5-270,-21 8 0,-2 6-1,1 12 1,-5 8-45,-11 10 0,-7 6-15,-5 0 0,-4 2 0,-3 1-161,-1-3 1,-3-1-1,-1 1 131,-1 2 0,-1 1 0,3-3-45,2 7 0,7-4-90,4-5 0,8-5-540,15-7 1,6-7-495,-3-7 0,1-5-392,3-3 1,-1-3 1560,12-7 0,-1-4 0,4-3 0</inkml:trace>
  <inkml:trace contextRef="#ctx0" brushRef="#br0" timeOffset="363299">5374 12685 13110,'-28'0'479,"0"1"1,1 0 0,-1 2-301,-15 7 1,-1 4-135,8 0 0,2 2 0,-4 7 0,4 2-90,12-7 0,9 1-134,20 21 89,32-25 90,2-13 0,5-5 0,-4-9 0,-1-5 0,1-2 0,-4-3 0,-10 0 0,-5-2 0,-3-7-180,-11 5 180,1 32-90,6 5-90,18 19 90,7-6 90,-14-15 0,1-4 0,13-3-45,-16-4 0,1-4 45,11-9 0,-5-1 0,1-4 0,-6 0 0,-1-1 0,4-6 0,-4 1 0,1-8-90,-8 1 90,-13 20-90,4-2 90,-1 17 0,4 17 0,7 15 0,-3-6 0,2 1-90,1-4 0,0 1-90,3 3 0,-1-3 0,10 8 1,-12-5-1,-27-10 90,-16-3 90,-1-10 0,-3-1 45,0-3 0,0-1 45,-19 1-90,30-7 90,36-4-90,8-3 0,6-4 45,4-2 0,0-3-171,-7 0 1,1-4 0,-4 1 170,3-2 0,-5 0 0,-5-1 0,-6 1 314,-10-12-269,-7 22 90,-6-13-90,1 22 0,-2 11 0,21 19 376,5 6-466,14 2 0,-6-15 0,-1 0 0,5 0 0,1 2 0,-1 0 90,-4-3-90,-1 2 0,-5 2 0,-14 6 0,-22 19-45,-2-26 0,-4-3 0,1-1 0,-1-1-765,-5 0 1,2-2 809,7-2 0,-6 2 0,20-8 0</inkml:trace>
  <inkml:trace contextRef="#ctx0" brushRef="#br0" timeOffset="363597">7207 12707 11490,'-21'-1'3276,"1"0"-2864,59-4-232,7 0-594,-10 2 1,4-1 383,-7 1 0,2 1 0,-3-1-105,-6 1 0,0-1-270,19 0 0,-2 0-314,-7-1-920,-3 2 1,-1-1-1112,-4 0 2590,15-2 1,-16-1 0,1 1 0</inkml:trace>
  <inkml:trace contextRef="#ctx0" brushRef="#br0" timeOffset="364014">7767 12476 11221,'-18'-5'1709,"4"2"-630,-4-1-809,24 13 90,25 9-226,0-1 1,5 1-45,2 1 0,2 0-45,6 1 0,-2-1-90,-7-5 0,-3-2 0,-6-1 0,-2-3 45,8-2 0,-29-8 0,-29 2 0,-7 5 0,-4 3 0,3 0 0,1 2 0,-4 2 0,1 1 0,5 4 0,4-1-90,0 2-180,5-1 1,2-1-91,7-1-2917,-3 12 78,13-16 3199,1 7 0,12-10 0,3-1 0</inkml:trace>
  <inkml:trace contextRef="#ctx0" brushRef="#br0" timeOffset="364518">9395 12652 12030,'-20'-14'899,"-4"7"1,-5 5-720,-3 3 0,-4 4 0,0 1-60,-4 3 0,0 2 0,1 2-61,2 0 1,0 1 0,7 4 30,-2 13 0,16 2-45,24-4 0,13-2-180,15-1 0,7-4-225,-9-9 1,1-3-1,3-2-733,7-4 1,1-4 0,-3 0 545,-3 0 1,-2-1 0,9-5 0,-3-1 0,0 0 0</inkml:trace>
  <inkml:trace contextRef="#ctx0" brushRef="#br0" timeOffset="365250">9781 12777 11490,'10'-18'1709,"-2"-3"-1079,-4 7-180,-12-5-180,-10 13 0,-26 12-91,1 14-179,16 0 0,2 3 0,3 10-179,23 7-1,23-25 0,20-7 180,-12-9-180,14-10 180,-26 4-90,21-12-90,-25 9 90,8-3 90,-8 16 0,1 6-90,20 13 90,-2-6 0,-12-7 0,4-3 0,7-5 0,2-3-90,1-3 0,0-3-30,-2-4 0,1-3 0,-3-2-1097,2-6 0,-3-3 1172,-3-1 0,-5-4-45,-10-9 0,-6-1-409,-3-5 454,-4 2 0,-2 0-45,-3 5-7,-2 7 0,0 2 7,0 5 90,-2-2 180,-2 50-90,1 0 45,-1 15 0,2 10-46,4-11 1,3 2 0,1 0-60,0-2 0,1-1 0,3 1 30,3 7 0,3 2 0,3-8-105,4-6 0,3-7-855,7-3 1,3-8 899,14-14 0,-2-19 0,-13-12 0</inkml:trace>
  <inkml:trace contextRef="#ctx0" brushRef="#br0" timeOffset="365450">10390 12635 12660,'45'-3'404,"-8"0"1,3-1-1498,-7 1 1,1 0 0,-1 0 545,12-2 1,-2 2 0,-10 0 0,-4 1 0,-6 1 0</inkml:trace>
  <inkml:trace contextRef="#ctx0" brushRef="#br0" timeOffset="366251">10763 12807 12120,'12'7'1709,"-1"-2"-1079,11-3-1,13-5-359,0-1-270,3-4 0,-1-7-180,-15-1-90,4-15-89,-26-5 89,-15 6 180,-7 18 0,-4 7 45,0 9 0,1 5 45,-21 11-45,22 7 0,7 4-45,9 11 90,6-7 0,6 0 0,8-12 0,6-4 0,13 0 0,5-5 0,4-9 0,0-5 45,-5 0 0,1-3-105,2-8 0,3-5 0,-5-1 15,-4-2 0,-2-3-15,0-1 0,2-2 0,-6 0 15,-6-3 0,-6-1-45,-5-17 0,-19 17 1,-3 16-1,0 5 90,30 14 0,11-2 0,-1 2 0,1-1 90,17-2-180,-7-1 90,-18 3 0,-13 7 0,-7 3 0,-7 3 0,2 13 0,2-10 0,3 13-540,6-16-2737,9-6 3241,0-9 1,1-5 0,-3-3 0</inkml:trace>
  <inkml:trace contextRef="#ctx0" brushRef="#br0" timeOffset="367147">11369 12707 9422,'-4'-8'2698,"-1"-3"-2158,-2 3 269,-15-4-539,-3 7-90,-15 4 0,13 8 0,-1 5-90,6 0 0,1 4 0,-1 9 0,6 1-90,7 14 0,16-4 0,12-21 0,5-4-90,15-4 45,0-4 0,2-5 0,-10-6 0,-2-4 45,6-5 0,-3-3-90,5-9 90,-12 4-90,-16 15 90,-11 21 0,-7 20 0,2-6 0,-1 4-30,1 1 0,-1 4 0,1 2-205,1 8 1,0 3 0,2 0 264,1 0 0,1 0 0,1 1-30,1-9 0,1 1 0,0-1 0,1-4 0,3 8 0,1-4 0,-1-9 0,-1-5 90,1-5-90,-14-21 0,-29-31 0,5 5 89,8 5 1,-6-4 0,2 2-379,-3 0 0,1 1 334,-2-2 0,1 1-45,5 6 0,6 0 90,13-6 557,23 0-737,11 5 0,6-1-450,10-2 1,5-1-554,-4 1 1,3-2 0,-4 2 623,1-1 1,-2 1 0,-10 5 0,1-2 0,-5 3 0,7-6 0</inkml:trace>
  <inkml:trace contextRef="#ctx0" brushRef="#br0" timeOffset="368201">11897 12731 11311,'0'-12'1978,"1"-3"-1528,-3 7 360,1-2-630,-14 15 89,2 9-179,-9 14 90,7 14-90,14 6 0,9-3-180,19-6 90,5-23 0,-3-9 0,5-22-90,-23-7 90,3-7-90,-26-5 90,2 14 0,-5 3-90,8 6 90,14-1 0,15-4-90,15-2 90,-10 6 0,0 0 0,-5 1 0,0-2 0,5-4 0,-3 0 0,5-8 0,-2-2-90,-14 6 90,-7 7-179,-4 0 179,3 16 0,25 2-45,-4 1 0,4 0 45,3-2 0,1 0 0,3-2 0,-2 1-90,5 2 90,-17 9 0,-19 0-90,-15 24 90,4-14 0,-2 9 0,2 4 0,6-10 0,3 0 45,-2 8 0,5-2-45,7-6 0,7-5 0,5-9 0,3-6 0,13-5 0,3-5 0,-5-5 0,1-4 0,7-9 0,-4-2 0,-16 6 0,-3-1-45,-2 1 0,-3-1 45,7-11 0,-13 15-90,4-5 90,-2 17 0,-8 14 90,2 20 0,-6 12-45,2-12 0,1 0-45,5 11 0,6-6-720,12-13 90,-13-17-2647,21 1 3152,-19-15 0,5-9 0,-7-5 0</inkml:trace>
  <inkml:trace contextRef="#ctx0" brushRef="#br0" timeOffset="368414">13216 12402 12840,'0'5'-820,"-3"-5"1,10 14 0,-6-9 0</inkml:trace>
  <inkml:trace contextRef="#ctx0" brushRef="#br0" timeOffset="368764">13771 12770 12210,'12'-17'3276,"-4"-2"-2234,-10 4-233,-30 6-584,-3 13 0,-6 6-135,7 0 0,0 3 0,-1 2-120,2 0 0,0 1 0,3 3-105,-7 12 0,12 2 0,22-7 0,9-1-135,9-3 0,7-4-764,17-3 0,4-6-136,-9-4 1,-1-4 449,1 0 1,-1-2 719,-5-5 0,-3-1 0,7-6 0,12-8 0</inkml:trace>
  <inkml:trace contextRef="#ctx0" brushRef="#br0" timeOffset="369452">14071 12797 12480,'11'-14'3276,"-1"1"-2145,-9 7-771,-17 7 0,-9 8-360,-15 10-90,18-5 0,0 4-180,3 0 0,2 1-269,-1 19 269,16-6 0,28-14 270,-3-12-90,2-7 0,1-2 0,9-6 0,11-2 0,-11 2 90,-10 13-90,5 7 90,3 7 45,-11-8 0,3-1-45,0-3 0,2-5 0,15-5 0,3-7 0,0-8 0,-1-6-1093,-7 0 1,0-4 0,-4 0 1034,5-4 1,-4-3 57,-10 4 0,-1-3 0,-3 3-34,-2-1 1,-2-1 33,-3 3 0,-1-2 0,-1 2-45,0 0 0,-4 4 45,-5-7-90,-18 70 90,0 6 0,0 5 0,4-9 0,1 2 785,2 1 0,2 3 0,1-6-695,3 10-167,5-14 0,3 5 1,3-6 76,7-8 0,4-3-270,10 11 0,2-4 0,-8-15 0,2-6-1369,19-5 1,-1-7 1091,-2-7 1,-3 0 0,1-3 0,-15 2 0,-1 0 0</inkml:trace>
  <inkml:trace contextRef="#ctx0" brushRef="#br0" timeOffset="369635">15719 12808 12390,'25'-5'3058,"-3"-1"-3777,1 0 719,-6-1 0,-8 1 0,-3 0 0</inkml:trace>
  <inkml:trace contextRef="#ctx0" brushRef="#br0" timeOffset="370384">16231 12848 11311,'-40'-10'449,"13"4"91,-12-1-450,24 4 360,-33 0-180,3 5-136,3 2 1,-4 3-45,5 2 0,-1 3-60,9 0 0,-1 1 0,3 1 15,0 5 0,5 1-45,2-4 0,7 1 90,22 19-90,33-18 0,-10-7 0,6-3 0,6-7 0,6-5 0,0-4-305,-7-2 1,0-2 0,0-3 0,2-1 286,-3-2 0,2-1 0,-1-1 0,0-2 0,-2-2 18,-3 1 0,-2-1 0,0-2 0,-2 0 0,-2-3 0,-1-3 0,-1-2 0,-2-1 0,-2 0 0,-3 2-97,2-9 0,-5 2 0,-2 0 67,-1 1 0,-3 0 0,-3 5 30,-3-11 0,-16 45-90,1 31 90,0-1 0,0 4 0,4-3 0,1 4 0,1-1-124,-2 10 1,1 3 123,3-5 0,1 3 0,1-2-660,4-8 0,2-2 0,0 0 660,1 9 0,3-2 120,7 1 0,4-5-345,5-15 0,4-3-630,5 1 1,0-2-217,-3-6 0,1-3 1071,2-5 0,-1-3 0,12-6 0,-15 2 0,0-1 0</inkml:trace>
  <inkml:trace contextRef="#ctx0" brushRef="#br0" timeOffset="371066">17397 12939 11400,'-19'-9'1889,"-9"-6"-989,4-1-1,-21-4-629,15 13 0,-2 6-135,-8 4 0,-1 6-135,3 2 0,3 5-225,2 6 0,5 3-45,5 11-89,35-2 179,19-22 180,4-7-90,-2-10 0,-1-4 0,9-8 45,-8 3 0,-1 1-45,3-4 90,-6 12 0,-9 17 0,9 10 0,-10-4 0,12-2 0,-2-14 0,-3-2 45,2-6 0,1-4-45,2-6 0,-4-1 0,4-6 0,-3-1 0,-1-9 0,-2-4-287,-3 7 0,1-5 0,0 0 0,-2 0 257,-3-3 0,-1 1 0,-2-1 30,1-2 0,0 0 0,-3 4-45,-1-1 0,-5 17 45,-10 28 0,-12 30 0,-4 15 0,5-11 0,1 4 0,-1 2-104,3-9 1,-1 2 0,0-1-1,3-2 104,0 3 0,3-3 0,4-3-315,6 8 1,9-10-1325,12-20 1,4-7 1106,18 1 0,-14-16 0,0-5 0,6-9 0</inkml:trace>
  <inkml:trace contextRef="#ctx0" brushRef="#br0" timeOffset="371264">17760 12669 11490,'11'-1'810,"16"-1"-1035,9 0 0,6 0-1414,0-1 1,0 0 1091,-3 1 1,-1 0 0,-1 0 0,-3 0 0,8 1 0</inkml:trace>
  <inkml:trace contextRef="#ctx0" brushRef="#br0" timeOffset="371733">18391 12789 12210,'-7'-8'2609,"-3"0"-1980,-5 2-269,-6 2-270,-3 4 180,-24 12-450,7 4-45,8-1 0,0 3-180,7-1 1,2 2-46,-8 11 270,14-5-450,35-13 360,18-14 225,-6-2 1,1-3 178,-1-2 1,0-1 0,3-4 0,-3 0 45,3 0-90,3 14 0,-19 11-90,1 8 90,2 12-90,-9-14 90,14 16-90,-5-14-810,22 4-629,-8-11-450,7-4 1889,-8-11 0,-3-4 0,7-3 0</inkml:trace>
  <inkml:trace contextRef="#ctx0" brushRef="#br0" timeOffset="372365">19186 12696 12120,'-4'-9'2519,"3"15"-2385,-4 26 1,-1 12-45,-1 2 0,-1 4-415,2-10 0,-1 3 0,-1 2 0,1-3 355,-1 4 0,0-2 0,1-1-90,-1-2 0,2-2 0,0-3-75,2-3 0,1-5 252,0 10 0,2-49 0,0-4 0</inkml:trace>
  <inkml:trace contextRef="#ctx0" brushRef="#br0" timeOffset="372667">19093 12743 10951,'-4'-9'1439,"3"0"-989,18 2-91,13 2-224,4 5 0,2 2-45,-3 1 0,-1 3-45,7 6 0,-5 5-45,-13 12 45,-32-7 0,-9-1-45,-3-7 0,-3-3 0,-6 1 0,0-2-450,1-4 1,4-2-1081,4-1 1530,-13 0 0,47-15 0,5-3 0</inkml:trace>
  <inkml:trace contextRef="#ctx0" brushRef="#br0" timeOffset="372964">19893 12358 11670,'0'-13'2789,"-1"4"-2519,3 11 89,-16 39-239,4-13 0,-1 5 0,0 1-343,-1 4 1,-1 2 0,0 2 222,1-5 0,0 2 0,1 0 0,1-3-240,3-1 0,1-2 0,3-2-840,3 13 1,5-8-360,11-7-1838,15-16 3203,-15-12 0,15-7 0,-7-2 0</inkml:trace>
  <inkml:trace contextRef="#ctx0" brushRef="#br0" timeOffset="373147">19692 12630 10861,'-12'-4'3276,"16"-3"-1965,27-1-1041,1 2 0,9 1 0,0 0-1363,-2 0 1,-1 0 0,1 1 275,6-1 0,0 0 1,0-1 816,0 0 0,-1-2 0,-6 1 0,-10 0 0,-3 0 0,15-5 0,-1 1 0</inkml:trace>
  <inkml:trace contextRef="#ctx0" brushRef="#br0" timeOffset="391717">1809 17271 7982,'3'-39'3276,"-2"5"-1514,3 25-1583,-1 1 271,11-4-270,-3 6 180,31-4-180,-1 12-90,-4 8 0,-2 9 0,-8 7 0,-9 9-60,-12 8 0,-7 7 0,-5 1-418,-1-14 1,-3 1-1,-2 0 1,-1 1 409,-5 6 1,-1 3-1,-1-2 1,1-2-23,-1 3 0,1-3 0,3-2 0,-1 1 0,7-3-315,18-4 0,8-6 45,6-12-675,15-2 1,8-7 944,-1-12 0,1-5 0,0 2 0,1-1 0,-13-1 0,1-1 0,-1 1 0</inkml:trace>
  <inkml:trace contextRef="#ctx0" brushRef="#br0" timeOffset="392633">2696 17713 11760,'-16'-10'990,"0"3"-810,0 2 539,-25 5-539,19 1 0,-9 4 0,-3 2-90,9 3 0,1 2 0,-7 5 0,1 0-45,7-3 0,3 2 0,3 7 0,6 1-135,15 4-90,17 11 90,2-29 0,4-5 45,5-5 0,2-5 0,-4-5 0,-3-3 90,0-5 0,-5-1-45,0-9 0,1 13 0,11 28 0,-11-1 0,2 2 0,10 4 0,1-1 45,-10-5 0,1-2-45,16-1 0,4-9 0,-3-12 0,0-7-136,-12 5 1,1-1 0,-2-6 135,1-10 0,-4-7 0,-6 0 0,-5-8 0,-9-4 30,-9 3 0,-5-4 0,-2 7 15,-1 8 0,-2 4 0,-6-14 0,-1 7 45,4 16 0,3 13-90,6 29 30,5 9 0,4 9 0,0 0 15,-1 10 0,1 1-202,0-8 1,0 2-1,-1 1 187,-2 0 0,0 1 0,-1-3 15,-1-3 0,0 0-15,0-3 0,1 1 0,0-5 60,-3 10 387,6-18-387,14-34 0,5-12-90,-5 6 0,0-4 0,11-10 0,3-6 0,-3 3 45,-8 6 0,1 1-75,1-1 0,4-2 0,-2 10 30,19 10 0,-14 10 0,-1 6 244,-1 16 0,-5 7-244,-6 0 0,-8 3 45,-15 11 0,-12-1-15,-4-19 0,-7-3 0,-1-3-30,-6 2 0,-2-3 0,0-3-270,0-3 0,-1-3 0,3-4-1369,-5-5 1,7-4-1639,8-9 3071,18-2 1,32 0 0,2 4 0</inkml:trace>
  <inkml:trace contextRef="#ctx0" brushRef="#br0" timeOffset="393214">3533 17931 12030,'22'-4'3276,"7"2"-2935,15-3 0,5 0-611,-8-1 0,-2-3-120,-4-3 0,0-5 1,-5-1 119,-2-5 0,-8-5 45,-4-11 0,-10-1 135,-22-7 1,-13 10 89,-12 37 0,17 18 0,-9 7 44,27 15 1,9 4 0,2-16 0,4 0-45,2 4 0,3 2 0,2-5 45,5-5 0,5-9-45,17-5 0,3-13-60,-15-12 0,0-9 0,-1 1-959,10-3 1,-2-3 928,-11-6 0,-1-5 0,-6 2 45,-7-1 0,-5 1 0,1 1 0,-1-1 0,-3-8 0,-2 4 45,-3 6 180,0-14 90,-7 79-180,7 4 0,4 6 0,1 5 0,3 6 0,3-1-239,2-2 0,3 0 0,4-1 126,0-10 1,3 1-1,1-2 1,1-6-548,1-3 0,1-5 1,3-3 569,5-2 0,3-3 0,-2-6 0,4-6 0,-1-5 0,6-4 0,-1-1 0</inkml:trace>
  <inkml:trace contextRef="#ctx0" brushRef="#br0" timeOffset="394054">5518 17797 11490,'-16'4'1889,"6"-1"-1709,5 3 360,27-6-270,15-2-225,-5-5 0,2-4-135,-5 1 0,-2-2-90,2-6 0,-3-2 0,1-6 0,-23-12 90,-11 22 90,-13 1 0,-8 3 45,-2 11 0,-4 8-15,2 2 0,-2 3 0,4 5 15,-5 11 0,9 6 0,12 11 0,15 1 0,14-12 0,11-4-45,12-4 0,2-6 0,-13-10 0,1-4 45,13-5 0,1-6-45,-3-7 0,0-4 0,-3 6 0,0-4-30,0-8 0,1-6 0,-6 1 30,-8-1 0,-3-1 90,9-8 0,-4 2 270,-4-9 0,-34 65-271,6 1-44,-4 2 0,0 3 0,3-2 0,3-2 45,0 2-90,-5 15 90,6-24 0,-1 10-180,24-42 0,2-5 0,4-5 60,-2 2 0,1-3 0,0 0-30,-1 0 0,0 0 1,0 3 14,7-5 0,-1 9 45,7 19 0,-9 41 0,-14-8 0,-2 3 0,-3 2 0,-1 0 45,3-3 0,2-5-405,6-1-585,6-24 1,3-9-2333,14-20 2983,-16 11 1,-1-2 0,-3-3-1,-1 1 1,7-6 0</inkml:trace>
  <inkml:trace contextRef="#ctx0" brushRef="#br0" timeOffset="394351">7401 17688 11580,'-41'-17'2249,"10"5"-1439,-6 9-181,-12 13-539,3-1-1006,15 2 1,-3 3-1,4 0 1006,-13 8 0,-1 4 0,3 0 691,10 0-691,9-2 0,2 0-90,8 0-360,12 21 90,13-27-765,22-1 1,9-3-605,-3-9 1,2-3 1268,-6 0 1,2 1-1,-1-3 1,12-3 0,-4-3-1,-9-1 1,-1 1 0</inkml:trace>
  <inkml:trace contextRef="#ctx0" brushRef="#br0" timeOffset="394766">7854 17677 13919,'-22'2'1169,"-8"3"-989,13 4 135,-14 11 0,-2 5-135,12-6 0,2 3-225,-14 16 0,5 3-270,18-9 0,8-1 0,10-2 0,7-3 135,6-8 1,4-7 44,12-7 0,1-9 180,-11-1 0,-2-5 45,5-14 0,-5-3 0,-8-2 44,-16-2 1,-8 1-45,-21 5 0,0-4 0,-21 29-90,35 6 0,-18 12-899,21-7-2378,3-1 3039,13-2 0,14-9 1,14-2-1</inkml:trace>
  <inkml:trace contextRef="#ctx0" brushRef="#br0" timeOffset="395501">8596 17867 12030,'-26'-23'3276,"-1"-2"-2414,5 3-323,-1 5-359,0 12 90,-5 11-180,1 4-45,2 8 0,2 2-135,0 2-135,1 3 0,5 2-584,20 9 269,19 0 360,0-22 0,5-6 90,7-10 0,6-6 1,-2-3 29,-1-3 0,-2-3 0,2-3-308,-1-4 1,3-4 0,-2-3 0,-5 0 337,0-7 0,-6-1 1,-3-6 11,-10 9 0,-2-4 0,-2-2 0,-2 1 0,-3 3-91,-2-5 0,-4 3 0,-2 0 109,0-8 0,-3-1 0,-3 23-90,-3 29 120,10 19 0,9 16 0,0 2-30,-1 5 0,1 3 0,2 3-141,-2-10 1,2 3 0,0 1 0,1-1 0,0-3 140,2 8 0,1-3 0,2-2 30,2 2 0,2-1 0,3-9 376,7-11 1,5-9-497,16-9 1,2-9 44,-16-3 0,2-5-45,4-7 0,4-7 0,-4-2 90,-9-2 0,-3-1 0,-1-1 90,1 3 0,0 1 0,-3-1 345,7-14 0,-7 10-345,-16 25 270,-7 44-360,-2-5 90,0 4 0,4 2 0,5-9 0,2-2-225,-1 0 0,1-1-45,2-3 0,3-4-3097,30-6 1247,-23-12 2030,1-5 0,0-4 0,-1-15 0,8-11 0</inkml:trace>
  <inkml:trace contextRef="#ctx0" brushRef="#br0" timeOffset="395718">10009 17393 11850,'-16'-5'2159,"3"0"-2879,-2-1-629,19 9 1349,-4 4 0,10 8 0,-9 2 0</inkml:trace>
  <inkml:trace contextRef="#ctx0" brushRef="#br0" timeOffset="396197">10219 17575 12570,'-4'-18'2878,"1"6"-2608,14 12 180,0 32-495,-4-4 0,-3 3-270,-2 13 0,-3 0 180,-1-11 0,-1 0-225,-3 8 1,2-4-181,3-6 450,10-2 180,13-38 0,6-12-45,5-9 0,2-6-569,-3 3 0,3-3 0,-3 2 524,-7 8 0,-2 2 0,0 1 0,4-8 0,0 7-436,13 11 436,-19 12 45,3 11 0,-1 4-45,-3 10 28,-2 17 0,-3 7-28,-8-16 0,-2 1 0,0 2 0,2 3 0,0-4-45,1-1 0,4-5-1484,7-3 0,6-6 1295,2-13 0,1-6 1,2-3-1,0-4 1,0-4-1,0 0 1</inkml:trace>
  <inkml:trace contextRef="#ctx0" brushRef="#br0" timeOffset="396751">11340 17671 11311,'-19'-9'2518,"-2"0"-1439,-16 4-629,-8 13-180,11 6 0,2 6-450,5 0 0,4 4-405,4 9 1,7 1 44,21 5 90,26-9 360,-9-29 0,1-6 90,12-5 315,-3-14 0,0-6-135,-18 12 0,-1 0 45,12-13 0,0 2-135,-2 12 0,-15 44 134,-12 15 1,-6 6-135,2-6 0,-2 4-104,0-8 1,-1 5-1,-2 4 1,1-1-1,-1-1 194,0 3 0,-1-1 0,1 0 0,-1 3-90,0-3 0,1 2 0,-1 1 0,1-2 0,-1-3-23,1-1 0,-1-2 1,1-3-1,-1-7-112,-3 4 1,-1-17-136,2-36 0,-1-14 30,-3-5 0,-1-7 0,1 1-724,2 6 1,0 0 0,0 0 843,-2-1 0,0 1 0,1 3-15,-1 0 0,3 6-45,2 3 0,12-17 90,14 27-359,19 1 0,14-2 1,2 2-462,-10 3 1,2 1 0,2-1 0,4-2 705,-6 1 1,5-1-1,2-2 1,1-1-1,0 1 1,0-1-1,-3 1 1,-4 1 0,-2 0-1,0 0 1,-1 0-1,1 0 1,0-1-1,1 0 1,4-4 0,0 0-1,0 1 1,1-1-1,-1 1 1,0-1-1,1 0 1</inkml:trace>
  <inkml:trace contextRef="#ctx0" brushRef="#br0" timeOffset="397930">16888 17775 11940,'-30'-15'1259,"10"5"-539,-28 4-540,24 12 0,-2 3 0,-18 11 0,-1 5-90,6 1 0,3 3-1,1 6 1,6 1-90,13-14 0,6 0 0,22 22-90,17-30 1,7-6 44,2 2 0,5-5-117,1-7 0,4-4 0,-4-4 132,-10-1 0,-2-2 0,-2-4 30,0-4 0,-2-3 0,-6-1 0,-5 0 0,-7-1 0,-10-22-45,-19 27 0,-4 3 45,-6-2 0,4 4 0,9-1-90,28-3 90,26 2 0,11 2 0,-3 2 0,4 1 0,-4 0 0,4 0 0,-5 3 45,-8 2 0,-3 5 45,-3 5 0,-7 7 0,-12 29 153,-11 1 0,-4 2-243,0-4 0,-2-1 44,-1 7 1,1-1-45,4 5 90,17-21-90,12-28 0,6-10 0,5-8 0,3-6-271,-11 7 1,3-3 0,1 0 0,-3 1 270,2-2 0,-3 1 0,1 0 0,0 0 0,0 0 0,-5 5-90,11-2 90,-14 23 0,-19 6 0,-8 17 0,-3 5 45,2-7 0,-2 0-45,-4 19 0,0 0 0,5-16 0,4-2 90,10 17-180,4-29 902,25-14-1172,-10-9-420,2-4 1,7-5-1,-5 1-277,-8 4 0,0-1 1057,10-6 0,5-3 0,-7 2 0,7-6 0,-16 9 0,1 1 0</inkml:trace>
  <inkml:trace contextRef="#ctx0" brushRef="#br0" timeOffset="398397">18320 17851 11850,'4'10'2339,"10"-3"-1440,28-5-674,-16-4 0,4-1-45,11-4 0,1-3-225,-6 0 0,-1-3-90,2-2 0,-2-4-135,-7-3 0,-4-1 180,5-7-45,-14 8 1,-4 1-46,-6 0 90,-10-8 90,-2 13 0,-35 2 45,3 13 0,-5 7-15,11 0 0,-1 2 0,0 4-80,-5 5 1,0 5-1,6 2 50,-1 9 0,15 4-1075,24-5 1,12 3 0,2-5 1074,3-3 0,7-5 22,5-6 1,8-1 0,4-2-1,0-3-350,-7-6 1,0-2-1,2-3 1,0 0-1,1 0-284,4 1 1,0-1-1,2 0 1,0-1-1,1-1 612,-4-2 0,3-1 0,0 0 0,-1-2 0,-1 0 0,-2 0 0,6-3 0,-3 0 0,-2-2 0,0 0 0,-1-2 0,-1 0 0,0 0 0,0 0 0</inkml:trace>
  <inkml:trace contextRef="#ctx0" brushRef="#br0" timeOffset="398714">20308 17188 11131,'-10'-20'2968,"1"2"-2428,14 24-361,-4 18 1,-1 11-60,0 5 0,1 6 0,-3 1-542,-2-5 0,-1 2 0,-1 0 1,0-1 308,0-2 1,0-1-1,0-1 1,0-1-338,-1 4 0,0-2 1,3-6-757,7 11 1206,43-58 0,-14-12 0,-4-3 0,0 0 0</inkml:trace>
  <inkml:trace contextRef="#ctx0" brushRef="#br0" timeOffset="398951">20429 17625 10951,'-5'-28'629,"1"6"91,1 10-360,11 6 269,35 0-494,-10 4 0,2 2-90,0-1 0,1 1 90,16 2 0,-5 6-45,-13 15 0,-22 7 0,-10 7-60,-13-2 0,-9 3 0,0 1-30,2 2 0,-1 1 0,1-2-30,-1-4 0,0-1 0,10-1-825,20 17 1,14-9-785,4-25 1,4-4 1399,4 8 0,3-4 1,5-14-1,0-7 1,-11 0-1,-1 0 1</inkml:trace>
  <inkml:trace contextRef="#ctx0" brushRef="#br0" timeOffset="399551">21568 17653 11670,'-23'-9'2879,"0"2"-2340,-2 0 1080,-19 5-1349,21 5 135,-7 4 0,-3 5-91,2 13 1,2 3-450,-1-1 1,2 2-496,-3 10 0,8 1-719,16 4-90,41-16 1079,-4-30 0,4-7 495,2-3 0,-1-3 225,-3-8 0,-5-1 90,2-9-1,-17 8-359,2 18 0,19 3-90,13-2 0,-20 2 0,2-3-138,6-5 0,3-5 0,-1-3 18,-6-2 0,-1-2 0,0-3-286,0 0 0,2-1 0,-2-2 0,-3 0 346,0-6 0,-3-1 0,-4 1 15,-1-8 0,-5 0-135,-3-3 0,-4 5 180,-2 7 0,0 4 0,-3 11 270,-16 60-90,6-8 0,-2 4-90,-1 7 0,0 4 0,0-3-30,4-11 0,0-1 0,0 1 30,-3 15 0,0 4 0,4-8-45,6-11 0,1-2-630,0 15 0,6-6-2692,27-16 3183,11-31 0,-21-5 0,0-5 0,0-2 1,-1-1-1</inkml:trace>
  <inkml:trace contextRef="#ctx0" brushRef="#br0" timeOffset="399718">21830 17474 11940,'-11'2'1349,"18"1"-809,26-4-690,-1-1 0,8-1 0,0 0-943,1 0 1,0-1 0,1 0 727,4 0 1,1 0 0,-2 0 0,-7 0 0,-2 1 0,-2 1 0,1 0 0,0 0 0</inkml:trace>
  <inkml:trace contextRef="#ctx0" brushRef="#br0" timeOffset="400634">22863 17750 10771,'-13'-2'1079,"2"0"270,0 4-809,16 0-360,15-1 90,14-3-180,-4-3 0,2-3 0,3-3 0,0-3-135,2-2 0,-1-4 0,-1-8 0,-7-3 45,-5-8 0,-58 9 0,-1 33 0,-5 13 0,5 1 0,0 6 0,2 0-921,-5 7 0,6 2 921,5 1 0,12 0 45,20-4 0,8-3-45,2-4 0,11 0 0,7-3 0,4-13 0,5-6-30,-7-1 0,3-1 0,0-3-175,10-6 0,0-4 0,-2-3 175,-9 1 0,-3-2 0,-2-2-271,-1-3 0,-2-1 0,-6 1 346,-6 2 0,-5-1 1483,-2-24-1348,-10 34 89,-22 21-134,6 20 0,1 9-90,-8 5 0,0 1-1,3 4 0,3-2-44,6-15 0,1-4 180,-6 18-180,12-28 90,-3 8 1067,37-41-1157,3-12 0,5-6-30,-4 5 0,1-1 0,1-1-38,-2 0 1,1-1 0,-2 2 22,7-8 0,-5 11 45,-3 23 0,-29 26 0,-7 10 200,-1 5 0,-3 2-200,-1 5 0,-1 0-45,3-9 0,5-5-1034,15-4-2198,25-20 3092,-1-15 1,-11 0 0,0-1 0,11-9 0</inkml:trace>
  <inkml:trace contextRef="#ctx0" brushRef="#br0" timeOffset="400901">24106 17724 11490,'-5'-10'3276,"0"0"-2504,-14 12-142,-15 20-450,13-4 0,-1 3-91,-4 11 1,2 1-360,8-7 1,5 0-406,3 1 1,6-2 44,8-2-2647,25-4 0,-11-15 3251,12 1 1,0-6-1,3 0 1</inkml:trace>
  <inkml:trace contextRef="#ctx0" brushRef="#br0" timeOffset="401301">24642 17727 11490,'-23'-4'2699,"-7"5"-2160,5 0 1,-2 3-180,-4 6 0,-1 3-180,1 2 0,1 3-180,-1 7 0,3 1-225,9-4 0,5 0-585,1 23 181,34-22 359,13-12 315,-6-15 0,-1-7 225,7-19-46,-22 6 1,-6-2 45,-12-15-450,-32 8-1619,6 29 1799,-3 22 0,20 7 0,10 5 0</inkml:trace>
  <inkml:trace contextRef="#ctx0" brushRef="#br0" timeOffset="401814">24809 17901 12300,'-24'-27'3276,"-2"7"-1875,-14 22-1041,-5 18-360,14 1 0,1 4-225,9-5 0,3 0-44,-10 18-631,24-9 1,12-12 719,1 0-360,19-13 360,-10-8 0,5-7 0,1-4 90,2-8 60,-8-2 0,1-6 0,-2 0 120,-4-8 0,-2-2-30,0-1 0,1-4 0,-3 3 30,-3-2 0,-2 3-45,-1 7 0,-1 7-45,-2 19 45,-5 31 0,-3 16-45,0 8 0,-1 3 30,1-13 0,1 1 0,1 0-390,2 3 0,1-1 1,2-3-316,2-5 0,3-3 675,7-1 0,2-4 0,5-8 0,5-8 0</inkml:trace>
  <inkml:trace contextRef="#ctx0" brushRef="#br0" timeOffset="402000">24976 18000 13739,'-5'18'540,"1"-5"-1170,4 13-2647,1-10 3129,0 5 0,2-10 1,-1-6-1</inkml:trace>
  <inkml:trace contextRef="#ctx0" brushRef="#br0" timeOffset="402197">25087 17634 11760,'-4'-13'-539,"2"2"539,7 14 0,-4 9 0,6 11 0</inkml:trace>
  <inkml:trace contextRef="#ctx0" brushRef="#br0" timeOffset="402681">25094 17937 11670,'8'-10'3059,"7"11"-2520,-7 14-449,1 0-90,-11 17-450,-9-4-449,-7 8-1170,0-7 1979,11-22 0,9-13 0,21-29 90,-6 14 0,1-1 0,1 1 180,3 6-90,5 1 0,-13 16-90,-9 9 90,-13 13 0,-5 5-180,1-1-989,-9 16-2198,15-28 3219,-2 11 0,11-21 0,4-2 1</inkml:trace>
  <inkml:trace contextRef="#ctx0" brushRef="#br0" timeOffset="403334">25345 18058 11221,'-1'-11'2788,"-3"-3"-1978,-6 5-451,-9 5-89,-13 12-630,2 10-899,0 12 0,19-1 269,12-5 541,17-11 269,6-12 719,10-14-359,-13 4 450,2-8 269,-14 10-809,-5 9 360,-19 31-180,-3 1 0,-4 7-113,4-11 0,-2 3 1,-1 1-1,0 0-1168,-5 9 1,0 0-1,0-1 1041,4-6 0,-1 0 0,1-2 105,-7 8 0,3-6-45,8-10-90,-13 7 0,16-26-90,-9-10 90,-3-17-90,-1-15 3366,10-8-3218,21 15 0,7 1-103,5 6 0,6 1 15,6 3 0,5 0 0,0 2-465,6 0 1,0 1-1145,7-2 1,-2 2 818,-6 1 1,-16 1 0,-18 7 0</inkml:trace>
  <inkml:trace contextRef="#ctx0" brushRef="#br0" timeOffset="407983">24038 18026 6993,'33'-2'-45,"-1"0"0,-4 0-611,15 0 1,0-2-1,-17 0 1,16-3 0</inkml:trace>
  <inkml:trace contextRef="#ctx0" brushRef="#br0" timeOffset="420465">483 9354 7173,'-23'-15'3058,"5"-2"-2068,-6-6 179,10 2-270,6 3-89,1 4-630,-1 25-45,4 13 0,1 4-135,-6 21 45,5-4 0,-1 3-755,-3-14 0,-1 0 0,0-2 710,1 3 0,-1 2 30,-3 3 0,-3 3 0,2-5-30,1-6 0,0-3 0,0 1 0,1-2 0,-7 15 90,13-25-90,0-4 0,14-30 0,15-25-45,-12 17 0,1-1 15,3-4 0,1-3 0,-2 4-60,8-15 0,1 4 0,-1 2 0,-4 10 2310,16-4-2490,-8 23 0,1 4 135,-2-1 0,1 2 0,17-2 0,-1 2 45,0 2 45,-17-1 1,-1-2-46,13-24 90,-12 7 89,-7-8 1,-4-5 45,-11 2 0,-4-1-90,3 6 0,-2 0 45,-1-6 0,-3 4 180,-3 7-270,-8 32 90,1 28 0,0 9-90,3-11 0,-1 4-92,0 0 1,0 7-1,0 1 1,1-4 121,0 1 0,1-2 0,0-1-252,0-1 0,0-1 1,0 1 221,0 3 0,1 1 0,2-6-315,2-9 0,2-3-225,-1 4 1,1-2-2738,1 4 2814,10-25 1,1-17-1,6-7 1</inkml:trace>
  <inkml:trace contextRef="#ctx0" brushRef="#br0" timeOffset="420717">980 9684 11400,'3'-14'810,"6"6"-630,26 20-135,-3 3 0,3 2 0,-3-2 0,1 1-15,2 3 0,4 2 0,-1 0-150,-6-2 0,-1 0 0,0-1-256,10 5 1,-1 0-195,-9-4 0,0-1 1,-4-3 569,7 2 0,0-2 0,-10-7 0</inkml:trace>
  <inkml:trace contextRef="#ctx0" brushRef="#br0" timeOffset="420914">1610 9625 9961,'-20'-17'360,"-3"2"-270,9 12 225,-19 12 0,-7 9-196,13-2 1,0 5 0,-2 2-940,-5 3 1,-3 5 0,0 0 0,3-1 174,1-1 1,3 0 0,1 2 464,4-1 0,0 3 0,3 0 0,2-5-1459,2 3 1,2-2 1567,0 1 0,2-1 0,-5 14 0,11-20 0</inkml:trace>
  <inkml:trace contextRef="#ctx0" brushRef="#br0" timeOffset="421564">1881 9500 10411,'-21'-5'1889,"8"2"-1259,-6-2-540,10 8 449,2 21-449,2-2 0,1 5 0,0 6 45,-2 12 0,-1 0-90,3-12 0,0 2-15,0 5 0,0 5 0,1-8-120,5 3 45,2 2 0,3-1-45,5-12 45,3-7 0,3-3 45,3-10-45,4-10 0,2-6 45,1-11 0,-1-4-214,-1 6 0,0-3 214,-2-3 0,2-4 0,-5 4 90,5-5-90,-1-1 0,-3 4 90,-9 11-90,15 16 0,-12 28-90,-1-4 0,1 1 0,6 15-90,-1-15 0,3-4-89,20-10 269,-13-7 0,1-7 89,9-24 1,-5-13-60,-18 6 0,-6-5 0,-2-1-137,-1-10 0,-4-2 1,-3 1 106,-5 7 0,-2 1 0,-4 4-180,-9-10 0,-5 11-1079,-5 21-2018,16 34 3016,3 8 1,18 16 0,1-11 0</inkml:trace>
  <inkml:trace contextRef="#ctx0" brushRef="#br0" timeOffset="421814">2834 9731 11400,'-7'-15'1889,"-2"-4"-1259,6 10-450,23 9 0,4 10 0,2 5-180,-2-3 0,2 1-55,5 5 1,3 4 0,-3 0-126,7 7 0,-2 1-480,-9-8 1,1 0 0,-3 0 659,7 7 0,-4-3 0,-4 0 0,-13-16 0</inkml:trace>
  <inkml:trace contextRef="#ctx0" brushRef="#br0" timeOffset="422001">3341 9831 11400,'-7'-43'360,"1"18"0,-3 2 270,-12-3-450,2 6 89,-29 17-134,10 26 0,-3 10-105,12-10 0,0 2 0,-1 2-850,4-1 1,-1 3 0,1-1 0,3-1 39,-7 11 1,4-2 779,5 3 0,3-3 0,2-4 0,-3 11 0</inkml:trace>
  <inkml:trace contextRef="#ctx0" brushRef="#br0" timeOffset="422331">3651 9524 11400,'11'-12'2249,"-1"2"-2159,-1 11 270,2 19-270,-4 1 0,-2 3 0,-3 5 0,-4 15 0,-2 1-45,2-13 0,0 2-15,-1 4 0,0 4 0,0-4-120,2-7 0,0-3 0,0 2 0,1-2-585,1 2 1,4-4 674,7-4 0,1 2 0,5-17 0</inkml:trace>
  <inkml:trace contextRef="#ctx0" brushRef="#br0" timeOffset="425365">354 10912 9871,'-2'-15'-629,"1"-7"719,1 10 180,1-6 89,-1 7-179,0 0 450,0-2 539,-1 1-539,0 3-90,-1 0-451,-5 19 91,-9 31-90,0 5-505,8-12 1,0 9 0,-1 3 0,2-3 436,0-4 1,1-2 0,0 1-1,-1 4-7,1 0 0,-1 4 0,0 2 0,1 1 0,-1-1 0,0-3 3,0 2 0,0-2 0,0-1 0,0 0 0,0 1-18,0 0 0,-1 2 0,0-2 0,1-1 0,0-4 0,-1 4 0,1-4 0,-1-1 30,-3 4 0,0-1 0,1-5 15,2-11 0,-1-2-45,-3 8 0,0-3 360,1-5-360,14-24 0,20-3 0,4-3 0,5 0 0,6 2 0,3 2 0,0 0 108,-8 0 0,-1 1 0,7-1-108,-2 0 0,6 1 0,4-1 0,3 0 0,0 0 0,-2 0 0,-4 0-579,2 1 1,-3 0 0,-1-1 0,1 1 0,3 0 578,-4-1 0,2 1 0,1-1 0,1 0 0,1 1 0,1-1 0,0 1 11,0 0 0,2 0 0,0 0 1,2 0-1,-1 0 0,-1 0 0,-2 1 1,-2-1-335,0 1 1,-2 0 0,-2-1 0,0 1 0,1 0 0,1 0 322,1 0 0,1 0 0,2-1 0,-1 1 0,0 0 0,-2-1 0,-2 2-50,6-1 0,-2 1 0,-1-1 0,-4 1 0,-5 0 50,8 0 0,-3 1 60,-3-1 0,1 0 0,-5 0 30,15 1 633,-15-1-633,-12 0 2213,-2-2-2033,4 1 2995,-4-8-3175,-10-15 655,-11-24-715,-2 16 0,-2-5 0,0-1-30,-1-5 0,-1-2 0,0 0-419,1 4 0,1 0 0,-1-2 419,1 0 0,0-2 0,0 0 0,0 0 0,0 2 0,1 1 0,0 0 0,-1-2 0,1 3 0,-1-2 0,0 0 0,0 0 0,0 1 0,0-5 0,-1 0 0,1 2 0,-1 3 0,1 3 0,0 2 0,-1 4 0,-1 0 0,1 4-90,-2 0 90,-1 0 0,-15 18 0,-12 16 0,-1 7 0,-1-3 0,-7 0 0,-2-5 0,-6-1 0,3 0-88,9 0 1,3 0-1,-5-1 88,1 0 0,-3-1 0,-3-1 0,0 0 0,-1-1-482,4-1 1,-2-1 0,0 0-1,0-1 1,1 0 0,2 1 481,-7 0 0,4 1 0,-1-1 0,-3-1 0,3 1 0,-3-2 0,-3 1 0,1-1 0,2 0 0,3 0-194,-5-1 1,3 0 0,2-1 0,1 1 73,-3-1 0,3 1 0,-2-1-539,6 1 0,-2-1 1,2 0-1,9 2 299,-13-4-359,11 2-2558,-1 11 1187,17-2 2090,-19 6 0,13-2 0,-1 1 0</inkml:trace>
  <inkml:trace contextRef="#ctx0" brushRef="#br0" timeOffset="425949">857 11057 10591,'-16'-18'899,"1"2"-359,2 1-90,4 6-360,3 17 90,7 23-120,2 8 0,2 9 0,-1-2-1021,-1-2 1,-1 2 982,1-4 1,0 6-1,-1 1 1,-1 0 22,-1-2 0,-1 0 0,-1 0 0,0-3-45,1 0 0,-1-1 0,0 3-54,1-2 0,0 5 0,0 1 0,0-3 0,0-9-81,-1-1 0,2-2-285,0 8 0,1 3 1,0-6-2858,5 9 3079,0-1 0,1-26 1,-2-16-1</inkml:trace>
  <inkml:trace contextRef="#ctx0" brushRef="#br0" timeOffset="426248">1521 11117 10591,'-11'3'630,"0"7"-540,7-3 449,17 40-404,-2-17 0,2 5-45,-3-2 0,0 5 0,-1 3 0,-1 0-522,-1-1 0,-1 1 1,-2 2-1,-1 1 486,0 2 0,-2 3 0,0 2 0,-1-2 0,-1-2-385,0 2 0,-1-3 0,-1 0 0,1-2 271,-2 8 0,-1-2 0,2-3-615,2 6 1,3-7 674,3-8 0,1-1 0,0-21 0</inkml:trace>
  <inkml:trace contextRef="#ctx0" brushRef="#br0" timeOffset="426564">2182 11084 11400,'-8'-12'990,"1"0"-900,5 16 45,5 18 0,3 8-90,-1 2 0,0 5-865,0 3 1,0 7 0,1 1 0,-2-4 554,-1-8 0,0-2 0,-1 4 283,1 3 0,-1 6 0,0 2 0,-1-3 0,0-6 172,-2 5 0,1-1-244,1-4 0,1 6 0,1 3 0,0-2 0,0-7-261,1 9 1,2-2-506,-1-9 1,1 5 0,1-2 0,0-7 446,7 13 1,3-6-1,-7-30 1</inkml:trace>
  <inkml:trace contextRef="#ctx0" brushRef="#br0" timeOffset="427031">-1 11274 12597,'38'0'-940,"0"-1"-152,-1 1 0,8 1 1101,-6 0 0,6 0 1,5 0-1,2 0 0,-1 0 1,-2 0-1,-5 1-415,-2-1 0,-4 0 0,-2 0 0,4 0 0,5 0 430,-6 0 1,4 0-1,3 0 1,2 0-1,3 0 1,0 0 0,1 0-1,0 0 1,0 0-1,-3 0 1,-1 0-95,-1 0 0,-1 0 0,0 0 0,0 0 1,-1 0-1,0 0 0,0 0 0,0 0 1,0 0-1,0 0 70,0 0 0,-1 0 0,1 0 0,-1 0 0,0-1 0,1 1 0,0 0 0,0 0 0,2 0 0,0 0-169,-2 0 0,2 0 0,1 0 1,2 0-1,-1 0 0,1 0 0,-1 0 1,-1 0-1,-2 0 0,-2 0 0,-3 0 1,-4 0 60,13 0 0,-7 0 0,-3 1 0,1-1 0,4 0-92,0 0 1,4 1-1,2-1 1,-1 1 0,-1-1-1,-6 0 1,-7 0-251,15 1 0,-12 0 1105,4 2-655,-74-2 0,-22 1 0,13 0 0,-3-1 0,-2 1 0,0 0 0,0 0 0</inkml:trace>
  <inkml:trace contextRef="#ctx0" brushRef="#br0" timeOffset="427398">-1 11747 10096,'30'0'-289,"13"0"289,7 1 0,-5-1 0,2 0 0,8 0 7,-18 0 1,4-1-1,3 1 1,3 0-1,1 0 1,3-1 0,0 1-1,0 0 1,-1-1-1,0 1 1,-2-1-1,-3 0-249,7 0 0,-2 1 0,-1-1 0,0 0 0,-1-1 0,1 1 0,0 0 0,1 0 0,2 0 204,-6 0 1,1 0-1,1 0 1,1 0-1,1 0 1,-1 0-1,1 0 1,-1 0 0,-1 0-1,0 0 1,-2-1-1,-2 1-174,9 0 0,-2 0 1,-1 0-1,-1-1 1,-1 1-1,0 0 1,-1-1-1,1 1 45,4-1 0,2 1 0,-1-1 0,-1 0 0,-2 1 0,-4-1 0,-5 1-752,7 0 1,-6 0 0,-1 0 918,6 0 0,-1-1 0,-7 1 0,7 1 0,-42-1 0</inkml:trace>
  <inkml:trace contextRef="#ctx0" brushRef="#br0" timeOffset="427748">-1 11953 11890,'24'0'-509,"12"1"-310,2-1 0,6 0 822,-7 0 1,3 0 0,4 0 0,2 0 0,1 0 0,2 0 0,1 0 0,-1 0 0,-1 0-193,1 0 1,0 0 0,1 0 0,0 0-1,1 0 1,0 0 0,0 0 0,0 0-1,-2 0 1,0 0 198,-1 0 0,0 0 0,-1 0 0,-1 0 0,0 0 0,1 0 0,0 0 0,2 1 0,2-1-77,-5 0 1,2 0-1,2 0 1,1 0-1,0 0 1,0 0-1,1 0 1,-1 0-1,0 0 1,-2 0-1,0 0 1,-2 0-24,4 0 0,0 1 0,0-1 0,-2 0 0,-1 1 0,0-1 0,-1 0 0,-1 1 0,-1-1-120,3 0 1,-2 0 0,-1 0 0,-1 1 0,1-1 0,0 0 0,2 0 74,0 1 0,3-1 0,2 0 0,-1 1 0,0-1 0,-3 1 0,-4-1 0,-5 1 84,14 0 1,-8 1 0,-1-1 0,-4 0-1,-1 0 1,-2 0 0,10 1 0,0 0 0</inkml:trace>
  <inkml:trace contextRef="#ctx0" brushRef="#br0" timeOffset="432047">1145 11830 8252,'12'6'900,"1"-2"-720,-2-3-90,-1-3 90,-2-1-180,1-2 89,1-2 1,1 0 0,1-3 0,-1 3-90,-2 0 90,-1 2 0,-3 1-90,1 8 90,-2 4 0,-3 7-90,-1 9 0,-4-7 0,3 5 90,0-11-180,1-1-1529,-2-4 1619,0 0 0,1-3 0,0-1 0</inkml:trace>
  <inkml:trace contextRef="#ctx0" brushRef="#br0" timeOffset="432299">1159 11932 9691,'25'-2'180,"0"0"0,15-1-675,-14 1 1,-1 0-496,5 0 990,-2 0 0,1-1 0,11-2 0,8-1 0</inkml:trace>
  <inkml:trace contextRef="#ctx0" brushRef="#br0" timeOffset="434531">376 12058 10411,'17'-5'90,"2"0"-90,14 2 90,-12 2-90,17 2 0,-25 0-90,17 6 90,-15 3 0,0 1-90,-18 14 0,-14-7 90,-5 3 0,-2-1 0,-6 1-45,3-4 0,2-1 45,6-5 0,-19 12 0,23-14 0,-12 9 0,18-10 0,13 0 0,18-5 0,11-3 0,4-3-360,-5-1 1,-2 0-271,0-1-45,2 1 1,-1 1 674,-9 0 0,14-1 0,-9 1 0</inkml:trace>
  <inkml:trace contextRef="#ctx0" brushRef="#br0" timeOffset="447233">23442 4097 9332,'-11'1'3276,"18"1"-1335,0-1-1671,39 0-181,-20-1 46,18-2 0,7 0-90,-14 0 0,2-1-165,-1 1 0,4-1 0,-4 1-15,-4 0 1,-2 0-316,4 0 0,-5 0-2827,-6-1 3174,4-1 0,-12 0 1,-6 2-1</inkml:trace>
  <inkml:trace contextRef="#ctx0" brushRef="#br0" timeOffset="447782">24363 4022 11131,'3'-6'1439,"3"0"-1349,9-3 90,12-8-90,-11 3-45,2-6 0,-1-2 45,-1-2 44,-2-2 1,-1 0 45,-5 7 270,10-21-270,-12 24 270,4-5-450,-8 27 269,-7 40-269,0-7 45,0 0 0,0 0-45,1-4 45,0 3 0,0-1-45,3-4-90,-2-4 0,0 1-719,3 2 449,-2-9-1169,3 2 1529,2-19 0,-2-1 0,1-3 0</inkml:trace>
  <inkml:trace contextRef="#ctx0" brushRef="#br0" timeOffset="447998">24236 4246 10771,'29'8'1709,"6"-3"-1394,-3-5 0,3-1-360,3-1 0,0-1-1440,3-2 1,-1 0-41,-10 1 1,-2 0 1524,12-5 0,-14 0 0,2-1 0</inkml:trace>
  <inkml:trace contextRef="#ctx0" brushRef="#br0" timeOffset="448501">24522 3610 11400,'-21'-22'1710,"0"-2"-1261,2 2 271,1 2 269,1 11-719,4 5-45,-10 9 0,-6 7-75,-1 9 0,-3 8 0,1-2-547,-5 2 0,-1 3 419,9-5 1,-2 3 0,2 2-1,5 1-52,4 7 0,6 1 0,2-1-15,-5 6 1,4 1 44,7-1 0,4 3 0,9-2-60,13-6 0,9-2 0,-1-3 60,-9-7 0,-2-2 0,5 0-45,10 3 0,7 1 0,1-3 0,-5-6 45,-3-7 0,2-3-23,5-2 1,7 1-1,2-2 1,-6-2 22,8-4 0,0-5-656,-9-2 1,6-2-1,2-2 1,-1-1 0,-7 0 654,-3 0 0,-5-2 0,3-3-44,7-3 0,3-3 0,0-3 1,-6-4-24,-9-2 1,-4-4-1,-2-1 1,0 2 37,2 2 0,-1 1 0,-3-4-511,-3-10 0,-3-7 1,-4 1-1,-7 8 496,-6 6 0,-9 2-64,-5-1 1,-6-3-1,-5 0 1,-3 6 130,-4 9 1,-5 5-1,-1 2 1,1-2-47,2-1 1,2-1 0,-2 0 0,-5 4 23,0 5 0,-5 2 0,-3 2 0,0 1 0,2 2 0,4 1-45,-1 1 0,4 2 0,1 1 0,-2 0-23,-9 0 1,-1-1 0,0 1-1,3 3-337,6 2 0,1 2 1,3 1-1,6-1 569,4 0 0,4 2-164,-15 12 0,9 3 0,24 3 0,6 11 0</inkml:trace>
  <inkml:trace contextRef="#ctx0" brushRef="#br0" timeOffset="448731">25231 3871 13469,'0'-10'360,"-3"-2"-1799,-5 12-1838,-4 0 2882,-3 8 0,-11 2 0,-3-1 0</inkml:trace>
  <inkml:trace contextRef="#ctx0" brushRef="#br0" timeOffset="551747">5474 5377 5914,'-11'5'0,"0"0"0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8:42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4611 7806 12067,'5'8'4349,"-11"-10"-3871,3-1-498,-10-6 63,6 4-65,-1 0 31,-1-2 55,-2 0-156,-2-1 274,-2-1-182,-6-3 18,0-1 18,-17-9-3,-5-3-848,14 9 1,0 0 844,4 2 1,-1 1-287,-7-3 1,-2 0 286,2 2 1,-1 1 3,0 0 0,1 0-652,-3 2 1,2 0 724,-17-4-92,-3 2 109,1 0-13,-3 2-53,28 6 1,0-1-11,0 1 1,0 1-1,-1 0 0,1 0-809,-27-3 834,0 2 10,0 0-107,4 2 65,14 2 0,-2 1 84,-4 1 1,-1 0 4,-1 1 1,1 1 1,-2 1 1,1 0 6,12 0 1,1 0-34,-1 1 1,0 1 47,0 0 1,0 1 8,-3 1 0,-1 1-460,3 0 1,0 0 373,-6 2 0,0 0-2,6-1 0,1 1 1,-5 2 0,-1 0-1,5 1 0,0-1-1,0 1 1,1 1-2,-2 1 0,0 0 0,3 0 0,1 0 5,0 1 1,1 0-1,1 0 1,1 1 10,3-2 1,1 1-44,2 0 1,-1 1 72,-5 9 1,0 2-285,3 2 0,2 3-33,-4 9 1,3 1-31,7-9 1,3 0-37,4-1 1,2-1 259,1 18-649,3-3-15,3 8 450,3-1 78,0-25 0,0 0 14,2 0 1,0 1 12,0 1 1,1 0 17,1 1 0,1 0-328,1 4 1,2 1 304,0 1 1,2-1-417,2 4 1,0 0 478,1-2 0,3 1-11,0-6 1,2 2-1,2 0 2,2 0 1,1-1-1,4 1 40,-3-3 0,2 0 1,2 0-1,0-1-15,2-2 1,1 1-1,1-3 1,-1 0-117,4 2 0,-1-2 1,3-1 129,-2-5 0,2 1 1,0-2-1,-3-2-415,11 4 0,0-3 396,-6-3 0,3 0 1,-3-3 29,6 0 1,-1-3 184,3-1 0,0-2-174,1-1 0,0-2-53,3-1 0,0-2-226,1-1 0,1 0 235,-18-3 1,1 0 0,0 0 45,1-1 0,-1 1 0,1-2-30,-1 0 0,1 0 0,0-2 30,-1 1 0,1-1 0,-1-1 111,1 0 1,-1-1-1,-1 0-141,0 0 0,0-1 0,2-2 30,11-3 0,2-2 0,0-1 108,0 0 1,0-2 0,1-2-132,-6 2 1,1-2-1,0-1 1,-2 1 22,3-2 0,-3 0 0,-2-1-301,-3-1 1,-1 0 0,-4 0 255,3-5 0,-5 0 45,1-2 0,-3-2 157,1-1 0,-2-1-157,-2-1 0,-1-2 0,1 0 0,-2-2 0,-2 1 0,0-4 60,-4 3 0,0-3 0,-1 2-354,2-7 0,-2-1 324,-4 10 0,0-2 0,-3 3-30,-1-2 0,-3 3 166,-3 1 1,-1 1-167,-1-1 0,-2 0 463,-2 1 0,-2-2-418,-7-14 0,-7-2-45,2 16 0,-4 1 0,-3 0 158,-9-7 0,-5-2 0,-1 5-128,4 6 0,-2 3 0,-2 3-116,-4 1 1,-2 4 0,0 2 85,-10 0 0,0 3 0,15 6 0,-2 1 0,1 1-279,-3 0 1,0 1 0,0 1 278,-3 0 0,0 1 0,-1 0-296,-1 1 1,0 1 0,-1 0 295,-1 1 0,-1 0 0,0 1-189,0 1 0,-1 0 1,0 1 188,0 0 0,0 1 0,0 0-30,0 1 0,-1 1 0,1 0 0,1 0 0,0 0 0,-1 2-30,2 0 0,-1 0 0,0 1 0,1 0 0,0 1 0,1 0 146,1 1 0,0 0 1,0 1-136,2-1 1,1 1 0,-3 1-165,5 1 1,-1 1-1,-1 2 1,0 0-580,3 2 0,0 1 0,0 0 1,1 1 819,-12 4 1,1 1 0,1 3-1,2 4 1,0 2 0,4 1-1,12-6 1,0 0 0,0 0-1</inkml:trace>
  <inkml:trace contextRef="#ctx0" brushRef="#br0" timeOffset="1716">11156 8092 11850,'2'-11'-180,"0"3"180,-2-1 180,1 3-180,-2-4 180,1 3 0,-1-6 180,-1 2-180,0-1 90,-2-6-180,0 5 89,-2-4-179,1 3 90,-1-2 0,-3 0 0,0-2-90,-5-2 90,-2-1-766,-5-1 766,-5-4-90,1 8 0,0-1 0,-20-11 0,5 4 0,-4 1 45,6 4 0,-2 2-498,6 2 1,-1 0-1,-1 1 453,-2 0 0,0 1 0,2 1 0,-10-3 0,1 1 0,1 0 0,3 3-704,11 3 0,1 2 704,0-1 0,-1 0 0,1 1 0,0 1-504,0 0 0,0 0 504,0 0 0,-1 1 0,0 0 0,0 0 0,0 1 0,-1-1 0,0 2 0,0-1 0,-1 1 0,-1 1 0,-14-1 0,-2 2 0,11 0 0,0 0-612,-12 1 0,0 1 567,14 1 1,0 0 44,0 2 0,-3 1 0,-1 1-102,1 1 1,-2 1 0,-1 1 101,1 1 0,-2 1 0,0 1 0,2 0 0,-2 1 0,1 1 0,0 2 0,-10 7 0,-1 4 0,6-1-335,4 1 0,3 1 335,5-3 0,-1 3 0,4-1 0,-2 6 0,3 1-219,0 2 1,0 1 218,2 2 0,1 1 0,1 1 0,1 1 45,2 1 0,2 0-45,2 0 0,1 1 0,4 1 0,1 0 339,3-5 0,4 3-294,4 12 0,4 2-45,2-14 0,5 1 30,2 2 0,4 3 0,2-1-30,0-10 0,1-2 0,1 1 21,6 7 1,1 1 0,1-1-22,-1-6 0,1-2 0,0-2-45,6 7 0,1-4 0,-2-4 0,1-5 307,-5-6 1,1-2-263,1 0 0,1-1-45,3 2 0,2-2 182,0 0 0,2-2-182,2 1 0,1-2 45,2 0 0,1-2 0,0 1 0,4-1-30,-1-1 0,4 1 0,0-1 30,-9-2 0,0-1 0,1 1 0,2-1-205,-1 0 0,3 1 0,1-1 1,0 0-1,-3-1 205,3 1 0,-3-1 0,1-1 0,1 1-18,-1-2 0,1 0 0,2-1 0,-2 0 0,-1-1-5,2-1 1,-1 0 0,-1-1-1,2 0-145,-1-1 1,1 0 0,0 0 0,0-1 0,-2-1 167,1 1 0,-1-1 0,-2-1 0,0 0-30,11-2 0,0-1 0,-4-1-198,6-3 0,-3-1 228,2-2 0,1 0 0,-19 2 0,0 1 0,0-1-30,0-2 0,1 1 0,0-1 30,-1-1 0,1 0 0,-1-1 0,1 0 0,-1-2 0,0 1 0,0-2 0,-1 0 0,0-1 30,-1 0 0,0-1 0,0 0 0,-1 0 0,0-1 0,1-2 89,9-7 1,2-3 0,-1-2-143,-2-1 0,0-1 0,-1-1 53,-1 2 0,0-1 0,-2-3 37,-9 6 0,-2-3 1,-1 0-1,-4 1 134,-3-1 0,-4 1 0,-1-2-171,0-10 0,-2-3 0,-4 1 35,-5-8 0,-6 2-35,-4 16 0,-2 0 0,-3 3-30,-7-9 0,-4 3 0,-3-2 0,-3 1 45,-4 2 0,-3 1-45,-2 0 0,-3 2-24,12 13 1,-2 1 0,0 0 23,-1 0 0,-1 1 0,-1 0 0,0 2 0,-2 0 0,0 0 0,0 1 0,-1 0 0,0 2 179,0 0 0,0 2 0,-3-1-224,0 2 0,-3 0 0,-1 1 0,-2 0-90,-1 2 0,-2 1 0,-1 1 0,-3 0-394,2 2 0,-3 0 0,-1 1 1,1 1-1,1 1 124,-2 0 0,2 0 0,0 2 1,-4 3 404,9 1 0,-3 1 0,-2 2 0,1 1 0,1-1 0,2 1 0,-7 2 0,2 0 0,1 0 0,-4 1 0,7 0 0,0 0 0,-1 0 0,1 0 0,0 0 0,-1 0 0</inkml:trace>
  <inkml:trace contextRef="#ctx0" brushRef="#br0" timeOffset="5591">904 10266 14983,'0'-13'-1383,"-1"3"1050,1 2 50,-1 1 51,1 0-115,2 1-83,-1 1 137,2 1 272,-1-1 37,0-1 229,-1 0 99,-1 0 61,1-2 71,-2 1-352,0-1 290,1 1-424,-1 0 36,1 1-294,-4 9 681,3-1 27,-3 8-221,3-4 3,-1-1-32,1 2 10,-1 0 87,0 3-78,0 1-627,-1 2 87,2 2 166,-1-6 223,1 2-148,0-6 108,0 2 0,0-1-84,12-12 352,-5 4-115,8-9 274,-7 7-162,-3 0 154,0 2-162,2 0-11,-1 0-99,2 2-443,0-1 94,0 2-334,1 0 57,-1-1 90,0 1-76,0-1 195,-1 0 32,0 1 127,0-1 143,-2-2 299,-3-4-342,-1 0-90,-4-2 64,1 3-214,1 1-60,-1-1 12,1 0 9,1-1-274,0 0 278,-1 1 201,-3 2 98,-1 1 208,-3 3 192,2-1 65,0 1-169,-2-1-20,2 0-91,-2 0 33,1-1 3,-2 0-126,2 1-172,-3-1-56,3 1 23,1 0 32,1-1 21,0 0-100,-2 0-261,3-1 370,-3 1 1,5 0 0,0 1 0</inkml:trace>
  <inkml:trace contextRef="#ctx0" brushRef="#br0" timeOffset="6799">1096 10163 13927,'0'11'-43,"1"-2"91,-5-4 1084,0 2-534,0-2-69,-2 4-197,2-4-53,-1 2 314,2-2 88,0 0-175,0-1-535,0 0 99,0 1 5,-1-1-29,1 1 181,0 0-470,8-5-450,-3-1 278,8-2 27,-5-1 583,-1 2-609,2-1 471,-2 2 157,2-1 1,-1 0 299,1 1-330,2 1-189,-2 0-569,0 0 444,0 1-367,-1 0 7,2 0-4,-2 0 194,1 0-11,0-1 237,0 0 34,0 0 263,0-1 37,0-1 310,-1 1 180,0-1-7,0-1-308,-1 0 53,0 0-174,-1-2 240,-2 1-542,-1-3-339,-1 0-334,-1 0-133,0 0 287,1 0-154,-1 1 11,2-2-75,0 2 374,2-1 382,-1 2 180,1-1 193,0 1 91,-1 0-198,-4 1-610,-2 3 430,-5 3 75,1 1 28,1 1-38,1-2-6,1 1-33,-1-1 80,0 1 598,0 0-428,0-1-303,0 0-92,0 0 1,-5 3 0,-2 0-1</inkml:trace>
  <inkml:trace contextRef="#ctx0" brushRef="#br0" timeOffset="8307">671 10133 11816,'-10'-6'245,"9"0"-156,2 4 733,7-1-312,1 1-153,1-1-162,0 0-50,0 1 194,-3 0 51,2-1-49,-3 2-302,3-1-82,-3 1-12,-1-1-26,1 1 137,-1 0-51,1 0-80,0 0 36,0 2-194,-1-1 122,0 2-124,-1 1-257,-3 2 175,-1 2 74,-3 0 246,2 0 23,-3 1 124,2-3-35,-1 4 135,1-4 83,0 1 41,0-1-191,0 0-116,0 1-29,-2 1 5,1-1-7,0 1-108,1-2 174,0 0 156,2 1 245,-1 1-784,-1-3 164,-2-2 2,-2-1-177,-3-3-60,2 2 48,-1-1 89,-3 1 235,2-1-16,-4 1-86,3-2-104,2 1 154,1 0-3,2 0 14,-1 0 79,0 0-95,-1-1-1,0 0-35,0-1 115,2 1-149,1-2-20,2 0-42,1-3 263,1 1-6,2-2-9,-1 2 9,1-1 33,0 3 42,1-3 85,-1 3 8,0-2-126,1 0-33,-2 2-38,4-5 9,-3 4-22,4-3 115,-4 5-118,2-2 39,-1 1-6,2 0 46,-1 1-12,0 0-41,1 2-54,-1 2-191,0 1-148,-1 2-27,0 1 29,0-2-87,0 0 68,3 0-13,-1-2-150,6-1-596,0-1-175,6-1 1332,-5 1 0,6 0 1,-3 0-1</inkml:trace>
  <inkml:trace contextRef="#ctx0" brushRef="#br0" timeOffset="10599">4014 10838 11221,'1'-10'1529,"1"1"-1349,-1 4-90,1 0-90,2 1 0,0 0 90,0 2-90,2-1 89,1 1-89,-2 0 0,3-1 0,-2 1 0,-1 1 0,1-1 0,0 1 90,0 0-90,1 0 0,-1 0 0,1 0 0,2 0 0,-2 1 0,5 0 0,-4-1 0,0 1 0,0 0 0,-3-1 0,1 2 0,-2 0 0,1 2-90,-4 2 90,0 2 0,-1 3 90,-2 2-90,0 0 0,-1 0 0,1-3 0,0 0 0,-1 0 0,0 0 0,0 0 0,0-1 0,0 0 0,0-1 0,0 0 0,0-2 0,0 0 90,1 0-90,0 1 0,0-1 90,0 1-90,-1-3 0,-2-3-90,0-2 90,-2-2 0,-1 1 0,1 1 0,-2 0 0,0 2 0,0 1-90,0 0 180,-1 1-90,2 0 0,0-1 0,0 1-90,-1 1 90,0-1 0,0 1 0,1 0 0,0-1 0,1 0-90,0 0 1,2 0-1,-1 0-90,0-1-90,1 1 180,-2-3 0,6-4 90,0-1 0,3-4-90,0 5 90,-1-3 0,0 3 90,1-4-90,-1 1 0,1 0-90,1-4 180,-1 5-90,1-2 0,-2 3 0,1-2-90,0 3 90,0-3 0,-1 4 0,1-3-180,0 3-2069,1 0 2249,1 2 0,-1 1 0,0 1 0</inkml:trace>
  <inkml:trace contextRef="#ctx0" brushRef="#br0" timeOffset="11608">4120 11155 11131,'2'-12'359,"0"2"-359,1 6 0,2 1 0,-1 0 90,2 0-90,0 0 0,1 0 0,0 0 0,1-1 0,-2 1 0,2-1 90,1 0-90,-1 1 0,2 0 0,-5 1 0,1 0 0,2 1 0,-1 0 0,1 2 0,-2 5 0,-4 1 0,-1 2 0,-1 0 0,-1-2 0,0 2 0,0 0 0,-1 2 0,1-1 0,0 1 90,0 1-90,0 5 0,-1 1-90,0 0 90,1-3 0,0-6 0,1 4-90,-1-4 90,1 2 0,0-4 0,1 1 0,-1-2 0,0 1 720,0-2-450,-6-8-180,2 1 0,-3-7-90,2 3 90,1 3-90,-2 0 90,1 1-90,0 0 0,-1 0 90,-1 1-90,1 0 0,-2 1 0,2-1 0,-5 1 90,4 0-90,-4 0 0,5 0 0,-2-1 0,2 0 0,0 0 89,2-2-89,1-1 0,1-3 0,2 1 0,0-3 0,-1-2 90,1 2-90,-2-5 0,2 7 0,-2-4 0,2 3-90,-1 2 90,1-4 0,-1 4-269,1-3-361,0 2-359,2 1-810,-1 1 1799,5 2 0,-1 1 0,1 0 0</inkml:trace>
  <inkml:trace contextRef="#ctx0" brushRef="#br0" timeOffset="13090">3566 12993 12210,'0'-11'1169,"1"2"-1079,2 4 0,1 2 0,1 0 0,0 2-90,2-1 90,1 0-90,0 1 90,1-1-90,0 1 0,0-1 90,2 0-90,-2 0 90,4-1-90,-4 2 90,-1-1-90,-1 1 0,-2 1 0,1 0 90,-2 2-90,-1 2 0,-3 3 0,-2 4 0,0 0-90,0 5 180,1 1-90,-1 7 0,0-3 0,0 7 0,0-11 0,-1 6 0,1-8 0,0 1 0,0-3 0,-1 1 0,1-2 0,0-1 0,-2 4 0,2-5 0,0 2 90,0-5-90,1 1 0,1-1 0,-2 1 90,2-1 0,-3-3-180,-1-1 180,-2-4-90,0-2 0,-1 0 0,0-1 0,-2 0 0,1 0 0,1 1 0,1-1 0,2 2 0,-1-2 90,1 0-90,0 1 90,-1-1 0,2 0-90,-2 1 0,2-2 89,-1 1-89,0-2 0,2 2 0,0-1 0,0-1 0,-1 0 0,1-3 0,0 1 0,1-4 0,1 3 0,0 0 0,0 2 90,0-1-180,0 0 90,1 0 0,0 0 0,-1 1 0,0 0 0,1 1 0,0-1 0,0 2 0,0-2 0,1-1 0,-1 2 0,3-4 0,-2 5 0,3-5 0,-1 3-89,0-2-361,-1 3 450,-1 0 0,5 8 0,0 0 0</inkml:trace>
  <inkml:trace contextRef="#ctx0" brushRef="#br0" timeOffset="14324">3806 13155 12030,'4'-8'90,"-1"2"-90,3 4 0,-1 0 0,2 1 0,0-2 0,1 2 0,1-1 0,-1 0 0,1 0 0,0 1 0,0-1 0,-2 1 0,0-1 0,0 1 90,-1 0-90,1 0 0,-2 1 0,2-1 90,-1 0 0,0 1-90,0 1 0,-2 1 0,0 4 90,-2 1-90,-1 2 0,-1 3 0,1 1 0,-2 4 0,1-2 0,-1-1 0,0-2 0,-1-1 0,2 0 90,-2 0-90,2-2 0,-2 1-90,1-1 90,1 1 90,-1-2-90,1 2-90,-1-2 90,0 3 0,1-5 90,-1 3-90,1-3 450,0 1 269,-1-1-449,-2-4-360,-3-1 180,-2-3-90,-2 2 0,4 0 0,-1 2 0,2-1 0,0 1 90,0-1-90,-1 0 0,1 0 0,-1 0 0,2 0 0,-5 1 0,3 0 0,-3 1 0,2-2 90,0-2-90,0 0 0,0 0 0,1-1 0,0 0 0,1 0 0,0 0 0,0-1 90,0 0-90,1 0 90,0-1 0,3-2-90,0-1 0,1 0 0,2 0 90,0-1-90,2-2 0,-1 0 0,1-1 0,-2 3 0,1 0-90,-1 1 90,2-1 0,-1 0 0,1 0 0,-1 0 0,1 1 0,0 0 0,-2 0 90,1 1-90,1-1 0,-2 0 0,1 1 0,-1 0 0,0 2-90,0-1 90,0 0 0,0 1 0,5 4 0,-3-1 0,4 4 0,-4-2-90,3 0-180,-1-1-90,2 0-359,0 0-1170,0-1 270,0 1 1619,2-1 0,2-1 0,2-1 0</inkml:trace>
  <inkml:trace contextRef="#ctx0" brushRef="#br0" timeOffset="18274">5577 11916 18630,'2'-11'1496,"0"1"-1097,-1 3-56,0 1-366,0-2 159,-1 1-68,1 0 90,-1-2 60,1-1-283,1-2 206,1 1 19,0 2 237,0 1 88,0 11-1762,-2 0 506,1 11 367,-1-5 193,-1 2-36,1-2-336,0 2-12,2 0-378,2 3 1518,1-5-628,7-1-341,-2-5 553,6-2 122,0-4 473,8-5 244,8-3 222,6-6 269,6-4-794,3-5-743,-6 1 1,1-2-61,-9 5 1,2 0 0,2-3-1,3-3 1,-1 1 0,-8 4 0,1 1-1,-1 0 1</inkml:trace>
  <inkml:trace contextRef="#ctx0" brushRef="#br0" timeOffset="18990">5875 11838 19259,'-3'-14'-1886,"1"0"1288,-1 1 325,1 3 251,0 0 56,1 1 48,0 1 8,0-1-369,2 0 694,-2 1-193,3-1 488,-1 0-220,1 1 82,-1 0-9,1 0-88,0 1 330,0-1-452,0 1 175,1 1-120,6 6-379,-3 5-1027,7 6-69,-3 6 106,10 19-76,-1 2-226,-6-11 1,0 0 369,7 22-204,2 2 776,-12-24 0,1 0 296,0 0 1,0 1-1185,4 11 1,1 2 1235,1-3 1,0 1-1,3 8 1,1 1 0,-1-6-1,0 1 1</inkml:trace>
  <inkml:trace contextRef="#ctx0" brushRef="#br0" timeOffset="19507">5977 13167 14205,'9'-13'1162,"-3"0"-862,-2 7-8,-1 1 105,-1 1-142,1-1 45,0 1-90,-1-1 133,1 1-163,3 2-103,-1 2-224,3 2-18,1 1-95,1 2-106,4 2 74,2 1-17,6 4-189,1 2 184,5 2 49,0 1 206,13 8-116,-10-6-67,8 5-170,-15-7-1163,3 3-518,-4-2 2059,-4-2 1,-6 0 0,-7-5 0</inkml:trace>
  <inkml:trace contextRef="#ctx0" brushRef="#br0" timeOffset="19707">6289 13038 13425,'2'-13'374,"0"1"679,-1 2-730,-3 15 93,-7 14-150,-3 11-1772,-7 13 1555,1-5-297,2-10 1,-1 3-874,-1 0 1,-3 2 1152,-5 7 0,-3 2 0,0-2 0,-2 0 1,-1-1-1,0 1 0</inkml:trace>
  <inkml:trace contextRef="#ctx0" brushRef="#br0" timeOffset="20317">2769 14587 10591,'-17'-5'-180,"1"-1"90,-10 3 180,6 0 180,-15 1-90,9 2 0,-1-1-90,6 1 0,8-1 0,0 0-1,3 0-89,0 0 90,1 1 0,1-1-90,2 1 0,-1-1-1529,-2 1-540,3 1 2069,-1 2 0,5-1 0,2 0 0</inkml:trace>
  <inkml:trace contextRef="#ctx0" brushRef="#br0" timeOffset="20757">1719 14702 20463,'-3'-13'-3463,"1"1"2407,0 1 384,1 2 521,0 2 82,1 0 362,0 0-3,2 0-411,1 0 1174,1 0 483,1 0 158,5 1 317,4 2-639,7 3-800,1 5-497,11 11-737,2 12-49,-11-8 0,0 3-1258,17 17-362,-5 0-709,-8-12 580,-4-2-304,0-2 732,0-1 1909,-1-2 1,2 0 0,1-1 0</inkml:trace>
  <inkml:trace contextRef="#ctx0" brushRef="#br0" timeOffset="20949">2166 14444 15366,'-6'-21'-515,"1"2"176,1 5 234,-1 4 63,0 4-73,-10 23 674,3 12 1,-1 6-1793,-3 2 1,0 3 1285,3-2 1,0 2 0,0-1-1188,-4 15 1,0-1 937,5-15 0,1 0 0,-1 1 432,-1 1 0,0 0 0,0 1-164,0-2 1,1 0 0,-3 4 0,0-2 0,-1 5-1,-2 2 1,0 1 0,0-1 0,-1 3 0,0 1 0,-1 0-1,1-1 1,0 1 0</inkml:trace>
  <inkml:trace contextRef="#ctx0" brushRef="#br0" timeOffset="31857">18028 8162 23428,'-9'-1'4583,"2"-1"-4898,5-6-1975,0 1 695,-1 2 278,0-2 439,-5-4 397,2 1-887,-6-6 151,2 3 72,-5-4 1205,0-1 150,-4-3 228,-9-10-18,-4-5-1097,10 13 1,1 0 960,-14-14-457,11 13 1,0 0 309,2 4 1,0 1-32,-1-1 0,0 0-437,0 1 0,0 1 608,-12-9 26,-2 2 50,-1-1 23,-3 2 85,-2 1-1127,-4 0 1115,0 0-65,-3 0 260,2 1-64,-1 0 646,1 2-955,14 5 0,-1 0-32,-3 1 1,-2-1-333,-10-4 1,-1 0 284,10 6 0,1 0 94,-12-3 0,3 1-129,18 7 0,1 0 40,-9-2 1,1 1 200,-17-2 55,0 1-1,0 1-243,27 5 1,-1 0 9,1 1 0,-1 0-6,1 0 0,-1 1-5,-1 0 1,1 1 1,-1 0 0,0 0 16,-1 1 0,-1 0-17,-1 1 1,0 0 4,0 1 1,-2 0 3,-19 2 1,-5 2-65,17-1 0,-2 1 0,-1 0 2,-9 2 0,-3 0 0,3 1 29,10-2 0,2 1 1,-1 0-21,-3 2 0,0 1 0,4-1 92,6 0 1,2 0 16,-9 3 1,1 1 26,15-3 0,2 1-173,-22 13-128,2 2 0,5 3 0,3 2 0,4 4 0,3 2 0,3 4-832,4 2-464,3 1 13,4 4 598,8-13 1,2 3-44,1-1 1,2 2-52,2 15 0,2 1 63,1-14 0,2-1 201,3-3 1,1 2 0,0-3-199,1-3 1,1 0-24,5 13 1,2 1 6,-3-13 0,0 0 81,3 2 0,1 1 87,0 0 1,1 1-1118,1-1 1,0 1 1300,2-1 0,1 0 166,2 1 1,1-1 140,2-2 0,1 0 75,0-1 1,5-1 130,0-4 0,3 1 0,-1-2 138,7 3 1,3 0-174,-7-7 1,3 0 0,2 1-1,-1-3 214,9 1 1,-1-3 0,0 1-178,-11-6 1,-1 0 0,1 0 0,-1-1 173,14 3 1,-1-1 0,-2-2-9,-12-5 0,-2-1 0,3 0 18,15 3 0,3-1 0,-2-1-54,-12-2 1,-2-1-1,2 0-242,11 1 0,3 0 1,-4-2 303,4 0 1,-2-3-47,0-1 0,0-2-7,1 0 1,-1-1-40,-1-2 1,1-1 17,-1-1 1,0-2-202,0-1 0,-1-1 12,0-2 0,0-1 2,-2-1 0,2-2-77,-5-1 1,1-2 0,-1-1 163,-12 5 1,-1-1-1,2-2-164,4-4 0,4-2 0,0-2 0,-3-1-95,2-4 1,-3-1-1,1-3 10,-4 4 1,1-3 0,0 1-1,-4 0-15,3-4 1,-2 1-1,-3 0-40,-2 2 0,-1-1 0,-4 3 115,1-4 0,-4 2-271,-2 2 0,-1 0 226,-2 1 0,-2 0-375,-3 3 1,-2-1 77,-1 0 0,-2-1 37,-2 0 1,-2 0 61,-2-1 1,-3 0-90,-1 0 1,-3-1 3,-2-2 0,-5-1 70,-3 1 1,-5-2-1,0 2 139,-6-7 0,-3 0-13,2 6 1,-3-1 0,-1 4 80,-7-3 0,-5 3 68,7 7 1,-5 1 0,-3-1-1,0 1-118,-3 1 1,-2 0 0,-1 1 0,-4-1 203,9 4 0,-2 0 1,-2-1-1,-1 1 0,2 1 1,1 1-18,0 1 0,2 1 0,0 1 0,1 0 0,0 1 168,-11-3 1,0 2 0,1 0 0,4 2-198,1 2 1,4 2-1,0 0 176,0 1 1,0 0-1,0 0-121,2 2 1,0 0 0,1 0-33,1 2 0,1 0 0,0 1-78,-16 1 1,1 2-383,4 3 0,2 2-9,3 1 0,2 2-89,6 1 0,1 2 585,4 0 0,1 2 0,-3 6 0,0 3 0,-1 1 0,0 0 0</inkml:trace>
  <inkml:trace contextRef="#ctx0" brushRef="#br0" timeOffset="33357">23050 8079 11670,'2'-11'-449,"-1"1"359,1 2 0,-2-5 90,0 3 90,0-4-90,0 3 90,-2-3-90,-1-1 179,-7-12-179,0 3-606,-6-9 696,-1 5-90,-6-3 90,-2 1-90,-6-2 45,5 9 0,-2 0-45,-4-1 0,-4-1-891,3 4 0,-2-2 0,0 2 891,-6-3 0,0 1 0,-7-2 0,2 3-678,15 7 1,2 2 677,-4-1 0,0 0 0,0 0 0,-1 1 0,2 1 0,0 0 45,-6-2 0,0 1-45,6 2 0,-2 1 30,-1 0 0,-4-1 0,2 2-5,-3 1 0,0 0-702,-16-2 0,1 1 763,16 5 1,3 3-43,-3 0 1,1 2-48,-4 1 0,-1 3 50,1 1 0,-4 3 25,3 3 1,-4 3 0,0 1 5,-2 4 0,0 2 1,-2 3-54,4-2 1,-1 3-1,0 1 1,3 0 12,7-4 0,2 0 0,1 0 1,0 4-193,-6 6 0,0 4 1,2 0-1,4-2 174,6-4 0,4-1 0,0 1-142,-7 10 1,-1 3 0,5-3 197,1 6 1,4-2-135,1 3 0,2-1 104,2 1 0,2 0-72,2 1 0,2-1 22,2 1 1,2-2 11,2-3 0,1 0-45,2-1 1,1-1 472,2-4 1,2 1-458,4 0 0,2 4 0,1-3 0,3 4 0,4 1 224,4 5 0,5 3 0,2-3-207,0-11 1,2-3-1,3 0 21,-2-3 0,2 1 0,2-1 1,-2-2-50,5 1 1,-1-2 0,4-1 34,-3-4 1,2-1-1,1-2 1,-2-3-581,12 4 0,0-2 605,-7-4 1,3 1 0,-2-3-30,5 0 1,0-3-3,0 0 0,0-2-88,1-1 1,-1-2 90,1-1 0,0-2 0,0-1 0,0-1 0,0-2 0,1-1 0,1-2 0,-1-2 45,2-2 0,-1-1-90,1-1 0,1-2 45,-1-2 0,1-2-202,-1 1 1,2-4 201,-6 0 0,3-3 0,0-2 0,-12 4 0,0-1 0,0-1 0,1-1-44,-2 0 1,2-2-1,0 0 1,-1-1-1,-3 1 44,2-1 0,-3 1 0,0-1 0,-1-2 0,6-5 0,0-3 0,-2 1 0,-4 2-10,7-9 1,-4 1 9,-5 6 0,0-2 0,-3 2 0,-2-3 0,-4 0 465,-2 0 1,-1 1-466,-5 2 0,-1 0-45,-4 1 0,-2-1 172,-3 3 1,-3 0-128,-3-2 0,-2 0 64,-4-4 1,-3-1-65,-3-1 0,-4 0 246,-4-4 0,-2 0-246,-4 0 0,-3 1-45,-2 1 0,-4-2 45,0 4 0,-5-1 0,-3 1 0,6 7 0,-1 0 0,-2 0 0,-2-1-192,4 4 1,-2 0-1,-1-1 1,0 2 0,1 1 191,-5-3 0,1 2 0,1 2 0,-1 1-174,4 3 0,0 1 0,1 2 0,1 1 144,0 2 0,2 1 0,-1 2-60,-1-1 0,0 2 0,0 0-30,0 2 0,-1 0 1,0 1-320,0 1 0,-1 1 0,1 1-71,-1 1 0,-1 1 0,1 1 361,-1 0 0,1 1 0,-1 1 149,1 1 0,0 0 0,-2 0 0,-8 3 0,-2 0 0,-1 1 0,-1 0 0,0 0 0,-1 0 0</inkml:trace>
  <inkml:trace contextRef="#ctx0" brushRef="#br0" timeOffset="58265">20271 3593 8252,'4'-11'630,"1"0"-360,-2 3 0,0 1-90,0-1 89,0 0 1,-1-1 0,1 0 90,-1 0 269,1-3-269,-1 2-90,1-2 90,-2 4 180,2-4-1,0 0 1,1-2-90,-1 2-90,0 4-271,0 0 181,0 4-90,0-1 90,0 1-270,3 6 180,-3 7-90,1 8 0,-5 33-45,-1-13 0,-2 5-686,1-1 0,0 4 1,-1 1 670,-1 6 0,0 2 0,0 0 0,1-6 0,0 0 0,0-1-816,0 0 0,1-1 0,-1-3 786,1 5 0,0-4 0,0 1 0,0-2-551,1-3 0,0-2 551,0 0 0,0-1 0,1 0 0,-1 0-373,1-2 0,0-1 373,0 0 0,1 0 45,0 5 0,0 0-45,1-10 0,-1-1 45,1 4 0,1-2 873,2 16-918,-1-16 1977,0 7-2157,-1-16 0,0-5 827,1-5-1186,0-14 1595,0-2-3215,1-8-179,-2-3 2338,0-4 0,2-17 0,1-4 0</inkml:trace>
  <inkml:trace contextRef="#ctx0" brushRef="#br0" timeOffset="58973">20602 3485 13199,'-4'-16'-269,"1"1"269,0 2 0,-1 0 90,2 2 0,-1 1-1,0 1 271,0-4-180,0 4 90,1-7 0,1 8-90,2-7-90,2 7 90,9-7-90,1 8 89,11-4-89,3 4-888,7 0 888,9-1 0,-5 4 0,1 0-45,-6 1 0,1 1-1069,12-2 1,2 2 1068,-11 0 0,0 1-45,7 0 0,1-1 45,1 1 0,1-1-45,4 1 0,2 0-469,-5 0 0,4 0 0,-1 0 499,-1 0 0,0 0 0,1 0-30,-5-1 0,1 1 0,0 0 0,-3-1 30,1 1 0,-2 0 0,0 0-30,3 0 0,0 0 0,-3 0 45,1 0 0,-2-1-45,1 2 0,-2-2 0,14 0 90,-27 1 180,-1 0-180,-10 0 543,2 1-633,-10 0 1944,-1 1-1854,-3 3 2034,-1 1-2034,-4 4 0,-2 5-90,-3 9-362,-2 13 407,-1 0 0,0 2-293,1-7 1,1 4 247,-3 8 0,0 7 0,0-1-997,1-4 1,1 0 0,0 0 996,0 1 0,0 0 0,0 0-605,0 1 0,0-1 0,1-2 605,1 1 0,1 0 30,-1-5 0,1 3 0,0-3-30,0 8 0,0-2 0,0 10 0,0-2-330,3-17 1,0-2 329,-1 0 0,1-1-192,0-1 1,0 0 191,0-1 0,0-1 1169,0 24-1169,0-5 0,1-8 0,-1-6 90,0 2-90,0-13 1881,-2 6-1791,-3-14 1475,-7 0-1565,-2-7 0,-9-4 90,2-4-90,-10-1 472,-4 0-472,-12-1-612,-5 1 612,23-1 0,-1 0 0,-1 0 0,-1 0 0,-1-1 0,-1 0 0,-1 0 0,0 1 0,-1-1 0,0 0 45,0 0 0,-2-1-1298,-15 1 1,-1-1 1252,15 1 0,-3 0 0,-1 0 0,-3 0 0,4 0-515,5 0 1,2 1 514,-7-1 0,-1 1-142,9-1 1,1 0 51,-13 0 360,18-1 1,0 0-541,-8-1 1,1-2 1598,3-1-1868,1-2-451,4-3 122,7-2-2550,5-2 3418,7-4 0,9-14 0,4-7 0</inkml:trace>
  <inkml:trace contextRef="#ctx0" brushRef="#br0" timeOffset="59723">20896 3665 14908,'-8'-11'270,"0"2"0,5 6 270,0-2-180,8 0-270,0 0 90,9-1-91,0 4 1,5 0 90,2 1-90,3 0 0,1 0-90,0 1 90,5 1-341,-2 1 251,2 0-180,5-1-539,-3 1 179,-3-1-2608,-4 0 3148,-16 0 0,1 1 0,-7-1 0</inkml:trace>
  <inkml:trace contextRef="#ctx0" brushRef="#br0" timeOffset="59983">21021 3759 16977,'5'16'450,"-1"1"-360,-4 0 0,2 5 90,-2 15-90,1-3-1216,1 13 1216,-1-12-90,0-1 380,-1-4-290,0 9-90,0-9-589,0 7 409,-1-13-180,-1-2-179,1-2-271,-2-2-824,0-2-2503,-2-2 4137,0-1 0,-5 3 0,-1 0 0</inkml:trace>
  <inkml:trace contextRef="#ctx0" brushRef="#br0" timeOffset="60198">20787 4409 16618,'15'-7'359,"2"1"-269,1 4 0,8-1-1118,3-1 1118,7-1-90,1 0-359,18-4-197,-14 1-1019,-8 0 1,0-1 1574,15-11 0,3-3 0,-6-2 0</inkml:trace>
  <inkml:trace contextRef="#ctx0" brushRef="#br0" timeOffset="60523">21655 3700 15178,'3'-17'270,"0"2"0,-2 2 0,0 2 0,0 2 90,0 0 179,0 0-179,0 1 360,1-1-630,-5 22 89,0 3-89,-7 24 0,-2 6-90,3-18 0,0 0-1010,-6 20 0,-2 1 1054,5-19 1,-1-1-45,-1 3 0,-2 0-662,2-2 1,0 0 661,-1 1 0,-1 1-299,-4 8 0,0 2 344,-1-1 0,1 2-45,0-1 0,0 0-90,-2 5 0,2-2-389,7-14 0,1-2-106,-1 5 1,1-3-406,-3 8-4429,9-9 5419,5-18 0,7 3 0,3-5 0</inkml:trace>
  <inkml:trace contextRef="#ctx0" brushRef="#br0" timeOffset="60901">21863 4204 14908,'4'-12'-359,"0"3"629,-1 1 179,-1 2-89,0-3 90,-1 2-90,-2-1-180,-1 2-1,-1 0 1,-1 2-90,-1 2 90,-5 1-90,-1 1 90,-5 5-180,0 1 180,-15 13-90,-8 13-1027,13-7 1,0 1 936,5-3 0,1 2-536,-1 7 0,2 0 626,-1 7-814,1 9 724,11-16-259,4-3 259,5 2 1433,4-3-1433,12 14-90,9-5-539,11 0 1309,-4-15-4098,7-11 3418,-7-11 0,7-5 0,-2-5 0</inkml:trace>
  <inkml:trace contextRef="#ctx0" brushRef="#br0" timeOffset="62406">18910 2960 14998,'-4'-9'180,"0"-1"180,2 5 270,-1-1-540,8 1 0,0 5 0,7 2 0,12 11 0,0 1-1,3 2 1,3 3-1087,-1 1 1,1 1 996,2 1 0,-1 0 45,2 2 0,-2-1-178,-8-6 0,0 1 178,17 15 0,2 1 0,-11-8 0,1 0-731,-3-1 1,2 2 0,-2-2 730,3 3 0,-2-1-45,0 1 0,0-1-150,0 0 1,0 0 149,-1 0 0,-1-1 0,2 1 0,-1-1 445,-1-1 1,1 1-401,8 6 0,0 0-45,-1 0 0,0-1 0,-3-2 0,-1 0 45,2 1 0,-3-3-45,6 7 0,-4-4-90,-12-12 211,-13-11-211,-2-2 1196,-2-2-1466,-8-10 534,1 2-1073,-9-13-1007,1 2 1906,-2-8 0,0-1 0,1-1 0</inkml:trace>
  <inkml:trace contextRef="#ctx0" brushRef="#br0" timeOffset="62798">20039 3647 13020,'3'-11'449,"0"0"-89,-1 8 0,2-2-270,2 3 90,-1 0-90,2 2 90,-2 2-1,2 2-89,1 1 0,-1 2 90,2 3-90,-1 2 90,5 12 0,2 14-180,-3 0-778,1 6 868,-8-15-530,2 9 530,-4-12-90,0 6-130,-2-11 220,0-3-90,0 0 0,-1-2 896,2 4-896,-1-3 661,0 3-661,-1-8 151,-1-2-151,0-6 90,-4 1-90,0-3 0,-4 0-90,-9-1 180,1-1-90,-10 1-472,0 1 472,-3 0 0,-4 2-90,1 0-90,4 2-270,2-1-2608,-3 3 3058,7-1 0,-2-1 0,7-1 0</inkml:trace>
  <inkml:trace contextRef="#ctx0" brushRef="#br0" timeOffset="64348">17993 2730 14099,'-3'-11'-90,"1"1"360,-1 2 270,0-1-271,0-1 1,1 3 0,0 0 270,1 1-450,-4 11-90,2-1 90,-5 19 0,5-5 0,-5 25-90,2 8-1343,0 2 1343,3-24 0,1-1 0,-1 12 45,0-11 0,1 1-45,-2 15 0,2-16 0,0-1-564,-2 10 654,2-3-90,-3 0 0,2-5 0,-4 9 0,4-13 90,-2 3-90,2-6 1341,1-8-1251,-1 7 565,1-8-655,0-2 90,1-2-90,1-4 0,0-1 90,2 0-90,3-5 0,3-2 0,3-2 0,-2 1 0,6 1 0,-4 0 0,4 0 0,4-1 0,-2 1 0,6-1 0,-2 2 0,2 0 0,2-1-510,6 1 510,2 0 0,6-1 0,1 0 0,-11 0 0,0 0 0,15-1-783,-14 1 1,-2 0 782,11 1-21,7-1 21,-1 1 0,7-2-488,-17 1 488,-6-1 397,-12 1-397,-3 1 1525,-1 0-1525,-1 0 222,-2 0-222,0 0 620,-2 0-620,3-2 90,-1 2-90,2-1 90,-5 1 0,1 0 0,-3 1 90,2-1-90,-1-1 0,-1 0 0,-1-1 0,-1-1-90,-2-2 0,1 0 0,-1-1 90,0 1-90,0-1 0,0-1 0,1-10 0,1-6 89,1-20-89,0 6 0,-1 5 0,1-1 0,0-12-725,-2 16 1,1-1 724,0-16 0,1-5 0,-2 4-90,0-2-905,0 5 995,-1 3-427,0 6 427,-1 4 0,0 8 0,-1 3 0,1 4 0,0-3 1215,-1 3-1305,0 2 1186,-4 12-1096,1 6 561,-2 7-561,1-1 0,0 1 0,1 0 0,-1 0 0,-2 4 0,2-3 0,-3 2 0,4-5 90,-2-2-90,0 0 0,-4 1 0,-5 0 0,0-2 0,-5-1 0,3-4 0,-5 0 0,-6-2-761,-3 0 761,-7-1 0,-3-1 0,-7 1 0,-2-1 0,22 2 0,-2 0 0,-11-1 0,-2 0 0,1 1 0,-2-1 0,-7 0 0,0-1 0,14 2 0,2 1-45,0-1 0,3 0-134,-10 1-451,-1 0 180,14 1-90,9 1-179,10 0-1800,1 1-1169,2-1 3688,2 1 0,2-1 0,1-1 0</inkml:trace>
  <inkml:trace contextRef="#ctx0" brushRef="#br0" timeOffset="65308">18259 1957 13919,'9'5'-540,"0"-2"810,-1-3 0,0 0 90,-1 0 1079,-1-1-1349,-19 2 90,3 0-90,-18 2-90,6 0 90,-2 0 0,-11 1 0,9-2-90,-6 1 90,13-3-90,1 0 90,3-1-90,1 1 0,2-1 90,3-1-90,1 0 0,3-2 0,3-3 0,3 0 0,4-3 0,11-12 89,0 4-89,9-9 0,-5 7 0,10-7 0,-3 2 0,1 1 0,-7 5 0,-8 9 0,-3 1 0,0 2 0,-3 1 0,0 0 0,0 1 0,-2 0 0,0 1 0,0 0 0,-1 1-89,2 1 89,0 4 0,0 2 0,0 3 0,-1 10 0,-1 0 0,3 23 89,-1 9-1418,-1 2 1329,0 3 0,-3-18-998,0 20 998,-1-18 0,-1 13 0,0-22 0,-2-3 90,1-1-90,-1-1 0,-1 5 0,-1-9 0,-2 3 90,-4-6 1090,1-5-1180,-6 1 1147,2-8-1147,-8-2 0,2-2 0,-6-2 0,4-1 0,0-2 0,-1-1 0,2-1 90,0 0-90,4-1-90,1 1 90,3 0-90,1 1-539,2-2-361,4 2-2068,13-7 450,1 5 2608,12-5 0,4 1 0,4-1 0</inkml:trace>
  <inkml:trace contextRef="#ctx0" brushRef="#br0" timeOffset="65673">18673 1698 13649,'4'-12'90,"-1"0"0,0 2 90,-1 1 360,0-3-181,0 3-89,-1-1 180,1 3-270,-2 0 540,1 2-630,-3 18-90,-3 4 89,-3 21-1247,-3 4 1248,-1 5-1507,-5 6 1462,9-25 0,-2 0-45,1 0 0,-2 1 45,1 0 0,-1 2-1255,-5 12 1,-1 1 1209,4-9 0,0-1 45,-3 10 0,-1 1-265,0-1 1,1-2 219,4-11 0,1 1 103,-8 17 0,0 0-103,8-17 0,0-1-45,0-1 0,0-1-135,-2 11 711,6-21-801,3-4 2656,0-2-2836,2-3-113,1-2-4114,4-4 4677,6-6 0,7-9 0,5-6 0</inkml:trace>
  <inkml:trace contextRef="#ctx0" brushRef="#br0" timeOffset="65965">18800 1957 13559,'0'-11'270,"0"1"0,0 2-180,1 13-90,0 7 0,0 8 90,-1 5-90,-2 15 90,1-4-90,-1-3 0,-1 3 45,0-5 0,0 0-836,-2 7 0,0 0 791,1-9 0,-1-1-303,-1 1 0,1-3 213,-1 1-169,-1 2-11,3-14-270,1-3-629,0-2 981,0-2 188,1-2 0,0-4 0,2 0 0</inkml:trace>
  <inkml:trace contextRef="#ctx0" brushRef="#br0" timeOffset="66273">18815 1897 12210,'21'5'90,"-2"0"0,4 2-768,2 0 678,1 1 0,5 1 90,-2 1-90,0 0 0,-4 1 90,-3-1 131,-4 0-131,-1 3 112,-9 4-202,-4-1 90,-22 10 0,-3-9-764,-12 7 764,3-8-90,0 0 0,-1-1-90,2 0-180,3 0-539,4-1-810,6-1 1221,5-2 398,5-2 0,4 0 0,2-1 0</inkml:trace>
  <inkml:trace contextRef="#ctx0" brushRef="#br0" timeOffset="67006">19968 4551 13289,'10'-4'1709,"-2"0"-809,-3 2-270,-2-1 629,1-1-989,-6 0-90,-5 2-90,-4 2-1,-9 6 91,-21 14-90,1-1-896,11-3 1,0 0 805,-18 11 45,22-13 0,1 1-45,-1 0 0,0 1 45,0 0 0,-1 1-45,1 0 0,0 0 0,0 1 0,1 0-45,-1 0 0,1 1 0,1-1 0,1 0-493,-21 18 223,15-12 0,0 0-45,-12 13-595,16-16 0,2 0 236,-6 4-6537,-3 2 7256,9-9 0,-8 7 0,10-10 0</inkml:trace>
  <inkml:trace contextRef="#ctx0" brushRef="#br0" timeOffset="67598">19546 4554 13919,'6'-9'-90,"0"1"180,-1 6 90,0 0-90,3 1 90,-1-1 0,1 1 0,2-1 179,9 0-89,13-4-90,1 0-90,9-2-939,-8 1 939,2 2 0,3-2 0,1 0 0,-1 0 0,0-1-90,-3 0 90,-3 2-90,-5 1 89,1 0 1,-10 2-90,2-1 0,-11 2 0,-1 1 90,-4 0-90,-8 9 940,-2-2-940,-18 19 0,6-7-619,-10 11 619,8-5 0,0 2 90,0 2-90,-8 19 0,7-12-1086,-7 13 996,9-14-180,1 0-89,-1 0-181,2-5-719,1 0-900,1-4 2159,-2 1 0,3-6 0,-2 2 0</inkml:trace>
  <inkml:trace contextRef="#ctx0" brushRef="#br0" timeOffset="74225">17604 4795 14496,'-7'-9'-173,"1"0"259,4 4-418,3-2 546,0 2 123,3-1 131,2 2 163,0-1-385,3 0 473,-1 0-64,2 1 244,2 0-121,6-2-226,5 0-263,0 1-167,0 1-103,-7 2 99,4 1-202,-4 1 7,1 0-113,-6 3 45,-1 0-128,-1 2 35,-3 2-232,0 9-12,-6 1 58,-3 11 195,-13 19-62,0-5 286,0-5 0,-1 2-885,5-8 0,0-2 912,-1 2 1,0-1 177,-4 20 105,7-17-63,4 8-231,3-11-430,4 6 230,4-15-104,4 4-53,2-3 22,3 0 152,1-4 3,0-5 46,9 0 1544,3-6-1424,0-2-326,8-10-1681,-10-6 2141,6-11 0,-9-4 1,-2-5-1</inkml:trace>
  <inkml:trace contextRef="#ctx0" brushRef="#br0" timeOffset="75717">18009 5161 12390,'8'-4'989,"-2"-1"-69,-7-1-880,-2 0-44,-2 1 99,-2 2 97,-2 4-22,0 0 79,-2 4 140,3-1-349,-3 3 170,2 0 25,-2 3 23,0 2-193,2 0-116,0 2-13,3 0-80,0 7 81,4-4-99,0 3 0,3-6-10,4 6-199,2-3 87,6 4 124,-2-9-19,5-2 85,-5-7 159,3-1-43,-4-4 165,0 0-96,-1-3 29,0 0-32,0-2-243,-2-1 28,1 0-42,-2-2-33,1-4-48,-3 4 42,1-2 87,-3 4-83,0 2 114,-1 0 90,0 16 0,2-6 0,0 15 0,7-7 0,3-1 0,2 1 0,0-5 0,-2-4 0,5-3 0,-4-2 0,6-3 0,1-8 0,-4 1 0,6-9 0,1-9 0,-7 2-830,4-13 830,-8 8 0,-3-4 0,0-2 0,-2-1 0,-1-1 0,-3 12 0,-1 1 0,1-11-45,-1-15-45,-2 27 90,-2 6 0,-7 27 0,2 10 0,-7 21-835,3-2 835,0 2 0,-2 5 0,-1 1 0,0 0 0,-1 2 0,5-18 0,0 1 280,-1 1 1,0 1-281,0-3 0,0 0 45,-2 2 0,2-2-135,-4 7 90,2-3 90,3-11-46,5-10-44,-1-1 90,2-2-90,7-16 894,1-1-804,13-26-90,-5 12 0,7-12 0,-4 9 0,9-8 0,-1 6 121,6 0-121,-9 12-90,-3 9 180,-6 6-90,0 3 0,-1 4 0,1 1 0,-2 3 0,0 2 0,-1 3 0,-2 1 0,-1 0 0,-2 2 0,-1-1 0,-2 0 0,-5 7 0,-4 0 0,-8 8 0,0-10 0,-2-3 0,6-9 0,0-1 0,1-2 90,1-2-90,0-1 0,3 0 0,-1-3 0,1 0 0,2-1 0,0-4-90,2 1 90,2-3 0,3 0-90,2-1 90,2 2 0,1 2 0,-1 2 0,0 1 0,1 1 0,5 2 0,-2 0 0,5 1 0,-4 1 0,2-2 0,0 2 0,0-1 0,1-1 0,-1 0 0,1-1 0,1-1 0,0-1 0,8-2 0,1-1 90,0-2-90,3-4 0,-13 2 0,4-4 0,-7 3 0,-1-2 0,-2 0 0,0-1 0,-1-1 90,-2 1-90,0 2-90,-1 1 180,-1 0-180,-1 2 90,0 2 0,-9 5 0,-2 11 0,-4 4 0,0 5 0,4-1 0,-1 6-90,3-4 180,0 4-90,5-9 90,1 4-90,1-6 0,4 4 0,1-9 0,2-1 0,2-2 0,1-2 0,2-2 0,2-2 90,14-9-90,7-10 0,2-3-926,1-10 926,-14 7 0,2-9 0,-5-2 0,1-5 0,-4-6 0,-1-3 0,-4-3-1315,-2-2 1315,-4 3 0,-4 2 0,-2 7-457,-4 3 457,0 7 0,-2 6 0,-2 5 821,-2 12-821,-7 13 1375,1 13-1375,-7 27-90,4 9-392,9-24 1,1 0 481,1 1 0,0-1 0,-1 14-103,1 0 103,2-12 0,1 0 0,-3 16-494,3-16 1,1-1 493,-1 9-157,1-4 157,0-3 0,3 3 0,-1-11-90,1 5 0,1-12 1119,1-1-1389,0-4-74,1 0-1365,0-3 2086,3-1 1,0-2 0,2-2 0</inkml:trace>
  <inkml:trace contextRef="#ctx0" brushRef="#br0" timeOffset="75923">18974 5321 13649,'8'5'1259,"0"0"-1169,-4-3-180,1 1-1619,0 0-1978,-1 0 3687,0 2 0,-2-3 0,-2 1 0</inkml:trace>
  <inkml:trace contextRef="#ctx0" brushRef="#br0" timeOffset="78665">18661 5960 12824,'6'-10'224,"-4"-1"-488,-4 6 187,-5-1 62,1 4 173,-2 0-75,0 1 97,-7 4-155,3 0 121,-6 2 138,4 1-57,1 1 16,0 2-82,1 0-44,-4 7 17,2 4-159,-1 8-56,7-7 55,5 6-120,8-6-99,2 0-74,5-1-14,2-7-330,11 1-111,-5-5-863,7 2 1295,-8-8 316,0 0 0,5-3 1,2 0-1</inkml:trace>
  <inkml:trace contextRef="#ctx0" brushRef="#br0" timeOffset="79348">18874 6131 10771,'11'-4'270,"-1"0"89,1 0 181,0-1-270,-2 1 270,1-2-360,-5 2 0,2-1 179,-4 1-179,-1-1 0,-2 0-90,-1 0 0,-4 0 0,-1 3 0,0 1-90,-3 0 90,0 1 0,-1 1-90,-1 0 90,-5 3-90,3 1 90,-8 4-90,10-2 0,-1 2 0,5-1 90,1 0-90,0 0 0,3 1-90,0-1 90,2 0-90,1 0 90,1-1-90,2 0 0,2-1 0,-1 0 0,7 1 90,-2-2-90,3 1 0,1-4 90,-4-1-90,9-2 90,-5-3-90,4-1 90,-5 0 0,0-2 0,-5 3 0,0-2 0,-2 3-90,-1 1 90,2 0 0,-2 0 0,3 1 0,-2 0 0,4 2 0,-2-1 0,5 1 0,1-1 0,5-2 0,-3 0 0,6-5 0,-7 2 0,4-4 0,-5-1 0,1-1 0,-1-3 0,2-5 0,6-14 0,1-10-243,-8 14 0,-1 0 243,5-19 0,-1-5 0,-8 19-90,-1 4 90,-2 9 0,-4 10-90,1 4 90,-5 21 0,1 0 0,-4 24-770,1-5 770,-2 5-2676,-1 17 2676,2-14-304,2-9 0,1-1 304,0 0-228,1 7 228,1-18 371,1 0-640,1-2 2083,2 3-3433,0-7 1716,1 0-97,0-7 0,2-1 0,2-1 0</inkml:trace>
  <inkml:trace contextRef="#ctx0" brushRef="#br0" timeOffset="80731">18960 6436 11580,'0'-11'450,"-1"2"-270,-2 2-90,-2 2 0,0 1 0,-1 0-90,-1 2 180,-4-1-180,2 1 0,-9 1 90,2 3 0,-6 5-90,6 0 0,2 3 0,5-2 0,1 1 0,1 2 90,2 0-90,1-1 0,2 0 0,2 0 0,0-1 0,2 0 90,4 3-90,0-3 0,2 2 90,-1-5-90,3 0 89,2-2-89,3-1 0,-2-3-89,3-4-1,-5-2 90,4-3-90,-3-2 0,0-1 90,0-3-90,1-5 90,-2 1 0,3-6-90,-1-5 90,-2 6-90,-1-2 90,-6 11 0,0 0-270,-1 3 270,-6 12 0,1 2 0,-3 15-90,2-3 90,1 2 0,0 2 0,1 0 0,0 0 0,0 1 0,0 0 0,1-1 0,1 1 0,0-2 0,3 6-180,-2-7-450,4 7-1618,2-8 2248,4 0 0,3-6 0,1-3 0</inkml:trace>
  <inkml:trace contextRef="#ctx0" brushRef="#br0" timeOffset="81150">19244 6513 11041,'3'-9'1709,"0"1"-1439,-5 2-1,-1 3-179,-5 2 0,2 1 90,-3 5-90,2 0-90,-2 2 90,3-1 0,0 1-90,0 1 0,1-1 90,0 2-90,1-3 90,1 5-90,4-2 0,2 3 0,3-3-180,6-1 90,-3-4 0,5-1 90,-4-2-90,1-2 0,-1 0 0,-1-2 90,1-2-90,-1-2 90,-2 0 0,1-3 0,-3 0-90,-1-2 90,-2-1-90,-2-7 1,-4-2 89,-6-5 0,-1 8-90,-7 4 0,6 10-90,-3 1-180,4 4-90,2 1-1259,-1 2 1709,-2 5 0,0 2 0,-2 4 0</inkml:trace>
  <inkml:trace contextRef="#ctx0" brushRef="#br0" timeOffset="81806">19453 6455 11760,'1'-14'360,"0"3"-270,-4 5 90,-1 2-180,-1 1 180,-1 0-90,-2 2-90,1 1 90,-2 2-90,3 1 90,-1 1-90,1 1 0,-1 2 90,1-1-90,0 2 90,-2 4-90,1 2 0,-1 2 90,4-2-90,2-4 0,3-4 0,0 1 89,2-3-178,1 1 89,1-1 0,1-2 0,4-1 0,-1-2 0,2 0 0,-2-3 0,3-4 0,-1 1 0,5-10 0,-7 5 0,2-4 0,-2 1 0,-4 4 0,3-3 0,-4 6-90,0 1 90,1 10 0,-3 1 0,1 9 0,-3-1 0,1 3 0,-2 0 0,0 4 0,-2 10 0,-2 3 0,-2 11 0,0-12 0,0-3 0,2-13 0,1-1 0,0-1 0,-1-2 0,2-1 0,-2-1 0,-1 1 90,1-4-90,-4 0 0,1-5 0,-1-2 0,-3-4 89,0-3-178,-3-4 178,4 1-89,0-3 0,6 6 0,1-3 0,4 3 0,3-1 0,2-1 0,4-2 0,4-3 0,4-1-363,5-2 363,1 0 90,13-10-270,-7 6-315,-4 3 0,-1-2-2113,14-14 2285,-2-1 0,-4-4 0,-11 10 0</inkml:trace>
  <inkml:trace contextRef="#ctx0" brushRef="#br0" timeOffset="82673">22570 4369 12030,'10'-5'450,"-1"1"-180,-1 1 269,0-2 91,2-1-360,-1-1 180,6-2-181,-4 3-89,9 0 0,-2 2 0,9 0-771,4 2 770,6 0-89,-5 2 0,2 1 0,5-1 0,2 2-1127,9-1 0,1 1 1037,-10-1 0,-1 0 90,5 1 0,-2-1-602,-12-1 1,-2-1 421,27 0-558,-13-2 289,-21-1-237,6-4-33,-10 0-361,3-3 899,-10 3-1708,-3-1 2124,-2-1 1,1-7 0,-2-1 0</inkml:trace>
  <inkml:trace contextRef="#ctx0" brushRef="#br0" timeOffset="83065">23293 4119 12840,'11'-4'180,"0"1"-90,-2 4-90,4 0 89,3 3 1,16 2 0,-4 1-90,11 4 90,2 3 0,-9-3-90,18 11 90,-11-5-943,5 6 853,-12-6-339,-2 1 429,-15-9-90,2 3 0,-7-6 90,-2-1 90,-1 0 818,-2-1-728,1 1 284,-5 4-374,-9 8-91,-5 1 1,-26 19-45,16-17 0,0 0-756,-2 2 0,0-1 756,0 1 0,0 0-45,-8 9-991,1 2 722,2-1-361,4-1-1404,3-1 145,4-2 360,2-1 1529,3 1 0,0 4 0,1 2 0</inkml:trace>
  <inkml:trace contextRef="#ctx0" brushRef="#br0" timeOffset="85965">22934 4496 10681,'4'-9'450,"-2"-1"-181,0 6-179,0-3 180,-1 2 0,1-2-90,-1 0-90,1 1 270,1-5-90,-1 1-1,1-4-179,-1 1 90,2 1-180,-2 1 90,2 0 0,-1 0 0,1-2 0,-2-1-90,1-1 90,0 0 0,0-2 0,1-2-90,0 0 90,0-4-90,1-18 90,-2 7-90,0 2 0,-1-3 45,1 5 0,-1-1-965,0-10 0,1 0 920,0 8 0,0 1 0,0-12 0,1 1 90,1-7-90,-1 14 0,0-1-1029,2-7 1029,1-3 90,-1 5-90,-1 0-657,1 2 657,-1 2 0,0 2 0,0 5 0,0-3 0,-2 11-90,1-6 90,-3 11 1490,2-2-1490,-3 7 1045,0 3-1135,0 3 991,-3 0-901,1 2 0,-3 0 0,1 2 0,-3 0 0,2 1 0,-4-1 0,4 2 0,-4 0 0,4-1 0,-3 0 0,3 1 0,-1 0 0,0 0 0,0 0 0,1-2 0,-1 2 0,-2-2 0,-3-1 0,-3 0 0,2-1 0,-7-1 0,5 2-90,-8-2 180,3 0-180,-7-1-795,-3-1 885,-7-1 0,-6-1 0,-3 0 0,-7-2 0,-1 1-767,25 4 1,0 1 811,0 0 0,0-1-45,0 1 0,-2 0-378,-11-4 0,-2 0 378,-3 1 0,-2-1-30,9 2 0,-2 0 0,2 0-714,-9-2 0,2 2 744,2 0 0,3 1 79,10 2 1,2 0-181,0 0 0,-1 1 207,1 0 0,-1 0 1,1 0 0,0 1 0,0-1 1,0 1 108,-26-4 807,4 2-745,2 1-159,7 1-30,0-1-20,3 2 1,0-1 1422,2 1-1423,-15-1 2,13 0 128,7 1 1,0-1 774,-6-1-593,-6 0 10,-1-1-15,14 2-4,-8-2-118,14 2 111,2-1 482,0 2-808,3-1 4,0 0 196,2 1-189,-3 0 779,6 0-767,-1 0 486,6 1-479,-2-1 69,5 2 33,-6-3-142,5 2 40,0 0-33,0-1-21,2 1-63,-1 0-87,1 0 129,0 1 17,1 0 201,5 6-793,0-2-38,4 3 130,-1-3 48,0-1-74,0 0 221,0 2-251,0-2-74,0 1 535,-1 3 53,0 1-204,0 8-17,-1 5 41,0 0-48,-1 2 223,-1-3-133,-1 1 137,1 2 109,-1 2 105,-1 0-58,0 4-17,0 0-335,1 0 290,-1-1-42,1-4-5,0 1-7,0 7-11,0-9-2,0 5 69,1-12-103,0 4 14,1-2 84,-1-3-183,1-3-419,1-4-2004,1-6 1297,2-3 1300,0-4 1,-1-8-1,0 0 1</inkml:trace>
  <inkml:trace contextRef="#ctx0" brushRef="#br0" timeOffset="86406">20627 3229 20626,'-5'10'-2140,"1"3"1031,5-1-30,0 1 362,0 2 362,1-3 105,2 9-30,-1-5-772,3 5 701,0-6 142,4 5 504,-2-5-29,4 2 168,3-3 224,-2-6 46,4 1 79,-4-6 160,-1-1 43,1-3 148,1-2-94,1-3-206,1-2-198,9-9-294,-3 0-1087,7-8 378,-8 3-524,8-13-107,-7 7-1760,10-17 2629,-13 16 0,1-3 0,-5 7 0</inkml:trace>
  <inkml:trace contextRef="#ctx0" brushRef="#br0" timeOffset="94414">10536 10603 11580,'9'0'1709,"0"0"-1619,-3 2 0,1-1 0,-1-1 0,4 0 0,-3-1-90,3 1 90,-4 0-90,1 2 90,-2-2-90,3 1 0,-2 0 90,1-1-180,-1 1 180,-1 0-90,0 1 90,-1-1-90,-1 2 0,0 1 0,0-1 0,-1 2 0,1-2 90,-1 2-90,0 0 0,-1 1 90,-2 5-90,0-2-90,0 3 180,-1-3-90,1-2 0,-1 0 0,2 0 0,-2 0 0,0 3 0,0 0 90,-1 0-90,2-2 0,0-1 0,0-2 0,-1 3 90,1-3 90,-1 2 89,0-2 541,0 1-810,-4-7 90,2 1-90,-3-5 90,3 3-90,-1-2 90,1 1-90,0 0 0,-1 1 0,0-1 0,-1 1 0,0 1 0,0-2 0,-1 3 0,1-1 0,-2 1 0,0-1 0,2 1 0,-2 0 0,1-1 0,0 2 90,0-3-90,0 1 90,1 1 0,0-3 0,3 0-90,2-4 0,3 0 0,0 0 0,1 0 0,-1 2 0,0-1 90,1 2-90,-2-1 0,3-3 0,0 0 90,1-3-90,-2 4 0,1-2 0,-3 4 0,2-1 0,-2 2 0,1-2 0,-1 1 0,1 1-90,1 0-180,3 3-180,0 0-449,2 0 269,-3-1-4047,0-1 4677,-1 0 0,-1 0 0,1-1 0</inkml:trace>
  <inkml:trace contextRef="#ctx0" brushRef="#br0" timeOffset="95848">10218 10691 13379,'10'-1'450,"1"0"-360,-4 1-90,2 0 0,-2 1 90,5-1-90,-2 0 90,5 0-90,-3 0 0,-1 0 0,-4 0 0,3 0 90,-3-1-90,5 1 0,-7 0 180,3 0 90,-3 0-1,2 0 1,-1-1-180,0 2 0,0-1-90,-2 3 0,0 0 0,-3 2 90,0 1-90,-1 2 0,-1-2 0,-1 2 0,1-1 0,-1 4 0,-1 1 0,0 5 0,0-4 0,0-1 0,2-4 0,0-1 0,0-1 0,0 0 90,0 0-90,0 0 0,0 0 0,0 1 90,0 0-90,0-2 90,-2 0-90,-3-5 0,1-1 0,-3-3 0,3 1 0,-1 0 0,-1-1 0,-1 1 0,1 0 90,-3 0-90,3 1 0,-3 0 0,3 1 0,0 0 90,1 0-90,-3-1 90,3 1-90,-1 0 90,0-1-90,2 2 90,-3-1 0,2 0 90,0 0-90,1-2-90,0 0 0,2-1 0,0 0 90,2-3-90,0 1 0,1-1 0,0-1 0,1 0 0,0 2 89,0-2-89,0 2 0,1-2 0,0 1 0,-1 0 0,1 1 0,-1-1 0,1 1 0,0 1 90,0-1-90,1-2 0,-2 2 0,2-3 0,-2 2 0,0 1 0,0 0 0,-1 3 0,1 1 0</inkml:trace>
  <inkml:trace contextRef="#ctx0" brushRef="#br0" timeOffset="100431">10600 11704 12120,'4'-8'-270,"-1"0"450,0 3-90,-1-1-90,-1 1 180,1 0 450,0 1 179,2 0-809,1 5 90,-2 1-90,2 5 90,-4-2-90,1 1 0,-1 0 0,0-1 0,1 4 0,0-3 0,0 1 90,-1-1 90,2-1-90,2-3-90,0-3 90,5-5 0,0-2-90,6-8 90,3-3-268,7-9 223,-4 5 0,0-2-634,-3 5 1,1-2 588,5-6 0,1 0 90,11-13-135,-11 15 0,0-1-360,-1 3 1,0 0-226,1 1 1,-2 2-1170,13-10 449,-15 18 1350,-5 3 0,2 0 0,0 1 0</inkml:trace>
  <inkml:trace contextRef="#ctx0" brushRef="#br0" timeOffset="-198908.73">3147 11310 11490,'17'1'2249,"-2"0"-1979,-9-2 360,-1 0-450,-1-2-180,1 1 89,-1-1 1,0 0 90,0 1 0,0-1 0,0 0-180,-1 0 0,-1-2 0,0 0 0,0 0 0,1 2 0,0-1 0,1 0 0,-1 1 0,0-2 0,1 2 0,-1-1 0,1 0 0,0 0 0,0 0 0,-1 1 0,0-1 0,1 0 0,-1 1 0,1-1 0,-1 0 0,0 1 0,0-1 270,1 1 90,-2-1-180,1 0 0,-1-1-1,-1-1-89,-2 1 0,1-3-90,0 3 0,3-1 90,0 2-90,0 0 0,-1 0 0,1-1 0,-2 1 0,1-1 0,1 0 0,-3-2 0,1 1 0,0 0 90,0 0-180,0 0 180,-2-1 180,2 2-180,-3-2 0,4 1 0,-2-1-90,0 1 90,0-1-90,1 2 0,-1-2 0,2 1 0,-2 0-90,-1-2 90,2 2 0,-1 0 0,2 0 0,-1 1 0,1 0 0,1 0 0,-1 0 0,1 2 0,-1-2 90,1 1-90,-1-1 0,-1-1-90,-1 0 90,1-1 90,-1 1-90,0 0 0,0-1 0,-1 1 0,1-1 0,-1 0 0,0 1 0,0-2 90,0 1-90,0 0 0,0 0 0,0 1 0,1-3 0,0 3 0,0-2 0,-1 1 0,2-1 90,-2 2 90,1-1 0,-2 0-90,1 1-1,-1-1 1,0 2-90,2-3 0,-1 3 0,1-3 0,1 2 0,1-1 0,0 3 0,1-3 0,0 2 0,-1 0 0,0-2 0,0 2 0,1-1 0,0 1 0,0 0 0,0 0 0,1 0 0,0 1 0,-1-1 0,1 1 0,-1 1 0,1 0 90,0 0-180,-1-1 90,0 1 0,0-2 0,2 3 0,-1-2 0,1 1 0,0 0 0,-1 0 0,0 0 0,0 0 0,0 0 0,-1 0 0,2 0 0,-1 1 0,0 0 0,0-2 0,1 2 0,-1-1 0,0 1 0,0-1 0,0 0 0,0-1 0,-1 1 0,0 0 0,1 0 0,0 0 0,0 0 0,0 1 0,-1-1 90,1-1-90,0 0 0,0 1 0,0 0 0,0-1-90,0 2 90,0-2 90,-1 1-90,0-1 0,1 2 0,0-1 0,-1 0 0,1 1 0,-1-2 0,1 1 0,-1 0 0,1-1 0,-1 1 0,1-2 0,-1 2 0,1-1 0,-1 1 0,0-1 0,1 1 0,-1-1 0,1 1 0,-1 0 0,1 0 0,-1 0 0,0 0 0,0-1 0,1 0 0,-1 0 0,1 0 0,-1 1 0,0-1 0,0 0 0,0 0 0,-1-1 0,1 1 0,-1-1 0,1 1 0,-1-1 0,0 1 90,-1-1-90,0-1 0,0 0 0,-2-1 0,0 0 0,-1 0 0,1 2 0,-2 0 0,1 0 90,-1 0-90,1 1 0,-1 0 0,0 0 0,-1 0 0,0 1 90,0 0-90,0 0 0,-1 0 0,0 1 0,0-1 0,0 1 0,1-1 0,-2 0 0,2 1-90,-1-2 180,1 1-90,0-1 0,1 1-90,0-1 90,2-3 0,1 1 0,0-3 0,0 3 0,0-1 0,0 1 0,2 1 0,0 0 0,0 1-90,1 0 90,0-1 90,0 1-90,0-1 0,-1 1 0,0-1 0,0 0 0,1 1 0,-2-2 0,1 1 0,-4-1 0,0 0 90,-1 0-180,0 3 90,-1-2 0,0 2 0,0 0 0,0-1 0,1 0 90,0 1-90,-1-1-90,1 0 90,-1 0 0,1 1 0,-1-1 0,-1 1 0,-1 0 0,2 0 0,-2 1 90,2-1-90,-1 1 0,0 0 0,-1 0 0,0 1 0,0 1-90,-1 0 180,0 0-90,0 0-90,0 0 90,1-1 90,0 0-180,1-1 90,0 0 0,0 0 0,3-2-90,1-2 90,2-1 0,1 0 0,0 1 0,1 2 0,-1 0 0,1-1 0,0 0 90,-1-1-180,1 1 90,0 1 0,-2 0 0,3-1 0,-1 1 0,0-1 0,0 2 0,0-1 0,0-1 0,0 1 0,0-1 0,0 1 0,0-1 90,0 1-90,-1 0 0,1 0 0,-1-2 0,1 2 0,-2-2 0,1 2 0,-1-2 0,-2 0 0,0-1 0,-1 1 0,1 0 0,-1 0 0,1 1 0,0-2 0,-1 2 0,1-2 0,-1 2 0,0-2 0,1 3 0,-1-2 0,0 0 0,0 1 0,0-2 0,-1 2 0,2 0 0,-2 0 0,1 0 0,-1 0 0,1 0 0,0-1 0,1 1 0,-1-1 0,1-1-90,2 2 90,0-1 0,2 1 0,-1 1 0,2-1 0,-2-1 0,1 2 0,0-1 0,0 1 0,0 0 0,0 0 0,0 0 0,-1 0 0,1 0 0,1 0 0,-1-1 0,2 2 0,-1-1 0,1 0 0,-2 1 0,2 0 0,-2 1 0,1-1 0,-1 0 0,1-1 0,0 1 0,-1-2 0,1 1 0,-1 0 0,1 0 0,2 0 0,0-1 0,-1 1 0,2 1 0,-4 0 0,5-1 0,-4 1 0,3-1 0,-3 1 0,1 1 0,-1 0 0,0 0 0,0-1 0,1 0 0,-1 0 0,1 1 0,-2-1 0,3 0 0,-3 1 0,3-2 0,-3 2 0,2-1 0,-1 1 0,1-1 0,-1 1 0,1 0 0,-2-1 0,2 0 0,-1 0 0,1 0 0,-1 0 0,2 1 0,-1-1 0,0 1 0,-1-1 0,2 2 0,-1-2 0,0 2 0,1-2 0,-1 2 0,0 0 0,1 0 0,-1 0 0,1 0 0,0 0 0,-1 0 0,1 0 0,0 2 0,0-2 0,0 3 0,0-2 0,-1 1 0,0 0 0,1 0 0,-1-1 0,1 1 0,0 0 0,-1 0 0,-1 1 0,0 1 0,0 0 0,1 2-90,-1-2 90,2 1 0,-2 0 0,-1-2 0,1 2 0,0-1 0,-1 0 0,3 0 0,-3 0 0,3 3 0,-2-2 0,2 1 0,-3-2 0,2 0 0,-3 0 0,2 1 0,0-1 0,0 1 0,0-1 0,0 1 0,-1-2 0,3 3 0,-2 0 0,1 0 0,-1-1 0,0-1 0,0 0 0,-1 0 0,1 1 0,-1 0 0,1-2 0,-1 2 0,0-1 0,1 0 0,-1 1 0,1 0 0,0-1 0,0 1 0,-1 0 0,0 0 0,0-1 0,0 1 0,0-1 0,0 1 0,1-1 0,-1 0 0,0 1 0,0-1 0,-1 1 0,1 0 0,0-1 0,0 1-90,0 0 90,0 0 90,0 0-180,-1 0 90,1 0 0,0-1 0,1 0 0,-1 1 0,0-1 0,1 1 0,-1-1 0,0 1 0,0-1 0,0 0 0,1 0 0,-1 1-90,-1 0 90,1-1-89,-1 2-1,0-1 90,-2 4 0,0-3 0,0 2-90,0-1 90,1 0-90,-1 1 90,0 0 0,-1-1 0,0-1 0,-1 1 0,-1-2 0,1 1 0,0-1 0,0 1 0,0 0 0,0-1 0,0 1 0,-2-2 0,1 1-90,-1-1 90,3 3 0,1-1 0,3 1 0,-1-2 0,1 0 0,-1 0 0,1 1 0,-1-1 0,1 0 0,-1 0 0,0 0 0,-2 3 0,0-1 0,-1 1 0,2-1 0,-2 0 0,1 0 0,0 1 0,-2 0 0,1-1 0,-1 0 0,0 0 0,0-1 0,0 0 0,-1-1 0,0 0 0,1 0 0,-2 1 0,1-2 0,0 1 0,-1 0 0,1-1 0,-1 0 0,1 0 0,-1 1 0,1 0 0,0-1 0,-1 1 0,2 0 0,0 0 0,1 2 0,-1-1 0,2 2 0,0-1 0,1 0 0,0 1 0,-1-1 0,1 1 0,-1-1 0,0 0 0,0 1 0,0-1 0,-1 1 0,1 0 0,-1-1 0,2 1 0,-2 0 0,2 0 0,-1-1 0,1 0 0,-1 0 0,0 0 0,1 1 0,-1-1-90,2-1 90,-1 1 0,1-2-90,-1 1 90,3-2-90,-2 1 90,3-2 0,-2 0 0,2 0 0,1-2-90,0 0 90,2-2 0,-3 1 0,2-1 0,-2 1 0,2-1 0,-1 1 0,0 0 0,0 0 0,0 1 0,-1-1 0,2 0 0,-1 0 0,0 1 0,0 0 0,0 0 0,1 0 0,-1 0 0,0 1 0,1-1 0,-1 1 0,-1 0 0,1 0 0,-2 1 0,1-1 0,1 1 0,-1 0 0,1-1-90,-1 0 90,1 1 90,0-1-90,-1 1 0,0-1 0,0 2 0,0-1 0,1 0 0,-1 1 0,0-1 0,0 2 0,2-2 0,-1 1 0,0-1 0,0 0 0,-1 1 0,0-1-90,0 1 90,-2 0 0,3 3 0,-3-1 0,3 3 0,-2-2 0,-1 0-90,-1 0 90,2 0 0,-1 1 0,0-1 0,0 1 0,-1-3 0,0 0 0,1 1 0,-1-1 0,-1 0 0,1 0 0,0 0 0,0 1 0,0-1 0,1 2 0,0 0 0,1 2 0,0 1 0,-1-3 0,2 4 0,-3-5 0,3 3 0,-4-3 0,3 2 0,-1-2 0,0-1 0,0 0 0,0-1-90,0 1 0,0 0 90,0-1-90,0 1 90,-1 0-90,0 0 90,0 1 0,1-1 0,-1 0 0,0 1 0,-1 2 0,0-1-90,-1 0 90,0 0 0,0 1 0,0 0 0,0 1 0,0-1 0,-1 0 0,1 2 0,-1-1 0,2 4 0,-2-5 0,2 2 0,-1-4 0,2 4 0,-1 0 0,0-1 0,0 2 0,0-4 0,1 5 0,0-1 0,-1-1 0,1 0 0,-2-3 0,1 3 0,0-3 0,0 2 0,0-2 0,-1 0 0,1 0 0,-1 0 0,2 5 0,-2-4 0,1 4 0,-1-3 0,0-3 0,-2 5 0,2-5 0,-1 5 0,0-4 0,1 5 0,-1-2 0,-1 3 0,1-2 0,0 0 0,0-3 0,0 0 0,0 1 0,0-1 0,0 3 0,0-2 0,-1 4 0,1-5 0,0 2 0,0-1 0,0-2 0,-1 4 0,1-3 0,-1 0 0,1-1 0,-1-1 0,0 1 0,1 0 0,-1-1 0,0 1 0,0 0 0,0 1 0,-1 2 0,1-2 0,-2 3 0,1-4 0,-1 3 0,0 1 90,-1 2-90,1-2-90,-1 1 180,3-5-180,-2 3 90,2-4 0,0 1 90,-1-1-90,1 1 0,-1-2 0,0 1 0,1 1 0,0 0 0,-2 3-90,1-2 180,-2 6-180,0-3 90,1 1 0,0-2 0,1-2 0,-1 0 0,1-1 0,-1 3 90,1-4-180,0 2 90,1-3 0,-1 1 0,0 0 0,2 0 0,-2 1 0,2-1 0,-2 0 0,1 0 0,-1 1 0,1-1 0,0 1 0,1-1 0,-1 0 0,1 1 0,2-1 0,-1 2 0,0-1 0,-1 0 0,0-1 0,-1 0 0,0 0 0,-1-1 0,1 1 0,0-1 0,-1 1 0,3 0-90,0 1 90,6-8 0,-4 2 0,5-7 0,-4 3 0,0 0 0,1-1 0,-1 0 0,2 0 0,0-2 0,0-1 0,0 2 0,2-2 0,-1 2 0,-1 0 0,-1-1 0,-1 3 0,0 0 0,0 0 0,0 0 0,0 0 0,0-1 0,-1 2-90,1-2 90,0 1-90,0 0-89,1 0 89,-1 6 90,-1 0 0,0 5 0,-1-1 0,0 1 0,0-2 0,0 2 0,0-3 0,2 2 0,-2-2 0,2 1 0,0 0 0,0 1-90,0 0 90,0-1 0,1 3 0,-1-2 0,1 2 0,-1-3 90,1 2-90,2 0 0,-1 2 0,1-2 0,0 1 0,-3-3 0,2 1 0,-2-1 0,1 0 0,-1-1 0,1 2 0,-1 0 0,0 0 0,2 3 0,0-1 0,1 3 0,0 1 0,-2-3 0,1 0-90,-2-1 90,0-1 90,1 1-90,0-1 0,-1 0 0,1 0 0,-1 0 0,0 0 0,0 0 0,0 0 0,0 0 0,0 3 0,1-1 0,0 4 0,-1-3 0,0-1 0,-2-2 0,0-2 0,0 0 0,1 1 0,0-1 0,-1 1 0,0 0 0,0-1 0,0 1 0,1-1 0,-2 0 0,1 1 0,-1-1 0,2 1 0,-1 0 0,0-1 0,-1 2 0,1-2 0,-1 4 0,1-3 0,0 3 0,0-3 0,0 3 0,0-2 0,1 4 0,-1 0 0,1-2 0,-1 1 0,0-3 0,0-1 0,0 0 0,0-1 0,-1 2 0,0-1 0,-1 2 0,1-2 0,-1 1 0,0-1 0,-1 0 0,1 0 0,-1 0 0,1 0 0,-2-1 0,1 0 0,-1-1 0,0 0 0,0 1 0,0-1 0,-1 1 0,1 0 90,-1-2-180,1 1 90,-1 1 90,1-2-90,0 1-90,1 1 90,1 1 0,2-2 0,2 3 0,-1-4 0,2 1 0,-1 0 0,1 0 0,-1 1 0,1-2 0,-1 3 0,2-1 0,-1 1 0,0 1 0,0-1 0,0 0 0,1 0 0,0 0 90,-1-1-90,1 0 0,-1 1 0,3 3 0,1 2 0,1 0 0,-2-1 0,-2-3 90,1 1-90,-1-1 0,1 0 0,-2-1 0,-1-2 0,0 1 0,0-1 0,1 2 0,0 1 0,0 0 0,0 0 0,0-2 0,1 3 0,1 1 0,2 2 0,-2-2 0,0-1 0,-2-2 0,-1 1 0,1-1 0,0 2 0,-1 0 0,1 2 0,0-1 0,1 4 0,-1-5 0,0 3 0,1-1 0,-2-3 0,2 4 89,-2-5-89,1 2 0,0 2 0,1 0 0,-1 0 0,-1-2 0,0-1 0,1 1 0,-1-2 0,2 3 0,-2-3 0,1 2 0,1 2 90,0 2 90,3 9-90,-1 1 0,0 0 0,-1-2-90,-3-5 90,4 5-90,-2-3 90,3 6-90,-3-7 0,1 2 90,0-2-90,1 1 0,-2-3 0,1 1 90,-1-1-90,0 1 0,0 1 0,3 8 0,-1 0 0,1-2 90,-2-3-90,-2-8 0,2 5 0,-1 0 0,0 0 0,-1 0 0,-1-5 0,-1-1 0,2 6 0,-2-5 0,2 4 0,-2-6 0,0-1 0,1 0 90,1 2-90,-1 1 0,2 2 0,-3-3 0,1 1 0,0-2 0,-1 0 0,0-1 0,-1-2 0,2 3 0,-1 0 0,2 2 0,-2-2 0,1-2 0,0 1 0,0 0 0,0-1 0,0 0 0,1 3 0,-1-3 0,2 3 0,-2-3 0,4 4 0,-1 1 0,1 0 0,-2-3 0,-1-3 0,0 0 0,-1 0 0,1-1 0,-1 1 0,0-2 0,0 1 0,0-1 0,0-1 0,0 1 0,0 0 0,1 1 0,0-1 0,0 1 0,-1-1 0,2 2 0,-1-2 0,2 4 0,-2-2 0,1 1 0,-1 0 0,-1-1 0,1 3 0,0-1 0,1 1 0,-1-1 0,1 1 0,-2-3 0,2 2 0,-2-3 0,0 0 0,0 0 0,-1-1 0,1 1 0,0-1 0,0 0 0,0 0 0,-1-1 0,1 2 90,0-2-90,0 4 0,0-4 0,-1 3 0,0-2 0,-2 3 0,0-2 0,0 3 0,0-3 0,0 2 0,0-1 0,-1 1 0,-1-2 0,-1 2 0,1-3 0,-2 2 0,1-2 0,-1 1 0,-1-2 0,1 0 0,-3 1 0,2-2 0,-2 1 0,1-2 0,-1 0 0,1-1 0,-1 0 0,-1-1 0,0 1 0,-1 0 0,0 0 0,1 1 0,1-1 0,0 0 0,0 0 0,-1 0 90,0-1-90,0 1 0,0 0 0,0 0 0,1 0 90,-1 0 0,-4 2-90,3-3 90,-2 3-90,0-2 90,3 1-90,-5 1 0,6-2 0,-3 2 89,5-1-89,-1 1 0,-1-1 0,2 0 0,-5 0 0,6 0 90,-4 0-90,3-1 0,-2 1 90,0-2-90,1 0 90,-2-2-90,2 0 0,-1-3 0,2 1 90,1 1-90,1 0 0,0-1 0,0 1 0,-1-1 0,0 0 0,0 0 0,-1 0 0,0-2 0,-1 0 0,-2-2 90,2 0-180,1 2 180,2 1-90,-1-1 0,2 1 0,-1-1-90,0-1 180,1 1-90,0 0 0,0-1 0,1-1 0,-1-4 0,1-1 0,-1-1 0,2-2 0,-1 4 0,0-4 0,1 5 0,0 2 0,1 3 0,-1 1 0,1 0-90,-1-1 90,2-3 0,-2 1 0,2-1 90,-1 2-90,0 1 0,0 1 0,-1-1 0,0 0 0,0 0 0,-1 0 0,-1-1 0,1 2 0,0-2 0,0 3 0,-1-2 0,1 1 0,-1-1 0,1 2 0,-2-2 0,1 1 0,1-1 0,-1-2 0,1 4 0,0-3 0,0 2 0,-1 0 0,0-2 0,0 1 0,-1-5 0,0 1 0,-1-3 0,1 2 0,-2-5 0,3 7 0,-2-5 0,2 7 0,-1 0 0,2 1 0,-2-1 0,1 1 0,-1 0 0,0 0 90,0 0-90,1 0 0,-1 1 0,0-3 0,-1 0 0,0-2 0,0 3 0,1-1 0,0 3 0,1-1 0,-1 1 0,2 2 0,-3-4 90,3 4-90,-2-2 0,2 0 0,-2 1 0,1-1 0,0 1 0,1-2 0,-2 0 0,1 1 90,0 0-90,0 2 90,-2-5-90,2 4 0,-3-5 90,3 5-90,-2-2 0,2 3 0,-1-3 0,1 1 90,-2-3-90,-1 2 90,0-3-90,0 1 0,1 3 90,0-1-90,1 4 0,0-2 90,0 1-90,-1-2 0,1 1 0,-1 0 0,1 0 0,0 1 0,0-2 90,0 2-90,-1-2 0,0-1 0,-2-2 0,2 2 0,-1 0 0,3 2 0,-1 0 0,0 0 0,1 0 0,-1 0 0,0 0 0,0 1 0,-1-3 0,0 0 0,-1-1 0,2 1 0,-1 3 0,0-2 0,-1-1 0,-1-2 0,1 2 90,0-2-90,1 4 90,0-2-90,-1 0 0,2 2 0,-1-1 90,-1-1-90,1 2 0,0-2 0,0 0 90,1 2-90,-2-3 0,1 0 0,0 1 0,2 1 0,0 1 0,-1-3 0,0 2 0,0-2 89,0 0-89,1 2 0,-1-2 0,1 1 0,0 1 0,-2-3 0,1-1 0,-1 0 0,1-2 0,0 5 0,0-2 0,1 3 0,1 0 0,-3-3 0,3 2 0,-2-1 0,1 1 0,0 1 0,-1-1 0,1 0 0,0 0 0,-1-2 0,-1-2 0,1 0 90,0 1-90,1 3-90,-2-3 90,1 3 0,-1-3 0,0 1 0,2 2 0,-2-1 0,1 3 0,1 0 0,-1-1 0,2 2 0,-3-3 90,2 2-180,0-1 180,-2-1-90,2 1 0,-1-2 0,1 1 0,-1 2 0,2-1 0,-2 0 0,1 1 0,0-1 0,0 2 0,0-1 0,-1 0 0,1 0 0,0 1 0,-1-1 0,0 1 0,0-1 90,0 1-90,0 0 0,-1 0 0,0 0 0,-2 0 0,2 1 90,-2 0-90,1 1 0,0 0 0,0 0 0,-2 1 0,1-1 0,-1 0 0,1 1 0,-1 1 0,2-1 0,-3 0 0,1 1 0,0 0 0,1 1 0,0 1 0,0-2 0,0 2 0,0-1 0,1 1 0,0 0 0,0-1 0,0 1 0,-1 0 0,0 0 0,1 0 0,0 1 0,0-2 0,0 1 0,0 0 0,0-1 0,-1 0 0,1 1 0,-1-1 0,0 0 0,0-1 0,0 0 0,-1 0 0,1-1 0,-1-1 0,2 0 0,0-1 0,0 0 0,1-2 0,1 0 0,0 0 0,1-1 0,-1 2 0,1-2 0,-1 2 0,0-2 0,0 1 0,2 0 0,-2-1 0,1 0 0,0 0 0,0 0 0,0 0 0,-1-3 0,0 0 0,0-2 0,1 3 0,-1 0 0,1 4 0,0-4 0,0 3 0,0-1 0,1-1 0,-1 1 0,0 0 0,1 0 0,-1 0 0,0 1 0,0-1 0,0 1 0,0 0 0,0 0 0,0 1 0,0-1 0,-1 0 0,1 0 0,0-1 0,0 1 0,1-1 0,-2 1 0,1 0 0,0 0 0,-1 1 0,1-1 0,-2 1 0,0 1 90,1-1-180,-2 2 90,-1 1 0,1 2 0,-1 2 0,2 0 0,-1-1 0,0 0 0,0 1 0,1 0 0,0-1 0,0 1 0,-1-1 0,0 1 0,1 0 0,-1 0 0,0 0 0,0-1 0,0 1 0,-1 0 0,2 0 0,0 0 0,-1-1 0,1 1 0,0-1 90,-1 1-180,0-2 90,0-3 0,1 0 0,0-3 0,1 0 0,0 0 0,0-1 0,0 2 0,0-2 0,0 2 0,-1-2 0,1 2 0,0-1 0,-2 1 0,2-1 0,-1 1 0,1 0 0,-1 0 0,1 1 0,-1-1 0,1 1 0,-2-1 0,1 1 0,0 0 0,0-1 0,0 1 0,-1 0 0,1 0 0,-1 0 0,1 0 0,0 1 0,-1-1 0,1 0 0,-1 1 0,1-1-90,0-1 90,1 0 0,4-3-90,-1 2 90,5-2 0,-2 2 0,-1 1 0,2 0 0,1-1 0,1 0 0,0 0 0,-1 2 0,-2 0 0,1 0 0,0 0 0,1-2 0,-2 2 0,1 0 0,0 0 0,-1 1 0,1-1 0,-1 0 0,1 0 90,0 0-90,-5-3 0,1 2 0,-4-3 0,0 4 0,1-1 0,-1 0 0,1 0 0,-1 0 0,-1 1 0,1-1 0,1 2 0,-1-2 0,0 1 0,0-1 0,1 0 0,-1-1 0,1 1 0,0 0 0,0 0 0,0 0 0,0 0 0,1-1 0,-1 1 0,0 0 0,-1 1 0,1-1 0,-1 0 0,0 1 0,-1 0 0,0 0 0,-1 1 0,2 0 0,-2-1 0,1 2 0,-1-1 0,0 2 0,1 1 0,-1 1 0,2 0 0,-1 0-90,1 1 90,0-1 0,1 3 0,-1-2 0,1 2 90,0-2-90,-2 0 0,1-1 0,-3-2 0,1 0 0,0-2 0,2-1 0,0-1 0,1 0-90,1-1 90,-1 1 0,2-2 0,0 1 0,0-2 0,0-1 0,1 1 0,0-1 0,0 1 0,1 1 0,-1 0 0,2-1 0,-1 1 0,0 0 0,1 1 0,-1-1 0,0 0 0,0 1 0,0-2 0,1 2 0,-1-1 0,1 1 0,0 0 0,0 0 0,2 1 0,0 1 0,0 0 0,0 0 0,0-1 0,0 1 0,0 0 0,-1 0 0,1-1 0,-1 1 0,0-1 0,0 1 0,-1-2 0,-1-1 0,-1 0 0,1-1 0,-2 1 0,0 0 0,0 0 0,-1 0 0,1-1 0,-1 0 0,1 0 0,-1 2 0,1-1 0,-1 1 0,-1-1 0,2 0 0,-1-1 0,0 2 0,0-2 0,0 2 0,0 0 0,1 0 0,-2 1-90,2-2 90,-2 2 0,-2 2 0,0 2 0,-2 3 0,2 0 0,1 0 0,-2 1 0,3-2 0,-1 2 0,-1 1 0,1-1-89,-2 2 89,2-2 0,0-1 0,0 1 0,1 0 0,-1 0 0,1 0 0,0 0 0,0 0 0,0 1 0,1-1 0,-1 0 0,0 1 0,0-2 0,0 2 0,0-2 0,0 2 0,-1-2 0,1 1 0,-1 0 0,1-1 0,-1 0 0,0 0 0,0 1 0,-1-1 0,1 0 0,0 0 0,0 1 0,0-1 0,0 0 0,-2-1 0,2 1 0,-1 0 0,1-1 0,1 2 0,-2-2 0,1 1 0,-1-1 0,0 0 0,-1 0 0,0-1 0,-1 0 0,1 0 0,0 0 0,0 0 0,-1-1 0,1 0 0,-1 0 0,1 0 0,-1-1 0,1 0 0,0-1 0,1 0 0,1-1 0,-1 1 0,0-1 0,0 0 0,1 1 0,-1-2 0,1 2 0,-1-1 0,1 0 0,-1 0 0,2 0 0,-2-1 0,1 0 0,0 0 0,1 1 0,-1 0 0,1 0 0,-1-2 0,0 2 0,0-1 0,1 1 0,0-1 0,-1 1 0,0-1 0,0 1 0,0-1 89,1 1-89,-1-1 0,-8-5-89,6 5 89,-6-5 0,7 7-270,-1 0-1619,1 1-6566,0-2 8455,1 0 0,-3-3 0,0 0 0</inkml:trace>
  <inkml:trace contextRef="#ctx0" brushRef="#br0" timeOffset="-194801.73">4230 10608 10051,'17'-1'540,"-1"0"-180,4-2-90,12-3-1,19-2-89,-3-2-45,-14 4 0,1-1-45,-3 1 0,1 0-986,9-2 0,0 0 941,-9 2 0,0 0 0,6-1 0,-3 0-685,2 0 640,9-2 90,-21 4-42,-3 0 131,-5 0 1,0 1 180,2-1 1708,-1 1-1798,1-1-180,-6 2 1069,-2-1-979,-5 2 57,3-1-327,-3 1-270,2 0-1079,-4-1 1439,1 1 0,-6-5 0,0-1 0</inkml:trace>
  <inkml:trace contextRef="#ctx0" brushRef="#br0" timeOffset="-194317.73">4891 10307 12840,'14'10'90,"-3"-1"-90,-5-6 90,1 1-90,0 0 90,2 1-90,1 0 0,1 0 0,0 0 89,7 2-89,2-1 0,-1 0 90,2 0-90,-10-3 0,3 1 0,-6-3 0,-2 1 0,1-1 0,-2 0 90,1 1 0,-1 0-90,0 1 0,-3 2 0,-4 5 90,-6 6-90,-6 8 0,-1 1 90,-12 16-90,9-12-741,-8 8 741,10-12-270,-9 9-809,-2 0-630,1-1 629,3-7 1080,12-13 0,-6-4 0,-1-3 0</inkml:trace>
  <inkml:trace contextRef="#ctx0" brushRef="#br0" timeOffset="-193584.73">5297 10255 12570,'9'-5'2069,"-1"0"-1889,-2 6-1,-2 0-89,1 3 90,-3 1 90,1 7-90,-2 10-90,-1 2 90,-6 27-1670,0 2 1535,2-24 0,0 0-45,-2 25-830,2-18 830,0-3-406,2-4 316,0-3-33,1-5-57,-1-1 1364,1-3-1453,-1-2 937,1-1-1478,-1 1 592,1-5-3830,-1 1 4059,3-5 1,-2-3-1,2 0 1</inkml:trace>
  <inkml:trace contextRef="#ctx0" brushRef="#br0" timeOffset="-193208.73">5300 10322 13110,'4'-9'269,"0"2"-89,-2 3 0,2 0 0,0 0 0,0 0 90,1 0-90,1 0 0,1 0 179,6-3-179,-1 2 90,11-4 0,-1 2-90,5-1-180,-5 1 90,-3 4 0,-7 1-90,1 2 90,-2 0-90,0 1 90,-1 0-90,-2 1 90,-1 1-90,-1 2 90,-2 3 0,-5 4-90,-2-2 0,-6 1 0,0-2 0,-3 0 89,-1 2-89,-2-2 0,0 1 0,0 0-89,0-1-91,1 0-90,1 0-90,1-2-180,1 0-179,1 0-1530,2-1 2249,0 0 0,3-1 0,-1-1 0</inkml:trace>
  <inkml:trace contextRef="#ctx0" brushRef="#br0" timeOffset="-191984.73">5602 10298 13199,'11'4'180,"-3"0"-90,-2-1 0,-2-2-90,3 2 90,-3-2 180,2 1-90,0-2-180,1-2 90,1 0 0,0-1 0,-2-2-90,1-1 90,-1 0-90,2-4 90,-2 1-90,1-3 90,1-9-90,-2-4 90,-1 0-3392,-3-5 3302,-2 14 89,0-3-89,-4 6 90,-1 6-90,-2 0 0,0 8 0,-2 2 3392,0 5-3392,-2 2 0,0 5 90,-4 10-90,5-4 0,-3 7 0,7-8 0,2 0 0,1-3 0,3 1 0,1-3 0,5 7 0,0-6 90,3 2-90,1-7 0,1-4 0,1 1 0,1-5 90,2 0-90,1-3 0,2-2 0,1-1 0,0-4 0,0-1 0,9-10 0,-6 2 0,5-8 0,-10 4 0,0-6 0,-5 5 0,3-11 0,-7 7 0,0-4 0,-4 10 90,-2 3-90,-2 8 0,1 0 0,-2 0 0,1 1 0,-4 2 0,-1 6 0,1 1 0,-1 4 0,4-1 0,2 2 0,3-4 0,4-2 0,0-3 0,2-2 0,-2 0 0,1-1 0,1-2 0,0 0 0,7-4 90,-1-2-180,0 1 180,0-1-90,-6 5 0,1-1 0,-2 5 0,-4 4 0,-1 3 0,-3 4 0,-1 1 0,-1 2 0,0 2 0,0 2 0,-1 2 0,-2 9 90,0 2-90,0 1 0,-1 5 0,1-7 0,1 3 0,1-4 0,2-8 0,0-4 0,1-6 0,1-2 0,3 0 0,0-1 0,2-2 90,-1-2-90,0-1 0,2-3 0,6-4 0,2-5 0,2-1 0,4-11 90,-2-5-90,0-1 0,-3-3 90,-6 12 0,-2 0 0,-2 4 0,-1 1 90,-1 2-90,-1 2 0,0 1 0,0 1 0,-2 2-90,0 1 89,0 1 1,0 2 90,-1-1-180,-2 15 0,0-5 90,-3 12-90,2-7 0,1-1 0,1 2 0,2 4 90,-1-2-90,4 9 0,-1-9 0,1 3 0,0-4 90,0-1-90,0 0 0,0 0 0,0-1 0,-1 0 0,0-2 0,0 1 0,-1 2 0,-2 0 0,-1 1 0,-4 2 0,0-4 0,-3 2-90,1-4 90,-1 0-180,0-1 90,1 1-179,-2-1-91,1 0-900,-2 1-4226,-2-1 5486,2 0 0,1-1 0,3-3 0</inkml:trace>
  <inkml:trace contextRef="#ctx0" brushRef="#br0" timeOffset="-191109.73">6433 10175 14639,'-1'-10'449,"1"2"1,1 2-180,1 0 90,0 2 0,0-2 899,-1 1-1169,-6 7 0,1 0 0,-6 9 0,5-3 0,0 2-90,1 0 90,1 1-90,0 0 89,0 0-89,1-1 0,1 0 0,2 3 0,0-4 0,3 4 0,-1-7 0,2 2-89,-3-5 89,4-1 0,1-3-90,4-5 90,2-7 0,-3 2 0,-1-3 0,-4 4 0,-2-2 0,1 1 0,-3-1 0,0 2 0,-1 0 0,1 1 0,-2 1-90,1 1 90,-1 0 0,-2-1 0,-1 2 0,-1-1-90,1 3 90,5-2 0,0 3 0,6-4 0,-3 3 0,3-1 0,2-3 0,-2 2 0,2-2 0,0 1 0,-3 2-90,5-4 90,-6 5 0,1-2 0,-2 3 0,0 0 0,4 4 0,-5 1 0,4 4 0,-6 0 0,-1 3 0,-1 1 0,-2 7 0,1-2 0,-2 4 0,-2 3 0,2-5 0,-4 11-90,2-9 90,1 0 0,1-4 0,1-7 0,0 2 0,1-4 90,-1 2-90,11-21 0,-4 6 0,10-18 0,-4 6 0,6-12 0,2-3 0,-1 3-206,-3 7 206,-6 10 0,0 2 0,-1 2 0,0 2 0,-1 3 0,-1 1 0,1 8 206,-3 1-206,1 14 0,-4 6 0,-1 3 0,-2 3 0,1-7 0,0 1 0,0-3 0,1 0 0,1-4 0,0 1-90,2-2 0,-1-2-360,3 2 0,-1-6-269,3 1-630,-1-7-990,1-1-629,1-3 2968,1-1 0,2-4 0,1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33:34.941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2627 8965 15111,'-1'-10'-730,"1"0"629,-2 4 438,0 1-457,-2 2 398,10 3 67,24 3 1,18 2-1,3 0-220,-14-2 0,2 1 1,2-1-1,2 1 0,3 0-534,-4-1 1,3 1-1,1 0 1,2 0-1,2 1 1,-1-1-1,1 0 1,-2 0 480,-3-1 1,-2 0 0,1 1-1,1-1 1,-1 0 0,1 0-1,0 0 1,1 1 0,1-1-21,1 0 1,1 0 0,1 0 0,1 1 0,0-1 0,-1 0 0,1 0 0,-2 0 0,-1 0 0,-2 0-74,1 0 1,-1 0 0,-1 0 0,-1 0 0,0-1 0,-1 1 0,-1 0 0,0-1 84,10 1 0,-1 0 0,1 0 0,-3-1 0,-3 1 0,-5-1-73,9 1 1,-6 0 0,-10-1-589,-2 1-189,-5 2 613,-12 1 1,-1-2 0,-5 0 0</inkml:trace>
  <inkml:trace contextRef="#ctx0" brushRef="#br1" timeOffset="9738">9053 8794 8792,'-10'-7'3276,"1"2"-2774,1 4-52,0 1 89,0 1 451,1 0-720,18 1-151,17 0 1,12-1 0,-2 0-75,-3 0 0,3 1 0,2-1 0,6 0 0,3 0 0,2 0-240,-10 0 1,2 0-1,1 0 1,0 0-1,0 1 1,-1-1 230,4 1 0,-1 0 0,0 0 0,1 0 0,3 0-444,-4 0 0,4-1 0,1 1 0,0 0 0,0-1 0,-1 1 0,-4 0 426,5 0 0,-3 0 0,-2 0 0,1 1 0,2-1 12,-3-1 0,1 1 0,2 0 0,-1 0 0,-2-1 0,-2 1-19,6-1 1,-2 1 0,-2-1 0,1 1 55,3-1 0,1 1 1,-2 0-1,-5 0 338,7-1 0,-8 0-225,-15 0 0,-2 0 360,24 0-451,-33-1 271,7 1-270,-16 0 867,7-1-1137,-6 1 2815,-1-1-4524,2 2 1985,-5-1 0,-18-4 0,-4-1 1</inkml:trace>
  <inkml:trace contextRef="#ctx0" brushRef="#br1" timeOffset="20857">3849 10798 9781,'4'5'3149,"-1"3"-3059,10 30-90,-5-11 0,2 6-90,-5-15 90,3-2 0,9-8 90,24-15-45,-17-2 0,2-3-16,7-6 1,3-5 0,-2 3-30,-6 2 0,1-1 0,5-3 0,3-3 0,-6 4 0,8-3-225,-8 4 1,-1 3-496,1 1-899,-2 3 1619,-17 10 0,-3 3 0,-3 2 0</inkml:trace>
  <inkml:trace contextRef="#ctx0" brushRef="#br1" timeOffset="22141">10362 11254 9422,'6'14'1709,"-5"-11"-1619,11 33 359,-2-18 541,30-6-721,-12-17 1,5-7 0,1-3-158,0-2 1,1-2-1,1-2 1,-1 0-173,7-3 0,-2 0 0,1-1-600,1-3 1,0-1-1,-9 5-509,-1 3 1169,-1 3 0,-26 17 0,-1 0 0</inkml:trace>
  <inkml:trace contextRef="#ctx0" brushRef="#br1" timeOffset="24546">9633 12757 9242,'3'-8'809,"0"2"-269,0 1-90,1 3 359,1-1-719,3 5 90,-2 1-90,2 4 90,-4 3-90,1 14 0,-2-9 0,-1 26-90,-1-25 0,-1 19 450,5-17 359,30-23-584,-13-6 0,3-4-45,13-11 0,3-6-1,-5 1 1,2-3 0,-2 0-390,-3 4 0,-1 1 1,-1 0-884,-1 2 1,-1 0 0,-3 2-90,-1 1 0,-5 6 1182,-7 7 0,-7 7 0,2-2 0</inkml:trace>
  <inkml:trace contextRef="#ctx0" brushRef="#br1" timeOffset="28192">7154 10040 9152,'8'-7'1889,"-3"7"-1709,-3 4-90,-2 7 179,-4 12-179,-2 7-180,0 7-899,1-6 989,2-12 0,0-9 0,-1-6 0</inkml:trace>
  <inkml:trace contextRef="#ctx0" brushRef="#br1" timeOffset="29088">7157 9926 8612,'-12'-11'1439,"-6"1"-1259,-6 7-90,-1 4 0,-1 6 90,-6 13-90,15 0 0,0 3-45,3 0 0,1 2 0,2 8 0,4 0-45,7 6-45,7-3 0,6 1-1594,3-6 1,1-1 1490,-3 0 1,2 0 102,14 5 0,6-7 0,-9-20 0,0-3 45,0 7 0,2-4 0,3-11 0,2-7 0,-3-5 45,-2-13 0,-4-7-15,-3 1 0,-1-5 0,-5 1 15,0-10 0,-11-1 1047,-14 8 0,-6-1 0,-2 6-989,4 12 0,-3 1-103,-14-6 0,-7-1 0,5 6-90,-5 4-240,6 6 0,-6 0 0,3 7 330,3 13 0,1 4 0,-1-2 0,0 2 0,3 6 0,-1 0 0</inkml:trace>
  <inkml:trace contextRef="#ctx0" brushRef="#br1" timeOffset="32622">10212 10665 8612,'0'-10'1349,"0"2"-989,3 4 0,2 0 270,8-2-541,-4 2 271,16-3-180,-12 5-90,8-2 90,-3 3-180,-6 0 0,5 6 0,-11-1-180,-14 25 90,-5-12-45,-5 6 0,-3 1-180,2-6 1,0-1 44,-14 16 90,6-6 90,20-14-90,13-2 0,16-6 90,-4 1-449,21-6-1170,-15-4 1709,4-1 0,-4-4 0,-7 1 0</inkml:trace>
  <inkml:trace contextRef="#ctx0" brushRef="#br1" timeOffset="33179">10263 10512 8342,'-8'-23'1349,"-11"0"-1169,8 16 270,-33 6-270,13 14-45,0 2 0,0 5-45,6 4 0,3 2-45,1-4 0,4 1 0,4 10 0,6 0-45,11 8 45,13 5 0,3-1-45,-8-22 0,0-2-45,12 14 0,5-3 45,2-18 0,1-4 0,-7-1 0,3-3 30,5 0 0,5-3 0,-1-4-1123,-4-7 1,-1-5 0,-1 1 1034,7 2 1,-2-4-670,-7-7 1,-3-6 0,-7 2 726,-12-19-279,-5 9 1,-6-2 338,-12 6 0,-7 0 0,-4 2-475,-5 2 1,-5 4 0,2-1 384,6 0 0,0 0 1,-3 5-421,-13 6 0,-5 5 0,8 7-846,14 7 1,3 2 1295,-14 1 0,2 2 0,-3 14 0,15-4 0</inkml:trace>
  <inkml:trace contextRef="#ctx0" brushRef="#br1" timeOffset="34982">9708 13271 8792,'0'-11'899,"1"2"-629,1 4 0,2 2 0,1 0 90,10 0-180,0 1-90,13 0 90,0 2-180,-6 2-180,15 7 0,-20 3 90,2 4 0,-17 4 0,-25 6 90,7-8-45,-4-2 0,2 0 45,5-5-90,-12 11 90,19-13 0,-2 2 0,18 3 0,-5-6 0,18 10 0,-16-12 0,7 12 90,-17-1-90,1 0 0,-14 3 0,-6 0-45,2-5 0,-1 0-45,-5 4 0,-1-1-90,5-4 0,1-1-1889,-9 1 2069,14-5 0,1-3 0,14-5 0</inkml:trace>
  <inkml:trace contextRef="#ctx0" brushRef="#br1" timeOffset="35574">9733 13187 8702,'-9'-11'270,"1"0"0,0 1 1169,-6-6-1079,6 7 539,-11-9-179,6 11-360,-10 3-91,-8 12 1,-2 5-180,-7 4 30,5 7 0,-6 8 0,6-4-75,14-9 0,3 2 15,-9 10 0,-3 7 0,6-1-15,8 7 0,6-2 0,-3-7 0,3 1-45,5 10 0,9-1-45,11-9 0,7-3 0,4 2 0,4-1 15,-2-8 0,2-1 0,2-3 30,9-2 0,4-5-30,-3-8 0,4-3 0,-4-2 30,-6 0 0,1-4-820,2-4 1,5-4 0,0 0 0,-7-1 806,-7 1 1,-2-3-427,4-3 1,6-2 0,-1-3-1,-5 0 439,-7-3 0,-4-2 0,1-1-254,4-2 0,0-1 0,-4-3 344,-3-9 0,-4-5 0,-9 1-489,-13 2 1,-8 1-1,-4 1 429,1 0 0,-4 0 0,-6 3-12,1 13 0,-4 0 0,-4 2 0,-2 3 0,0 2 141,-3 3 1,-2 3 0,-2 3 0,1 1 0,1 0-363,-5-2 1,1 2 0,0 1-1,-2 4-453,4 3 1,-3 3-1,0 2 1,3 1 0,7 0-984,-8 4 1,6 4 1514,-7 7 1,7 2 0,14 2 0,1 2 0</inkml:trace>
  <inkml:trace contextRef="#ctx0" brushRef="#br1" timeOffset="45888">15538 8962 8702,'-8'-7'1349,"1"2"720,1 3-1709,22 2-1453,15 1 1,11-1 0,-1 1 919,-3 1 1,6 0 222,-11 0 0,7 0 0,5 0 0,4 1 0,3-1 0,1 1 0,1-1 0,-2 1 0,-2 0-102,-5-1 0,-1 1 0,1-1 0,-1 1 0,1-1 0,0 1 0,1 0 0,0-1 0,2 1 0,1 0 65,-2-1 1,1 0 0,1 1 0,1-1 0,1 1 0,1-1 0,0 0-1,-1 1 1,1-1 0,-2 0 0,0 1 0,-1-1 0,-1 0-20,0 0 1,1 0 0,-1 0-1,-1 0 1,1 0 0,-2 0-1,-1 0 1,0 0 0,-2 0-1,-1-1 1,-2 1 50,15-1 0,-2 1 0,-2-1 0,-2 0 0,-5 0 0,-4 0 74,5-1 1,-7 0 0,-7 0-659,2 1-2738,-4 2 3609,-11 1 0,-18 4 0,-10 1 1</inkml:trace>
  <inkml:trace contextRef="#ctx0" brushRef="#br0" timeOffset="49398">22056 15011 25462,'1'-10'-3277,"1"0"0,1 19 1215,-2-5 1237,2 25 115,-5 6 308,1-5 44,-3 17-1736,2-20 1690,0 0-766,4 5 476,0-20 724,8 8 0,0-14 0,6 3 1</inkml:trace>
  <inkml:trace contextRef="#ctx0" brushRef="#br1" timeOffset="50624">22737 10565 9062,'0'-10'2338,"0"1"-1528,-1 2-450,0 1-270,3 1 360,11-2-181,15 2-269,2 2-90,10 4-89,-15 8 179,-7-1-360,-17 27 225,-15-12 0,-4 1 45,3 0 0,0 0 0,-8 3 0,0-2-90,-5 11 90,12-14-90,4 11 90,14-24-179,16 6-181,14-11 0,12-3-1189,-3-5 1,-1-1 982,5-2 1,-10 0-1,-1 0 1,-5-1 0</inkml:trace>
  <inkml:trace contextRef="#ctx0" brushRef="#br1" timeOffset="51125">22858 10354 9332,'-19'-30'539,"-3"-1"181,-7 0-90,-9 2-451,7 7 91,-4 14 0,0 5-180,2 6 0,4 5 0,-5 6 0,3 2 45,-5 16 0,2 6-105,7-9 0,-1 1 0,3 5-850,3 3 1,1 5 0,2 1 0,3-5 376,-3 7 1,5 0 189,6-8 1,1 5 0,3 0-1,5-5 208,11 8 0,9-3-15,2-6 0,6-1 0,2-3 30,-4-8 0,2-3 1,3-4 6,1-6 1,5-3-1,0-3 1,0-3 22,9-6 0,0-5 0,-1-1-419,-7 3 0,-1 0 0,2-4 419,-4-5 0,4-5 0,-1-2 0,-2 1 0,-5 2 0,3-4 0,-3-4 0,-4 0 0,4-7 0,0-3 0,-4 0 0,-7 3 0,-3-13 0,-10-2 0,-3 9 0,0-5 0,-6-1 0,-8 6-45,-12 7 0,-8 4 0,-4 2 0,2 1 15,-2-5 0,-1 2 0,-7 5-330,2 11 0,-6 3 0,-5 2 1,0 3-1,3 0 0,6 3-120,-3 0 1,6 4-1,-5 2 480,-2 1 0,-7 1 0,-1 1 0,2 2 0,7 0 0,2 5 0,7 1 0,-3 1 0,4-1 0,-1 1 0,0-1 0,0 0 0</inkml:trace>
  <inkml:trace contextRef="#ctx0" brushRef="#br1" timeOffset="-207720.73">8945 11531 6813,'8'-10'990,"-1"1"-91,-2-5-269,-3 6 449,0-9-359,-2 11-91,1-6 721,-3 5-1171,-4 13 1,0-2-90,-4 16 0,-1 9 0,-3 5 0,0 2-30,2-5 0,1 2 0,-1 1-60,-1 4 0,-1 1 0,2 0-1093,0 3 1,2 0 0,1-3 854,-1-2 1,1-1-859,1 12 1,2-6 376,5-18-451,3 9 1170,6-20 0,3-9 0,4-5 0</inkml:trace>
  <inkml:trace contextRef="#ctx0" brushRef="#br1" timeOffset="-207364.73">9238 11610 10231,'1'-13'990,"0"2"-541,1 6 1,1 25-360,-2-9 45,-4 27 0,-3 7-90,0-16 0,0 0 0,-2 12 0,-1 3-45,0-4 0,-1 2 0,0-3-270,2 1 0,0-1 60,1-5 0,-1 2 0,1-4-149,-1 16 359,8-29 0,0-13 0,1 1 0</inkml:trace>
  <inkml:trace contextRef="#ctx0" brushRef="#br1" timeOffset="-206987.73">8437 11638 9691,'-15'-13'2609,"10"-2"-2339,5 5 719,43-6-809,-19 11 0,1 1-90,6-1 0,5 0 45,7 3 0,9 1 0,1 1 0,-8 0-1753,1 0 1,2 1 1587,-7 0 0,9 1 0,5 0 0,0 0 0,-5 1 0,-8-1-15,7 2 0,-2 0-63,-8 0 0,5 0 0,2 1 0,-2 0 0,-6-1-120,14 4 0,-5 1-177,3-1 0,-4 1-360,-11-4 1,-14 2-1215,-26-1 540,-9-4 807,-18 1 0,-5-4 1,-5 1-1</inkml:trace>
  <inkml:trace contextRef="#ctx0" brushRef="#br1" timeOffset="-206655.73">8373 11894 9512,'-22'4'1169,"1"0"0,14-3-719,15 1-270,1 0 179,27-2 1,8 0-180,2 1-90,-6-1 0,11 0 0,3 0 0,-6 0-342,-7 0 0,-4 1 0,6-1 207,-2 1 0,6-1 0,3 0 0,0 0 0,-2 1 0,-4-1-68,-1 0 1,-3 1-1,-1-1 1,1 0 44,4 0 1,1 1 0,0-1-1,-3 0-532,7 1 1,-3 0-1,-7-1 150,7 1 450,-4-1 0,-7 1 0,-27-1 0,-2-1 0</inkml:trace>
  <inkml:trace contextRef="#ctx0" brushRef="#br1" timeOffset="-206272.73">8238 12127 9691,'38'6'2969,"-19"-3"-2760,11 0 1,9-1 0,1 1-60,1-2 0,0 1 0,2-1-970,-6 1 1,1 0 0,1 0 0,2 0 473,2 0 0,4 0 0,0 1 0,-1-1 0,-4 0 346,3 0 0,-4 1 0,6 0-105,-3 0 0,6 0 0,4 1 0,-1-1 0,-4 1 0,-7-2 15,-4 1 0,-5-1 0,4 0-72,7 2 0,6-1 0,3 1 1,-4 0-1,-9-2 448,-1 0 0,-5 0-601,5 0 0,-2-1 315,3-2 0,-37-7 0,-7-2 0</inkml:trace>
  <inkml:trace contextRef="#ctx0" brushRef="#br1" timeOffset="-205451.73">8975 11716 9062,'6'-13'1979,"2"3"-1440,9 0-359,10 8-90,-7 2-180,8 7 90,-23-2 0,-4 14-90,-18 1 90,3 0-90,-12 6-90,28-10 1,10 7 89,12 2 180,-18 3-90,-3-10 45,-24-2 0,-5-3-405,1-2-989,-15 7 1349,24-11 0,8-3 0,6-3 0</inkml:trace>
  <inkml:trace contextRef="#ctx0" brushRef="#br1" timeOffset="-204532.73">10469 10406 8972,'-12'-1'1979,"2"0"-1619,2 1-1,4 1 91,-4 13-90,0 18-270,3-9 0,0 3 45,-2 17 0,1 1-135,2-13 0,0 2 60,-1 6 0,0 6 0,0-3-16,0 5 1,0-1-75,1-8 0,-1 2 1,1-1-91,0 2 0,0-1 0,1-5 30,1-6 0,0-1-540,1 15 1,1-6 89,2-17 540,8 15 0,0-31 0,5 0 0</inkml:trace>
  <inkml:trace contextRef="#ctx0" brushRef="#br1" timeOffset="-204164.73">10707 10479 9961,'-5'-22'2249,"4"6"-1799,7 20-270,-1 2 134,3 16 1,-1 6-225,-2 3-1183,-3 6 1,0 10 0,-2-3 874,-2-2 1,-2 2 262,0-5 0,0 5 0,-1 1 0,0-2 271,-1 0 0,0-2 0,-1 2-496,1-4 0,-1 2 0,1 0 0,0-4-225,-1 11 1,0-4 404,0 2 0,3-11 0,6-28 0,2-13 0</inkml:trace>
  <inkml:trace contextRef="#ctx0" brushRef="#br1" timeOffset="-203805.73">9805 10635 10501,'6'-9'1259,"-2"3"-809,24 0-135,-3 4 0,2 2-135,21 0-61,-18 0 1,4 0 0,2 1 30,7 2 0,1-1 0,-1 1-223,-8-1 0,0 0 0,3 0 109,5 1 0,6 1 0,1-1 0,0 1 0,-7-1-96,1 1 0,-6-1 0,4 1-53,4 0 1,4 0-1,-1 1 1,-3-1-308,-3 0 0,-3 0 1,-4 0-1220,0 0 1,-4 0 1153,9 3 0,-50-5 0,-24 0 0</inkml:trace>
  <inkml:trace contextRef="#ctx0" brushRef="#br1" timeOffset="-203514.73">9646 10856 9332,'-9'16'989,"7"-3"-179,32 7-361,4-7-359,-12-6 0,4 1 180,17-1 0,9 0 0,1-1-1090,-10-2 1,1 0 0,1 0 0,1 0 414,-4 0 0,3 0 1,0 0-1,-1-1 0,-1 1 382,2-1 1,-1 1 0,-1-1-1,-1 0 15,1-1 1,-1 1-1,-1-1 1,-5-1-1632,3 1 1,-1 0 1449,-4 0 1,3 0 0,-8-1-1,-5 0 1,-22-1 0</inkml:trace>
  <inkml:trace contextRef="#ctx0" brushRef="#br1" timeOffset="-203204.73">9601 11176 9871,'8'7'540,"7"-1"-180,5-3 90,14-1-91,15 2-179,-16-2 0,4 0-132,0 0 1,4 1 0,0-1 41,-2 0 0,0 0 0,4 0-703,-3 1 1,5 1 0,2-1 0,-1 1 0,-3-1 567,-2 0 0,-3 0 0,1-1 0,3 2-165,0-1 0,4 1 0,2-1 0,0 1 0,-2 0 1,-6 0-297,10 0 0,-5-1 0,1 1-259,-2-1 1,3 1-1,-3-1 1,-6-1 403,-2 1 1,-5-1 0,2 0-1,-2-1 1,12-1 0</inkml:trace>
  <inkml:trace contextRef="#ctx0" brushRef="#br1" timeOffset="-202404.73">10328 10734 8882,'13'-6'989,"6"-2"-449,-3 4-360,0-1 540,20 1-271,-1 2-269,7 1-90,-5 3 90,-6 5-90,-15-2 0,0 14-90,-17-10 0,-18 20 0,-19 1 0,16-14 0,-1 0 0,-6 5 0,0-1-3277,-8 8 3162,10-7 115,21-4 90,25-12-90,8 1 45,1-3 0,4-2-180,-1 0 0,1 0-90,0 1 0,0-1-405,-1 1 1,-3 1-2648,4 4 3196,-9-2 1,-8 2 0,-10-4 0</inkml:trace>
  <inkml:trace contextRef="#ctx0" brushRef="#br1" timeOffset="-200910.73">7792 10000 8972,'0'-14'1349,"9"-2"-1079,-2 13 450,7-4-91,-2 8-269,-2 1 180,3 16-361,-8 11 1,-3 7-135,1 1 0,-2 3-135,0-5 0,0 2 1,-1-1-451,1-1 0,-1-1 0,0-2 540,1 2 0,1-2 0,3 17 0,1-33 0</inkml:trace>
  <inkml:trace contextRef="#ctx0" brushRef="#br1" timeOffset="-200586.73">8169 9960 10051,'1'-19'2519,"3"27"-2160,-5 25 1,-2 8-315,3-15 0,0 3 22,-3 8 1,0 9 0,-2 0-1,2-5-157,1 3 0,0-2-30,-1-4 0,0 2 1,1-4-106,2-1 0,1-5-1664,4 8 1889,2-15 0,0-2 0,-1-14 0</inkml:trace>
  <inkml:trace contextRef="#ctx0" brushRef="#br1" timeOffset="-200227.73">7616 10144 9781,'24'-13'1124,"8"9"1,8 3-945,-2 0 0,6 1 0,2 1 0,2 0-526,-4 0 1,2 0 0,0 1 0,2 0 0,-2 0-311,1 0 1,0 0-1,0 0 1,-2 0 0,-2 0 626,-2-1 0,0 1 0,-4 0 0,-6-1 0,3 1 1,-11 0-1,-17 0 0</inkml:trace>
  <inkml:trace contextRef="#ctx0" brushRef="#br1" timeOffset="-199919.73">7483 10324 8882,'2'6'1259,"22"-1"0,16-1-1034,-2-2 0,7-1 0,3 0 0,0 1-881,-4-1 1,1 0-1,1 0 1,0 0 0,-1 0 106,-4-1 0,-1 0 1,0 0-1,0 1 1,0-1-108,4 0 1,1 0-1,0 0 1,-5 0 0,-7 1 105,17 0 1,1 1-1,-4-1 1,-21 1-1</inkml:trace>
  <inkml:trace contextRef="#ctx0" brushRef="#br1" timeOffset="-199209.73">7974 10130 9422,'-5'-10'1439,"-2"6"-1169,4 21-180,0-6 0,1 32-180,0-13 0,1 8 0,-2-10-270,4-11 270,-1-7-270,8-27-539,-2-16 899,5-15 0,-6 13 0,-1 16 0</inkml:trace>
  <inkml:trace contextRef="#ctx0" brushRef="#br1" timeOffset="-197694.73">12455 9381 8522,'4'-10'2609,"1"-6"-990,-1 5-990,0-3-269,4 28-180,-2 24-135,-2-15 0,0 4-15,-3 6 0,0 4 0,0-1-75,-1 5 0,1 0 90,-1 10 0,1-3 0,0-17 0,6-7-45,28-6-45,8-16 0,9-6-225,-6 3 0,4-1 0,1 1-180,-12-1 0,1 1 1,0-1-1,-2 1 450,4-1 0,-1 0 0,-6 0 0,-3 2 0,-8-1 0,-14-6 0</inkml:trace>
  <inkml:trace contextRef="#ctx0" brushRef="#br1" timeOffset="-197238.73">12849 9435 9602,'0'-18'1619,"0"3"-1350,-3 10-179,-4 5 270,-15 17-270,7-3 0,-1 6 0,0 2 0,3 14-180,-1 7 0,15-17 0,2-1 0,5 1 0,27 8 0,-17-27 90,16-8 0,1-4 0,-10-5-45,4-3 0,-1-5 45,-8-26 0,-17 19 0,-3 0-180,-6-23-539,-35 20-496,11 31 1,-1 7-425,7-4 1,0 2 1345,-5 6 0,4 3 0,-3 9 1,0 3-1</inkml:trace>
  <inkml:trace contextRef="#ctx0" brushRef="#br1" timeOffset="-196488.73">12644 9820 9332,'-4'-12'1259,"0"1"-719,2 6-1,-2 1-269,-1 12 0,-1 25-1831,1 10 0,0 4 1606,3-17 0,0 2-772,-1 12 1,0 5 0,0-6 726,3-16 0,-1-1-253,-2 23 1,1 1 252,1-22 0,1-3 90,-2 22-90,1-11 0,1-19 179,0 0-89,1-9 2018,2-1-2018,12-5-90,5-5 0,12-3 3018,-5 1-3018,2 0 0,2 2-90,12-2 45,-14 2 0,3 1-405,6 0 0,-2 1-269,1 1-1,-4-1 0,-1 0 412,-13 1 308,-1 0 0,-10-1 0,0 1 0</inkml:trace>
  <inkml:trace contextRef="#ctx0" brushRef="#br1" timeOffset="-196005.73">12885 10094 9512,'-4'-26'1978,"2"10"-1168,-2-2 0,0 10-631,-9 10 1,-2 6 90,-17 31-360,12-5-45,8-10 0,2 0-314,8 25 89,18-11 180,6-5 90,23-19 180,-1-25 0,-7 0 45,-11-10 0,-6-4-45,-13-8-180,-5 7 0,-5 0-630,-24 1-854,-8 21 0,-3 6-225,-3 6 1799,9 1 0,3 3 0,3 8 0,2 2 0</inkml:trace>
  <inkml:trace contextRef="#ctx0" brushRef="#br1" timeOffset="-136901.74">18990 3079 6993,'-16'-20'2519,"6"7"-1170,-4-9 1079,9 11-1618,-2 33-600,2 14 0,1 14 0,-1 5-121,1-15 1,-1 3 0,0 2 0,1 2 0,-1 2 0,-1 0-427,2-7 0,0 1 0,0 2 0,-1 1 0,1 1 1,0-1-1,-1-1 0,1-1 0,0-1 352,-2 8 0,1-2 0,0-1 0,0-1 0,0 1 0,-1 2 18,2-6 1,-1 3 0,0 1 0,0-1-1,0 0 1,0-2 0,1-4 0,1-5-120,-2 11 1,2-7-1,-1 5 104,0-1 0,0 5 0,0 2 0,0-1 0,0-4 27,0-4 0,1-2 0,0-1 0,0 1-23,0 3 1,1 0-1,-1-1 1,1-3-23,-1-3 0,0-2 0,0-3 0,1 7 0,1-4 0,-1 3 0,2-19 0,-1 19 90,2-26 3086,0 4-3086,-1-8 742,2-1-832,4 0 0,22-3 0,16-1-1093,-9-3 1,7 0 0,2-1 1040,-3 1 1,2 0 0,4-1 0,3 2 38,-6-1 0,4 1 0,3-1 1,1 1-1,1 0 0,-1 0 0,-2 1-207,-6-1 0,-1 0 1,-1 0-1,1 0 1,0 0-1,2 1 1,2 0 183,-2 0 0,3 0 0,1 1 0,2 0 0,1-1 0,0 1 0,-2 0 0,-1 0 0,-3 0 0,-3 0 6,6 0 0,-4 0 0,-3-1 0,0 1 0,0 0 0,3 1 17,-1-1 0,2 1 0,0 0 0,1-1 1,-1 1-1,-2 0 0,-3 0-32,13 0 0,-3 0 0,-3 0 0,-2 0 135,0 0 0,-3-1 0,-1 1-30,-1 0 0,-1-1 0,-5 0 120,-6 0 0,-5-1 0,0 0-90,-7 0 89,1 0 2721,-6 0-2900,2 1 2120,-2-2-2030,-5 1 360,0 0-270,1-5 0,0-4-180,2-9 0,-2-9 0,-1-9-1093,-1-1 1,0-5 0,0 0 933,0-3 1,-1-1 0,1-2 135,-2 4 1,0 0-1,0-3 1,0-2-189,-1 6 0,-1-2 0,0-1 0,0-1 0,0-1 0,0 0 172,0 4 1,-1-2-1,0 0 1,1 0-1,-1 0 1,0-1 0,0 0-109,1-1 1,-1-1 0,1 1-1,-1-2 1,0 1 0,0 1 0,0-1 120,-1 0 0,1 0 0,-1-1 1,0 1-1,-1 1 0,1 1 1,-1 3 7,0-3 0,0 2 0,-1 1 0,1 3 0,-1 0 18,1-1 0,-1 2 0,0 1 0,0 0 0,0-6 0,0-1 0,0 3 0,0 7 0,0 8 0,0 2-45,0-27 0,1 5 45,0 22 2481,0-12-2571,1 21 1231,-1 4-1231,1 3 2059,-1 2-1879,-5 2 90,-10 0-180,-2 1 0,-30 0 45,0 2 0,-3 0-363,10 0 1,-4-1 317,9 2 0,-6 0 0,-4 0 0,-1 0 0,1 0 0,4 0-221,-4-1 0,3 1 0,1-1 0,-5 1 221,5 0 0,-2 0 0,-3 0 0,0 1 0,0-1 0,1 0-162,-1 0 1,-1 0-1,0-1 1,1 1-1,1 0 1,2 0 161,-5 0 0,3 1 0,0-1 0,-4 1-13,9-1 0,-2 0 0,-3 0 0,0 0 1,1-1-1,1 1 0,4 0-32,-12 1 0,4-1 0,2 0 0,-1 0 0,1 1 0,0-2 0,2 1 0,1 0-45,-4 0 0,3 0 0,4-1-90,5-2 1,3 1 89,6 0 0,1 1-495,-7-4 0,4 0 648,7 1-2311,-26-9-541,32 7 2998,-5-2 1,14 2-1,4 2 1</inkml:trace>
  <inkml:trace contextRef="#ctx0" brushRef="#br1" timeOffset="-136306.74">19788 3073 10681,'0'15'1019,"2"15"1,-1 13-1,0 5-825,-1-8 1,-1 4 0,-1 4 0,0 2 0,-1 2 0,1 1-183,-1-11 1,1 0 0,-1 3 0,1 0 0,-1 1 0,0 1 0,-1 0 0,1 0 0,0 0 0,0-1 32,0 3 0,-1 0 0,1 1 0,0 0 0,-1 0 0,1 0 0,-1 0 0,0-1 0,1 0 0,-1-1-410,0 0 1,0 0 0,-1 0 0,1-1 0,-1 0 0,1-1 0,0-1 0,0-2 0,1 0 294,-1 9 0,1-2 1,1-2-1,-1-1 0,2-1 1,-1-3-156,2 5 0,0-2 0,1-4 0,0-2 64,0 10 0,1-4-334,1-2 1,1-10-1845,-1-21-629,4-10 2968,2-18 0,3-17 0,1-7 0</inkml:trace>
  <inkml:trace contextRef="#ctx0" brushRef="#br1" timeOffset="-135639.74">20594 3289 9062,'-5'-12'1529,"2"0"-720,-1 4 1440,1 1-2069,1 12 720,-1 37-706,3-10 1,-1 9 0,2 8 0,-1 2 0,0 0 0,-1-3-371,0-7 0,0-2 0,-1-1 1,1 3-1,-1 2 0,0 5 224,1-8 0,-1 3 1,0 4-1,0 2 1,0 2-1,0 1 1,0 1-1,0 0 1,0 0-1,0-1 1,0-2-1,0-2 1,1-3-19,-1 4 0,1-2 0,0-2 0,0 0 0,1-2 0,-1 1 0,0 0 0,0 1 0,0 1-39,-1 1 0,1 1 0,-1 2 0,0 0 0,0 0 0,0-1 0,0 0 0,1-3 0,0-3 0,1-2-99,1 11 0,0-2 0,1-5 0,1-3 0,0-4-747,3 17 1,4-20-2423,1-32 2679,-3-26 1,-5-27-1,-7 9 1</inkml:trace>
  <inkml:trace contextRef="#ctx0" brushRef="#br1" timeOffset="-134931.74">18902 3915 9781,'7'3'1638,"25"0"0,17 1-1240,-14-2 1,6 0-1,3 0 1,4 0 0,2 0-1,0 0-763,-7-1 1,2 0 0,2 0 0,1 0 0,1 0 0,1 0 0,-1-1 0,0 1 0,-1 0 139,-2 0 0,0-1 0,-1 1 0,0 0 1,1 0-1,0-1 0,1 1 0,0-1 1,2 0 201,-5 1 1,2-1-1,1 0 1,2 0-1,0 0 1,0 0-1,-1 0 1,0-1-1,-2 1 1,-2 0-1,-2 0 1,-3 0-188,8 0 0,-4 0 1,-2 0-1,-1 0 1,-1 0-1,2 0 195,4 0 0,2 0 0,0 0 0,-1 1 0,-3-2 1,-6 1 223,7-1 0,-6 0 0,-6 1-3486,6 0 3264,4-3 0,-19 4 1,-19-1-1</inkml:trace>
  <inkml:trace contextRef="#ctx0" brushRef="#br1" timeOffset="-134220.74">18886 4468 9422,'-18'5'1978,"9"4"-1438,11-2 90,16 3-360,-1-4 269,25 1 1,7-2-405,-20-2 0,1-1-45,6 2 0,4-1 0,4 0-804,-4 0 1,3-2 0,2 1 0,3 1 818,-2-1 0,3 1 0,2-1 0,1 1 0,-1 0 0,-2 0-105,-6-1 0,-2 0 0,-1 0 0,2 0 0,1 0 0,4 1-191,-4-1 0,4 1 0,2 0 0,3 0 1,0 0-1,0 0 0,-1 0 0,-2 0 0,-4 0 1,-3 0 225,8 0 1,-6-1 0,-2 1 0,1 0 0,4 0-77,-1-1 0,4 2 1,1-1-1,1 0 1,-1 0-1,-4 0 1,-5-1 40,1 1 0,-4-1 0,-2 0 0,1 0 67,4-1 1,2 1-1,-2-1 1,-6 1-23,-4-1 0,-2-1 44,6 1 1,4 0 0,-9-1 90,-7-1 1903,6-1-2623,-12 0-539,-10 1 1857,5 0 1,-19-1 0,-2 0-1</inkml:trace>
  <inkml:trace contextRef="#ctx0" brushRef="#br1" timeOffset="-124126.73">19914 4046 8882,'0'-9'540,"0"0"359,1 3-539,-3 1-180,-3 0-90,-2 3 180,-8 5-270,6 1 90,-13 9-1,8 2 1,-4 6 0,4 13-90,8-9-90,9 21 90,5-19-90,7 7 1,6-10 89,-8-11-180,15-1 180,-17-11-90,15-7 90,-11-9-90,2-9 90,-5-21 0,-6 15 45,-5 0 0,-3 1 45,0 6-90,-4-16 90,-6 21-90,0 7 90,-18 14-90,3 20 0,-5 15 0,11 1 0,13-13 0,4 0-360,7 23 270,3-8 0,7-9-180,8-19 180,-11-9-90,23-9 180,-18-8-90,10-11 90,-10-15 270,-11-11-270,-1 12 180,-14-2-90,-5 33 90,-27 29-90,12 10-90,11-4 0,4 2-90,6 7 0,13-7 0,6-2-180,15 0 90,4 9 90,2-25-90,4-27 90,-10-6 45,-6-6 0,-3-3-1594,-9-2 1,-3 0 1670,2 6 1,-2 1 57,-10-22 180,-9 40-270,3 3 180,-23 28-180,21-8 45,-4 11 0,1 2-45,6 1-90,-4 16 90,12-15 3276,2-12-3340,7 4-26,1-18 0,8-6 90,0-21 0,1-11 45,-8 3 0,-1 0 45,0-12 0,-5 15 0,-1 3-90,-3 6 270,-15 12-180,1 18-45,0 6 0,1 3-45,3 1 0,3 3-45,-3 15 0,2 2-90,6-11 0,2-2-135,6 16-90,9-71 405,-5-2 0,-2-5 45,-1-4 0,-3 1 90,-9-12-180,0 32-3277,-11 29 3342,11-5-65,-4 10 90,1 18-360,8 3 45,1-13 0,2 0 45,3 7-179,4-17 179,0-20 0,0-11 0,1-28 180,-3 1 90,-4 10 0,1 0 45,-1 5 0,-1 2 3141,1-13-2711,0-7-25,0 31-450,-1 5-270,1 9 90,5-1 90,-2-8 0,3-11 90,-4-3-90,-1 6 90,-3 1-90,-5 23 90,1 2-90,-5 26 0,5-10 0,-1 11 0,2-12 0,2-2 0,0-6-90,1-6-90,0 3-180,0-6 1,0 2 269,-4-13 0,2 0 0,-2-12 0,2 1 90,0-5 0,-1 7 0,2-4 180,2 4-90,10-3 0,1 4 90,21 1-180,-14 6 89,7 3 1,2 0 0,-4 1-90,9 2 0,5 0 45,-7 1 0,0-1-45,6 1 0,0 0 0,9 1 0,-1 0-1639,-7-1 1,-3 0 1580,-7 0 1,-1-1 147,22 1 0,-32-1-90,2 0 90,1 0 0,-8-1 0,4 1 3186,-5-1-2710,-3 0-476,-1-1-90,-1 1 0,-1 3 90,-1 7-90,-1 15 0,0 0 0,-1 6 0,-5 5 0,2-14 0,-6 19 0,5-28 0,-6 18-90,6-20 90,-1 4-270,0-3 180,2-4-90,0 3 0,0-4 180,3 0-90,-2-1 90,1 0 0,1 3 0,-1-2 90,0 1 270,0-1-180,-2-2 0,-6-2-180,0-1 0,-2-1 90,-12 0 0,-5-1-90,-7 0-45,9-1 0,-1 0 45,0-1 0,-1-1 0,-3 0 0,-2-1 0,-8-3 0,-2 0-45,4-2 0,2 0 45,3 1 0,2 0-45,2-1 0,2 0-45,-2 0 0,4 1 0,2 2 0,4 2 90,4 3 0,3 2 0,15 5 0,17 6 0,-3-3 0,13 2 0,4-1 0,15 2 0,-10-3 0,5 0 0,-11-3 0,2 0 0,-1-1-1639,14 2 1,-1-1 1535,-5 1 1,-3-2-101,-5-1 1,-6-2 292,-12-1 90,2 0-90,-37-4-90,9 2 0,-18-1 0,-6 1 89,-14 1-89,18-1 0,0 0 0,4 2 0,0-1 0,-11 1 0,1 0 3192,-4 1-3192,-6 1 0,0 0 0,13 0 258,7 0 0,1 1-348,-1 3 90,16 0 0,3-1-90,34 1 90,0-5 0,-2 0 0,2 0 0,4-1 0,0 1 0,15-1 0,-4 0 0,-1 0 0,-4-1 0,-8 1 0,-3-2 90,-3 1-90,-34-5 0,-12 1 90,-22-1 0,-7 0-45,17 2 0,-1 0 15,-2-1 0,-4 0 0,6 1-60,-11-2 90,12 1 0,6 1-90,13 2 89,-12 0 1,38 4 0,23 4-1183,-2-2 1,8 0 0,-3 0 1034,0 0 1,3 0-332,6 0 1,6 0 0,-4-1 343,-3-1 0,-2 0 45,7 0 0,0 0 0,-12-1 0,-5-1-173,3 0 263,-21-3-90,-37-7 0,-8 2 45,-1 0 0,-5 0 0,-11 0 0,0 2 0,18 1 0,0 0 45,-19-1 0,4 1-90,19 1 0,-20 0 2909,32 4-2909,14 4 0,41 2 0,-4-2 0,4-1 0,3-1 0,-14-3 0,-1 0 0,0 1 0,1-1 0,8-1 0,-5-2 0,-5-5 0,5-2 1689,-30-7-1689,-14-1 0,-3-4-90,-5-11 402,9 13-357,2-5 0,1 0 45,3-2-90,0-18 90,8 6 0,-1 16 0,8-16 0,-7 27 0,9-13 0,-8 16 90,2-3 0,-2 5 0,-6 16-90,3-6 0,-9 27 90,0-1-90,-4 6-90,-1 7 90,2-13 0,2-4 0,4-36 0,2 2-90,-5-37 0,-6 25 90,-19-17-90,-9 15 90,10 11 0,-1 2 0,7 3 0,0 1-45,-6 1 0,2 0 45,2 4-90,0-1 90,17 3 0,30 4 0,4-1 0,6 1 0,4-1 0,2-1 0,-1 1 0,-7-2 0,1 1 45,14 0 0,-3 0 45,-4-3 0,8 1-90,-26-5 90,-34-6-45,-18 1 0,-5 2-45,8 0 0,0 1 0,-12-1 0,0 2 45,7 6 0,4 3-45,4 0-45,-5 6 0,3 4 45,13 4-180,-3 15 0,25-6 180,2-7-180,22 2 180,-12-17-90,31-3 90,-11-11 0,0-1 90,6-12 0,-31 12 0,1-13 0,-23 18 0,-24 4-90,7 11 0,-2 3 0,5-4 0,-1 2 45,-16 17 0,3 0-45,12-5-45,1 3 0,3-1-45,12-4 0,3 1 90,26-14-90,27-25 90,-22 6 0,1-3-45,10-12 0,-2-4 45,-12 6 0,-4-1 0,-1 3 0,-2 0 0,0-22 0,-13 30 90,-12-6 0,-7 22-90,-20 10 90,2 13-90,5-3 0,4 12 0,20-22 0,8 12 0,13-21 0,29-5-45,-16-7 0,0-3 45,-3 4 0,0-1 0,9-10 0,-5 0 90,-10 6 0,10-12 0,-36 21 0,-12 11 0,-11 13 0,-2 4-90,12-9 0,1 3 0,-8 10 0,-2 4 0,7-4 0,3 3 0,-1 1 0,7 0-90,16-12 90,6-1 0,14-20 0,6-9-1639,11-17 1,0-5 1535,-6 10 1,-1-2-128,-4-5 1,0-4-1,-7 3 230,-4-11 0,1-3 0,-26 16 0,0 22 0,-35 15 45,20 5 0,-1 4-45,-4 2 0,-1 2 0,-3 8 0,3 2 0,12-10 0,2-1 0,-10 15-90,28-21 90,11-22 0,6-3 0,6-14 0,1-2 3051,-1-3-3051,-4 5 0,4-5 0,-4 4 0,3-6 515,-2 3 0,-9 11-425,-21 26-45,-15 13 0,-6 6-1116,2 0 0,-2 3 1,0-1 1070,-1-1 0,1-1 0,0 0-144,2-1 1,2-1-1,1-3 189,3-1 0,3-3-214,-2 2 259,5-3-90,29-25 0,-1-2 0,22-18 0,5-6 1525,-21 16 1,0 0-1549,5-6 1,6-4-1,-1-1 1,-5 5 22,-3 3 0,-2 2-1317,14-15 0,-4 4 1317,-13 14 183,-13 10-183,-39 36 0,8-7 0,0 3 0,-1 3 0,5-2 0,2 1 0,5-7 0,0 1 0,-4 6 0,10-4 0,22-12 0,12-12 0,7-15 0,2-7 0,-4 1 0,-2-2 0,2 0 0,-1-3 0,3-11 0,-5 0 0,-7 9 0,0-3 0,-8 4 0,-18 20 0,-7 5 45,-9 18 0,-2 10-90,1 8 0,0 2 45,1-7 0,2 0-45,3 8 0,5-5-45,12-14 3366,2 1-3250,23-18-26,-1-14 0,2-6-45,0 2 0,-1-3 45,8-13 0,-2-1-45,-13 9 0,-3 0 0,3-5 0,-10 9 135,-32 35-90,2 15-45,-2 4 0,0 5-1594,9-2 1,4-2 1343,-1 3 115,18 0 180,9-41-45,8-7 0,2-8 45,4-19 0,-3-5-45,-2 12 0,-2-1 75,-4-4 0,-1-4 0,-6 8 3246,-8 5-3070,-18 5-206,-1 33 45,-7 19 0,0 8-45,8-2 0,3 1-45,-3 5 0,2-1 45,5-9 0,4-6-90,9-10-180,13-59 181,-4 11-1,0-11 0,-1 0 90,-3 7 90,-9 18-90,-5 36 0,-3 12 0,1-4 0,-1 0 0,0 8 0,2-2 0,3 2 0,3-8 0,-1-5-90,5-6 90,6-24-270,4-30 270,-1 10-90,-4-12 0,-3 1 180,-2 14 0,-6-10-90,-14 66 0,3-8-45,0 14 0,1 2-225,8-2-90,5 3 270,5-24-90,18-29-89,-11 2 179,5-2 90,-4 12 0,-7 10 0,2 11-90,-5-4 90,1 0 0,1-7 0,-3-6 0,3 2 0,-4-1 0,-2 2 90,-1-1 179,-2 1 1,-1-3-90,-12-7-90,6 2-90,-15-8 90,-22-6-1651,4 0 0,-3-1 1561,12 6 0,0-1 90,-4-3 0,-3-2 0,7 1-45,10 4 0,1 0-45,-11-5 0,1-1 90,-9-8 0,15 7-90,23-1 3276,18 2-3070,13-8-117,-3-7 1,-20-10-45,-9 18 0,-3 0-45,-8-11 45,2 12 0,0 2-45,6 3 0,-6-9 90,20 10 90,12 7-90,8 2 90,7 5-135,-4 5 0,4 1 45,12 3 0,4 1-90,-9 0 0,2-1 0,-2 1 0,9 0 0,-3 1 45,-1-1 0,-5-1-45,-2-1 0,3 1 0,-17-2 90,-2-1-90,-16 0 90,-16 0-90,-9 0 0,-9-2 0,-9-1 0,0 0 0,4-1 0,0 0 0,-2-1 0,-8 1 0,-2 0 0,3-1-45,-7 0 0,7 1 45,-2 1 0,47 3 0,13 0 0,17-1 0,5 0 0,-3 0 0,-1-1 0,-1 1 0,-2-1 0,19 1 0,-31-1 90,-1-1 0,-22-1-90,-2 0-180,-22 0-720,-2 4 900,0-1 0,4 0 0,4-2 0</inkml:trace>
  <inkml:trace contextRef="#ctx0" brushRef="#br1" timeOffset="-123352.73">19948 2508 10141,'7'1'2519,"8"0"-2609,32 3-900,0-2 271,-6 0-2558,-8-1 3129,-19 0 0,-4-1 1,-7 0-1</inkml:trace>
  <inkml:trace contextRef="#ctx0" brushRef="#br1" timeOffset="-123105.73">20045 2551 9422,'-9'14'1169,"0"9"-989,-1 10-1260,2 5 1080,2-6 0,3-12 0,1-7 0</inkml:trace>
  <inkml:trace contextRef="#ctx0" brushRef="#br1" timeOffset="-122860.73">19822 2819 8882,'10'3'1619,"-6"-2"-1529,20 0 180,0-2-90,4-1-180,3-1-540,-4 0 0,2 0-1259,7-1 1799,-9 1 0,0-1 0,7-3 0,-4 0 0</inkml:trace>
  <inkml:trace contextRef="#ctx0" brushRef="#br1" timeOffset="-122114.73">20288 2739 9691,'5'-14'1620,"-1"3"-1890,-11 35-180,3-7-180,-7 23 91,6-24 539,15-22 90,7-14 0,6-9-90,-4 4 0,-3 6 89,1 5-89,1 7-89,-6 15-181,-9 15 180,-5 2 270,16-16 0,29-29-91,-8 2 1,-6 0 0,-2 7 90,-10 21-180,1-4-270,-15 43-809,1-26 259,11 10 1,3-27 0,9-13 0</inkml:trace>
  <inkml:trace contextRef="#ctx0" brushRef="#br1" timeOffset="-121453.73">20882 2720 8342,'5'-13'2429,"-2"-1"-1979,-2 3-91,-6-1-89,-3 9 90,-12 1-270,1 5-270,-21 12-629,6 10 719,5-5-450,10 8 270,23-21 180,3 3 0,5-9 90,19-12 360,-2-8-270,1 3 90,-5-5-90,-20 16 0,3 9-90,-7 3-270,-11 39 90,4-23 90,-7 25-180,5-16 0,1 0 135,1-8 0,0 1 135,-1 6 0,-1-1 270,-4-1-180,4-29 90,-4-5-90,2-7 450,-11-24-270,10 5-180,-3-12-90,20 9-360,24 5 90,-4 8-990,4 4 1,1 2 1259,-1 4 0,-6 2 0,-1 0 0,3 1 0</inkml:trace>
  <inkml:trace contextRef="#ctx0" brushRef="#br1" timeOffset="-116819.73">22497 3032 8882,'-10'-3'3276,"-2"12"-2126,9 15 1,3 12-918,-1 2 1,1 10 0,0 5 0,-1 2 0,0-1-703,-1-12 1,-1 1 0,0 1 0,-1 1 0,1-1 0,0 1 0,0 0 418,2-1 1,0 0 0,1 0 0,-1 0 0,0 0-1,-1 2 1,-1 1 99,-1-5 0,-1 3 0,-1 1 0,-1 0 0,1 0 0,-1 0 0,-1-1 0,1-2 0,1-2-240,-2 5 0,0-2 0,0-2 0,0-1 1,0 1-1,0 0 205,0 1 0,0 0 0,1 0 0,-1 0 0,0 1 0,-1 0-20,-1 3 1,0 3-1,-1 0 1,0-2-1,1-4 1,2-6 49,-3 12 0,2-5-15,-1-2 0,0 2 0,1-5-30,4-8 0,1-5 32,1-3-32,1-8 1959,0 8-2049,0-2 0,1-2 90,-3 8 0,2-18 390,-10 24-569,0 2-1996,-4 10 2175,5-12-90,2-6-90,7-21 1819,-3 4-1729,7-14 0,6-5 90,20-7-45,-5 7 0,2 2 0,4-1 0,3 2 45,3 2 0,5 1 0,3 1 0,1 1-18,-2 0 0,2 2 0,0 1 0,1 0 0,-2-1 638,6-1 1,-3 0-1,2 0 1,5 2-655,-10 1 0,4 1 0,4 1 1,0 0-1,2 0 0,-1 1 0,-2 0 1,-2-1-202,3 0 0,-3 1 1,-1 0-1,1-1 1,1 1-1,3 0 208,-10-2 0,2 1 0,2 0 0,0 0 0,2-1 0,-1 1 0,1 0 0,-1 0 1,-2-1-1,-1 0 4,4 1 1,-1-1-1,-1 1 1,0-1-1,-1 0 1,-1 0-1,-1-1 1,-2 0 4,10 0 0,-2 1 0,-2-2 0,-2 0 0,-1 0-5,2 0 1,-2-1-1,-3-1 1,-6 1 67,-1-1 0,-4-1 0,-1 0 0,-4 0-45,-1 2 180,-10-1-180,-6-1 90,5 0 691,-6 0-781,-1 1 2436,0 0-2076,-2-2-270,-5-3-1,0-4 181,-10-9-180,4 8 90,-8-19-90,5 7-90,-1-5 0,-1-4 0,2 4 0,0-3-1093,-3-14 1,1-7 0,0 1 933,5 10 1,1 2 0,0-2 128,-2-7 0,0-1 0,2-5-139,5 9 0,1-3 1,1-2-1,1 0 0,0 1 151,1 5 0,-1 2 0,1 0 0,0-1 0,0-2 3,-1 1 0,1-3 0,-1 0 0,0 0 0,0 1 0,1 1 15,0 0 0,0 1 0,0 1 0,0 0 0,-1 1 22,-1-9 1,-1 1 0,-1 0-1,1 0 0,-1-2 1,-1-1 0,0 1-1,1 2-22,-1 7 0,1 1 0,-1 1 0,1-2 22,-1-7 1,0-4 0,0 3-1,0 8 23,2 6 0,0 3-45,0-2 0,-1-2 0,1 2 45,1-3 0,0 4-1039,0 2 0,-1 3 1084,2-17 1928,-2 6-2018,0 26 568,0-6-658,0 7 90,0 2-90,0 3 3366,0 1-3282,0 0 104,0 0-8,-2 2-90,-1-2 0,0 3 0,2-3 90,-2 1 0,3-2-90,-1 1-90,-3 3 180,-4 0-180,-12 1 90,4 0-3277,-30-2 2982,24 3-374,-13-1 0,-3 1 579,-5 0 45,8 0 0,-1 0 0,1 0 0,3 0-45,-14-1-578,11 0 0,-6-1 0,5 1 578,-11-2-295,7 1 1,-6-2 0,2 1 339,-4-1 0,2 1 316,1-1 1,-2 0-295,8 1 1,-4-1-1,0 1 1,7 0 323,3 1 0,0 0-301,-7-1 0,-9-1 0,1 0 0,6 1 955,3 1 0,0 0-955,-6-2 0,-4 1 0,3-1-45,-1 2 0,4 0 45,6-1 0,0 1 0,3 1 0,-3 1 0,4-1 0,0 1 0,0 0-45,-10-1 0,1 1 2496,-7 0-2541,16 0 0,14 0-1370,-15-1 1370,20 1 0,-9 0-90,11 0 90,-5-1 90,0 0-179,0 0-1,4 0 3032,-1 0-3572,2 0 1,1 1-1080,-4-1 1799,5 1 0,-3 0 0,4 1 0</inkml:trace>
  <inkml:trace contextRef="#ctx0" brushRef="#br1" timeOffset="-114953.73">16099 2499 13829,'-19'7'360,"2"0"-90,-21 19-180,7 0-90,4 1 0,2 4-225,11-3 0,4 1 135,2-1 0,3 0-90,9 14-270,23-7 91,-1-16-91,-2-5 0,3-3-539,14-2-650,-12-8 1,0-2 1445,3-2 0,9-7 1,-16 0-1</inkml:trace>
  <inkml:trace contextRef="#ctx0" brushRef="#br1" timeOffset="-114355.73">16366 2530 8972,'4'-10'1439,"-1"1"-1259,6 8 450,-1 23-361,-2 9-89,-4 15-90,-6-10 0,-2 2-45,1-5 0,2 0-405,4 9 1,6-3-1280,10-16 1,3-4 1400,12 4 0,18-29 1,-27-1-1</inkml:trace>
  <inkml:trace contextRef="#ctx0" brushRef="#br1" timeOffset="-113086.73">16720 2778 8972,'-2'-9'899,"-2"0"-269,0 0-360,0 2 270,-9-1-361,7 5 181,-18 0-180,6 7-90,-7 3 90,-2 10-180,13-5-180,-5 15 90,15-17-180,1 14 90,10-11 0,3 0-269,17-6 269,0-9 90,10-10 90,-4-8 90,-6-5 180,-3-3-180,-12 12 0,-3 18-180,-6 15 90,-1 7-180,4 11 90,-2-19-90,12 17 180,-2-23-90,11 3 90,9-16 0,7-10 45,-14-1 0,-2-2-45,12-9 135,-14-1 0,-3 0-45,-7 5 45,-1-5 0,-1 1 44,-5 7 91,0-6-270,-11 32 0,3-1-90,-4 28 90,9-16-90,3 13-179,8 2-1,2 2 270,0-2-180,-9 0 180,-10-17-90,-3-1 90,-20-3 0,13-8 90,-15 3 0,7-8 0,5 0-90,0-2 90,33-15-90,-7 7 0,12-7 0,4-2 45,-5 2 0,0-1 0,0 2 0,-1-2 89,9-15 1,-3-2 225,-6-7-270,-5 15 0,-3 0 90,-5-3 0,-7 18-180,-8 18-90,7 8-90,-1 10 0,10 3-180,14 8 270,-8-12-45,0-2 1,0 1 44,-4-1 0,2 12 0,-16-6 90,-5-3-270,-21 3-2249,0-10 1260,3-2 1259,8-7 0,14-7 0,0 0 0</inkml:trace>
  <inkml:trace contextRef="#ctx0" brushRef="#br1" timeOffset="-112922.73">17591 2907 10771,'9'-3'719,"8"1"-719,-5 3 0,1-2 0,-7 2 0</inkml:trace>
  <inkml:trace contextRef="#ctx0" brushRef="#br1" timeOffset="-109044.73">16877 3907 10771,'-9'-3'1979,"0"-1"-1889,15 3 180,3-2-181,9 4 1,2-1 90,3-5-270,5-7 90,-1-3-90,0-14 90,-11 3 0,-4 3 0,4-6 180,-11 20-90,3 5-90,-9 20 90,-3 11 0,0 3-90,-1 6 0,0 8 0,1-2 0,3-13-90,1 3 0,1-2-180,3-8 1,0 3-1,1-13-3007,4-6 2657,-3-5 0,2 1 0,-5-4 0</inkml:trace>
  <inkml:trace contextRef="#ctx0" brushRef="#br1" timeOffset="-108856.73">16826 4187 11131,'3'11'2248,"0"-4"-2968,38-5 1,13-4-540,-5 0 1259,-4-1 0,10 0 0,-7 1 0,-17-1 0,-1 1 0,16-2 0,0 0 0</inkml:trace>
  <inkml:trace contextRef="#ctx0" brushRef="#br1" timeOffset="-105494.73">23384 3207 7443,'0'-10'2968,"-1"-2"-2338,0 3-1,1 0 181,-2 2 89,0 2-629,-3 15 90,-1 16-180,1-2 0,0 6-30,-1 7 0,0 6 0,0 0-61,0 0 1,-1 1 0,-1 6-45,1-8 0,-1 4 0,-1 4 0,-1 0 0,1 1 0,-1-3-566,2-3 1,-1-1 0,0-1 0,0 1-1,0 0 1,0 2 545,0-2 1,0 1 0,0 1 0,0 0-1,-1 0 1,1 0 0,1-1-312,-1-1 1,1 0-1,-1 0 1,1-1-1,0-1 1,1-1-1,0-4 286,0 8 0,0-5 0,0 0 0,0 3-250,0 5 1,-2 4 0,1 1 0,0-3-1,1-7 280,1-5 0,0-5 0,0 2-239,-1 4 1,0 2 0,0 1-1,1-4 269,0-1 0,1-2 0,-1-2 366,0 8 1,-1-2-382,0 6 0,1-3-45,-1 3 0,2-2 1236,3-20-1236,1-3 1796,-1 0-1976,2-10 2512,-1-2-5609,1-1 1950,2-10-382,0 0 1709,5-14 0,1 0 0,3-8 0</inkml:trace>
  <inkml:trace contextRef="#ctx0" brushRef="#br1" timeOffset="-104685.73">23957 3436 9332,'0'-16'809,"-1"1"-449,0 8 1799,1-3-1530,-8 23-269,4 1-90,-3 12 0,-1 5-135,4-3 0,0 3-15,-1 3 0,1 4 0,0-2-76,0 1 1,0 2-156,0 2 0,0 7 1,0 2-1,1-2 201,0-2 0,0 0 0,0-1 0,0 2-54,1-5 0,-1 1 0,0 0 0,0 0 0,0 0-18,1-1 0,0 0 0,0 0 0,0-1 0,0 1 54,1 1 0,1 0 0,-1 0 0,1-1 0,0-1-455,0 0 1,0-2-1,0 0 1,0 2 400,1 0 0,-1 0 0,1 2 0,1-1 0,-1-1 27,1 8 0,1-2 0,0 0 0,0-3 14,0-1 1,0-2 0,0 2-60,-1-5 0,1 2 0,0-1 0,-1-2 60,2 1 0,-1-2 0,0-1-15,1 11 0,1-1 0,0 0 0,-1-3-45,0 6 0,-1-28 0,-2-12 532,0 5-802,0-4-447,0 1-2431,0-21 1349,-2 3 1799,-1-26 0,-3 7 0,-1-11 0</inkml:trace>
  <inkml:trace contextRef="#ctx0" brushRef="#br1" timeOffset="-103773.73">22644 4214 9961,'-19'-2'540,"-2"-3"539,2 1 540,-4-2-719,0 2-270,-12-1-540,11 2 89,-8 0-179,22 2 90,27 4 0,17 1 0,5 1 0,8 1 0,6 0-331,-13-1 1,5 0 0,3 1 0,2 0 0,2 1 0,1-1-1,-1 0 232,-9-1 0,1 0 0,1 0 0,1 1 0,0-1 0,0 0 0,0 0 0,-1 0 0,-1 0 1,-1 0 8,8 1 0,-1 0 0,-1-1 0,-1 1 0,0-1 0,1 1 0,1-1 0,-2 0 0,3 1 0,1-1 0,0 0 0,-2 0 0,-3 0 0,-5-1 0,-6-1 0,15 0 0,-5-1-270,2 1 0,2-1 0,-7 1-1079,-14-3 0,-6 1 1349,4 1 0,-17 0 0,-8 2 0</inkml:trace>
  <inkml:trace contextRef="#ctx0" brushRef="#br1" timeOffset="-103040.73">22362 4669 9242,'15'14'1529,"26"0"0,11-2-1319,-17-4 0,1-1 0,7 1-492,-7-2 0,5 0 0,3 1 0,3-1 0,1 1 1,0-1-1,0 0 349,-4-1 0,0 0 1,1 0-1,0-1 1,1 1-1,1 0 1,1 0-1,2 0-271,-6-1 1,1 1-1,2 0 1,1 0-1,0 0 1,1-1 0,-1 1-1,1 0 1,-2 0-1,0 0 1,-2 0 213,3-1 0,-1 1 0,-1 0 0,0 0 0,-1-1 0,0 1 0,0-1 0,0 0 0,1 1 10,0-1 0,1 0 0,1 0 0,0 1 0,-1-1 0,-1 0 0,-2-1 0,-4 1 0,-2-1 246,10 1 1,-5-1 0,-3 1-1,0-2-266,9 1 0,-1-1 0,-8-1-180,10 0 180,-32-2 0,-1 1 0,-7 0 0</inkml:trace>
  <inkml:trace contextRef="#ctx0" brushRef="#br1" timeOffset="-101594.73">23363 4506 9781,'-9'-3'3276,"-1"2"-2504,7 4-682,7 3-90,2-1 0,10-1 0,0-3 0,9-5 0,-7 1 0,15-11 0,-20 7 0,19-16 0,-17 10 0,4-4 0,-8 6-90,-2 4 90,-3 8 0,-6 14 0,-3 4 0,-7 12-90,-1-2-90,0 0-180,0 2 181,5-10-811,0 2 360,5-14-629,-1 5 1259,3-8 0,-1-3 0,1-1 0</inkml:trace>
  <inkml:trace contextRef="#ctx0" brushRef="#br1" timeOffset="-101314.73">23367 4692 8792,'-10'2'2159,"32"2"-2069,-3-3-1729,22-2 1,4-2 982,-9 0 1,0-2-1,-2-2 1,-7 0 0</inkml:trace>
  <inkml:trace contextRef="#ctx0" brushRef="#br1" timeOffset="-100523.73">22782 3669 8702,'11'-3'1799,"-2"1"450,1-1-2159,-10 7 359,-10 15-359,-1-3-135,-3 8 0,3 3-404,7 17 179,4-16 0,8-1 135,12-7 0,7-9 180,5-11 0,0-11 135,2-10 0,-6-10-45,-9-11 0,-11-4-270,-10 4 0,-10 5-1504,-9 11 1,-4 8-572,-11 2 2210,2 36 0,24-1 0,0 2 0</inkml:trace>
  <inkml:trace contextRef="#ctx0" brushRef="#br1" timeOffset="-99951.73">23526 3849 10051,'-1'-17'2159,"0"4"-1439,-6 1-540,-1 8 269,-13 2-359,7 4 180,-19 20-180,15-5-180,2 6 0,2 0 0,2 0-270,2 25 1,20-25 269,-2 2 0,16-9 0,-11-13-90,31-6 180,-21-6 0,0-2 0,4 0 0,-2-3 0,0-6 0,-5-3 45,-9-1 0,-4-1 0,-3-4 0,-3 0-45,-6-1 0,-2 1-90,-8-11-180,-13 13-1169,-9 28 619,-3 16 1,0 6 0,13 12 0</inkml:trace>
  <inkml:trace contextRef="#ctx0" brushRef="#br1" timeOffset="-99422.73">24316 3901 10141,'-2'-9'2069,"-9"-3"-1619,0 6 449,-26 7-809,17 5 90,-22 15 180,9 13-495,17-6 0,1 3-45,3-4 0,3 0 45,7 3 0,8-3-134,26-3 179,-5-20 0,4-7-339,7-10 1,1-6 473,-2-6 0,-4-7 45,-11 2 0,-3-5 0,-6 1-45,-6-8 0,-10 2-225,-11 0 0,-7 6 45,3 14 0,-4 8-1504,-26 14 1,0 10-842,9 4 1864,2 1 0,1 1 1,3 6-1,0 2 1</inkml:trace>
  <inkml:trace contextRef="#ctx0" brushRef="#br1" timeOffset="-98710.73">22820 4299 9871,'-11'-1'630,"-1"1"-270,-3 4-270,5 0 449,-18 15-449,10-3 0,-10 12-90,9-4-180,2 13 90,9-14-179,12 23 269,5-31-90,9 2 0,3-3 90,0-6-45,9-3 0,4-5 45,-5-10 0,-1-3 45,4 0 0,-1-3 45,-1-6 0,-5-3 89,-9-3 1,-6-2-45,-5 4 0,-5 0-45,-4-2 0,-5 2-180,-20-5-629,-20 20-586,24 14 1,0 4 1304,-21 9 0,9 9 0,16-3 0</inkml:trace>
  <inkml:trace contextRef="#ctx0" brushRef="#br1" timeOffset="-98094.73">24382 4654 9512,'-17'-12'2068,"2"2"-1078,-2 1 179,-6 2-719,1 1-270,-2 3-3033,-8 6 2943,17 0-191,-21 14 101,25-5 0,-5 5-360,26 10-90,12-10 225,1-4 1,3-1 89,4-8 0,1-4 45,0-2 0,-1-3 90,13-6-45,-23-8 0,-7-4-135,-15-19 0,-2-8-90,-21 12-1709,-20 28 180,19 9 1799,-19 16 0,22 1 0,-6 8 0</inkml:trace>
  <inkml:trace contextRef="#ctx0" brushRef="#br1" timeOffset="-97598.73">24278 5372 10501,'-22'-23'1889,"-9"22"-1889,10 13 0,2 8-405,4 6 0,7 5 135,10 3 1,10-4 179,10-12 0,6-6 90,21-2 269,-11-36 1,-10-14-90,-30 5 0,-5-2-135,14-2 0,-5 3-45,-30-3 0,-7 11-270,6 19 135,5 2 1,-3 4 134,-9 14 0,2 4 0,-4 1 0,1 2 0,1 0 0</inkml:trace>
  <inkml:trace contextRef="#ctx0" brushRef="#br1" timeOffset="-97086.73">23324 5293 10051,'-13'-17'1799,"-4"-3"-1259,9 11-90,-4-1 179,-13 13-89,-11 28-450,5-9-135,10 7 0,5 2-135,10 8 0,5 10 0,13-23 0,6-3 45,6-9 1,3-5 89,4 1 0,1-5 0,3-8 0,-2-7 45,1-14 0,-5-5 45,-9 8 0,-4-3 45,0-17 0,-9-1-1,-23-5-134,-1 22 1,-3 4-316,-21 3-1279,5 20 1,-1 7 1614,13-1 1,1 2-1,-9 3 1,1 2-1,-4 8 1</inkml:trace>
  <inkml:trace contextRef="#ctx0" brushRef="#br1" timeOffset="-96556.73">22586 5157 11400,'-20'-19'1889,"5"6"-1439,1 8 0,-4 17 0,-3 8-2089,2 5 1,0 3 1285,-3-2 1,1 0 781,5 2 1,7 0-610,12 2 1,11-5 44,15-9 0,8-9 75,-4-3 0,4-4 0,-3-8-637,-1-17 1,-3-11 0,-3 1 696,-1 8 0,-2 1 0,-9-3 30,-9-8 0,-8-3 0,-11 9 295,-25 11 0,-11 13-325,3 8 0,-2 4 0,14-4 0,-1-1 0,3 5 0,-4 14 0,1 0 0</inkml:trace>
  <inkml:trace contextRef="#ctx0" brushRef="#br1" timeOffset="-95553.73">23070 2480 9781,'-4'-14'2159,"5"-2"-1889,3 10 360,13-4-540,-6 8 90,7 0 359,8 12-269,-5 10-90,5 10-180,-21-4 0,-6 2 0,-9 20-1639,-5-8 1,-1 0 1253,-3 2 115,2-5 0,7-2-269,24-6 359,-10 5-450,41-18-179,-13-17-830,5-5 1,1-2 1012,2-1 0,-7-1 0,-2-1 0,-5 0 1</inkml:trace>
  <inkml:trace contextRef="#ctx0" brushRef="#br1" timeOffset="-94603.73">23553 2753 10141,'-4'-18'2699,"-4"9"-2519,-5 5-180,-22 25-630,4 5 450,-1 2 0,12-5-180,15-9 180,3-5-89,3 4 179,17-10 180,16-9 0,-5 0 179,10-12 1,-20 6-90,-2 0 0,-4 2 630,-1-1-720,-4 14-180,2-5-180,-5 24-180,7 3 270,1-2 90,14-3 0,4-23 90,4-4-1639,0-13 1,-1-4 1433,0-2-83,-6 4 0,-3-5 288,-8-4 0,-4-2 45,-4 7 0,-1-1 45,5-18 0,-2 0 0,-7 16 0,-1 3-1,-1-16 1,-7 26 0,-3 24 0,-4 8-45,0 17 0,1 6-45,3-7 0,-1 0-45,-3 14 0,-1 1 0,4-9 0,1-3-45,-2 9 90,0 0 0,7-27 0,1 1 90,6-16-90,14-13 0,-4 2 3107,10-11-3107,13-2 772,5 9-952,5 8 90,-17 14 90,-25 19 0,-24 3 0,-11-1 90,8-13 0,-1-1 0,-15 3-180,14-9 0,1-3-3187,4-1 1247,0-7 2030,22-2 0,10-9 0,1 3 0</inkml:trace>
  <inkml:trace contextRef="#ctx0" brushRef="#br1" timeOffset="-93964.73">24290 2932 9608,'-18'-4'3058,"4"-1"-2075,46 7-893,7-11-1,10 7-269,-17-13 0,-9-6-45,-24-9 135,-16 7 226,-11 9-406,-5 34 1,6 12-271,26 15 360,22-22 0,10-7 180,2-10 0,4-8 0,-3-5 0,2-5 0,-2-7 60,-3-16 0,-4-9 0,-4 4-15,-4 9 0,-4-1 90,-1-4 0,-1-7 0,-2 1 0,-6 10 315,-11 3-271,-26 61-419,16 1 0,0 8 1,2 1 36,2-7 1,1 1 0,0 0-1,2-1 53,-2 5 0,0 0 1,9-6-1490,14-4 1,5-7 1429,3-7 1,3-8 0,2-4 0,5-7 0</inkml:trace>
  <inkml:trace contextRef="#ctx0" brushRef="#br1" timeOffset="-93782.73">24991 2913 11311,'-20'8'2608,"6"-1"-3687,12 3 1079,3-5 0,-6-3 0,-4-8 0</inkml:trace>
  <inkml:trace contextRef="#ctx0" brushRef="#br1" timeOffset="-86802.73">17277 3429 6190,'-17'-7'990,"-24"-2"-810,8 7 0,-3 1-90,-10 2 0,-6 4-910,9 3 1,-6 4 0,0 1 0,5-1 339,3 0 0,4 0 0,-3 1 525,1 0 0,-3 2 0,1 1 0,1 3 296,2 4 1,2 4 0,1 0 0,4-2-297,-6 1 0,2 6 14,10-6 1,-2 7 0,-1 3 0,1 2 0,4 0 0,7-2-15,8 3 0,7-1 0,2 1 0,-2 0-45,-7 3 0,-3 0 0,3 1 0,9 0 36,11-1 0,9 2 0,5 0 0,0-5 0,-3-7 9,4 0 0,3-5 81,3-3 0,8 5 0,3-1 0,-1-3 0,-7-7-36,2-3 0,1-7 123,1-2 0,7 0 1,5-2-1,-2-2 1,-5-3-34,4-5 0,-4-6 0,3-1-109,-8 2 1,4-1 0,0-1 0,-2-3 0,-3-4 0,-6-4 0,-2-4 0,-2-2 0,-3 0 0,-1 1-42,5-6 0,-4 1 0,-3-2-30,-3-7 0,-3-4 0,-10-1 22,-11 3 1,-8-2-1,-6 0 1,-2 2-68,-4 4 0,-4 3 0,-3 0 0,-1-2-131,7 6 1,-1-3 0,-1 0 0,-2 1-1,-1 3 1,-4 4 10,-3 3 0,-4 3 0,-3 3 0,0 3 1,-1 3-1,1 3-411,-4 4 0,-2 5 1,1 4-1,0 2 0,1 1 576,2 1 0,0 1 0,1 3 0,2 2 0,1 2 0,5 3 0,0 2 0,2 3 0,2 0 0,3 1 0,4 5 0,0-1 0,0 1 0,0-1 0</inkml:trace>
  <inkml:trace contextRef="#ctx0" brushRef="#br1" timeOffset="-67045.73">19572 1665 8252,'-2'-36'1979,"0"8"-1349,17 11-360,2 7-1,14-4 1,14 7-90,-1 6-135,-12 2 0,1 4 45,-2 3 0,-1 2-90,-8 3 0,-2 1 0,9 10 0,-32-1 90,-32 3-90,15-11-1639,-8 4 1,1-1 1433,10-7 115,-7 23 0,39-6 90,-5 0-45,8-5 0,2-2 45,-7 1-2358,-3 27 2358,-16-26-759,-21 3 1,-6-1 668,2-7 690,-4 1 0,0-2-1140,4-3 271,3-1-631,5-1 900,13-5 0,2-1 0,5-3 0</inkml:trace>
  <inkml:trace contextRef="#ctx0" brushRef="#br1" timeOffset="-66762.73">20117 1751 9512,'2'-15'1529,"0"3"-1170,7 14-89,6 6-1909,8 11 1,3 3 1204,3 6 135,-4-3 1,4 4 0,-4-2 163,-5-6 0,-1 0-645,14 13 0,-1 0-569,1-2 1349,-2-7 0,-18-18 0,-2-3 0</inkml:trace>
  <inkml:trace contextRef="#ctx0" brushRef="#br1" timeOffset="-66562.73">20485 1825 9062,'-11'-25'540,"0"5"89,-8 7-89,-19 19-270,-8 11-1363,19 0 1,-2 5 0,3-1 514,2-2 1,1 1 646,-6 8 1,2 2-1420,8-4 1,2-3 450,0 3 899,-9 16 0,20-25 0,0-1 0</inkml:trace>
  <inkml:trace contextRef="#ctx0" brushRef="#br1" timeOffset="-66064.73">20702 1567 9242,'25'-1'1124,"0"3"0,2 0-1124,-1 0 0,1 1 0,13 3 0,-4 2-90,-10 10 270,-26 18-90,-23 6-90,5-24 0,-1-1 45,1 3 0,8 2-45,18 2 0,7 2 0,4 14 0,1 1 45,0-9 0,-4 0 180,-6 9 0,-15-4-135,-28-17 0,-10-5-1305,5 4 1,-1-2 449,-3-4 1,3-4 764,4 2 0,31-9 0,1 2 0</inkml:trace>
  <inkml:trace contextRef="#ctx0" brushRef="#br1" timeOffset="-65120.73">23401 1646 8792,'1'-11'-270,"0"3"360,4 1 0,19 1 90,23 5-180,-13 5 0,1 2 45,-7 2 0,-4 4 45,-5 22-90,-40 4 90,-6-12-90,10-6 0,5 1 0,16 11 0,-3 2 0,16-5 0,3 0 90,-3 13 0,-12-11 0,-8 0-90,-19-7 0,-7-4-1215,-2-4 1,-1-5 1214,2-3 0,3-3 0,4-1 0,21-4 0</inkml:trace>
  <inkml:trace contextRef="#ctx0" brushRef="#br1" timeOffset="-64839.73">23783 1828 8882,'31'2'944,"-6"11"1,2 5-900,0 0 0,1 2-45,-4 1 0,1 2 0,-1 1-810,5 8 1,-3-1 809,-3-7 0,-2-1 0,0 0 0,-3-4 0,0-5 0</inkml:trace>
  <inkml:trace contextRef="#ctx0" brushRef="#br1" timeOffset="-64639.73">24164 1935 8612,'-5'-30'540,"2"9"269,-6-10 271,-17 33-900,8-4-46,-15 24 1,-2 8-315,16-12 1,1 0 44,-10 9 0,0 1-270,9-6 0,3-2-2653,-3 10 3058,1-1 0,8-3 0,5-7 0</inkml:trace>
  <inkml:trace contextRef="#ctx0" brushRef="#br1" timeOffset="-64143.73">24464 1660 10771,'17'2'809,"15"3"-719,-5 1 0,1 0-90,19 4 0,-6-2 0,-1 0-90,-5-1 0,-7 1 0,-4 1 0,-16 5 90,-14 3 0,-13-3 0,-5-1 0,-15 9 0,16-11 0,1 1 0,-16 18 90,24-15-90,-6 14 0,25-4 0,14 7 0,5 0 180,5 3 0,-17-12-90,-6-2 45,-24-4 0,-7-1-45,-3 0-225,-7 1 0,-3 0-630,9-6 1,1-2 217,-2 3 1,2 1 0,2-2 0,1 1 0,-8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33:24.82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1921 7558 9332,'7'-7'1979,"-1"0"-1170,-1 3-359,2 1 629,-17 52-989,2-22 67,-6 6 1,-9 12-1,-1 3 1,2-6-98,5-10 0,1-2 0,-2 1-38,-1 2 1,-3 4-1,1-1 1,3-5 22,-2 7 0,5-9 134,6-12-89,18-28-90,7-18 0,2-6 0,-1 3 0,1 0 0,0-4 0,1 3-45,-1 8 0,0 5 45,-4 8 0,6-1 0,5 0-45,4 5 1,3 3 44,1-2 0,3 0 0,-2 1 0,6-2 0,-1 1 0,-5 1 0,1-1 0,-5-1 0,6-9 0,-1 2 0,-1-17 89,-17 1-89,-9 22 0,-4-3 30,-10 34 0,-9 25 0,0 0 0,5-13 0,1 0 0,0 2-60,-3 8 0,0 3 0,1-4-15,-2 0 0,6-6-2293,14-2 2338,15-30 0,4 5 0,9-21 0</inkml:trace>
  <inkml:trace contextRef="#ctx0" brushRef="#br0" timeOffset="267">2592 7790 11311,'-14'-9'1169,"51"40"-1169,-23-17-180,12 10 0,9 7 0,-7-5-180,-4-1-1279,5 5 1,-1-1 1445,-16-15 1,12 10-1,-8-11 1</inkml:trace>
  <inkml:trace contextRef="#ctx0" brushRef="#br0" timeOffset="501">3006 7864 10591,'-27'-15'944,"0"16"1,-3 6-765,-10 8 0,-5 6-653,5-1 1,-6 3 0,0 2 0,4-2 472,4-1 0,4 0 0,-1 0 0,-10 4 0,0 1 0,12-4 0,15 1 0</inkml:trace>
  <inkml:trace contextRef="#ctx0" brushRef="#br0" timeOffset="1083">3380 7781 11940,'-3'17'3276,"-7"28"-2504,8 3-862,-1-1 0,8-5-90,26-19 180,-9 15-45,5-40 0,1-7 45,-13 0 0,18-12 0,-26 15 0,9-2-315,7 15 0,3 3 136,2-3-31,6 4 0,8 3 0,-7-2 120,1-4 45,8 2 0,5-5-45,-6-14 0,-2-3 90,-12 5 0,1-2 0,7-5 0,5-4 0,-8-3 45,-5-10 0,-6-3 0,2 1 0,-7-2 0,-18-14 0,-10 3-45,-12 4-1394,-20 16 0,-3 9-315,15 14 1363,-5 6 1,2 5-1,10 11 1,-6 7-1</inkml:trace>
  <inkml:trace contextRef="#ctx0" brushRef="#br0" timeOffset="4501">7953 7616 10051,'5'-8'180,"1"-1"-90,-15 31 0,-6 18 0,-2 5-45,6-17 0,0 2-865,-1 4 1,-2 8 0,1-1 0,3-10-66,0 5 885,0 2 0,1 2 950,3 0-950,13-23 90,14-25-90,0-12 0,5-9 0,-3 1 0,-3-1 0,1 0-30,8-3 0,3-1 0,-7 9 30,-7 11 0,3-2 0,3 3-270,15 15 180,2-2 90,1 4 1638,-12-10 0,-3-8-1580,-15-12 0,-3-3-58,11 10 0,-2-1 90,-13-25 0,-12 13-45,-10 44 0,-4 7 45,-6-17-893,7 26 0,-3 21 0,2 6 0,4-11 803,5-13 0,2 1-516,-2 11 1,-3 11 0,2-2 0,4-13 515,6-5-1639,2 5 1,6-8 1602,6-28 1,9 0 0,1-17 0</inkml:trace>
  <inkml:trace contextRef="#ctx0" brushRef="#br0" timeOffset="4783">8419 7890 10141,'-4'-19'989,"27"25"1,8 7-990,0-3 45,-2 6 0,9 7 0,0 0 0,-8-3-45,10 6-720,-5-2 1,7 3-1,-10-6-629,-10-7 1349,22 11 0,-39-24 0,2 1 0</inkml:trace>
  <inkml:trace contextRef="#ctx0" brushRef="#br0" timeOffset="5001">8933 7825 9781,'-17'-21'450,"-3"2"-45,-16 33 0,-6 13-270,8-6 0,1 2-106,2-2 1,-2 1 0,1 3-323,4 2 1,-1 4 0,3 0 0,4-5-428,4-6 1,2-1 239,-7 10 1,-3 4 0,6-7 0,8-5 0,0 4 0</inkml:trace>
  <inkml:trace contextRef="#ctx0" brushRef="#br0" timeOffset="5634">9211 7726 10771,'-13'-14'3148,"-17"45"-3058,11-16 30,2 19 0,-1 14 0,5-8-120,1 1-120,5 0 0,0 9 0,5-12 120,6-12-135,26 2 0,8-7 135,-8-20-30,10-11 0,10-8 0,-10 1 30,-6-4-30,-4-4 0,4-3 0,-7 16 30,-2 37-90,3-26-90,-7 38 1,-4 6 89,-2-20-135,20 6 0,4-5 225,-11-19-1093,11-14 1,10-10 0,-9 0-63,-2-11 1132,-15-1 1,4-10 0,-3-1-1,-9 7 23,-9-14 316,-6 11 1,-3-7 0,-6 11-407,-26 5 90,0 0-90,3 22 0,-2 9-1394,10 6 0,1 3 1484,-3-1 0,1 2 0,-7 22 0,24-8 0</inkml:trace>
  <inkml:trace contextRef="#ctx0" brushRef="#br0" timeOffset="5816">10756 7828 11490,'5'-10'180,"-1"-7"0,-9 19 0,-2-2 0</inkml:trace>
  <inkml:trace contextRef="#ctx0" brushRef="#br0" timeOffset="14634">2039 12993 8972,'-20'-7'1079,"2"0"-179,0-2-630,7 1-136,45 2 1,27 3-117,-24 1 0,5 2 0,3 0 0,0 0 0,-1 0-423,-4 0 0,-2-1 0,1 1 1,4 0-1,5 0 411,-9 0 1,5 0 0,3 1 0,5 0 0,1 0 0,2 0 0,0 0 0,1 0 0,-3 0 0,-1 0 0,-4 0 0,-4 0 0,-4 0-7,10 0 0,-8 0 0,-3 0 0,3 0 0,9 0 6,-12 0 0,5 0 1,5 0-1,3 0 1,3 0-1,1 1 1,1-1-1,0 0 1,-2 0-1,-2 1 1,-3-1-1,-5 0 1,-5-1-1,-6 1-6,18 0 0,-12 0 0,7 0 0,-5 0 0,7 0 0,4 0 0,0 1 0,-3-1 0,-7 0 0,-10-1 465,15 2-1558,-9-2 1,5 1 0,-11 0 854,-14 1 1,18-1-1,-33 1 1</inkml:trace>
  <inkml:trace contextRef="#ctx0" brushRef="#br0" timeOffset="15103">1492 13353 9781,'-27'2'270,"50"0"0,24-2 0,-4 1-270,-16 0 0,4 0-469,1 0 1,9-1 0,7 0 0,2 0 0,0 0 0,-3 0 0,-7 0-237,11 0 1,-5 0-1,7 0 715,-17-1 0,3 1 0,3 0 0,2 0 0,3-1 0,0 1 0,2 0 0,-1-1 0,1 1-92,-3-1 0,2 1 1,2 0-1,1-1 1,0 1-1,0-1 1,0 1-1,0-1 1,-3 1-1,0 0 1,-3-1 81,2 1 0,-2 0 0,-2-1 0,-1 1 0,0 0 0,1-1 0,2 1 0,2-1-30,-3 1 1,4 0 0,3-1 0,1 0 0,2 1 0,0-1 0,-2 1 0,-3-1 0,-2 1-1,-6-1 1,-5 1 0,-7-1 74,13 1 0,-5-1-48,4 0 0,7 0 1,-2 0-1,-12 0 3,-3-1 0,13-1 0,-34 2 0</inkml:trace>
  <inkml:trace contextRef="#ctx0" brushRef="#br0" timeOffset="15633">2757 12623 9512,'-1'-22'2158,"1"2"-1528,-10 9-540,5 10 0,-6 22 0,-4 23 0,-1 11 0,0-2-60,5-11 0,-1 2 0,1 3 0,-1 0 0,1 0 0,-1-2-157,2-4 1,-1 0 0,0-2-1,0 2 1,0 0 0,0 3 36,-1 1 0,0 4 0,0 2 0,-1 0 0,1 0 0,1-4 0,0-4 0,3-7 90,-1 2 0,2-7 0,-1 2 0,-1 5 0,-2 4 0,2-2 0,1-9 0,-1 9 0</inkml:trace>
  <inkml:trace contextRef="#ctx0" brushRef="#br0" timeOffset="16033">3113 12572 10231,'-10'-30'1709,"-3"-6"-1259,9 26-90,-5 28-1016,2 13 1,0 15-1,-1 7 1,1 1 0,1-8 540,-1-1 0,2-5 0,-2 8 126,2-11 0,-2 5 0,0 4 1,0 2-1,0 1 0,0-2 1,0-2-1,1-4 101,-1 3 1,1-5 0,0 0-1,0 0 1,0 3-98,0 4 0,-1 3 0,0 2 0,1-1 0,-1-2 0,2-3-38,-2 2 1,1-3 0,1-1-1,0-1-112,0 4 0,0 2 0,1-5 1,3-11 134,2-4 0,2-11 0,1-26 0</inkml:trace>
  <inkml:trace contextRef="#ctx0" brushRef="#br0" timeOffset="16400">3554 12551 10861,'-5'-16'0,"-6"-15"90,6 14 90,-2-10 89,14 67-269,-3-7 60,-1 4 0,1 10 0,-1 7-607,-2-10 1,0 5 0,-1 4 0,0 0 0,0-2 0,0-4 347,0 1 1,0-5-1,0 1 1,0 7 208,0-10 0,1 7 0,0 4 0,0 2 0,0 1 0,0-2 0,0-5 0,0-4 0,0-9 84,1 15 0,0-3-166,1-6 0,1 8 0,0 0 0,0-4 0,0-11-108,6 4-225,-2-6 1,1-4 404,3-11 0,-4 0 0,-1-13 0</inkml:trace>
  <inkml:trace contextRef="#ctx0" brushRef="#br0" timeOffset="16768">3962 12524 9602,'-9'-34'809,"4"13"1,30 40-667,-15 9 1,-4 14 0,-2 7 0,0 0 0,2-7-481,6-1 0,0-4 1,-2 10 372,-7-11 0,-1 5 0,0 5 0,-2 4 0,-1 2 0,0 1 0,1-1 0,-1-1 0,1-3 0,0-5-504,2 7 1,0-3-1,0-2 1,0-1-1,0 1 1,-1 1 454,-2-1 0,-1 1 0,0 1 0,-1 0 0,1-1 1,2-1-1,1-2-643,4 6 1,2 2-1,1-3 1,1-7 0,-2-12-1227,5-2 1882,9 14 0,-18-38 0,-1-3 0</inkml:trace>
  <inkml:trace contextRef="#ctx0" brushRef="#br0" timeOffset="17668">7103 13251 9781,'-27'-1'-45,"0"0"0,-10 0-1594,58 7 1,16 1 806,-10-3 1,9 0 851,-8-2 1,8 1 0,7-1 0,5 1-1,5 0 1,2 0 0,3 0 0,0 0-1,0 0 1,-2 0 0,-3-1 0,-5 0 0,-5 0-171,10 0 1,-8 0 0,-3 0 0,2-1 0,5 1 0,10-1 152,-26 0 0,4 0 1,2 0-1,3-1 1,2 1-1,2 0 1,2 0-1,2 0 1,1 0-1,2 0 1,0 0-1,2-1 1,0 1-1,0 0 1,0 0-1,0 0 1,0-1-1,-1 1 1,0 0-1,-2-1 1,-1 1-1,-2-1 1,-1 0-1,-2 1 1,-2-1-1,-3 0-35,13 0 0,-3 0 0,-2 0 1,-2-1-1,-1 1 0,-2-1 0,0 0 1,0 1-1,0-1 0,1 1 0,1-1 1,1 0-1,2 1 37,-3 0 0,0-1 0,3 1 1,0 0-1,1 0 0,1 0 1,0 0-1,0 0 0,0 0 1,-1 0-1,0 0 0,-2-1 1,0 1-1,-3 0 0,-1-1 1,-2 1-1,-2-1 6,16 0 0,0 0 0,-1 0 1,-3-1-1,-5 1 0,-5 0 1,-7-1-1,-10 1-3288,4-1 3219,3 3 0,-32-1 0,-10 4 1</inkml:trace>
  <inkml:trace contextRef="#ctx0" brushRef="#br0" timeOffset="18100">6671 13810 9871,'-15'0'450,"-2"1"-1106,33-1 1,23-1-1,14 1 1,0-1 0,-10 1 10,-9-1 1,-3 1-1,10 0 661,-13 0 1,7-1 0,5 1 0,4-1 0,4 1 0,3-1 0,2 1 0,1-1 0,2 1 0,-1-1 0,-1 0 0,-2 1 0,-2-1-1,-2 1 1,-5-1 0,-4 1-106,15-1 1,-7 1 0,-5 0 0,2-1 0,5 1 0,9-1 91,-22 1 1,3-1 0,3 0 0,4 1 0,2-1 0,3 0 0,2 1 0,1-1 0,2 0 0,0 0 0,1 0 0,1 1 0,-1-1 0,-1 0 0,0 0 0,-1 0 0,-2 0-1,-2 1 1,-3-1 0,-2 0 0,-3 1 0,-3-1 0,-4 0-4,17 1 0,-8-1 0,-5 0 0,-2 1 0,1-1 0,5 0 0,6 0 5,-12 1 0,5-1 0,4 0 1,3 0-1,2 0 0,2-1 1,1 1-1,0 0 0,0 0 1,0 0-1,-2-1 0,-3 1 1,-2 0-1,-4 0 0,-4 0 1,-5 0-1,-5 0-5,17 0 0,-11 0 0,4 0 0,7-1 0,9 1 0,0-1 0,-9-1 0,-17 0 0,-16-4 0,7-2 0</inkml:trace>
  <inkml:trace contextRef="#ctx0" brushRef="#br0" timeOffset="18567">9075 13000 9512,'-2'-38'1079,"1"-1"-180,3 21-359,6 20-450,-4 2-18,-2 19 0,-4 17 0,-2 9 0,-1 0 0,2-8-408,0-7 1,-1-4 0,-1 9 362,0-6 0,-1 8 0,-2 6 0,0 4 0,0 2 0,-1 0 0,0-2 0,1-2 0,0-6 0,2-6-27,-4 14 0,2-9 0,-1 8 8,3-13 1,0 6 0,-2 5 0,0 3 0,0 1 0,1 0 0,-1-2 0,2-4 0,1-6 0,1-7-54,-1 15 1,4-3-604,-1-3 0,1 8 1,1 1-1,1-5 0,1-15 648,5-6 0,20 2 0,-5-40 0</inkml:trace>
  <inkml:trace contextRef="#ctx0" brushRef="#br0" timeOffset="18934">9708 12804 10771,'6'-42'629,"-3"22"361,8-27-743,-7 63 0,0 22 1,-3 11-1,-2 0-196,-3-9 1,-2 3-1,-3 3 1,-1 2-1,0 1 1,1 2-1,0 1-379,3-8 0,0 3 0,0 2 1,0 0-1,0 1 0,0 1 1,0-1-1,0-1 0,-1-1 1,0-1 258,-1-1 1,-1-2 0,0 1 0,-1-2-1,1 0 1,-1 0 0,1 0 0,0 0-1,2 0-10,-1 5 0,0 3 1,0 1-1,1 0 1,1-3-1,1-5 0,0-5 1,3-8 328,-1 1 0,4-3-250,2 12 0,3 4 0,3-20 0,5-30 0,12-8 0</inkml:trace>
  <inkml:trace contextRef="#ctx0" brushRef="#br0" timeOffset="19351">10365 12470 10861,'17'-20'360,"-4"23"-1453,-7 23 1,-6 17 0,0-2 350,2-8 0,-1 4 806,-2 0 0,0 11 0,-1 7 1,0 2-1,-1 0 0,0-5 0,1-9 93,0 2 1,-1-6 0,-2 8-126,1-11 1,-2 6 0,-1 6-1,-1 4 1,0 2 0,-1 0 0,0 1-1,0-3 1,0-3 0,1-5 0,1-6-91,-1 7 1,0-8 0,0-1 0,-2 7 77,1-3 0,-2 6 0,-1 5 0,-1 2 0,0 0 0,1 0 0,1-3 0,1-5 0,2-5-20,1 2 0,3-6 0,0-2 0,0 4-374,0 3 1,0 3-1,1 1 1,0-3 0,2-5 283,0 13 0,5-6 124,5-3 0,5-11-34,6-22 0,7-4 0,0-16 0</inkml:trace>
  <inkml:trace contextRef="#ctx0" brushRef="#br0" timeOffset="24003">9216 13559 9422,'17'-3'90,"-1"0"-90,-1-2 0,-4 1 90,9-5-1,4-3 181,9-10-270,-8 6 270,7-8-180,-24 19 90,7-7-90,-14 29-180,-9 18 90,-1-3 45,-1-3 0,-1-3-45,6-14-450,-6 16 450,9-21 0,-1 1 0,3-5 0</inkml:trace>
  <inkml:trace contextRef="#ctx0" brushRef="#br0" timeOffset="24234">9226 13658 9242,'38'-2'-140,"1"1"0,-1-1 0,4-1 0,0 1 0,-8 0 0,6-2 0,-11 1 0,-1 0 0</inkml:trace>
  <inkml:trace contextRef="#ctx0" brushRef="#br0" timeOffset="25568">10031 13514 9422,'14'-9'539,"12"-4"-539,-10 7 90,10-5-90,-5-2 0,-6 3 90,8-6-90,-10 6 90,1-2-90,-18 30 0,4-10 0,-11 12 0,-4 5 45,2-4 0,-2 1-450,0 3 1,0 0-46,-11 15 450,9-11 0,15-25 0,-2 1 0</inkml:trace>
  <inkml:trace contextRef="#ctx0" brushRef="#br0" timeOffset="25800">9892 13681 8522,'33'1'22,"1"-1"1,0 1-1,-4 0 1,1-1-1,7-3 1,0-1-1,-1 1 1</inkml:trace>
  <inkml:trace contextRef="#ctx0" brushRef="#br0" timeOffset="27201">11635 9486 8162,'20'-17'2429,"-3"13"-2114,-8 43 0,-5 15-270,-1-30 0,-1 3 26,0 9 1,1 10 0,-1 4 0,0-3 0,-1-10-72,0-3 0,-1-1 45,0 9 0,1 10 0,-1-2 0,0-12-45,-1 1 135,0 4 0,-1-5 315,1-23-360,-8-10 0,6-9-90,-2-20 0,33 22 0,-10-4 0,12 6 0,13 4 0,3 1 0,-7-1 0,-2-2 0,3 0-285,-6 0 0,8 0 0,5 0 0,4 0 0,0 0 0,-1 0 0,-2-1 300,1 1 0,-1-1 0,-1 0 0,1 0 0,1-1 0,3 1-45,-9 0 0,3 0 0,0 0 0,2 0 0,0 0 0,-1 0 0,0 0 0,-3 0 0,-1 0 30,5-1 0,-1 1 0,-3 0 0,0 0 0,-1-1 0,0 1 0,6 0 0,3 0 0,-3 0 0,-7 0 0,-12-1 0,-6 1 0,20 0 0</inkml:trace>
  <inkml:trace contextRef="#ctx0" brushRef="#br0" timeOffset="27700">10934 9713 9332,'-3'-7'-90,"16"3"180,8 1 67,10 4 0,13 2 1,4 0-1,-7 0-869,2 0 0,6 0 749,-18-1 1,7 0-1,5 0 1,6 1-1,2-1 1,2 1-1,1 0 1,-1-1-1,-1 0 1,-4 1 0,-4-1-1,-6-1-258,8 1 1,-8 0-1,-2-1 1,3 1-1,9-1 201,-10 0 1,7 1 0,3-1 0,5 1-1,3-1 1,1 1 0,1 0 0,0-1 0,-2 1-1,-1-1 1,-4 1 0,-4-1 0,-5 0 0,-7 0-4,11-1 1,-10 1-1,-2-1 1,7 0 22,5 1 0,9-1 0,4 0 0,-1 1 0,-5-1 0,-9 1 0,-16 0 0,-8 2 0,9 0 0</inkml:trace>
  <inkml:trace contextRef="#ctx0" brushRef="#br0" timeOffset="28068">10687 9962 8612,'45'0'110,"0"0"0,0 0 0,1 0 0,-7 0 0,3 0 0,0 0 0,1 0 0,1 0 0,0 0-51,3 0 1,-1 1 0,1-1 0,2 0 0,2 0 0,4 1-334,-14-1 1,4 0 0,2 0 0,2 0 0,1 0 0,1 0 0,0 0 0,0 1 0,-2-1 0,0 0 0,-3 0 0,-2 0-14,5 0 0,-3 0 1,-1 0-1,-2 0 1,0 0-1,1 1 0,3-1 1,2 0 203,-5 0 1,5-1-1,3 1 1,2 0-1,0 0 1,1 0 0,-2 0-1,-2 0 1,-4 0-1,-3 0 1,-6 0-1,-7 0 338,21 0 1,-6 0-256,3 0 0,9 0 0,-6 0 0,-17 0 0,-19 0 0,0 1 0</inkml:trace>
  <inkml:trace contextRef="#ctx0" brushRef="#br0" timeOffset="28968">12064 9779 8252,'-22'-4'1080,"-21"10"-990,25-1 0,-11 9 0,1 2-90,14-5 44,-2 10 1,4 1-45,11-10 0,13 18 90,29-21-45,-8-9 0,1-1-45,-7 2 0,-1-3 0,8-6 0,-9-6 0,-33-24 0,7 15-45,-28-3 0,-10 7-584,-4 17 629,7 0 0,1 3 0,3 13 0,10 3 0</inkml:trace>
  <inkml:trace contextRef="#ctx0" brushRef="#br0" timeOffset="29434">12520 9873 8792,'-10'-12'360,"-15"9"-180,6 24-180,-1-6 0,37 21 90,1-28-90,29-3 0,5-4 0,-17-5 30,-3-6 0,5-3 0,-9 1-30,-14-2 0,-2-27 0,-21 30-90,-27-12-450,7 18 0,-1 3-269,-11-6 809,12 8 0,3 3 0,12 3 0,-2 3 0</inkml:trace>
  <inkml:trace contextRef="#ctx0" brushRef="#br0" timeOffset="29834">12326 9247 8342,'-40'19'503,"22"4"1,1 11 0,0 7 0,0 3 0,1 1-415,1-4 1,0 2 0,0 3 0,1 2 0,0 1 0,1 0 0,0 0-416,3-6 0,0 0 0,1 2 0,-1 0 0,2 1 0,-1-1 0,1 0 0,1-2 0,0-1 326,0 5 0,-1-1 0,1-1 0,1 0 0,1-3 0,2-1 0,1-4 0,1 8 0,2-2 0,3-6 0,2-10 0,9-7 0</inkml:trace>
  <inkml:trace contextRef="#ctx0" brushRef="#br0" timeOffset="31967">9776 10832 8972,'5'-6'120,"24"1"0,17 3 0,-3 1-1196,-7-2 1,5 0 1090,-4 1 0,9 1 0,4-1 0,3 1 0,-2-1 0,-5 1 7,4 0 1,-4 0 0,1 0-1,5 0-11,-10 1 0,5-1 1,3 0-1,1 0 0,0 1 1,-2-1-1,-2 1 0,-5-1-11,10 1 0,-6-1 0,-1 0 0,5 1 30,-3 0 0,6 0 0,2-1 0,-2 1 0,-7 0 0,-11 0 313,-8 0 0,-3 0-343,13-1 0,4 1 0,-12-1 0,-18 1 0,4-2 0</inkml:trace>
  <inkml:trace contextRef="#ctx0" brushRef="#br0" timeOffset="32368">9149 11042 8792,'50'7'341,"-17"-5"1,7-1 0,6 0 0,2 0 0,0-1-291,-6 1 0,1-2 1,1 1-1,1-1 1,1 0-1,-1 1 1,0-1-521,-1 1 1,-1 0 0,-1 0 0,2-1 0,0 1 0,4 0 0,3-1 456,-10 0 0,2 1 1,4-1-1,2 0 1,1-1-1,2 1 1,0 0-1,0 0 0,-2-1 1,0 1-1,-3 0 1,-3 0-1,-3 0 1,-4 0 29,15-1 0,-9 1 0,-3 0 0,3 0 0,9-1-12,-12 1 0,4 0 1,6 0-1,2-1 1,4 0-1,0 1 0,2-1 1,-1 1-1,-1-1 1,-3 1-1,-3-1 1,-4 1-1,-5 0 0,-7 0 24,20-1 0,-12 1 0,6-1-30,0 1 0,9-1 0,2 0 0,-2 0 0,-10 0 0,-16 1 67,-9 1-67,-40-2 0,-10 3 0,-5-1 0,-1 1 0</inkml:trace>
  <inkml:trace contextRef="#ctx0" brushRef="#br0" timeOffset="32869">10234 10277 9332,'2'-9'629,"-1"-11"-539,-1 9 360,-1-9-90,0 11-135,-8 37 0,-1 17-136,1-3-481,2-9 1,-4 11 0,-1 7 0,-1 1 0,2-3-1,2-9 422,1-6 0,2-4 0,-1 7-8,2-2 1,-2 7-1,0 6 1,-1 3-1,1-1 1,1-3 0,0-6-1,3-7-67,-1 8 0,3-2-171,1-3 0,2 9 0,0 1 1,1-6-1,1-11-234,4-5 450,14 17 0,-2-47 0,6-3 0</inkml:trace>
  <inkml:trace contextRef="#ctx0" brushRef="#br0" timeOffset="33267">10680 10288 9332,'-1'-33'1259,"2"7"-944,8 46 0,0 19-190,-8-5 1,-3 8 0,-2 4 0,0 3 0,1 1-536,1-9 0,1 1 1,-1 3-1,1 0 1,-1 1-1,0 0 0,0-2 1,0-1 71,-2 7 1,0-1 0,0-2 0,-1 1 0,0 0 0,1 1 349,0-1 1,-1 3 0,0 1 0,0-1 0,1-3 0,1-4 0,1-8-1192,2 10 1,1-4 1178,-1-1 0,0 3 0,1-8 0,1-1 0,0-34 0</inkml:trace>
  <inkml:trace contextRef="#ctx0" brushRef="#br0" timeOffset="33901">10270 10821 9512,'25'-14'90,"18"1"-1,-10 12-89,-6 1 0,-1 4 90,8 19-90,-13-7 0,-29 12 0,-10 1 0,-2-9 0,-14 13 0,-1-2 0,14-14 0,-2 2 0,8-3 0,31-7 90,32-9-90,-10 1-90,-6-6 0,-3-2-89,-13 3-1800,17-10 1979,-21 7 0,8-6 0,-15 8 0</inkml:trace>
  <inkml:trace contextRef="#ctx0" brushRef="#br0" timeOffset="34401">10094 10546 8522,'19'-13'900,"-8"5"-676,28 1 1,6 1-135,-13 4-30,4 0 0,8 0 0,-9 2-60,-9 1 45,4 6 0,-6 4-45,-21-2 45,-16 14 0,-5 2-45,1-8 0,-9 6 0,4 1 0,18-3 0,46 4 90,-11-13-135,16-8 0,2-3-135,-12-2-270,4-1 1,1-1 449,8 0 0,-20 0 0,-1 0 0,14-1 0</inkml:trace>
  <inkml:trace contextRef="#ctx0" brushRef="#br0" timeOffset="35068">10980 10875 8792,'-35'-1'1169,"39"-5"-1079,12 3-90,20-3 45,10 7 0,-2 2 45,-15 0-90,10 5 0,-6 3 0,-27-4 90,-10 18-90,-24-6-90,-9 11 90,12-8 0,33 1 0,4-18 0,34 1 0,-28-6 0,26-2 0,-1 2 90,-9 1-180,-1 8-180,-29-2 270,-1 10 0,-3-10 0,2 4 0</inkml:trace>
  <inkml:trace contextRef="#ctx0" brushRef="#br0" timeOffset="36168">10373 11304 8972,'15'-14'0,"-11"7"0,20-2 0,6 5 90,4 13-90,4-6 90,-46 34-90,-14-17 45,-10 4 0,-4 2-45,4-1 0,1-2 0,4-6 0,5 1 90,10 26-90,28-37 0,30-4 0,6-2-90,-15-5 90,-3 0 0,5-2 0,-8 1 0,-9 1 0,17-3 0</inkml:trace>
  <inkml:trace contextRef="#ctx0" brushRef="#br0" timeOffset="36834">10716 11793 8972,'44'-20'809,"-25"8"-764,7 5 0,1 5 45,-4 11 0,-7-3-45,-22 20 0,-9 4-45,-4-9 30,-6 4 0,-9 6 0,6-7-30,3-5 0,-7 6 0,6-2 0,22-15-45,29-2 0,10-3-135,-3-5 180,5-1 0,9 0 0,-8 0 0,2-2 0,-5 2 0,0 0 0</inkml:trace>
  <inkml:trace contextRef="#ctx0" brushRef="#br0" timeOffset="45135">7079 9792 8432,'13'-20'1889,"4"22"-2982,-10 22 1,-5 16 0,1-3 170,1-5 0,0 4 976,-2 4 0,-1 11 0,0 3 0,-1-2 0,-1-10 695,0-4 1,0 0-732,1-1 0,0 7 0,0 2 0,0-4 0,1-10 72,1 10-90,0 0 0,1-5 0,0-22 320,2 9-2659,1-15 2339,5-8 0,-2-12 0,2-12 0</inkml:trace>
  <inkml:trace contextRef="#ctx0" brushRef="#br0" timeOffset="45533">7205 9867 9152,'-7'-11'809,"20"12"-809,-7 3 240,10 21 0,5 16 0,-4-5-240,-8-11 0,-2 3 72,1 7 0,2 10 0,0 3 0,-2-2 0,-2-8-27,-2-4 0,-3 0-23,0 9 1,0 9-1,-1-2 1,0-11-23,-3 2 0,-3 10 0,-2-6 0,2-28 0,-6 13 0</inkml:trace>
  <inkml:trace contextRef="#ctx0" brushRef="#br0" timeOffset="45834">6514 10098 9602,'46'-7'244,"0"-1"0,0 1 0,-3 3 0,3 2 0,3-1 0,3 1 1,2 1-216,-10 0 1,4 1 0,2-1 0,1 1 0,2 1 0,-1-1 0,-1 0 0,-1 1 0,-4-1-255,0 0 0,-2 0 0,-1 1 0,-1-1 0,0 1 0,2-1 0,2 1 15,1 1 0,3-1 0,4 1 0,0 0 0,-1 0 0,-2 1 0,-4-2 1,-6 1-1,-7-1 30,9 1 0,-4-1 180,3 1 0,7 0 0,-4-1 0,-17 0 0,-19-1 0,1-1 0</inkml:trace>
  <inkml:trace contextRef="#ctx0" brushRef="#br0" timeOffset="46200">6441 10194 9242,'-31'5'1709,"61"4"-1619,-10-2-34,5-3 0,13 0 0,9-1 0,6 1 1,3-1-1,-2 0 0,-4 0 0,-9 0-837,9 0 1,-6 0 0,11 0 780,-19 0 0,7-1 0,4 1 0,5 1 0,2-1 0,2 1 0,0-1 0,-1 1 0,-1-1 0,-4 0 0,-5 0 0,-4 0-468,8 0 0,-6 0 1,-3 0-1,0 0 1,4 0 467,4 1 0,5-1 0,1 1 0,-1 0 0,-4-1 0,-8 0 0,1 0 0,-6 0 0,-12-1 0,-16-2 0</inkml:trace>
  <inkml:trace contextRef="#ctx0" brushRef="#br0" timeOffset="46534">7051 10441 8792,'-19'2'810,"65"1"-721,-26-1 1,18-1 0,14 0 0,-3 0-1183,-13-1 1,-2 0 0,2 0 327,6 0 1,2 1 0,5-1 800,-7 0 0,4 0 0,2 0 0,2-1 0,1 1-280,-5 1 0,2-1 0,2 1 0,0-1 0,0 1 1,-1-1-1,-2 0 124,-3 1 0,-1-1 0,-2 0 0,1 0 0,1 0 0,2 0 88,-2 0 1,4 1-1,2-1 1,0 1 0,-1-1-1,-3 0 1,-5 1 0,-6-1-1,15 0 1,-5 0 0,-1 0-1,1 0 1,-1 0 0</inkml:trace>
  <inkml:trace contextRef="#ctx0" brushRef="#br0" timeOffset="47700">7619 9977 8432,'7'-29'900,"-3"-7"-91,2-9-719,1 39-30,0 30 0,-2 25 0,0 4-24,-2-14 0,0 3 0,0 2 0,0 1 0,0 0-51,0-4 0,1 2 0,0 0 0,-1 0 0,0-1 0,0-1 15,0 4 0,-1 0 0,0-2 0,0-2 0,0-5 0,1 13 0,1-9 0,1-5 0</inkml:trace>
  <inkml:trace contextRef="#ctx0" brushRef="#br0" timeOffset="48567">7430 10051 8162,'13'5'180,"-8"0"0,-10 22-180,-1-14 90,-21 24 0,20-28 0,-11 15-90,19-17 90,10 3-90,0-5 0,31 3 0,-27-6 45,16 5 0,-1-1-45,-14-2 90,33 4-90,-33-10 0,8-6 0,-10-16 0,-7 9-90,-3-11 180,8 49-90,-8-20 0,4 25 0,0 5-270,-7-16 270,7 32 0,-5-32 0,3 9 0</inkml:trace>
  <inkml:trace contextRef="#ctx0" brushRef="#br0" timeOffset="52800">10001 7921 8072,'-17'-12'2339,"-9"-10"-1529,18 0-541,9 3-179,14 9-30,16 19 0,10 12 0,-5-2 30,9 4-90,-9-3 0,11 6 0,-1-1 0,-10-5-90,6 3 90,-10-6 0,4 2 0,-10-5 0,-14-7 0,8 3 0</inkml:trace>
  <inkml:trace contextRef="#ctx0" brushRef="#br0" timeOffset="52968">10385 7819 9602,'-15'-19'134,"-15"22"1,-8 11-1228,6 7 1,-2 7 0,1-2 327,3-8 1,0-1 0,3 4 695,2 9 0,1 6 0,4-1 0,8-7 0,9 6 0,3-4 0,-1 0 0</inkml:trace>
  <inkml:trace contextRef="#ctx0" brushRef="#br0" timeOffset="53351">10864 7766 8972,'5'36'1529,"-4"-20"-1439,4 19 0,2 9 45,3 2 0,-1-2-90,-3-14 0,0-1-375,3 6 0,3 2 0,-2-10-1469,-2-13 1799,17 9 0,-12-30 0,7-4 0</inkml:trace>
  <inkml:trace contextRef="#ctx0" brushRef="#br0" timeOffset="53601">10935 7757 9332,'-13'-4'1169,"50"-1"-1034,6-1 0,5 2-180,-10 1 0,0-1 45,2 0 0,1 0 0,-11 0 0,-14 2 0,10-2 0</inkml:trace>
  <inkml:trace contextRef="#ctx0" brushRef="#br0" timeOffset="53818">10893 7930 9332,'-11'14'899,"13"-2"-449,39-3-750,-3-8 0,8-3 0,-4 0-330,-2 1 1,0-1 629,4-2 0,4 0 0,-11-1 0,-5-1 0,4-1 0</inkml:trace>
  <inkml:trace contextRef="#ctx0" brushRef="#br0" timeOffset="54118">11941 7947 9961,'-13'1'1350,"-1"1"-1171,48-8-449,-7 3 1,2 0-1,-1-2 0,1 1 270,7-1 0,-7 1 0,-20 2 0,3-1 0</inkml:trace>
  <inkml:trace contextRef="#ctx0" brushRef="#br0" timeOffset="54335">11899 8129 9781,'37'12'78,"4"-12"1,5-4 0,-5-1 0,1-1 0,-8-1-1,0 0 1,1-1 0</inkml:trace>
  <inkml:trace contextRef="#ctx0" brushRef="#br0" timeOffset="54834">12648 7953 11940,'10'-12'720,"20"-14"-675,-9 4 0,1 0-45,14-11-45,-19-1 0,-6 3 45,-9 16-90,4-19 0,-6 39 90,-1 23 0,1 8 0,1 8 0,3-8 0,2 11 0,1 0 0,-1-9 0,0-12 0,2 0-820,3 8 1,4 7 0,0-1 0,-3-11-851,1-4 1593,2 2 0,-2-5 0,-12-20 0,-1 0 0</inkml:trace>
  <inkml:trace contextRef="#ctx0" brushRef="#br0" timeOffset="55017">12672 8386 10501,'-11'10'1349,"11"4"-1259,6-10 0,27 0 0,13-3-1050,-9-2 1,3-2 0,1 0 594,6 1 1,3-1 0,-1 0 0,-1-1 0,-1 0 0,-3 0 0,3 0 0,1-1 0</inkml:trace>
  <inkml:trace contextRef="#ctx0" brushRef="#br0" timeOffset="58834">20262 3670 10591,'-7'-9'1619,"-1"0"-899,2 5-1,-2 1-719,4 9 270,8 14-180,1 12 0,0 9-90,-3-7 0,1 6 0,-1 0 0,0-2-180,2 2 0,-1-2 0,0 3-248,-2-2 1,-1 2 0,1-1 0,1-8 427,7 9 0,-6-12 0,3-23 0</inkml:trace>
  <inkml:trace contextRef="#ctx0" brushRef="#br0" timeOffset="59101">20143 3725 10501,'-21'-19'1079,"50"3"-1079,-11 12-60,17 1 0,11 1 0,-7 0-299,-2-1 359,14-2 0,-6 0 0,-32 3 0,8-2 0</inkml:trace>
  <inkml:trace contextRef="#ctx0" brushRef="#br0" timeOffset="59302">20123 3899 10051,'-7'12'1260,"17"0"-811,33-9 1,12-6-405,-24 3 0,4 0-319,6-3 1,9-2 0,5-1 0,-4 0 0,-9 1 0,-1-1 0,-2-1 0,0 0 0,1 1 0,0-1 0,0 1 0</inkml:trace>
  <inkml:trace contextRef="#ctx0" brushRef="#br0" timeOffset="59585">21151 3958 11041,'-19'2'2338,"7"0"-2248,26-3 180,26-2-990,-8-1 1,5-1-1,-3 1-180,-3 0 1,-1 0 537,12-3 0,-7 1 0,-21 2 1,1-1-1</inkml:trace>
  <inkml:trace contextRef="#ctx0" brushRef="#br0" timeOffset="59800">21321 4096 11221,'4'9'719,"0"-4"-899,24-4 0,13-7 180,-9 1 0,3-1 0,-1-1 0,11-2 0,0-1 0,-10 1 0,1-1 0,0 1 0</inkml:trace>
  <inkml:trace contextRef="#ctx0" brushRef="#br0" timeOffset="60418">22290 3637 11400,'-12'-7'2069,"-10"39"-1979,7-12-1183,-8 16 1,-8 11 0,3-6-10,11-17 1,-2 0 862,-7 8 0,-6 6 0,0 0 0,7-10 149,-2 2 390,-5 2 1,14-7-481,54-33 90,-22 8 90,16-12 0,6-4-45,-8 3 0,-1 2 45,14-8 1246,-3 7 0,0 2-1246,5 5 0,-11-1 0,5-2 0,-4 1-45,-7 2 0,0-1 75,8-8 0,3-5 0,-8 2 60,-7 0 1222,5-13 0,-6 10-1222,-18 27 0,-3 22-90,-6 16 0,-4 6 0,3-17 0,3 1-1093,4 4 1,4 4 0,1-9 722,5-9 0,5 1 0,2-3 0,2-13 0</inkml:trace>
  <inkml:trace contextRef="#ctx0" brushRef="#br0" timeOffset="61068">19816 4973 10321,'-3'-17'1799,"-8"-8"-1439,12 64-135,-2 6 0,-1 9-710,2-14 1,0 3 0,-1 3 0,-2 5 529,0-9 0,-2 4 0,-1 4 0,0 1 0,-1 1 0,1-2 0,0-3 0,0-4-45,1 0 0,0-4 0,0-2 0,0 2 0,-2 4-57,0 0 1,-1 6 0,-1 3 0,0 1 0,0-1-1,1-4 1,1-7 0,2-8-124,0 2 0,2-4 180,-3 14 0,-1 4 0,9-20 0,11-31 0,4-2 0</inkml:trace>
  <inkml:trace contextRef="#ctx0" brushRef="#br0" timeOffset="61851">19629 4961 10771,'-23'-12'-180,"0"-2"-913,44 9 1,22 3 0,-3 0 125,-14-2 0,6 1 999,-3 1 1,9 1 0,8-1 0,5 1-1,3 0 1,3 0 0,0 0 0,0 0 0,-4 1-1,-5-1 1,-5 0-231,8 0 1,-8 0-1,-1 0 1,3 0 0,7 0 203,-13 1 1,4-1 0,4 0 0,3 1 0,2-1 0,1 0 0,1 0 0,-1 1 0,-2-1 0,-1 0 0,-4 1 0,-3-1 0,-6 0-23,11 1 1,-8-1-1,-2 0 1,1 0-1,7 0 34,-6 1 0,4-1 0,2 0 0,3 0 0,1 0 0,1 0 0,0 0 0,0 0 0,-2 0 0,-2 0-55,0 0 1,0-1 0,-1 1 0,0-1 0,-1 1 0,0-1 0,0 1 0,-1-1 0,0 1 58,2 0 1,0 0-1,-1 0 1,0 0 0,-1 0-1,0-1 1,0 1-1,-1 0 158,6-1 0,3 0 0,1 0 0,-3-1 0,-4 1 0,-9 0 0,-10 1 1224,1-1-1224,4 1 0,-4 2-90,-18 4-1,-4 21 1,-2 14 0,-3-3-45,-2-10 0,-2 3-23,-2 11 1,-1 10 0,-3 2-1,0-2 199,-2-7 0,-1-1 0,-1 1 0,1 3-209,4-7 1,0 2 0,1 3 0,-1 1 0,1-1 0,-1-2 0,1-2 267,-2 1 1,-1-3-1,1-1 1,1 1 0,2 1-281,0 9 0,2 3 0,1 1 0,2-4 0,2-6 30,4-6 0,2-5 0,0-1-88,1 13 0,1-1 58,1-5 0,-2-6 0,-6-16 90,-42-18-90,11-2-13,1 0 0,-13-3 0,-8-1 0,-4-1 1,0 0-1,3 1 0,8 2 241,-6-1 0,5 1 0,-10 0-228,18 2 0,-6-1 0,-4 0 0,-3-1 0,-2 0 0,-2 0 0,-1 1 0,0-1 0,1 1 0,1 0 0,2 1-170,1 1 0,-1 0 1,1 0-1,1 1 1,0 1-1,-1-1 0,0 0 1,0 1-1,0-1 1,-1 0 169,1-1 0,0 1 0,0 0 0,-1-1 0,1 1 0,-1 0 0,-1-1 0,1 1 0,-2 0 0,0 0 0,-1 0-48,6 0 1,-1 1 0,0-1-1,-2 1 1,1-1 0,-2 1-1,1 0 1,0-1 0,-1 1-1,1 0 1,1 0 0,-1 0 0,2 0-1,0 0-27,-4 0 0,0 0 0,0 1 0,1-1 0,-1 0 0,1 1 0,1-1 0,1 1 0,0-1 1,2 1-1,1-1 0,1 1 41,-5-1 0,2 0 0,2 1 1,0-1-1,2 1 0,0-1 1,-1 1-1,0-1-172,-9 1 0,-4 0 1,0 0-1,1 0 1,5 0-1,8-1 1,10-1 123,-13-6 0,7-5 0,23-6 1</inkml:trace>
  <inkml:trace contextRef="#ctx0" brushRef="#br0" timeOffset="62334">20106 4922 10861,'-5'-25'1349,"-1"-1"-719,4 26-540,1 21 0,4 15-60,-1-3 0,0 4 0,2 6-421,-1-6 0,1 4 0,0 4 0,0 1 1,0 1-1,1-2 421,-1-1 0,1 1 0,-1 0 0,1 0 0,0 1 0,0-1-60,1 4 0,0 1 0,1 1 0,-1-1 0,1-1 0,0-2-204,0 1 0,0 0 0,1-2 0,-1-3 0,1-2 234,2 4 0,1-3 0,-1-4 0,0 3 0,1-8 0,1-11 0</inkml:trace>
  <inkml:trace contextRef="#ctx0" brushRef="#br0" timeOffset="62668">20630 4948 10951,'-26'-21'90,"11"22"29,4 26 1,4 20 0,0 2 15,0-5 0,2 3 0,0 3 0,1 3-337,1-13 0,0 2 0,0 2 0,1 1 0,0 0 1,-1 1-1,1 0 150,-1 3 1,-1 1-1,1 1 1,-1 0 0,1-1-1,0-2 1,1-4-605,1 0 1,0-3-1,1-2 1,0-1 0,0 0 186,-1 8 1,-1 2 0,1-6 0,5-11 0,11-7 0,-3-23 0</inkml:trace>
  <inkml:trace contextRef="#ctx0" brushRef="#br0" timeOffset="62952">21127 4882 10771,'-13'0'180,"7"1"-135,3 21 0,3 9 45,3 5-624,-1-6 1,1 6-1,-1-2 579,0-3 0,-2 3 9,-1 2 0,-1 7 0,-1 4 0,-1 1 0,0-3-339,0-5 1,-1 0 0,0-1 0,0 2 0,1 2 179,-1 3 0,0 3 0,0 2 0,1 0 0,-1-2 0,1-2-255,-1 6 0,0-3 1,2-2-1,1-2 360,3 2 0,3-3 0,2-8 0,2-9 0,3-7 0,17 1 0</inkml:trace>
  <inkml:trace contextRef="#ctx0" brushRef="#br0" timeOffset="63233">21786 4945 9781,'-24'23'810,"12"-8"-720,6 15 0,4 16 0,2 8 0,0 0 0,-1-10-439,1-11 0,-1-3 1,0 7 298,-1-1 0,0 8 0,-1 6 0,-1 4 0,1 2 0,-1-2 0,0-3 0,0-6 0,1-7-487,-1 5 0,0-8 0,-2 5 537,1 4 0,-2 8 0,-1 3 0,1-1 0,1-7 0,1-10 0,1-8 0,1-4 0,-2 11 0,0-1 0</inkml:trace>
  <inkml:trace contextRef="#ctx0" brushRef="#br0" timeOffset="63534">22218 4884 10321,'-10'-10'450,"1"17"-360,9 16 0,3 7-90,-2-7 0,1 5-547,1 5 1,1 11 0,1 5 0,0 1 0,-1-2 0,-1-7-9,-1 0 0,-2-4 1,0 6 579,0-4 1,1 6 0,-1 5 0,0 1-1,-1 0 1,-1-3 0,-2-5-312,-4 9 0,-3-5 1,-1-2-1,0 2-362,3-7 1,1 1-1,-1 0 1,1-1-1,-1-2 648,-5 14 0,0-3 0,2-5 0,2-2 0,4-6 0,5-5 0</inkml:trace>
  <inkml:trace contextRef="#ctx0" brushRef="#br0" timeOffset="63983">19743 5369 9961,'-21'-10'1080,"2"0"-810,31 3-136,16 2 1,16 2-75,-14 2 0,8 0 0,6-1 0,5 1 0,5 0 0,2 1 0,1-1 0,1 0 0,-2 0 0,-3 1 0,-3-1 0,-6 0-529,4 0 1,-6 0 0,-2 1 0,0-1 0,1 0 0,5 0 0,6 0 402,-15 1 1,5-1-1,2 1 1,4-1-1,1 1 1,3-1-1,1 1 1,1-1-1,1 1 1,0-1-1,0 1 1,0-1-1,-1 1 1,-1-1 0,-2 1-1,-3-1 1,-1 1-1,-4-1 1,-3 1-59,16-1 0,-6 0 1,-3 0-1,-3 0 0,0 0 1,1 0-1,1 0 0,5 0-150,-6 0 1,2 0 0,3 0 0,1 0 0,0 0 0,1 0 0,0 0 0,-1 0 0,-2 0 0,-2 0 0,-3 0 0,-4 0 155,10-1 1,-4 1 0,-3-1 0,-2 1 0,-1-1 0,0 0 0,5 0 0,0-1 0,-2 1 0,-4-1 0,-6 1 0,-6-2-1,1 1 1</inkml:trace>
  <inkml:trace contextRef="#ctx0" brushRef="#br0" timeOffset="64317">19369 5599 9691,'-33'5'210,"0"-1"0,7 0 0,1 0 105,-9 1 0,13 0-16,40 0 1,23-1 0,7 0-180,-13-3 0,4 1 0,4-2 0,2 1 0,4-1 0,2 1-394,-11-1 1,3 1 0,2-1 0,3 1 0,1-1 0,1 1 0,1-1 0,0 1 0,1-1 0,0 0 0,-1 0 0,0 0 122,-6 0 0,0 0 0,0 0 0,0-1 0,0 1 0,1-1 0,0 1 0,0-1 0,0 0 0,1 0 0,0 1 0,1-1 0,0 0 0,0 0 18,-2 1 1,0-1 0,1 0 0,1 0 0,0 1 0,1-1 0,0 0 0,0 0-1,0 0 1,0 0 0,0 0 0,-1 1 0,0-1 0,-2 0 0,0 0 0,-1 0 0,-1-1-93,7 1 0,-1 0 0,-1-1 0,-1 1 0,0 0 0,-1-1 0,-1 1 1,0-1-1,0 1 0,-1-1 0,-1 1 0,1-1 201,2 0 1,1 1 0,0-1 0,-1 1 0,-1-1 0,0 1 0,-2-1 0,-2 0 0,-2 1-1,-2-1 1,12 0 0,-3-1 0,-4 1 0,-2 0 0,-4 0 0,-2 0 0,0-1 0,0 1 0</inkml:trace>
  <inkml:trace contextRef="#ctx0" brushRef="#br0" timeOffset="64668">18802 5982 11221,'48'-1'404,"0"-1"1,0 0 0,0 0 0,-11 1-1,-3 0 1,13 0-374,-19 0 1,6 1-1,5-1 1,4 1-1,4-1 1,3 1-1,3-1 1,3 1-1,1-1 1,1 1-1,1 0 1,0-1-1,-1 1 1,0-1-1,-2 1 1,-2 0-1,-2-1 1,-4 1-1,-3 0 1,-4-1-442,15 1 0,-7 0 1,-5-1-1,-2 1 1,1 0-1,3 0 0,6 0 1,8 0 299,-25 0 1,3 0 0,3 0 0,2 0-1,3 0 1,2 0 0,1 0 0,3 0-1,0 0 1,2 0 0,2 1 0,0-1 0,0 0-1,1 0 1,1 0 0,-1 0 0,0 0-1,-1 1 1,0-1 0,-1 0 0,0 0 0,-3 0-1,0 0 1,-3 0 0,-1 0 0,-2 1-1,-3-1 1,-2 0 0,-3 0 0,-3 0-117,24 0 1,-7 0 0,-6 0-1,-4-1 1,1 1 0,1 0-1,4 0 1,7 0 225,-15 0 0,3 0 0,3-1 0,3 1 0,2 0 0,2 0 0,1 0 0,1 0 0,1 0 0,-1-1 0,1 1 0,-2 0 0,0 0 0,-3-1 0,-1 1 0,-3 0 0,-3-1 0,-3 1 0,-5-1 0,-3 1 0,17-2 0,-10 1 0,-4 0 0,0-1 0,5 1 0,8-1 0,1 0 0,0 0 0,0 0 0,0 0 0,0 0 0</inkml:trace>
  <inkml:trace contextRef="#ctx0" brushRef="#br0" timeOffset="69201">20502 4644 9512,'8'-11'-900,"3"8"990,-4 21-90,-1 18 60,-11-3 0,-3 7 0,0-3-60,2-9 0,0 0 30,-4 12 0,-1 4 0,1-7-30,4 0-90,2-9 0,2-1 90,-1-1 0,3-9 0,0-14 0</inkml:trace>
  <inkml:trace contextRef="#ctx0" brushRef="#br0" timeOffset="70284">20506 4576 7713,'4'-11'404,"35"4"1,14 5-405,-21-2 0,8 1-298,-10 2 0,9 0 0,6 1 0,5 0 0,4 0 0,2 0 0,0 1 0,-1-1 1,-3 0-1,-4 0 0,-6 0-143,9 0 0,-6 0 1,-2 0-1,2 0 1,9 0 357,-14 0 0,4 0 0,5 0 0,2 0 0,3 0 0,0 0 0,1 0 1,0 0-1,-2 0 0,-1 0 0,-4-1 0,-3 1 0,-6 0 83,14 0 0,-8-1 0,-3 0 0,3 1 0,7-1 7,-13 0 1,5 0-1,2 0 1,3 0-1,2 0 1,0 0-1,2 0 1,-1 0 0,-1 0-1,-1 0 1,-3 0-1,-2 0-7,6 0 0,-3 1 0,-1-1 0,-2 0 0,1 0 0,1 1 0,1-1 0,3 0 0,-5 0 0,2 0 0,3 0 0,0 0 0,2-1 0,0 1 0,0 0 0,-1 0 0,-2 0 0,-1 0 0,-4 0 0,-2 0 3,12 0 1,-4 0 0,-3 0 0,-2 0 0,-1 0 0,0 0 32,0 0 0,-1 0 0,-1 0 0,-3 1 0,-4-1 189,15-1 0,-8 0-45,3 1-180,-19 0 0,0 0 1792,12 1-1702,-19 1 2411,12 2-2501,-11 2 3051,4 7-3051,-12 6 0,0-3 0,-8 11 0,-8-5 0,-2 5 0,-1 5-1639,-5 5 1,-1 1 1580,2-4 1,0 3 87,-4 6 0,-2 6 0,3-3-181,4-11 0,1 0 0,0 2 173,-1 4 1,-1 4-1,0 2 1,3-1-553,1 1 1,3 2-1,1-2 1,-1-3 529,0-4 0,1-4 0,1 1 0,1 5 0,1 0 0,1-6-284,2 6 284,-2-13 1933,1 14-1933,-2-22 414,0 2-414,-4-2 3096,-6-8-3096,-9-4 894,-18-3-894,-10-3 0,10-1 0,-3 0 0,-4 0 0,1 1-131,7-1 0,-4 1 131,3-1 0,-8 1 0,-2 1 0,2-1 0,7 0-541,-7 0 1,-2 0 540,5-1 0,-8 1 0,-5 0 0,-1 0 0,2 0 0,7-1-292,1 0 0,5-1 0,1 1 1,-5-1 291,4 0 0,-4 0 0,-1 1 0,-1-1 0,2 0 0,2 0 0,-6-1 0,2 1 0,1-1 0,0 0-641,1 0 1,-1-1 0,2 1 0,5 0 640,-4-2 0,4 1-1592,-14 1 0,6 0 1592,19 0 0,-16 2 0,36-1 0</inkml:trace>
  <inkml:trace contextRef="#ctx0" brushRef="#br0" timeOffset="73251">22079 4277 8612,'-6'-11'0,"-1"-1"90,-4 1 0,-3-2 0,-4 7-90,-5 14 0,8 6 0,-5 22 0,1 3 0,7-7-1093,3 7 1,-2 8 0,4-8 977,5-7-110,3 10 0,1-2 225,0-23 0,2 2 0,-3-11 0</inkml:trace>
  <inkml:trace contextRef="#ctx0" brushRef="#br0" timeOffset="74433">21820 4231 7623,'-1'-14'180,"9"2"-1,28 1-161,-4 7 0,11 1 0,5 2 0,0-1 0,-6 0-1111,2 0 1,-3 0 0,5 0 944,-7 0 1,4 1 0,3-1-1,1 1 1,-2 0 0,-4 0 147,3 0 0,-4 0 0,0 0 0,5 0-118,-5 0 0,2 0 0,2-1 0,2 1 0,0-1 0,1 0 0,-2 1 130,2-1 1,0 1 0,-1-1 0,1 0 0,1 1 0,1-1 0,1 0 7,-3 0 0,1 0 0,2-1 0,0 1 0,1 0 0,-1-1 0,-1 1 0,-1-1 0,-2 1 70,3-1 0,-1 0 0,-1 0 0,-1 1 0,-2-1 0,-1 0 0,-2 0-54,2 1 0,-1-1 0,-3 0 0,0 1 0,-2-1 113,17-2 1,-3-1 0,-14 2-60,-16 2 0,26-5 0,-31 5 2513,9 0-2603,-2 1 2654,-1 2-2654,-1 0 90,7 3-90,-1 0 0,14 5 0,-10 1 0,8 7 0,-7 0 0,-8-1 0,11 6 0,-13-8 0,17 8 90,5-1-90,-18-9 0,21 7 0,-25-6-90,2-1 90,-4 7 0,-12 3 0,0 13 0,-5-7 0,0 2 0,1 10 30,-4-4 0,-2 6 0,1-5-30,-1 9-820,0-8 1,0 9 0,-1 1 0,1-10 761,1-13 1,0 0 57,-1 14 0,0 6 0,0-6 45,0-13 0,0-2-45,0 4 0,0 0 0,0 0 0,0-2 0,-1 7 90,2-10-90,-1-4 3276,1-9-3160,1 1-116,-4-4-90,-36-6 90,17-1 0,-15-2 0,-7-1 0,-2 1 0,-1 0 0,12 1 0,-1-1 0,-3 1-720,0 0 1,-3 1-1,1-1 1,6 1 471,-3-1 0,3 1 0,-8 0 0,12 1 0,29-1 0</inkml:trace>
  <inkml:trace contextRef="#ctx0" brushRef="#br0" timeOffset="76834">24050 3931 9152,'0'-14'1619,"-1"-1"-1349,-3 9-90,11 36-180,-4-17 0,4 13 0,3 4 90,-1 1-90,3 8-540,0-1-809,-3-13 1349,2-7 0,-7-11 0,0-3 0</inkml:trace>
  <inkml:trace contextRef="#ctx0" brushRef="#br0" timeOffset="77884">24101 3836 8792,'-6'-11'90,"36"4"-90,-14 2 0,25 5 0,13 2 22,-10-1 1,6 0-1,0 1 1,-3-1-666,-3 1 1,-3 0 0,6-1 642,-2 1 0,7-1 0,1 0 0,-1 0 0,-6 0 0,3 1 0,-4-2 0,1 1 22,-1 0 1,1 0-1,1 0 1,-3 0 236,3 0 0,-2-1 1,-2 1-170,-3 0 0,-1-1 0,-6 1 315,-10 0-355</inkml:trace>
  <inkml:trace contextRef="#ctx0" brushRef="#br0" timeOffset="77884">25399 4056 9781,'-5'19'0,"-1"11"0,-1 9 0,2-1 90,0 7-90,3-14 0,2 0 0,2 7 0,1 8 0,2-4 0,0-15 90,-2-4 0,-2-9 0,-2-2-90,-1-5 90,-2-1 90,-13-5-180,5 0 0,-30-6 90,-3 3-1729,5 1 1,-2 0 1580,14 0 1,0 1 57,-15 0 0,-1 0-495,16 0 1,1 1 494,-1-1 0,2 1 0,-12-1 0,27 0 0</inkml:trace>
  <inkml:trace contextRef="#ctx0" brushRef="#br0" timeOffset="87914">19888 4348 7892,'-16'3'2789,"2"0"-2339,5 0-270,9 3-1,19 1-134,5-1 0,7-1 15,5-1 0,4 0 0,0 0-564,-8-1 0,0-1 1,5 0 518,1 0 0,6-1 0,3 1 0,2-1 0,0-1 0,-3 1-471,2-1 1,-2-1-1,0 1 1,3-1-1,4 0 465,-13 1 0,3-1 0,3 0 0,1 1 0,1-1 0,1 0 0,-1 0 0,-2 1 0,-1-1 0,-4 0-9,9 0 0,-4 0 0,-2-1 0,-1 1 0,3 0 0,2-1 0,-4 1 0,1 0 0,2-1 0,1 0 0,0 1 0,1-1 0,-2 1 0,0-1 0,-2 0 12,3 1 1,-1-1 0,-1 1 0,-1-1 0,1 0 0,0 1 0,1-1-13,-2 0 0,0 1 0,1-1 0,0 1 0,1-1 0,-1 1 0,0-1 0,0 1 0,1-1 0,1 1 0,0 0 0,0-1 0,0 1 0,-3 0 0,-1-1 0,-3 1-70,4 0 0,-2 0 1,-3 0-1,-1-1 1,-1 1 114,3 1 0,-1-1 0,-3 0 0,-4 0 44,1 0 1,-4 0 0,19 0 1026,-17 0-1116,-5 1 2586,-7 0-2226,-3 0 525,-16-7-705,-3-1-90,-13-11 0,-3-3 0,-6-20-45,11 7 0,1-4-45,3-6 0,1-5-179,5 5 1,2-5 0,1 1 178,1-1 0,1 1 0,1-1 0,-1 4 0,1-1 0,0 2-30,-1 2 0,-1 1 0,-1 4 30,-1 2 0,-1 5 0,-2-13-90,-2 16 0,3 12 0,-5 0 90,-3 3-90,-27 8 90,14 3 0,-3 0 0,-16 1 0,-7 1 0,2-1-978,1 1 1,-3 0 941,15 0 0,-4-1 0,-2 1 0,-3 0 1,-3-1-5,7 1 0,-2 0 0,-3-1 0,-2 1 0,-1-1 0,-1 1 0,0 0 0,0-1 0,1 1-238,2-1 0,1 1 1,0-1-1,-1 0 0,0 1 1,0-1-1,-2 1 0,0-1 1,-2 0-1,-2 0 266,7 1 0,-2-1 0,-1 1 0,-1-1 0,-2 0 0,0 0 0,-1 1 0,0-1 0,0 0 0,1 1 0,-1-1 0,2 0 0,1 0 0,0 1 0,3-1-130,-7 0 0,1 1 0,1-1 0,1 0 1,1 1-1,0-1 0,1 0 0,-1 1 1,1-1-1,-1 0 0,0 1 125,0-1 1,-1 0 0,-1 1-1,0-1 1,0 0 0,1 1-1,1-1 1,2 1 0,1-1 0,2 1-1,3 0 17,-7-1 0,4 1 0,2 0 0,2 0 0,0-1 0,-1 1-18,-5 0 0,-1 0 0,1 0 0,3 0 0,3 0-12,-2 1 0,3-1 0,2 0 30,-11 0 0,1 1 0,9-2 0,-1 1 0,5 0-45,5 0 0,2 1 1200,-22-2-1155,15 0 2441,10 1-2441,5 0 2871,4 0-2871,4 0-180,-3 0 180,5 1 0,3 2 0,5 9 0,4-3 0,9 26 0,8 9 60,-8-12 0,0 4 0,1-2-60,1 2 0,-1 2-75,-1 1 0,0 4 0,-2 2 120,-5-4 0,-1 2 0,-2 1 0,2-3-15,0 3 0,1-3 0,-1 5-12,-2-1 0,1 5 0,-1 2 0,0-3 0,0-9-18,0 2 0,1-3 30,-1 0 0,0 2 0,1-5-30,5 12 90,-2-14-90,3 5-450,-2-17 450,-2-7 0,1 0 0,-4-12 0</inkml:trace>
  <inkml:trace contextRef="#ctx0" brushRef="#br0" timeOffset="232511">9704 17562 10321,'0'-26'3276,"-3"21"-2414,-6 29-772,-6 9 0,-4 5-45,-4 4 0,-2 0-45,6-13 0,-1 0 0,0-1 45,-8 11 0,2-5-45,-3 4 0,13-14 0,20-10 0,17-13 0,1 2 0,23-8 0,4-1 0,-7 0 0,-10 2 0,-1 0 0,11 1 0,2-1 0,-18 3 0,1 0 0,-2-2 0,1 0 0,3-3 0,0-1 0,-3-1 0,-2-3 0,11-19 0,-19 1 0,-8 5 0,-3 6 0,-4 11 0,-1 33 0,-6 19 0,4 0 0,3 5 0,0-8 0,4 0-360,6 5 0,6-4-765,1-17 1,3-5 1124,2-4 0,0-5 0,17-9 0,-6-12 0</inkml:trace>
  <inkml:trace contextRef="#ctx0" brushRef="#br0" timeOffset="232927">10980 17545 11311,'-24'-9'449,"8"2"-359,4-4 270,22 4-90,25 3-90,-10 6 0,0 5-90,2 3 0,-3 6-1,-2 7 1,-6 6-30,-12 2 0,-5 5 0,-1-2-242,0-1 1,-3 1 211,-4 4 0,-4 2 0,2-4 15,3-9 0,0-3-45,-1 3 0,3 0-270,7 21-540,18-27-2467,24 3 2943,-10-16 0,-6-8 0,0-3 0,7-4 0</inkml:trace>
  <inkml:trace contextRef="#ctx0" brushRef="#br0" timeOffset="233827">11528 17904 12390,'-22'-5'2249,"-3"7"-1800,-8 16-359,10-2-45,0 2 0,1 2-494,-1 8-1,7-7 0,5 1-359,11 3-91,29-12 630,-5-16 0,2-6 315,1-3 0,-1-5 270,0-4 0,-4-2-45,0-9 90,-9 2 359,-10 19-629,4 10 90,11 11-180,3 7-45,8-5 0,2-3 45,1-2 0,-1-4 0,3-4-45,2-14 0,-1-2 45,-11 6 0,0-1 0,18-14 0,-5-7 45,-18-9 0,-7-3 45,-4 4 0,-4-1-668,-3 5 0,-1-1 0,-4 5 623,-2 5 0,-3 5 135,-7-11-90,2 37 90,3 20-180,-2 8 44,8 16 1,3 4 0,2-17 0,1 1-15,-1 1 0,-1 3 0,2-3-30,-1-5 0,1-3 90,0 21-90,12-35 2184,29-31-2184,-14-2 0,3-6 0,0-1 0,2 1 0,1 0 0,1 0-790,-4 2 0,2-1 0,-1 1 0,-3 3 790,5-3 0,-1 6 0,-2 1 0,-4 12-90,-7 42 90,-16-13 0,-5 4 0,-5 16 0,-3 1 0,0-14 0,-4-1 45,-8 5 0,0-5-45,4-9 0,-4-3 0,-2-1-90,-17-5 1085,13-8 1,-1-5-3245,-19-13 2249,13-19 0,19 0 0,10-2 0</inkml:trace>
  <inkml:trace contextRef="#ctx0" brushRef="#br0" timeOffset="234477">12677 17885 12570,'25'6'1889,"3"-3"-1619,17-4-136,-17-4 1,-2-2-135,7-3-45,-10-3 0,-3-3-134,-10-12 179,1-2-180,-22-6 0,-21 20 90,-18 13 90,10 19 0,1 6-45,13-7 0,2 3 45,-8 15 0,7 2-90,17 10-90,12 3 90,19-14 90,24-21-45,-8-23 0,0-5 45,-11 6 0,-1-4-30,3-7 0,1-5 0,-5-3 75,-3-13 0,-4-2 15,-4 13 0,-1 0 0,-1-2 60,-3-1 0,0-1 0,-3 5 420,0-17-451,-2 28 91,-5 37 0,-1 13-90,0 4 0,1 5 0,1 3 0,0 4 0,1-2-60,2-11 0,0-2 0,3 0-60,3 4 0,2 0 0,3-6-375,4-5 0,4-5-1234,7-4 1,1-6 1591,-5-9 1,0-5 0,22-12 0,-7-11 0</inkml:trace>
  <inkml:trace contextRef="#ctx0" brushRef="#br0" timeOffset="234877">13647 17711 12390,'-8'-10'3148,"-6"6"-2518,-10 12-1,-21 14-494,20-5 0,-1 1-225,2 1 0,3 1-719,1 18-181,29-11-269,33-1 540,2-7 629,-4-5 0,-12 1 629,-29 0-269,1 1 225,-22 1 0,-8 0-181,5-5 1,-2 1-270,-13 6 0,0 0-180,16-9 0,2 0-3142,-13 6 2457,46-16 1,5-5 0,20-7 0</inkml:trace>
  <inkml:trace contextRef="#ctx0" brushRef="#br0" timeOffset="235032">14178 17898 14009,'23'-10'3276,"-2"1"-6553,-9 5 2621,-31 5 1,-3 0-1,-6 3 1,0-1 0</inkml:trace>
  <inkml:trace contextRef="#ctx0" brushRef="#br0" timeOffset="238311">4328 7826 10051,'-10'-6'2069,"1"2"-1529,0-2-540,18 4 270,30 13-270,-5-2 45,0 4 0,2 4-135,1 3 0,-3 0-45,-9-5 0,1 1-585,14 8 1,-4-1 719,-7-1 0,1 1 0,-10-6 0</inkml:trace>
  <inkml:trace contextRef="#ctx0" brushRef="#br0" timeOffset="238510">4551 7839 10321,'-13'-6'-180,"-10"0"270,-14 12 0,7 6 0,0 3-90,5-2 0,-1 3 30,0 4 0,-1 5 0,3-1-345,2 3 0,3 0 90,-5 0 1,2 0 224,7 0 0,5-1 0,4-3 0,1 7 0</inkml:trace>
  <inkml:trace contextRef="#ctx0" brushRef="#br0" timeOffset="239027">4843 7706 10951,'-2'-12'1889,"1"1"-1709,8 5 89,10 1-89,4 0 0,15-1 0,4 1-90,1 0-45,4 0 0,3 1 45,-13 3 0,-3 0-45,-7 0 0,0 1 0,11 0 0,-5 5-45,-15 13 0,-12 4-45,-29 6 0,-9 1-45,-4-1 90,1-2 0,5-2-90,19-11 90,4 10-90,28-5 90,1-2-45,11-5 0,6 0 45,-10-3 0,0 2 0,13 7 0,-1 3-90,1 4 180,-23 15-90,-47-13 0,-12-3 0,19-6 0,-2-1-122,-16 5 1,-8 1 0,5-4-374,5-4 1,3-2 494,-4 2 0,2-1 0,-3 0 0,31-9 0</inkml:trace>
  <inkml:trace contextRef="#ctx0" brushRef="#br0" timeOffset="244948">1050 8648 8702,'8'-7'1439,"2"1"-1259,40 8-120,-8-1 0,8 1 0,4-1-716,-15-1 1,1 1-1,3 0 1,2-1 0,3 1 499,-6-1 1,3 1 0,4 0 0,1 0 0,1-1 0,-1 1-1,1 0 1,-3 0 0,-3-1-57,2 1 0,-4 0 0,-1-1 0,0 1 0,0-1 0,3 1 0,4 0 219,-8-1 1,2 1-1,1-1 1,3 1-1,0 0 1,1-1-1,1 1 1,-1 0-1,1-1 1,-2 1-1,0 0 1,-2 0-58,5-1 1,-2 1 0,-1 0 0,0 0 0,-1 0 0,1 0 0,1 0 0,0 0 0,2 0 0,1-1 49,-7 1 0,0 0 0,2 0 0,1-1 0,0 1 0,1 0 0,0-1 0,0 1 0,1 0 0,-1 0 0,0-1 0,0 1 0,-1 0 0,-1-1-74,2 1 0,0 0 0,-1-1 0,1 1 0,-1 0 0,0-1 0,0 1 0,0-1 1,-1 1-1,1 0 0,-1-1 0,1 1 0,-1-1 81,3 1 1,0-1-1,1 1 1,-1 0-1,1-1 1,-1 1-1,0-1 1,-1 0-1,-1 1 1,-1-1-1,-1 1 1,-1-1 37,8 1 0,-2-1 0,-2 0 0,0 1 0,-2-1 0,0 0 0,-2 1 0,0-1-15,6 1 0,-1-1 0,-1 0 0,-2 1 0,-2-1 0,-3 0 274,3 1 1,-2-1 0,-3 1 0,-5-1-170,1 1 0,-4 0 685,-4-1 1,-3 1-821,10 0 2408,-3 0-2318,-10 1 3186,11-1-3041,-16 0 214,6-1-89,-11 0 450,1-4-540,-3-4 179,2-22-449,-4 7 90,0-4 0,-1-7-60,-4-6 0,-2-5 0,-1-2-429,0 11 0,-2 0 0,0-2 0,-1-3 384,0 2 0,0-4 0,0-1 0,-1-1 0,0 0 0,-1 3 15,0-1 0,-2 2 0,1 0 0,-1 1 0,1 1-23,0-5 1,0 1 0,0 2 0,0-1 22,1 3 0,0 0 0,-1 2 0,1 2 0,-2-8 0,-1 2-45,-1-6 0,0 3 45,2 13 0,1 5-180,-4-11 180,8 24-180,-1-2 90,-3 11 1776,-10 6-1686,-11 1 0,-4 1 0,-14 3-460,12-3 0,-6 0 0,-5 0 460,3-1 0,-5-2 0,-4 1 0,-2 0 0,-1-1 0,1 0-420,6 1 1,1-1 0,-1 0 0,0 0 0,-3 0-1,-2 0 1,-4 0 419,14-1 0,-3 1 0,-2-1 0,-2 1 0,-1-1 0,-1 0 0,-2 1 0,1-1 0,-1 0 0,0 0 0,1 1 0,1-1 0,1 0 0,2 0-164,-3 0 0,2 0 1,1 0-1,0 0 1,0 0-1,0-1 1,1 1-1,-1 0 1,0 0-1,-1-1 1,-1 1-1,0-1 164,3 1 0,0-1 0,-1 1 0,-1-1 0,-1 1 0,0-1 0,0 0 0,0 1 0,0-1 0,1 0 0,0 0 0,0 1 0,2-1 0,0 0 0,2 0-112,-7 1 1,0-1 0,2 0 0,0 0 0,0 0 0,2 0 0,0 0 0,0 0 0,2 0 0,0 0 0,1 0 111,-6 0 0,0-1 0,1 1 0,1 0 0,2 0 0,0-1 0,2 1 0,1 0-87,-3-1 0,2 1 0,1-1 0,1 1 1,2-1-1,2 0 87,-6 1 0,4-1 0,0 0 0,-1 0 141,2 0 0,0-1 0,-1 1 0,0 0 1,1-1-142,-7 0 0,0 0 0,1 0 0,0 0 0,2 0 0,0 0 0,2-1 0,4 1 0,-15-2 0,9 1 0,-2-2-90,1 2 1314,26 2-1314,-2 1 2100,3-1-2190,1 0 2869,4 1-2689,-3-1 1032,5 4-1032,3 3 0,4 8 0,4 11 0,1 8 0,0 3 0,-1 14-261,0-9 1,-1 8-1,0-1 261,0-5 0,0 1 0,0 4-217,2-5 1,0 5 0,0 2 0,1 0 0,0 0 231,0-6 0,1 0 0,-1 0 0,1 1 0,1 0 0,0 0-250,1 2 1,1 2 0,1-1 0,0 1-1,1-2 1,-1-2 252,1 1 0,1-2 0,0 0 0,-1-3 0,1-2-18,3 10 0,0-3 0,0-5 0,4 1 0,0-6 0,-2-3 90,1 7-690,-7-20 60,-5-15 783,0-6-243,9-16 0,0 5 0,10-7 0</inkml:trace>
  <inkml:trace contextRef="#ctx0" brushRef="#br0" timeOffset="248179">7747 8656 8702,'34'0'629,"-1"0"1,11 1-570,-7-1 0,9 1 0,4 0 0,2-1 0,-1 1 0,-5 0-716,-5-1 1,-3 1-1,0-1 1,2 1 0,5-1 416,-5 1 0,3-1 0,2 1 0,2 0 1,2-1-1,2 1 0,0 0 0,1-1 1,0 1 173,-7 0 1,2-1 0,0 1 0,2-1 0,0 1 0,1-1-1,0 1 1,1 0 0,0-1 0,-1 1 0,1-1 0,-1 1 0,-1 0 70,-2-1 1,0 1 0,0 0 0,-1-1 0,0 1 0,0 0 0,1 0 0,-1-1 0,2 1 0,0 0 0,2 0 0,1 0 0,1 0-21,-8-1 1,1 1-1,2 0 1,2 0-1,0 0 1,1 0-1,1-1 1,1 1-1,-1 0 1,1 0-1,0 0 1,-1 0 0,-1 0-1,0 0 1,-1 0-1,-1 0 1,-2 0-1,-2-1 1,-1 1-1,-2 0 14,12 0 0,-3 0 0,-2 0 0,-3 0 0,0 0 0,-1 0 0,0 0 0,0 0 0,2 0 0,1 0-93,1 0 0,2 1 0,0-1 1,1 0-1,1 1 0,-1-1 1,0 1-1,-1-1 0,-2 0 1,0 1-1,-2-1 104,4 0 0,-2 1 0,0-1 1,-2 1-1,0-1 0,-2 0 1,0 1-1,-1-1 13,5 0 1,-2 0 0,-2 1 0,0-1-1,2 0 1,2 0-25,-4 1 0,3-1 0,1 0 0,0 1 0,0-1 0,0 1 0,-2-1 0,-2 0 106,3 0 0,-1 0 0,-2-1 0,-1 1 1,0-1-1,-1 1-106,5 0 0,-2-1 0,-1 1 0,2-1 0,1 1 15,0-1 0,3 0 0,1 0 0,-1 1 0,-3-1 0,-6 0-15,2 0 0,-5 0 0,-1-1 0,1 1 0,0-1 0,-4 1 341,3 1 0,-5-1-341,17 0 727,-14 0 0,3 1-727,-3-1 0,0 1 486,-5-1 0,0 1-486,11 0 0,-1 0 3084,1 0-2275,-5-1 754,-39-3-1473,-6-3-90,-19-3 45,3-2 0,-2-4-1684,-1-5 1,-1-1 1625,0 2 1,-2-4 34,3-3 1,-3-5-1,1-1 1,3 1-252,5 5 0,3 0 1,-1-4 246,-2-6 0,-3-7 0,0-2 0,2 2 0,4 4-18,1 3 0,5 4 0,-1-5 0,3 0 0,0-5 0,1-2 0,1 1 0,3 2-23,2 1 1,2 1-1,2 1 1,-2 1 22,-1-9 0,0 2 0,0 0 0,3-3 0,0-1 0,1 6-1021,0 10 1,0 4 1020,-1-16 0,2-2 0,-2 23 0,0 7 2041,-1-2-2041,-3 6 686,-5 4-596,-19 2-90,-21 10 0,1 3 684,11-2 0,-6 0 0,-4-1-684,9 0 0,-2-2 0,-2 1 0,-1 0 0,2 0-724,-5 0 0,1 1 0,-3-1 0,-7 0 724,18-1 0,-3 0 0,-4-1 0,-2 1 0,-2 0 0,-1-1 0,-2 1 0,0-1 0,1 1 0,0-1 0,1 0 0,3 1-189,-1-1 0,1 0 0,1 0 0,-1 0 0,1-1 0,0 1 0,0 0 0,0-1 0,-1 1 0,-1 0 0,0 0 189,0-1 0,0 1 0,-1 0 0,1 0 0,-1 0 0,-1 0 0,0 0 0,0 0 0,-1 0 0,0-1 0,-1 1 0,0 0-89,4-1 0,-2 1 1,0-1-1,0 1 0,-2-1 1,1 1-1,-1-1 0,0 1 1,0-1-1,0 0 1,1 0-1,1 1 0,0-1 1,1 0-1,1 0 89,-4 0 0,1 1 0,0-1 0,2 0 0,0 0 0,0 0 0,0-1 0,1 1 0,-1 0 0,1 0 0,-1 0 0,0 0-52,0 0 0,1 0 1,-1 0-1,1 1 1,0-1-1,0 0 1,-1 0-1,0 0 0,0 0 1,-1 0-1,0 0 1,-2 0 51,6 0 0,-2-1 0,0 1 0,-1 0 0,-1 0 0,0 0 0,0-1 0,0 1 0,0 0 0,0-1 0,1 1 0,0-1 0,1 1 0,1-1 0,1 1-2,-6-1 0,0 0 1,2 0-1,0 0 1,1 0-1,1 0 0,-1 0 1,0 0-1,-1 0 1,0 0-1,-2-1 2,6 1 0,-1 0 0,-1 0 0,0 0 0,0 0 0,-1 0 0,0 0 0,1 0 0,-1 0 0,0 0 0,1-1 0,0 1 0,1 0 0,1 0 0,-4-1 0,0 1 0,0-1 0,0 1 0,0-1 0,1 0 0,1 1 0,0-1 0,2 0 0,0 1 0,3-1 0,0 1 0,-9-1 0,2 0 0,2 0 0,1 0 0,2 1 0,0-1 0,0 0 111,-1 0 1,0 1-1,0-1 1,3 0-1,2 0 1,5 1-112,-5-1 0,6 0 0,-1 1 0,-3-1 0,-1 1 0,2-1-45,-5 0 0,6 0 1120,-1 1-1075,-1 0 1879,1 2-1879,18 2 2808,-6 1-2808,13 0 989,4 2-989,7 0 682,5 2-682,3 0 0,6 2 0,3 2 0,-2-2 0,12 8 0,4 4 0,1 0 0,7 6 0,4 5 0,-16-10 0,1 1 0,-1 1-552,4-1 0,0 1 1,-1 2 551,4 6 0,0 2 0,-1 3 22,-7-5 1,0 2-1,-2 0 1,0-2-23,1 0 0,-2-1 0,1 3 0,-1 0 0,2 5 0,-1 2 0,0-2 0,-2-2 0,3 5 0,-2-3 0,-1 0 30,1 1 0,-1 0 0,2 2-30,0-3 0,1 3 0,-1-2 0,-3-7 0,-2-4 0,-1-2 29,4 7 1,3 4 0,-2-5-273,-3-7 1,-1-2 242,0 0 0,-1-1 0,0-1 0,1-1 90,13 11-90,-14-15 0,8 4 90,-8-8-90,-4-4 1561,2 1-1741,0-3 0,-6-4 400,10 3-1299,-4-5-2198,11-3 3174,-6-1 0,11-10 0,-11 0 1</inkml:trace>
  <inkml:trace contextRef="#ctx0" brushRef="#br0" timeOffset="263462">7594 2751 9691,'-6'-16'2339,"3"5"-1709,0-1 89,2 5-539,9 26 0,3 15-45,-5 10 0,0 4-648,1-14 1,1 0 0,-2 4 557,-3 4 0,-2 5 0,-1 0 0,0-2 15,1-1 0,-1-2 0,-1 0-60,1 2 0,-1-1 0,1 1 60,1 2 0,1 0 0,-1-6-60,0-12 1,0-3-1,2 12 0,-3-7 0,-5-21 0,-2-16 0</inkml:trace>
  <inkml:trace contextRef="#ctx0" brushRef="#br0" timeOffset="264044">7539 2765 11131,'-11'-9'539,"-1"0"91,5 4-270,0-2 179,21-3-269,13 2 0,5 0-225,-3 1 0,4 0-275,2 0 1,6 1 0,3 0-1,0 0 297,3 1 1,1 1 0,1 1-1,-1-1-428,-5-1 0,-1 1 0,0 0 0,4 0 391,-6 2 0,4-1 0,1 1 0,0 0 0,-3 0 0,-2 1-8,1 1 1,-2 0-1,-2 0 1,1 0-1,0 0 1,0 0-1,0 0 1,-1 1 7,15 1 0,-1 2 0,-9 2-556,-15 2 1,-3 0 525,8-1 0,-4 2 90,-2 17-90,-23 3 0,1 0 45,-3 10 0,-1 4-45,2-13 0,2 3 46,0 9 0,1 9 1,1 2-1,-1-4-16,-1-3 0,0-2 0,0 3-30,-1-6 0,0 4 0,1 0 0,-2 0 0,-1-6 442,-1 3 1,-1-4-1,-2 0-412,-1-1 0,-2 0 0,-2-5-30,-6-3 0,-6-5 60,-7-8 0,-6-5 0,-5-1-42,-3-4 0,-5-2 0,-4-2 0,1-1 0,2 1-423,0 0 1,3 0-1,-2-1 1,-4 0 416,8 0 1,-4-1 0,-2 0 0,-1 0 0,-1 0 0,1 0 0,1 0-13,0 0 0,0-1 0,0 1 0,1 0 0,0 0 0,1 0 0,3 0-404,-5 0 0,4 0 1,1 0-1,-1 0 1,-3 0 415,5 0 1,-4 0 0,-1 0 0,0 0 0,3 0 0,2 0 0,6 0-813,-7 0 0,6-1 0,3 1-100,-6 0 1,3-1-411,-11-5 1310,71-4 0,17-1 0,-9 1 0,1 0 0,4-1 0,-1 0 0,0 0 0</inkml:trace>
  <inkml:trace contextRef="#ctx0" brushRef="#br0" timeOffset="264760">9274 3172 10951,'-22'3'1799,"19"0"-1260,35-3-269,-1 0 0,7-1-135,3 0 0,6 0 0,5 0 0,0-1-682,-10 1 1,0 0 0,1 0 0,2 0 0,3 0 0,3 0 509,-12 0 1,3 0 0,1 0 0,2 0-1,2 0 1,1 0 0,0 0 0,1 0 0,0 0-1,-1 0 1,0 1 0,-1-1-67,0 0 1,0 1-1,0-1 1,0 1 0,-1-1-1,1 1 1,0 0 0,1-1-1,-1 1 1,1 0-1,0-1 1,0 1 108,-1-1 1,0 1 0,2-1 0,-1 1 0,1-1 0,0 1 0,-1-1 0,1 1 0,-1-1 0,0 1 0,-1 0 0,-1-1 0,-1 1 2,7 0 0,0 0 0,0 0 0,-1 0 0,0 0 0,-2 0 0,-1 0 0,-1 0 0,-2 0 0,-2 0 51,8 0 0,-3 0 0,-2 0 0,-2 0 0,-2 1 0,-1-1-93,7-1 0,-2 1 1,-3 0-1,-6 0 168,2-1 0,-9 1 45,-7-2-180,5 0 2069,-13-1-3419,0 1 981,-6-2 369,-14-6 0,-7 1 0,-12-4 0</inkml:trace>
  <inkml:trace contextRef="#ctx0" brushRef="#br0" timeOffset="265127">12506 2996 10771,'-10'-10'1259,"2"2"630,0 0-1529,10 1-90,2 2 179,41 9-359,-21 1 0,1 2-45,4-1 0,1 2 0,3 2 0,-2 1 135,12 7-180,-1-1 90,-2 4 0,-23-6-90,-1 0 90,-25 10 0,-26-1-90,-6 3 0,14-12 0,-5-1 0,0 1-30,1-1 0,1 0 0,-1 2-480,-3 1 0,-1 1 1,1-1-1130,-8 6 1,6-1 1356,1 7 1,32-14 0,11-5 0</inkml:trace>
  <inkml:trace contextRef="#ctx0" brushRef="#br0" timeOffset="265694">13570 2893 12660,'-40'-7'899,"10"7"1,-2 4-780,2 4 0,-3 4 0,1 2-250,-2 0 0,1 3 1,-1 2 189,-4 7 0,0 4 0,8 1 29,3 11 1,12 1-45,13-1 0,10-2-45,5-12 0,6-3-90,17-3 1,5-7-361,-7-8 0,0-4 180,-1 3 0,1-2-1369,12-7 1,-1-4 1592,-18 0 0,-1 0 0,11-5 1,0-1-1,-9 0 0,-1 0 0</inkml:trace>
  <inkml:trace contextRef="#ctx0" brushRef="#br0" timeOffset="266260">13860 2991 12570,'2'-14'2878,"-1"3"-1888,3 2-900,1 13 359,-1 20-269,-3 16-90,-3-4 0,-2 2-135,0-5 0,-1-1-135,0 6 0,1-3 90,-1 1-89,2-5-1,4-24 90,10-16 45,-2-13 0,-1-6 45,9-14 0,-8 5 0,-1-2-45,-5 10 0,-1 2 45,1-11 0,1-8-90,-1 29 90,3 4 0,5 7 0,27 34 0,-12-10 0,2 5 0,3 2 0,2-2 0,-2-2 0,-7-4 0,1-1 0,11 7 0,1-2 0,-7-9 0,-3-3-90,13 6-360,-9-7 0,-1-4-2158,-3-10-669,0-8 2859,-13-1 1,-13-10-1,-3 4 1</inkml:trace>
  <inkml:trace contextRef="#ctx0" brushRef="#br0" timeOffset="266510">14422 2874 11221,'-6'-13'3058,"1"2"-2788,5 16 89,2 21-179,-1 2 0,0 2-90,1 20 0,-1-16 0,-2 1-270,1-5 0,0-2-90,0 15-135,1-14 1,1-1-2873,7 2 0,-1-8 3274,5-2 0,3-15 0,3 0 0</inkml:trace>
  <inkml:trace contextRef="#ctx0" brushRef="#br0" timeOffset="267061">14713 2956 11311,'3'-18'2878,"-2"7"-719,2-7-1620,0 40-359,0-1 0,1 25 0,0 4-90,-1-3-135,1-2 0,0 0-135,-3-18 0,1-2 0,1 11-89,0 10-451,0-31 720,0-12-270,2-31 270,-4-2-45,0-4 0,0-4 0,-2-2 0,0 1 45,0 8 0,1 1 0,-2-11 0,1 2 0,0 1 0,1 12 0,16 20 0,9 37 0,5 5 45,-4-2 0,1 1-45,-3-6 0,1-1 0,-1 0 0,2 0-180,-1-6 0,3 1 0,-3-4-225,-1-5 1,1-2-361,12 4 1,-1-4-2294,8-16 989,-15-7 1982,-16-8 0,-12-5 0,-3-2 0</inkml:trace>
  <inkml:trace contextRef="#ctx0" brushRef="#br0" timeOffset="267360">15194 2747 10951,'3'-9'449,"0"1"631,1 0-900,4 10 629,5 42-674,-8-12 0,-1 5-15,-1 4 0,0 4 0,-1 0-60,-1-8 0,-2-1 0,1 0 0,1 4 0,1 0 0,0-3-195,0-2 0,3-4-1504,5-3 1,2-4 818,6-7 1,6-11 0,-6-14 0</inkml:trace>
  <inkml:trace contextRef="#ctx0" brushRef="#br0" timeOffset="267927">15858 3010 11311,'-20'-2'2968,"-1"0"-2518,22 6-181,31 0 1,13-2-225,-11 2 0,4 0-590,0-2 0,7 0 0,3 0 0,2-1 575,-6 0 0,4-1 0,2 0 0,0 0 0,-2 0 0,-2 0-361,-4 0 1,-2 0 0,-1 1-1,1-1 1,5 0 341,-5 0 0,4 0 0,2 0 1,1 0-1,1-1 0,-2 1 1,0 0-1,-3-1 19,3 1 0,0-1 0,-2 0 0,-1 0 0,-1 0 0,-2 0-30,5 1 0,-2-1 0,-1 1 0,1-1 0,9 0 0,3-1 0,-4 0 0,-12 0 90,1-3-3367,-13 0 2457,-15-2 1,-12 4 0,-8 0 0</inkml:trace>
  <inkml:trace contextRef="#ctx0" brushRef="#br0" timeOffset="268311">17525 2865 11940,'8'-6'2159,"12"9"-1529,26 16-451,-8-2 1,2 1-375,-7-3 1,1-1 283,8 4 1,0-1 0,-7-4 0,-3-1-90,-8-3 0,0 0 124,5 2 0,-2 0-34,5 3 79,-14-3-169,-18 11 0,-19-9 0,-6-1 0,2 0 0,-3 1 0,-2 2 0,-4 2 0,2 0-270,-2 1 0,2 0 90,-2 1 1,1 1-1216,2-1 1,5-1 1394,3-1 0,-1 2 0,11-8 0</inkml:trace>
  <inkml:trace contextRef="#ctx0" brushRef="#br0" timeOffset="269394">18405 2705 10771,'-2'-11'989,"1"2"-539,4 3 270,7-4 89,7 0-359,9-3-225,-2 6 0,1 2-135,7-2-1,-4 4 1,1 3 90,8 8-180,-2 1 180,-8 32-180,-29-8 45,-7 8 0,-4 1-45,-4 0-45,0-5 0,4 0-494,15-1 359,0-3-450,15-8-2647,21-22 168,-12-1 3109,15-7 0,-13-5 0,3-3 0</inkml:trace>
  <inkml:trace contextRef="#ctx0" brushRef="#br0" timeOffset="270478">19180 2803 12750,'-17'-9'1529,"0"5"-1259,-11 9 89,-13 18-269,15-7-45,6-1 0,1 3 135,4 16-270,3-10-90,13 14-179,29-21 269,-6-2-90,21-6 90,-1-19 0,-15 3 90,-4-4 0,-4-4 0,-11-9 0,-11-14 90,-6 13-90,-22-5-90,12 18 90,-2-1 0,7 5 0,20 2 0,15-2 0,4-1 0,3 0 0,13-3 0,-6-1 0,-1-1 90,5-6 0,0 1 90,-2-6 0,-23 10-90,2 0-1,-7 2 1,-6 9-90,6 11 90,3 8-90,1 4 0,12 14 0,3 5 0,-10-13 0,0 1 0,-2-1 0,-2 1 0,1 21 0,-14-23 0,-14-1 0,-12-11 0,6-3 0,-9 0-90,13-7 90,17-8 90,18-5-90,6-1 0,4-2 0,2-1 0,2-1 0,-6-2 0,1-2 0,-2 2 45,-2 0 0,-3-1-45,6-10 0,-7-3 90,-9-10 0,-6-5-90,-13 15 0,-9 25 90,12 28-90,12 12 0,10-5 0,6-1 0,-2-5 0,1 0 45,6 3 0,-2 0 45,0 8 0,-26-4 0,-37-5-810,-9-5 181,4-6 539,16-5 0,26-15 0,4-1 0</inkml:trace>
  <inkml:trace contextRef="#ctx0" brushRef="#br0" timeOffset="270677">20705 2735 12390,'-21'2'359,"12"2"1,8-2 0,8 1 0</inkml:trace>
  <inkml:trace contextRef="#ctx0" brushRef="#br0" timeOffset="272693">14418 2126 10051,'11'-6'630,"1"-1"269,-2 1-179,0 0 90,-2 2-631,-1 27 1,-5 15-180,-2 11 90,-2-3 0,0 1-45,1-21 0,0 1-105,2 6 0,1 4 0,0-6-120,1 8-90,1-12 1,2-3-3008,4-12 2769,6-6 1,-1-10-1,3-9 1</inkml:trace>
  <inkml:trace contextRef="#ctx0" brushRef="#br0" timeOffset="272944">14466 2179 10411,'-7'-8'1529,"7"1"-1259,13 1-90,2 0 45,12 0 0,4 0-225,-4 1 0,1 0-315,12-3 0,1 0-1324,-6 3 1,-4 0 1288,7-1 0,-14 2 0,-20 4 0</inkml:trace>
  <inkml:trace contextRef="#ctx0" brushRef="#br0" timeOffset="273161">14468 2287 9961,'-2'12'1979,"8"-2"-1709,8-4 135,11-4 0,5-2-495,0-1 0,0-1-45,2 0 0,2 1-1349,8-5 0,-2 0 1484,1-1 0,-12 1 0,0 0 0,11-1 0</inkml:trace>
  <inkml:trace contextRef="#ctx0" brushRef="#br0" timeOffset="274610">15213 2409 11311,'-9'10'1619,"5"0"-1260,16-8-89,10-3 0,25-10-180,-24 1 0,0-2-90,0-2 0,-2-1 0,4-8-90,-24-7 90,-22 14 0,1-1-45,-14 13 0,-5 8 45,5 4 0,-1 5-30,3 0 0,0 3 0,2-1 30,-2 2 0,6 2 0,6 4 0,10 0 0,35 15-90,-6-11 90,6-7 0,5-3 45,9-7 0,1-4-45,-12-1 0,1 0 0,3-2 0,3 0 0,2-3 30,5-4 0,1-2 0,-3-1-238,-1 2 0,0-1 208,3-1 0,5-3 0,-7-2 0,-9-5 0,-6 0 0,14-7 0,-15 5 0,-7-2 0,-15-7 0,-4 8 0,-26 2 0,-9 23-45,7 5 0,-1 2 45,-10 6 208,17-5 0,3 2-208,3 12 0,7-8 0,15 13 0,39-15 0,-16-9 0,5-1 0,2-4 0,4-2 0,-1-2-160,12-3 1,0-4 189,-5-3 0,2-2 0,-4-1-30,4-5 0,-4-3 30,-11 3 0,-1-1 0,-4 1-30,11-13 90,-5-4-90,-19 21 0,1 0 0,0 3 0,-3 8 0,8-2 319,6 7-319,1 4 0,1 5 0,-7 0 0,-4 0 0,-3 0 0,3 3 0,-4-1 0,6 6 90,-8-7 90,2 1-180,-10-16 0,-15-11 0,-20-16 0,12 17 0,-3 2 0,-8 2 0,-1 4 0,-9 3 0,14 7 0,1 4 0,6 9 0,2 2 0,-8 6-45,11 0 0,6 2 45,29 11 0,12 0 45,0-21 0,4-4-45,-2-8 0,2-6 0,-3-6 0,2-3 0,-2-5 0,0-5 0,-2-4 0,-2-3-104,0-3 1,-2-2 0,-3-3 73,-4-9 0,-4-4 0,-5 3-15,-4-5 0,-5 3-45,-2-2 0,-6 9 90,-9 22-45,10 40 0,2 12 45,-1-4 0,1 4 0,6 12 0,3 7 0,-1-7 0,-1-15 0,2-1 0,4 17 0,4-4-180,12-8 0,-7-10-359,17 0 539,-8-24 0,2-6 0,19-5 0,-10 0 0,0-1 0</inkml:trace>
  <inkml:trace contextRef="#ctx0" brushRef="#br0" timeOffset="274910">17443 2052 11940,'5'-10'2519,"-1"2"-2429,2 21 180,1 25-136,-3-3 1,-1 3-135,0-8 0,-1 0 0,0 5 0,-1-1-809,4 12 449,-2-15-539,6 6 899,0-26 0,7-10 0,4-5 0</inkml:trace>
  <inkml:trace contextRef="#ctx0" brushRef="#br0" timeOffset="275144">17350 2022 13020,'19'-2'719,"7"-1"-359,19 0-450,-10-1 0,3 0-1549,2-2 1,-1 1 982,-7 1 1,-4 0-1,5-4 1,-30 8 0</inkml:trace>
  <inkml:trace contextRef="#ctx0" brushRef="#br0" timeOffset="275345">17402 2178 11760,'-1'9'1529,"5"-2"-989,25-7-360,-5-1 0,7-1 0,5-1-630,-2-1 0,-1-1 45,-2 1 1,0 0-1125,2-1 0,-4 0-540,-14 2 2069,1-2 0,-11 4 0,-4 0 0</inkml:trace>
  <inkml:trace contextRef="#ctx0" brushRef="#br0" timeOffset="275910">17898 2225 12030,'13'-10'2429,"-1"1"-1440,-6 5-809,1 6 90,-6 8-270,-5 13-90,-2-3-540,-4 19 91,15-14 89,9 5 0,30-18 360,-13-11 90,-2-7 0,1-3 180,4-11 0,-11 6 0,-1 0-180,5-6 90,-11 5 0,-5 15-90,-5 1-90,14 12-270,1 2 90,11 1 180,10-7 90,-14-7 180,6-12 180,-10-13-270,-7 5 180,-1-23-270,-16 22 180,-15-25-90,-11 14-405,6 15 0,-2 1-225,-9-1-2737,-8 22 3129,24 6 0,-4 8 1,8-2-1</inkml:trace>
  <inkml:trace contextRef="#ctx0" brushRef="#br0" timeOffset="276461">19037 2169 11580,'-31'-5'1709,"3"1"-1439,-4 4-90,-8 8 0,-3 7-180,7 0 90,9 11-90,18-3 0,1-1-180,25 10 90,1-20 45,10-2 0,2-4 45,-1-4 0,0-3 0,1-5-45,-4-8 0,-1-3 45,12-9 0,-5-8 0,-6-7 0,-17-3 0,-9-4-155,2 12 1,-2-1 0,-2 0 184,-4-2 0,-3-1 0,-1 5-30,-2 1 0,-1 6-90,-8-10 90,9 48 90,9 27-90,-1 5-30,10-9 0,5 4 0,1-2-195,4 2 0,3-2-195,0-2 1,2 2-1,1-4-974,6 0 0,1-7 1115,-4-6 1,1-5-1,18-4 1,-10-7-1</inkml:trace>
  <inkml:trace contextRef="#ctx0" brushRef="#br0" timeOffset="276761">20227 1846 11221,'-17'9'2788,"2"17"-2248,8 6-316,6 2 1,2 4-90,1-2 0,1 2-45,1 10 0,0-1-450,0-8 1,2-3-316,0-6 0,2-4-2602,16 1 2634,-7-21 1,5-16 0,-12-3 0</inkml:trace>
  <inkml:trace contextRef="#ctx0" brushRef="#br0" timeOffset="277061">20080 1855 11580,'-7'-7'1619,"5"-1"-1259,14 4-45,13 2 0,6 1-180,3 1 0,2 2-75,1 0 0,3 2 0,-3 0-15,-3-1 0,-2 2-45,6 1 0,-10 5 179,-30 18-179,-28-1 0,1-8 0,-5-2-405,-7-3 1,0-3 404,8-3 0,4-2 0,-8 2 0,25-6 0</inkml:trace>
  <inkml:trace contextRef="#ctx0" brushRef="#br0" timeOffset="278194">20838 2108 13020,'1'-12'2338,"-6"0"-1528,-21 4-630,3 4 90,-20 7-91,9 11 1,1 4-315,8-3 0,1 2-180,-9 8 1,6 2-586,20 16 181,35-12 269,17-11 270,-8-17 0,3-7 135,-2-7 0,-2-3 135,-1 0 0,-3-3 0,-5-3 0,-4 0 90,-2-1-180,-8 13 90,-7 21-90,0 2 0,11 15 0,7-8 0,-2-1 0,1-9 0,3-3 0,14-8 0,6 1 0,-15-9 0,-1-5 0,-8-3 0,-1-1 45,3 1 0,-1-3 0,0-12 0,-4-2 45,-3-13-90,-1-3 180,-12 2-90,-4 31-90,-3 6 0,6 18 0,11 33 0,-2-17 0,8 11 90,-2-14-90,10 13 0,-9-10 0,7 13 0,-22-13 0,-1-5 0,-11 8 0,-23-1 0,2-4 44,9-8 1,0-1-45,-2-2 0,20-10 0,23-18 0,5-2 0,6-6 0,-1-1 0,-4 3 0,-2-2 0,3-1-89,1-3 0,3-3 1,-2 0-1,-3 2 134,4-9 0,-5 2 90,-2-1 0,-6 3-45,-8 8-90,-20 21 90,0 23-90,-1 26 0,10-9 45,11-8 0,5 1-45,6-8 0,2-1 0,-2 0 0,2-1 0,14 6 0,2-3 34,-8-6 1,0-2-35,-2 1 0,-1 0 0,5 0 0,-6 1 0,-7 6 89,-22 6-89,-5-9-629,-31-1 629,9-9 0,10-2 0,0-3 0</inkml:trace>
  <inkml:trace contextRef="#ctx0" brushRef="#br0" timeOffset="278348">23115 2199 13199,'15'2'720,"-1"0"-1529,-6 0 809,-10 6 0,-20-3 0,-14 4 0</inkml:trace>
  <inkml:trace contextRef="#ctx0" brushRef="#br0" timeOffset="282011">18589 3197 10321,'-16'-6'90,"-2"0"450,6 2 269,-2-1 271,6 2-810,39-3-181,-6 3-425,14-1 0,12 0 0,3 0 358,-8 1 1,2 0 0,1-1-1,-1 1-467,-2-1 0,-1 1 0,2-1 0,4 0 467,-10 1 1,4 0-1,2 0 1,1 0-1,1-1 1,0 1 0,-3 0-1,-2 0-331,0 0 1,-3 1-1,-1-1 1,0 1-1,1-1 1,4 0 308,1 0 0,3 0 0,1-1 0,2 1 0,0-1 0,-1 1 0,-2 0 0,-4 0 18,9 0 0,-4 0 0,-1 1 0,-2-1 0,-2 0 4,2 0 1,-1 0-1,-2-1 1,-5 1 111,12 1 1,-8-1-470,-2-2 425,0 2 800,-7-2-710,-11 1 1219,4 1-1399,-5 0 2603,0 1-2603,-11 0 1252,4-2-1252,-9-4 0,0-2 0,-4-12 0,-2 7 0,-8-20 0,-9-13 0,6 19 0,-1-2 0,-5-9 0,1 0 0,3 9 0,-1 1 0,1 3 0,1 2 0,-5-10 0,7 18-90,0 1 90,3 7 0,1 0 0,-1 3 0,-3 4 0,-13 1 0,-25 3 0,9 0 0,-1-1 0,-7 0 0,5-2 0,-4 1 0,-2-1-477,6-1 1,-2 1 0,-2 0 0,-3-1 476,8 0 0,-4 0 0,-2 0 0,-1 0 0,1-1 0,1 1 0,4 0 0,-10 0 0,5-1 0,0 1 0,-6-1 0,9 1 0,-5 0 0,-1 0 0,-2-1 0,1 1 0,3 0 0,3 0 0,2 1 0,3 0 0,2-1 0,-2 1 0,-2 0 0,-4 0 0,-4 0 0,-1 0 0,0 0 0,1 0 0,3 0 0,1 1 0,1-1 0,1 0 0,2 0 0,0 1 0,-4 0 0,1 0 0,2 0 0,2 0 0,-2 0 0,3 0 0,4 0 0,7 0 0,2 1-90,-21-1 90,19 0 90,-3-1-90,-5 1 0,13-1 0,3 1 1905,8-1-1905,0 1 0,0 0-90,-2 0 90,4-1 0,1 8-90,5 10 90,5 7 0,1 3 0,3 15 45,1 3 0,1 0-45,1-2 0,0-4 0,0 3 0,1-8 0,-1-1 0,-1-7 0,0 0 0,6 10 0,1-2 0,5-1 90,7 7-90,-9-16-270,5-6-89,-8-14-991,6-3-449,-9-9 1799,4-6 0,-4 2 0,7-3 0</inkml:trace>
  <inkml:trace contextRef="#ctx0" brushRef="#br0" timeOffset="283644">21599 2776 11041,'9'-3'2518,"0"-2"-1438,-2 3-181,0-3 450,-2 1-1169,-10 18-180,1 6-90,-6 9-629,13 17 179,14-19 450,3 6-135,3-21 0,3-5-45,21-8 181,1 1-1,-10-12 0,-3-4 0,3-8 135,-3-4 0,-3 0-45,-5 1 0,2-10-90,-22 28 90,1 20 0,-8 17-45,-5 9 0,-2 6-180,0-1 0,0 0 45,-1 3 0,0-2 135,4-14 0,0-3-225,-2 10 91,-3-21-1,-19-4 180,-11-13 45,8-7 0,0-2 44,3 0 1,1-1-90,-15-9 180,19-6-180,32 5 45,12 1 0,5-1-180,1 4 0,4 1-958,3-2 1,3-1 0,-4 2-103,-7 4 1,-2 0 1025,6-4 0,-5 0 1,-13 1-1,-3-2 0</inkml:trace>
  <inkml:trace contextRef="#ctx0" brushRef="#br0" timeOffset="284210">21663 2525 11670,'8'-12'2699,"-1"2"-2609,-18 26 90,-12 11-135,6-6 0,-1 3-90,-4 1 0,2 1-135,-4 12 90,6-11 90,18-13-90,17-14 90,-3-1 0,31-16-45,-19 2 0,1-2 45,8-4 0,1-2-289,-1 0 1,-2 1 288,-10 6 0,-2 2 0,16-6-90,-20 16 90,11-1 0,4 15-90,0 8 90,-7-1 0,0 1 0,-2-2 0,-1 0 487,16 11-667,-14-15 0,1-4-1709,20-4 1889,-19-3 0,0-1 0,19-10 0,-15-4 0</inkml:trace>
  <inkml:trace contextRef="#ctx0" brushRef="#br0" timeOffset="285744">7634 4543 10771,'7'-9'719,"-1"2"-539,0 1 0,2 11 0,6 22-135,-5-1 0,-1 5 15,1 2 0,-1 4 0,-1 1-123,-1-1 0,0 0 0,-1 0 3,1 6 0,-1 0 0,0-3-210,0 2 0,0-4 270,-2-6 0,2-5 0,6-13 0,0-11 0</inkml:trace>
  <inkml:trace contextRef="#ctx0" brushRef="#br0" timeOffset="286394">7655 4403 10681,'-12'-5'2069,"2"1"-1620,16-3-44,34 0 0,11 1-315,-17 1 0,4 0-449,0 1 0,8 0 0,3 1 0,2-1 0,-3 2 413,-5 0 0,0 0 0,0 2 0,0-1 0,1 0-278,-1-1 1,0 1 0,0-1-1,2 1 1,3 0 234,-6 1 0,4-1 0,1 1 1,2 0-1,-1 0 0,-1 0 1,-3 1-1,-4-1-34,8 0 1,-5 1-1,0-1 1,5 1 22,-4-1 0,5 1 0,3-1 0,0 1 0,-2 0 0,-3-1 0,-8 1 0,6 0 0,-7-1 0,1 1 0,12 0 0,2 0 0,-8 0 180,-15 0 0,-4 0 0,3 0 0,0 0-91,-3-1 1,-2 3 0,4 5 1474,-2 21-1519,-18-1 0,-4 5-15,-3 1 0,-3 3 0,-1 1 369,0 6 0,-1 3 0,-1-1-399,-1-3 0,-1 0 0,1-1-119,1-3 1,1 0-1,0-5 164,1-1 0,0-4 45,-2 16 0,-7-26-90,-36-11 0,7-8-243,10-1 0,-7-1 0,-6 1 243,3 1 0,-5 1 0,-4 1 0,-1 0 0,-1-1 0,3 1-346,0 0 1,2-1 0,0 1 0,-2 0-1,-1 0 1,-3 1 336,9-2 0,-3 2 0,-2-1 0,-2 0 0,0 1 0,0-1 0,1 1 0,2-1 0,2 1 0,4-1-9,-12 1 0,4 1 0,3-1 0,0 0 0,-1 0-42,4 0 0,-1 0 0,-1 0 0,2 0 0,2-1 1,4 0-1034,-9 1 1,6-2 0,1 1 718,-10 0 1,2-1-842,-4 0 1,7-3 1171,14-9 1,5-7 0,7-6 0</inkml:trace>
  <inkml:trace contextRef="#ctx0" brushRef="#br0" timeOffset="287194">8012 4642 10771,'-11'-5'1799,"2"0"-990,0 0-629,10-2 180,10 2-270,10 1 90,18 8-180,-12 2 90,9 14 0,-14 21-90,-8-11 0,-9 3 0,-4 2-540,-7 13 225,3-20 0,0-1 46,-1 11-901,15-15-2107,11-21 3039,1 1 1,14-14-1,-8-2 1</inkml:trace>
  <inkml:trace contextRef="#ctx0" brushRef="#br0" timeOffset="288111">8642 4731 11131,'-47'-3'989,"13"1"-719,-2 5 0,-2 10-90,-5 6-180,19-5 0,3 2-90,-3 6-360,12 9 90,21-17 180,0 4-90,23-14 91,7-14 179,-13-1 0,-1-1 269,18-12-44,-22 6 0,-3 0 135,-2 1-360,5 9 90,-8 13-540,17 23 180,-10-12 90,5-5 0,0-3 180,-3-5-89,19-10 178,-6-21 1,-11 7-45,-5 0 0,-4-4 225,-7-7 0,-5 0 0,4-15-90,-6 7 0,-4 6-180,-7 22 90,0 16-90,0 39 90,6-5-90,3-5 0,1 1 90,2 5-90,-1-10 0,0-2 90,-2 4-90,-5-20 0,13-27 0,0-4-90,16 0 0,5 2 0,13 3 45,-8 6 0,-2 5 45,1 15-90,-20 21 90,-19 1 0,-10-6 0,-6-2 0,-13 3-90,6-9 0,-1-4-540,-11-7-2647,1-13 3017,24-4 0,11-14 0,11 7 0</inkml:trace>
  <inkml:trace contextRef="#ctx0" brushRef="#br0" timeOffset="288761">9085 4806 10591,'12'8'1259,"6"-1"-719,18-5-180,12-7-270,-21 1 0,0-1 0,14-7-90,0-10 0,-19-5-90,-3-4 90,-19-2-90,-17 19 90,-24 23 0,15 3-45,5 7 0,5 5 45,14 13 0,6 7 0,26-8 0,-6-20 0,21-12-180,-8-16 90,-8-4 0,1-4 0,8-9 0,-15-1 0,-6-5 45,-13 9 0,-3-1 90,1-11 0,-3 1 0,-2 8 0,-1 2 135,-6-10 0,5 57-90,5-3-45,2 14 0,2 4 0,1-10 0,1 0 0,2 11 0,1 1-180,0-4 0,1-2-450,-1-6 0,0-3-134,4 4 719,-2-16 0,0-10 0,2-2 0</inkml:trace>
  <inkml:trace contextRef="#ctx0" brushRef="#br0" timeOffset="288927">9742 4744 10861,'13'6'1079,"0"0"-1079,-1-2 0,-5-1 0,-3-3 0</inkml:trace>
  <inkml:trace contextRef="#ctx0" brushRef="#br0" timeOffset="289827">6397 4707 10681,'-1'-11'2339,"-2"1"-2070,-26 16-89,0 9 0,-3 5-90,-8 5 0,-1 6-633,9 1 0,0 3 1,3-2 587,1-1 0,5 0-45,3 12 0,9-3 492,24-3-492,0-1 0,6-20 0,5-5 0,25-5 0,-15-7 0,0-4 0,-2-3 0,-3-4 45,-5-8 0,-3-2-135,-4-5 90,-15-9 0,-16 9 1296,3 4-1296,-1-4-70,21 12 70,36-6 0,-9 8 0,-2 2 0,3 1-45,-4 3 0,-2 1 45,16-2-45,-11 4 0,-2 6 45,-5 21 0,-3 15 0,-14 2 0,-14-12 0,-2 1-90,2 13 0,-1-1-449,8 2-631,5-25 451,-2 1-2558,5-11 3174,-1-9 0,5-4 0,4-3 1</inkml:trace>
  <inkml:trace contextRef="#ctx0" brushRef="#br0" timeOffset="290061">6918 4737 11400,'47'-7'45,"1"0"0,-11 2 0,1-1 0,-2 1-225,4-3 1,-2 1-1126,12-1 1,-7 1 1304,-20 4 0,11 1 0,-21 3 0</inkml:trace>
  <inkml:trace contextRef="#ctx0" brushRef="#br0" timeOffset="290294">7170 4758 11311,'-4'-9'2608,"10"12"-2428,1 3 180,17 36-270,-12-7 0,-1 3-135,-1-10 0,0 1-630,3 20 0,0-2-2602,3-5 2679,2 3 1,6-14 0,-4-15 0</inkml:trace>
  <inkml:trace contextRef="#ctx0" brushRef="#br0" timeOffset="292061">9379 4016 8522,'21'-13'2968,"-4"1"-2428,-7 5 0,-3 0-450,-2 12 90,-6 15-180,5 12-90,-3 0-90,18 7 0,7-16 90,0 1-90,21-10 180,-18-15 0,4-7 0,-1-4 0,-4-2 90,-5-2 0,-3-3 270,-6-15-180,-3 9 0,-1-7-180,-6 33 45,4 22 0,-1 9-135,1 8-45,2 5 0,0 4-180,-3-8 0,0-3 270,-3-10 0,-1 0-135,3 13 0,-4-3-90,-10-5 91,0-3 179,-25-17 179,-4-24-179,-3-4 135,11-3 0,2-1-45,2-2 0,10-3 0,6-1 0,20-2-210,17 5 0,11-2 0,-2 4-60,-7 4 1,3 2-641,-1 0 1,6-1 0,0 0 0,-5 2 787,2 0 0,-2 1 1,6-3-1,0 1 1,-6 1-1,0 1 1</inkml:trace>
  <inkml:trace contextRef="#ctx0" brushRef="#br0" timeOffset="293327">22251 2900 12390,'2'6'2698,"6"-2"-2338,30-4-270,-10-1 0,3-1 0,1-1-540,16 0 180,-1-2-1529,-2 1 1799,-29 0 0,1 1 0,-11 0 0</inkml:trace>
  <inkml:trace contextRef="#ctx0" brushRef="#br0" timeOffset="294011">22772 2797 11670,'5'-10'1350,"0"2"-541,-3 2 360,2 1-899,-7 12-180,3 5-90,-2 21-360,12 0 91,8-2 89,20-10 0,9-21 180,-21-3 0,0-3 45,1-6 0,-1-3 135,12-14 0,-8 3-91,-8 38-89,-8 25-45,-6 7 1,0 6-46,-1-3 0,0-1 0,0 0 0,-2-3 45,-1-8 0,-4-5 45,-8 1 0,-2-13-90,-19-15 90,-4-11 0,-1 0 0,5-1 0,0-2 0,-14-9 0,0 2 0,10 1 0,19 6 0,15-10-90,32-8 0,-4 3-253,2 10 0,1 3 73,-1-1-765,4-1 1,1 0-2243,7-6 3177,-14 7 0,-1 0 0,7-8 0,-9 4 0</inkml:trace>
  <inkml:trace contextRef="#ctx0" brushRef="#br0" timeOffset="294311">23580 2579 11580,'-1'-14'1530,"4"6"-991,43 18-404,-16 4 0,2 6-15,2 8 0,3 5 0,-5 2-342,-9-3 0,-4 0 1,-6 5 153,-7 1 1,-6 5-1,-5 0 1,-6-4-233,-11 3 0,-9-4 0,-5-2-356,4-9 1,-3 0-1,-3-2 1,0-1 0,4-3 290,-7 2 1,1-3 0,0-2 0,-7-1 0,-1-2 0,5-3 0,11-5 0,-1 0 0</inkml:trace>
  <inkml:trace contextRef="#ctx0" brushRef="#br0" timeOffset="294944">21226 2638 11311,'13'-4'1529,"-7"16"-1305,-20 9 1,-7 5-135,2 8 0,-1 4 0,1 0 0,-1 4 0,5 0-169,7-6 1,3-1 0,6 0-72,8 5 0,8 0 1,4-5-346,12 1 0,7-8-598,-1-10 1,4-3 0,-3-5 545,-4-3 1,0-3 0,7-4 0,-2-3 0,2-2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40:06.95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10232 2913 8612,'-1'-9'1169,"0"1"-629,2 0 180,-2 1-271,0 1 1,-15 6-360,1 2 30,-11 9 0,-8 6 0,3 0-30,1 1 0,-1 4-68,0 1 1,-5 6-1,2 0 1,4-3 22,2 1 0,4 2-75,2 8 0,1 7 0,13-5-105,22-7 0,6-2 90,-4 8 0,4-2-180,21-11 0,7-10-270,-7-10 1,0-5 224,-6 1 0,0-2 270,13-8 0,-3-3 0,-2-3 0,-12 2 0,0 1 0</inkml:trace>
  <inkml:trace contextRef="#ctx0" brushRef="#br0" timeOffset="551">10600 3018 9871,'-5'-16'1260,"0"2"-631,0 1 361,3 3-810,8 25-90,-1 8-1,1 3 1,0 3-90,-2-2 0,0 2-180,3 19 1,3 2-1460,1-3 1,1-2 1265,-3-5 1,2-2 246,2-2 1,2-7 125,2-16 180,5-4 0,-1-19 0,0-8-45,1-13 0,-2-4-45,3-2 0,-1-2-60,-7 6 0,-2-3 0,-1 3-165,-3-1 0,-1 2-135,0 2 0,-2 2-3007,2-6 2747,-2 26 0,0 9 0,1 12 0</inkml:trace>
  <inkml:trace contextRef="#ctx0" brushRef="#br0" timeOffset="3355">11319 3050 7982,'0'-11'3149,"-4"19"-3149,-4 9 119,-5 16 1,-5 12 0,0 0-60,0-6 0,0-1 0,-1 1-60,0 4 0,1 1 0,-1-2 30,1-8 0,1-1 0,4-9 60,6-10-90,1-4 30,16-27 0,12-20 0,-3 2-306,-7 12 0,1-2 253,3-4 1,4-5-1,1-2 1,-2 3-1048,1-2 0,-1 3 1,-1 1 1024,0 0 0,2 0 15,1 0 0,3-2 0,-5 18 30,2 45 0,4-13 0,-16 20 0,-5 16 0,0-4-90,2-1 0,0-1-120,0-1 0,0 3 0,4-7 210,6-8 0,2-8 0,4-9 0,5-29 0</inkml:trace>
  <inkml:trace contextRef="#ctx0" brushRef="#br0" timeOffset="3597">11100 3431 8882,'34'-17'989,"0"4"-1469,-1 2 1,7-2-1,-4 1-240,-4 3 1,-1 1 719,7-2 0,-2 0 0,-4 2 0,-8 2 0</inkml:trace>
  <inkml:trace contextRef="#ctx0" brushRef="#br0" timeOffset="3864">11740 3156 8702,'-4'-13'2519,"3"-5"-1170,42 5-1169,1 3 0,7 2-1273,-14 3 1,1 0 0,-1 1-547,15 0 1,-4 0 1556,-14-1 1,-8-1 0,-15 2-1,2-2 1</inkml:trace>
  <inkml:trace contextRef="#ctx0" brushRef="#br0" timeOffset="4131">11934 3032 9961,'-14'0'1709,"5"4"-1169,1 13-180,7 12 0,2 4-270,0 8-31,0-5 1,2 7 0,-1-7-149,0 2 44,0-3 0,1 0-315,0-4-989,3 5 539,-1-9 810,6 6 0,-1-22 0,6 5 0</inkml:trace>
  <inkml:trace contextRef="#ctx0" brushRef="#br0" timeOffset="4764">12664 2826 10141,'-36'-33'112,"-1"-1"1,1 1-1,-1 0 1,3 5-1,-1 1 1,-2 0-1,1 1 1,0 1-933,-7 0 1,1 1 0,-1 2 0,0 1 425,4 1 1,-1 2-1,0 0 1,-3 2 501,0 2 0,-3 1 0,-1 2 0,-2 1 0,-2 2-185,5 3 0,-3 1 0,-1 2 0,-2 1 0,1 0 1,1 0-1,1-1 92,1-1 0,1-2 0,1 1 0,0 1 0,-4 1 0,-4 2-30,11 1 1,-4 2 0,-2 1 0,-3 0 0,-1 2 0,-1 0 0,1 0 0,-1 1-1,3 0 1,1 1 0,3-1 0,4 0 26,-6 3 1,4-1 0,3 1 0,1 1 0,0 0 0,-3 1 0,-3 2-90,7-3 0,-2 0 0,-2 1 0,-2 0 0,0 1 0,-1 1 0,0-1 0,0 2 0,2-1 0,1 1 0,2 0 0,2 1 99,-6 4 0,2 1 1,2 0-1,1 1 1,2 1-1,0-1 1,1 0-1,0 0-22,-5 1 0,1-2 0,0 0 0,3 2 0,1 3 0,4 5 12,1 4 1,-1 5 0,2 4 0,3 2 0,5 0 0,8 1 0,10-2 48,8-5 1,8 1-1,6 0 1,5 0-1,4 0 1,3 0 0,1 0-1,1-1-69,-2-7 1,2 1-1,4 0 1,1-1-1,3 1 1,1-1-1,0-1 1,1 1 0,0-2-1,0 0 1,-2-1-1,-1 0 8,1 1 0,-2 0 0,0 0 0,-2 0 0,2-1 0,0-2 0,3-1 0,1-2 0,5-2 0,3-3-10,-10-7 1,4 0-1,3-2 1,2-1-1,1-1 1,3-1 0,1-1-1,1-1 1,1-1-1,0-1 1,0 0-1,0-1 1,-1-2 0,0 1-1,-1-2 1,-3 0-1,0 0 1,-3-2-1,-3 1 1,11-3 1,-3-2 0,-2-1 0,-1-2 0,-2-1 0,0-1 0,0-1 0,0 1 0,1-1 0,1 1-1,3 1 3,-7 2 0,1 0 0,1 1 0,1 0 0,1-1 0,0 1 0,0-1 0,1 0 0,-1 0 0,-1 0 0,0-1 0,-1-1 0,-2 0 0,0 0 0,-3-2 6,9-3 0,0 0 0,-2-1 0,-1 0 0,-1-1 0,-1-1 0,-2-2 0,-2-1 0,-1-1 0,-2-2-12,3-6 1,-2-1 0,-2-3 0,-2-1 0,-2-2 0,-2 0 0,-2-2 0,-2 0-28,-4 1 0,-3-2 0,-1-1 0,-3-1 0,-1 0 0,-1-1 0,0 0 0,0 0 39,0 0 0,2-1 0,-1-1 0,-1 1 0,-2-1 0,-2 0 0,-4 1 0,-4 0 0,-4 0 0,-3-1 0,-2 0 0,-4 0 0,-2 1 0,-4 1 0,-4 3 0,-4 3-9,-3 7 0,-4 1 0,-5 2 0,-4 2 0,-1 2 0,-2 0 0,0 1 0,1 2 0,2-1 0,3 1 9,-3-4 0,3 1 0,2 1 0,-1 1 0,-2 2 0,-4 2 0,-7 1-15,13 7 0,-2 0 0,-4 1 0,-2 1 0,-2 0 0,-2 1 0,-1 1 0,-2 0 0,-1 1 0,-1 1 0,0 1 0,0 0 0,1 1 0,0 1 0,0 1 0,2 1 0,2 0 0,1 2-154,0 1 0,-1 1 1,2 2-1,0 1 0,0 2 1,0 0-1,1 1 0,0 1 1,0 0-1,0 0 1,1 0-1,-1 1 0,0-2 1,0 1-1,0-2 0,-1 0 35,1-1 1,-1 0 0,-1-1 0,1 0 0,-1-1 0,0 1 0,1 0 0,-1-1 0,1 1 0,0 0 0,0 1 0,1-1 0,1 1 0,0 1 0,1 0 0,1 1 133,-9 3 0,0 2 0,-1-1 0,0 2 0,1 0 0,2 0 0,1 1 0,2-1 0,3 1 0,4-1 0,5 0 0,4-1 0,-8 10 0,9-1 0,5 0 0,1 0 0,0 0 0,1 1 0,-1-1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1:50.20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22469 11064 10141,'-7'-14'990,"-4"-8"-721,5 12 721,-10-17-450,10 14 269,-5-9-539,8 12 90,0 0 0,1 3-270,-2 10-1,0 8 1,0 12-90,2-3 90,5 10-90,3-15 90,2 3-90,26-18 0,9-17 0,5-7-750,-10 7 1,4-3 749,-11 3 0,4-3 0,4-3 0,2-2 0,1-1 0,-2 1 0,-3 2-468,0-1 0,-2 1 1,-1-1-1,0 1 1,1-1-1,1 0 455,-1 1 0,0 0 0,2 0 1,-1-1-1,1 0 0,0 1 0,-1-1-107,6-5 0,1 0 0,0 0 0,-1 0 1,-2 2-1,-1 2-700,3-1 1,-2 2 0,-1 0 0,2 0 757,-4 1 0,2-2 1,0 1-1,-1 0 1,-2 2-1,8-5 1,-3 1-1,-3 2 1,3-3-1,-1 0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56:03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 6236 14009,'9'-5'1259,"-2"-3"-899,-8 1 0,1-1 0,1 1 269,-1 1-539,3 8-90,-2 1 180,1 15-180,-2 2 90,0 11-90,0-5 0,0 3-239,1-7 329,0 0-90,0 0 0,2-2 0,0-2 0,2-1 0,-1-2 90,1-1-90,0-1 0,2-3 239,0-2-239,2-2 0,1-3 0,2-2 90,13-10-90,13-13 0,4-5 45,-9 0 0,0-2-976,-11 9 0,-1-1 931,7-8 0,-1 0 0,-5 3 0,0 1 0,-2 2 0,0-2 0,3-3 0,1-1 0,-1 2 0,-1 1 0,0 0 0,1 1 0,-1 0 0,-1 1-1107,18-16 927,0 4-180,-3 3 0,0 4-359,-6 5-2789,8 1 3508,-7 8 0,-4-5 0,-8 2 0</inkml:trace>
  <inkml:trace contextRef="#ctx0" brushRef="#br0" timeOffset="1325">1483 12092 14009,'-3'-5'1079,"-3"-1"-809,2 1 180,-1-1-180,1 1 0,1 1 0,-1 0 179,0 0-359,6 14-90,-1-6 0,4 12 90,-2-8-90,-1 1 0,1-1 0,0 2 0,0 0 90,0 1-90,0 0 0,0 0 0,0 1 0,0-1 0,0 1 0,-1-2 0,1 0 0,0 0 0,0-2 0,0 0 0,3 2 90,4-3-90,1-2 0,6-6 0,5-7 0,7-7-1484,8-8 1484,-13 6 0,0-1-916,2-2 1,1-1 915,3-4 0,0 0 0,0-3 0,0 0 0,1-1 0,0 0 0,0-2 0,-1 0-872,1 0 0,0-1 872,0 1 0,-1-1 0,1 1 0,-1 0 0,-1 0 0,1 1-161,-1 1 1,-1 1 160,-2 2 0,-1 1 45,-2 1 0,1 0-135,4-3 0,1 0-180,-4 2 0,0 1 45,-1 1 0,-1 1-1394,14-13-629,-22 21 103,-1 1 2145,-7 8 0,-6 2 0,-1 1 0</inkml:trace>
  <inkml:trace contextRef="#ctx0" brushRef="#br0" timeOffset="7658">19867 4351 9332,'4'-7'809,"0"-1"-359,-3 3-180,0-3 180,0 1-91,0-2 91,-1 3-90,1-1-90,-2 0 90,1 0 89,-1-1-179,0 1 0,-1-2 90,0 1-90,0 0-1,-1 0 1,0 0 0,-1 0-90,0 1 0,0-1 0,0 2 0,0 0-90,-1 1 90,-2-1-90,-3 0-1,-4 1 1,-5 1-90,-7 0 90,-5 1 0,-6 1-90,-2 1-274,11 2 0,-4 1 319,-4 3 0,-2 0-45,2-1 0,-1 2 0,-1 1 0,2 2 90,-15 5-1456,2 3 1366,2 3 0,4 3 0,3 5 0,3 6 90,5 5-90,2 5 0,5 4 0,3 4-685,13-25 0,1 2 685,1 0 0,1 0 0,2 2 0,0-1 44,2 1 1,0 0-45,2 1 0,0-1 0,1-1 0,1 1-45,1-1 1,0 0-130,1-1 1,2 0 128,3 9 0,2 2 0,3-1 0,0 0-401,0-2 1,1 0 445,0-5 0,1-2 0,8 7 297,2-3-387,1-6 90,1-3 0,5-4 0,3-3 0,4-3 0,1-5 0,2-4 249,2-4-338,6-3 89,2-4 0,-24 0 0,0 0 0,0-1 0,-1-2 0,1-1 0,0-1 44,0 0 1,-1-1-372,1-2 0,0-1 327,1-2 0,0-1 0,-2 1 0,-1-1 0,4-4 0,-1-1 0,-5 3 0,-1-1 45,4-5 0,-2 0-27,-4 2 0,-1 0 27,1-2 0,-1-1-45,-3 1 0,-1 0-102,-1 0 1,-1-1 101,-1 0 0,-1 0 0,-1 0 0,-2-1 0,0-1 0,-2 0 0,-1 1 0,-1-1 0,-1-1 0,-2 0 0,-1-28 0,-3 28 0,-2 1 0,-8-28 45,4 29 0,-2-1-90,-1 1 0,-3 0 45,-3-2 0,-3 1-225,-1-1 0,-2 1 225,-4 0 0,-2 0 0,-1 1 0,-3 0-349,-1 5 0,-3 0 0,0 2 349,-6-3 0,-3 2-23,7 6 1,-5 0-1,0 1 1,4 3-234,-9-1 0,1 4 256,5 1 0,-2 1 0,2 2-45,-1 4 0,1 4 0,-1 0 0,-1 4-49,-2 2 0,0 3-131,1 2 0,1 3-180,1 3 1,1 2-942,1 3 1,1 2-409,0 2 0,1 2 1754,2 2 0,-1 1 0,6-7 0,-1 2 0,0 0 0,-1 2 0,0-1 0,0 1 0</inkml:trace>
  <inkml:trace contextRef="#ctx0" brushRef="#br0" timeOffset="14424">2017 11588 9411,'2'-8'1415,"0"-1"-1127,1 5 572,0 0-707,1 1 1,-3 1 0,1 2 0</inkml:trace>
  <inkml:trace contextRef="#ctx0" brushRef="#br0" timeOffset="17719">19541 10697 9781,'5'-11'1350,"0"0"-901,-1 0 1,0 3-90,-1-2 90,1 2-91,0-1-89,1 0 90,0 0-90,1-1 0,1 2-90,1-1 90,2 0-91,1 1-89,1 1 270,11-4-90,8 2-90,21-3-90,-8 6-1127,8 1 1127,-14 4 0,-1-2 0,3 3-90,0-2 90,0 1-90,1-1 90,0-1-90,1 1 0,-1-1 90,0-1-90,-1 0 0,-1-1 0,-1-1 90,-2 0 90,11-5 0,-14 3-515,6-2 425,-18 4 0,-3 0-90,0 1 90,-3 1 0,0 0 984,-2 0-984,-1 1 387,-1-1-387,-1 1-90,-2 1 0,1 0 90,-1 2-90,-1 1 0,1 1 90,0 4-90,-1 2 0,0 7 90,-2 21-90,-4 2 0,-1-9 0,-2 2-1679,-4 24 1724,1-23 0,0 2-1123,-1 5 0,-2 2 1078,0 3 0,-2 1 0,0 6 0,-1 1 0,0 0 0,-1 1 45,1 1 0,-1 0-1087,0 0 0,0 0 1042,-1 1 0,1 1 0,-1-1 0,1 0 0,0 1 0,-1-1 45,1 0 0,0 1-45,1-1 0,-1-1 0,2-1 0,-1 2-477,1-7 0,1 4 0,0-4 477,-1 8 0,0-1 0,2-12 0,1 2 0,0 0-163,0-1 0,1 0 0,1-3 163,-1 2 0,0 1-50,0 5 1,1 4-1,0-5 50,1-7 0,0-3 217,0 12 0,0-3-217,2-17 0,0-3 894,-2 24-805,1-8-89,1-2 0,-1-5 1503,1-5-1503,0-5 2085,0-5-2085,1-2 1659,-1-1-1659,1-2 983,-1 4-983,1-3 440,-1 2-440,1-2 170,-1-5-170,0-2 0,1-3 0,-2 0 0,0-1 0,0 1 0,-1 0 0,0 0 0,-1 0 0,0 1 0,0-1 0,0 0 0,-1 0 0,1-1 0,1-1 0,-1 1 0,-2 0 90,3-1-90,-2 1 180,1-1 0,2-2 0,-3 1 0,1-2-90,-2-1-90,1-2 90,-1-2 0,1 0-90,0 0 90,-5-4-90,2 2 90,-3-4-90,0 3 0,-14-7 90,-12-5-90,-9-2-179,20 8 0,-1 1 179,-22-7-903,23 8 1,0 1 902,-2-1 0,0 0 0,-1 0 0,-1 0-670,0 0 0,0 0 670,1 1 0,-1-1 0,1 1 0,0 0 0,0 0 0,0 0 0,1 0 0,1 1 0,0 0 0,0 1-812,-24-8 812,3 2 0,5 1 0,5 1 214,3 2-214,1 0 0,-11-2 757,12 4-757,-6-3 0,17 5 1276,1 0-1276,2 0 1120,1 1-1120,0 1 0,2 0 0,2 0 828,1 0-828,1 0 120,2 1-120,1-1 0,2 2 0,0-1 0,-1 0 0,2 0 90,-3 0-90,3 0 0,1 0 0,-1-1 0,3 1 0,-2-1 0,1-1 0,0 1 0,0-2 0,1 1 0,-1-2 0,1 1 0,-1 1 0,0-1 0,0-2 0,0 2 0,-1-2 0,1 0 0,-1 0 0,-1-2 0,2 1 0,0-1 0,1 3 0,0 0 0,1 0 0,0-3 0,-1 2 0,2-2 0,0 2 0,1 0 0,-1-1 0,1-1 90,1 0-90,0-2 0,0-1 0,2-3 0,1-2 0,1-3 0,2-5 90,7-19-90,-3 13 0,0-1-858,0 0 1,0 0 857,2-4 0,-1 1 0,5-18-201,-8 24 0,0 0 201,-1-1 0,1 0 0,0-1 0,0 0-717,-1-2 1,1 0 716,-1 1 0,1-1 0,-1-1 0,1 0 0,-1 1 0,1-1 0,-1 0 0,0 1 0,0-1 0,-1 1 0,1 0 0,-1-1 0,0 2 0,0 0 0,1 0 0,-1 0-1108,4-12 0,-1-1 1108,-2 11 0,-1 1 0,3-11 0,0 2 284,-3 14 0,0 0-284,3-10 0,0 1 0,4-15-243,-5 18 0,1 3 243,1-6 0,1 2 976,0 3-976,1 3 0,-2 4 0,0 3 0,-3 4 2740,-1 1-2740,1-1 0,-1 4 453,0-2-453,-2 6 1425,0-1-1425,-1 3 0,1-2 0,-3 5 0,0 0 0,1 0 0,0-1 0,0-1 0,-2 0 0,0 0 0,-2 1 0,0 1 0,-1 0-90,-1 2 90,0-1-90,1 0 90,10 4 0,-2-1 0,10 2 0,-3 0 0,15 1 0,-2-2 0,16 1-735,-3-1 735,11 0 0,6-1 0,-11 0 0,1-1 0,-10 2 0,1-1-991,10-1 0,1 0 991,-14 1 0,-1-1 0,1-1 0,1 1-617,-1-1 0,-1 0 617,0 0 0,-1 0-439,0 1 1,-1-1 438,21-2-90,-6 0 12,-9 2-102,-7 0 1510,-7 1-1600,-4 0 1361,-5 0-1451,-1 1-7359,-5 0 7719,-17 3 0,-3-1 0,-16 2 0</inkml:trace>
  <inkml:trace contextRef="#ctx0" brushRef="#br0" timeOffset="20360">19685 11340 14549,'0'10'1889,"-5"-5"-1799,-2-5 0,-3-2-1,4 1 1,-1 0-90,-2 0 90,0 0 0,-2 2-90,0 0 0,-2 2 90,-1 1-90,0 1 0,-3 3 90,2 1-90,-5 5 0,4 0 0,-1 3 90,4-1-90,-1 9 0,4 5 0,0-1 90,8 7-90,4-14 0,3 5 0,1-7 0,3-1 90,1-1-90,3 2 0,1-3 0,1 0 0,0-3 0,-1-3 0,1 0 0,-1-2 0,0 0 0,3 0 0,-2 1 0,2-1 0,-4 0 0,-5-4 0,-2 0 0,-4-1 0,-2 3 0,0-1 0,-4 2 0,0-1 0,-2 1 0,-1 1 0,-1 1 0,-1 0 0,0 1 0,-2 1 0,0 1 0,0 1 0,-1 1 0,-2 2 0,-4 8 0,-2 5 0,1 1 0,3-3-245,5-7 245,2-1 0,0-1 0,2-2 0,0-2 0,0 0 0,0-1 0,1-1 0,0-2 245,0 0-245,-1-2 0,0 1 90,0-2-90,-2 0 0,-3 1 0,-3-2 0,0-1 0,0-2 0,5-3 0,1-1 90,-1 0-90,0-1 0,0 0 0,1-1 0,-1 0 0,2-1 0,-1 0 90,2 0-90,0 0 0,1 0 0,0-1 0,1 1 90,0-1-90,2-2 0,7-5 0,0 1 0,6-4 0,8 0 0,-3 4 0,7-5 0,-5 6 0,1 0 0,0 0 0,1 1 0,-1-1 0,0 2 0,0-1 90,-2 2-180,0 0 90,-3 1 0,0 1 0,-2 1 0,-2 2 0,0 0 0,2 5 0,0 4 0,0 2 0,-2 3 0,-3-2 0,3 8 0,-3-4 0,3 6 0,-3-7 0,2 2 0,0 0 0,0-1 0,2 1 0,-1-3 0,1 1 0,1-2 0,-1 0 0,0-3 0,-1 0 90,5 2-90,-5-4 0,3 2 0,-4-5 0,-1 0 0,-1 0 90,2 0-90,-2 0 0,1-2 0,-2 0 0,1-1 0,-2-1 0,3 0 0,-1-1 0,1-1 90,-2 0-90,0-1 0,-1 0 0,0 0 0,2-2 0,0 1 0,0-1 0,-1 0 0,-1 2 0,0 0 0,2 0 0,-1 0 0,0 0 90,1 0-90,0-1 0,1 1 90,-1 0-90,3 0 90,-1-1 89,5-2 1,2-2-90,-1 0 0,0 0 90,-3 2 0,4-5-90,-3 1 90,3-4-90,-6 2 0,1-2 0,-2 0 0,1-3-90,-1 0 90,-1-2 0,-2 1 0,-1 0-1,-2 0-89,-1 0 90,-2 0-90,-1 0 90,0 1 0,-3-8-90,0 8 0,-2-5 90,2 8-90,-2 1 0,1 2 0,-1 0 0,0 1 0,-1 1 90,-2-1-90,2 4 0,-2-2 0,1 2 0,0 0 0,0 1 0,1 0 90,1 2-90,1 0 0,1 0 0,1 0 0,-2-1 0,3 1 0,-3-1 0,4 1 0,2-5 0,1 3 0,5-3 0,-2 2 0,2 0 0,0-1 0,1-1 0,1-1 0,1-1 0,2 0 0,-1-1 90,2-1-90,1 0 0,-1-1 0,6-4 0,0-1 0,0 1 0,-2 3 0,-5 5 0,1 0 0,-1 1 0,0-1 0,0 2 0,0-1 0,-1 1 90,0 0-90,0 1 0,-2-1 0,0 2 0,0-2 0,0 1 90,-1-1-90,2-4 90,-1-1-90,2-5 0,-4 4 90,-2-6-90,-2 8 0,-1-4 0,-3 3 90,0-1-90,-2-1 0,-2-2 0,-1-1 0,-2-1 0,-1 1 0,0 0 90,-1 1-90,-1 0 0,0 2 0,-1-1 0,1 2 0,-2 0 0,2 3 0,-8-4 0,6 4 0,-7-1 0,7 4 0,-1 2 0,1 0 0,-1 0 0,0 2 90,-1 0-90,1 1 0,0 0 0,1 1-90,1 0 90,0 2 0,1-1 0,0 2 0,0 0 0,1 2 0,0-1 0,2 3 0,-2 0 0,1 1 0,0 1 0,-4 4 0,4-1 0,-3 2 0,4-2 0,1-1 0,0 1 0,1 0 0,0 0 0,0 1 0,0-2 0,-2 6 0,2-6 0,-2 6 0,0-1 0,2-3 0,-5 7 0,5-9 0,-1 3 0,-1-1 0,2-3 0,-3 2 0,3-4 0,0 0 0,-2 1 0,1-2 0,-2 1 0,1 0 90,-2-1-90,2 0 0,-2 0 0,0-1 0,-1 0 0,0-1 0,1 0 0,-2 0 0,-4 0 0,-3-1 0,-5-1-90,1-2-90,4-1-90,3-1-90,5 0-179,2 1-271,-1-1-809,2 0-90,1 0-4677,2 0 6386,2-3 0,2 4 0,1-3 0</inkml:trace>
  <inkml:trace contextRef="#ctx0" brushRef="#br0" timeOffset="31561">20269 9774 13919,'8'-8'1079,"-1"0"-719,-4 4 360,-1 0-180,1-1-1,-2-1-359,-1-1 0,-2 1 0,-2 1 0,-2 4-90,-2 0 0,-3 2 90,-3 2-180,-2 3 90,-4 4-1,-1 4 1,-2 4 0,2 3-90,2 2-424,3 3 424,2 1 90,4 0-90,3-2-212,4-1 212,2-1 90,6 9-90,1-8 0,6 8 0,7-7 0,-3-7 0,7 0 0,-5-10 0,2-2-16,1-4 16,0-2 0,4-5-384,0-4 384,3-4 0,-1-4 0,-1-4-144,-3-2 144,-1-4 0,-3-2 0,-3-3 0,-4-2 0,-4 0 0,-4 1-90,-3 2 381,-5 1-381,-7-7 90,0 9-537,-5-1 537,4 15 364,-5 4-544,3 5 538,-5 4-717,7 5-181,-1 1-270,1 3-285,2 1-1153,0 2-900,3 0 3148,1 0 0,-1 4 0,2 1 0</inkml:trace>
  <inkml:trace contextRef="#ctx0" brushRef="#br0" timeOffset="31908">20948 9491 14908,'4'-11'630,"-1"1"180,-1 6 359,0-1-809,-5 11-180,-5 6 0,-4 11-90,-3 6-654,0 0 744,-4 4-90,-1 3 0,-3 5 0,-2 1-1392,0 0 1392,-3 1 0,1 0-90,-2-1 90,0-1 0,-1 0-90,0-2 0,2-1 90,0-1-860,5-5 770,1 0 90,3-6-538,1 1 358,4-4 268,0-2-538,4-2-90,0-3 1001,2-1-1630,1-2-1989,0 2 10,4-5 3178,0 2 0,4-6 1,1-2-1</inkml:trace>
  <inkml:trace contextRef="#ctx0" brushRef="#br0" timeOffset="32217">20857 9895 14459,'11'-14'180,"-2"2"0,-1 3 89,-1 1 1,-1 2 90,-1 0-90,-1 1 0,0 1-90,0 0 269,-1 1-179,2-1 0,-1 2-90,1 2-90,-1 2 0,-1 3 90,-3 8-90,-2-1 0,0 7 0,-2-2 0,-1 3-1,-3 5 1,-4 12-90,1-5-450,-3 6 450,5-13 90,1-3-206,0-1 116,0-1 0,0-1 0,2-1 0,-1-1-180,2-2 0,0-3 534,1 0-624,0-2-327,0 2 597,0-2 0,1-2 0,2-4 0</inkml:trace>
  <inkml:trace contextRef="#ctx0" brushRef="#br0" timeOffset="32543">20981 9866 14189,'2'-10'450,"-1"0"-1,-1 3 361,0 1-270,1-1-271,1 3-179,3-1 90,0 4-90,2-1 0,-1 2-90,1-1 90,2 1 0,0 0-90,1 1 90,1 1-90,0 0 90,1 1-90,-2 0 0,1 1 0,-1 1 90,0 0-90,-2 2 0,-3 0 0,-2 1 0,-2-1 0,-3 3 0,-4-1 0,-4 1 90,-4 1-90,-2-1 0,-9 4 0,4-3 0,-6 2-90,2-2-90,6-4-180,-3 3-89,8-4-271,1-1-1799,2-1-1348,2 0 3867,1-1 0,2 1 0,1-1 0</inkml:trace>
  <inkml:trace contextRef="#ctx0" brushRef="#br0" timeOffset="32732">21409 10007 15628,'10'-6'450,"-1"1"-90,-5 2 179,1 1-269,-1 0-989,3 2-6297,-4 2 7016,-5 3 0,-9 0 0,-6 3 0</inkml:trace>
  <inkml:trace contextRef="#ctx0" brushRef="#br0" timeOffset="34691">796 11584 12120,'9'-8'1799,"-3"2"-899,-1 2 89,-2 2-629,-9 4-270,-8 8 0,-4 2 0,-4 3 0,3-2-333,0 1 243,-5 2 90,0 0-90,-2 0 90,0-1-90,2-1-38,2-3 38,5-3 0,2-1 90,-2 0-90,5-2 0,-2 0 238,7-4-148,2-4-48,5-5 48,3-3-180,4-6 180,2 1-90,4-5-392,2 0 392,2-4 0,0 1 0,1 1 0,-1 0 0,-2 3-129,-1 1 129,-1 3 0,-2 1-90,4-2 90,-2 1 0,0 2 0,-1 3 387,-5 7-387,2 0 134,-2 4-134,0 2 0,1 2 0,1 3 0,1 5 0,1 2 0,0 7 0,1 2 0,-1 5 0,-2 3 0,-2-2-423,-3 1 423,-3-3-90,-2 3 180,-2 1-90,-6 14 0,1-13 0,-10 18 0,1-20-452,-1 2 452,0-10-45,5-8 45,-1-2 403,1-1-403,0-2 0,1-1 0,1-2 288,0 0-557,2-2-42,1-2-139,1-2-359,1-1-1440,1-2-809,2-2 3058,1-2 0,6-9 0,1-2 0</inkml:trace>
  <inkml:trace contextRef="#ctx0" brushRef="#br0" timeOffset="35007">1056 11261 14369,'-2'-14'270,"1"1"89,1 6-179,-1-1 180,0 2-90,0-2 270,1 2-450,-3 13 90,2 0-91,-2 16 1,-1 4 0,0 4-1214,-3 11 1124,1 5 90,-3 8-45,5-26 0,-1 0-45,0 2 0,0-1-720,0 1 0,-1 0 764,-1 1 1,1 0-45,-1 1 0,0-1 0,0 0 0,0 1 45,0-1 0,0-1-45,-1 0 0,1 0-45,0-2 0,0 1-945,-7 24 811,3-6-91,0-6-90,2-9-180,3-5 0,1-7-449,2-4-1260,2-3 528,0-4 1721,2-2 0,1-2 0,1-2 0</inkml:trace>
  <inkml:trace contextRef="#ctx0" brushRef="#br0" timeOffset="35300">1081 11586 14189,'2'-11'180,"-1"1"180,0 5-181,1 0 1,1 1-90,3 1 90,0 3 0,2 3-90,-2 2 180,4 9-90,2 8-90,-2 4 0,0 4-434,-6-6 434,0 5-90,0 2 90,-2 0 0,0-1-90,-1-3 90,-1-2-90,-1-2-149,0-1-31,0-3-90,1-1 0,-1-3-899,-1 4-1080,0-8-719,0 3 2968,-1-8 0,1-2 0,-2-2 0</inkml:trace>
  <inkml:trace contextRef="#ctx0" brushRef="#br0" timeOffset="35608">1127 11547 14279,'0'-11'0,"0"2"90,0 2 180,1 1-1,-1 0-89,1 0-90,1 1 0,1 1 0,1 0 0,2 0 0,2 0 0,3-1 0,1 1-90,3-1 90,2 0-90,1 1 90,2-1-90,0 2 90,0-1-90,-3 2 90,5 2-90,-7 1 0,2 2 0,-8 1 0,-3 2 90,-3 0-90,-4 3 0,-2 2 90,-8 3 0,-4 4-90,-5 1-448,-3 0 448,-2-1 90,0 2-90,0-2 0,1 0-180,4-3-630,-1 3-359,9-6-990,1 1 2159,11-4 0,7-5 0,3 1 0</inkml:trace>
  <inkml:trace contextRef="#ctx0" brushRef="#br0" timeOffset="43332">20329 5836 12210,'8'6'2609,"-1"-1"-1980,-3-4-89,2 1-360,-1-1 0,1 0 0,1 0 89,-1-1-89,2 0 0,3-1 0,1 1 0,5-1 0,2 0-90,4-1-489,5-1 489,2-1 90,4-1 0,1-1-706,-1-1 706,0-2 0,-1-1-91,4-4 91,0-3-90,2-3 0,0-3 90,0-3-1367,0-4 1277,1-3 0,-1-4-1421,0-3 1376,-19 19 0,-1-1-1,2-2 1,1-2-45,0-1 0,0-1-499,1-2 1,1 0 498,-1-3 0,-1 1 45,1-1 0,-1-1-462,0 0 0,-1-1 417,1 0 0,-1-1 0,0 0 0,0 1-134,-1-1 1,-1 0 133,0 3 0,-2 1 36,-1 0 1,0 0 8,-3 3 0,0 0 0,-1 0 0,-1 1-1,0-1 1,-2 1-45,8-26 1029,-3 1-939,-3 4 0,-2 3 778,-2 4-868,-3 1 90,-2 0-90,-1 0 90,-3 0-90,-2 1 90,-3 0-90,-3-3 90,-2-1 489,-4-3-489,-3 2-90,-2 1 90,-2 1-90,-2 2 90,-2 0-90,-2 1 0,7 12 0,-3 0 45,-2-2 0,-2 1-45,1-1 0,-1 0 45,-11-6 0,1 2-45,13 13 0,1 1-142,-12-8 1,0 1 141,7 8 0,1 1 0,-5-2 0,1 1 0,-1 1 0,-1 0 0,-1 1 0,0 1 45,-1-1 0,0 2-45,2 1 0,0 1 0,-4-1 0,0 1-640,2 1 1,-1 0 639,-4 0 0,0 0-376,-1 0 0,0 1 376,-1 1 0,0 0 0,-1 0 0,1 2 0,-1-1 0,-2 2 0,4 1 0,-4 0 0,-1 2-310,1 0 1,-1 1-1,0 0 310,-3 0 0,1 0 0,-2 2 0,7 1 0,-1 1 0,0 0 0,4 1 0,-15 1 0,2 1 0,8 1 0,-1 0 0,2 0-151,-4 1 0,2 1 151,-1 2 0,0 0 0,-1-1 0,1 1 0,-1 0 0,-1 2 0,1-1 0,0 0 0,0 0 0,-1 1 0,0 1 0,0 0 0,1 0 0,0 0-137,-2 1 0,1 0 137,-1 0 0,1 1 0,-1-1 0,1 2 0,-1-1 0,0 1 0,-1 0 0,1 0 0,0 0 0,-1 0 0,2-1 0,-3 2 28,6-2 1,-3 0-1,0 2-28,-3-1 0,0 1 0,-1 0 0,1 1 0,0-1 0,0 1 0,2-1 0,0 0 0,3-1 0,-6 2 0,3 0 0,-2 1 0,0-1 0,17-5 0,1 1 0,0-1 0,-1 0 0,1 1 0,0-1-33,0 1 0,1 0 1,-1-1 32,0 1 0,-1 0 0,1 0 0,0-1 0,0 1 0,0-1 0,0 1 0,0 0 0,-1-1 0,1 1 0,-1-1 0,0 0 0,0 0 0,-1-1 0,1 1 0,-1-1 0,1 0 0,-1 0 0,-1 0 0,1 0 0,-1 0 0,1 0 0,-1 0 0,1-1 30,0 1 0,0-1 0,-2 1-61,-13 3 1,-4 1-1,3 0 31,11-4 0,2-1 0,-2 1 8,-11 2 1,-2 1 0,0-1-9,14-4 0,-1 1 0,0-1 0,2-1 0,-3 2 0,1 0 0,-1-1 0,2-1 0,-2 1 0,1-1 0,2 0 0,1 1 1,1-1 0,1 0-1,-1-1 0,1 0 0,-1 0 0,1-1 0,-1 1 0,0 0 0,1-1 0,-1 1 0,0 0 30,1-1 0,-1 1 0,0-1-30,0 0 0,-1 1 0,1-1-19,0 0 0,0 0 0,0 0 19,0 0 0,0 0 0,0-1 0,0 0 0,1 0 0,-1 0 0,0 0 0,1 0 0,-1-1 18,1 0 0,0 0 1,0 0 11,-1 0 0,1-1 0,0 0-60,-1 1 0,1-1 0,-1 0 60,1 0 0,0 0 0,-2 0-30,-14 0 0,-3 1 0,0-1-88,12 0 0,1 0 0,-1-1 0,0 1 88,0 0 0,0-1 0,0 0 0,1 1 0,-12-1 0,0 1 0,4-1 232,13-1 1,3 1 0,-3-1-233,-15 1 0,-4 1 0,3-1 0,12-1 0,1 1 0,-2-1 0,-11 1 0,-3 0 0,3 0-21,14 0 0,3-1 0,0 0 21,-1 0 0,0 1 0,0-1 0,0 1 0,0-1 0,0 1 0,0 0 0,0-1 0,1 1 0,-1 0 0,0 0 0,0 0 0,0 0 0,0-1 0,-2 1 0,-13 1 0,-4-1 0,3 0 0,11 0 0,3 0 0,-2 0-228,-12 0 0,-1 1 0,3-1 228,-2-1 0,3 1 81,-1-1 1,1 1-82,2-1 0,0 1 0,-1 0 0,2 0 0,4 0 0,0 0 0,1 1 0,0-1 0,5 0 0,-1 1 197,1-1 1,0 0-198,1 0 0,-1-1 0,2 1 0,0 0 0,0 1 0,2-1 295,0 0 0,0 0-295,2 0 0,0-1 0,2 1 0,0 0 479,1 0 1,1 0-570,-22 2 90,3 1 0,6-2 1094,2 2-1094,4-1 0,3 0 0,5 0 0,5 0 1411,4-2-1411,2 1 1460,-5 1-1460,3 2 0,0-1 1220,5 1-1220,5-1 899,2 0-899,0 0 0,0 1 0,2 0 0,0 0 0,1-1 0,0 1 0,0-1 0,0 1 0,0-2 0,1 2 0,-1-1 0,1 0 0,1-1 0,-1 1 0,1-1 0,-1 1 0,1-2 0,-1 1 0,-1 1 0,0-1 0,-2 3 0,1-2 0,-3 0 0,1-1 0,0 1 0,-2 0 0,0 0 0,-2 0 0,0 1 0,-1 0 0,0 0 0,-7 4 0,3-2 0,-11 6 0,5-1 0,-7 5 0,7-3 0,2 0 0,6-3 0,0 0 0,1 2 0,-1-1 0,1 2 0,-2 2 90,-2 2-180,-1 3 90,0 1-459,1 1 459,0 1 0,-5 12 0,5-9 0,-9 23 0,13-23 0,-4 7 0,5-5 0,0-4 0,0-1 0,3-5 0,3-9-90,2-1 0,-1-1 90,1-1 370,0-1-460,2-1-90,-1-1-90,0 0 90,1 1-270,0-2-269,0 2-1080,0-2 1799,-1 0 0,1-3 0,1 1 0</inkml:trace>
  <inkml:trace contextRef="#ctx0" brushRef="#br0" timeOffset="43783">8196 5380 14459,'-7'-11'-360,"1"0"450,0 2-90,1 0 90,-1 1 0,1 0 270,-4-5 89,0-1-179,1 0-90,0 2 90,4 4 90,-2-1-270,3 3 180,-2-2-91,2 3 361,1 0-540,0 9 90,1 0 0,1 17 0,-1-6-90,1 11 0,-1-3-449,-1 8 449,1 1 0,-1 4 90,2 1-90,-1-5 0,1 0 0,1-3 90,0-2-90,1-2 0,0-1 0,1-3 90,1-1-90,0-3 0,2-2 90,7 2-90,-2-6 0,6 0 0,-2-6 90,11-5-90,-2-4 65,9-4-65,-4-3 0,0-3 0,-1-2 0,1-3-801,1-5 801,-1-1-180,-8 2 0,0 0-180,10-12 45,-11 10 1,0 1-946,5-6-1168,-1 2-1170,-3 3 3598,-2 6 0,1-2 0,-2 2 0</inkml:trace>
  <inkml:trace contextRef="#ctx0" brushRef="#br0" timeOffset="51876">20826 7362 12840,'8'-6'809,"0"0"-449,-3 4-180,-1-2 90,2 1-90,-2 0 0,2 0 89,2-1-89,-1 2-90,3-2 0,-2 3 0,0 0 0,1 2 0,0 0-90,1 1 90,0 0-90,0 1 90,0 1 0,3 6-90,0 6 0,-1 2 90,-4 13-90,-7-2-702,-3 8 702,-5 0 0,-3-1 0,-4 5 0,-2 1 0,-2 2-1253,-3 1 1253,-1 0 0,-1 0 0,-1 1 0,0-2 0,2-1-934,0-1 934,4-6-8,-2 8 8,8-9 690,4 6-690,8-13 0,7-5 0,7-6 1033,5-1-1033,5 0 659,5-3-659,2-3-90,3-2-89,2-3-181,1-3-180,-4-2-449,0-4-1170,-6-1-360,-2-2 2522,-3-1 0,-1-5 0,1-2 0</inkml:trace>
  <inkml:trace contextRef="#ctx0" brushRef="#br0" timeOffset="53015">21242 8053 14099,'8'-5'2249,"-1"-1"-1260,-4 2-899,-10 4 90,1 0-90,-9 6 0,4 1 0,-2 2 0,1 2 0,-2 1 0,1 1-90,0 1 90,1 0 0,2 1-90,1-1 89,2 1-89,1 0 0,2-1 90,1 1-90,4-2 0,0 1 90,3 0-90,1-2 0,3 0 0,0-1 0,3-2 90,2-2-90,0-1 0,4-2 0,-1-2 0,3-1 0,0-3 0,1-2 0,3-3 90,0-3-90,1-4 0,3-11 0,-10 3 0,0-14 0,-14 13 0,-4-5 0,-5 7 0,-2 1 0,-3-1 0,-2 3 0,-2 1 0,2 4 0,2 3 0,-1 2 0,2 2 0,1 1 0,2 3-90,2 0 90,13 10 0,-2-6 0,14 8 0,-7-7 0,3-1 0,1 0 0,0-2 0,2-1 0,-2-1 0,2-2 0,0 0 0,1-2 0,-3 0 0,-1 0 0,4-6 0,-5 3 0,2-3 0,-6 3 0,1-3 0,-3 3 0,1-1 0,-4 4 0,-1 0 0,-1 1 0,0 1 0,0 0 0,-1 0-90,1 1 90,1 3 0,1 1 0,0 4 0,-1 3 0,1 1 0,-1 3 0,2 3 0,0 1 0,1 3 0,2 8 0,-2-5 0,1 6 0,-2-8 0,-2-1 0,-1-1 0,0-2 0,-2 0-90,-1-2 90,-1 0 0,-3-2 0,1 0 0,-3-1 0,-1-1 0,-2-1 0,-1-1 0,-6 3 0,2-3 0,-7 1 0,9-5 0,-3 0 0,6-1 0,1-1 0,0 0 0,1 0 0,-1 0 0,3-1 0,-3 0-90,16-3 90,-4 0 0,19-8 0,2-4 0,1-3 0,13-14-1409,-6-3 1409,0-1 0,-3-3-763,-11 13 763,-1-2-436,-3 1 436,0-1 90,-4 4-90,-1 2 0,-2 5 0,-2 1 1218,-2 2-1218,0 0 837,-1 3-837,-1 1 553,-1 1-553,0 1 0,0 0 0,0 2 0,-1 0 0,4 14 0,-2-2 0,4 13 0,0-3 0,2 3 0,-1 2 0,4 4 0,-3-1 0,3 2-243,-2-1 243,0-2 0,-2-2 0,-1-2 0,0-2-24,-2 7 24,-2-9 0,-1 4 0,-4-8 0,-2-1 0,-2-1 243,-1-2-243,-3 0 24,-1-2-24,-1-1 0,-3 0 0,1-1 0,-2-2 0,2 0-90,-6 1-629,2-2-900,-2 3-4947,7-3 6566,4 2 0,6-3 0,1 1 0</inkml:trace>
  <inkml:trace contextRef="#ctx0" brushRef="#br0" timeOffset="53215">22304 8251 16078,'5'-11'1349,"-1"2"-360,-2 4-179,0 1 0,1 0-451,0 1-3237,1 5 1259,-8 1-900,0 2-1348,-7-2 3867,-1-2 0,-7 0 0,-3-1 0</inkml:trace>
  <inkml:trace contextRef="#ctx0" brushRef="#br0" timeOffset="53590">20607 8495 15358,'4'-10'810,"0"1"-540,2 6 89,1 1-89,1 0 0,3 0 0,4 1-90,3 0 90,9 2-90,5 1-1266,12 2 1266,3 0-90,9 4 0,-27-5 0,0 0-45,2 2 0,0 0-892,1-1 1,0 1 891,6 1 0,1 1-946,1-1 0,2 0 901,4 1 0,1 0-811,0 0 0,1-1 676,0 1 0,1-1-45,-1 0 0,0-1-422,-4-1 1,-1 0 151,0-1 0,-1 0-434,-5-1 1,1 1-287,-2-2 1,1 1-291,-1 0 0,-1 0 1460,-3-1 0,0 0 0,1 0 0,-1 0 0,-1-1 0,0 0 0</inkml:trace>
  <inkml:trace contextRef="#ctx0" brushRef="#br0" timeOffset="56599">21248 8986 10951,'-8'-5'3058,"1"1"360,3 1-3238,10 2-90,-3 1 0,11 0 0,-5 1 90,9 0-180,-4 1 90,6-1 0,-5 0-90,2 0 90,-1 0-90,0 0 0,0 0 89,-2-1-89,0 0-89,-1 0-1,-2 0-90,0-1-90,-2 1-90,-1 0-90,-1 0 450,-1-1 0,-3 1 0,-1-1 0</inkml:trace>
  <inkml:trace contextRef="#ctx0" brushRef="#br0" timeOffset="56907">21278 9116 14998,'1'11'810,"1"1"-630,0-7-90,0 3 90,-1-1-90,-1 1 0,1 2 0,-1 1 0,-1 1-1,0 1 1,-1 2 0,-1 0-90,-1 3 90,0 1-90,-1 2 90,0-2-90,-1 1 90,2-3-90,-1 3 0,0-3 0,1 1-90,-1-4-180,3 1-89,0-3-901,0 4 1260,1-5 0,-1 2 0,1-5 0</inkml:trace>
  <inkml:trace contextRef="#ctx0" brushRef="#br0" timeOffset="57140">21148 9439 15358,'14'5'360,"-1"-1"-180,1-2-90,-3 0 0,5 0 0,-3-1-90,2-1-90,1-1-180,2-1-270,2-2-359,5-2-1260,2-3-1208,5 0 3367,1-2 0,5-3 0,1 0 0</inkml:trace>
  <inkml:trace contextRef="#ctx0" brushRef="#br0" timeOffset="57424">21839 9245 15178,'-4'-10'2159,"0"1"-1709,0 6-270,-2 2 0,0 1 0,-3 4-1,1 0-89,-2 2 90,-3 1-90,-2 2 0,0 2 0,-3 3 0,1 3-90,0 1 90,2 0 0,3 0-90,1-1 90,3 1-90,1 0 90,3-1-90,2-2 0,1 2 0,2-2 90,2 1-180,1-1 90,7 3-90,-2-5 90,7 2 0,-4-7 0,-5-4 0,-1-1 0</inkml:trace>
  <inkml:trace contextRef="#ctx0" brushRef="#br0" timeOffset="58507">22064 9344 14189,'-1'-25'-585,"16"-11"1,4 1 1573,-12 6-854,13-5 0,-5 7-2024,-18 24 3238,-2 2-1304,-39 1 0,-9 2 45,28 2-45,-28-4 0,15 2 45,43 4 0,-1-1 0,3 3-90,-3-2 90,3 1-90,-2 1 90,1 1-90,-1 0 0,1 1 90,1 6-90,-1-2 0,-1 3 90,-2-3-90,0-1 0,-1 2 0,-1 7 90,-2-3-90,-1 5 0,-1-6 0,-1 0 0,-2 0 0,-1-1 90,-2 1-90,-7 7 0,2-8 0,-4 5 0,4-9 0,0-3 0,0 1 0,1-4 0,0 0 89,0-2-89,1 1 0,0-2 0,2 0-179,-2-1-1,0 0-540,-3-1 90,4-2-3057,-6-2 3687,8-1 0,-4-5 0,4 0 0</inkml:trace>
  <inkml:trace contextRef="#ctx0" brushRef="#br0" timeOffset="59040">22195 9385 13110,'3'-8'1529,"0"-1"-630,-2 3 360,1 0-1169,-6 7 0,2 0 0,-6 8 0,2-1 0,-1 2-90,0 2 90,-1 2-90,0 1 90,-6 11 0,6-7-90,-3 10 0,6-11 0,2 1 0,2-3-90,1 1 0,1-3 0,2 1 0,0-2 0,3 0 90,1-1-90,2 0 0,1-2 90,1-1-90,2-2 90,7-2-90,-4-2 90,13-6-89,-12-2 89,6-7 0,-4-1-338,-1-4 338,1-4 0,5-16 0,-6 9-604,2-11 604,-10 15-90,-1 1 90,-3 3 0,-1 3 0,0 3 0,-1 1 317,0-2-317,-3 2 625,0 1-985,-8 2-90,1 7-180,-4 0-719,2 2-720,0 2-89,-1 1 2158,-1 1 0,-4 4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41:17.80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FFFF00"/>
    </inkml:brush>
  </inkml:definitions>
  <inkml:trace contextRef="#ctx0" brushRef="#br0">576 5240 6453,'-24'-9'2069,"10"5"-1169,-9-4-541,15 6 811,-1 0-990,24 0-90,-7 0-1,22-3 1,5 0-90,-8 0-45,6-2 1,1-1-226,-3 1-360,-5 0 0,0 0-269,3 0 899,6-2 0,-27 7 0,-4 1 0</inkml:trace>
  <inkml:trace contextRef="#ctx0" brushRef="#br0" timeOffset="304">584 5267 8612,'-6'9'720,"1"4"-541,4 15 1,2 4-90,-2 6-45,0 4 0,-1 4 45,-1-9 0,0 0-180,-1 9 0,-1 1-1003,1-12 1,0 0 0,1-3-505,-2 2 1,2-3 1448,-1 4 1,0-4 0,2-7 0,-1 10 0</inkml:trace>
  <inkml:trace contextRef="#ctx0" brushRef="#br0" timeOffset="561">375 5957 8612,'43'-8'720,"-11"2"-1813,-2-3 1,6-2 0,-4 0-1562,13-4 2854,-9 2 1,7-3 0,-8 2 0,3-3 0,-7 4 0,1-1-1</inkml:trace>
  <inkml:trace contextRef="#ctx0" brushRef="#br0" timeOffset="1229">823 5718 8432,'-6'-9'1439,"0"-1"-719,1 3-540,0 12 0,2 13-90,-1 8 0,1 3-135,0-3 0,-1 0-45,1 4 0,-1 1-90,-2-2 0,3-7 90,11-16 90,0-8-45,6-23 0,2-9 45,2-7 0,1 3 0,-1 4-90,-7 16 90,21-15 0,-14 43 0,3 10 90,-4 11 90,-6-7-90,6-25-90,-5-5 0,20-29 0,-5 11 0,8 8-90,-14 30 90,-9 7-180,-11 5 0,-2 2-629,7 7 809,7 4 0,-1-14 0,3-17 0</inkml:trace>
  <inkml:trace contextRef="#ctx0" brushRef="#br0" timeOffset="1921">1443 5716 9062,'-6'-6'1079,"-2"-1"-539,3 5-360,-3-1 719,-13 7-449,-15 24-540,5-4-45,11 1 0,4 1-45,6-3-539,3 17 359,12-22 90,4 4 90,23-25 540,5-29-270,-3 5 225,-12-4 0,-4-1 134,-5 6-269,4 22-90,-12 36 0,-4 6 0,-2 11 0,0 2-165,1-8 0,0 1 0,1 2 0,-1 0 120,0 3 0,1 1 0,-1 0 0,1-3-1,-1-4 1,1-1 0,0-2 0,0-5-146,1 8 0,-3-11 191,-13-12 0,-11-36 0,-5-13 89,5 2 1,1-3-120,4 4 0,-1-4 0,7 1-15,7-11 0,11 2-45,6 7 0,10 1-383,7 4 1,7-1 0,4 1 0,-3 2 382,-1 1 0,-1 3 0,1-1 0,8-6 0,2 0 0,-5 5 0,-9 8 0,0 0 0</inkml:trace>
  <inkml:trace contextRef="#ctx0" brushRef="#br0" timeOffset="3076">144 11245 9512,'-1'-11'0,"2"-1"179,2 4 181,9-6-90,6 3-90,5 0-90,2 4 0,-8 5 90,14 11 0,-3 18-180,0 8 90,-9 7-90,-16-3 0,-5-8 45,-6 10 0,-1 2-45,-2 4-150,3-7 0,-1 6 0,1-7 60,2 2-90,3 0 0,7-7-2159,25-23 1350,-6-1 989,12-19 0,-14-2 0,2-3 0</inkml:trace>
  <inkml:trace contextRef="#ctx0" brushRef="#br0" timeOffset="4066">571 11519 9602,'-5'-10'1349,"1"2"-900,1 1 361,-5 0-630,-2 4 0,-8 7-270,-4 14 0,1 7-360,-2 14-90,12-3 91,5-1-1,13-5 270,5-14-90,11-7 360,4-14 0,0-7 270,5-19-90,-15 8-90,0-7 0,-9 10-1,-1 16-448,1 22-3008,4 16 2622,-4 2 565,2-7-270,4-15 360,-5-7-90,19-4 180,-8-15-45,-1-6 0,0-3 0,-4 0 0,-1-4-711,1-10 0,-1-6 0,-3 3 711,0 5 0,-3-1 89,-2-2 1,-1-7 0,0 0 0,-2 9 45,0-14-90,-1-1 0,-4 17 2268,-6 49-2358,4-4-135,-2 32 0,1 6 46,3-6-121,1-8 0,-1 6 0,0-5-60,2 10 45,-2-8 0,2-1 45,1-1 3456,8-16-3070,-3-16-116,17-38 0,-7 5-90,9-11 0,-10 19 0,7 12 90,-10 14-90,6 15 0,-10 3 180,-5 16 180,-10-17 0,-5-1 89,-7 0 1,-3-1-720,-1-4 0,-2-4 270,-20-8 0,24-9 0,13-9 0</inkml:trace>
  <inkml:trace contextRef="#ctx0" brushRef="#br0" timeOffset="4710">1027 11699 11221,'14'-14'1439,"-2"3"-1169,-3 6 359,8-3-179,5 1-360,-1-1-180,12-2 90,-22 6-360,23-16 180,-20 6-90,9-19 91,-17 3-3098,-10-5 2802,-2 16 295,-14 10 180,2 25-180,-3 9-90,9-1 0,2 3-45,4-2 1,3 1 44,0 20 0,16-10 90,12-28 90,6-10 90,1-16 0,0-6-892,-11 9 1,-1-3 921,6-11 0,3-7 0,-4 2-30,-5 0 0,-3-1-240,1-1 1,1-2 0,-3 1 374,-3-1 0,-3 1 1041,-2 5 1,-3 5-1177,-9 6 180,-10 44-135,4 6 0,1 5-45,0-5 0,3 2-60,1 9 0,1 6 0,3-5-30,4-1 0,1-2-45,-1 12 0,2-2-135,2-17 1,3-6-1890,11-2 2018,-1-11 1,7-9 0,-6-6-1</inkml:trace>
  <inkml:trace contextRef="#ctx0" brushRef="#br0" timeOffset="4884">1694 11536 10681,'12'-2'-608,"-1"1"1,-8 1 0,-1 1 0</inkml:trace>
  <inkml:trace contextRef="#ctx0" brushRef="#br0" timeOffset="9030">2075 15645 7353,'3'-18'3276,"0"6"-88,2-7-2733,0 22 1512,-2-4 804,2 27-3195,-3 24-1215,-1-12 1,1 2 1156,-1-9 0,-1 1-324,1 15 1,-1-6 5,0-17 715,2 18 1,-1-36 0,0 1-1</inkml:trace>
  <inkml:trace contextRef="#ctx0" brushRef="#br1" timeOffset="9433">2271 15667 29578,'2'-10'-3277,"1"3"0,4 2 2756,15-1 2601,23 0-1258,-17 6 1,0 4-577,-2 5 1,-5 5-524,-3 27-957,-24-12 0,-8 1 1734,-9 4 0,-4-2 16,-2-1 1,0-1-499,3-4 1,0-1-1658,3-3 1,3-3 20,5-2 1197,12 5-584,17-15 2294,26 2-1037,3-7-522,-10-2 1,1-1-676,-8 0 0,-2-1 1187,21-1 0,-10-2 0,-8 1 1</inkml:trace>
  <inkml:trace contextRef="#ctx0" brushRef="#br1" timeOffset="10027">2762 15748 30140,'-1'-13'-3277,"-1"-3"0,-1 6 0,-4-2 305,-4 10 5053,-8 10-470,3 4-1261,0 6 0,1 4-1645,1 15 1694,5-14 0,3 2-358,10 2 1,6-1-40,7 0 0,4-3 141,-3-2 0,1-1-758,17 8 1,-1-4-463,-3-3 917,-8-6 0,1 0 62,14 13 512,-15-5 494,3 7-348,-26-4-1238,-22-5 1179,-9-2 131,-10-3 388,11-9 163,-4-4 224,6-8-526,5-11-745,8-9-417,18-2 1,7-3-258,4-5 0,4-1 153,-1 4 1,1-1 0,0 1-263,6-9 0,-1 2 15,-2 4 1,-3 1-822,-2-9 254,-32 7 122,3 15 1507,-11 11 0,-4 5 285,-6 7-331,-12 3 0,7 10 0,4 3 0</inkml:trace>
  <inkml:trace contextRef="#ctx0" brushRef="#br1" timeOffset="10343">3269 15876 8882,'2'-7'3276,"2"-6"0,7 13 0,4 3-2699,19 30-143,-15-9 1,-1 2-118,-1-3 0,1 2-420,-1 3 1,1 3 0,-2-4 168,7 13-1705,-5-8 1,-1-4 1460,-4-10 0,-5-9 0,-2-7 0</inkml:trace>
  <inkml:trace contextRef="#ctx0" brushRef="#br1" timeOffset="10543">3523 15844 1590,'-8'-10'3276,"-6"1"0,-1 11-1070,-21 27-2073,11 7 0,0 3 367,5-10 1,1 2-415,2 0 0,1 3 0,3-5-1147,0 7 1845,1 10 1,8-18 0,3-4 0</inkml:trace>
  <inkml:trace contextRef="#ctx0" brushRef="#br1" timeOffset="10849">3970 15771 30896,'-1'-14'-3277,"3"10"0,-3 19 2032,-4 17 0,0 6 618,1-2 0,0 1-1012,-2 4 1,0-1 321,4-11 0,2-4 1292,1 0-3252,3 16 2688,2-15 0,3 9 0,1-21 0</inkml:trace>
  <inkml:trace contextRef="#ctx0" brushRef="#br1" timeOffset="11277">4106 15820 29913,'4'-13'-3277,"1"2"0,7-4 1989,11 3 2592,6 2-51,16 0-599,-18 11 0,0 5-298,12 15-1212,-8 14 754,-31-8 1,-10 3 155,-10 6 1,-7 3-1148,1-6 1,-3 2 0,2-2 671,-3 2 1,0-1-250,6-7 0,-1 0 0,6-6-582,5-2-267,3 9 716,9-17 763,22 7 397,-7-14-932,15 2 0,2-1 1212,-6-2-206,10 1 1,0-1-1448,-4 1 1292,17 0 1,-15-3 0,0-1-1</inkml:trace>
  <inkml:trace contextRef="#ctx0" brushRef="#br1" timeOffset="11911">4664 15844 29823,'-2'-20'-3277,"-1"-2"0,-4 9 0,-16 10 5518,8 3-1330,-6 13 1,1 7-574,3 12-637,8-4 1,1 1-1690,6 10 1725,12-5 0,5 0 302,3-7 0,1 0 11,-1 1 0,3 2-732,2-2 1,4 1 0,-4-3-650,7 7 936,2 3 0,-2 0 489,-12-5-3318,0 3 3917,-16-14-1030,-16-3 1243,-28-4 623,13-3-738,2-5 1,-1-5 944,-12-14-1373,19-6 0,4-5-525,3-9 1,6-5-837,9 1 1,4-4 0,3 2 1230,5-8 1,3 2 273,1 1 0,1 3-1185,-4 8 1,-3 3-1207,-2-2 926,-5 6 0,-3 1-493,-18-2 1351,-5 6-460,-23 10-1379,12 14 2323,-2 5 1,11 5-1,7-1 1</inkml:trace>
  <inkml:trace contextRef="#ctx0" brushRef="#br1" timeOffset="12212">5104 16031 30356,'-6'-11'-3277,"1"-1"0,18 12 4681,6 9-1213,1 5 1,3 3-258,9 11 0,2 4-1027,-5-5 1,2 0 0,-2-1-481,4 6 1,-1-2-67,9 6 1,-7-8 818,-18-16 1,10 3 0,-13-9 0</inkml:trace>
  <inkml:trace contextRef="#ctx0" brushRef="#br1" timeOffset="12427">5484 15999 30536,'-16'-13'-3277,"4"5"2163,-13 8 2674,2 13-1491,-3 11 1,-3 6-1709,7-5 1,0 1 552,-7 7 0,2 1 512,6-5 0,1 1-1065,-1 5 1,2 0-1,5-12 1,2 0 1478,-3 6 0,2-3 1,8-8-1,0-1 1</inkml:trace>
  <inkml:trace contextRef="#ctx0" brushRef="#br1" timeOffset="12702">5977 15840 30161,'5'-13'-3277,"1"0"0,0 38 510,-2-11 2102,-5 32 1,-3 7 234,1-27 0,0 0 114,-1 8 0,-2 7 1,1 1-1,2-5-589,0 1 1,1 0-189,0-1 1,0 3 0,2-5 272,3 14 1,7-6 0,-3-15 0</inkml:trace>
  <inkml:trace contextRef="#ctx0" brushRef="#br0" timeOffset="14166">1991 4628 9781,'-1'-8'810,"1"-7"-450,1 6 809,1-7-809,0 42-360,-2-8 45,0 4 0,0 6-315,-2 14 0,-2 2-1369,2-5 1,0 1-1,0 4 1,1-1 1133,0-8 0,1-5 0,4-4 0,1 6 1</inkml:trace>
  <inkml:trace contextRef="#ctx0" brushRef="#br0" timeOffset="14616">2324 4617 9332,'-2'-10'719,"1"1"-269,0 2-180,1 0 0,3 2 269,21-2-359,2 5 0,17 4-90,-13 14 0,-15 8-90,-17 0 0,-8 4-30,-8 1 0,-7 2 0,1-1 30,-3 7 0,-1 0 0,1-7 0,-1 2 0,3-5-90,-8 9 90,12-7 0,14-7 0,24-5-90,7-9 0,6-4-90,-5-1 0,1-2-809,19-2 0,-2-2-271,-5-1 91,8-1 745,-30 3 1,3-3 0,2-1 0</inkml:trace>
  <inkml:trace contextRef="#ctx0" brushRef="#br0" timeOffset="15193">2920 4660 9062,'-13'-28'1439,"-3"7"-1259,-7 4 180,-26 26-270,14 5-45,5 8 0,1 3 45,6 3-90,11 13 0,9 3-90,12-15 0,4 1 45,2 11 0,3 0-45,8-8 0,2-4-45,1-3 0,0-1 90,-4-5 0,-2-1 45,-2-1 0,-3-1 0,0 4 180,-31-3-180,-12-6 0,-22 0 0,12-6 0,-8-5-90,8-4 0,2-8-90,10-7 45,23-6 0,9-5 45,10-7 0,4-2-1003,-6 10 1,2 0 0,-1 0 993,2-1 1,1 0 0,-2 3 98,1 1 0,-3 2-9,8-13 99,-7-2-2325,-20 5 2145,3-1-549,-32 7 99,7 20 540,-18 4 0,17 8 0,-3 6 0</inkml:trace>
  <inkml:trace contextRef="#ctx0" brushRef="#br0" timeOffset="15483">3255 4707 9062,'8'-4'2159,"19"25"-2069,-6 0-1,0 2 1,2 3-270,2 5 1,-1 1-1460,-3-7 1,0 0 701,2 4 0,-1-2 634,10 8 1,-17-20 0,8 6 0</inkml:trace>
  <inkml:trace contextRef="#ctx0" brushRef="#br0" timeOffset="15710">3537 4803 9152,'-17'-18'180,"0"3"359,-7 19-359,-2 10 0,-1 10 0,-1 6-495,-1 9 0,2 1-45,3-5 1,2 1 359,1 1 0,5-2 0,10-9 0,1 1 0</inkml:trace>
  <inkml:trace contextRef="#ctx0" brushRef="#br0" timeOffset="16013">3829 4685 9512,'4'-8'3058,"2"0"-2878,-13 31 90,-1 4-270,-3 15 0,-1 5-225,6-13 0,0 0-225,1-1 0,1 2 1,3-3 119,4 1 0,3-4 0,4 14 0,7-17 0</inkml:trace>
  <inkml:trace contextRef="#ctx0" brushRef="#br0" timeOffset="16444">4003 4753 9152,'5'-10'719,"2"-2"1,3 2-270,2 0 89,12-1-179,9 4-270,-3 1 90,-1 7 0,-1 1-180,-5 2 0,2 17 0,-5 5 0,-18-2-60,-14 8 0,-9 9 0,-3-6-517,-5-8 0,-4-1 547,-3 5 0,-4 3 0,4-5 30,7-8 0,3-4 180,-15 10-90,42-15-90,10-8 0,28 2-270,-5-4 0,-5 0 0,1-1-1079,20 1-1799,-1-1 2388,-14-1 0,-7-2 0,-8-1 0</inkml:trace>
  <inkml:trace contextRef="#ctx0" brushRef="#br0" timeOffset="17144">4599 4749 9422,'1'-21'1889,"-23"2"-1530,-20 26-359,17 1 0,2 3-45,0 3 0,4 3-45,3 26-89,21-4 89,3-7-135,11 1 0,4 0-45,7 6 90,-5-5 0,1-1 0,1 4 0,-6-2 90,-12-15 90,-7-1 0,-20-8 360,-21-8-270,7 1 180,-16-14-90,31-4-90,1-5 0,16-15 0,18-8-45,7 1 0,3-2 0,-7 12 0,1-2 74,0-1 1,0-4 0,-6 4-75,-11 6 0,-4 2-45,2-4 0,-6 4-359,-33-3-1170,-13 23 989,16 3-630,-5 9 1170,23 2 0,2 2 0,-2 2 0</inkml:trace>
  <inkml:trace contextRef="#ctx0" brushRef="#br0" timeOffset="17393">4812 4800 10141,'12'0'1259,"3"4"-449,15 28-540,-1 1-135,-4-2 0,0 2-90,-6-10 0,-2 0-135,2 2 0,0 0-405,-2-3 0,0-3-494,4 6 989,3-1 0,-17-18 0,0-2 0</inkml:trace>
  <inkml:trace contextRef="#ctx0" brushRef="#br0" timeOffset="17595">5123 4890 9961,'-8'-25'1260,"-16"30"-1171,-3 12 1,-3 7-1183,7 1 1,0 4 0,0 0 903,-6 7 1,2-1 0,4-1 0,5-6-1,10-15 1</inkml:trace>
  <inkml:trace contextRef="#ctx0" brushRef="#br0" timeOffset="18121">5268 4652 9332,'5'-18'2338,"15"0"-2158,-5 4-90,10 5 270,15 6-360,-20 3 0,29 3-90,-47 28 45,-17-5 0,-6 1-45,2 6 0,-2-1-249,-7-4 1,1-3 338,3 10 0,29-8 0,8-2 0,1 0 0,5 11-45,3-7 1,-5 2 88,-18-2 1,-10 0-405,-20 7 1,-7-1 19,3 0 1,-3-3-1,7-15 1,-2-1 0,3-4-1,6-3 1,-1 0 0</inkml:trace>
  <inkml:trace contextRef="#ctx0" brushRef="#br1" timeOffset="27550">2471 10701 14292,'-4'-1'676,"1"0"-1631,-3 10 1367,2-1-314,0 10-241,2 5-175,0-2-48,11 11-425,12-15 333,9-2 518,-1-11-51,-2-16 560,-15 2 111,4-22-246,-13 6-259,3-13 179,-12 13-543,-10 3-1157,4 12 234,-6 2-82,8 10 1230,1 4 1,-1 3 0,0 2 0</inkml:trace>
  <inkml:trace contextRef="#ctx0" brushRef="#br0" timeOffset="28410">3213 11222 7713,'-1'10'1223,"6"-5"-1178,6-7 626,20-19-94,-11 5-138,10-14-147,-10 2-195,-9 9 290,2-2-231,-8 11 103,-1 16-624,-6 22 44,1 0 86,-3 8 0,-2 1-81,3-8 89,-1 2 0,1-1-913,2 3 598,0-6 496,1-2 1,3-11 0,-1-1-1</inkml:trace>
  <inkml:trace contextRef="#ctx0" brushRef="#br1" timeOffset="28634">3246 11514 9007,'1'9'9,"0"-2"-20,7-3 164,26-1-764,2-2 150,11 0 478,-2-2 0,-9 1 0,7-1 0</inkml:trace>
  <inkml:trace contextRef="#ctx0" brushRef="#br1" timeOffset="29567">3065 14348 10129,'5'-16'868,"4"-7"-75,2 3-468,0 2 188,13-5-156,-6 14-46,9-3-176,-5 10-302,2 11-112,-8 16-151,-4-3-160,-15 19 384,-8-19 0,-3 1 76,1-1 0,-2 2 8,-10 10 1,1-2 96,-3 0 3,-5 5 118,18-18 529,3-1-394,10-2-342,16-9-166,3-5-244,8-4 0,1-2-622,0 0 1086,2-1 0,1 0 0,2-1 1,8-1-1</inkml:trace>
  <inkml:trace contextRef="#ctx0" brushRef="#br1" timeOffset="39467">20147 4100 13813,'3'-13'-2865,"-1"2"1993,1-1 721,-1-1-155,-2-1 15,0 2 77,-11-4 291,5 10-535,-9-7 773,6 6 30,-10-6 124,1 0-59,-20-14 113,16 13 46,-20-13-378,19 16 0,0 1-46,-4-1 1,-2 2-13,-4-1 0,1 2 234,-17 0-186,7 7 1,0 2 279,-2-1-264,5 3 1,-9 0-1,6 1 67,9 0 0,0 1-72,-5 1 0,-3 1 0,1 2-66,5 1 1,2 2 0,0 0 6,-12 4 0,-2 5-83,8 0 1,-5 5 0,1 2 0,3-2-1144,4 0 1,3 0 0,-3 3 1032,2-2 1,-4 3-1,0 2 1,1 0-1,4-2-13,4-3 0,3-2 0,1 1 0,-2 2-52,0 0 1,-1 1 0,0 1 0,0 1 0,1-1 80,-5 7 0,1 0 0,1 0 0,0 0-6,3-4 1,0 0 0,1-1 0,1 1-95,-5 6 0,1-1 0,0 1 104,5-7 1,0 1-1,1 0 1,1-2-101,-3 4 1,2-2 0,-1 1 31,0-1 0,0 2 0,-1 0 0,0 0 38,1-1 0,0 0 0,0-1 0,1-1-63,0 1 0,0-2 1,0 2 2,-1 1 0,0 1 0,0 1 0,1-2-94,-1 1 0,1-1 0,0 0 91,2-1 1,1 0 0,-2 2 40,2 0 0,-2 4 1,1 0-1,2-6-13,1 2 0,-1 1 94,0 3 0,-4 7 0,0 1 1,4-6-184,0 4 1,0-1 146,5-9 0,-2 3 0,0 2 0,1-2 972,-3 8 0,1-2 0,-1 5-920,3-8 0,-1 3 1,0 2-1,0-2 1,2-3-80,-2 5 0,1-3 1,-1 4 99,3-9 0,-1 5 1,-1 1-1,1 0 0,1-2 1,2-6-30,0 3 0,1-5 0,0 3-26,-1 5 1,-2 3 0,1 2-1,0-1 51,2 0 1,1 0 0,0-1-1,0-3-13,2-5 1,0-2 0,0 3-543,1-1 1,-1 4 0,0 1 0,0-1 0,2-4 562,0-2 0,2-4 0,-1 5-12,1 3 0,0 6 0,-1 1 0,2-1 0,-1-5-48,1-3 1,1-4 0,-1 2 22,1 0 0,1 3 0,-1 1 0,2-1 37,1 12 0,2 0 0,0-3 15,-1 2 0,0 2-547,1-5 1,0 6 0,0 0 0,0-8 501,-1-3 0,1-2-402,1 7 1,2 5 0,-1-5 401,0-10 0,1 0 314,-1 1 1,1 3-1,2 0-314,3-1 0,1 0 0,1-3 0,0 2 0,2 1-30,5 2 0,3 4 0,-2-7 30,-7-14 0,2-2 0,4 3 0,3 2 0,-1-4 19,-2-6 0,1-1-64,17 12 0,3-2 0,-1-3 0,6-2-23,-5-5 1,5 1-1,2-1 1,-2 0 44,-6-3 1,-1-1-1,0 0 1,2-1-1,4 2 1,1 0-1,1-1 1,-3-1 22,6-1 0,-2 0 0,-2-2 624,-10-3 0,-2 0 0,3-1-624,1-1 0,4 0 0,0-1 0,-4 0 0,10 2 0,1-2-23,-9-2 1,4-1-1,0-1 1,-7 0 442,-1-1 1,-1-1-399,-1 0 1,6-2-1,1-1 1,-5 1-23,-3 0 0,-2-1 0,1-1 0,3-1 0,2-1 0,1-1 0,-2 0 0,5-3 0,-1-2 0,-1 0 30,0 1 0,0-1 0,0-2-92,-4 0 1,2-2 0,0-1 0,-3 1 121,4-3 0,-2-1 0,1-1 7,-2 2 1,2-1 0,0-2-1,0-1-31,-5 2 0,1-1 0,-1-1 0,1 0 0,-2 0-36,2-1 0,0 0 0,-1 0 0,0 0 0,0-1 0,-1 0 0,1 0 0,0-4 36,-1 0 0,1-3 0,1-1 0,-2-2 0,-2 0-18,-5 2 0,-1-2 0,-2-1 0,0 1 0,2-1 0,3 1 0,1 1 0,0-1 0,-1-1 0,-2-2-18,-4-2 0,-1-2 0,-2-3 0,-1 1 0,-1 3 0,-3 3-98,-1 3 0,-3 4 0,-1 0 0,0-3 98,3-4 0,-1-1 0,1-2 0,-1-1 0,0 0-99,-2 4 0,-1 0 0,0-2 0,-1 2 0,0 1 0,0 3 99,1-2 0,-2 4 0,1-1 0,1-4-222,-1-1 0,1-6 1,1-3-1,0-1 1,0 2-1,-1 4 0,0 6 222,0-5 0,-1 7 0,1-7 0,-1 8 0,1-5 0,1-5 0,0-1 0,0-1 0,0 1 0,-1 3 0,-1 5 355,1-8 0,-1 5 0,-1 1 0,1-3-355,1-1 0,1-1 0,-1-2 0,0-1 0,-1-1-45,-3 10 0,0-3 0,0 0 0,-1 0 0,-1 0 0,0 0 0,0 2 45,0-2 0,-1 2 0,0 0 0,-1 0 0,1-1 0,-1-1-120,1-1 0,0-2 0,-1 0 0,1-1 0,-1 0 0,0 1 1,-1 0 119,0 3 0,0-1 0,0 2 0,-1-1 0,0 1 0,-1-1 0,0 1 14,-1-5 1,-1-1 0,0 0 0,-1 1 0,1 1 0,-1 0-30,1 4 0,1 2 0,0 1 0,-1-1 0,-1-3 1,-2-2-13,0 5 0,-2-3 0,0-2 0,-1-2 0,-2 0 0,0-1 0,0 1 0,-1 1 0,-1 2 0,0 3-12,-4-5 0,-1 2 1,-1 2-1,-1 0 1,0 1-1,-1 0 1,-1-3 21,5 5 1,-1-1 0,0-2 0,-1 1 0,0-1 0,-1 2 0,0 0 0,-2 4 0,0 1-2,-5 0 1,0 2 0,-1 1 0,-2 2-1,0 3 1,-1 0 0,-2 3-131,-5-2 0,-2 4 0,-1 1 0,-2 2 0,0 2 0,-1-1 34,5 3 0,-2 1 0,0 1 1,0 0-1,-2 2 0,0 0 0,-1 1 106,1 1 1,-2 1 0,-2 1 0,1 0 0,-1 1 0,1 1 0,1 0 0,1 1 0,1 0 0,0 1 0,1 1 0,1 0 0,0 1 0,1 0 0,-1 2 0,-4 2 0,0 1 0,0 0 0,1 0 0,-1-1 0,0 1 0</inkml:trace>
  <inkml:trace contextRef="#ctx0" brushRef="#br0" timeOffset="47977">21575 2769 7083,'10'-1'1079,"-1"2"-809,-5 2 90,-6 12-180,-2 7-180,-2 5 90,-1 6 90,0 14-135,1-12 0,1 4 0,-1 3 0,1 4 15,0-4 0,0 2 0,0-1-60,0 5 0,1-1 0,0-10 0,1 0 0,-1-2-90,1 4 0,0-2-1549,0 0 1,1-1-456,0 7 272,0-7 1822,4-29 0,0-3 0,1-1 0</inkml:trace>
  <inkml:trace contextRef="#ctx0" brushRef="#br0" timeOffset="48295">21604 2827 8252,'49'-3'390,"0"1"0,-5 0 0,0-1-390,3 0 0,-3 1 0,4-2 0,-29 5 0</inkml:trace>
  <inkml:trace contextRef="#ctx0" brushRef="#br0" timeOffset="48487">21537 3189 7803,'9'12'-90,"2"-5"90,30 0 0,6-7 0,-19 1 0,-1-2 0,22-2 0</inkml:trace>
  <inkml:trace contextRef="#ctx0" brushRef="#br0" timeOffset="48988">21979 3464 8162,'-4'9'1440,"5"0"-811,23-8-404,1-6 0,1-3-225,13-1 90,-9-3 0,-4-5-180,-10-27-270,-19 0 225,-17 22 0,-8 9-1504,-10 21 1,-2 11 1490,4-8 1,5 9 48,9 16 0,7 11 0,9-4-81,15-10 1,7-1-601,1 3 0,4 2 1,1-7 779,1-7 0,4-8 0,9-5 0,-1-5 0,2-8 0</inkml:trace>
  <inkml:trace contextRef="#ctx0" brushRef="#br0" timeOffset="49571">22633 3498 7803,'-16'7'1619,"0"-1"-720,-2 2 1,3 2-541,9-1-89,20-1-90,21-10-135,-9-7 0,-3-6-45,-7-6 0,-9-3-45,-16-4 0,-12 5 0,-18 9 0,-7 12 15,13 8 0,-1 6 0,4 5-15,-5 17 0,13 6-45,22 8 0,17-2-630,18-13 1,11-9 719,-10-11 0,4-4 0,-2-3 0,7-3 0,-1-5 0,-6-6 0,0 1 0</inkml:trace>
  <inkml:trace contextRef="#ctx0" brushRef="#br0" timeOffset="50163">23041 3578 9961,'-15'-16'2519,"-13"7"-2429,6 2 90,-2 9 0,-1 7-180,5 6 0,2 3-135,-1 1 0,1 2 45,-8 17-270,35-6 180,25-25 0,15-10 180,-15-7 0,-1-10-30,-6-8 0,-3-7 0,-1-1 0,-5 7 0,-1-1 0,-2-3-62,-1-5 0,-1-5 0,-1 0 0,-3 2 62,-3-2 0,-2 2 0,-1 0 30,0-1 0,-1 1 0,-1 3 0,-1-6 0,-2 8-90,-6 11 135,1 52 0,1 21-45,2-11 0,1 3 0,1 0-30,-2 2 0,-1 1 0,3-2 30,0-3 0,2 0 0,0-2-135,2 11 0,1-4 45,0-12 0,2 0 30,1 3 0,2 4 0,1-6-75,1-7 0,4-4-585,10 5 1,1-3-450,5-7 1169,17-4 0,-15-19 0,8-3 0</inkml:trace>
  <inkml:trace contextRef="#ctx0" brushRef="#br0" timeOffset="50522">23965 3169 8792,'-4'-23'1619,"1"2"-540,1 12-989,-3 10 270,-2 19-180,-5 18-45,1 5 0,-2 7-195,6-15 0,-1 1 0,0 0-1033,1-3 1,-1 0 0,1-2 563,-1 12 1,3-4-89,4-12 0,2-3 257,0 3-2244,7 22 2604,1-37 0,2 3 0,-1-13 0</inkml:trace>
  <inkml:trace contextRef="#ctx0" brushRef="#br0" timeOffset="50779">23903 3126 9152,'4'-5'1079,"0"1"-899,20 4 90,15 0-1909,-3-1 1,0-1-1555,12 1 2833,-17-1 0,-6-1 712,-16 2 0,-5 0 1,-1 1-1</inkml:trace>
  <inkml:trace contextRef="#ctx0" brushRef="#br0" timeOffset="50974">23785 3432 8072,'11'17'270,"7"-3"-180,15-10-45,-1-4 0,3 0-180,-10 1 0,1-1-495,18-3 1,-2-1 629,-12 0 0,-4 0 0,-1-2 0,3-1 0</inkml:trace>
  <inkml:trace contextRef="#ctx0" brushRef="#br0" timeOffset="51676">24159 3576 8342,'-1'-10'2609,"-1"-2"-1440,0 0 90,1 2-989,-10 26-270,6-6-90,-4 15 0,1 4-539,1 12 449,-1 0 90,6-8-360,7-16 180,2-5 180,3 2-359,18-13 269,-9-5 90,21-13 0,-22 4-90,12-17 90,-19 20 90,7-6-90,-10 17-180,2 7-90,3 9 90,8 4 181,-5-4-1,12-4 0,-11-11 180,16-10 89,-11-4 1,0-5 540,-13-32-540,-8 27-135,-3-4 0,-4 1 45,-9 6-360,0 5 270,-8 13 0,15 5 0,-2 10 0</inkml:trace>
  <inkml:trace contextRef="#ctx0" brushRef="#br0" timeOffset="52228">24846 3693 10051,'-8'-20'3059,"-9"-2"-2340,-25 20-764,9 20 0,-1 5 0,8-10 0,2 3-405,-5 25 1,14 2-1,34-14 315,3-14 0,2-4 135,18-7-60,-7-26 0,4-12 0,-6 1-68,-14 12 0,-2-4 105,3-8 1,5-8-1,-2-3 1,-6 2 22,-7-1 0,-5 2 0,0 0-30,5 1 0,0 1 0,-10 13 30,-20 18-60,8 32 0,2 19 0,-1 4-278,-1-3 1,-2 3 0,1 2 0,3-2 9,2-3 0,3 0 0,0-2 1,1-2-1,1-1 0,1-2 1,3-4-1,8 1 0,0-1 1</inkml:trace>
  <inkml:trace contextRef="#ctx0" brushRef="#br0" timeOffset="53095">23393 4642 8612,'-5'-28'2159,"0"2"-990,1-3-989,-1 34-1819,0 20 1,1 7 1330,0-8 1,1 3 593,-2 15 1,-1 7 0,1-5-287,1-12 0,1-2 0,-2 11 0,2-8-90,6-24 90,6-41 0,0-6 0,3-9 0,-2 4 0,-1 8 0,0 0 1092,0-5 0,0-3 0,2 13-976,9 18-116,-6 29 0,0 8 0,10 10 0,-7-2 0,3 6 0,0-4-90,5-3 0,1-3-405,2 8 1,2-6 494,-2-14 0,-3-10 0,-2-19 0,-3-13 0</inkml:trace>
  <inkml:trace contextRef="#ctx0" brushRef="#br0" timeOffset="53386">23750 4446 9691,'-3'-11'2339,"11"41"-2159,-6-3-30,-2 8 0,0 9 0,0 0-300,-2-5 0,-1 1 0,1 0-300,-2 1 0,0 0 1,3-2 449,2 16 0,4-10 0,9-17 0,8-9 0</inkml:trace>
  <inkml:trace contextRef="#ctx0" brushRef="#br0" timeOffset="53697">24352 4297 9871,'3'-14'1170,"-1"6"269,0-3-809,-12 41-451,2-10-14,-4 4 0,-4 12 0,-5 6 0,0 3 0,1-2 0,3-6-246,-2 4 1,2-3-1,-2 4 96,2-8 0,-2 5 0,-1 1 0,0 1 0,1-1 0,2-2-835,-2 6 1,1-1 0,2-2 0,2-4 484,-2 8 0,1-1-70,3-7 0,-1 4 1,0 0-1,5-6-1234,4-1 1,4-3 1591,1-3 1,5-4 0,18-7 0,3-13 0</inkml:trace>
  <inkml:trace contextRef="#ctx0" brushRef="#br0" timeOffset="54276">24438 4872 9871,'1'-18'1799,"0"2"-1079,-1 9 359,-1 1-629,-3 2 90,-13 15-450,4-1 89,-10 19 1,-2 8-270,11-6 1,1 1 44,-6 2 0,2 1-225,12 8 0,6-7 180,9-18-90,17 12 90,1-38 90,0-3-90,4-10 90,-17 10-90,5 8 90,-13 12-90,11 26-3187,-4-5 2982,3 4-113,3-9 318,4-11 90,-4-3-45,7-12 0,1-7 45,9-24 0,-13 18 0,-2-4 0,-4-15 0,-6-4 0,-8-5 0,-7 2 0,-3 0 0,-6 2-495,-6 12 1,-2 6-1036,2 12 1530,-13 8 0,19 14 0,1 7 0</inkml:trace>
  <inkml:trace contextRef="#ctx0" brushRef="#br0" timeOffset="54461">24894 5093 12390,'-6'-15'269,"2"5"1,4 7 0</inkml:trace>
  <inkml:trace contextRef="#ctx0" brushRef="#br0" timeOffset="56394">21157 6442 7713,'3'-7'1529,"1"0"-1259,-2 3-1,9 1-179,3 6 0,3 6-45,-10 16 0,-8 9-15,-6-1 0,-6 4 0,1-1-30,4-4 0,0 0 0,-3 1 0,-7 9 0,-3 1 0,3-4 0,8-9 0,2-4-90,-6 18-2158,52-13 2248,1-30 0,-6 0 0,1-1 0,-8-4 0,0-1 0</inkml:trace>
  <inkml:trace contextRef="#ctx0" brushRef="#br0" timeOffset="56833">21573 6735 8972,'-5'-11'2339,"-5"-1"-1710,-13 11-269,-17 16-270,18-1 0,2 3-1246,-2 12 1,4 2 1065,5 12 227,10 2-407,28-16 90,-3-15-179,23 2 179,-1-17 90,-2-8 0,-17-7 0,-5-3 0,-2-18 90,-13 10 0,-5 0 0,-17-12-90,-19 7-90,10 19-360,-9 8-1259,16 8 630,0 3 1169,7 0 0,5 5 0,1 1 0</inkml:trace>
  <inkml:trace contextRef="#ctx0" brushRef="#br0" timeOffset="57292">21948 6775 9242,'-1'-12'629,"-2"-3"-359,1 8 630,-7-8-810,4 8 359,-10-6-179,-1 10-90,-7 3-90,-1 11 0,8-3-180,3 18 90,13-14-180,10 25 90,6-16-90,10 13-179,8 1 179,-11-9 45,-6-5 0,-4 0-45,-7 5 90,-10 8 90,-21-8-90,-5-5 0,1-7-719,-8-1-811,17-5 1620,-7-1 0,18-4 0,5-2 0</inkml:trace>
  <inkml:trace contextRef="#ctx0" brushRef="#br0" timeOffset="57760">22405 6808 8972,'-8'-20'1619,"-6"-2"-1349,1 13-180,-2 1 270,-11 6-271,13 4 91,-25 8-90,21 0-90,-7 8 0,12 1 0,7-4-90,3 3-90,14 9 91,-4-11-91,8 8 0,1 1 0,0-2 45,-2-2 0,-1 2 45,-7 8 0,-6-3 180,-15-2-90,-26-3 0,16-11-90,-18 5-450,27-13 540,2 0 0,6-2 0,5-2 0</inkml:trace>
  <inkml:trace contextRef="#ctx0" brushRef="#br0" timeOffset="58046">22713 6968 9602,'-13'-10'1798,"10"0"-1438,32 7-3637,1-1 2904,5 2 1,-18-1-1,-14 3 1</inkml:trace>
  <inkml:trace contextRef="#ctx0" brushRef="#br0" timeOffset="58230">22628 7092 9512,'-9'6'1709,"8"0"-1530,13-2 1,9 0-1169,28-1 989,-4-4 0,-19 1 0,-1-1 0,15-3 0</inkml:trace>
  <inkml:trace contextRef="#ctx0" brushRef="#br0" timeOffset="59359">23157 6824 10051,'-5'-9'1260,"-3"7"-1171,4 5 1,-7 14 0,-3 12-90,4-6 0,-4 25-90,12-20 0,7 0 1,4-2 89,0-2-90,22 7 90,4-29-90,9-15 90,-2-5 45,-19-1 0,-4-3-45,-1-2 0,0-6 0,-12 19 0,-14 44 0,-5 13-1093,3-10 1,-2 7 0,1 1 993,2 0 1,-1 2 0,2-2 68,0-5 0,0-1 0,2 3-95,1 4 1,2 3 0,1-1-1,0-8 125,2-9 0,1 0 0,-1 12 0,1 5 0,0-11 0,0-13 0,-1 9 90,-12-32 0,-14-14 0,-3-4 3186,-7-4-3170,8 3 0,-4-2 1,3 2 73,5 3 0,2 2-90,-4-2 0,0-1 179,-12-10-3006,36-2 2737,2 5-791,20-3 1,10-2 295,1-1 0,2-1-598,-8 7 1,1-1 0,-1-1 987,1-3 1,0-1-1,-3 1 1,0-2 0,-3 0-1,-2 0 1,0 0 0</inkml:trace>
  <inkml:trace contextRef="#ctx0" brushRef="#br0" timeOffset="59963">23383 6090 9512,'15'-10'269,"-3"0"721,-1 2-720,-3 2 179,-2-1 541,1 3-900,-5 8 90,-3 5-45,-18 26 0,-8 6-225,3-1 30,-1-4 0,-5 8 0,6-9-30,2-4-45,-3 3 0,2-2 45,9-14-90,-4 8 180,19-25 0,3-3-45,13-16 0,3-4 45,1-1 0,1 1 0,3-6 0,-2 4 0,8-8-45,-8 8 0,-1 2 45,7-3 0,-10 19 0,2-2 0,-7 14-90,-5 28 90,-3-12 0,-2 15 0,-1 4-45,-1-16 0,1 1-270,3 14 1,1 0-496,7 6-829,1-24 1,2-3 1625,3-5 0,15-1 1,-10-8-1</inkml:trace>
  <inkml:trace contextRef="#ctx0" brushRef="#br0" timeOffset="60239">23721 6876 9781,'3'9'1709,"13"-2"-1529,4-4-360,12-2 1,2-1-1261,4-1 1440,-2 1 0,-1-1 0,-4-4 0,4-1 0</inkml:trace>
  <inkml:trace contextRef="#ctx0" brushRef="#br0" timeOffset="60944">24325 6894 9602,'-1'-14'1619,"3"8"-1260,-22 0-269,2 23-180,-2 2 0,4 12-269,14 6-1,18-1 180,4-7 90,15-13 90,-2-25-90,-6-4 90,-4-2-90,4-10 180,-16 17-90,5 12 0,-20 25 0,-2 1 0,-2 8 0,-2 3 0,1-3 0,-2 4 0,0 0 0,1-2 0,-1 4 0,0-2 0,0 2 0,0-1 0,0 3 0,0-2 0,2-7 0,3-8 0,0-3 0,-2 9 0,0-3 90,-2-1-90,3-18 0,-17-31 0,12 6 90,-9-14 0,-1-4 90,-1-12-135,7 15 0,1 0 135,-4-18-90,10 23 0,4-3-90,12 11 0,0 0-1080,34-3 1080,-16 12 0,1 0 0,3-2 0,1 0 0,0 2 0,0 0 0</inkml:trace>
  <inkml:trace contextRef="#ctx0" brushRef="#br0" timeOffset="61509">24588 7448 12750,'-22'10'360,"8"-3"-360,-17 13-270,5 5 90,0 1-90,2 9 0,17-12 180,3-5-90,15-1 90,6-14 0,17-5 90,-11-3 0,8-10-90,-19 6 90,11-13 0,-13 12 0,7-9 0,-11 13-90,3 10 90,-4 3 0,3 26-90,-2-6-89,3 5-451,2-6-180,2-10-2467,5-2 2551,-4-8 0,7-1 1,-4-3-1</inkml:trace>
  <inkml:trace contextRef="#ctx0" brushRef="#br0" timeOffset="61821">24986 7580 9602,'-8'-12'2518,"-13"4"-1978,-17 20-495,15 3 0,1 3-180,3 3 0,4 2-135,-2 19-3007,41-10 2792,-10-22 0,22 0 0,-17-12 0</inkml:trace>
  <inkml:trace contextRef="#ctx0" brushRef="#br0" timeOffset="62110">25101 7425 9871,'-2'-11'1260,"0"2"-811,1 0-89,-1 4-90,-3 12 0,-6 23-225,2 2 0,1 5-45,0-6 0,1 2-1093,0 2 1,1 2 0,2-6 527,-1 9 460,2-14 1,1-1-3173,2-5 2859,1-9 1,0 2 0,0-11-1</inkml:trace>
  <inkml:trace contextRef="#ctx0" brushRef="#br0" timeOffset="62272">25039 7685 11041,'12'-15'-36,"16"2"0,14 1 0,-16 7 0,1-1 0</inkml:trace>
  <inkml:trace contextRef="#ctx0" brushRef="#br0" timeOffset="70476">19866 10045 6453,'5'12'270,"1"-2"-90,12-5-90,14-10-90,1-2 45,-9-2 0,0-3 45,9-16 135,-19 3 0,-6-1-135,-6-7-1,-17 11 1,-8 7-45,-5 17 0,-2 7 0,-2 1 0,1 3-45,4 2 0,4 5 30,10 10 0,4 6 0,5-2-30,2-6 0,5 2 0,3 10 0,3 6 0,2-8 0,13 5 0,9-12 0,9-9-225,-1-23 1,2-6-1,-7 9 0,1-2 225,-2-10 0,1-4 0,-7 0 0,3-8 0,-10 6 0,1 0 0</inkml:trace>
  <inkml:trace contextRef="#ctx0" brushRef="#br0" timeOffset="70795">20380 10055 7892,'-1'-15'1799,"0"-1"-1574,-5 35 0,-4 16-165,-2-1 0,-3 5 0,2-1-60,3-4 0,0-1 0,-1 5-18,0-1 0,-2 6 0,-1 1 0,2-2 0,3-7-657,0 5 1,2-3 127,-1 0 1,0 3 0,2-8 0,5 3 0,7-28 0</inkml:trace>
  <inkml:trace contextRef="#ctx0" brushRef="#br0" timeOffset="71145">20374 10126 8432,'-1'-12'-180,"3"-3"270,16 4 0,26 2-45,-14 12 0,1 4-45,-1 4 0,-2 3 0,9 18-1516,-52 5 0,-12 1 1606,-1-6-128,-6-1 1,-2-4 217,-7-13-180,9-6 0,3-1 0,9-5 0,-4-2 0</inkml:trace>
  <inkml:trace contextRef="#ctx0" brushRef="#br0" timeOffset="71561">20849 10223 8612,'-3'-23'1979,"-3"-4"-1349,-6 18-540,1-1 359,-19 18-449,15 1 90,-4 7 0,-1 3-90,-4 17 0,-2 6-90,19-16 0,4-2 90,4-1-180,24 6 180,-9-24-45,13-6 0,1-5 45,5-12 0,-8 5 0,-2-3-45,-6-7 0,-7-3 45,-9 0 0,-4 0-89,3-17-631,-35 8 0,13 35 91,-8 2 629,8 16 0,12-1 0,-2 8 0</inkml:trace>
  <inkml:trace contextRef="#ctx0" brushRef="#br0" timeOffset="71906">21400 10225 8972,'-20'-18'854,"0"1"1,-4-5-540,-11 13 0,-4 9-1954,9 16 1,1 3 626,-1-8 0,2 2 1665,0 12 1,6 4-744,15 14-45,10-18 0,3 1-224,10 19-316,6-25 0,6-5 675,21-11 0,-20-3 0,-1-3 0,-2-4 0,0 0 0</inkml:trace>
  <inkml:trace contextRef="#ctx0" brushRef="#br0" timeOffset="72213">21691 9748 9152,'-6'4'1349,"-1"9"-1124,-5 25 0,1 8-180,4-22 0,0 2 15,-4 12 0,-2 7 0,1-3-60,3-8 0,1 1-60,-1 6 0,-1 5 0,2-3-435,2 2 0,2-2 315,-2-2 0,4-3 180,13 10 0,1-36 0,9 3 0</inkml:trace>
  <inkml:trace contextRef="#ctx0" brushRef="#br0" timeOffset="72543">21597 10301 8522,'-3'-9'360,"3"4"-90,20-7 0,18 2-180,1 1-45,-11 4 0,0 3 134,11 9-179,-8 6 180,-15 32-180,-21-9 0,-6 0-45,3-2 0,-1-1-45,-6 6 0,1-2-539,2 8-810,8-15 1439,10-3 0,11-19 0,5-3 0</inkml:trace>
  <inkml:trace contextRef="#ctx0" brushRef="#br0" timeOffset="72970">22337 10195 8792,'-15'-4'2519,"-1"0"-2250,25-4-89,16-34-135,1 4 0,1-3-45,-3 1 0,-3 3 0,-3-3-90,-25 64 0,-7 18-60,3-6 0,-1 4 1,2 0 59,-2-3 0,2-1 0,2 0-379,6 4 1,2 0 0,3-7 0,6-3 0,0-2 0,0-1 0</inkml:trace>
  <inkml:trace contextRef="#ctx0" brushRef="#br0" timeOffset="73189">22248 10583 9242,'-13'2'1079,"6"-1"-989,3 4 0,7-2 180,12 1-450,32-1-1889,0-3 2069,-10 1 0,0-1 0,-9-1 0,-1-1 0,0 1 0,0-1 0</inkml:trace>
  <inkml:trace contextRef="#ctx0" brushRef="#br0" timeOffset="76816">18547 11270 7083,'3'-13'1079,"0"0"-719,-1 4 270,0-3 629,1 4-989,2 6 270,-3 21-361,0 4 1,-2 18 0,-3 7-320,1-7 1,-2 5 211,-1-5 0,-1 8 0,-1 4 0,1-1 0,-1-3-289,1-1 0,0-2 0,-1 0 0,0 3 232,1-6 0,-1 2 0,-1 2 0,1 0 0,0-1 0,0 0 21,0 4 0,-1 1 0,2-2 0,-1-1 0,1-3-36,1-6 0,-1-4 0,1 1 0,0 3 36,-2 8 0,0 6 0,-1 1 0,1-4 0,2-9-36,-1-2 0,1-3 0,-1 4 0,0 5 0,-1 0 0,2-9 0,-2 13 0,1-3 0,0-1 90,3-15 399,-1 12-489,2-28 0,1 0 1108,0-5-1108,0-2 0,0 1 0,-1 0 0,1 1 0,-2-3 0,2 0 89,-1-2 91,0 1-180,3 0 90,8 0 0,20 1-90,18 0 30,-6-3 0,8-1 0,9 0-264,-18 0 0,4 0 0,4 0 0,3 0 0,1 0 1,1 1-1,0 0 0,-1 0 216,-7 0 0,1 0 0,0 1 0,0 0 0,1 0 0,0 0 0,0 0 0,1 0 0,0 0 0,0 1-259,0-1 1,0-1-1,1 1 1,1 0-1,0 0 1,0 0-1,-1 0 1,-1 0-1,0 1 1,-2-1-1,-2 1 265,5 0 1,-1 0 0,-1 1 0,-2 0 0,0 0 0,-3 0-1,-1-1 1,-2 1-12,15 2 1,-3 1 0,-4-1-1,-5-1-22,8 0 0,-6-2 90,-3 0 0,-4-2 45,2-1 90,-10-5 0,-15 0 1251,-1-3-1251,-5 2 3096,-7-4-3070,-3 3-116,-9-11 0,5 6 0,-10-24 0,8-3-90,1-5 0,0-5-1364,2 0 1,1-1 1363,2 16 0,-1-1 0,2-6 0,1 1 0,1-7 0,0-4 0,2-1 0,-1 0 0,1 3-516,0-3 0,1 2 1,1 0-1,-1-1 0,0-2 516,0 7 0,-1-3 0,0 0 0,0-1 0,0 1 0,1 0 0,-1 2-15,1-2 0,1 0 0,-1 1 0,1 1 0,-1 2 0,-1 3-16,0-2 1,-1 3 0,0 2 0,-1 0 30,2-5 0,0 1 0,-2 0-30,-1-4 0,-2-1 0,1 8 30,0-3 0,-1 0 0,-1 2 0,0 11 0,1-4-90,-1 8 1870,0 5-1780,1 5 3276,0 2-3242,0 5 213,0 1-247,-1-3 90,-2 0-90,-1-1 0,0 3 0,-1 0 0,3 2 0,-3 1 0,-5 1 0,3 2 0,-13 2 0,-15 2 0,-11 2 0,11-2 0,-2 0 0,0 0 0,-5-1 0,-1-1 0,-7-1 0,-2-1 0,7 0-159,8 1 1,3-1 0,-4 0 158,-1-1 0,-4 1 0,-3-1 0,-1-1 0,1 0-202,3 0 1,-1-2 0,1 1-1,-2-1 1,-1 0 201,1 1 0,-3-1 0,0 1 0,0-1 0,0 1 0,2-1-15,5 1 0,0 0 0,1 0 0,0 0 0,0 0 0,1 0-21,-9-1 0,-2 0 0,1 0 0,5 1 0,8 0-324,2 1 0,4 0 360,-12 1 0,5 3 0,16 5 0,10 7 0</inkml:trace>
  <inkml:trace contextRef="#ctx0" brushRef="#br0" timeOffset="77321">19352 11418 9332,'-12'-24'1889,"0"27"-1620,2 25 1,2 17-673,1-11 0,-1 8 0,0 4 0,0 3 0,-1 1 0,0 0 459,2-7 0,-1 2 0,-1 2 0,1 0 1,-1 0-1,1 0 0,0 0 0,-1-1-44,1 2 1,-1 0 0,1-1 0,0 1 0,-1-1 0,1 1 0,0 1 20,0-1 1,-1 2 0,1 2 0,-1-1 0,1-1 0,1-2-1,0-5 1,2-4-34,-1 8 0,2-6 0,0 3-108,0 1 0,0 6 0,1 1 0,0-3 0,2-7-1531,2 11 1,2-6-1,-2 5 1,3-9 1416,8-24 1,-1-29 0,2-5 0</inkml:trace>
  <inkml:trace contextRef="#ctx0" brushRef="#br0" timeOffset="77743">19778 11493 9602,'1'-48'899,"2"-1"-629,-1 40 180,2-5 89,7 27-179,-6 11-135,-2 19 0,-2 6-434,-2-18 0,-2 5 299,0 1 0,-1 9 0,-1 5 0,0 1 0,-1-2 0,2-8-229,-1 2 0,-1-5 0,1 5 154,0-6 0,1 3 0,-1 3 0,0 2 0,-1 0 0,0-2-130,0 3 1,-1 1-1,0-1 1,-1 1 0,1-2-1,1 0 115,-1-1 0,1-1 0,1-1 0,-1 1 0,0 2-26,0-5 0,0 2 1,-1 1-1,1 0 0,0 0 1,1-2-1,0-2-222,-1 13 1,2-1 0,0-5 0,1-6-338,1 0 0,1-5-719,1 4 0,3-5 1304,5-15 0,7-11 0,2-7 0</inkml:trace>
  <inkml:trace contextRef="#ctx0" brushRef="#br0" timeOffset="78193">20277 11655 9691,'1'-31'-179,"2"-4"718,-1 12 900,-1-1-719,-3 49-540,-1-5-135,1 5 0,-1 8 135,-2 7 0,-1 7 0,1-4-300,0-5 0,0 2 155,1-6 1,-1 5 0,-1 3 0,0 2 0,0-2-165,0 1 0,-1 0 0,-1 0 0,1 2 1,0 1 157,0 1 1,1 1 0,-1 1 0,1 1 0,0-1 0,0-2-30,-2 2 0,1-2 0,0 0 0,0 1 0,1 0-30,2-1 0,0 2 0,0 1 0,2-2 0,0-4 1,1-6-196,2 10 0,1-4-68,1-6 1,-1 3 0,2-1-1,1-6-1281,3-1 0,1-4-225,8 17 1799,-3-30 0,0-17 0,0-3 0</inkml:trace>
  <inkml:trace contextRef="#ctx0" brushRef="#br0" timeOffset="79877">18885 11405 8972,'-3'-12'-450,"-1"-7"720,0 6 450,-3-9-181,3 12-269,-2 14 270,3 35-390,1-1 0,0 8 0,1-2-1757,-1 2 1,1 4 1651,0-11 0,0 6 0,-1 4 0,1 1 0,0-1 0,-1-4-81,0 7 0,0-4 1,0 0-1,0 4 61,0-12 1,1 2 0,-1 1 0,0 2 0,1-1-1,-1 0 1,1-1-11,0 3 0,0 1 0,0-1 0,1 0 0,-1-2 0,2 0 3,-1 1 0,2-1 0,-1-2 0,1 0 0,0-1-41,0 3 1,1-1 0,0-2-1,1-3-22,1 13 0,2-8-720,-1-15 1,2-7 764,3-10 0,3 4 0,-1-24 0</inkml:trace>
  <inkml:trace contextRef="#ctx0" brushRef="#br0" timeOffset="80596">18650 11828 8972,'-16'-11'180,"0"0"0,2 1 719,2 0-539,19 5 90,17 1-270,10 2-1,-1 2 1,11 2 0,5 0 0,1 1-686,-10-1 1,2 1 0,2 0-1,0 1 1,1-1 0,0 0 517,-4 0 1,2 0 0,0-1 0,0 1 0,1 0 0,0 0 0,0 0-1,4 0 1,0 1 0,1 0 0,0 0 0,-1 0 0,1 0 0,-1 0-152,-1 0 1,1 0 0,0 1 0,-1-1-1,-1 0 1,-1 0 0,-4 0 138,9 0 0,-4 0 0,0 0 0,4 0-304,-8 0 0,6 0 0,1 1 0,1-1 0,-3 0 0,-5 0 0,-7-1 259,6-1 0,-3 1-161,10 0 0,6 1 0,-12-1-514,-10-2-338,-2 2-471,-27 1 1744,-8-1 0,-12 3 0,3-2 0</inkml:trace>
  <inkml:trace contextRef="#ctx0" brushRef="#br0" timeOffset="81107">18460 12234 8702,'-17'-6'810,"2"0"-271,8 2 451,43-3-721,-6 5 1,5 1-120,7 0 0,7 0 0,7 1-416,-15 1 1,4 0 0,4 1-1,2 0 1,2 0 0,-1 1-1,1-1 286,-9 0 0,2 0 0,0 0 0,0 1 0,1-1 0,0 0 0,0 1 0,-1-1 0,0 0-20,2 0 0,0 1 0,-1-1 0,-1 0 0,1 0 0,0 1 0,1-1 0,0 1-10,-1-1 0,2 1 0,2 0 0,0 0 0,-1 0 0,-2 0 0,-2 0 0,-4-1 0,-4 1-13,5-1 1,-7 0 0,-1-1-1,3 2-13,4-1 0,4 1 0,0 0 0,-2 0 1,-3-1-145,7 1 0,-3 0 0,-5-1 45,-2 0 0,-3 0 243,9 1 0,-15 2 0,-31 1 1,0 3-1</inkml:trace>
  <inkml:trace contextRef="#ctx0" brushRef="#br0" timeOffset="81621">18547 12573 8702,'-15'2'1169,"6"4"-629,12-2 180,14 5-451,1-6-1908,19 1 1,7-1 1780,-5-1 1,8 0-53,-14-1 0,8 0 0,4 1 0,4-1 0,0 0 0,0 1 0,-4-1 0,-5 0-420,8 1 0,-7-1 1,2 1-1,7-1 338,-11 0 0,4 1 0,5-1 0,3 1 1,1-1-1,1 1 0,1-1 0,-3 1 0,-1 0 1,-4-1-1,-5 1-402,14 0 1,-6 1 0,-3-1-1,0 1 1,4-1 341,-6 0 1,2 0 0,2 1-1,0-1 1,-2 0 0,-2 0-1,-4 0-133,7 0 1,-3 1 0,-5-1 0,-4 0-1455,1 0 1,-8 0 1440,-10-1 1,-17 1-1,-30-2 1</inkml:trace>
  <inkml:trace contextRef="#ctx0" brushRef="#br0" timeOffset="82199">18411 12970 9332,'-11'-3'2428,"1"0"-1798,38 4-90,20 1-450,-19-1 0,5 1 22,8 0 0,9 1 1,3 0-1,-3 0-932,-6 1 1,-2 0 0,2 0 0,4 1 530,-7-2 0,4 1 0,1 0 0,2 0 0,0 0 0,0 0 0,-1 1 276,-4-1 0,0 0 0,0 1 0,-1-1 0,1 1 1,0-1-1,0 1 45,2 0 1,0-1 0,1 1 0,0 0-1,0 0 1,0 0 0,0 0-90,-3-1 1,1 1 0,0-1 0,0 1 0,0-1 0,-1 1-1,-3-1 1,-1 0 38,5 1 0,-2-1 0,-3 1 0,1-1 0,1 1-54,7 0 0,3 0 0,-1 0 0,-3 0 1,-7-1-64,6 0 0,-5-1-45,7 1 0,-1-1-270,-11-1 0,-6 0-89,-2-1 638,0-2 0,-22 1 1,1-2-1</inkml:trace>
  <inkml:trace contextRef="#ctx0" brushRef="#br0" timeOffset="83793">18643 11465 8252,'1'11'-360,"-2"3"-2917,-7 13 714,3-9 3439,3 21-876,7-20 919,3 8-829,12-7-90,-2-10 0,3 0 270,9-14-180,-15 0 1548,7-8 0,-1-6-813,-11-26-690,-6 16 0,-5-1-135,-7 3 0,-4 3 484,-25-5-1204,-10 26-100,0 16 1,3 6 0,9 8 0</inkml:trace>
  <inkml:trace contextRef="#ctx0" brushRef="#br0" timeOffset="84305">19143 11563 7982,'-9'-14'1889,"-15"14"-1619,-11 19-225,16-2 0,1 3-45,-5 18 0,29-16 0,8-19 0,18-18 90,-9-8-180,-1-4 90,-11-14-90,-20 4-180,-5 6-179,-14 11-1980,-8 27 2429,16 0 0,-7 14 0,19-6 0</inkml:trace>
  <inkml:trace contextRef="#ctx0" brushRef="#br0" timeOffset="84800">19560 11561 8432,'-8'-8'720,"-4"1"-270,-2 6-91,-17 14-269,11-3 0,-11 16 90,16 2-180,4-7 0,9 22-90,7-29 90,8 11-270,24-19 180,7-14 90,-17 5 0,0-4 45,3-14 0,-5-4-45,-8-5 0,-11 1 0,-8 3-449,-26 5-91,-5 5-899,-5 20 1439,16 9 0,3 5 0,5 0 0</inkml:trace>
  <inkml:trace contextRef="#ctx0" brushRef="#br0" timeOffset="85296">20084 11664 8432,'-16'-16'1529,"-2"4"-899,-14 15-540,13 1 90,-8 13 0,3 8-180,9 21 0,1-22 0,3-1-90,16 5 0,9-6 0,36-24 90,-5 3 0,-12-16 0,-3-5 0,-10-2-90,-10-3 0,-7-2-720,-27-3 181,5-1 629,-23 23 0,25 18 0,-2 7 0</inkml:trace>
  <inkml:trace contextRef="#ctx0" brushRef="#br0" timeOffset="85720">20612 11723 8612,'-22'-21'2339,"-11"16"-2249,4 0 0,0 21 0,2 10-270,15-4 0,3 2-90,0 7 0,8-2 0,38 3 270,-7-34 0,0-10 0,-2-8 0,-10-7-1304,-24-7 0,-13 0 1304,3 11 0,-6 5 0,-19-1 0,-2 8 0,16 11 0,-1 0 0</inkml:trace>
  <inkml:trace contextRef="#ctx0" brushRef="#br0" timeOffset="86364">18535 11905 8792,'9'-3'1529,"4"14"-1439,-8 0 180,6 24-360,-8-15-180,3 12-1979,-3 0 2249,0-9 0,1 5 0,1-11 0</inkml:trace>
  <inkml:trace contextRef="#ctx0" brushRef="#br0" timeOffset="86732">19165 11856 8972,'2'-8'1889,"0"0"-1799,-9 20 0,-1 5-90,-4 8-180,1-1 0,1 2-989,-2 7 1169,3-7 0,0 1 0,2 5 0,4-5 0</inkml:trace>
  <inkml:trace contextRef="#ctx0" brushRef="#br0" timeOffset="87168">19523 11958 9332,'-12'1'1259,"-6"24"-1349,8-3 0,1 3-180,-7 16 270,11-13 0,4-2 0,6-9 0,4 15 0</inkml:trace>
  <inkml:trace contextRef="#ctx0" brushRef="#br0" timeOffset="87633">19981 12017 8612,'-1'-10'2159,"-1"1"-2069,-2 13 0,1-1 90,-5 13 0,2 8-3457,-3 20 2172,4-12-534,3-4 1,2-2 1206,3-11 0,5 15 0,0-16 0</inkml:trace>
  <inkml:trace contextRef="#ctx0" brushRef="#br0" timeOffset="87994">20555 12120 9152,'-3'-10'1439,"1"2"-719,1 1-451,-11 36-538,5-9-541,-3 12 0,1 1-539,2-4 1349,0 13 0,5-22 0,0 3 0</inkml:trace>
  <inkml:trace contextRef="#ctx0" brushRef="#br0" timeOffset="89176">18650 12319 9512,'6'-7'1888,"-10"13"-1708,-4 3-180,-7 9-3277,-3 14 2393,9-15 1509,-6 22-715,12-17 1,3 0-181,17-5-90,29-26 180,-3-9 90,-15-1 0,-3-3 3366,-3-9-3322,-14 4 1,-10 0-144,-31-2-1879,-7 4 2068,15 21 0,0 5 0,-10 20 0,17-2 0</inkml:trace>
  <inkml:trace contextRef="#ctx0" brushRef="#br0" timeOffset="89654">19106 12387 8702,'-17'-11'1079,"-9"3"-989,16 8 180,-21 12-180,19-4 0,-22 26-90,18-14-180,2 4 0,1 1 0,4-3-719,17 18 359,24-43 540,7-15 90,-6-7-90,-16-14 180,-17 8-180,-2 12 90,-11-17-180,1 26-270,-7-1 360,-2 24 0,7 2 0,-2 9 0</inkml:trace>
  <inkml:trace contextRef="#ctx0" brushRef="#br0" timeOffset="90126">19341 12477 8522,'-19'-13'1529,"-2"6"-1259,1 12-90,-3 10-180,5-1-540,-5 22 270,17-21-809,9 26 359,16-30 271,18 3 179,5-19 270,-3-9 135,-17-2 0,-2-3 135,2-10-1,-5-17 1,-21 15-90,-9 6-180,-5 13-1439,-14 21 1439,16 0 0,-7 13 0,16-8 0</inkml:trace>
  <inkml:trace contextRef="#ctx0" brushRef="#br0" timeOffset="90609">19937 12524 7892,'-13'-4'1080,"1"1"-450,-11 4-541,10 2 361,-26 14-360,26-8 90,-16 12 0,17-1-180,5-5-180,13 10-360,33-23 360,-3 0 90,-4-12 1,-2-5-1,-4-8 90,-10 3 0,-2-1 0,-6-1 0,-7-16 0,-6 22-270,-7-6-90,-2 20 90,2 3 270,-3 15 0,11-3 0,-1 8 0</inkml:trace>
  <inkml:trace contextRef="#ctx0" brushRef="#br0" timeOffset="91050">20495 12468 8972,'-7'-8'1889,"-1"0"-1439,-9 8-91,-1 2 91,-19 13-90,-1 9-360,3 3-90,9 2-180,21 1 90,8-10-180,22 6 1,14-20 269,3-4 0,1-12 0,-10-16 0,-14-1 90,-8-13-450,-29 6-180,-7 12 91,-7 9 539,-12 18 0,12 4 0,8-2 0,0 1 0</inkml:trace>
  <inkml:trace contextRef="#ctx0" brushRef="#br0" timeOffset="91704">18573 12662 10771,'2'34'-90,"0"-7"-3187,1 18 3174,0-25 0,7 13 1,-1-21-1</inkml:trace>
  <inkml:trace contextRef="#ctx0" brushRef="#br0" timeOffset="92051">19066 12672 8972,'-5'-1'1259,"-2"14"-1888,0 15-181,0 4-989,4-4 1799,3-13 0,3 2 0,1-2 0</inkml:trace>
  <inkml:trace contextRef="#ctx0" brushRef="#br0" timeOffset="92547">19402 12715 9691,'-5'27'450,"1"-9"-630,-1 17-269,3-17-451,0 11 900,6-10 0,3-3 0,2 0 0</inkml:trace>
  <inkml:trace contextRef="#ctx0" brushRef="#br0" timeOffset="93017">19837 12784 10321,'-2'8'540,"-1"12"-450,1-5-540,-1 14-1799,2-4-1028,1-6 2718,1-1 1,2-5 0,0 1 0</inkml:trace>
  <inkml:trace contextRef="#ctx0" brushRef="#br0" timeOffset="93404">20459 12868 9242,'-1'-23'3276,"-1"5"-2954,-4 20-232,2 5-450,-4 24 90,4-11-2878,-5 24 3148,5-21 0,-3 16 0,3-15 0</inkml:trace>
  <inkml:trace contextRef="#ctx0" brushRef="#br0" timeOffset="94277">18606 13038 12120,'-10'5'450,"-4"9"-360,5 3-180,-3 6-270,3 10-90,8-9 90,5 1 91,9-9-181,15-10 360,-8-3-90,16-8 90,-7-11 135,-7-8 0,0-2 45,6-11 0,-15 6 0,-8 0-90,-15 9-1529,-22 12-630,9 13 2159,-2 11 0,13 1 0,5-2 0</inkml:trace>
  <inkml:trace contextRef="#ctx0" brushRef="#br0" timeOffset="94762">18975 13093 10681,'-15'14'540,"6"-7"-450,-5 21-90,10-17-270,-1 20 180,7-17-90,5 6-90,14-11 180,-7-4-90,26-11 180,-24 0 45,7-9 0,-2-4-45,-9 4 0,0-15 0,-6-1-270,-16 5-269,-3-12-2738,-15 33 2618,13 8 1,-8 10-1,12-3 1</inkml:trace>
  <inkml:trace contextRef="#ctx0" brushRef="#br0" timeOffset="95243">19298 13200 8792,'-9'-2'1619,"-6"2"-1259,4 4-90,-6 5 179,-6 10-449,8-5-90,-11 21 1,19-21-271,-1 15 0,17-12-90,13-1 270,7-7 0,16-13 90,0-11 90,-9-1 45,-11-7 0,-6-1-45,-7-2 45,-9-4 0,-6 1-45,-7 11-540,-14 6 1,-2 7-540,7 8 1079,-21 10 0,26-2 0,-3 3 0</inkml:trace>
  <inkml:trace contextRef="#ctx0" brushRef="#br0" timeOffset="95733">19831 13269 9422,'2'-10'2608,"1"1"-1259,-2 3-899,-2 1-180,-7 6-90,-6 8-270,-6 15-270,4 4-180,8 3 361,8-10-631,20 0 630,-8-14-270,25 2 91,-5-15 269,7-4 45,-15-4 0,-3-2 45,0-2 90,0-27-90,-22 30 0,-13-21-90,-1 27-90,-6-2-3097,-13 20 2457,21-3 1,-17 11 0,21-7 0</inkml:trace>
  <inkml:trace contextRef="#ctx0" brushRef="#br0" timeOffset="96155">20463 13333 10411,'-3'-10'1529,"-1"1"-1079,-5 8-360,2 2 270,-12 12-270,8 0-90,-4 5-90,7 7 90,6-13-450,13 21 270,3-21-45,13-3 0,4-4 225,-4-4 0,13-12 0,-5-10 135,-27-4 0,-6-4-180,8 2 0,-6 1-540,-25-8 1,-9 6-585,-5 10 1169,0 11 0,2 4 0,7 9 0,-12 5 0</inkml:trace>
  <inkml:trace contextRef="#ctx0" brushRef="#br0" timeOffset="98035">19300 10755 9062,'0'-18'1979,"-1"5"-1799,-5 16-1,1 21-89,-2 11-90,2 7-179,8 4-91,9-2 270,-1-9-90,13-9 0,-3-26 90,3-1-90,5-17 90,-8-7 0,-2-2 0,-6-1-90,-6 12 0,-2 3 90,-1 6 0,-3 30 0,-2 0 0,-1 1 0,-1 3 0,-3 4 0,-2 1 0,-1 3 0,-1-1 0,1-3 0,0-2 0,-6 16 0,5-25 0,2-10-90,-12-1 90,4-9 0,-8-6 0,-1-8-90,-1-4 90,5 3 90,11-1-90,16 10-180,24-5-585,-4 4 1,1 1-315,15-4 1079,-13 4 0,-1 0 0,-4 0 0,8-1 0</inkml:trace>
  <inkml:trace contextRef="#ctx0" brushRef="#br0" timeOffset="98599">19800 11086 8612,'12'-11'1439,"-3"1"-809,-9 1-90,-12 2-450,3 1-1,-18 7-178,6 6-91,-3 3-360,-1 7-90,14-2 540,4-2-179,14-4 179,9-10 0,3-1-90,12-8 180,-8 1 0,-1 0-90,-8 3 0,-8 11 90,-1-2 0,0 25 0,4-3-180,2 7-90,7-10-1349,11-12 1619,-10-6 0,14-4 0,-13-3 0</inkml:trace>
  <inkml:trace contextRef="#ctx0" brushRef="#br0" timeOffset="98922">20146 11087 8612,'-1'-12'2609,"-1"4"-2519,-8 8-1,2 2 1,-5 5 180,-12 12-270,11-8-90,-20 25 90,23-18-90,-3 6-269,16-3 269,3-12-990,16 9-1978,7-16 3058,-2 0 0,7-9 0,-14-2 0</inkml:trace>
  <inkml:trace contextRef="#ctx0" brushRef="#br0" timeOffset="99189">20304 10928 8792,'1'-10'1529,"0"2"-989,-8 20-1,-3 13-359,-7 15-45,5-7 0,0-1-225,-1 4-45,3-9 0,3 1-1214,2 6 630,1-10 719,8 7 0,5-23 0,5 3 0</inkml:trace>
  <inkml:trace contextRef="#ctx0" brushRef="#br0" timeOffset="99383">20245 11080 9152,'0'-10'719,"5"2"-899,24 0-1259,0 2-1838,12-2 2457,-16 3 1,2-3 0,-8 1 0</inkml:trace>
  <inkml:trace contextRef="#ctx0" brushRef="#br0" timeOffset="103369">21774 11375 8072,'-1'-12'810,"0"2"179,-3-1-179,0 1-1,-1-1-539,1 15 0,3 7 270,-1 24-360,1-8-1607,-3 16 1,-3 7 1561,2-11 0,0 1-75,-1 3 0,-1 4 0,0 3-111,1-8 1,-1 2 0,1 3 0,-1 0 0,1 2 127,1-8 0,0 1 0,1 2 0,-1 0 0,1 0 0,-1-1 0,1-1-62,-1 0 0,0-2 0,0-1 0,1 1 0,-1 2 0,1 3 35,1-2 0,0 5 0,0 2 0,0 1 0,0 1 0,1-2 0,0-2 0,1-5 0,-1-4-28,2 3 1,-1-7-1,2 0 1,-1 5 2,0 2 1,0 7 0,0 4 0,0 0-1,0-2 1,0-4 0,0-8-26,1 0 0,0-6 0,0 2 22,0 7 1,1 4-1,-1-1 1,0-8-23,-1-6 0,-1-4 0,2 11 0,-1-3 0,-1-3 0,0-15 0,0 5 0,0-4-90,1 4 2910,-1-11-3000,0 2 1273,0-6-1273,-3 3 1,-1-3 89,0 0 90,-1-1 90,12-8-90,7-1 0,12-5 0,6-1 0,2 2 0,1 0 0,5-1 0,6 0-18,-6 2 0,6 1 0,4-1 0,2 2 0,-1 0-529,-6 1 1,1 1 0,1 0 0,0 0 0,1 1 0,1-1 491,-2 0 0,1-1 0,0 0 0,1 1 0,1-1 0,0 1 0,1 1 35,-6 0 0,2 1 0,2 0 0,0 0 0,-1 1 0,0-1 0,-1 1 0,-3 0 0,-3 0-83,9 0 1,-4 1-1,-2 0 1,-1 0 0,2 0 84,3 0 0,1 0 0,0 0 0,-1 1 0,1-1 0,-1 2 0,1 0 0,-1 1 0,-3-1 0,-4 0 18,-3-1 0,-5 0 0,5 1 0,1 0 0,7 0 0,3 1 0,1 0 0,-5-1 0,-5 0 0,-2 0 0,-5-1 0,2 0-30,12 2 0,3 0 0,0 0 30,-4-1 0,1 0 0,-6 0 0,-4 0 0,0-1 30,-1 1 0,4-1 0,-6 0-67,-5 0 0,-4-1 217,8 1-1,0-1-89,-14-1 0,2 0-90,-9 0 3013,0-1-2923,1 2 645,-7-1-375,3 1 230,-3-3-410,-6-15-90,-19-29-90,3 6-1093,0 6 1,-4-7 0,1 3 989,2 1 1,0-4 72,2 4 0,-2-8 0,-1-4 0,-1-3 0,2-1 0,3 3-393,3 2 0,2-1 0,1 0 0,1 0 0,0 0 0,-1 0 410,-1 7 0,-1 0 0,0 0 0,0 0 1,1-1-1,1-2 0,3-1-81,2 1 0,2-2 1,1-3-1,2-1 1,0 1-1,1 0 1,0 2-1,0 3 0,0 3 58,1-7 0,0 5 0,1 2 0,0 0 0,0-4-205,0-2 0,0-4 0,1-1 0,-1 0 0,0 4 0,-1 5 241,1-7 0,0 6 0,-3 3 723,-5-4 0,-2 6-723,-4 2 1015,2 11 0,0 0-1015,-3-5 812,3 11-812,1 4 3276,1-1-3070,3 6-206,-1-2 0,3 6 0,-2-8 0,2 8 0,-2-8 0,2 9 0,-2-2-90,-28 9 90,1 0 0,-18 4-187,11-3 1,-7-2 114,8 0 0,-4 0 0,-4-1 0,-3 0 0,-2-1-218,6 0 1,-3 0-1,-2-1 1,-1 1-1,-2-1 1,-1-1 0,-1 1-1,-1 0 275,11 0 0,-1 0 0,-1 0 0,-1 0 0,-1 0 0,0 0 0,-1-1 0,0 1 0,0 0 0,0-1 0,1 1 0,-1-1-8,0 1 1,-1-1-1,0 0 1,0 0-1,-1 1 1,0-1-1,1 0 1,0 0 0,1 0-1,0 0 1,2 0-1,0 1-77,-7-2 0,1 1 0,1-1 0,0 1 0,1 0 0,1-1 1,2 1-1,1 1 0,3-1 100,-6 1 0,1-1 0,2 1 0,3 0 0,4 1 0,4 0 0,-21-2 0,15 2 0,20 3 0</inkml:trace>
  <inkml:trace contextRef="#ctx0" brushRef="#br0" timeOffset="103943">22479 11592 9422,'-2'-14'1439,"7"31"-1259,-2 4-90,0 1 0,1 7 67,-3 8 0,-2 8 1,-1 5-1,0 0-704,0-10 1,0 1 0,-1 2 0,0 0 0,1 1 0,-1 1 308,1-2 0,-1 2 1,1 1-1,0-1 1,-1 1-1,1-1 0,-1 0 268,0 1 0,-1-1 0,1 0 0,-1 0 0,1 1 0,-1 1 50,0 1 0,0 2 1,0 3-1,0-2 1,0-1-1,0-4 0,1-5-80,-1 8 0,0-7 0,1 7 0,0-11 0,0 7 0,0 4 0,0 2 0,0 0 0,1-3 0,0-4 0,2-7-270,1 6 0,1-7 1,1 2 317,-2 1 0,-1 4 1,1-3-1,3-5-48,7 1 0,4-12 0,3-17 0,9-8 0</inkml:trace>
  <inkml:trace contextRef="#ctx0" brushRef="#br0" timeOffset="104434">23275 11516 9961,'-1'-23'-90,"0"9"270,1-4 1080,-1 11-1081,0 12 541,-3 23-360,-1 19-1371,2-14 0,0 4 1,0 3 1099,0 7 1,-1 2 0,1-1-60,1-5 0,0-2 0,-1 7-348,0-5 0,-1 7 0,-1 4 0,1-1 0,-1-3 0,1-6 348,0 2 0,0-6 0,-1 8-179,2-9 0,-2 7 1,0 4-1,-1 4 1,1 1-1,-1-1 1,1-3-1,1-4 1,0-8 148,-1 13 0,0-9 0,1 6-13,0-11 0,0 6 0,0 2 0,0 1 0,1 0 1,0-3-1,2-5-145,1 4 1,3-3-1,0-2 1,0-1-292,0 7 0,0-2 0,3 1-61,2 8 0,1 1 1,2-8 190,-3-17 1,2-5 318,18 16 0,-9-32 0,6-1 0</inkml:trace>
  <inkml:trace contextRef="#ctx0" brushRef="#br0" timeOffset="104926">23905 11456 9781,'0'-14'1440,"-1"22"-1261,0 3 1,0 27 30,-1-2 0,-1 9 0,1-4-801,0-5 1,0 4 680,0-1 0,-1 9 0,0 6 0,-1 1 0,1-3 0,0-5-716,0-1 0,1-5 1,-1 0-1,0 6 659,0-9 1,0 5 0,0 1 0,0 3 0,-1 0-1,1 0 1,-1-2 0,1-2-4,0 5 0,0-2 0,0 0 0,0-1 0,1 0 0,-1 1-45,0 3 0,0 0 0,1 1 0,-1 0 0,1-2 0,0 0-57,0 0 0,1 0 0,-1-2 0,2 1 0,1 0-324,2 2 0,1 2 1,0-1-1,2-2 0,1-2 396,2-1 0,0-4 0,2 0 0,0 0 0,1 3 0,1 1 0,0-2 0,2-3 0,4-2 0,0 0 0,1 0 0</inkml:trace>
  <inkml:trace contextRef="#ctx0" brushRef="#br0" timeOffset="106159">22077 11508 9512,'-3'15'359,"1"0"-1452,3 16 1,2 13 0,-1-4 260,-1-8 1,-1 3 866,1-2 1,-1 5 0,1 5 0,-2 2 0,0 1 120,-1-3 0,-1 2 1,-1 3-1,0 0 1,0 1-1,1-1 0,0-1-182,1-3 0,0-1 1,1-1-1,0 0 1,0 1-1,0 0 0,0 2 3,-1 0 1,-1 2-1,0 1 1,0 0 0,0 0-1,1-1 1,0-2 0,2-3-140,0 7 0,0-1 0,2-3 0,0-2 0,1-3 162,3 8 0,0-4 0,1-3 0,0 6 0,1-5 0,3-10 0,0-1 0</inkml:trace>
  <inkml:trace contextRef="#ctx0" brushRef="#br0" timeOffset="106759">21764 11745 8792,'-8'-11'1799,"0"4"-1529,23 11 0,15 3-181,2-1 1,7 2 0,2-1-60,4-1 0,3 0 0,5 1-485,-12-2 1,4 0 0,2 0 0,2 1 0,1-1 0,1 1 476,-5-1 1,2-1-1,2 1 1,0 0-1,0 0 1,0 0 0,0-1-1,-1 1-173,-4 0 0,0-1 0,-1 0 0,-1 1 0,2-1 0,0 1 0,1-1 0,2 1 142,-4-1 1,2 1 0,2-1 0,1 1 0,0 0 0,1-1 0,-2 1-1,0-1 1,-2 1 0,-2-1 0,-4 0-7,10 1 0,-4-1 0,-3 0 0,0 0 0,-1 0 0,2 0 15,4 1 0,0-1 0,0 1 0,0-1 0,-2 0 0,-2 0-68,6 1 1,-2 0-1,-4 0 1,-6-1-23,-3 0 0,-3-1 125,4 1 1,1-1 0,-10 3-2645,-14 2 2609,-10-1 0,-16 3 0,-2-3 0</inkml:trace>
  <inkml:trace contextRef="#ctx0" brushRef="#br0" timeOffset="107372">21611 12361 8252,'-15'-3'1439,"5"0"-359,0 1-451,28-4-449,-4 4 22,13-1 1,13 1-1,6 1 1,0 0-859,-1 1 1,3 2-1,2 0 1,1 0 0,0 0 597,-4-1 1,1 0-1,1 0 1,1 0-1,1 0 1,1 1 68,-5 0 0,2 0 0,1 0 1,1 1-1,1 0 0,-2-1 1,0 1-1,-2 0-200,0 0 1,0-1-1,-2 1 1,0 0 0,0-1-1,-1 1 1,1 0 188,1-1 0,-1 1 0,0-1 0,1 0 0,-2 1 0,0-1 0,-1 0-268,-1 1 0,-1-1 0,-1 0 1,0 1-1,0-1 0,1 0 253,3 0 0,1 0 0,1 0 0,-1 0 0,-4 0 0,-4 0-21,3 0 0,-5-1 0,3 1-9,9 1 0,6-1 0,-2 1 0,-10-1-90,-8-1 0,-5 0 0,4 1 1,-2-1-1216,5 1 1727,-19-1 0,-7 0 0,-7 0 0</inkml:trace>
  <inkml:trace contextRef="#ctx0" brushRef="#br0" timeOffset="108126">21476 12851 9422,'-9'0'359,"-5"0"-89,30 0-45,18 0 0,11 0-1318,-2 1 1,5 0 0,6 0 841,-13 0 1,4-1-1,3 1 1,2 0-1,-1-1 1,-1 1-1,-4 0 380,0-1 1,-4 1 0,0 0-1,2 0 1,5-1-103,-7 1 0,4-1 0,4 1 0,1-1 0,1 1 0,1-1 0,-1 0 0,-3 1 0,-2-1 0,-4 0-10,11 1 0,-7-1 0,-1 0 0,1 0 0,7 0-17,-9 1 0,4-1 0,3 1 0,3-1 0,0 0 0,1 1 0,-1-1 0,-3 1 0,-1-1 0,-5 0 15,6 1 0,-4-1 0,-2 0 0,-1 0 0,0 0 0,2 1-15,3-1 0,1 1 0,0 0 0,0 0 0,-1-1 0,-1 1 0,2-1 0,1 1 0,-2-1 0,-4 0 0,-5 1 0,8-1 0,-1 0-90,-5 1 0,5 0 0,-2 0 1,-10 0-361,4 1-2827,-4 5 3151,-28 0 1,-9 1 0,-8-1 0</inkml:trace>
  <inkml:trace contextRef="#ctx0" brushRef="#br0" timeOffset="108733">21510 13338 8522,'-15'1'0,"-5"1"360,-1 0 0,-2 2 539,9-2-359,28 5-450,10-5 45,6 0 0,11 1 0,3-1 0,-4 0-446,-7-1 0,-2-1 1,7 1 355,-2 0 0,6 0 0,6 0 0,2 0 0,1 0 0,0 0 0,-3 0 0,-3 0-370,5 0 1,-5 0 0,0-1 0,2 1 0,7 0 316,-15-1 1,4 1-1,3 0 1,2 0-1,1-1 1,2 1-1,0 0 1,-1 0 0,0 0-1,-2-1 1,-1 1-1,-4 0-222,5 0 0,-3-1 0,-2 1 0,-1 0 0,0-1 0,2 1 0,3 0 0,3 0 197,-7-1 1,3 1 0,3 0 0,2 0 0,1 0 0,1 0 0,1 0 0,0 0-1,-1 0 1,-2 0 0,-1 0 0,-3 0 0,-2-1 0,-4 1 32,14 0 0,-6 0 0,-3 0 0,0 0 0,2 0 0,5 0-17,-9-1 1,5 1 0,3 0-1,2 0 1,1-1 0,-1 1-1,0-1 1,-4 0 0,-4 1-1,-4-2 1,-8 1-44,12-1 0,-11-1 0,4 0-760,7 0 1,7 1 0,-5-1 0,-16-3 611,-15-5 0,-16 4 0,-9 1 0</inkml:trace>
  <inkml:trace contextRef="#ctx0" brushRef="#br0" timeOffset="110233">21853 11551 8252,'7'-6'270,"-1"0"180,-2 2 180,0 0 2068,-1 0-2608,-9 10-90,1 3-180,-8 16 90,8-6 0,3 2-90,10-7 180,-2-5-90,5-1-90,17-7 90,-1-7 0,14-7 90,-11-11-89,-12 0 89,-7 0 0,-9-5-90,-10 4-90,-5-2-540,-20 7-1709,-4 17 2429,1 4 0,3 9 0,13 1 0</inkml:trace>
  <inkml:trace contextRef="#ctx0" brushRef="#br0" timeOffset="110760">22370 11548 9062,'-5'-19'1259,"1"4"-989,-1 9 0,0 3 0,-13 6-90,2 3-91,-9 9-178,3 11-361,7 8 360,3-6-450,21 7 450,1-27-90,22-2 90,-4-21 90,-2-5-45,-13-3 0,-4-1 45,-4 1 0,-3-14-269,-18 13-91,3 13-360,-13-4-719,7 20 1439,4 1 0,-2 7 0,4 0 0</inkml:trace>
  <inkml:trace contextRef="#ctx0" brushRef="#br0" timeOffset="111266">22952 11597 8612,'-3'-13'1259,"-2"4"-539,-7 2-90,-22 16-540,5 5-135,8 0 0,1 2-225,1 14-180,11-1-270,21-1 630,-1-13-179,22-4 89,-4-17 90,10-9 180,-1-13 0,-12-7 0,-14 7 179,-24-15-269,1 28-269,-23-12-2160,-3 35 2429,11-5 0,-7 17 0,23-6 0</inkml:trace>
  <inkml:trace contextRef="#ctx0" brushRef="#br0" timeOffset="111777">23496 11636 8342,'-11'-12'1619,"-1"3"-1259,-3 9-90,-2 5 90,-14 14-270,12-6 90,-12 17-180,19-5-90,1-2-270,16 13 180,3-22-630,28 16 541,-10-21-1,18 1 180,-16-13 0,-1-4 90,2 0 180,16-16-3302,-34-5 3212,-3 7-98,-14-21 8,-7 27-270,-15-8-2248,-6 22 1966,10 2 0,-5 12 1,18-4-1</inkml:trace>
  <inkml:trace contextRef="#ctx0" brushRef="#br0" timeOffset="112209">24308 11758 8702,'-2'-12'900,"1"4"269,-9-3-540,-15 13-179,-12 10-360,4 3-90,9 8 0,4 3-90,8-1-90,-6 19 0,21-21-269,27 0 359,-11-13 0,18-1 0,-11-18 0,-2-4 90,1 1 0,4-7 0,-3-4 0,-15-2 0,-9-1 0,-5-2 0,-17-9-135,3 15 0,-4 3-1035,-8 7 1,-1 5 90,-6 1 759,-11 6 0,20 7 1,-3 2-1</inkml:trace>
  <inkml:trace contextRef="#ctx0" brushRef="#br0" timeOffset="115027">21877 11940 9242,'-18'2'1169,"-7"14"-1079,6 2 0,-8 19 0,16-9 0,-1 5-90,8 5 0,17-10 0,2-7 0,12-11 90,7-21-90,-4-5 0,5-12 0,-20 5 0,-3 0 90,1-7-90,-8-7 0,-6 0 0,-22-3-45,12 14 0,-3 3-1305,-16 15 1,-1 7 180,4 6 1169,-15 14 0,30-3 0,0 2 0</inkml:trace>
  <inkml:trace contextRef="#ctx0" brushRef="#br0" timeOffset="115660">22261 12024 8792,'2'-10'1709,"0"-4"-899,-1 6 539,0-4-1079,-4 7-180,-2 5 359,-16 18-359,9-5-90,-16 26-90,17-14-180,-3 18-89,11-7-181,19 8 270,5-22 90,18-9 90,-4-26 0,0-16 0,-12 5 45,-12-2 0,-5-3-45,-12-5-90,-1 9 1,-4 2-541,-22 2-1349,-11 20 2069,8 11 0,2 9 0,12 0 0</inkml:trace>
  <inkml:trace contextRef="#ctx0" brushRef="#br0" timeOffset="116327">22903 12071 9152,'2'-9'450,"-1"-2"269,-2 2-359,-2-2-90,-1 3 179,-17 5-269,-13 19-90,-5 2-45,13 0 0,3 3-135,-4 16-180,7 7 91,22-4-1,13-11 0,28-8 135,-17-19 0,2-3 45,0 0 0,0-3 0,5-7 0,-3-2 0,4-10 0,-6-1 0,-13-15 0,-15 15-90,-9-18-360,-16 23-269,-5 6-1800,-8 18 2519,16 3 0,-3 11 0,12-4 0</inkml:trace>
  <inkml:trace contextRef="#ctx0" brushRef="#br0" timeOffset="116743">23537 12160 8702,'-4'-16'1709,"1"5"-1079,-1 0 269,2 5-629,-5 14-90,2 10-180,-2 8-630,5 14 360,3-19-2788,6 17 1619,-1-27 1439,4 8 0,2-10 0,3-1 0</inkml:trace>
  <inkml:trace contextRef="#ctx0" brushRef="#br0" timeOffset="117089">24257 12146 11311,'-6'7'1529,"3"0"-1439,-9 16-360,2 17 90,5-19-900,-3 27 1080,8-17 0,0 0 0,3-2 0</inkml:trace>
  <inkml:trace contextRef="#ctx0" brushRef="#br0" timeOffset="118099">21712 12498 9422,'5'-8'719,"-1"2"1,-1 1 179,-1 0-449,-3-1-360,-5 5 0,-5 3 90,-23 25-270,15-9-135,-6 12 0,2 2 45,11-10-90,-1 5 1,4-1-271,14-5 0,12 3 360,5-13 0,25-16 180,-16-9 90,1-11 0,-3-6 0,-15 1 0,-3-1-90,6 2 0,-4 0 0,-12 1 0,-7 5-180,-5 13-449,-14 4-1170,-3 15 1799,2 6 0,2 7 0,8-2 0</inkml:trace>
  <inkml:trace contextRef="#ctx0" brushRef="#br0" timeOffset="118659">22217 12614 9691,'-11'4'450,"0"5"-180,4 12-270,3 9 0,-1-6-270,20 12 180,4-22-90,16 5 180,5-20 0,0-11 0,-18-5 0,-2-2 90,2-7-45,-13-1 0,-7-2 45,-21-12-45,8 19 0,-3 1 0,-9 0 0,-5 6-585,-2 13 1,-1 6 539,5 0 0,0 3 0,0 6 0,3 2 0,1 10 0</inkml:trace>
  <inkml:trace contextRef="#ctx0" brushRef="#br0" timeOffset="119261">22808 12647 8792,'1'-13'1619,"-2"2"-1439,-4 1 360,-9 4-271,-8 9-89,-3 5-3457,-11 25 2393,20-14 1743,-1 14-1308,30 4 179,7-21 0,3 0 180,11 19 30,2-27 0,8-8 0,-5-3 60,7-13 90,-11 3 0,4-3 0,-8-1 0,-4-11 90,-15-4 0,-7 0-90,-16 6-225,-9 3 0,-3 5-135,-4 9-630,-20 12 900,26 14 0,2 3 0,3 5 0</inkml:trace>
  <inkml:trace contextRef="#ctx0" brushRef="#br0" timeOffset="119893">23636 12641 8702,'-8'-4'1259,"-1"-2"1,1 1-811,1 0-269,-3 8-90,3 7 0,-1 13 0,2 6-3367,3 20 2353,1-18-156,5 15-899,3-29 1979,3 4 0,3-8 0,1-3 0</inkml:trace>
  <inkml:trace contextRef="#ctx0" brushRef="#br0" timeOffset="121180">24218 12645 9152,'0'-10'2428,"0"0"-1618,0 3-900,-6 39 0,3-19 0,-5 31-1169,6-8 719,2-17-1079,0 16 1619,4-16 0,0-1 0,2 5 0</inkml:trace>
  <inkml:trace contextRef="#ctx0" brushRef="#br0" timeOffset="122232">21787 12998 7982,'-8'-4'2429,"-6"5"-2069,1 5-90,-10 6-90,-6 12-90,8-2-90,-1 6 0,14 1-270,14-1 180,4-1 0,16-8 0,3-14 45,1-12 0,2-5 45,-9 0 0,-1-3 45,9-9 0,-3-3-45,-14 3 0,-4-2 45,-2 0 0,-4 0 45,-8-20-180,-14 11-180,-5 15-1169,-22 17 1439,8 13 0,-5 7 0,12 3 0</inkml:trace>
  <inkml:trace contextRef="#ctx0" brushRef="#br0" timeOffset="122960">22134 13025 8612,'0'-12'2159,"-1"2"-2069,-4 10 90,-5 11 90,-5 21-270,5-7 89,5 18-89,14-16-89,0-1-91,23 8-90,2-23 180,9 2 0,4-22 0,-12-12 45,-16 1 0,-3-2 0,-6-2 0,-2 0 45,2-18-90,-16 16 0,-4 3 0,-1 7-809,-28-10-630,15 27 1529,-13 4 0,14 10 0,4 1 0</inkml:trace>
  <inkml:trace contextRef="#ctx0" brushRef="#br0" timeOffset="123322">22791 13088 8972,'0'-10'2608,"0"0"-2518,-5 18 0,2 3-450,-1 34 181,4-20-316,3 0 0,3 1 495,10 3 0,3 0 0,3-3 0</inkml:trace>
  <inkml:trace contextRef="#ctx0" brushRef="#br0" timeOffset="123732">23529 13068 9422,'6'-8'1619,"-1"2"-1260,-9 26-269,2-11 90,-8 30-180,7-14-180,2 5-269,5 1-361,3-7 810,12 4 0,-3-9 0,8 2 0</inkml:trace>
  <inkml:trace contextRef="#ctx0" brushRef="#br0" timeOffset="124092">24254 13104 9691,'-4'-8'1799,"0"9"-1439,-1 14-180,2 8-180,0 8-899,7 13 899,3-2 0,1 2 0,1-10 0</inkml:trace>
  <inkml:trace contextRef="#ctx0" brushRef="#br0" timeOffset="125005">21813 13627 9512,'-16'-3'1349,"-9"8"-1349,6-2 180,-7 14 0,5 9-90,5 0-90,-2 16-90,14-20-90,9 16 90,1-24 0,5 8-270,15-16 180,-6-7 90,17-4 0,-11-10-90,2-9 90,-5-10 90,-8 7-180,-9-21-269,-18 25 269,4-7-1529,-15 25 1709,14 11 0,-5 6 0,6 0 0</inkml:trace>
  <inkml:trace contextRef="#ctx0" brushRef="#br0" timeOffset="125528">22157 13711 8432,'2'-8'2609,"-4"1"-2160,-9 23-449,5 12-449,10 17-1,23-11 180,22-27 225,-26-18 0,-3-7 0,-4-12 0,-8-5-135,-10 4 0,-8 2 180,-7 8 0,-4 5 0,-14 4 0,3 29 0</inkml:trace>
  <inkml:trace contextRef="#ctx0" brushRef="#br0" timeOffset="126037">22816 13677 9422,'0'-11'1978,"-15"5"-1618,-10 20-360,2-4-135,7 11 0,7 4-314,29 8 269,14 1 180,5-14 45,-4-30 0,-3-12 135,-20-6 0,-5-3-136,10 1 1,-5 0 0,-16-9 0,-11 7-1124,-30 14 629,11 4 450,7 22 0,5 6 0,12 4 0,-5 13 0</inkml:trace>
  <inkml:trace contextRef="#ctx0" brushRef="#br0" timeOffset="126537">23581 13683 9512,'-6'-10'2338,"-2"1"-1798,-7 7-270,1 4 269,-23 26-808,12 14-46,15-15 0,7 0-135,34 9 450,1-20 0,8-28 0,-1-14 135,-22-6 0,-4-3-90,9 2 0,-6-1-225,-18-11 0,-9 6-270,-9 16 450,-28 17 0,32 22 0,-7 16 0</inkml:trace>
  <inkml:trace contextRef="#ctx0" brushRef="#br0" timeOffset="126995">24183 13661 9691,'0'-12'3149,"-7"5"-2520,-5 2 181,-23 22-675,16 0 0,3 4-315,0 4 0,6 1-45,14 0 0,6-2 135,9 4 0,13-22 0,4-8 90,-3-7 135,2-13 0,-2-4-135,-8 2 45,-14-11 0,-9 0-135,-12 14-1549,-25-4 1,-8 5 1376,2 14 0,-1 1 0,2 4 0,3 12 0</inkml:trace>
  <inkml:trace contextRef="#ctx0" brushRef="#br1" timeOffset="133083">3666 14043 8928,'2'-9'-1147,"3"7"1081,-2 2 0,4 6 1,-3-3-1</inkml:trace>
  <inkml:trace contextRef="#ctx0" brushRef="#br0" timeOffset="135016">22706 11120 7803,'0'-9'809,"1"-3"-539,1 4 629,2-14-719,-2 11 810,5-20-451,-3 15-89,1-6 270,-1 7-270,-2 2-271,0 2 91,0 3-270,-1 22-90,-1 5 0,0 9-269,0 12 179,1-21-180,1 7 0,1-1 180,0-5-180,7 20 180,-3-29-179,13 0 269,-5-11 90,6-4-180,7-18 180,-13 8 0,3-7 0,-1-2 180,-5 1 269,9-22-359,-21 40-90,-2 14-45,-4 13 0,-3 9-135,2 3 0,-1 5 1,1-1-1,0-6 0,0 0 0,1-1 135,-3 17 0,1-5 45,-1 1-90,3-31 90,0-7 90,-8-8 0,6-5-3122,-22-29 3032,17 20 145,-16-19 35,15 18-180,1 1 90,4 3-90,8 2 0,5 5-90,18-7 0,19-3 0,-7 4 0,3-1-225,5-2 1,1 0-856,-3 0 1,-1 0 764,-11 4 0,-4 1 405,8-4 0,-15 4 0,-1-1 0</inkml:trace>
  <inkml:trace contextRef="#ctx0" brushRef="#br0" timeOffset="135372">23303 11110 8612,'4'-12'1979,"-1"3"-810,-1 0-989,-6 38-180,2-8-45,-1 4 0,-1 2-225,2-2 1,-1 0-1081,-1 19-539,1-2 1889,2-17 0,4-17 0,1-3 0</inkml:trace>
  <inkml:trace contextRef="#ctx0" brushRef="#br0" timeOffset="135704">23289 11071 9242,'31'-9'719,"-4"1"-629,8 7-90,2 7 0,-16-2 0,5 15 0,-25-5 0,-6 9 0,-26 5-270,-4-3-269,-2 0 539,11-10 0,19-11 0,3-1 0</inkml:trace>
  <inkml:trace contextRef="#ctx0" brushRef="#br0" timeOffset="136232">23518 11242 11221,'16'-5'1169,"-1"-2"-1079,-1 3-90,0-3-90,0-2-90,3-8-90,-1-9 90,-2-2-180,-7-13 91,-15 10 179,1 7 0,-15 16-90,14 14 0,-3 8-180,16 5 0,23-1 360,-7-3 0,20-6 90,-21-8 0,0 1 450,-4 10-270,-17 10-360,2 4-450,-8 13-1619,6-7 2159,3-3 0,5-6 0,3-8 0</inkml:trace>
  <inkml:trace contextRef="#ctx0" brushRef="#br0" timeOffset="136626">23948 11241 9602,'-7'-9'1709,"15"-2"-1530,8 2-269,8-1-269,3-8 269,-16 8-270,-2-16 270,-10 16 90,-18-14 0,2 20 0,-9-2 90,3 17 0,2 3-90,2 1 0,0 3 0,2 3-90,13 6-180,8 4-449,14-2-991,8-9 1710,7-11 0,-2-7 0,2-3 0</inkml:trace>
  <inkml:trace contextRef="#ctx0" brushRef="#br0" timeOffset="137133">24450 11169 9602,'-15'-8'1798,"-5"0"-988,1 4-360,-5 2 179,-19 9-2268,18 7 1,0 2 1114,-15 6 953,19-7 1,5 4-790,7 17 91,13-12-1,9 10 90,16-38 0,6-8 90,4 0-90,-6-10 0,5-11 0,-5 0 45,-5-5 0,-4-2 75,1 2 0,1-4 0,-3 2 60,-7 7 0,-2 1 0,-2 1 45,4-6 0,-10 9 135,-15 20-90,-6 30-45,3-1 0,-1 3-45,-3 22 0,3-1 3276,1-1-3443,2 4 0,2 0-552,10-1-920,5-18 1,3-2 818,5 5 1,18-12 0,-9-15 0</inkml:trace>
  <inkml:trace contextRef="#ctx0" brushRef="#br0" timeOffset="137338">24922 11164 13020,'-9'-3'0,"1"0"0</inkml:trace>
  <inkml:trace contextRef="#ctx0" brushRef="#br0" timeOffset="140925">22609 7957 9781,'-13'-7'3276,"4"1"-2954,6-1 308,20 3-360,21 0-534,-6 3 1,11 0 0,6 2-1,4 0 1,2 1 303,-13-1 0,3 1 0,1 1 0,3 0 0,1 0 0,1 0 0,0 1 0,1-1 0,-1 0-244,-7 0 0,0 0 0,0 0 0,1-1 0,1 1 0,0 0 0,0 0 0,0 0 1,1 0-1,0 0 0,0 0 0,1 1 197,0-1 0,2 1 0,1 0 0,0 0 0,1 0 0,0 0 0,-1 0 0,0 0 0,0 0 1,-3 0-1,0 0 0,-3 0 0,-2 0 7,12 1 0,-3 0 0,-3 0 0,-1-1 0,-1 1 0,0 0 0,1-1-277,-1 0 0,2 0 1,0 0-1,-1 0 0,-3-1 1,-4 1-1,-7-2 322,13 3 0,-5-2-417,0 0 1,3-1-1,-6-1 462,-13 1-4</inkml:trace>
  <inkml:trace contextRef="#ctx0" brushRef="#br0" timeOffset="146935">23460 8346 8522,'14'-14'2159,"-2"1"-1709,-6 6 809,1 0-539,-3 2-541,-14 2-89,2 2-180,-34 11 90,21-3-225,-12 9 1,1 4 44,9-1-90,2 3 0,7 3-270,35 20 360,-5-13 45,9-5 1,3-2-226,3 3 315,-12-11 0,-1 1-225,5 18 180,-28-7 0,-8-2 90,-22-4-180,10-13 0,-2-1-944,2-2 0,1-1 1124,-21 5 0,22-7 0,18-4 0</inkml:trace>
  <inkml:trace contextRef="#ctx0" brushRef="#br0" timeOffset="147326">23906 8577 8522,'-1'-13'900,"0"3"-720,-2 2 539,-3 1-539,1 0 719,-23-2-449,-9 12-270,-10 1-90,18 5 0,1 3-45,7 1 0,2 4-270,0 8 0,4 1 45,-2 8-540,27-2 1,7-2 269,1-13 450,14 3 0,4-4 0,-3-11 0,-6-2 0,1 0 0</inkml:trace>
  <inkml:trace contextRef="#ctx0" brushRef="#br0" timeOffset="148035">24137 8688 9602,'1'-9'1619,"-2"1"-1260,-2 3 1,-7 1 0,-11 5-270,3 1 0,-7 3 0,-2 12-90,12-9-270,-18 21 90,25-15 0,-3 8-180,19-6-89,11-6 449,-3-2-90,21-17 180,-24 3 0,12-10 0,-13 15-90,-4 1 0,3 15 0,-2 2-90,11 11 90,-6-12-90,10-2 0,10-26 0,2-8 90,0-9 0,1-8 0,-16 12 0,-2-3 0,1-2 30,3-8 0,1-3 0,-3 0 30,-6 8 0,-1 0 0,-2 0 89,-2-2 1,-1 0 0,-2 5-150,2-15 360,-4 4-270,-10 39 45,-8 33 0,-1 12-45,-1-2-68,5-6 1,-1 10-1,1 0 1,2-9-23,0 12-1093,3-9 1,0 6 0,3-9 257,4-8-804,5 4 1,5-2 1568,8-11 1,15 7-1,-3-17 1</inkml:trace>
  <inkml:trace contextRef="#ctx0" brushRef="#br0" timeOffset="148883">24824 8749 9781,'-1'-12'1440,"-1"3"-181,-2-4-809,-1 6 359,-23-2-719,4 17 0,-2 6-315,-1 0 0,1 3 90,-1 3 0,3 2-134,0 13-91,19-11 90,20-16 270,2-6 180,18-20 90,-8-8 179,5-7-269,-14 13-180,0 11 90,-13 22-180,2 11-269,6 17 179,2-12-90,9 0 90,-1-22-90,17-18-1369,-15-8 1,-1-4 1163,13-8-66,-12-5 0,-4-2 451,-9-5 90,-4 10 0,-2 2 90,-2-2-90,-6 7 0,-7 29 0,3 3 0,0 12 2945,6-7-3035,12 8 0,2-11 0,17 4 0,3-7 1619,12 5-1169,-23 7-90,-9 4-180,-22 1 0,-6 3 0,0 1 0,0 1-45,1-4 0,1 1-180,0 14 0,6 0-3013,17 5 3148,-6-15 0,3-1 0,21 4 0,-5-16 0</inkml:trace>
  <inkml:trace contextRef="#ctx0" brushRef="#br0" timeOffset="161755">18737 11894 8162,'-8'-7'720,"1"1"-540,2 3-180,0 0 90,-3-2 0,-1-1-90,-1 1 0,-5-3 0,-1 1 0,-1-1 0,-12-1 0,-5 1 0,0 2 0,-6 4-90,8 6 90,6 1-45,3 7 0,1 5-45,-5 22 90,9-16 0,2 2-45,5 0 0,5 1-225,8 24 90,4-14 90,3-10 0,1-2 0,4-4-180,24 8 91,-12-21 89,18 3 45,-19-12 0,1-4 0,5-8 0,0-2 90,-6 6 0,-2-3-45,10-16 0,-6-3 90,-13 1 0,-2 0 0,-4-1-1,-12-11-44,-4 16 0,-4 3-45,-14-8-225,3 17 1,-2 6 224,-25 11 0,25 0 0,0 3 0,1 2 0,0 1 0</inkml:trace>
  <inkml:trace contextRef="#ctx0" brushRef="#br0" timeOffset="162633">19117 11887 7263,'-7'-6'180,"-5"0"-90,1 0 0,-1 1 90,-3 0-180,4 2 89,2 2 91,-12 3-180,10 0 180,-20 7-90,5 7 0,-5 5 0,10-1 0,3 4-90,4 1 0,2 1-90,-8 15-90,17 9-90,18-28 1,18 6 89,0-13 90,2-12 0,0-5 0,-1-3 90,7-9 0,-1-4 0,-7-9 0,-8 8 0,-1-3 45,-9-2 0,-5 1 45,2-4 0,-11-21-90,-13 25 45,-8 3 0,-3 2-45,-3 1-540,-14 9 0,0 6 180,14 5 360,0 1 0,0 2 0,6 5 0,-2 1 0</inkml:trace>
  <inkml:trace contextRef="#ctx0" brushRef="#br0" timeOffset="164477">19527 11923 7083,'2'-8'899,"-1"0"-719,-4 3-90,-1-1 0,-1 2 270,-10-2-180,3 4 0,-18-2 90,-12 20-180,2 10-90,20-9 0,2 3 0,7 4 0,5 1-90,4 18-135,12-7 0,3 0-45,7 6 135,4-12 0,4-6 45,12-16 0,8-6 90,-14-9 45,-6-10 0,-1-3-45,1-8 45,-4 3 0,-3-4 45,-9 0 0,-8-3 135,-11-11 0,-13 3-345,-6 21 0,-7 5 0,1 0-195,-5-11 0,-3 7-95,-6 24 0,-4 11 1,8 1-1,16-3 1,4 2-1,-11 8 0,0 0 1</inkml:trace>
  <inkml:trace contextRef="#ctx0" brushRef="#br0" timeOffset="166642">19926 12366 7353,'-8'-6'180,"2"1"-90,1 2 0,-3 1 89,-7 1-89,-2 1 90,-10 4 0,0 8-90,-10 14 0,9 2-90,2 9 90,13 8-90,15 3 0,0-9 0,10-5 0,3-21-90,10 2 90,10-3 0,9-6 0,-12-7 0,14-17 0,-29 8-45,4-15 0,-4-4 45,-12-2-45,-4-7 0,-5-1 0,-9 13 0,-6 3-225,-7-4 1,-5 4 269,-5 10 0,0 7 0,6 3 0,1 4 0,2 7 0,0 0 0</inkml:trace>
  <inkml:trace contextRef="#ctx0" brushRef="#br0" timeOffset="167520">20463 12460 6993,'-11'-13'180,"-6"-1"-90,5 4 180,-21-2-180,14 9 90,-26 1-46,20 9 1,-1 3-45,2 0 0,1 2-45,-3 8 0,3 2 45,-1 20-45,18-8 0,6 2-45,4-8 0,5 0 45,8 8 0,3-4-45,13-1 0,5-9 0,-18-18 0,11-3 0,4-2 0,13-4-23,-16-8 1,5-7-1,-1-3 1,-7 1-197,-3-6 1,-8-6 173,-5-2 0,-1-7 0,-5-1 0,-11 6-1048,-16 8 1,-11 4 0,2 1 922,5-5 0,2-1 0,-6 9 170,-13 11 0,-5 10 0,7 4 0,-3 11 0,4 0 0,0 0 0</inkml:trace>
  <inkml:trace contextRef="#ctx0" brushRef="#br0" timeOffset="169283">18665 12641 7173,'-6'-10'270,"0"1"-90,-3-2 89,0-1-89,-2 0-90,-3 0 0,5 6 0,-17-1 0,8 6-90,-16 3 90,0 11-90,9-2 90,-10 16-90,11 6 0,5-4 0,1 16 0,19 2 0,1-12-45,9-3 0,7-3 45,4-16 0,1-2 0,18 17 0,-14-22 0,1-6 0,11-12 0,-8 1 0,-1-14 0,-2-2-90,-11 2 90,1 1 0,-4-2 0,-12-13-90,-7 1 45,-2 9 0,-4 0-45,-4 8 0,-2 1 0,-11-8-675,-7 24 1,-1 6 764,7 5 0,-2 3 0,0 3 0,6 7 0</inkml:trace>
  <inkml:trace contextRef="#ctx0" brushRef="#br0" timeOffset="170018">19041 12693 7173,'-11'-15'719,"1"3"1,-16-10-270,-8 9-180,-14 3-180,2 9-45,18 9 0,1 5 44,4 7 1,1 2-90,3-5 0,1 3 45,1 23 0,6 1-135,9-6 0,6 6 1,5 0-46,2-21 0,5-2-1504,13 9 1,2-2 1073,8 0 16,-4-16 1,3-6 458,-11-9 1,-2-3-255,1 3 1,1-4 253,14-13 0,-3-4 90,-7-1-45,-2-12 0,-6-4 45,-17-7 0,-8 3 0,-6 0 0,-8 9 0,-10 4-566,-9 10 1,-8 3-1,3 3 566,5 0 0,-1 5 0,-2 7 0,-3 5 0,7 3 0,-4 11 0</inkml:trace>
  <inkml:trace contextRef="#ctx0" brushRef="#br0" timeOffset="174551">14103 12576 7713,'3'-10'539,"1"2"-269,0 0-180,1 2 90,3-1-90,3 1 360,37-4-360,-19 8 0,2 1-90,-1-2 0,1 1 0,4 5 0,-5 4 0,-7 12-90,0-2 45,-26 14 0,-7 2 45,-8 1-45,0-7 0,-7 6 0,-1 2 0,2-6 0,0 0 0,-1-1 15,-3 3 0,-2 2 0,7-3 30,3 12 0,16-21 0,39 1 0,-1-17-45,-5-2 0,3 0-360,11-4 0,-1 0 0,-16 0 1,-1 0 404,18-1 0,-2-1 0,-4 0 0,11 0 0</inkml:trace>
  <inkml:trace contextRef="#ctx0" brushRef="#br1" timeOffset="175026">14944 12587 8774,'18'-27'3068,"-5"5"-1010,-7 12-1282,-15 16 267,4-5-283,-28 26-52,1-1-261,-4 7 708,6 3-657,19-15-715,35 22-638,-4-26 367,7 2 1,5 1-36,0-4 1,-1-3-285,14 7 353,-7-2 1,-5 0-264,-15-7 35,-14 37 536,-20-31 1,-7 0 688,-13 12 1,-3-1-121,8-10 0,-2-3-1013,-12 2 0,4-3 703,11-5 1,5-3 0,0-2 0,6-4-1</inkml:trace>
  <inkml:trace contextRef="#ctx0" brushRef="#br1" timeOffset="175245">14978 12585 9224,'-10'-22'1810,"21"0"-315,23 12 0,11 5-1503,0-2 0,5 0-290,-6 3 1,4 0 0,3 0-1,0-1 254,-11 1 0,0 0 0,0-1 0,0 1 0,1-1 0,-2 0 0,1 0 0,-1 0 1,1-1-1,0 0 0,0 0 0,0-1 0,0 0 0,0 1 0,0-1 0</inkml:trace>
  <inkml:trace contextRef="#ctx0" brushRef="#br0" timeOffset="178439">16901 12475 9152,'9'-4'1527,"-1"0"-112,-3 2-580,0 0-480,2 2-59,0 0-274,4 1 126,12 2 105,2-1-126,11 1-320,8-1-169,1 3 36,-10-1 135,-5 8-201,-32 9 227,-9 15 83,-9 4 1,-5 4-96,9-14 0,-1 1 0,1 0 60,-1 0 1,0 1 0,2-2-242,-3 11 1,4-3-529,8 1 361,5-10 525,20-3 0,-2-18 0,12 3 0</inkml:trace>
  <inkml:trace contextRef="#ctx0" brushRef="#br0" timeOffset="178968">17287 12173 8882,'-31'-30'584,"-3"6"1,-3 1-405,12 11 0,-1 1 0,-17-8 0,-5 5 29,7 13 1,-2 5 0,3 1-120,0-1 0,0 7-333,10 5 1,-6 7 0,-1 5 0,0 2 0,3 1-1,5-1 288,0 6 0,7 1 0,1 2 0,-2 3-30,-1-2 0,-2 3 0,-1 2 0,1 0 0,3 0 0,4-2-33,4-3 0,3-2 0,2 0 0,2 0 0,2 2-54,1 5 0,3 1 0,2 1 0,2-1 0,5-3-63,5 0 0,4-2 0,3-2 1,0 0 89,-1 0 0,0 1 0,2-4 0,5-3 0,6-6 0,3-3 0,3-5 0,0-5 45,9-7 0,1-9 0,0-3 0,1 1 0,0-4 0,3-6 18,-9-3 0,2-4 0,1-4 0,-2-2 0,-2-1 0,-4-3 0,-2-3 0,-1-2 0,-1 0 0,-1 0 0,1 2 0,0 1 0,-1-2 0,-3-1 0,-5-4 12,-6-1 0,-2-3 0,-3-3 0,-4 1 0,-2 1 0,-3 4-8,-5-1 1,-5 3-1,-2 2 1,-1-2-1,1-6 1,0 0-1,-5 0 1,-6 4-23,-6 6 0,-7 2 0,-2 2 0,-1 2 0,5 5-45,-9-7 0,-5 7-450,5 11 0,-9 2 0,-6 0 1,0 3-1,4 2 0,9 5-45,4 3 1,6 5-1,-3 2 540,-12 0 0,-7 2 0,2 2 0,9 2 0,-1 14 0,6 3 0,-1 0 0,0 0 0</inkml:trace>
  <inkml:trace contextRef="#ctx0" brushRef="#br1" timeOffset="179944">15960 12228 12197,'-5'-20'-1033,"-9"-9"939,-2 8 1,-6-1 250,-13-5 1,-7 1-14,5 5 1,-5 2 0,-9 2-527,14 10 0,-5 0 1,-4 2-1,-3 1 0,-1 1 1,1 1-1,1-1 0,3 1 467,-2 0 0,3 0 1,0 0-1,0 2 1,-3 1-1,-4 1-142,10 1 1,-4 1 0,-2 1 0,-2 0 0,-2 1 0,0 1 0,-1 0 0,1 1 0,1 1 0,2 0 0,2 1 0,3 0 114,-5 2 0,3 2 0,3 1 0,0 0 0,1 1 0,0 0 0,0 1 0,-2 0-100,1 0 1,-2 1-1,-1 0 1,1 1-1,0 0 1,0 1-1,2-1 1,2 1-1,3-1 161,-3 3 1,1-1 0,3 0 0,2 2 0,1 2 0,1 3-41,2 3 0,2 4 1,0 2-1,2 1 1,2 0-1,2-1 1,4-2-86,0 6 0,5-2 0,2 0 0,0 4-5,-1-2 0,-1 4 0,-1 1 1,4 1-1,4-1 0,7-3-11,10 3 0,8-1 0,5-2 0,5-2 0,2-2-81,1-7 0,5-3 1,3-1-1,2-2 0,-1 0 1,-3-1 148,-1 4 0,-3 1 0,1-2 0,3-3 1,7-6-113,-8-9 0,7-2 0,3-4 0,3-1 0,2-2 0,-1-1 1,-1-2-1,-2 0 0,-5 0 0,-6-1-47,9-1 0,-8-2 0,-1-2 0,7-1 82,-7 2 0,4-1 0,4-1 0,1 0 0,2-1 0,-1 0 0,0-2 0,-2 0 1,-3-2 181,3-3 1,-1-2 0,-2-1-1,-1-1 1,0 0 0,-1-1 0,0 2-190,4-2 1,-2 1 0,0 0 0,-1-1 0,2-1 0,0-3-154,-6 4 1,2-3 0,1-1 0,1-1 0,-1 0 0,-1-1 0,-2 2 0,-2 0 0,-4 3 145,11-8 1,-6 3 0,-2-2 0,0-6 34,-6 2 0,0-7 0,1-3 0,-1-1 0,-2 1 0,-4 3 0,-4 5 68,-1-3 1,-5 5 0,-1-6-95,3 0 1,3-5-1,-2-3 1,-7 1 0,-11 3 14,-13 6 1,-10 0 0,-7 2 0,-4 1 0,-1 2 0,4 3-208,1 1 0,0 5 0,-1 1 0,-2 0 0,-4-2 227,5 3 0,-3-1 0,-2-2 1,-1 0-1,-2 0 0,-1 1 1,0 2-1,1 4 0,0 2-46,-5 2 1,1 4-1,0 2 1,-1 3-1,-1 1 1,-2 2-1,-4 1-26,14 0 1,-3 2 0,-2 1 0,-1 1 0,-1 1 0,-1 0 0,-1 1 0,1 0 0,0 1 0,0 0 0,2 1 0,1-1 0,2 0-220,-8 2 0,2 1 0,1 1 0,1-1 0,0 2 0,1-1 0,-1 1 0,0 0 0,-1 1 319,5-2 1,-2 0-1,0 1 1,-1-1 0,0 1-1,0 0 1,1 1-1,2 0 1,1 0 0,3 1-1,3 1 1,-10 6-1,3 2 1,4 0 0,1 1-1,3-1 1,0 0-1,1 3 1,-1-1 0,1 1-1,-1-1 1</inkml:trace>
  <inkml:trace contextRef="#ctx0" brushRef="#br0" timeOffset="191349">15324 17329 9422,'-14'-28'1889,"5"9"-1440,1 1-269,-4 62-90,6-19-90,-2 7 0,-2 10 0,0-4-45,3-8 0,-1-1-135,0 4 0,-1 3 0,2-3-360,1-1 1,2-2-406,1-3 1,1-1 944,3 7 0,2-17 0,0-7 0</inkml:trace>
  <inkml:trace contextRef="#ctx0" brushRef="#br0" timeOffset="191892">15192 17295 9152,'-9'-19'360,"2"4"-1,4 4 91,12-9-360,-3 6 90,22-11-90,-5 16-90,7 1 0,3 3-180,15 7 45,-17 0 0,-2 2 45,2 8-180,-7 13 180,-17-7 180,-9 21 90,-23-9 45,-2-7 0,-2-1-90,4-5 0,0-1-135,0-2 0,5 1 180,10 17-270,21-18 0,12 6 0,4-1 0,7-2 45,-8-4 0,0 1-135,1 1 0,-7 2 630,-13 20-180,-20-5 0,-10 0-225,-5-6 0,-4-3-270,-12 1 0,2-3-135,17-8 0,4-2 360,-1 6 0,14-6 0,9-1 0</inkml:trace>
  <inkml:trace contextRef="#ctx0" brushRef="#br0" timeOffset="192419">16037 17634 9422,'-17'-32'2698,"-13"5"-2428,5 20 0,-3 4-90,-12 10 0,-2 6-180,6 3 0,2 4-45,2 0 0,6 3-135,13 21 90,17-25-90,29 7 135,-6-27 0,2-5 180,3 0 0,0-1 179,0-5 1,-4-1 45,-6-3-180,-25 36-270,6 5 0,5 3-405,8 0 1,6-3-1145,15-4 1,5-7 1091,-4-11 1,-1-7 0,-1-6 0,-3-4 0,7-8 0</inkml:trace>
  <inkml:trace contextRef="#ctx0" brushRef="#br0" timeOffset="192738">16527 17651 11221,'-12'-23'1978,"2"2"-1168,-2 6-90,-11 6-630,6 3 134,-8 10 1,0 5-135,5 0-1729,-9 12 1,1 2 754,11-2 1562,-10 18-1218,28 2 360,4-17-135,7 1 1,5-2-316,14-8-1009,9-8 1,2-4-22,7-5 1446,-17-5 0,4-3 0,-5-1 1,11-10-1,-10 4 0,-1 0 1</inkml:trace>
  <inkml:trace contextRef="#ctx0" brushRef="#br0" timeOffset="193029">16949 17314 10771,'-14'-14'2518,"1"3"-2428,11 16 0,0 0 180,2 16 0,-5 19-225,1-15 0,-1 1-45,-4 17 0,-2 2-135,3-9 0,-1 1-345,1-3 0,-1 2 1,3-2 479,3 4 0,2-2 0,-1-2 0,3-3 0,13 9 0</inkml:trace>
  <inkml:trace contextRef="#ctx0" brushRef="#br0" timeOffset="193460">17190 17553 10681,'12'-20'3058,"-5"7"-2608,-25 14-90,-20 16-315,0 2 0,-1 1-180,6-2 0,1 0-45,0 0 0,4-2-1169,-6 5 1079,37-19 90,3-1-180,33-15 360,-9 9 90,-5 0-90,-8 10 180,-8 23-180,-1-1 45,0 0 0,3 1-45,12 15-90,0-16 0,5-4-360,7-5 1,4-5-644,-3-6 1,3-3 0,-1-1 682,6-1 0,1-4 1,-6-3-1,3-3 1,-4 0-1,5-3 0,0 0 1</inkml:trace>
  <inkml:trace contextRef="#ctx0" brushRef="#br0" timeOffset="193744">18393 17377 10141,'-19'-25'1889,"6"8"-1439,0 54-360,8-12-180,0 8 0,-3 12 0,1 3 0,1-6-675,2 8 1,0-1 295,-1 1 1,0 3 0,3-7 0,4-11 0,4-7 0,10-5 0</inkml:trace>
  <inkml:trace contextRef="#ctx0" brushRef="#br0" timeOffset="194063">18385 17325 10411,'-8'-10'1799,"-3"-6"-1259,6 8-180,7-2-1,35 15-449,-8-1-135,9 4 1,0 2-316,0 8 405,-12-8 0,-6 4-135,-25 28 360,-25-9-90,8-13 0,-3-1 90,-18 1 0,-2-4-315,19-5 0,1-1-225,-12 3 1,4 1-2828,8 0 3151,20-4 1,14-3 0,7-1 0</inkml:trace>
  <inkml:trace contextRef="#ctx0" brushRef="#br0" timeOffset="194616">18633 17936 10951,'-15'-8'3276,"-2"-1"-1695,10 5-1761,11-2-360,14-10 271,10-3-1,-8-4 0,-1-3 90,5-13 0,-11 8 0,-3-2 90,-5-14 0,-6 4-90,-11 6 0,6 23-89,1 10 89,14 10-90,11 9 0,27-3 270,-16-4-90,-2-4 0,-1-1 0,-5 0 360,9 5 180,-22 14-360,-4-5 90,-11 13 0,-6 8-180,4-3-405,3-2 0,2 0-584,5 6-650,6-14 1,3-3 1377,5-5 1,19-2 0,-7-10 0</inkml:trace>
  <inkml:trace contextRef="#ctx0" brushRef="#br0" timeOffset="195293">19387 17708 10501,'-3'-14'1889,"0"3"-540,-10-3-899,6 9 359,-23 12-719,17 0 90,-12 22 0,0 6-270,9-1-45,-1 0 0,3 2-494,17 7 359,0-19 90,10 4-540,13-20 541,-11-5-181,26-19 270,-28 4 0,9-23 0,-20 4 180,-9-14-90,-2 5 0,-2 8 0,13 11-180,29 7 180,-8 3-45,15-2 0,2 1 45,-14 4 270,13-4 0,0 0 179,-14 3 1,14-3-3482,-24 17 3212,-7 3 90,-10 22 0,-6 9-91,-1-1 1,-3 4-60,1 1 0,-1 3 0,-1 2-19,1-11 1,-1 2 0,0 1 0,-1-1 0,1-1-80,-1 0 1,0-1-1,0-1 1,0 1-68,0-1 0,0 2 0,0-3 0,1-4-720,-6 9 1,5-18-2024,11-31-489,20-36 3051,-9 21 0,1-2 0,7-10 1,1 1-1,-6 12 0,0 1 0</inkml:trace>
  <inkml:trace contextRef="#ctx0" brushRef="#br0" timeOffset="195621">19654 17660 10141,'3'-16'1080,"8"-5"-271,16-5-629,-3 6 0,2 9 0,2 4 90,7 3-270,11 1 45,-17 8 0,-2 4-45,0 6 0,-6 2 0,-7 3 45,-26 7 0,-11 0 44,3-5 1,-2 0-45,-8 2 0,-4-2 45,-11-6 0,2-4-270,0-2-405,5-2 1,3-1-2693,14-4 2814,16-6 1,19-5-1,12-6 1</inkml:trace>
  <inkml:trace contextRef="#ctx0" brushRef="#br0" timeOffset="196417">20878 17338 9781,'-3'-18'1350,"1"-12"-631,4 12-269,5-10 180,14 6-540,-6 10 89,13 5 1,2 5-90,-6 5 45,11 17 0,-3 11-1774,-25 7 1,-7 5 1373,4-10 0,1 2 1,-5 3 415,-6 3 0,-5 3 1,-2-1-1,1-4-196,-1 2 0,0-2-15,1 5 0,1 4 0,6-10-120,13-3-270,8-8 1,7-5-496,12-11 1,6-8 944,-4-1 0,4-1 0,0-3 0,-1-2 0,1-1 0,-1-2 0,4-2 0,0 0 0,-1-1 0</inkml:trace>
  <inkml:trace contextRef="#ctx0" brushRef="#br0" timeOffset="197477">21847 17638 10411,'-23'-26'3058,"4"7"-2608,-1-1 180,-1 13-450,-1 8-1,-10 12 1,-3 7-270,8-1 0,1 3-180,1 2 0,0 3 1,3-1 179,5-4 0,5 0-270,6 8 0,9-3 1,18-13-1,21-2 360,4-25 0,-20 2 0,-2-5 45,1-8 0,-4-2 135,5-13 0,-5-3 269,-23-1-269,-3 16-180,-3-5 90,0 14-90,5 11 0,6-3 0,4 2 0,3 0 0,13-2 0,3 0 0,3-2 0,1 0 0,-2 1 0,-2 1 0,-5 2 270,6-2 0,-11 3-180,8-3-90,-18 11 0,1 12 0,-4-1-180,10 11 0,4 2 90,0-3-90,9 12 0,1 2 0,-5-1 45,-7-2 1,-5 4 89,-11-8 0,-6-1 0,-1 2 0,-4 0 0,-15 6 0,-2-3 135,11-14 0,0-2 0,-4 5 0,2-5 269,8-7-359,15-10 0,21-17-90,13-10-1003,-6 5 1,6-3 0,0 0 844,-3 2 0,0 0 0,2-2 225,-1 0 1,2-1-1,-1-1 1,-2 2 52,0-1 0,-2 2 0,-3 0 15,6-5 0,-5 0 45,-12 4 0,-4 3 89,-5-5 91,-10-10-180,-10 23-90,-11 3 90,3 19-90,13 33 0,7-11-45,15 11 0,8 2 1683,-4-16 0,3 0-1630,5 8 1,3 3 0,-3-4-9,-6-8 0,-2-1 0,11 7 0,-13-2-90,-37 0-449,-7-10-181,2-4 0,-1 0 720,1-4 0,3-1 0,-1 6 0,7 4 0</inkml:trace>
  <inkml:trace contextRef="#ctx0" brushRef="#br0" timeOffset="197669">23513 17942 12840,'-10'-41'1259,"6"17"-1259,-6 6 0,-6 10 0,-5 12 0</inkml:trace>
  <inkml:trace contextRef="#ctx0" brushRef="#br0" timeOffset="198533">16331 13453 11311,'-3'-5'2068,"1"2"-1798,14-3 30,23-1 0,16 0 0,-5 0-255,-12 2 0,4 0-302,-6 1 1,7-1-1,6 0 1,4-1 0,1 0-1,-1 1 1,-3 0 0,-5 1-68,2 0 0,-5 1 0,0 1 0,0 0 1,5-1-146,2 0 1,4-1 0,3 1 0,1-1 0,-2 0 0,-4 1 0,-4 1-107,1 0 0,-4 0 0,-2 1 0,-2 0 139,8 0 1,-3 0 0,-5 0 0,10 1 0,-3-1 0</inkml:trace>
  <inkml:trace contextRef="#ctx0" brushRef="#br0" timeOffset="199632">18423 12157 8612,'12'3'-90,"17"-1"90,-8 0 0,24-4-180,-7-1-405,-9 0 1,2-1 584,-2 1 0,0 0 0,2-1 0,-1 0 0,-4 1 0,-1 0 0</inkml:trace>
  <inkml:trace contextRef="#ctx0" brushRef="#br0" timeOffset="200105">18919 12144 7803,'-7'-6'449,"10"-1"-449,2 4-630,26 3 1,9 2 160,-11 0 1,1 0 0,19 2 0,2 0 0,-14-1 0,-1-1 0</inkml:trace>
  <inkml:trace contextRef="#ctx0" brushRef="#br0" timeOffset="208850">15938 16802 7353,'8'-3'809,"1"1"-269,7 0 360,23 1-721,-8 1 91,11-1 0,5 1-135,-14 0 0,2 1-45,4-1 0,3 1 0,6 0-372,-11 0 0,4 0 0,2 0 0,2 0 1,0 0-1,2 0 320,-1 1 1,2-1-1,1 1 1,1 0-1,1-1 1,-1 1 0,1 0-28,-6-1 0,-1 1 0,1-1 1,0 1-1,1-1 0,1 1 0,1-1 1,2 1 32,-6 0 1,2 0 0,2 0 0,2 0 0,0 0 0,0 0 0,1 0 0,-1 0 0,-1 1 0,-1-1 0,-2 0 0,-2-1-283,5 2 1,-4-2 0,-1 1 0,-1 0 0,0 0-1,1 0 1,2 0 0,3 0 271,-7 0 1,2 0-1,2 0 1,1 0 0,1 0-1,1 0 1,0 0 0,0 0-1,-1 0 1,0 0-1,-3 0 1,-1 0 0,-3 0-23,13 1 1,-4-1 0,-1 0 0,-2 0 0,-1 0 0,2 1 0,1-1-2,-1 0 0,2 1 0,1-1 1,0 0-1,-1 1 0,-2-1 0,-3 0 1,-4 1 10,8-1 1,-7 1-1,-1 0 1,5 0-8,-2 1 0,5 0 0,1 0 0,0 0 0,-4 0 0,-6-1-15,-2 1 0,-4-1 0,6 1 12,0 0 1,8 1 0,5 0 0,2 1 0,-1-1 0,-4 0-1,-5-1 10,1 0 1,-6-1 0,-1 1-1,6 0-22,-7-1 0,4 1 0,1 0 0,2 0 0,0 1 0,1-1 0,-2 0 0,2-1 0,1 1 0,1-1 0,-1 0 0,0 0 0,-3 0 0,-2 0 18,1 1 0,-3-1 0,-2 0 0,3 0 0,4 0-240,-3 0 0,4 1 1,4-1-1,1 1 1,1-1-1,-1 1 1,-3-1-1,-4 0 1,-5-1 221,3 1 0,-7 0 0,-1-1 0,7 1 0,1 0 0,6 0 0,3 1 0,2-1 0,-1 1 0,-2 0 0,-5-1-63,1 1 1,-3-1-1,-1 1 1,-2 0-1,1-1 63,8 1 0,-2 0 0,1 0 0,4 0-134,-7 0 1,5 1-1,1 0 1,-1-1 0,-4 1-1,-6-1 134,-2-1 0,-6 1 0,6-1 0,3 2 0,8-1 0,3 2 0,1-1 0,-3 0 0,-7-1 210,3 0 1,-6 0 0,4 0-211,0 1 0,4-1 0,3 1 0,-2-1 0,-4 1 0,5-1 0,-3 0 0,0 1 22,-8-1 1,0-1 0,1 1-1,-3 0-22,1 0 0,-1 0 0,0 0 127,8 0 0,2 1 1,-1-1-128,-4 0 0,-1 0 0,-1 0 550,-5-2 0,-2 1 0,0-1-550,17 2 0,-7-1 978,-18-3-1608,16 0-449,-22-1 2481,5-2-4280,-15 1 2878,-2-3 0,-5 3 0,-2 0 0</inkml:trace>
  <inkml:trace contextRef="#ctx0" brushRef="#br0" timeOffset="-180262.73">9842 1373 8612,'7'-13'2699,"-1"4"-2160,-9 39-359,-2-5 0,-2 5-90,-1 11 0,-3 7 22,0-6 1,-1 5-1,-1 0 1,1-4-53,1-4 0,1-3 0,0 1-38,0 1 1,-1 2-1,0-1 1,2-5 66,-2 3 1,3-6 360,1 0-270,8-12-90,4-19-90,4-8 0,-2 3 90,17 3-90,3 1 0,4 1 0,6 1 0,9 0 0,-10 0 0,8 0 0,5 1 0,3-1 0,1 1 0,0 0 0,-3 0-469,-5 0 1,-1 0 0,-1 0 0,1 0 0,1 0 0,2 0 0,3 1 449,-6-1 0,3 0 1,1 1-1,1-1 1,2 1-1,0 0 0,1-1 1,0 1-1,0 0 1,-1 0-1,-1 0-196,-2 0 1,0 0-1,0 1 1,0-1 0,0 0-1,0 1 1,0-1 0,0 1-1,0-1 1,0 1 0,-1 0 205,0-1 1,-1 1 0,0-1 0,-1 1 0,1 0 0,-1 0-1,1-1 1,1 1 0,1 0 0,1 0 0,2 1-84,-8-2 1,1 1 0,2 0 0,1 0 0,1 0 0,0 0 0,1 0 0,0 0 0,0 0 0,-1 0 0,1 0 0,-1 0 0,-1 1 0,-1-2 0,-1 1 0,-2 0 82,9 0 1,-2 1 0,-1-1 0,-1 0 0,-1 0 0,0 0 0,0 0 0,-1 0 0,1 1-1,0-1 1,1 0 8,1 0 0,2 1 0,0-1 0,0 1 0,0-1 0,0 0 0,-1 1 0,-2-1 0,-1 0 0,-3 0 0,-3 0 0,9 0 0,-3 0 0,-2 0 0,-3 0 0,-2-1 0,-2 0 0,15 1 0,-6 0 0,-1 0-335,-8-2 1,-1 0-1,-2 0 335,9 1 0,-1-1 592,3 1 0,-5-1-502,-12 0 728,2 0 0,0 1-728,2 2 1819,-8-2-1909,-2 2 3276,-16-3-3160,2 2-116,1 4 270,-2-2 270,1 2-271,-2-13 1,0-26-270,0-1 0,1-7-18,-1 5 0,0-6 0,1-4 0,-1 2 0,0 2-306,1-9 1,0 2 0,0-3 305,-1 9 0,1-5 0,-1 0 0,0 3 0,-2 5 18,1-11 0,-2 6-45,-1 4 0,0 4 45,-1-1-180,-2 7 180,-8 27-90,-2-2 971,-3 10-971,-2 1 90,0-1 0,1 0-90,-11-2 0,-7 0 30,-4-5 0,-4-3 0,-1 1-329,-3 2 0,-1-1 0,-8-2 359,15 0 0,-4-1 0,-4-1 0,-3 0 0,-3-2 0,-1 1 0,-2-1 0,0 0 0,-1 0-189,12 2 1,-1 0-1,-2-1 1,-1 0-1,-2 1 1,0-1-1,0 0 1,-1-1-1,-1 1 1,1 0 0,0 0-1,1 0 1,0 0-1,2 1 1,0-1 208,0 0 1,0 1 0,1-1 0,1 1 0,1-1 0,-1 1 0,1-1 0,-1 1 0,-1 0 0,0-1 0,-2 1 0,-1-1 0,-2 1 0,7 0 0,-1 0 0,-2 0 0,-1 0 0,-2 0 0,-1 0 0,0 0 0,-1 0 0,0-1 0,0 1 0,0 0 0,1 0 0,0 0 0,1 1 0,2-1 0,0 1 0,3 0 0,1 1 0,3 0 0,2 0-237,-14-1 1,4 1-1,3 1 1,2-1-1,1 2 1,1-1-1,0 0 1,-1 1-1,-2-2 246,-3 1 0,-1-1 0,0 0 0,-1 1 0,1-1 0,0 0 0,2 1 0,2 0 0,1 1-257,-6 0 1,2 0 0,1 0 0,2 1 0,4 0 0,3 0 226,-6 0 0,6 1 0,-4-1 11,1 0 1,-4 1 0,-2-1 0,2 1 0,2-1-27,4 0 0,2 0 0,1-1 0,-1 1 384,0 0 0,-1 0 0,1 0 0,2-1-609,0-1 0,1-2 0,5 1-270,-19-3 225,17 1 1,1 1-856,-2-1 1170,13 4 0,7 1 0,6 1 0</inkml:trace>
  <inkml:trace contextRef="#ctx0" brushRef="#br0" timeOffset="-179827.73">10789 1334 8612,'-5'-13'1439,"-2"-9"-1079,4 15 0,-3-7-90,-3 29-135,0 10 0,0 3-3412,-6 18 2834,4-11 1,2 0 696,-3 6-284,3-8 0,0 5 0,0-1-465,1 9 1,-1 1 194,2-9 0,-1 1 1,3-3 299,3 2 0,4-6 0,7-5 0,6-1 0</inkml:trace>
  <inkml:trace contextRef="#ctx0" brushRef="#br0" timeOffset="-179530.73">11449 1355 7798,'5'-18'1259,"-2"8"507,2-5-1586,-4 23 135,-3 21 0,-3 10-225,1-8 0,-1 3 0,-1 1-60,0 9 0,-1 3 0,-1 0-30,0-1 0,-1 0 0,1 1-135,2-9 0,1 1 0,1 1 0,2-1-383,3 0 1,3 0 0,0-1 0,1-1 98,-3 5 1,0-2 0,6-2 418,6-3 0,5-2 0,1-9 0,20-6 0,-13-10 0,0 1 0</inkml:trace>
  <inkml:trace contextRef="#ctx0" brushRef="#br0" timeOffset="-179259.73">12835 1643 10231,'12'-14'1529,"-3"5"-809,-12 27-630,1-4 180,-7 30 0,-1 6-181,1-1-29,2-6 0,-1 9 0,0-3-60,3-12 0,0-2 0,1 0-1093,-1 8 1,1 0 0,0-2 810,0 7 0,1-2-884,5 0 1,4-4-474,2-15 1,1-2 982,-2 4 1,3-3-1,21 3 1,-6-21 0</inkml:trace>
  <inkml:trace contextRef="#ctx0" brushRef="#br0" timeOffset="-178986.73">13911 1730 11580,'-3'40'202,"0"0"0,0 0 1,0 0-1,2 1 1,1 0-1,0 2 1,1 2-1,0-1-749,2 0 1,0 1 0,1 2 0,1-1 0,0-1 0,-1-2-274,1 10 1,-1-1 0,1-3 0,4-5 797,5 0 1,2-4-1,1-10 1,11 0 0,0-6-1</inkml:trace>
  <inkml:trace contextRef="#ctx0" brushRef="#br0" timeOffset="-60552.73">15157 2805 7803,'-16'1'1529,"7"0"-1080,-6 0 181,9-1 90,0 10-630,4-2 359,8 18-269,33 3-120,-6-20 0,8-4 0,4-3-42,-6-4 0,3-3 0,2-2 0,0-1 0,-2 1-220,1 1 0,-1 0 0,1-1 1,4-6 201,-9 0 0,4-4 0,3-3 0,1-1 0,0-2 0,-1 0 0,-3 0 0,-5 2-589,4-6 0,-4 1 0,-2-1 0,0 0 0,2 0 589,0 3 0,2-1 0,1 1 0,-1-1 0,-1 0 0,-4 0 45,4-7 0,-2-1 0,-4 1 0,-3 2 0,5-9 0,-4 2 15,-5 7 0,1-1 0,-1 1-240,-2 3 0,-1 1 0,-2 1 90,3-3 0,-3 5-180,-3 6-1619,-12 11 2024,0 3 0,-2 0 0,-1 2 0</inkml:trace>
  <inkml:trace contextRef="#ctx0" brushRef="#br0" timeOffset="-59927.73">16847 1840 9332,'-9'-7'1349,"0"1"-989,-23 25-270,10-5 0,-2 4-1,-14 9 1,-4 3-60,12-9 0,0 1 0,-1 0-60,1 0 0,0-1 0,1-1 30,-3 2 0,1-1-90,0 1 1,5-4 89,10-6-180,-10 7 90,36-29 90,12-9 0,5-3 0,-7 6 0,3-2 0,12-10 0,6-5 0,-6 5 0,-13 12 0,-1 1 0,13-8 0,5-4 0,-7 7 0,-3 3 90,2 2 0,-2 4 0,-11 14 89,5 15-89,-11 4 0,-7 21-90,-3-4 0,-2-6-359,16 9-2918,22-32 0,-5 7 2457,15-23 1,-18-6 0,3-3 0</inkml:trace>
  <inkml:trace contextRef="#ctx0" brushRef="#br0" timeOffset="-59195.73">17058 1254 8972,'31'-20'674,"-7"9"1,0 2-405,5 2-90,0 10 0,-3 8 0,-12 25-120,-11-2 0,-2 8 0,-3-4-960,-1-4 1,-3 1 899,-3 3 0,-1 3 0,1-2 173,2 1 1,5-4-399,8-4 0,2-1 135,-6 1 0,7-6-1549,31-15 1,6-12 1556,-10-6 0,5-2 0,-1-2 0,-4-4 0</inkml:trace>
  <inkml:trace contextRef="#ctx0" brushRef="#br0" timeOffset="-58783.73">17647 1565 9422,'-10'-8'2248,"-2"0"-1618,1 1-270,-8 6 0,-5 11-270,5 2 89,-12 18-269,16-8-179,-7 18-181,18-8 90,7-1-270,27-1 540,-10-17-45,6-8 1,0-3 224,-8-5 89,24-14 1,-26-5 0,0-6 0,-17-12-90,-6 17 0,-19-9-270,-1 23-360,-8 3-2518,-9 22 1709,23-5 1349,-5 11 0,19-8 0,0 2 0</inkml:trace>
  <inkml:trace contextRef="#ctx0" brushRef="#br0" timeOffset="-58474.73">18052 1601 9691,'-11'-16'1709,"5"8"-809,-41 8-765,18 14 0,-1 7-495,-2 3 0,1 1 225,2-3 0,9 2-1439,19 5 0,9-4 135,7-11 1439,17 9 0,-3-16 0,2-1 0</inkml:trace>
  <inkml:trace contextRef="#ctx0" brushRef="#br0" timeOffset="-57721.73">18425 1630 10411,'-2'-12'1349,"-1"0"-359,-7 2-271,-11 0-359,-10 3-225,6 9 0,0 3-225,-15 8 0,-3 9-540,15 8-629,22 7 540,23-7 449,18-12 180,7-19 180,-13-9 180,-3-8-181,-15 10 181,10-9-180,-14 13 0,7 2-90,-4 5 90,11 8-90,1 1 0,-1-1 90,20-1-90,-21-8 0,12-6 0,3-3 0,7-10 0,-8 3 0,1-6-60,-10-4 0,0-5 0,-3 2 15,1 2 0,-2-3 15,-1-4 0,0-5 0,-3 1-15,-2-5 0,-3 0 0,-1 1 0,-1 0 90,0-7 0,-3 4-45,-2 4 0,-5 3 0,-4 36 90,-13 39-90,10-16 0,1 2 0,-5 15 0,2 4 0,5-9 0,1 2 0,1-3 0,-1-3 0,2 0-150,3 7 0,2 3 1,1-7-31,2-2-360,5 3 0,3-1 540,20-2 0,0-3 0,8-7 0</inkml:trace>
  <inkml:trace contextRef="#ctx0" brushRef="#br0" timeOffset="-57487.73">19245 1617 9332,'-3'-10'3276,"7"27"-3494,-1 21 218,2-10 0,0 1 0,-2-2 0,0-3 0,5 9 0</inkml:trace>
  <inkml:trace contextRef="#ctx0" brushRef="#br0" timeOffset="-57260.73">19324 1273 2489,'-4'-14'900,"-1"-6"1991,1 9-2531,0-5-8,3 9 0,5 9 0,1 2 0</inkml:trace>
  <inkml:trace contextRef="#ctx0" brushRef="#br0" timeOffset="-56079.73">19527 1606 9781,'-6'-6'1530,"7"2"-1441,3 0 181,20-2-180,-11 4 45,13-2 0,3 1 135,9 7-180,6 7-90,-25 8 0,-22 6 0,-6 6-90,6-2 0,1 3-1549,4 10 1,1 0 1490,1-13 1,3-2 12,14 14 0,-2-1 0,-17-11 0,-6 1 0,-4 15 1,-7-1 89,-12-10 0,-7-6 224,-1-9 1,-1-6-90,-10-5 0,24-18 180,28-36 822,7 20 0,6-4 0,2 1-1563,4-6 0,3-1 0,0 2 471,0 0 0,1 2 0,0 3 0,9-2 0,-4 7 0,-4 6 0</inkml:trace>
  <inkml:trace contextRef="#ctx0" brushRef="#br0" timeOffset="-55384.73">20130 1696 10321,'4'-22'1349,"-2"2"-359,-7 2-540,-11 9-91,-16 6-359,-14 20-180,19-1 1,1 1-1,-11 10-360,17-3 0,5-2 270,8-6-359,1 17 179,15-22 90,13-4 270,4-10 90,14-18 180,-8-3-90,-5 2 180,-3-2-180,-14 23 0,3 6-180,-6 14 0,6 21-90,16-9 180,-7-5 45,9-21 0,2-10 45,7-18-45,-6 3 0,0-8-15,-8-3 0,-2-7 0,-1-3-850,-6 3 1,-1-3 0,-1-1 0,0 2 810,3-2 1,0 2 0,-3-2-239,-1-6 1,-3-2 0,-5 13 336,-8 15-178,-8 11 133,-8 37 0,-3 19-790,6-7 0,0 3 0,0 1 655,0 0 0,-1 2 1,3 0-31,2 3 0,1 2 0,5-5 922,4-5 1,3-5-938,-1-6 0,3-1-1934,20 16 2346,-12-34-277,10 2 0,-8-16 0,2-2 0</inkml:trace>
  <inkml:trace contextRef="#ctx0" brushRef="#br0" timeOffset="-55187.73">20440 1565 8522,'-7'2'3148,"29"0"-3508,6-4 1,6-1 359,6 0 0,1 0 0,1-1 0,-2-1 0,-10 2 0,-1-1 0</inkml:trace>
  <inkml:trace contextRef="#ctx0" brushRef="#br0" timeOffset="-54967.73">20811 1564 11760,'-10'2'990,"2"5"-810,8 0 449,1 36-1438,3 6 269,-2-20 0,1 0-1099,0 1 1,-1-3 818,1-5 1,-1-1 0,-1-13 0</inkml:trace>
  <inkml:trace contextRef="#ctx0" brushRef="#br0" timeOffset="-54738.73">20894 1284 10501,'-9'-25'-1799,"2"5"1799,11 22 0,-2 1 0,6 9 0</inkml:trace>
  <inkml:trace contextRef="#ctx0" brushRef="#br0" timeOffset="-53879.73">21137 1561 14369,'-28'27'90,"1"1"0,-4 4-780,14-4 0,0 6 1,7-3-166,12-5 1,5-1 674,-2 7 0,4-3 180,17-2 270,-2-37 0,-5-10 89,-14-4 1,-6-3-225,7-4 0,-3 1-45,-11-18-90,-4 25 0,8 17-180,1 0 0,8-7-90,31-15 225,-9 8 1,3 0 133,1-1 1,0 6 90,13 17-135,-40 30 0,-11 12-90,1-2 0,-3 2 45,-3 3 0,-1-3 180,3-13 0,5-14 0,22-44-240,1 2 0,4-4 0,1-1-90,2-1 0,0-1 0,3 2 60,2 0 0,1 2 1,-2 11-1,19 24 135,-36 20 0,-7 7-1,-4 1 1,-2 0-630,4-4 1,4-6 584,18-2 0,6-14 0,9-23 0</inkml:trace>
  <inkml:trace contextRef="#ctx0" brushRef="#br0" timeOffset="-53626.73">21915 1611 10951,'2'7'1709,"0"-2"-1349,17-3 89,13-1-449,-5 0-495,11-2 1,3-1-1145,-13-1 1,-1-1 982,6 2 1,0-2-1,7-7 1,-25 3 0</inkml:trace>
  <inkml:trace contextRef="#ctx0" brushRef="#br0" timeOffset="-53247.73">22047 1475 10771,'-7'-6'1619,"14"8"-1169,26 23-360,-6-6 0,2 1-270,4 4 0,-1 0 90,-7-5 0,-3-3 0,3 3 0,-40-2-180,-11 3 0,-6 4 270,-2 5 0,-2 2 0,1-3 0,1 0 0,12-4 0,0 0 0</inkml:trace>
  <inkml:trace contextRef="#ctx0" brushRef="#br0" timeOffset="-52248.73">22825 1157 8252,'-8'-10'2519,"2"2"-2069,0 3-271,-2 9 136,-8 20 0,0 7-225,-1 4-30,2 3 0,0 9 0,3 0-90,10-4 0,3 1 0,1 1-630,-1 4 1,1 1-1,2 0 600,2-1 0,2-1 0,1-4-30,6 2 1,0-5-388,-3-9 1,-1-3 431,-2-4 0,-3-1-45,-13 19 0,-10-21-630,-15-14 1,-3-6-2069,0-6 2498,7-1 1,3-2-1,10-11 1,5 0-1</inkml:trace>
  <inkml:trace contextRef="#ctx0" brushRef="#br0" timeOffset="-52009.73">22727 1635 9871,'-5'-8'1170,"2"0"-541,11-2-269,7 1-90,27-5-405,-19 7 0,4 0-1504,15-3 1,0 0-1,-16 4 1,-1-1 982,6 0 1,-4 0-1,-2-1 1,0 1 0</inkml:trace>
  <inkml:trace contextRef="#ctx0" brushRef="#br0" timeOffset="-51505.73">23185 1562 11580,'-15'-19'1619,"4"8"-1349,-31 15-629,11 11-1,7-2 0,0 2-809,-6 19 269,24-6 360,22-12 361,9-14 179,14-18 449,-7-9-359,-11 9 360,4 8-180,-18 24-90,8 14-45,-4-2 0,1-1-315,6 9 0,7 4-90,-12-30 270,14-8 0,-9-4 0,13-4 0</inkml:trace>
  <inkml:trace contextRef="#ctx0" brushRef="#br0" timeOffset="-51230.73">23533 1507 9781,'-9'-5'2339,"-18"6"-1529,-11 17-586,8 3 1,2 5-225,3 2 0,6 3-315,7 6 1,10-1-631,14-8 1,9-5 944,5-6 0,4-5 0,-2-5 0,0-6 0,21-6 0</inkml:trace>
  <inkml:trace contextRef="#ctx0" brushRef="#br0" timeOffset="-50984.73">23738 1537 9781,'1'-11'3059,"-2"20"-2879,-2 11-90,-1 9-90,0 7-450,4-2-899,2 6-1928,3 0 3016,0-15 1,2-8 0,-1-8 0</inkml:trace>
  <inkml:trace contextRef="#ctx0" brushRef="#br0" timeOffset="-50771.73">23748 1220 10771,'-4'-28'90,"4"11"-90,3 23 0,1 8 0,-3 3 0</inkml:trace>
  <inkml:trace contextRef="#ctx0" brushRef="#br0" timeOffset="-50075.73">23973 1668 11670,'1'-11'1440,"-4"-4"-721,-9 4-629,2 1-360,-38 15-90,20 7-315,-6 6 1,1 3 314,8 0-179,-7 15 179,27-22-270,6 1 540,2-6-90,20-4 180,-5-8 90,20-9 0,-13 2 270,9-9-90,-17 11-270,2 3 90,-13 6 0,1 17-270,-1 8 90,2 6 0,3-3 180,10-13-90,-8-11 360,28-23-225,-16-15 0,-1-6-1774,-1 10 1,-1-1 1599,-4 1 1,0-4 0,-2 2-481,1-7 0,-2-2 609,-2 3 0,2-2 0,-2 0 0,-1 3 0,0 2 0,-1 0-46,5-15 1,-4 8-45,-6 16 90,-15 50-135,-3 6 0,0 5 0,1-1 1,0 2-46,1 3 0,0 3 0,1-2 0,3 0 0,2-1-20,1 11 0,4-4-205,3-21 1,2-3-1325,6 1 1,2-3 1155,5-2 0,13-2 0,-9-12 0</inkml:trace>
  <inkml:trace contextRef="#ctx0" brushRef="#br0" timeOffset="-49871.73">24643 1667 11580,'-18'2'180,"0"0"0,6-3 0,-2 0 0</inkml:trace>
  <inkml:trace contextRef="#ctx0" brushRef="#br0" timeOffset="2065.27">8588 9467 9242,'-25'-33'3276,"-17"13"-3070,13 16 0,-4 5-87,-3 7 1,-5 5 0,6-1-120,7-4 0,2 3 0,-4 7 0,0 5 0,13 1-135,24 5 1,10 1 44,-4 4 0,5 2-135,6-7 0,6 1 0,1 0 0,-3-1-15,-3 0 0,-2 0 1,-2 1 239,6 2 0,-1 1 0,-11 0 0,-16 7 0,-15-4-90,-8-14 0,-8-3 0,3-2-45,0 0 0,1-1 135,-17 7 0,16-11 0,29-13 0,0 2 0</inkml:trace>
  <inkml:trace contextRef="#ctx0" brushRef="#br0" timeOffset="3081.27">8690 9956 10141,'3'-14'1709,"9"1"-1529,6-1 0,20-4-270,-8 4-90,9-14 0,-26 10 0,-4-9 0,-24 3 180,2 9-179,-30-3 89,14 18 45,3 6 0,1 4 45,-8 26-225,23 8 0,11 5 90,13-11 0,6-1 135,0 6 0,6-6-45,5-15 0,6-9 0,2-14 0,-1-6 45,8-2 60,-13-7 0,3-7 0,-7-1-15,-11 2 0,-2-2 45,11-12 0,-4-2 90,-11-4-90,-11 18-90,-10 34-180,0 11 0,-6 24-135,8-15 0,1-1 135,-1 8-90,2-5 1,3-3 89,10-17 180,-3 7 90,13-37-90,-2-17 0,-1-2 0,-2 1 0,0-1 0,-1-2 0,-4 14 0,0 2 0,3 12 0,0 26 0,-2-2 0,11 27 90,-7-19 90,11 8 0,0-21-1,7-16-89,-9-1 0,1-8 0,1-2-3367,9-5 3342,4-5-65,-10 18 90,-19 31 0,-4 2-90,-3 2 0,-1 2 90,-2 5-90,-1-1 0,2-1-90,1-2-180,2 13-1889,10-20 1260,-3-10 899,6-3 0,-1-10 0,1 0 0</inkml:trace>
  <inkml:trace contextRef="#ctx0" brushRef="#br0" timeOffset="4295.26">9807 9939 8972,'-5'-9'1259,"-7"-7"-809,-1 4 0,-7-3 269,-11 6-629,12 7 135,-8 9 0,0 6-270,9 5 0,1 4-45,-5-2 0,4 4-180,7 10 0,11-3-89,30-14 269,6-6 45,-12-20 0,-2-9 0,-5-8 0,-4-1-135,2-6 180,0 27-180,2 51 180,-5 1-45,1-11 0,6-6 45,24-21 90,-1 3-90,-11-19 0,-2-6 90,-1-8-90,0-6 135,-14 5 0,-3-1-45,3-5 180,4-14-270,-18 42-180,-8 30 0,-2 9 0,0 2 0,0-2 180,3-6 0,-1-2 0,5-10 0,19-42 0,2-8-45,-2 0 0,2-3 0,-2 2 0,-1 2 45,4-9 90,2 23-90,-15 26 0,0 16 0,-1 4 45,0-2 0,0 0 0,-2 1 0,1 0 180,4-3 0,3-6 134,3-14-89,10-8 0,3-5-180,2-8-225,-5-6 0,5-9 0,1-3 0,-5 3-90,2-10 1,-3-2 111,-1 8 1,1-4-1,0-1 1,-4 4 22,-2-5 0,-3 2-45,-3 1 0,-1 4 135,-3 4 90,-7 28 0,-6 21-1161,-1 7 0,-3 9 1,2-4 1070,0-9 0,1 2 0,-2 15 0,1 6 0,2-6-90,6 8-45,0-9 0,6-2-1484,9-16 0,2-4 1619,3 2 0,16-7 0,-20-15 0</inkml:trace>
  <inkml:trace contextRef="#ctx0" brushRef="#br0" timeOffset="4544.26">10530 9932 9152,'25'-9'539,"1"1"1,9-2 0,3 2-1935,1-1 1,-1 1 1394,-1 1 0,-4 2 0,10 0 0,-17 2 0</inkml:trace>
  <inkml:trace contextRef="#ctx0" brushRef="#br0" timeOffset="4769.26">10950 9922 11760,'0'26'-1093,"0"-1"1,0 2 0,0-1 272,2 16 1,-2-3 0,-1-25 0</inkml:trace>
  <inkml:trace contextRef="#ctx0" brushRef="#br0" timeOffset="4978.26">10974 9601 9512,'-1'-9'179,"0"1"-358,0-1-1530,3 11 1709,-2 0 0,4 11 0,-3-1 0</inkml:trace>
  <inkml:trace contextRef="#ctx0" brushRef="#br0" timeOffset="5311.27">11297 9818 12840,'-14'1'899,"-8"6"-539,-9 19-360,5 4 0,2 4-180,8-1 0,7 2-90,7 3 0,10-5-1369,22-15 1,7-9 1091,-6-4 1,0-6 0,3-6 0,-4-4 0,-5-2 0</inkml:trace>
  <inkml:trace contextRef="#ctx0" brushRef="#br0" timeOffset="6441.27">8525 10481 9602,'-9'-13'-270,"-6"1"360,-3 6 90,-8 4-91,-2 5 1,-18 9 0,12 1 90,-9 10-90,31-2 0,6-3-45,22 2 0,6 0-45,2-2 45,10 6 0,0 2-45,-5-1 45,-8-7 0,-4 3-45,-17 24 0,-8-13 45,-21 3 0,-6-2-135,0-5-225,-6 0 0,1-2-134,17-12-91,-9 5 540,24-14 0,4-1 0,2-2 0</inkml:trace>
  <inkml:trace contextRef="#ctx0" brushRef="#br0" timeOffset="6870.27">8630 10842 10231,'34'-13'1259,"-4"1"1,2-3-1440,1-3 0,-2-2-45,-3-1 0,-6 0-45,-9-11 45,-33 20 1,-11 8 134,-3 17 0,2 11 90,3 3 0,9 6-45,16 9 0,16-3-1594,21-11 1,11-8 681,-5-7 0,1-8 578,8-14 1,-6-6 0,-8-3 0,-13 5 0,0 0 0</inkml:trace>
  <inkml:trace contextRef="#ctx0" brushRef="#br0" timeOffset="7478.27">9209 10713 9781,'-14'-9'1889,"0"2"-719,-16 3-451,-12 22-2358,21-3 1,2 3 214,-14 13 1314,32 0 0,12-4-609,36-18 719,-12-10 0,1-7 269,-2-11 1,-3-5-135,-5-5 0,-8 12 45,-10 47-158,-6-1 1,-1 9-1,0 5 1,1-1-77,0-1 0,1 1 0,-1 1 0,1 1 0,1-2 235,-1 8 0,1 1 0,1-3 0,0-2-211,4 5 0,1-4 0,-7-11 30,-19-7 315,-24-38 0,-10-16 44,7 4 1,2-5-270,11 0 0,2-5 0,6 3-135,3 1 0,12 2-285,25 0 0,15 0 1,0 2-616,0 1 1,3 0 944,-3 2 0,4-3 0,1-1 0,-2 2 0,0-1 0,-2 1 0,1-1 0,-4 3 0,0-1 0,1 0 0,-1 1 0</inkml:trace>
  <inkml:trace contextRef="#ctx0" brushRef="#br0" timeOffset="8252.27">12052 9156 9781,'1'-22'2969,"-1"1"-2609,-1 28-181,1 24 1,1 20 0,0-5-135,0-11 0,0 3-205,-2-4 0,1 8 0,-1 5 0,1 3 1,-1-1-1,0-3 0,-1-7 190,0 10 0,0-6 0,0 4-573,-1-7 1,1 5-1,0 0 1,-1-1 0,1-2 542,0-2 0,0-3 0,0 0 0,2-1-330,2 8 0,1-1 0,1-1-763,0-5 1,2-1 0,0-1 524,1 12 0,4-15 0,13-31 1,-11-15-1</inkml:trace>
  <inkml:trace contextRef="#ctx0" brushRef="#br0" timeOffset="9149.27">11992 8913 10321,'3'-17'630,"3"0"-1,13 1 1,24-1-450,-3 4 22,-7 6 0,7 0 1,3 1-1,-5 0-776,6 0 0,4 0 634,-10 1 0,5-1 0,5 1 0,2-1 0,0 0 0,-3 1-260,-4 1 0,0 0 1,-1 0-1,0 1 1,1-1-1,2 0 212,-2 0 1,1 0 0,1 0 0,0 0 0,1 0 0,2 0 0,1 0-121,-7 0 1,3 1-1,1-1 1,2 1-1,-1 0 1,1-1-1,-2 1 1,-1 0-1,-2 0 1,-3 0 107,12 0 0,-4-1 0,-3 1 0,2 0 0,6-1-245,-9 2 1,5-1-1,2 0 1,3 0 0,-1 0-1,-1 0 1,-3 0 0,-5 1-1,-7 0 245,11-1 0,-9 1 0,5 0 36,1 0 0,6 0 0,1 0 0,-4 0 0,-9 0 285,-3 0 1,-5 0-277,2 1 0,-1 0 585,12-3-360,-26 3-180,5 2 867,-12 2-867,0 26 0,-6-10-45,0 26 0,-3 5-45,-2-25 0,-1 2 22,-1 14 1,-2 10-1,-1 3 1,0-6 278,0-4 0,-1-3 1,0 4-302,0-1 0,0 5 0,0 2 0,0 0 0,1-3 0,1-6 0,-1-2 0,1 0 0,0 0 0,1 0 0,-1 9 0,0-1 0,1 0 0,1 2-18,2-2 0,1 2 0,0 0 0,1-2 0,0-5 18,-1-1 0,2-4 0,0 3-23,4 8 1,0 5-1,2-3 1,-2-9 1585,-1-15 1,1-2-1564,1 8 0,2 4 0,-1-8 0,-2-3 90,3 8-90,-9-21 90,-25-6-90,6-4 0,-14-2 0,-8-1-45,-7 0 0,-1 0 45,3 1 0,-6-1-272,11 0 1,-7 1 0,-4-1 0,-2 0 0,-1 0 0,2 1 271,7-1 0,0 1 0,1-1 0,-1 1 0,-1-1 0,-1 1 0,0-1-129,4 0 1,0 0-1,0 1 1,-2-1 0,1 0-1,-1 0 1,-1 0-1,0 0 1,0 0 128,2 0 0,-2 0 0,-1 1 0,0-1 0,0 0 0,1 1 0,-1-1 0,1 0 0,2 0 0,0 1 0,-2-1 0,0 0 0,2 0 0,0 0 0,0 0 0,2 0 0,-1 0 0,1 0 0,-7 0 0,1 0 0,1 0 0,0 1 0,-1-1 0,0 0-320,1 1 1,-3-1 0,-1 0 0,1 0-1,2 0 1,4 0 0,7 1 319,-2-1 0,6 1 0,-3-1-180,-12 1 0,-7-2 0,2 1 0,13 0-719,-4-1-720,10 2 0,12-4-1551,28-5 3170,3 4 0,22-7 0,-6 4 0</inkml:trace>
  <inkml:trace contextRef="#ctx0" brushRef="#br0" timeOffset="9989.27">13120 9681 9961,'8'-15'1260,"-4"-5"-811,-4 5 91,-6-4 0,-7 7-360,1 2 269,-20 9-359,15 4 45,-7 9 0,0 5-45,7 5 0,3 2-45,-4 2 0,3 4 45,5 13 0,7-1-90,6 2 0,13-5 0,5-3 0,1-14-45,6-3 0,4-5 45,-2-15 0,0-5-45,6 1 0,2-6 15,-3-5 0,2-7 0,-4-3-1063,-6-7 1,-4-3 0,0 1 899,9-5 1,-6-1-124,-17 3 1,-7-4-1,-8 8 226,-29 0-75,18 11 0,-3 5-420,-25 18 1,-2 10 44,12 4 540,5 5 0,-5 6 0,8-2 0,1 10 0,7-4 0,0 0 0</inkml:trace>
  <inkml:trace contextRef="#ctx0" brushRef="#br0" timeOffset="10830.27">13139 10023 10051,'7'-5'1349,"-6"0"-1259,-7 0 180,-11 0-270,6 4 270,-18 1-180,12 4 0,-14 2 90,-7 14-180,13-5 45,1 6 0,2 2-45,2 8 0,4-1 0,2 4 0,8-6 0,1 1 0,2 4 0,3 0-135,9 7 0,4-3 90,-2-13 0,2-1 0,11 7 0,1-4 45,5-8-45,-1-9 0,4-3 45,1-8 0,0-3 0,5 0 0,1-5-30,-1-6 0,1-6 0,-4 0 30,-3-2 0,-4-4-60,-1-5 0,-1-6 0,-8 1 60,-14-7 0,-9 0 0,1-1 0,-8 2 0,-9 7 0,-8 6 0,-10 9 0,-7 11-480,5 10 1,-4 6-1,1 2 480,1 1 0,0 2 0,1 3 0,1 1 0,0 2 0,5 1 0,3 7 0,0-1 0</inkml:trace>
  <inkml:trace contextRef="#ctx0" brushRef="#br0" timeOffset="11336.27">12723 10483 9152,'-1'-10'2159,"0"-2"-1710,-1 4 811,-2-5-901,-4 6 1,-13 1-3482,-25 17 3212,12-2-799,-8 8 0,0 4 619,1 2-90,10-2 0,-3 4 0,4-4 0,-6 7-45,0 3 0,1-2-44,8-12 44,5-3 0,0-3-135,-9-5-899,-10-14 1259,12-18 0,0-2 0,12-9 0</inkml:trace>
  <inkml:trace contextRef="#ctx0" brushRef="#br0" timeOffset="12120.27">14281 9637 9332,'-9'-18'1079,"-16"-11"0,-9 14-764,5 11 0,-2 3-225,2 4 0,1 6 45,-9 17 0,4 9-45,11 2 0,4 2-45,1-3 0,2-1-45,7-4 0,7-2 0,12-3 0,8-6-1639,9-14 1,2-2 1625,-4 9 1,2-5 12,10-18 0,5-11 0,-8-5 0,-11-9 0,-7-4-817,-1 6 1,-1-3 0,-6 3 816,-5-3 0,-12 4-503,-16 8 0,-7 10-37,5 16 1,-1 6-181,-3 0 1,0 2 719,-6 9 0,2 3 0,12-6 0,2 2 0,0 1 0,0 1 0</inkml:trace>
  <inkml:trace contextRef="#ctx0" brushRef="#br0" timeOffset="12753.27">14034 9991 9602,'-13'-7'1709,"-10"18"-1620,1 0 91,-2 24 0,4 8-180,13-16 0,2 1-60,-2 5 0,0 3 0,5 0-75,10 7 1,5-2 89,-3-9 0,4-2-90,16 6 0,8-7 135,1-19 0,5-9 0,-2-5 0,4-6 0,-4-7 0,-11-3 0,-2-5 0,-2-3 0,-5-3 22,-3-5 1,-3-4-1,-6 0 1,-5 0 37,-9-10 0,-8 1 0,-4 3-90,2 9 0,-2 3 0,-8 7-390,-15 10 0,-7 8 0,5 9-49,11 8 1,1 4 0,-16 0 0,2 3 0,19 1 0,-1-1 0</inkml:trace>
  <inkml:trace contextRef="#ctx0" brushRef="#br0" timeOffset="13487.27">13877 10337 9781,'-4'-12'2519,"-1"-1"-1350,-1 7-809,-6 4-180,-3 5 0,-6 11 0,-3 7-180,-2 6 0,-2 3-135,-6 7 0,1 0 135,9-8 0,0 0-90,1 0 0,-2-5-450,-15-9 271,3 5-1126,7-19 1,1-6 1394,6-7 0,-12-8 0,17-1 0</inkml:trace>
  <inkml:trace contextRef="#ctx0" brushRef="#br0" timeOffset="15790.27">13185 9610 9422,'0'-12'180,"-1"2"449,-6-8-89,-4 2-270,-2-2-90,-11 14 89,0 21-269,1 0 90,8 8 0,3 3-90,5-4 45,2 8 0,5 0 45,11-6-90,17 14 0,14-28 0,-5-6 0,4-17 0,-1-6 0,-7 0 0,4-12 0,-4-3 90,-19 1-90,-7 4 0,-6 0 90,-27-1 0,-11 10-90,3 20 0,-1 6 0,-8 8 0,4 13 0,3 5 0,9 2-45,7-7 0,5 1-135,18 10 180,2-21 0,33 0 0,-19-20 0,11-9 0,0-3 90,-3-9-45,-6 5 0,-4-2 135,-9-15-180,-8 15 90,-21-1-90,0 23-45,-1 6 0,-1 5-135,-7 12 90,13-6 0,2 1-270,6 21 181,22-14 89,5-4 90,24-25 269,-4-20-89,-2-4 180,-12-13-90,-33 14-180,-9 6 0,-22 19-90,14 12 0,1 5-1639,6 4 1,2 1 1400,-2-4 1,5 0-39,22 19 186,15-37 90,3-5 0,3-4 135,-4-8 0,-1-2-90,-1 3 0,-2-1 135,-4-10 0,-5 1-90,-9 7 269,-23-15-269,-3 28 0,-21 4-135,18 14 0,3 6-180,6 5 1,4 3 44,-7 19 0,41-10 180,5-32 90,9-14 0,0-8 134,-16 1 1,-2-1-90,11-2 0,-7-2 225,-25-18-180,-18 26-135,-2 7 0,-4 5 45,-10 12 0,-2 7-90,4 4 0,2 3-45,-1-1 0,4 2 1627,12 1 0,9-1-1761,24-3 89,16-11 90,-3-13 0,3-5 0,-4-2 0,-1-3 0,3-5 0,-3 0 143,1-5 37,-12-13-180,-19 19 0,-19-5 0,-23 25 0,22 2 0,-2 3 0,-9 11 0,3 3-90,13-3 0,3 1 0,-10 19 90,32-15 0,16-21 0,7-8 90,6-13-90,-13 3 90,-2-4 0,-14 0 0,-4 9-90,-13-5-450,-13 23-179,-6 8-1010,8 10 1,3 4 982,-1 13 1,9-12-1,4 0 1,6 7 0</inkml:trace>
  <inkml:trace contextRef="#ctx0" brushRef="#br0" timeOffset="17479.27">13200 10206 9961,'2'-15'1260,"-1"3"-991,1-4 991,-4 1-990,-1 6 449,-10-3-359,2 9-90,-19 11 0,-2 15-270,2 3-45,9 4 0,3 4-135,12-9 0,1 0 90,-2 6 0,2 0-90,14 10 0,20-19-1459,2-22 1,3-5 1073,13 1 7,-2-14 0,-1-8 513,-20 3 0,-4-3-145,6-2 0,-4-2 145,-6-7 0,-9 0 135,-10 11 0,-6 2 0,-16-13-45,-2 28 0,-5 9 0,1 13 0,0 5-45,-2 1 0,2 3-45,-2 14 0,5 1-45,13-16 0,3 1-225,0 17 1,5-1 2919,8-14-2740,4 2 0,5-4 1390,17-12-1255,10-4 0,-6-14 0,0-5 668,8-7-608,-15 0 0,3-5 0,-5 1 30,1-18 0,-5 4 0,-9-2 45,-19 11 0,-10 4 0,-4 2 0,-7 6-45,-13 4 0,-4 12-1161,8 14 0,0 8 0,2 0 1071,-1-2 0,4 4-375,5 6 1,1 6-1,10-2 15,10 15 261,2-23 1,5-1-172,11 6 1,8-6-2041,31-9 2310,-4 8 544,-6-27 0,0-9-589,-13-3 0,-2-3 144,4-2 1,-1-3-55,-5-5 0,-6-1 60,-4-7 255,-15-10 0,-29 13-90,0 10-136,-4 17 1,-2 10-45,13 14 0,1 6-135,-1-8 0,4 2 159,11 17 0,12-1-294,16-9 0,17 13 90,-5-30 1,3-6 44,-5-1 0,1-5 0,16-10 0,-3-7 90,-15-3 0,-5-4 0,0-1 0,-5-1 324,-10 4 1,-8 1-190,-16-4 0,-10 7-45,-9 19 0,-4 7-90,1-8 0,1 4-1073,-2 14 1,5 8 1027,16 0 0,6 2-90,-1 18 0,16-12 0,3 0 0,2 7 17,12-16 0,4-7-17,22-16 90,-8-8 0,2-5 0,-8 1 0,-2-4 0,4-14 0,-7-2 90,-10-11-169,-11-2 258,-21 26 1,-3 5-180,-4 2 120,-6 12 0,-8 3 0,6 4-120,-6 9 513,8 1 0,-4 4 1,7 2-514,4 20 49,9-16 0,6 0-229,20 22 0,24-23 180,8-7-45,-16-16 0,1-6 45,-2-8 0,-1-2 0,9-6 0,-15-9 0,-10-3 90,-24-1 0,0 8 0,-5 5-45,-5 10 0,-4 8 45,-15 13 0,2 8-90,14-3 0,3 4 0,-7 14 0,7 3 0,13-1-90,14-8 0,7-2 139,13-7-94,-1-7 1,3-2 44,1-8 0,0-3 3003,16-3-2958,-13-11 0,-7-5-2284,-26-21 2239,15 1-113,-26 21 1,-6 7-788,-3 15 271,0 2 629,8 28 0,19-9 0,6 15 0</inkml:trace>
  <inkml:trace contextRef="#ctx0" brushRef="#br0" timeOffset="18731.27">14073 9711 9691,'3'-13'720,"-1"5"90,0-5-271,-2 6 91,1-2-360,-14 18 0,-8 15-180,0 10 0,0 2-90,7-14 0,2 1 44,-5 15 1,5-2-45,12-9 0,3 3 0,19-11 90,12-24-90,3-7 45,-15-3 0,-2-4-45,2-19 0,-5 6 0,-16-14 0,-5 30 0,-10-15-90,-2 25 0,-9 6-89,1 16 89,7-1-3187,5 17 2802,10-20-330,15 10 805,-4-20 0,18-4 0,-2-19 269,-4-17-269,-3 7 90,-18-11 0,-23 26 0,-15 11-180,-3 12 0,19 8 0,2 5-269,1 16 179,7-3-270,24 1 3487,-3-22-3307,29-1 270,-16-17 90,14-7 360,-11-15 440,-11 12-530,-11-18-360,-9 25 270,-24-3-270,9 18 0,-13 7-270,10 17 0,14-3 180,6-2 0,19-13 0,16-24 180,-10 1 135,3-8 0,-4-3 135,-7-6-180,2-6 0,-27 19-270,-11 23-90,1 3-765,4 11 1,2 3-765,5 0 1709,1 1 0,2 1 0,6 3 0,1 8 0</inkml:trace>
  <inkml:trace contextRef="#ctx0" brushRef="#br0" timeOffset="20515.27">14144 10213 10141,'4'-14'630,"4"-9"359,-2 1-629,1 0 1259,-3-6-629,-16 14-811,3 1 181,-33 19-225,21 7 0,-1 5-105,-2 7 0,0 4 0,2 1-300,2 5 0,4 1 90,-1 8 1,9-4-91,18-15 0,7-5-180,26-4 360,0-8-30,-11-14 0,4-6 0,-4-1 30,14-6 30,-11-1 0,4-4 1,-7-1 14,-12 3 0,-4-2 75,0-5 0,-1-3 0,-4 2 15,-6-3 0,-6 1 44,-3-5 1,-8 4 90,-13 13 0,-7 7-90,5 6 0,-3 6-45,-14 10 0,1 6 0,16-3 0,3 3-45,-10 15 0,4 4-90,16-8 0,3 0-90,-3 8 0,3 0 45,8-5 0,4-2 46,5 5-181,21-5 270,-13-21-45,12-7 0,1-4-45,5-14 90,-8 5 0,-1-4 0,-6-7 0,-6-4-1516,-11-4 0,-4-1 1561,5 7 0,-5 2-509,-17-5 0,-7 10 554,-7 21-312,3 7 1,0 6 266,9 5 0,3 6-135,0 6 0,5 3 0,6-8 0,5-1-82,7 2 0,6-3 82,17 0 0,16-11 90,-15-14 0,0-7-45,3-12 0,-2-5 45,-7 9 0,-4-2 201,-2-21 1,-9-2-22,-14 5-4,-1 8 1,-4 2 93,-23 7-270,7 12-677,-7 28 0,0 8 587,12-3 621,-5 12 1,7 3-802,24 0 916,6 2-826,23-8 90,9-31 90,-9-11 0,1-6 0,-2-8 0,-3-5 45,-2-4 0,-4-2 0,-6 2 0,-7 0 90,-9-1 0,-4 3 340,-6-4-295,-9 15 0,-4 5-90,-11 15 0,3 7 0,1 5-135,11 4 0,2 3-45,-11 17-90,25-12 0,7-1 3017,7-5-3107,31 8 1314,-17-24-1044,4-10 0,-1-7 90,1-18-1,3-7 271,-20-10-180,-14 23-90,-17 6 0,5 18 0,-20 27-180,19-5 0,-6 20-90,22-15 90,3-6 0,8-8 0,15-13 0,2-9 90,10-7 90,-12-6 0,-11-3 90,-34 13-90,8 5-90,-14 13 0,-1 6 0,3 8 0,-12 12-90,23-3-90,21-13 180,-1-2-90,23-17 90,5-16 0,-6 1 90,3-8 0,-23 9 90,-19 2-90,-8 11-90,-15 7 0,-7 21-90,14-7-270,-4 22 270,34-28 0,16-3 225,7-21 0,2-6 45,11-7-135,-15 7 0,-5-2 765,-13-13-630,-17 8-91,-11 7 1,-6 3-495,0 9 1,-2 6-766,-11 2 1,-1 7 1169,-2 13 0,4 5 0,13-8 0,2 1 0,-4 7 0,0 0 0</inkml:trace>
  <inkml:trace contextRef="#ctx0" brushRef="#br0" timeOffset="22978.27">6538 11799 8342,'0'-10'1349,"4"-2"-629,15 0-405,16 1 0,7 1-945,2 2 0,1 1-764,3-1 0,-3 3 1281,-12 2 0,-8 3 0,-13 1 0,-10 1 0</inkml:trace>
  <inkml:trace contextRef="#ctx0" brushRef="#br0" timeOffset="23253.27">6664 11849 8972,'7'-11'1169,"0"1"-629,-5 7-90,-2 21-181,-4 11 1,-2 4-225,3-1 0,-2 5-23,1-2 1,-2 7 0,0-1-1,2-4-427,1 8 1,0-3 164,0-5 0,0 2 0,2-7-1649,5 8 1889,1-24 0,1-8 0,0-3 0</inkml:trace>
  <inkml:trace contextRef="#ctx0" brushRef="#br0" timeOffset="23472.27">6456 12448 9602,'27'-2'1259,"20"-9"-1124,-20 2 0,3-1-285,3-2 0,3-2 0,0 1-319,9-5 1,0 1 0,-1 1 0,-4 0 0,-11 4 0,0 1 0</inkml:trace>
  <inkml:trace contextRef="#ctx0" brushRef="#br0" timeOffset="23970.27">6949 12137 10051,'2'-21'2159,"1"5"-1439,7 45-630,-9-2-45,-1 14 0,-2 2-45,-7-2-135,-1 1 0,0-2-45,6-14 90,-2 9 45,21-50 0,7-12-90,2-6 0,1-3 105,-6 10 0,1-2 0,-1 2-60,8-11 0,-2 4-90,6 1 90,-13 17 0,-3 9 0,-4 32 90,-8 1 0,0 4-1639,4 3 1,0 0 1625,-5-2 1,2-2-1034,25 9 687,-15-34 359,11-5 0,2-5 0,-3-6 0,18-11 0</inkml:trace>
  <inkml:trace contextRef="#ctx0" brushRef="#br0" timeOffset="24381.27">7604 12089 9691,'0'-20'2429,"-4"4"-1979,-3 2 179,-15 9-3906,-15 22 2933,8-5 1293,-7 19-949,28 10-270,18 1 180,-4-17 0,4 0-90,10-1 1,2-2 89,4 4 0,2 6 90,-21-6 0,-7-7 90,-19 5 0,-5-1-1,1-3-224,-10 2 1,-1-1-946,3-7 361,0-1 719,12-6 0,13-10 0,2-1 0</inkml:trace>
  <inkml:trace contextRef="#ctx0" brushRef="#br0" timeOffset="24720.27">7753 11888 10321,'1'-32'2519,"2"2"-2249,2 37-1,-5 28-179,0 3 0,-1 5-90,-2-9 0,0 3-60,-1 9 0,0 5 0,3-4-255,3-3 1,2-3 134,-4-6 0,0 1 0,4-5-1459,12-3 1,3-10 1153,-2-13 0,17-14 0,-17-2 0</inkml:trace>
  <inkml:trace contextRef="#ctx0" brushRef="#br0" timeOffset="24923.27">7771 12225 10501,'2'-11'1259,"13"-5"-809,17-1-2089,0 4 1,2 1-1639,10-4 1638,-10 8 1,-3 2 1203,-15 5 0,10 4 0,-12 1 1</inkml:trace>
  <inkml:trace contextRef="#ctx0" brushRef="#br0" timeOffset="25795.27">8121 12252 10321,'-13'-30'2878,"7"13"-2698,-8 0 630,-15 29-810,2 10-180,5-3 0,0 5-270,7 5 1,9 1 89,21 5 270,18-16 135,-2-28 0,0-7 0,-7 0 0,-2-3 45,0-4 0,-2-1 180,-1-6-270,-11 23 0,-8 24 0,-6 18-135,5-5 0,5-1 135,19-3-90,13-7 90,6-28 45,-10-22 0,-4-8 45,-13 15 0,-2 0-45,6-12 0,-2 3 44,-10 5 1,-20 57-90,2 15 90,1-13 0,1-1-90,8 4 90,15-37-45,11-22 0,4-7-90,-6 9 0,1 0 45,5-8 0,-1 4-90,3 3 0,-18 30 90,-6 1 0,-5 37 0,-3-22-45,-2 16 0,4 2-1304,16-4 450,-7 10 79,25-33 1,-14-20 0,13-4 0</inkml:trace>
  <inkml:trace contextRef="#ctx0" brushRef="#br0" timeOffset="26105.27">9020 12117 10861,'-8'-10'2608,"-12"-3"-1169,0 6-539,-20 5-360,-7 18-405,22-4 0,1 4-135,-8 14 0,3 2-90,2 3-90,11-3 0,7-1-450,20-6 0,7 1-1258,29-15 249,-18-15 1,0-2 1449,0-1 1,0-2-1,-2-3 1,-3-1-1,6-7 1</inkml:trace>
  <inkml:trace contextRef="#ctx0" brushRef="#br0" timeOffset="26512.27">9020 12250 11041,'10'-6'3276,"-1"3"-2954,27-11-412,-9 5-810,14-19 450,-22 6 91,-2-11 269,-48 29 270,11 22 0,0 7-1,1-1 1,3 1-135,0 8 0,11 0 90,23-9 0,11-8-1709,7-13 0,3-6 719,-5 6 1,-1-2 854,8-11 0,-5-3 0,-10 0 0,7-3 0</inkml:trace>
  <inkml:trace contextRef="#ctx0" brushRef="#br0" timeOffset="27172.27">9956 11263 10141,'0'-14'1439,"1"-3"-629,0 6-630,0 14 134,-2 22 1,-3 13-165,0 3 0,0 5 0,-1 1-1243,1-6 1,0 1 0,-1 6 1128,1-6 0,-1 7 1,-1 4-1,0 1 1,0-1-1,0-3 0,1-8-6,0 8 0,1-7 0,-1 8-216,1-11 0,0 6 0,0 5 0,0 2 0,0 0 0,0-4 0,1-4 0,0-8 216,1 2 0,1-6 0,0 3-30,1 4 0,-1 5 0,1 3 0,1-3 0,0-7-90,3 10 0,0-4 0,-1 3 0,3-3-630,6-11 1,2-9-1,-1-14-359,10 1 1079,0-33 0,-7-3 0,-3 3 0,-1 1 0</inkml:trace>
  <inkml:trace contextRef="#ctx0" brushRef="#br0" timeOffset="28029.27">9892 11055 9961,'24'-26'810,"6"5"-563,1 13 0,11 3 1,5 0-1,3 1-145,-8 0 1,2 0 0,3 0 0,2 1 0,2 0 0,1-1 0,2 1-401,-10 1 0,3 0 0,1 0 0,1 0 0,1 0 0,0 0 0,1 0 0,0 0 1,0 1-1,-1-1 0,-2 0 202,-1 0 1,-1 1 0,0-1 0,0 0 0,0 1 0,0-1 0,-1 0 0,1 1-1,-1 0 1,0 0 0,0 0 104,2 0 0,1 1 0,0 0 0,0 0 0,0 0 0,-1 0 0,-2 0 0,0 1 0,-3-1 0,-1 1 6,7 0 0,-2 0 0,-2 0 0,-2 0 0,-2 1 0,-1-1 325,1 1 1,-1-1 0,-3 1-1,0-1-280,7 2 0,-1 0 0,-6 0 210,12 3-270,-12 0 225,-12 2 0,-2 5 461,-3 13 0,-4 9-551,-4-3 0,-2 6 0,0 3 0,-1-1-68,-1 3 1,0 1-1,-1 1 1,-2 2-152,-1-8 1,-2 2-1,0 1 1,-1 1 0,0 0-1,0 2 122,1-1 1,-1 2-1,1 1 1,-1 0 0,0-1-1,0-2 1,1-3-39,-1 9 0,0-4 0,0 0 0,1 3 12,-1-8 1,1 2 0,0 3 0,0 0 0,0-1 0,0-3 0,1-5 17,0 13 0,2-6 0,-1 3-12,0-8 0,0 3 0,1 0 0,-1-1 0,0-3-150,1 8 0,0-3 0,0-3 132,1 11 0,-1-9 90,-1-9-90,-12-24 45,-16-3 0,-5-2-45,-10 3 0,6-4 0,-9-2 0,-1 0 0,5 0 175,1 1 1,-1-1-176,0 0 0,-8 0 0,-4-1 0,0 1 0,1-1 279,5 0 0,1-1 0,0 1 1,-4-1-1,-5 0-279,14 0 0,-3 0 0,-3 0 0,-2 0 0,-2 0 0,-1 0 0,-1 0 0,0-1 0,1 1 0,-1 0 0,3-1 0,0 1-232,1 0 0,0-1 0,0 1 0,1-1 0,-1 1 0,1-1 0,0 1 1,0-1-1,0 1 0,1-1 0,-1 0 232,-4 1 0,0-1 0,-1 1 0,0-1 0,1 0 0,0 1 0,1-1 0,1 0 0,1 1 0,3-1-206,-8 0 0,-1-1 1,0 1-1,4-1 1,3 1-1,7-1 1,8 1-869,2 0 0,5-2-565,-18-3 1,11-3 905,30 1 1,12-9 0,-2 5 0</inkml:trace>
  <inkml:trace contextRef="#ctx0" brushRef="#br0" timeOffset="31561.27">10853 11976 9961,'-14'-11'1260,"2"3"-451,1 2 91,-22 11-720,6 4-1,-4 11 1,0 4-90,0 12 0,7 0 0,4 3 0,13-8 0,4 0-90,-1 1 0,4-1 45,8 2 0,5-3-45,16 10-1639,-2-20 1,2-3 753,5 2 779,2-11 1,-1-6 105,-4-5-36,-6 1 0,0-3-54,13-15-180,-10-19 270,-7 9-90,-18-8 1,-7-1-1,-4 9 90,-1-5 0,-3 1-90,-13 0 90,6 8 0,-14 2-90,4 15 1503,-3 4 0,-4 3-1458,7 3 0,-1 3 0,-4 0 0,3 3 1267,-5 18-1672,24 2 1,9 2-721,15 13 353,14-8 1,-3-3 0,6-8 0</inkml:trace>
  <inkml:trace contextRef="#ctx0" brushRef="#br0" timeOffset="33379.26">10805 12424 9512,'-1'-11'1709,"0"3"-1080,-13 1 271,-19 15-720,6-3-1,-1 11 1,0 4-45,12 0 0,2 1-45,-17 18 0,17-1 0,5 2-135,8-13 0,2 0 0,-3 9 0,3 0 45,4-7 0,4-3-180,17 7 90,0-10-45,-3-13 1,3-5-1505,5-11 1,0-3 970,-6 4 1,0-2 845,13-12 0,-3-4-268,-5-11 8,1-2 37,-21 6 0,-10-1-1007,-11 7 0,-4 0 1052,6-2 0,-2 3 864,-18-1 1,-5 8-820,8 11 0,-1 4 0,-8-1 0,-2 4-15,5 4 0,-2 4 0,3 1-75,-5 8 0,4 2 0,-3 2 0,5 2 68,13-4 1,6 1-564,12 25 84,11-24 1,6-3 140,0-1 0,3-3 180,4-4 1,1-5-46,17-12-90,-2-22 270,-25 7 0,-2-2 45,0 1 0,-2-2 90,-6-4 0,-5 1 224,-9-6 2917,-8 6-2719,-18 21-287,1 24-181,1 8-89,19-5 0,5 2 0,8 14 784,2-6-784,29 0 75,-4-33 1,1-4-76,-2 5 0,-1-4 90,12-14 0,-9-8 270,-22-24 0,-32 20-270,-4 5-45,-4 42 0,2 10-45,15-6-135,2 16 0,12 1 45,35-14 0,-9 12 135,9-35 0,0-11-45,-7-16 90,8-8 90,-41-10 0,-27 37-180,3-5 0,-7 33-180,30 8 90,3-6-90,29 15 90,-10-28 90,13-3 0,2-4 0,-8-6 0,16-7 180,-7-15-90,-17 10 90,2-32-180,-18 31 90,-23-18 0,-8 29-90,1 12 0,1 7-225,13 6 0,3 2 135,-1 1 0,7-1 0,30 12 180,6-35 0,2-6-90,5-1 90,11-13 0,-27 4 180,-4-14-180,-4 8 180,-25-16-270,2 29 90,-17 7 0,-3 8-270,6 27-90,9-1 360,63-22 134,-10-21 1,-2-8-135,-7-5 0,-6-3 0,-7-20-45,-38 34 0,-7 7-45,3 3-180,-8 11 0,3 3-1349,18 2 540,-3 5 989,29-17 0,7-5 0,5-7 0</inkml:trace>
  <inkml:trace contextRef="#ctx0" brushRef="#br0" timeOffset="34561.26">10827 12151 10141,'-27'-19'3238,"-9"13"-4877,7 15 1,0 5 154,-10 9 2103,16 3 1,1 8 0,4-4-530,3 10-90,0-6 0,4-1 770,17 2-950,30-12-1000,-8-20 1,1-3 1179,-1 2 0,0-5 1134,0-8 1,-2-8-1135,2-20 0,-6-3 0,-2 4-30,-6 1 0,-1-8 0,-12 11 30,-41 9-45,6 29 0,-1 12-90,5 14 0,6 9 75,10-5 0,4 2 0,11-5 1698,21-4 0,8-10-1625,-3-11 0,0-9 32,9-21 0,-8-10 45,-21 1 0,-10 0 0,-14-12-90,-8 9-45,-1 52 0,4 13-90,18-4 0,5 1 45,0 3 0,3-1 90,18 6-45,6-38 0,0-12 45,-8-23 0,11 2 90,-39-6 0,-5 40-90,-17 14 0,15 28 90,19-4-90,26-17 0,0-19 0,-7-19 0,-8-7 180,-14-1-90,-5-18 0,-34 30-90,14 10-135,-3 18 0,4 8-45,19 4 180,10-6 360,21-35 90,-4-21-450,-13 6-630,-39 23-539,2 25 804,4 3 1,-5 6 0,3 0 0,-2 4 0,0 1 0,1 2 0,0 0 0,-1 0 0</inkml:trace>
  <inkml:trace contextRef="#ctx0" brushRef="#br2" timeOffset="40662.26">11801 12201 8612,'0'-9'1799,"-2"2"-1619,-2 2 90,-1 2-180,-4 1 0,-3 1 0,-9 3-90,6 0 90,-17 9-90,19-6 89,-10 12 1,-1 3-90,6-4 45,-2 6 0,2 2 45,0 21-45,13-11 0,2 2-45,2-4 0,4-1 45,8 6 0,7-5 0,5-14 0,3-5-45,-2-1 0,2-3 0,1-3 0,2-4 45,4-3 0,1-5-1684,9-8 1,-1-3 1580,-9 6 1,0-2-95,6-9 1,-6-5 196,-18 3 0,-4-1-45,7-19 45,-12 8 0,-9-1-1039,-15 4 0,-4 3 994,9 5 0,-2 2-128,-17-4 1,-5 6 172,12 15 0,0 3-45,1-2 0,-2 2 60,-6 6 0,-4 4 0,4 0 1937,-11 5-1967,8 5 0,-7 5 0,7 0 15,13-3 0,3 1-45,-13 13 0,5 2 45,13-4 0,7 0-905,12 6 0,4-1 860,-5-10 0,3-1 822,16 7 0,5-6-822,14-9 0,-16-8 0,1-2 45,12-5 0,-1-3-45,3-1 0,-4-5 0,-2-4 494,-4-5-449,-9 1 0,-3-3-45,1-19-90,-8 6 135,-16 1 0,-7 2 45,-16-4-45,10 10 0,-2 3-1,-5 11 1,-2 7 45,-15 16-90,5 1 90,12 10 0,5 4-1128,15-5 0,3 0 1038,-8 1 0,5 0 820,15 2 1,7-6-821,4-10 478,11 3-388,13-19 0,-23-2-90,6-9 0,-2-3 0,-9-8 90,6-18-90,-26 19 0,-9 1-1030,-15 5 0,-4 3 1030,8-1 0,-3 4 784,-22 12 1,-1 11-785,21 5 0,3 4 0,-5 0 0,5 3-45,8 2 0,6 0 45,7 1 524,9 3-704,27-7 235,-13-10-55,8-3 0,3-5-90,17-13 135,-19 3 0,-1-3-1,3-8 1,-3-1-45,1-5 45,-16-5 0,-6 0 3080,-9 5-3125,-7-4 0,-7 0 90,-19 7-1382,-1 13 0,-1 6 1292,-6 3-328,10 16 0,7 6 328,21 2-38,4 16 83,20-24 0,4-4-45,15 4 0,0-9 0,2-5 0,-13-5 0,0-4 45,3-2 0,-1-3-45,5-13 90,-24-16-45,-27 22 0,-6 1-45,-7-11 30,-4 23 0,-9 7 0,5 5 15,11 8 0,1 3-45,-15 1 0,8 3 0,24 23-90,41-21 90,0-4-45,9-15 0,2-5 3093,-4-3-3048,7-6 0,0-4 90,-12-5-90,-9 1 0,-7-3 90,-19-13-90,-5 5 45,-19 11 0,-6 6 442,2 10 1,-3 5-488,-13 1 0,0 5 0,7 7 0,3 3 0,10-4 0,4 1 0,-1 27-27,21-28-63,22 17 90,3-24 0,18 1-45,-13-14 0,-2-2 45,8-3 45,-3-8 0,-4-2-45,-11 2 0,-3-10 0,-6-2 0,-15-2 0,0 4 0,-6 1 0,-8 8 0,-4 4 0,-7-4 0,-3 19 0,2 6 0,10 6 0,-1 5 0,5 3 0,16 9-90,5 4 0,29-5 90,11-23 0,1-7 90,-1-21 0,-23-5-90,-6 3 90,-27-20-90,-6 27 0,-9 4 0,-5 6 45,7 11 0,1 6-45,-8 2 0,3 5-90,9 3 0,5 2-180,1 11-630,18 3-1348,15-16 359,0-3 1889,9 0 0,-6-6 0,6 4 0</inkml:trace>
  <inkml:trace contextRef="#ctx0" brushRef="#br2" timeOffset="42691.27">11875 12860 10051,'-2'-23'270,"-1"-2"270,-3-3 539,-10-7-539,0 11 0,-10 0 449,-20 18-719,15 13 0,-1 2-225,5-4 0,0 3 179,-14 19 1,9 9-135,23-6 0,9 4-60,1-2 0,4 3 0,5-3-120,12 9 0,8-5 45,4-6 0,5-6-1048,-6-15 1,3-4 0,-4-2 944,-7-2 1,1-2-222,7-2 1,4-1 0,-4-2 323,-5-5 0,-3-2-128,6 1 1,-2-4 127,-5-9 0,-5-2-45,-4-3 45,-17-16 0,-8 0 45,-3 16 30,-4 2 0,-7-4 0,-1 8 15,-3 12 0,-2 5-45,-6-6 0,-1 2 0,-2 10 0,0 6 45,-5 10 0,2 3-45,14-7 0,-1 3 0,-3 7 0,-3 6 0,8-3 2718,1 5-2718,1 7 0,6 1-90,18-6 669,16 2 1,11-4-760,16-18 0,7-7 150,-14 2 0,1-1 0,0-5 0,6-6 0,1-6 0,-5-6 202,-6-5 0,-4-6 0,-6-1-127,-2-9 0,-8-1 0,0-4 0,-10 3 90,-19 10 0,-9 8 0,-6 13 0,-1 6-135,6-1 0,-3 5 90,-8 12 0,-4 8 0,6 1-45,7 2 0,3 3-16,-1-1 1,-2 1 0,9 2-30,16 9 0,11-2-89,10 2 89,11-16 0,7-8-45,-3-16 0,0-6 45,1 1 0,-2-6 0,5-16 0,-13-7 89,-24 5 1,-14 3 45,-21 7 0,-9 13-45,-3 17 0,2 14-90,19-1 0,3 6 0,6 1-45,1 9 0,15-2 45,26-6 0,10-9-180,14-13 135,-12-6 0,1-5 0,-2-7 0,-2-2 45,-7 3 0,-3-4-45,3-13 1,-11-5 44,-22 6 0,-8 0 44,0 1 1,-3 4 0,-10 2 0,-2 9-45,4 11 0,1 7 45,1 8 0,4 2-45,2 2 0,-3 23 90,34-19-90,6 0 90,21-9-90,-13-12 0,6-10 0,0-4 0,-7-1 45,9-15 0,-12-7 135,-33 11 0,-11 2-45,-11 6 0,-6 5-90,2 1 0,0 9-45,-8 20 0,9 7 0,26-3-90,22-4 0,12-3 0,16-17 0,6-7 90,-5 7 0,-1-4 45,8-11 0,-8-4-45,-14-4 90,-25-6 0,-16 14-90,-5-1 0,-20 9 0,9 12-45,1 13 0,2 3 45,5 1-90,9 5 0,8 0 0,19-10-45,9-5 0,4-3 135,8-4-45,-5-6 0,-1-3 45,-4-8 90,-18-13 0,-49 19-90,17 10 0,0 5 0,0 4 0,4 3-90,-1 18 90,57-15 0,-7-22 45,5-5 0,0-3 45,-5-2 90,-1-23-90,-33 25 90,-36-10-270,12 19-900,1 4 1,2 4-1709,7 4 809,2 6 1889,20-5 0,6-3 0,1 1 0</inkml:trace>
  <inkml:trace contextRef="#ctx0" brushRef="#br2" timeOffset="70211.27">1076 8087 9512,'1'-30'1349,"0"12"-180,-2-10-269,1 14-810,0 10-90,0 1 179,0 35-179,3 0 0,2 6 0,23 1 0,-11-27 0,28-19 0,7-11-303,-25 4 0,2-5 303,-1 1 0,8-5 0,3-3 0,1-2 0,-1 2 0,-4 1-235,1 0 1,-4 1 0,0 0 0,6-5 234,-7 6 0,4-4 0,3-1 0,1-2 0,1-1 0,0 1 0,-2 1 0,-2 1 0,-3 3-234,4-3 0,-3 2 0,-2 1 0,0 0 0,2-1 126,5-5 0,2-1 0,0 0 0,-4 3 1,-6 4-1108,5-3 1,-11 9 1214,-16 13 0,-1 0 0,-5 5 0</inkml:trace>
  <inkml:trace contextRef="#ctx0" brushRef="#br2" timeOffset="71528.27">458 13002 10141,'-15'-22'2159,"5"3"-1529,-5-2 359,8 6-629,11 38-270,-3-13-90,3 13 0,3 6-45,-2 0 0,2 1-180,0 6 0,5-3 135,11-7 0,6-9 45,-2-9 0,5-12 30,-3-11 0,7-11 0,3-6 0,0-5 0,0 2 0,-5 4-199,3 0 1,-3 1-1,0 0 1,4-5 213,-8 7 0,4-4 0,2-1 0,1-2 0,0 0 0,-1 2 0,-2 1 0,-3 3 18,3-3 0,-2 4 0,-2 0 0,-1 2 0,1-1-18,3-3 0,-1 1 0,-1 1 0,0 1-362,4-5 0,0 2 1,-4 3 136,-1 2 0,-4 2 45,-5 5 0,0 1-1459,4-3 1,-3 6-751,-9 12 2389,5-2 0,-10 14 0,-1-1 0</inkml:trace>
  <inkml:trace contextRef="#ctx0" brushRef="#br2" timeOffset="73132.27">9838 8282 9332,'-20'-9'1799,"4"2"539,-6-1-269,11 4-1529,54 2-450,-11 0-45,5 2 0,10-1 27,-13 0 0,4-1 0,3 1 0,3-1 0,1 1-365,-1 0 1,1 0-1,2 1 1,2-1 0,1 1-1,2-1 1,0 1 301,-6-1 0,2 1 0,1-1 0,1 1 0,1-1 0,0 1 0,0-1 0,0 1 0,-1-1 0,-2 1-252,0-1 0,0 1 1,-1 0-1,0-1 0,0 1 1,-1 0-1,-1 0 1,0 0-1,-1-1 255,6 1 1,1 0 0,-1 0 0,-1 0 0,-2 0 0,-4 0 0,-3 0 167,12-1 0,-7-1 0,-5 1-135,-4 0 0,-4-1 179,0-1 1,-5 0-764,-12 0-361,10 0-150,-18 3 60,-8 8 990,-19 5 0,-2 1 0,-13 2 0</inkml:trace>
  <inkml:trace contextRef="#ctx0" brushRef="#br2" timeOffset="75877.27">19741 4379 7803,'-5'-17'1978,"0"5"-1078,-7-7 719,-22-3-1349,5 8 0,-2 3 0,-4 6-46,-12 13 1,1 5-225,13-8 0,0 5 90,-5 10 0,-5 10 0,0 3 0,8-3-1359,7 2 0,2 3 1287,5-6 0,-3 5 0,0 2 0,2 0 0,5-2 12,4 10 0,7-2 0,1 1 0,-2-2 0,2 1 0,4 0-30,6 4 0,3 0 0,5-4 0,1-10 0,2-3 0,5-1-510,3-1 0,5 0 0,1-1 0,-2-3 510,7 7 0,3-5-513,5-5 1,5-4-1,-1-6 558,0-7 0,3-8-73,-13 0 1,4-3 0,2-2 0,0-2 0,-1-3 45,-2-4 0,0-3 0,-1-3 0,-1-1 0,-1-2-18,1-2 0,1-3 0,-2-1 0,-3-2 0,-6-2 18,-5-1 0,-4-1 0,-3-2 0,-6 0 0,-5 0 4,-8-6 1,-7 0-1,-7 0 1,-7 3-8,0 11 0,-6 2 0,-3 0 0,-4 2 0,-2 1 0,0 3-15,1 4 0,-2 2 0,-2 2 0,-2 1 0,1 1 0,-1 1 0,2 1-115,-6-2 1,0 0-1,1 2 1,-1 1-1,0 3 1,1 3-6,1 4 0,-2 0 0,1 3 0,1 4 0,3 3 0,4 4-700,-4 12 1,5 8 0,4 2 0,3-2 13,2-6 0,4 0 0,2 3 806,2 10 0,3 4 0,7-6 0,10 10 0,2 1 0</inkml:trace>
  <inkml:trace contextRef="#ctx0" brushRef="#br2" timeOffset="115601.27">19497 16536 8612,'-2'-15'2519,"-1"0"-1800,1 0 541,0 2-1171,-1 18-89,2-4 180,-1 23-90,2-10 0,2 26-90,-2-24-3277,2 20 3072,-1-29 205,14 3 0,-5-13 0,12-12 0,8-9 0,-1 0 0,-3 1 0,0 0 0,2-2-567,0-1 0,3-1 0,-1 0 0,-1 1 567,0 0 0,-2 1 0,3 0 0,4-3 0,4-1 0,0 0 0,-6 5 0,-3 2 0,-1 1 0,9-6 0,4-3 0,-4 5-90,-8 5 0,-4 4-90,1-1-540,-1 1 1,-2 1 1286,-14 10 0,5 1 0,-8 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39:04.33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3808 5354 11760,'4'-14'2069,"-1"5"-1799,6 1 0,6 13-90,-1 3 0,2 15-180,-10-9 90,-1 14-1,-2-8 1,0 0 0,7 1 0,-3-15 90,18-4-90,-5-8 60,10-7 0,8-6 0,-1-1-90,-8 5 0,-2-1 0,6-3-468,0-1 1,7-4-1,3-3 1,2-1-1,-1 0 1,-3 3 0,-5 2 429,0 0 0,-5 3 1,-1 1-1,5-4 8,3-1 0,5-5 0,3 0 0,-2 0 0,-4 3 0,-8 5-191,1 0 0,-3 2 71,6-4 0,3-1 0,-5 3-45,-10 6 0,-1 0-405,18-10 1,2 0-1100,-8 10 1,-2 1 1091,-9 3 1,-1 1 0,5 0 0,-3 4 0,-12 4 0</inkml:trace>
  <inkml:trace contextRef="#ctx0" brushRef="#br0" timeOffset="3722">5569 7656 11041,'-2'-11'359,"-3"-4"451,-1 4-180,-6-6-450,3 5 359,-9-3 1,-6 6-180,-15 1-225,5 6 0,-4 5-105,7 2 0,-2 2 0,-1 3-834,-1 1 1,-2 2 0,0 1 0,3 0 833,0-1 0,2 1 0,-1 3-8,-3 3 1,-2 4 0,2 1-1,4 0-343,6 3 0,4 0 1,-1 1 350,-2-2 0,0 0 0,2 3-61,1 7 0,4 5 0,6-1 61,8-4 0,6 0 0,2 1 0,0 4 0,1 1 0,3 0-300,4-1 0,2 0 1,3-3 269,1-8 0,2-2 0,-1-4 0,1 0 0,2-2 0,14 8 0,0-2 0,-1-3 30,-9-8 0,5 1 0,-1-2 997,10 0 0,1-4-1027,-6-2 0,1-2 0,-1 0 0,11 1 0,-1-3 45,2-5 0,4-5-45,-12-2 0,2-2 0,2-2 0,-2-1 0,-2 0 0,-1-1 0,0-1 0,2 0 8,3 1 0,3-1 0,-2-1 0,-2-3-8,-3-4 0,-2-3 0,-2-2 0,-4-1 0,-1-2 0,-5-2 0,0-4 0,-6 2 0,0-5 0,-1-1 0,-1 0 0,-3 2 30,3-10 0,-4 2 0,-10-4 23,-8 6 1,-7-4 0,-5-2 0,-3 4 0,-3 5-9,-4 5 0,-3 5 0,-4 3 0,-3-1-33,5 4 1,-5 0 0,-2 0 0,-1 0 0,1 1 0,0 2 0,4 3 9,-7-2 1,3 4 0,1 2-1,-3 0-22,0 1 0,-2 1 0,-1 0 0,1 3 0,2 1-330,-1 2 0,3 3 0,0 0 0,1 1-300,-8 0 0,2-1 1,-2 2 629,3 1 0,-2 1 0,1 0 0,5 1 0,-2 1 0,5 1 0,1 1 0,1-1 0</inkml:trace>
  <inkml:trace contextRef="#ctx0" brushRef="#br0" timeOffset="4934">5964 4811 11041,'-11'0'-180,"-15"0"450,2 0-46,0 1 1,-3 2 0,-1 1 0,0 1-45,-6 3 0,-1 1-45,-6 4 0,-1 5-336,2 4 0,-1 5 0,2 2 261,5 1 0,2 2 0,1 4-15,2 1 0,1 3 0,2 2 0,6 1-23,7-1 1,4 1-1,3 1 1,3-1-1,2-2 1,4 0-1,1 0 1,2-3-23,1 4 0,2-2 0,3-3 0,3-4 0,3-2 0,3-2-137,8 0 0,4-1 1,0-1 136,-4-4 0,0 0 0,4-1-23,2 0 1,5 0-1,0-2 1,-5-4 22,5 0 0,-1-5 0,-1-3 0,2-2 0,-3-2 0,4-4 0,-2-2 0,-1 1 0,1-2 60,-3-2 0,2-3 0,-2-3 59,-5-5 1,-1-2 0,-1 0-75,13-2 0,-1-2 15,-11 0 0,-1-4 0,-4-3 30,-8 0 0,-3-2 0,0 2-45,2-3 0,-1-2 15,-4-1 0,0-3 0,-6 0 30,-6 3 0,-5 1 0,0 1-45,0-4 0,-1 0-15,-1 4 0,-2-2 0,-2 4 15,-5 2 0,-1 4 0,1 3 0,-3-1 15,-6-4 0,-3-2 0,1 4-60,4 4 0,-2 1 30,-3-3 0,-4-2 0,-2 2-1,-1 4 1,-1 1 0,1 2-30,-2-3 0,-2 1 0,-1 1 0,-4 0 0,7 4 0,-7 0-225,3 5 1,0 1-496,-7 4 495,19 0 0,-1 3-1414,-15 8 1,3 3 982,5-1 1,-1 4-1,3 2 1,11 0 0</inkml:trace>
  <inkml:trace contextRef="#ctx0" brushRef="#br0" timeOffset="6584">7582 4393 9961,'-8'-7'630,"-3"1"-450,1 4 90,-1 1-90,-2 0-1,1 1-89,-2 1 180,-15 2-180,10-1 0,-14 4 0,-2 5-90,10-2 90,-19 11-90,23-8 90,-4 6 0,0 1 0,-4 4 0,2 2 0,1 4 0,4 8 0,4 0-90,3-10 0,1 1 45,-1 17 0,3 5 15,10-13 0,4 2 0,0-3-60,-2 1 0,1-1 30,2 4 0,2 4 0,4-3-1,3-8 1,3-2 0,0-1-1252,3 6 0,1-1 1222,4 8 0,2-3 45,-4-15 0,1-5-45,6 3 45,-6-6 0,3-1-45,3-3 0,1-1 0,11 2 0,-11-6 0,4-2 45,7-5 0,2-4-45,-8 1 0,3-2-646,-1-3 1,6-2-1,0-1 1,-5 0 645,0-1 0,0-2 22,-2-1 1,5-2-1,0-3 1,-3 0 450,0-4 0,-3-1 0,-1-3-383,-3 4 0,0 0 0,-1-3 0,-1-2 0,0-5 0,-1-4 0,-2-1 0,-6 1 0,-4-7 0,-5 0 0,-3 0-60,0 5 0,-1 1 0,-7 0 29,-11-6 1,-8-1 0,-3 5-30,1 8 0,-3 2 0,-3 1-8,-3-2 1,-4-2 0,-1 2-1,3 2-262,0 2 1,2 2-1,-4 2 195,-3 2 0,-3 1 0,-2 2 0,1 4-606,-4 4 0,1 4 0,-1 0 471,2-2 0,-1 0 0,-3 3-476,6 5 1,-5 3-1,-1 1 1,2 2 0,3 1 637,-5 3 0,4 2 0,-3 2 1,7-4-1,-2 2 0,-1 0 0,0 1 1,3 0-1,1 2 0,-1 0 0,0 1 1,1-1-1</inkml:trace>
  <inkml:trace contextRef="#ctx0" brushRef="#br0" timeOffset="7967">6923 3787 8612,'-1'-15'2519,"2"-2"-1620,1 1-89,3 1-181,-2 5-359,0 26 0,-9 16-180,1 11-90,-6 3 90,1 0-270,4-17 0,-1-1-90,-4 17-315,3-14 1,-2-2-2294,-2-4 899,0 0 1979,2-10 0,7-9 0,0-2 0</inkml:trace>
  <inkml:trace contextRef="#ctx0" brushRef="#br0" timeOffset="8518">6753 3801 10321,'8'-12'270,"-2"5"90,16-4-90,12 3-180,1-2-1,0 4 1,1 2-90,1-1 45,-3 1 0,0 2 45,-2 0-45,-5 2 0,1 2 45,6 11-90,-2-2 0,-37 23-45,-16-15 0,-7-2 45,4 0 0,-2 1 0,-3-1 0,-4 0 0,1-2-45,-2 0 0,0-1-45,-3 2 0,5-2 90,12-3 0,32-11 0,21-8 0,7-1-90,-14 7 90,0 0 90,3 12-90,-19-1 0,14 18 90,-14-12-90,14 23 0,3-8 90,-3-1-90,-3-11 0,2-3-180,16 1-359,8 0-1100,-19-12 1,-1-3 1602,5-2 1,13-8 0,-14 0 0</inkml:trace>
  <inkml:trace contextRef="#ctx0" brushRef="#br0" timeOffset="9184">7835 3752 11221,'-31'-10'1619,"3"5"-1260,-4 14 1,0 5-270,-4 3-443,1 6 0,2 3 442,5 1 1,6 0 0,1 1 0,2 2-45,4-5 0,2 2 0,10 0 0,4-2-45,-3 9 197,11 11-467,27-18 270,-15-15-45,4 0 0,0-3-45,-5-7 0,23-4 0,-21-1 237,25-12-237,-24-4 90,3-4 0,-15 2 0,-19-8 0,3 17 0,-10-13 0,7 15 453,2 2-363,30-4-90,-10 7 0,24-3 0,-10 3 0,-7 3 0,24-2 0,-23 3 0,15 1 0,-22 0 0,9 5 0,-15 1 0,1 7 0,-22 17 0,2-8 0,-3 2 0,-2 2 0,-8 15 0,4-5 0,4 3-809,16-17 449,0-6-1169,10 0-1748,-3-14 3241,10-1 1,1-4 0,7-3 0</inkml:trace>
  <inkml:trace contextRef="#ctx0" brushRef="#br0" timeOffset="9484">8341 3897 11221,'-11'-9'3238,"3"1"-2968,8 22 359,5 28-494,-2-15 0,1 1-135,-1 0 0,-1 0 0,-1 0 0,-2-2-540,1 6 271,-2 1-2070,2-5-450,0-18 2789,1 3 0,0-10 0,1-1 0</inkml:trace>
  <inkml:trace contextRef="#ctx0" brushRef="#br0" timeOffset="10000">8285 3831 11041,'-11'-9'2338,"4"2"-1888,10-2 180,30 0-360,9 1-136,-3 3 1,3 1 0,-1 2 0,-1 1-135,-9 0 0,0 1 45,2 1 0,-5 3 45,-9 9 0,-6-2-90,-25 15 0,-3-15 90,-15 10-90,6-8 0,2 0 0,-1 0 0,-19 12 90,38-13-90,1-3 0,14 4 0,8-6-90,11 3 0,6 1 0,0 1 90,-9-1-180,2 8 180,-18-8 0,0 11 0,-13-11 0,-12 10 90,-16-2 0,6-6 0,-3 0-90,2-2 0,-2 0 90,-13 2 0,1-1-90,1 0-135,8-3 0,2-1-225,10-3 360,-7 3 0,36-14 0,4-1 0</inkml:trace>
  <inkml:trace contextRef="#ctx0" brushRef="#br0" timeOffset="10184">9269 4018 12390,'21'0'3276,"-5"0"-2145,10 1-4369,-15 1-39,-25 8 2727,-4-2 0,-8 0 0,-2 0 0,-20 2 1</inkml:trace>
  <inkml:trace contextRef="#ctx0" brushRef="#br0" timeOffset="12033">105 12620 9961,'6'-8'1350,"3"0"-1261,-1 4 271,16-4-270,-1 5 90,15 0-180,-17 3 90,4 5 180,-15 27-90,-9 5-120,-7-3 0,-3 7 0,0-5-60,1-8 0,-1 0 0,-2 3 0,-1 4 0,4-3 45,5-3 0,3-4-45,-2 11 0,6 8 90,17-26-180,-8-9 0,13 4 0,-12-12-3187,27-11 2907,-19 4 0,2-3 0,-1-1 0,-1-2 0</inkml:trace>
  <inkml:trace contextRef="#ctx0" brushRef="#br0" timeOffset="13584">517 12915 11041,'-13'-12'1529,"3"3"-720,-3-1-629,-2 12 0,-10 7-180,6 3 0,-2 4-180,12-1-180,2 4 181,2-3-271,9 5 0,15-9 270,-5-2 180,12-6-180,4-13 180,-9 3 0,8-6 90,-15 1 180,-2-3-180,2-1 90,-4-2 0,-2 9-90,4 8-180,-1 8 0,1 3-180,5 7-90,2-4 90,7-1 180,14-10 90,-16-5 0,16-21 90,-17-12-90,0 2 90,-12-1 0,-4-3 90,-7 5 0,-2 0-135,2 1 0,-1 0 0,-2 2 0,-2 2 315,-5-5 0,2 8-270,-8 12-1,3 34-89,2 10 0,3 15 45,6-20 0,1 0-135,1 19 45,0-16 1,0 0-46,3 13 0,-1-8 0,3-7 0,-2-9 0,3-2 90,-2-10 0,10-8 90,-3-14-90,2-3 0,-4-3 90,0 2-90,10-10 0,-6 9 0,18-10 0,-8 22 0,1 1 0,8 19-90,-19 2 0,4 7-180,-20 9 90,-19 4 90,4-12 0,-2-1 90,-12 10-90,-5-7 90,26-19 90,-8 3 90,9-5-90,-5-3-90,22-2 0,-2-1 0,21 1 0,-2 1 0,5 1-90,16-3 90,-14 1 0,-1-1 0,2-2-45,0-5 0,-1-1 45,-4 3 0,1-2 0,13-12 0,-1-6-296,-17 6 1,-3-1 295,2 0 0,0-1 44,-3-5 1,-5 0 225,-7-7-270,1 3 180,-14 8-90,-22 30-90,6 0 341,-5 13 0,0 6-476,7-1 0,3 4-180,-2 6 0,3 3 90,6-5 0,8-1 0,12-4 1,7-5 134,8-8 0,5-6 90,7-3 0,0-4 0,-7-2 0,-1-4 45,13-10 0,-4-7 45,-13-2 0,-4-4 29,-3 0 1,0-2 0,-3 0-30,-1-1 0,-6-1 90,-7-11 0,-5 4 0,-3 13 90,-9-17 0,9 32-270,-7 5 180,4 27-180,0 0 90,2 24 0,5-19-90,1 4 0,1 1 0,1 1 0,0-4 0,2 2-45,3-1 0,0-2-45,3 8-45,1-8 0,1-4-45,0-11-810,17 5 361,-13-9-2648,16 0 3264,-17-6 0,10-5 0,-4 0 1</inkml:trace>
  <inkml:trace contextRef="#ctx0" brushRef="#br0" timeOffset="18918">1492 15807 9781,'17'-24'720,"-5"8"-450,-3 3 629,-2-1-539,-3 5 270,3-7 449,-2 3-629,-1 4 180,0-3-271,13 55-224,-13-2 0,-2 3-90,6-2 0,-2 2-15,-5-4 0,-4 4 0,-1-2 0,-3-8 0,-1 0 0,1-2-102,-1 5 1,-1 1 71,-1-4 0,-2 0 0,2-6 0,-2-2 0,-7 11-90,9-26-90,-6-11 180,9-6-180,3-27 90,6 11 45,4-8 0,0-1-45,0 0 116,3-2 1,1-2-116,6-4-1,8-2 0,13 12 90,-14 18-90,23 5 90,-13 4-90,2-2 90,12-4-45,-25-4 0,0-3 45,5-7 0,0-4 0,1-7 0,-3-3 0,-8 11 0,-3-1-45,-2-4 0,-2 3 45,-3 5 0,0 1 0,-7 58 90,-2-9-418,-2 16 0,-1 3 418,-2 1-60,2-15 0,1 6 0,0-5-30,0-6 0,1-1 30,-1 10 0,0 5 0,2-3-127,1-2 1,2-2 96,-2 5 0,1-2-405,3-8 1,2-4-766,0-4-2107,18-18 2814,-11-9 1,17-17 0,-10 1-1</inkml:trace>
  <inkml:trace contextRef="#ctx0" brushRef="#br0" timeOffset="19384">2311 15929 11580,'-18'-8'1709,"6"3"-1169,35 12-360,-3 0 0,13 7 0,11 5 0,-6-2-594,-10-5 0,-1 1 473,11 5 1,6 4 0,-6-3-60,-15-7 0,-1 1 0,17 10 0,-2-1-179,-5-1-136,-7-4 0,-2-1-135,-9-6-2827,3 5 2623,-18-34 654,1 11 90,-12-38 90,5 23 255,-1-2 1,-2-2 554,-5-11-630,-1-1 449,-5 7-359,11 24-90,-27 12-181,8 14 1,-1 7-331,-6 2 0,0 4 210,10-5 1,-1 1 0,3 0-15,-1 2 0,3 1-180,0 8 1,3-2-136,4-1-180,3-6 0,1-2-179,7-10 739,5 9 1,7-15-1,7 3 1</inkml:trace>
  <inkml:trace contextRef="#ctx0" brushRef="#br0" timeOffset="19984">3249 15757 12210,'-12'-11'2069,"3"3"-1170,1-1-719,5 21 270,3 23-315,-1 1 0,1 2-135,0-8 0,0 1 45,0 10 0,-1-3 45,0-6-90,3-1 0,0 0 0,0-2-90,2-2 0,0-2 90,1-6-180,13 10 180,-9-18-90,17 3 90,-10-14-90,24-11 45,-14-2 0,-1-3 45,17-8 0,-14 4 0,-4 1 0,-9 7 0,8-6 0,-13 14 0,5 5 0,9 21 0,-5-5 0,-2 2 0,1 0 0,8 3 0,12 6 0,-7-11 0,-6-9 0,1-2 0,4-4 0,5-4 0,2-6 0,-5-8 0,-2-7 0,-4-3 0,-2-5 0,-2-2-173,-4-2 1,-4-2 0,-5-3 172,-8-8 0,-7-3 0,-1 4 0,-3 1 0,-4 5 0,-4 9 0,-3 2 0,-1 8-900,-18 10-1618,-5 16 539,13 15 1979,13 23 0,17-8 0,2 8 0</inkml:trace>
  <inkml:trace contextRef="#ctx0" brushRef="#br0" timeOffset="20288">4352 15859 12390,'-36'-15'450,"-1"-1"-180,22 9-91,21 8-89,6 5-45,19 12 0,7 5 45,-3 3 0,0 1-750,4 1 1,1 1 689,-10-6 0,-1 1 0,1 0-487,-2-2 0,0-1 0,-2 0-263,6 2 1,-2-1 719,1 3 0,-4-6 0,-9-16 0,-10-7 0</inkml:trace>
  <inkml:trace contextRef="#ctx0" brushRef="#br0" timeOffset="20467">4792 15856 10591,'-13'-23'989,"-28"29"-719,14 0 0,-4 7-1090,-4 9 1,-7 10 0,1 2 0,4-4 324,7-6 1,4-1-1,-2 2 450,-6 6 0,-5 5 0,2-2 0,9-5-135,10-7 1,2-2-1401,-12 15 0,2-1-129,2-3 1909,7-9 0,0-1 0,3-1 1,0 0-1</inkml:trace>
  <inkml:trace contextRef="#ctx0" brushRef="#br0" timeOffset="26634">5292 15919 11131,'19'-4'899,"-2"-2"-809,-3 2 180,3-2-270,-9 2 180,10-5 0,4-6-180,-6 3 90,8-10 0,1-16-90,-6 5 90,5-6-90,-12 12 0,-6 16 90,4 10-1,-5 22 1,0 7 0,-2 4-90,0 14 90,-2-3 0,0-2-348,-1-8 303,1-1 0,-1-2-45,1-1 45,0-1 0,2 1-45,0 13 0,1 0-810,2 2 451,-3-30-811,2 10 1170,-2-18 0,0-2 0,-2-2 0</inkml:trace>
  <inkml:trace contextRef="#ctx0" brushRef="#br0" timeOffset="26855">5355 16283 10141,'-9'5'810,"19"2"-450,18-4-181,17 0-134,-17-3 0,1-1-135,14-1-675,-7-1 1,-1-2-495,4 0 1259,-6-1 0,0-2 0,3-4 0,9-4 0</inkml:trace>
  <inkml:trace contextRef="#ctx0" brushRef="#br0" timeOffset="27467">5321 15492 9691,'-29'-24'1440,"-3"1"-811,-3 8-269,-12 10-135,5 15 0,-1 10-135,14 2 0,1 3 0,1 1-1180,0-3 0,0 0 0,4 3 1120,2 2 0,4 2 0,3 1 59,6 8 1,5 2-94,5-2 1,3 2 0,0-1 3,-1-8 0,0 0 0,5 3-384,4 0 1,5 4 0,2 1 0,0-3 0,-2-5 383,6 4 0,3-2 22,0-1 1,5 4-1,1-1 1,-4-7-190,-1-5 0,1-4 197,9 5 0,6 1 0,-4-3 15,-10-7 0,1-1-45,6 1 0,3 2 0,-4-5 45,-12-5 0,0-2 0,24 2 0,0-1-45,-22-5 0,1-2 0,7-1 0,5-1 0,-2-1 0,6-5 0,-1-3 30,-3 1 0,2-2 0,0-5-30,-5-4 0,0-6 0,-2-1 0,-2 2 286,-2 4 1,-3 1 0,-1-6-287,-2-10 0,0-8 0,-5 0 0,-6 5-55,-9 3 1,-7 1 54,-2-11 0,-3-6 0,-4 6 0,-4 8 0,-7 0 0,-1 3 0,-5-4 0,-4-1 0,-1 3 0,2 9 0,-2 2 0,-2 2 0,1-1 0,0 0 177,4 1 1,1 0 0,0-1 0,-2 2 0,-4 1-193,-3 1 0,-4 1 0,-2 0 0,-1 3 0,1 1 0,1 4-3,2 3 0,-1 5 0,2 1 0,0 0 0,0 0-50,-7-4 1,2-1-1,-1 1 1,-1 6-203,1 4 0,-3 4 0,0 3 0,4 1 1,8 0-271,-1 4 0,4 4-553,-6 7 1,-2 4 0,7-2 1007,16-5 1,4 0 0,-4 12-1,3 0 1,8-10 0,1 0-1</inkml:trace>
  <inkml:trace contextRef="#ctx0" brushRef="#br0" timeOffset="27790">7413 16116 11940,'5'-8'1439,"3"-4"-449,-4 2-4267,1-1 3016,4 6 1,-6 3 0,4 3 0</inkml:trace>
  <inkml:trace contextRef="#ctx0" brushRef="#br0" timeOffset="31138">3246 11299 11580,'10'-7'1170,"2"2"-990,9 3-180,-5 2 180,29-2-1,4 2-179,-3-2 45,-17 2 0,-2-1-45,-6 1 90,14 0-90,-11 0 0,1 0 90,-6 0-90,-4 1 0,-4 1 0,0 2 0,-7 7 0,-2 7 0,-2 0 0,-2 16 0,-3 0 45,1-2 0,0 2-45,0-7 0,0 0 0,-2 7 0,1-3 0,-2 6 90,1-6-90,3-15 0,-3-2 90,1-10-90,-7 0-90,-6-5 180,-14 1-90,3-1-90,-1 2 90,-2 1 0,15-1 0,-19 1 45,10-2 0,1 1-45,-8-1-45,4 1 0,-1-1 45,-13-2 0,14 2 90,-14-2-90,20-2 0,5 1 0,-2-5 90,16 2 0,1-5-90,9 1 90,-1 0 0,9-7 0,-2 3-90,4-6 45,-1-6 0,-2-1-45,0-1 0,0-3 0,-1-4 45,-8 9 0,-2 2-45,3-12 0,-2-11-180,-2 26-1259,0 5-270,12 9 90,-6 8 1619,7 11 0,-11-6 0,-1 2 0</inkml:trace>
  <inkml:trace contextRef="#ctx0" brushRef="#br0" timeOffset="32684">3338 11451 10951,'20'-12'90,"-3"-3"0,-9 3-90,2-3 0,-5 6-90,3-1 90,-6 6 0,5 5-90,-2 5 90,0 15 0,-3-7 0,-1 16 90,-2-5-90,1-3 0,-2 4 0,2-18 0,-2 6-90,1-5-90,-1-1-1079,1-1 1259,-2-3 0,2-1 0,-1-1 0</inkml:trace>
  <inkml:trace contextRef="#ctx0" brushRef="#br0" timeOffset="33084">3278 11605 8882,'17'3'450,"2"0"89,26-1-449,-16-1 0,1 0 0,2-1-180,-2-1 0,-1 0-359,14-1-541,-11 1 1,-2-1 989,-8 0 0,12-1 0,-9 1 0</inkml:trace>
  <inkml:trace contextRef="#ctx0" brushRef="#br0" timeOffset="35251">3292 13837 8432,'-13'-4'-540,"0"0"451,1 3-1,-2 1 90,2 0 0,-1 1 0,2 0 90,0 0 89,0 0 91,-1 0 180,2 0 989,-1 0-899,38-1-360,-3-1 0,21-1-90,-4 0-90,-23 2 90,19-1-90,-20 1 269,21-2-89,-20 2 270,16-2-180,-18 3-90,1-1-90,-6 1 0,-8 6-90,-2-1 0,-5 6 0,-1-3 0,-2 8 0,1-7 0,-3 18 0,2-3 0,-3 15 0,5-13 0,0 6 0,4-23 0,0 9 0,1-12 90,0 6-90,0-6 0,0 3 0,-1-5 90,-5-1-90,0-1-90,-10-1 90,4 0 0,-5 0 0,-3 0 0,-10 1 0,8-1 0,-18 2 0,11-3 0,0 1 0,-9 1 0,11-3 0,1 1 0,-6-1 0,18 0 0,-7 0 0,8 0 0,3-2 0,-1 0 0,4-2 0,2-1 0,0-6 0,5-5 0,0 2 0,9-15 90,-5 15-90,9-17 0,-8 14 0,6-21 0,-5 18 0,1-15 0,-2 2 0,-4 13 0,1-10 0,-1 18 0,-1 1 0,0 0 0,10 9-90,6 0-180,17 3 180,-8-1-450,7 0 180,-19 1-2158,9-1 2518,-2 0 0,-7 1 0,-1-1 0</inkml:trace>
  <inkml:trace contextRef="#ctx0" brushRef="#br0" timeOffset="36351">3150 13949 9961,'26'-7'450,"-10"3"-270,5 1-180,-6 1 180,4 0-180,1 0 90,1 1-90,-2 0 90,-7 2 0,6 3-90,-13 1 0,-2 2 0,-14 5 0,-3-1 0,-10 3 0,-7 5 0,12-9 0,-9 6 0,16-7 0,3-1 0,12 0 0,6-5 0,12-2 0,4-3-90,13-2-90,-10 0-450,11-1 630,-13 1 0,-5 1 0,0 1 0</inkml:trace>
  <inkml:trace contextRef="#ctx0" brushRef="#br0" timeOffset="38234">2490 10780 9781,'-17'17'2789,"11"-11"-2744,-10 12 0,0 4 45,3 5-90,0 7 90,11 4 0,9-8-90,3-6 0,14 0 0,-11-17 90,16 4-90,-15-9 90,28-3-90,-16-5 89,14-6-89,-17-15 0,-13-10 90,-6 2-90,-10 8 0,-4 2 0,-5 1 0,1 3 0,-2 1 0,-10 1-90,-12-3-539,0 11-1350,-8 9 540,18 6 1439,3 10 0,16-1 0,0 5 0</inkml:trace>
  <inkml:trace contextRef="#ctx0" brushRef="#br0" timeOffset="47738">14279 4283 7263,'-22'-1'360,"5"0"-360,-8 0 90,7 0 0,-5 0-90,-2-1 269,13 1 901,-9 0-1,11 1-899,39 4-180,-12-2 45,29 0 0,8 0-474,-24-2 1,1 0 368,13 0 0,6 0 0,-4 0-678,-2 0 1,2 0 683,-8 0 0,6 0 0,2-1 0,-2 1 0,-4 0-36,-2-1 0,-4 1 0,5-1 15,0 1 0,4-1 0,4 1 0,1-1 0,0 0 0,-2 0 0,-3 1 0,0-1 0,-1 0 0,0 1 0,-1-1 0,0 0-326,3 0 1,-1 1 0,-1-1 0,1 0 0,2 0 310,2 0 0,3 0 0,1 0 0,0 0 0,-5 0 0,-6 0 0,0 0 0,-5 0 0,3-1 18,3 1 0,6 0 0,2-1 0,-2 1 0,-5 0-18,-1-1 0,-5 1 0,4 0 0,-3 0 0,6-1 0,0 1 0,-2 0 0,-5 0 0,10 0 0,-2-1 0,-8 1 0,5 0 0,-2-1 0,-5 1 0,2 0 0,-3-1 0,1 1 0,3 0 0,-2-1 0,9 0 0,-2 0 0,-7 0 0,2 0 0,10-1 0,-3 0 521,-6 0-521,2-1 90,-26 3-90,17-3 0,-18 2-90,10-1 1373,0 1-1283,-9-1 2168,14 0-2168,-16 1 270,2 0-90,-5 0 0,-3-2-90,-9 0-180,-1 0 90,-5 7 90,6 0-180,1 8 180,1 3-90,0-4 0,-1 17 0,0-12 0,0 23 0,0-13 0,-1 7 0,0 3 0,-2 6-349,0 3 0,-2 0 349,3-19 0,-1 2 30,0 8 0,-1 6 0,1-2-30,-1 7 0,1 0 0,0-10 0,1 0 0,1 1 30,1-2 0,0-1 0,1 0-30,1 4 0,0 0 0,1-1 0,-1 6 0,2 0 0,0-2 0,0 3 0,0-7 0,1-11 0,1 0 30,-2 7 0,1 5 0,0-5-30,0-6 0,1 0 0,-1 6 0,0 2 0,0-3 0,2 15 30,-3-12 0,0 5 0,0-2-30,-1-3 0,0 1-768,-1 0 0,-1 5 1,0 1-1,0-6 813,1-1 0,-1-1-45,-1 3 0,-1 3 0,0-7 90,3 5-45,-3 0 0,0 0-45,2-3 0,-1-1 0,-1-2 90,1-3-90,-2 1 0,0 0 0,-1 1 45,-1 7 0,-2 4-45,0 0 0,0-1 0,1-6 0,0 1 45,-2 13 0,2-5-45,3-12 0,1 7 0,0 1-217,2-2 217,0 2 0,1 0 90,0-2-45,0 2 0,-1 4 45,-2-6 0,-1 1-90,0-1 0,1 0 45,-3-4 0,0-1 45,-1 0 0,0-2-90,-4 11 45,3-4 0,0 4 45,3-4 0,2-1-46,0-7 1,0 1 0,3 14 0,0-1-45,2-6 90,1 3 0,-1 0-90,1-1-813,-2 9 1,0 1 812,-1-5 30,0-12 0,-1 6 0,0-6 1816,-1 15-1846,0-3 0,-1-1 0,-1-1 45,0-1 0,0 0-45,1 3-115,-1 1 0,-1 3 115,1-15 0,-1-2 45,0 6 0,1 0-45,0-4 0,0-4 0,0 7 0,3-11 0,-1-2 0,1 3 297,0 20-297,0-26 90,-3 23-90,1-21 0,-6 24 3062,4-24-3062,-2 2 0,0 1 0,-4 7 305,4-8 0,-1 1-305,1 3 0,2-3 0,-3 10 0,4-9 0,1-2 385,0-5-385,-1 17 0,-1-5 0,0-2 0,-7 10 0,6-23 0,-12 21 0,11-22 0,-12 20 0,10-22 0,-7 17-90,7-17 0,-8 18 0,8-15 0,-12 21 0,7-13 90,-2 1-90,-1 3 0,5-9 90,1-1 0,0-1 0,7-12-90,-4 5 90,3-2 0,-3 1 0,2-1 0,-2-3 90,1-3-90,-3 0 0,-9-1 0,-1-1 0,-7 1 0,1 0 0,7 0 0,-15 4 0,16-4 0,-24 5 0,-1 1 0,-1 1-141,-2 0 0,-6 1 141,10-2 0,-3 0 0,-1 1-621,6-2 1,-2 0-1,0 1 1,1-1 620,-7 1 0,1 0 0,0 0 0,8-2 0,-1 1 0,2-1 0,5-1 0,1 0 0,0-1 0,-9 2 0,-5 1 0,2-1-161,-3 1 1,0 0 160,3-1 0,-2-1 0,1 1 30,7-1 0,1-1 0,2 1-30,-10 0 0,3 0 0,1-1 0,1 0 0,5-1 0,2 0 0,3 0 0,0 0 0,-10 1 0,0-1 0,-7 1 0,21-1 0,-1-1 0,-18 1 0,9-1 200,-6 0-200,11-1 2530,-11 2-2530,27-1 445,-10 2-445,13-2 0,-4-3 90,7-5-90,5-8 0,5-8 0,3-7 0,0 1 0,0-4-90,-2-11 0,0-1-404,1 3 0,-3-3 449,-2 9 0,-2-3 0,-1-1 1,-1 1 14,-3-7 0,-3 1 0,1 0-429,-1 0 1,0 1 0,-2-3 435,-1 3 1,-2-3-1,-1 0 1,1 2-1,2 8 1,0 2-1,-1 0 1,1 0 22,-5-11 0,1 0 0,-2-3 54,5 9 0,-1-2 0,1-2 0,0 1 0,2 2-24,-1-9 0,2 3 0,0-1-30,1 7 0,-1 0 0,1 0 0,2-2 22,2-2 0,2-2 1,1 0-1,2 3 8,1-4 0,2 3 0,1 0-30,-2 0 0,0 0 0,0-1 0,2 4 0,1-3 0,0 2 0,-1 6 0,-1 3 0,0 0 30,1-12 0,1-6 0,-1 1-314,0 7 0,0 0 0,-1-1 284,1 5 0,-1-2 0,0 0 0,0-2 18,0 0 0,1-2 0,-1-1 0,0 2 0,0 3 12,0-4 0,-1 5 0,0-3-30,0 0 0,-1-3 0,1 1 0,-1 7 44,0 3 1,-1 1-15,0-10 0,-2-6 0,0 0-8,0 13 1,-1-1 0,0 0-1,0-1 0,-2-9 1,1-2 0,-1 0-1,1 3 8,-2-3 0,-1 2 0,1 1-30,0 2 0,0 1 0,1 2-66,2 7 1,-1 2 0,2-1 65,1-2 0,0-2 0,0 1 30,0 3 0,0-1 0,2 0-30,3-9 0,3-2 0,0 5 0,1 6 0,0-1 0,1-2 0,0-7 0,0 1 0,-1 6 0,2 0 0,-2 2 0,1-4 0,0-3 0,-2 7 0,0-4 0,0 4 0,0 2 0,-2-2 332,3 7 1,-1-2-333,0-19 0,0 13 1209,-1-12-1209,-3 9 0,1 16 0,-3-14 0,1 29 1041,-2-10-1041,0 6 407,0-5-407,-1 7 0,2 2-90,0 2 0,1 1 90,-1 0-90,1 0 90,-1-1 0,-2 1 0,2 0-90,-2 0 90,2 0-90,-1 0-180,-2-2-89,1 2-271,0-2 540,4 1-180,3 1 90,1 0 90,3 2 0,-2-1 90,-3 0 0,-1-2-90,-7-2 90,1-2 0,-2 2 0,-1-3 0,1 3 0,0 0 0,-1-3 0,3 4 0,-2-5 0,1 1 0,1 0 0,1 3-90,1-4 90,3 6 0,0-9 0,4-2 0,-2 4 0,3-7 0,-3 12-90,5-10-179,-3 7-1,5-6-1349,-2 2 1619,9 2 0,7 1 0,8 3 0</inkml:trace>
  <inkml:trace contextRef="#ctx0" brushRef="#br0" timeOffset="59602">14718 7634 9332,'-25'-10'1124,"0"-1"0,1 3-764,-5-2 0,0 1 180,8 5-360,-2 1-1,-12 8-44,4 10 0,-8 8 0,-3 5 0,5-2-105,2-1 0,4 0 0,-4 6-503,3-3 1,-5 5 0,-1 2-1,0 1 1,4 0 0,5-3 494,4 1 1,5-3-1,2 2 1,0 3-5,1 5 0,0 4 0,1 1 0,3 0 0,4-4 12,3 8 0,6-4 0,1 1-30,-1 0 0,0-1 0,8-3-355,10-5 1,5-4-1,0-6 355,-4-10 0,2-3-47,8 4 1,6 1 0,0-5 76,-3-9 0,1-5 0,1 0-30,11 0 0,1-2 0,2-4-492,-7-5 1,0-3 0,0-2 0,-2 0 491,-1 1 0,-2-1 0,0-3 0,5-8 0,0-5 0,-4-3 55,-6-4 1,-5-3 0,-1 2-56,-4 10 0,-3 2 0,0-4 132,-1-5 1,1-5-1,-5 0 1,-7 1-103,-13-6 0,-10 1 0,2 1 0,6 8 0,2 1 0,-5-1-8,-6 0 1,-4-2-1,-4 2 1,-2 4 21,-5 4 1,-3 3 0,-1 3 0,2 0-196,1-2 1,2 2 0,-3 0 172,-5-1 1,-4-1-1,0 2 1,2 3-83,1 4 0,1 3 0,3 0-30,-4-3 0,1 1-240,6 3 0,-2 1 1,8 2-211,8 2 1050,-9-1 1,22 5 0,0 1 0</inkml:trace>
  <inkml:trace contextRef="#ctx0" brushRef="#br0" timeOffset="60387">15632 5025 10411,'-25'-8'-180,"-1"0"0,-9-1 315,2 2 0,0 2-3412,2 2 3313,6 0 0,-3 1 50,-1 0 0,0 2 4,-11 0 0,0 0 0,-1 2 0,-2 2 0,1 2 0,-6 3-555,3 6 0,-3 5 1,2-2 494,11-5 0,3 0 0,-3 2-8,-3 5 1,-3 4-1,2 1 1,6 0-354,1 10 0,6 3 361,5-6 0,3 2 0,4 4 167,8-1 0,4 4 0,4 1 0,7-2-153,7 1 1,7 0 0,5-2 0,3 1-30,-5-10 0,4 0 0,2 1 0,1-2 0,2-2 0,0-2-86,0-3 1,1-1-1,1-2 1,1-1-1,1-3 1,2-1 70,3-1 0,2-3 0,1-1 0,1-3 0,-2-2 0,-2-2 18,1-3 0,-2-3 0,-1-2 0,-1-1 0,-1 0 4,2 1 1,-1 0-1,-1-2 1,-1-5-1,-1-8 1,1-4-1,-5-2 1,-6 2-23,-4 0 0,-5-4 22,-4-3 1,1-7-1,-5-2 1,-7-1 210,-9 5 1,-6-1 0,-6 0 0,-1-1 0,-1 0-219,1 3 0,-1 0 0,-1 0 0,-2 0 0,-3 0 0,-3 1-4,-1 4 0,-4-1 0,-3 1 1,-2 0-1,-1 1 0,1 2 1,0 1-1,3 3-113,-6-4 1,2 3-1,0 2 1,-2 2-1,-2 1 102,-1 3 0,-2 1 0,-3 1 0,1 1 0,1 3 0,2 2-90,2 4 0,2 2 0,1 2 0,1 0 1,1 0-1,-12-3 0,2 0 0,-2 4-360,1 2 0,-5 2 1,4 2-1,11 3 444,14 5 0,5 3 1,-6 0-1,9 3 0,27 16 1</inkml:trace>
  <inkml:trace contextRef="#ctx0" brushRef="#br0" timeOffset="61135">16713 4420 9781,'-4'-12'810,"-3"0"-630,-2 5 270,-12-2-1,-20 2-359,13 7 0,-3 3 0,-5 6 0,-3 4 0,2 0-363,-1 1 1,1 4 302,0 3 0,0 5 0,6-2 15,11-5 0,5 3-15,2 8 0,2 7 0,4-4-30,4-4 0,5 0 30,6 15 0,6 6 0,6-1-8,1-15 1,5-1-1,3 0 1,0 0-332,-3-4 0,0 2 0,2-1 0,1 0 0,3-1 309,5 2 0,2-1 0,3 0 0,-1-2 0,-2-4 22,2-1 1,-1-2-1,-1-3 1,-1-1-23,3 1 0,-1-2 0,0-4 0,-2-5 0,0-3 0,-5-3-138,11-3 138,-11-4 0,6-3 0,-3-5 0,-6-7 0,-2-6 0,-2-3-347,5-5 0,-2-4 0,-6-6 347,-12 7 0,-4-3 0,-2-4 0,-5 1 0,-3 0-196,-4 1 1,-4 0 0,-3 1 0,-4-1 0,-3 0 195,2 7 0,-3 0 0,-3-1 0,-1 1 0,-2 0 0,-1 2 0,-1 3 0,-5-4 0,-2 3 0,-2 1 0,-1 2 0,-2 2 0,0 2-30,-1 2 0,-1 2 0,-2 2 0,0 2 0,0 3 0,0 3-186,-3 1 0,-1 3 0,0 3 0,1 4 0,0 4 216,1 6 0,-1 4 0,1 4 0,2 1 0,3 0 0,1 1 0,4 0 0,1 2 0,1 2 0,-1 5 0,1 0 0,0 0 0,0-1 0</inkml:trace>
  <inkml:trace contextRef="#ctx0" brushRef="#br0" timeOffset="67619">17276 3455 8792,'11'-15'2788,"-4"6"-1708,0-4-91,-4 8-899,-14 9 180,-18 19-180,-2 3-30,9-3 0,-4 6 0,4 0 30,2 3 0,2 2-60,1 0 0,2 4 0,5-2-75,4 5 0,9-3-45,11 3 0,9-6 0,2-12 0,4-6 45,-5-2 0,1-4 0,9-6 0,-3-6 45,-3-2-45,1-2 0,-1-3 45,1-11 0,0 0-90,-24-10 90,-34 6-90,-16 4 90,21 11 0,-1 3-180,-10 6 0,2 4-179,3 2-316,2 1 0,1 2 675,6 4 0,3 2 0,13-2 0</inkml:trace>
  <inkml:trace contextRef="#ctx0" brushRef="#br0" timeOffset="68319">17774 3488 10411,'-7'-8'1439,"0"1"-1259,-4 13 0,-6 16-90,0-1 0,0 3-45,0 2 0,0 0-45,2-3 0,-1-1 45,0 0 0,2-1 45,-2 3-90,-2 0 90,7-4-90,10-12 0,15-5 0,7-7 0,4-4 0,4-4 0,-15 6 0,10-3 0,-11 5 0,15 0 0,-14 2 0,26 0 0,0 2 0,-4-2 0,9 1 90,-6-5-90,-13 1 180,14-6 179,-21-3-179,-4 3 90,-1-5 90,-8 6-270,-17 28 0,3 7-90,-9 16 45,11-14 0,2-1-45,2-2-270,2 22-989,5-20 1259,3-1 0,3-13 0,3-14 0</inkml:trace>
  <inkml:trace contextRef="#ctx0" brushRef="#br0" timeOffset="68835">17855 3182 10951,'-40'-8'157,"0"-1"0,0 0 1,-1 1-1,1-1 1,-9 0-1,-1 1 1,1 0-1,1 1-639,6 1 0,2 0 1,1 1-1,-2 2 572,-4 0 0,-2 1 0,2 2 0,1 2-470,-1 6 1,3 2 0,0 1 409,0-3 0,1-1 0,1 6 15,2 8 0,0 4 0,2 3 0,6-3 0,3 3 0,5 3-15,-3 9 0,0 6 0,7-4 111,9-9 0,6 3-97,8 5 1,4 8 0,5 1 0,4-3-23,3-9 1,3-2 0,4-1-1,3 2-246,-5-7 0,3 2 0,1 2 0,3-1 0,0-1 0,2-2 0,-1-2 224,6-1 0,1-3 0,1-1 0,1-2 0,-1-1 0,0-1 0,2 1 0,-1-1 0,0-1 0,1-2 0,1-3 0,-2-4 0,3-2 0,0-2 0,0-1 0,-4-1 0,-3-1-289,3 0 1,-4-2-1,4-2 289,0 0 0,5-2 0,2 0 0,-2-1 0,-6 0 0,-3 0 0,-4-2 0,4-3 5,0-1 0,4-4 1,3-1-1,1-2 0,-3-1 1,-4-1-51,3-5 0,-4-1 0,-1-3 0,0-5 30,-4 2 0,2-4 0,-1-4 0,-1 0 0,-3 1 0,-6 2-299,-1-2 1,-5 1-1,-4 0 1,-4-1 313,-4-4 0,-5-3 0,-4 2 0,-5 2 30,-10-1 0,-7 3 0,-5 1-73,2 9 1,-4 1-1,-2 0 1,-1 1 0,2 1 42,-1-3 0,1 1 0,0 1 0,-6 1-34,2 5 0,-5-1 1,-2 1-1,-1 2 0,2 2 1,3 2 33,3 3 0,3 3 0,-1 2 0,-6-1-32,2 2 0,-4-1 0,-4 1 0,-2 0 0,-2 0 0,1 1 0,1 1 0,3 1 19,1 2 0,2 0 0,1 1 1,0 0-1,-1 2 0,-2 0 0,-2 0-86,3 1 0,-2 1 0,-3 0 0,-1 1 0,0 1 0,0-1 0,0 1 1,3 0-1,2 1 0,3-1 9,-5 2 0,3-1 0,3 1 0,0 0 0,1 2 0,0 3-360,-3 2 0,-1 3 1,0 1-1,2 1 0,5 0 1,6 1 449,1 5 0,7 2 0,1 0 0,-2 0 0,2 0 0,2 2 0,1 10 0,0 0 0</inkml:trace>
  <inkml:trace contextRef="#ctx0" brushRef="#br0" timeOffset="76952">19755 4446 10231,'-18'-22'90,"2"5"90,-5-3 90,4 6 0,1 4 179,-12-5-359,7 4 270,-24-4-270,21 9 0,-7 3 0,-6 2-30,1 6 0,-3 5 0,-1 2-1131,-2 3 0,0 4 1,0-1 1070,-2-1 0,0 1 0,4 4 30,3 12 0,4 5 0,8-3-107,10-10 0,4 2 107,0 7 0,2 5 0,4-4-30,6-9 0,4 1-555,4 12 0,4 6 1,1-5 554,-1-8 0,2 0 22,3 1 1,4 5-1,2 0 1,-4-6-23,1-4 0,1-1 30,8 7 0,5 4 0,-2-6-834,3-3 1,-1-4 803,-2 0 0,1-1 45,4-3 0,-1-5 472,-11-11 1,-2-3-473,1 3 0,1-2 45,20-11 0,0-5-90,-22 4 0,0-2 22,4-5 1,6-3-1,1-4 1,-2-2-62,-2-3 0,-2-4 0,-1-2 0,0-1 39,-3 2 0,0-2 0,0-1 0,-1 0 0,-1 1 153,3-4 0,0 1 0,-4-2 0,-3-1-131,-6-7 1,-4-3-1,-3 1 1,-3 7 22,-4 0 0,-3 1-23,-2 6 1,-2-5-1,-2 1 1,-3 5 22,-10-9 0,-7 4-23,6 13 1,-4-1-1,-2 0 1,0 3 357,-2 3 0,0 2 0,-2 2 0,-3 1-398,1 3 0,-4 1 0,-1 1 0,0 2 0,1 2-140,-7 2 1,1 1 0,-1 4 0,0 2-499,6 3 1,-2 2-1,0 1 1,2 2 0,3-1-83,-4 1 1,5 1 0,0 3 737,-2 5 0,1 4 0,7-3 0,-6 11 0,16-10 0,-1-1 0</inkml:trace>
  <inkml:trace contextRef="#ctx0" brushRef="#br0" timeOffset="79736">17038 7976 10951,'4'-9'2069,"-1"1"-1440,-1 3-359,3 0 0,5 1 90,38-5-270,-6 5 0,5-1-45,-4 0 0,6 0-257,-12 3 0,7-1 0,2 0 0,0 0 1,-4 0 233,-2 1 1,-3-1-1,0 1 1,3 0-23,5-1 0,4 0 0,1 0 0,-2 1 0,-4-1 29,7 1 1,-5 0 0,-1-1-30,-3 1 0,-2 1 0,-5-1 0,13 1-89,-10 0-721,-20-1-2338,-8 1-129,-10-6 3196,-4 4 1,-14-4 0,8 4 0</inkml:trace>
  <inkml:trace contextRef="#ctx0" brushRef="#br0" timeOffset="80185">17825 7725 10591,'-10'-6'1529,"28"9"-1439,19 8-90,9 2 45,-6 1 0,1 2-614,-9-4 1,-2-1 568,2 2 0,1-1 45,3 2 0,-4-3-45,-8-2 240,0 0 1,0 0 119,1 1 292,0 1-562,-17-2 90,-22-1-180,-5 0 90,-9 5 0,-1 1-90,-8 4 31,9-3 0,-5 3 0,2 1-1670,-5 6 1,2-1 1224,1-1 1,1-1 0,4 2 0,3-2 0,6-1 0</inkml:trace>
  <inkml:trace contextRef="#ctx0" brushRef="#br0" timeOffset="81885">17031 4565 11041,'3'-9'3058,"-14"16"-3058,-2 7 90,-6 7-90,0 6 0,11-14 90,-6 15-90,7-7 90,0-3-90,2-1 180,3-8-90,8-9-90,4-10 90,12-20-90,0-4 0,-4 4 0,-4 9 0,-6 7 0,2-2-90,-3 4-900,2-4 990,-6 11 0,0-1 0,-2 4 0</inkml:trace>
  <inkml:trace contextRef="#ctx0" brushRef="#br0" timeOffset="91118">12566 1549 7892,'11'1'1799,"-1"1"-1709,-4 6 270,5 16-180,1 23-90,-4-12 0,-1 1-90,-1-5 0,-2 0 45,-1 14 0,-2-4-45,0-7 45,-1-4 0,-1 3 45,-3 13-90,2-14-270,-4 13-809,3-27 1079,0 0 0,2-9 0,1-6 0</inkml:trace>
  <inkml:trace contextRef="#ctx0" brushRef="#br0" timeOffset="91885">12491 1582 8882,'9'-11'809,"13"-4"-449,19 3-180,0 1-590,-8 6 1,6 1 0,1 1 499,5 0 0,2 2 0,0-1-478,-1-1 1,0 1-1,5 0 418,-10 2 0,3-1 0,3 1 0,1 1 0,-2-1 0,-3 1 15,5 0 0,-3 1 0,0-1 0,4 1-30,-4 0 0,4-1 0,2 1 0,-1 0 0,-1 0 0,-4-1-15,2 2 0,-2-1 0,-3 1 0,1-1 90,-3 1 0,1-1 0,-3 0 0,-5 0 72,5 1 1,-6-1 17,14 1 360,-18-1 89,-12 0 427,7-1-876,-5 1 1251,-2 0-1341,-14 9 838,-2-3-838,-12 21 0,-1 17-90,5-13 0,-1 2-815,2-3 1,1-1 814,2-2 0,0 0 45,1-2 0,1 0-45,-1 17 0,1-19 0,1 1-90,-2 23 90,2-27 0,-2 19 90,0-18-90,-5 1 0,-19-8 0,3-13 0,-3-2 0,3 0 0,-2-1-310,-11-1 0,-7-2 0,5 2 310,4 0 0,-2 0 0,2 0 0,-6-1 0,-4 1 0,-1 0 0,2 0-282,-1 0 0,0 1 0,0-1 1,-1 1-1,0 0 267,1-1 0,0 1 0,-1-1 0,0 1 0,0-1 0,-1 1-30,0 0 0,-1 0 0,0 0 0,1 0 0,2 1 0,2-1-68,-4 0 1,2 0 0,2-1 0,3 2-8,0-1 0,3 0 0,2 0-465,-2 0 0,6-1 585,8-2 0,-1 2 0,17-1 0</inkml:trace>
  <inkml:trace contextRef="#ctx0" brushRef="#br0" timeOffset="93102">14183 1876 9691,'20'1'900,"9"0"-810,16-1-60,-13 0 0,5 0 0,2 0-669,3 0 1,1 0 0,4-1 656,-6 1 0,3 0 0,2 0 0,-1 0 0,-3 0-18,-2 0 0,-2-1 0,0 1 0,0 0 0,8 0 0,1 1 0,0 0 0,-3-1 30,1 1 0,-3-1 0,-1 0-30,-7 1 0,-1 0 0,1 0 0,7 0 0,2-1 0,-4 0 412,3 0 1,-4 0-323,-6 0 0,0 0-45,8-1 0,-3 1-45,-9 0 432,-4 0-432,-8 1 0,-2-1-1709,3 0 1985,-9-3 1,-3 2 0,-3-2 0</inkml:trace>
  <inkml:trace contextRef="#ctx0" brushRef="#br0" timeOffset="93652">15520 1745 10231,'30'4'450,"3"2"-360,-1 1 0,-6-1 0,0 0-90,13 2 45,-3 1 0,0-1 45,-3-1-45,-1 0 0,2 1 45,10 2 89,1 1 361,-8-2-450,-47 1-90,3-5 45,-21 4 0,-10 1 45,-4 5 0,-1 2-90,7-4 0,-1 1-30,5 0 0,-1 1 0,3 0-375,-1 3 0,3-1-44,-13 8-541,16-7 1,3-1 989,6-1 0,-2 4 0,4-3 0</inkml:trace>
  <inkml:trace contextRef="#ctx0" brushRef="#br0" timeOffset="96002">16313 1779 9332,'-7'-7'539,"1"-1"-359,8 2 0,1 0 90,7-1-90,0 2-180,5-1 180,8-1-180,-6 3 90,17-3 0,15 0-90,-4 2 0,-15 3 0,0 1 90,1 4-90,-17 11 0,-13-4 90,-19 11-90,-16 2 0,-6 5 0,5-3 0,10-1 0,30-5 0,0-6 0,19 8 0,-5-13 0,20 5 0,-16-4 0,23 7 0,-20 4 0,-7 5 0,-13-3 0,-18-3 0,-12-3 0,-15 5 0,6-5-45,4-4 0,3-1 45,6-3-540,-18 6 540,28-9 0,11-5 0,16-5 0</inkml:trace>
  <inkml:trace contextRef="#ctx0" brushRef="#br0" timeOffset="96752">17006 1722 8882,'-16'-4'180,"4"0"539,-4 1 91,6 1 269,-5 0-1079,23 0 90,6 2-90,20 1 0,-11 1 0,10 4 90,-16-1-90,9 10 0,-16-1 0,-7 8 0,-8-3 0,-3-3 0,-4 0 0,2-4 0,-3 2 90,3-1-90,3-6 0,1 0 0,1-3 0,3-2 0,-1 0 0</inkml:trace>
  <inkml:trace contextRef="#ctx0" brushRef="#br0" timeOffset="98486">16521 1746 8882,'-24'-1'0,"7"-1"0,-18 6 0,4 1 0,-2-1 0,-9 5 0,24-6 0,-15 7 0,10 0 0,2 1 0,5 2 0,21 0 0,17 2 90,0-4-90,3-3 0,2 0 0,19 5 0,0-1 0,-13-3 0,-1-1 0,15 4 0,0 0 0,-19-5 0,-2 0 90,8 1-90,1 0 0,6 1 0,-25-6 0,12 5 0,-13-4 0,1 4 0,-6 3 0,-8 5 90,-21 4-90,5-5 0,-29 7 90,2-7-180,-2 1 90,10-7 0,-1-1 0,-15-1 0,23-3 0,0 0 0,-6-3 0,3-1 0,2-2 0,1-2 0,2-1 0,5-2 0,-11-16 0,25-4 0,-1 0 0,20-21 0,8 7 0,0 1 0,-3 14 0,0 3 0,-1 3 0,1 2 0,0-1 0,7-4 90,7-8-90,-13 8 0,-15 5-270,-22 8 180,-2 5-1799,-24 4 1889,25 2 0,-12 0 0,21 0 0</inkml:trace>
  <inkml:trace contextRef="#ctx0" brushRef="#br0" timeOffset="99036">17093 1801 8162,'-24'-7'810,"-7"-2"-630,19 6 270,-9-1 269,2-1-89,6 2-540,2 6 180,25 8-136,9 4 1,5 2-45,9 4 0,1 1-45,-5-5 0,0 1 0,10 6 0,-2-1-135,-13-8 0,-2 0 0,-2-2 0,-1 0-135,1 0 1,-3-1-2205,-2-2 2429,-4-2 0,-3-3 0,-9-4 0</inkml:trace>
  <inkml:trace contextRef="#ctx0" brushRef="#br0" timeOffset="99252">17179 1748 9062,'-23'-10'-90,"7"5"360,-6 16 90,-5 26-271,11-15 1,-2 3-90,-7 15 0,0 1-450,8-10 1,2-1 449,0 4 0,4-3 0,8 5 0,10-8 0</inkml:trace>
  <inkml:trace contextRef="#ctx0" brushRef="#br0" timeOffset="99902">17796 1798 8972,'8'-14'2159,"-5"2"-1350,-10 4-359,-32 13-180,-8 7-180,9 4 0,1 4-45,9-2 0,3 2-45,4-4 0,5 2 0,5 21 0,15-22 90,15 17-180,-2-18 90,16 4 0,6 0 0,-9-5 0,0 0-30,3 1 0,3 1 0,-3-2 30,-6-2 0,-3-1-45,3 0 0,-6 2 45,-11 5 0,-4-6-90,-16 8 90,-17-11 0,-6-2 0,2-1 0,-3-1-30,0-1 0,-3-1 0,3-3-15,-2-1 0,4-6 45,7-8 0,8-5-45,17-7 0,8-2 45,-1 3 0,5 0-45,15-16 0,3 0 90,-9 10 0,-2 0-45,2-3 0,-5-1 0,-11 1 0,-8 3-90,-9 3 90,-8 11 0,-2 4 0,0 5-180,-23-3 0,23 8-629,-20 1 809,24 4 0,10 7 0,14 2 0</inkml:trace>
  <inkml:trace contextRef="#ctx0" brushRef="#br0" timeOffset="100203">18284 1837 10501,'-32'-4'1529,"31"9"-1169,44 13-270,2-1-715,-1 0 0,-1 1 625,-3-1 45,-1 2 0,-1-1-135,0 1-135,-4-2 0,-1 0-135,-10-5-833,17 9 1193,-26-13 0,1-1 0,-9-5 0</inkml:trace>
  <inkml:trace contextRef="#ctx0" brushRef="#br0" timeOffset="100403">18693 1895 9512,'-19'-38'809,"0"11"-629,3 5 270,-20 20-270,9 12 0,-1 5-91,3-4 1,0 2-761,-3 6 1,-2 3 0,5-1 670,-8 13 214,5-1 0,2 3-1519,16-8 1,4-1 1304,1-2 0,4 0 0,14 20 0,12-22 0</inkml:trace>
  <inkml:trace contextRef="#ctx0" brushRef="#br0" timeOffset="100852">19323 1690 10771,'8'-10'2968,"-34"13"-2698,-10 12-225,12-7 0,-2 3 90,-4 6 0,2 2-135,3-1 0,5-2 0,1 4-180,4 24 0,19-4 45,11-10 0,5-1 45,16-1 45,-6-13 0,1 0-90,-5-4 0,-1-1 45,-2 1 1,0 1 89,16 9-90,-22 1 0,-36-2 90,3-2 0,-8-6 0,-5-3-315,-7-1 0,-1-4-540,0 1 1,1-1-77,0-1 1,3-1 930,-11-7 0,30-6 0,-4-5 0</inkml:trace>
  <inkml:trace contextRef="#ctx0" brushRef="#br0" timeOffset="101085">19103 1715 10411,'-10'-2'450,"-7"-1"89,6 1-179,37-3-315,-1 3 0,3 1-135,4-1 0,2 0-1549,13 0 1,-4 1-47,-5-1 1579,-8 0 1,0 1 0,5-2 0,4-1 0</inkml:trace>
  <inkml:trace contextRef="#ctx0" brushRef="#br0" timeOffset="101352">19714 1696 11131,'1'-8'3276,"7"21"-2801,-3 9 1,-1 6-476,1 6 0,0 4-1093,-2-4 1,-1 2 0,0-2-547,-1-2 1,0-2 1140,-1 5 1,2-5 1366,2-9-4146,13 12 2747,-4-19 0,16 4 0,-5-11 0</inkml:trace>
  <inkml:trace contextRef="#ctx0" brushRef="#br0" timeOffset="101769">20147 1741 11580,'-23'-19'2519,"6"3"-1889,11 8-271,12 0 91,32 3-360,-9 0-45,3 4 0,-1 1 45,-2 1-45,6 2 0,-1 5-225,0 12-1459,-24 9 1,-9 3 1343,-14 9 295,-8-15 0,-8 2 0,-2-2-666,-1-2 0,-1-3 0,1-1 666,-5 5 0,1 0-30,6-5 0,-2 0 0,7 0 30,-1 14 0,28-8 0,17-11 0,10-4 45,13-8 0,8-5 209,-10 0 1,5-3 0,2 0 0,-3-1-1125,6 0 1,-1-2-1,0 0 668,-2 1 0,0-1 1,-3 0 201,4-1 0,-7 1 0,-1-2 0,7-2 0</inkml:trace>
  <inkml:trace contextRef="#ctx0" brushRef="#br0" timeOffset="101952">21391 2108 12570,'2'8'-698,"3"-1"1,-2-6 0,1 1 0</inkml:trace>
  <inkml:trace contextRef="#ctx0" brushRef="#br0" timeOffset="116184">19706 2514 7353,'8'-9'3276,"-3"1"-1695,-1 10-1581,-2 1 270,2 15-270,-1-9 180,1 9-180,-2-11 180,0 12-90,0-9 90,-1 11-180,-1-11 179,-6 23-89,1-10 0,-3 10 0,0 2-90,5-17 90,-8 23-90,7-25 90,-5 18 0,4-15-90,0 1 0,1-3 90,2-9-90,0 0 180,-1-1-90,3-1 180,-2-1-90,3 2 0,-3-2-1,5 1-179,21-5 0,-8 0 45,15-4 0,2-1-45,0 1-320,7 0 1,1 0 319,7 1-773,-15 0 1,7 1-1,2-1 1,-5 1 772,6 0 0,2 0 0,-7 0 0,6-1 0,3 1 0,-2-1 0,-6 1-306,-3 0 1,-5 0-1,5 0 306,4 0 0,5 1 0,2-1 0,-2 0 0,-6 1 0,12-1 0,-2 1 0,-6 0 0,5 0 0,-1 0 0,-7 1 0,-7-1 0,-3 0 0,21 0 0,-4 0 0,-15 1 90,17 0-90,-31-1 0,12 0 0,-16 1 367,10 0-367,-11-1 2818,0 0-2908,2-1 1282,-3 1-1822,1-1-90,-4 0-1079,-1-6-449,-7 1 2248,0-4 0,-6 1 0,1 0 0</inkml:trace>
  <inkml:trace contextRef="#ctx0" brushRef="#br0" timeOffset="116668">21338 2797 9691,'-6'-10'360,"0"2"0,0 3 90,0 0 269,0 0-359,0 1 270,0 0-540,16 8 0,3 1 0,10 5 0,5 0-90,-11-5 90,19 8-90,-17-8 90,15 6-90,-20-7 0,10 4 0,-13-4 179,9 3 91,-11-4 0,1 2-270,-12 2 180,-17 6-90,0-2-45,-5 2 0,-3 1 0,2-1 0,1 0-45,1 0 0,0 0-90,-8 6 0,3-2 0,8-1-180,-1 0 0,2 0 0,6-4-359,-8 10 179,13-14-2827,-5 5 2949,7-7 1,0 1-1,4-4 1</inkml:trace>
  <inkml:trace contextRef="#ctx0" brushRef="#br0" timeOffset="119054">22106 2691 10141,'0'-11'2159,"-1"1"-1260,-1 1-539,0 2-270,-19 25 0,7 1 0,-1 3-90,-2 1 0,-1 2 45,-6 18 0,1 2-45,10-15 0,1-2-45,-2 4 0,1-1-45,5 0 0,3-5-90,1-5-539,7 15 359,1-24-1439,13 5 1799,5-17 0,5-4 0,4-6 0</inkml:trace>
  <inkml:trace contextRef="#ctx0" brushRef="#br0" timeOffset="119350">22312 2755 10411,'13'-4'720,"-4"0"-540,26 13-91,-12-1 1,5 3 0,2 1-90,3 3 45,0 1 0,3 2 0,1 2 0,-2-1-135,-10-5 0,0 0-180,11 6 1,-5-2-91,-16-9 360,8 2 0,-17-8 0,3 1 0</inkml:trace>
  <inkml:trace contextRef="#ctx0" brushRef="#br0" timeOffset="119568">22789 2754 9422,'-9'-9'629,"-2"3"-449,-18 10-90,8 1 45,-6 7 0,-1 1-135,1 2 90,-5 7 0,1 2-714,5-3 444,2 2 1,1 0-91,7-4-2249,-7 16 2519,17-20 0,0 12 0,9-12 0</inkml:trace>
  <inkml:trace contextRef="#ctx0" brushRef="#br0" timeOffset="119902">23286 2652 9602,'3'-12'629,"0"2"1,-1 4 359,-1 1 1,1-1-900,-4 13 179,-4 10-179,1 5 0,-5 17 90,3-6-135,2-5 0,1 2 0,0 2 0,0-1-45,1-6 0,1 1-90,3 6 0,1-2-180,0-7-359,9 18 179,-6-26-2518,13 8 2968,-2-12 0,14 2 0,-1-8 0</inkml:trace>
  <inkml:trace contextRef="#ctx0" brushRef="#br0" timeOffset="120201">23839 2787 10321,'-11'-5'2159,"1"0"-1979,32 20-90,-7-7-45,10 7 0,1 1 45,1-1-45,1 2 0,1 0 45,1 2-90,-2-3 0,0 1-180,-5-3-900,19 9 541,-24-13-2738,13 4 3151,-20-10 1,6 0 0,-6-2 0</inkml:trace>
  <inkml:trace contextRef="#ctx0" brushRef="#br0" timeOffset="120404">24299 2766 10681,'-8'-11'270,"-4"-3"629,-7 5-629,-12 6-90,3 7-45,1 7 0,-3 6-45,2 2 0,0 4-120,3-1 0,-2 2 0,3-1-309,-3 1 1,3 0-67,1 6 1,5-3-406,9-10 810,-1 12 0,9-11 0,1 6 0</inkml:trace>
  <inkml:trace contextRef="#ctx0" brushRef="#br0" timeOffset="120702">24683 2695 11580,'0'-14'1979,"-13"27"-1889,8-2 0,-6 16 0,1 4 0,5-4-90,0 1 0,2-1-90,1-1-495,5 3 1,2 1-586,5 1-539,5 14 1709,2-23 0,1-8 0,6 2 0</inkml:trace>
  <inkml:trace contextRef="#ctx0" brushRef="#br0" timeOffset="121102">25122 2772 11131,'1'-9'2068,"-2"0"-1798,-21 15-90,9-2 0,-21 21-90,20-9 45,-2 9 0,0 4-45,1 16-90,4-19 0,3 1-135,9 3 0,5-3 45,8-3 0,9 9 0,18-19 90,-9-16-90,11 1 90,-18-14 0,-3-6 90,-3-24-90,-5 19 0,-4-2 45,-15-12 0,-11 0 0,-4 10 0,-3 2-45,4-2 0,-4 3-360,-11 1 0,-2 7-809,-2 12-720,-11-2 1661,8 17 0,6 5 0,-11 5 0</inkml:trace>
  <inkml:trace contextRef="#ctx0" brushRef="#br0" timeOffset="140451">20765 4438 9512,'4'-36'3276,"-4"25"-2865,-1 18-411,-4 26 90,2-14 0,0 25-90,1-20 45,2 2 0,1 2-45,4 9-270,-2-11 1,2-1-991,4 15 1260,-3-14 0,-3-12 0,-3-12 0</inkml:trace>
  <inkml:trace contextRef="#ctx0" brushRef="#br0" timeOffset="140951">20754 4225 9602,'-8'-17'1169,"-1"3"-719,-7 2-271,-8 10-89,1 3 0,-12 18 0,-2 8-45,13-3 0,0 1 0,-11 6 0,3 5-15,17-1 0,6 3 0,3-3 15,2-10 0,5 1-45,2 8 0,3 5 0,3-7 90,15 7-60,4-12 0,7 2 0,0-3-658,2-4 1,2-1 656,-5-2 1,2 2 0,2-4-30,2-6 0,2-3 0,-2-2 45,-1-3 0,-1-2-45,11 3 0,2-5-932,-10-6 0,2-5 0,-6 2 932,-10 1 0,0-1 30,8-5 0,5-3 0,-9 1 60,0-12-45,-12-14 0,-8-6 0,-14 11 0,-5 1-141,6 4 0,-2-1 0,-6 1 96,-12 1 0,-8 0 0,-3 2 0,5 5 34,-2 0 0,-1 2-34,-8-4 0,-4-3 0,4 8 0,12 11 0,-1 5-210,-5 0 0,-5 2 0,3 1 30,0 1 0,-1 2-120,-6 3 0,-5 1 1,7 2-151,9 2 0,3 2 450,-4 4 0,-2 3 0,4 0 0,6-1 0,2 0 0,-9 9 0,0-1 0</inkml:trace>
  <inkml:trace contextRef="#ctx0" brushRef="#br0" timeOffset="141434">20233 4734 11131,'16'2'629,"9"-1"-629,-7-3 0,13-1 0,-16 1-629,17-1-181,-11 0-1978,4 0 2788,-5 1 0,-11 0 0,2 0 0</inkml:trace>
  <inkml:trace contextRef="#ctx0" brushRef="#br0" timeOffset="141654">20267 4883 9602,'-8'8'449,"6"0"-179,6-4-90,17 0-90,-2-5-360,19-1-449,-13-1 719,1-3 0,1 0 0,7-3 0,-9 2 0,0-1 0</inkml:trace>
  <inkml:trace contextRef="#ctx0" brushRef="#br0" timeOffset="148721">21622 6515 9871,'0'-9'-23,"-3"0"1,4 3 0,-4 0-1</inkml:trace>
  <inkml:trace contextRef="#ctx0" brushRef="#br0" timeOffset="149305">21605 6514 9961,'4'-8'2789,"-1"0"-1260,1 4-1439,-5 20 0,0-2-90,-5 15 90,-7 17-90,4-2 45,2-6 0,0 2-45,3-10 0,2-1 45,0 5 0,2-2-45,2 8 0,2-10 90,1-9-180,-2-14-990,1 4 91,2-18 269,-4 2 720,4-17 0,-6 4 0,1-7 0</inkml:trace>
  <inkml:trace contextRef="#ctx0" brushRef="#br0" timeOffset="150218">21515 6534 10681,'-10'-16'989,"2"2"-179,4 6-540,9 4 0,4 1-180,6 1 224,12 2 1,4 0-180,-5-1 0,1 1-90,10-1 0,4 1 75,-1-2 0,3 0 0,-4 0-333,-9 1 1,0-1 242,9 0 0,4-1 0,-7 1-30,5-2 135,-6 1 0,-1 0-45,-1-1 0,-5 1 0,-1-1 0,-6 2 359,21-5-269,-21 4 0,18-3-180,-19 4 515,2 0-515,-7 2 90,-6 3-90,0 6 0,-2 6 0,-1-2 0,3 16 0,-6-15 0,7 25 0,-7-20 0,9 28 90,-2-9-90,1 0 0,3 8 0,-6-14 0,2-1 0,-2 2 90,-4-12-90,1-2 0,-2-4 90,-2-9-90,0 0 90,-1 1-90,-4 2 0,-13-1 0,-9 4 0,-3-3 0,-17 1 0,1-2 0,-2 0 0,11-3 0,-3-1 0,3 0 0,1-1 0,2 0 0,-2-1 0,-16 2 0,4-2 0,5 0-951,-4 0 1,1-1 950,8-1-568,3 0 0,1 0 568,6 0-382,0 0 1,1-1 291,2 1-540,-22-1-719,23-1 1014,-4-1-2942,13 0 3156,10-4 0,3 4 0,4-1 1</inkml:trace>
  <inkml:trace contextRef="#ctx0" brushRef="#br0" timeOffset="153472">21971 6729 10231,'-10'2'2789,"-1"-1"-2699,13-7 89,-3 4-89,7-8 180,2-3-180,-4 2 0,11-17 0,-7 7 0,6-17 0,2-9-45,0 1 0,1-2-287,-6 14 0,1 0 0,1-4 219,2-2 1,1-4-1,1 1 1,-3 4-1518,4-5 0,-1 2 1540,-2 3 0,2-2 0,-1 2-90,4-6 0,-3 6-622,1 1 712,-7 14 0,-1 1-450,2-3 0,-6 14 555,2-6-2084,-5 11 2696,-13 1 1,8 3-1,-8 1 1</inkml:trace>
  <inkml:trace contextRef="#ctx0" brushRef="#br0" timeOffset="156772">20579 5181 9062,'-3'-9'2428,"7"2"-2428,3 4 0,10 3 90,5-1-90,3 2 0,-1-2 90,17 0-270,-14 0 180,7 1 0,-19-1 0,-10 1 0</inkml:trace>
  <inkml:trace contextRef="#ctx0" brushRef="#br0" timeOffset="157272">20426 5199 9602,'-7'3'1349,"4"2"-1169,4 2-90,3 1 89,0 0 1,1 4-90,-1-1 90,3 11 0,-3 3 0,0 18-90,-2-10 0,-4 16-90,1-26 45,-2 3 0,-1 0-45,2-3 45,-1 2 0,1 1 45,1 4-90,1-1 90,0 0 0,1-15-90,0 3 0,1-7 90,-1-2-90,1-4 0,1 1 0,1-1 90,6-1-90,14-1 0,-3-1-270,23-2-990,4-4-379,-21 2 1,0 0 1468,18-3 0,-8-1 0,-16 2 0</inkml:trace>
  <inkml:trace contextRef="#ctx0" brushRef="#br0" timeOffset="158517">21006 5351 9961,'2'-8'2789,"-8"7"-2699,-6-1-90,-2 7 90,1 3-90,4-1 90,-7 9-90,7-5 90,-7 22-90,11-13 0,-1 10-90,18 0 90,-3-17-90,14 14 90,-9-19-90,21 6 0,-15-8 90,19 1 0,-21-5-90,27-8 180,-18-2-180,10-5 90,-9-21 0,-19 14 0,4-25 0,-16 24 0,-13-25 0,3 23 0,-3 1 0,-1 2 0,-2 4-45,-8 3 0,-2 2-225,-6 3 135,10 2 0,0 2-2833,-22 10 2968,24 0 0,-13 8 0,20-3 0</inkml:trace>
  <inkml:trace contextRef="#ctx0" brushRef="#br0" timeOffset="158901">21493 5448 10411,'5'13'810,"-6"7"-810,-2-7 179,-10 15-89,-3-5-180,2 0-359,-5 2-1,10-14-2518,-7 10 2968,8-12 0,-2 4 0,7-7 0</inkml:trace>
  <inkml:trace contextRef="#ctx0" brushRef="#br0" timeOffset="159517">21973 5197 9512,'-6'-9'1259,"1"1"-540,0 3-89,-2 1-360,-16 9-180,8-1 90,-23 15-90,24-8 0,-17 20 90,17-3-180,-1 1 90,11 10-1,19-8-89,-3-4 90,18 1-90,-13-20 0,25 2 0,-19-7 0,4-3 0,3-3 0,10-12 0,3 0 0,-22-2 0,-5-5 90,-13-27-90,0 7-45,-14 10 0,-6 2 45,-14 2 0,-3-1-179,-12 13-811,12 16 450,-2 0-2737,-2 11 3084,23-4 1,-8 7-1,12-3 1</inkml:trace>
  <inkml:trace contextRef="#ctx0" brushRef="#br0" timeOffset="159784">22302 5257 10771,'13'-1'2339,"-2"2"-2070,0-1-538,-3 2-1261,0 1 1530,-3 0 0,0 1 0,0 0 0</inkml:trace>
  <inkml:trace contextRef="#ctx0" brushRef="#br0" timeOffset="160421">22797 5057 10591,'-8'-11'630,"-7"5"-540,-9 6 89,-12 10-179,13-2 90,-12 8-90,20-7 90,-12 11-90,15-9 90,-6 11-90,13-6 0,6 5 0,7-4 90,13 4-90,10-2 45,-3-4 0,3 0-45,12 6 0,-7-7 0,-3 0 0,-2 0 0,-2-2 0,-2 1 0,-2-1 0,11 10 0,-24-13 0,0 7 0,-12-8 0,-6 6 90,-14-7 90,-18 1-90,5-3 90,-16-2-90,25-3 270,-21-6-270,24 1 0,-12-8-1,23 3 91,9-19-180,8 11 45,7-5 0,3-1-45,2 0 45,4-2 0,0 0 45,-5 5-90,11-16 0,-21 22 0,-7-14 0,-5 16 0,-13-11-90,-2 12-180,-8-2 91,8 6-2160,-4 2 2339,10 9 0,2-3 0,4 4 0</inkml:trace>
  <inkml:trace contextRef="#ctx0" brushRef="#br0" timeOffset="160701">23328 5309 11131,'13'-1'2068,"3"0"-1708,-5 1 0,-2 1-180,-3 7-90,-5-1 90,-5 9-180,0-4-270,-8 15 0,5-10-1169,-10 17-1838,5-11 2882,0-1 0,1 0 0,5-10 0</inkml:trace>
  <inkml:trace contextRef="#ctx0" brushRef="#br0" timeOffset="161201">23847 5064 11131,'-8'-5'629,"-7"-1"361,4 0-541,-9 1-269,5 3 180,-12 9-270,12 0 0,-13 11 0,13-6 90,-15 18-180,15-12 90,-11 19 0,17-20-90,0 20 0,8-20-90,13 20 90,-3-23-90,27 11 90,-20-17-45,8-2 0,2-2 45,15-6 0,2-2 0,-15-4 0,-1-5 0,6-19 0,1 0 45,-23 3 0,-6 1-45,-4 1 0,-8-4 0,-4 2 0,-4 4 0,-3 2 0,-3 3-90,-13 5-180,1 2-989,-11 14-2018,21 7 2837,-1 1 0,11 1 0,10-4 0</inkml:trace>
  <inkml:trace contextRef="#ctx0" brushRef="#br0" timeOffset="161517">24251 5093 14279,'-10'11'-293,"2"-4"1,0-3 0,3-3 0</inkml:trace>
  <inkml:trace contextRef="#ctx0" brushRef="#br0" timeOffset="161984">24387 4956 11041,'6'-12'1979,"2"2"-900,12-1-989,-6 6 180,15-1-180,-14 4 269,29 3-179,-14 1-180,13 2 90,-19 4 0,-1 1 0,2 6-90,10 8 90,-30 16-90,-8-16 0,-6 3 0,-3 1 0,-5-3 0,-2 0 0,-2 1 0,0 0 0,2-5 0,1 0 0,3-2-90,-10 14 90,15-15 0,-1 4-90,19-7 90,-2-9-180,18 1 90,-9-5-449,29-3 179,-18 0-45,0-1 0,0 0-224,0-2 629,1-1 0,1-2 0,2-5 0,16-5 0</inkml:trace>
  <inkml:trace contextRef="#ctx0" brushRef="#br0" timeOffset="162672">24891 4750 10951,'0'-10'1439,"3"-1"-1079,4 3-180,0 0 539,18-1-539,-3 3 0,8-2-45,-5 3 0,1 1-45,-1 0-45,1 1 0,-1-1-45,-5 2 180,15-1-180,-19 2 0,11-1 90,-9 5-90,-6-1 0,3 9 0,-12-1 90,-1 35-90,-3-17 0,-1 8 0,0 3-173,0 0 173,0 9 0,1 1 0,1-23 0,1 0 0,0 7 0,-1 4 0,1-4 0,2 15 0,1 0 0,-1 2 0,0-19 0,-1-1 0,1 11 0,0 0 45,0-7 0,0-4 45,-2 4-1,1 6 1,-3-29 90,-10 7-90,3-11 90,-12 5-180,6-9 90,-11-1 0,-2 0 0,-19 0-45,17-2 0,-4 1 0,-16-1 0,-2 1-1451,10-1 0,-1 0 1316,-6 0 1,0 1-451,-3-1 0,3 1-1099,15-2 1,2 0 286,-1 1 1,1 0 1236,3-2 0,3 0 0,-1-2 0,-4-2 0</inkml:trace>
  <inkml:trace contextRef="#ctx0" brushRef="#br0" timeOffset="166418">20225 5899 8522,'-15'-4'630,"-2"-1"-1,6 2-269,-1-1 180,0 0 359,4 2-719,12-2 0,2 3 90,17-2 0,11 1-135,-2 1 0,6-1 0,4 1 0,1 0-488,1 0 0,1 0 0,3-1 0,2 1 0,4-1 383,-10 1 0,3 0 0,2-1 0,2 1 0,1-1 0,0 1 0,-2-1 0,-1 1 0,-2 0-406,0-1 1,-3 1-1,-1 0 1,0 0 0,0 0-1,3 0 1,2 0 391,-5 0 0,1 0 1,2 0-1,2 0 0,1 0 1,0-1-1,0 1 1,0 0-1,-1 0 0,-1 0 1,-1 1-7,3-1 0,-1 0 0,-1 0 0,-1 1 0,0-1 0,1 1 0,0-1 0,1 0 0,1 1-141,-5-1 1,2 1 0,-1-1 0,1 0 0,1 0-1,0 1 1,0-1 0,1 0 0,0 1 0,1-1 0,0 1 136,-1-1 1,1 1 0,2-1 0,0 1 0,0-1 0,1 1 0,0-1 0,0 1 0,-2 0 0,0-1 0,-1 1 0,-2-1 0,-2 1-7,5-1 0,-2 1 0,-2-1 0,-1 1 0,0-1 0,-1 1 0,0-1 0,1 1 0,1-1 9,2 1 1,2-1 0,1 1 0,-1 0 0,1-1 0,-2 1 0,-2-1 0,-3 1 0,-2 0-255,7-1 0,-3 1 1,-2 0-1,-4-1 1,-1 1 244,6 0 0,-5-1 0,0 1 30,-1-1 0,-1 1 0,-6 0 717,4-1-702,-2 0 0,-1-1 45,-1 1 774,-2 0 1,2 0-775,10 0 0,-5 0 1809,-1 1-1899,-17 0 3276,-1 0-3070,-1 0-206,-5 0-449,-1 0-2828,1 0 2926,-30-1 1,-2-1 0,-29 0 0</inkml:trace>
  <inkml:trace contextRef="#ctx0" brushRef="#br0" timeOffset="175717">22046 6718 7803,'-11'-1'3148,"-1"2"-2968,17-5-90,-4 2 0,13-5-90,-8 3 179,5-6-179,-1 2 0,1-3 90,6-5 0,-7 4-90,5-2 90,-4 3 90,-3 3-90,0 1-90,-2-1 0,0 12 0,-4-3 90,2 18-90,-5-6 0,2 5 90,-5 16-90,3-19 0,-3 25 0,4-29 0,-1 9 0,1-13 0,1 7-180,0-6 180,0 3 0,-1-7 0,-1-1 0</inkml:trace>
  <inkml:trace contextRef="#ctx0" brushRef="#br0" timeOffset="175968">22041 6827 9152,'-3'8'809,"2"0"181,12-1-361,11-1-449,3-2 90,23-4-360,-22-1-585,1-1 1,0 0-765,-2-2 1439,18-3 0,-19 1 0,7-2 0</inkml:trace>
  <inkml:trace contextRef="#ctx0" brushRef="#br0" timeOffset="189817">17244 17052 7173,'-15'-5'2249,"3"0"-181,3 2-1978,40 0 0,15 1-90,-12-1-333,0 0 1,10 1 0,4-1-1,-2 1 355,-5-1 1,0 1 0,0-1-1,1 0-464,-1 1 0,-1-1 0,3 0 0,3 1 467,-7-1 1,1 1 0,3-1 0,1 0-1,3 0 1,2 1 0,3-1-7,-12 1 0,2 0 0,3 0 1,1 0-1,1 1 0,1-1 1,2 0-1,0 0 0,1 0 0,-1 1 1,1-1-1,-1 0 0,0 0 1,-1 0-170,0 0 0,0 0 0,0 0 1,0 0-1,0 0 0,0-1 0,0 1 1,1 0-1,-1 0 0,1 0 0,0 0 1,0 0-1,0 0 0,1 0 150,-5 0 0,1 0 0,1 0 0,0 1 0,0-1 0,0 0 0,0 0 0,1 1 0,-1-1 0,0 0 0,0 1 0,-1-1 0,-1 0 0,0 1 0,-1-1 0,0 0-127,6 1 0,1-1 0,-1 0 0,1 0 1,-2 0-1,0 0 0,-1 0 0,-2 0 0,-1 0 1,-3 1-1,-2-1 0,-4 0 145,12 0 0,-7 0 0,-3 1 0,1-1 0,7-1-79,-4 1 0,4 0 1,4 0-1,1-1 0,1 0 1,0 0-1,-1 1 1,-1-1-1,-4 0 61,2 0 0,-3 1 0,-1-1 0,-1 0 0,1 0 0,1 0 0,2 0-22,-1 0 1,3 0 0,1-1-1,2 1 1,-1-1 0,-1 1-1,-1-1 1,-2 1 0,-4 0 21,11-1 0,-5 0 0,-1 0 0,-2 1 0,1-1 0,-1 0 0,1 0 0,-2 0 0,-2 0 0,-7 0 398,5 0 0,0-1-398,-1 1 0,6-1 0,2 0 0,-3 1 30,0-1 0,-1 1 0,2-1-30,-4 1 0,3 0 0,0-1 0,-2 1 0,-2 1 0,-2-1 0,0 1 0,-2 0 0,3 1 0,-2-1 0,1 1 0,0 0 0,2 0 0,0 0 0,-4 1 0,9-1 0,0 0 0,-11 1 0,4 0 0,0 0 0,-3 0 0,3 0 0,-1 0 0,-1 0 0,1 0 0,-1 0 0,0 0 0,13 0 0,-4 0 90,-15 1 0,-5-1 0,-2 0 1480,18 0-1480,-27 0 2189,17 1-2189,-17-2 3056,11 2-3146,-13-1 937,-2 0-667,6 1-104,-23-8-76,10 5-180,-26-6 90,9 5 0,-1 1 90,1-1-90,-2 1 0,1-1 0,-1 0 0,-1-1 90,3-1-90,-5-7 90,7-4-90,2 0 89,4-22-89,4 10 0,1-1 0,-1 3 0,2-3-173,1-9 1,3-6-1,1-2 173,1 9 0,1 0 0,1-2 0,1-2-225,-2 3 1,0-2-1,1-1 1,1-1 0,2-2 201,0 6 1,1-2-1,2-2 1,1 0-1,0-1 1,0 1-1,0 1 1,-1 2-335,1-5 1,-1 3 0,0 0-1,0 0 1,1 0 0,0-3 333,0 3 1,1-2-1,0-2 1,1 0-1,-1 0 1,0 1-1,-2 1 1,-1 2-14,2-8 0,-2 3 0,-1 0 0,-2 1 0,0-2 6,-3 4 0,0-2 0,-1 0 0,-1 1 0,-2 1 0,0 3 30,-1-2 0,-2 3 0,0 1 0,-2 1-30,1-8 0,-2 1 0,-2 4-536,-3-6 1,-1 7 565,0 1-45,-1 3 0,0 2 45,2 10-17,-4-17 17,6 25 728,-2-12-818,-3 7 1951,-3-3-1861,-8-6 0,6 12 0,-7-6 0,12 13 0,-12-12 0,10 11-90,-11-11 90,12 12 1519,-15-14-1519,-1 0 0,-2 1-90,5 5 639,4 12-549,-19 5 0,8 2 0,-5 1 0,-2 2 0,-5 0 0,1 0-732,-6 1 1,-3 1 731,6-1 0,-6 1 0,0-1 0,5 0-639,9 0 0,4-1 0,-5 0 639,-2 0 0,-5 1 0,-4-1 0,0 1 0,2 0 0,5-1 0,-8 0 0,6 1 0,-7-1 0,14 0 0,-4-1 0,-2 1 0,-2 0 0,-3-1 0,-1 1 0,-2 0 0,0 0 6,6 0 1,-3-1 0,-2 1 0,-1 0 0,-2 0 0,0-1 0,-1 1 0,0 0 0,0 0 0,2-1 0,1 1 0,2 0 0,1-1-273,-3 1 0,2-1 0,2 1 1,1-1-1,1 1 0,-2-1 1,-1 1-1,-4 0 0,-3 0 261,12-1 0,-3 0 0,-3 1 0,-2 0 0,-2 0 0,-2 0 0,0 0 0,-1 0 0,0 0 0,0 0 0,1 0 0,1-1 0,2 1 0,1 0 0,3 0 0,3-1 0,2 0 0,5 0-267,-19 1 1,8 0-1,4-1 1,1 0-1,-2 0 1,-7 1 271,9-1 0,-3 1 0,-3-1 0,-2 1 0,0 0 0,-2 0 0,1 0 0,1 0 0,1 0 0,3 0 0,2-1-114,-5 1 0,3-1 0,3 0 0,0 0 0,-1 1 0,-1-1 0,-4 1 114,9-1 0,-3 1 0,-1 0 0,-1 0 0,-2 0 0,1 0 0,0 0 0,-1 0 0,2 0 0,1 0 0,1 0-50,-3 0 1,2 0 0,0-1 0,1 1 0,0 0 0,0 0 0,0-1 0,0 1 0,-1 0 49,-2 1 0,-2-1 0,0 1 0,-1 0 0,1-1 0,1 1 0,2 0 0,2-1 0,3 0 189,-8 1 0,4-1 0,2-1 1,1 1-1,-2 1-279,1 0 0,-2 0 0,0 1 0,1-1 0,4 0 0,4 0 0,-2 0 0,6 0 1,-3 0 44,-11 2 0,-6 0 0,1 1 0,9-2 45,8 0 0,3 0-45,-17 1 0,4-1 1528,10-1-1528,-7-1 0,-5 1 45,3-1 0,-1 0 79,10-1 1,-2 0 0,2 0-80,-10 1 0,2 0 0,-5 1 0,5 0 107,5-1-107,3 1 0,1 0 0,7-1-90,-18 3 90,25-4 2389,-18 3-2389,18-3 0,-8 2 0,4-2 3027,-14 3-3027,7-1 0,-3 0 0,-2 0 0,-2 0 0,-7 1 0,3-1 0,-9 1 0,1 0-90,33-3 90,-14 0-90,12 3 90,3-1 0,4 12-90,16 3 135,6 11 0,3 4 0,-1-6 0,0 0-229,3 6 0,1 5 274,-2 1 0,1 4 0,-2-2-552,-3-10 1,-2-1 0,1 2 491,3 10 0,0 3 0,0 2 14,-4-5 1,1 3 0,-2-2 0,-1-4-871,1 6 1,-1 0 870,-1-1 0,1 5 0,0 0 0,-2-6 0,0-1 0,-2 1-408,-1-5 0,0 8 0,0 1 0,-1-1 0,1-6 363,-1-4 0,0-5 0,-1 5 36,1 3 0,0 7 0,0 1 0,0-3 0,-1-6-191,1 4 0,-1-2 200,1-1 0,0 5 0,0 0 0,0-5 0,-1 2 0,2 2-15,0-7 0,1 8 0,1 5 0,1 0 0,0-4 0,-1-6-9,2-2 1,0-5-1,0 3 1,0 11 1,1 5 0,1-1-1,1-7-22,4 4 0,1-8 479,-5-11 0,-1 0-434,4 10 0,-1 0-45,0 6 0,-6-16 0,0-2 0,-1 1 45,-1-2 0,-1-1-45,-2-1 0,-1 2 0,0 0 0,0 4 2528,-1 12-2438,3-9-90,-1-1 0,1-6 795,0 1-885,0-22 451,0 5 1,4-24-1,1-1 1</inkml:trace>
  <inkml:trace contextRef="#ctx0" brushRef="#br0" timeOffset="191354">14233 16000 10321,'-17'-4'-360,"6"2"630,-5-1 0,38 7 0,15 1-90,4-3-924,2 2 0,11 0 0,-3-1 774,-17-2 0,-3-1 0,6-1-372,0 1 0,6 0 1,3-1-1,2 1 1,-3-1-1,-4 0 364,0 1 1,-5-1-1,2 0 1,5 0-12,-3 0 0,4 0 0,3-1 1,2 1-1,2 0 0,0 0 1,-1 0-1,-2-1-221,-4 1 1,1 1 0,0-1-1,-1 0 1,1 0 0,-2 0 0,0 0-1,0 0 210,8 0 0,-2 0 0,-1 0 0,1 0 0,0 0 0,1 0-178,-3 0 1,3 1 0,2-1 0,-2 1 0,-2-1 0,-6 1 0,-6 0 222,9-1 0,-4 1 171,5 0 0,4 1 1,-5-1-172,-6 1 0,-3-1-45,5 1 0,-2-1 1607,1 2-1607,-16-1-270,-6 2-270,-2-1-969,-2 1 1509,-21 3 0,-7-1 0,-12 2 0</inkml:trace>
  <inkml:trace contextRef="#ctx0" brushRef="#br0" timeOffset="215421">19588 10199 8612,'45'-21'989,"-1"1"1,-8 3-1,-2 2-854,-2 10 0,-3 2-45,-2 2 0,3-2 0,-2 8 45,-17 21 0,-5 5-135,7 5-178,-19-6 0,-9 8 0,-5 1 0,0-4 207,-3-2 1,-3-3 0,-1 2-8,-1 5 1,-3 3 0,0 0-1,3-3 8,2-2 0,2-1 0,4-1 123,0 11 0,16-5-198,36-15 0,15-10-450,-7-6 0,3-6 253,5-6 0,4-3 0,-5-3 1,-5-2-1,-3-2 0,2-3 0,0 0 1</inkml:trace>
  <inkml:trace contextRef="#ctx0" brushRef="#br0" timeOffset="216518">20455 10610 10951,'-7'-15'2248,"-21"4"-1978,0 22 0,-2 5-270,-12-3 45,10 13 0,8 5-225,21 8 45,14-15 0,6-1 45,11 6 90,-1-18 0,3-8-45,-6-10 0,-1-4 45,6-3 0,-8-2 0,-6-3-89,-30-26-1,-5 6 90,4 17 0,0 3 0,7 1 0,39 6 0,14 3 0,-19 2 0,4 0 44,7-4 1,9-2 0,0-2 0,-7 1 180,1-4 0,-4 0-195,-3 4 0,1 0 0,-5 1 150,9-13-90,-17 53-90,1-8 0,-4 5 0,2 8 0,-2-4 0,6 8-45,2 2 0,-3 0-45,-14-3 90,-7 6 0,-30-7 0,3-22 0,-3-3 0,-20 0-90,74-24 180,-10 6-90,13-1 0,11-1 0,-4-2 0,-3-3 0,-1-2 0,7-8 0,0-3 0,-7 1 0,-4-2 45,-9-7 0,-8 3-45,-11 10 0,-2-1 90,8 44-90,6-8 0,28 17 0,-1-6 0,2 0 0,-16-10 0,-2 2 0,-2 21 0,-2-11 45,-24 0 0,-9-1-45,-17-1-45,7-6 0,1-2-45,-7 3-630,6-4 720,15-8 0,16-8 0,7-4 0</inkml:trace>
  <inkml:trace contextRef="#ctx0" brushRef="#br0" timeOffset="216821">22082 10587 11131,'-13'1'1799,"2"-1"-1530,31 1 1,10-2-810,-4 1 1,2-1 539,20-2 0,-16 2 0,-6 1 0</inkml:trace>
  <inkml:trace contextRef="#ctx0" brushRef="#br0" timeOffset="217021">22016 10740 10861,'-11'4'180,"-1"5"359,24 1-674,18-6 1,6-2-766,12 1 752,-11-5 1,5-2 0,-6 1 0,-10-1 0,-2 0 0,13-2 0,0 0 0</inkml:trace>
  <inkml:trace contextRef="#ctx0" brushRef="#br0" timeOffset="217751">23168 10613 10141,'-1'-13'1349,"-6"-6"-1079,3 11 1169,-8-9-719,4 8 180,-6-2-811,1 11 181,-3 10-90,10 14 0,4 3-180,-2 3-45,10 3 0,4-2 45,4-15-180,26 12 90,2-20 90,2-1-45,-14-8 0,-2-3 45,3-5-45,2-4 0,0-2 45,0-4 0,-2-2 0,-2-1 0,-9 3 0,12-19-90,-23 27 90,0 13 0,-16 47-820,5-9 1,1 11 0,0 3 0,0-7 780,-1-10 1,-1-5 0,1 6 56,2 7 0,2 8 0,1 2 0,0-4 0,0-10-18,1-3 0,0-4 0,1 1 0,-1 3 0,-2-6 90,-4 10-90,-26-25 0,-6-23 0,-5-9 0,3 0 0,-2-4 0,2-1 0,-7-5 0,3-1 1638,-1 1 0,13-1-1522,39-10-296,24 2 1,0 1-421,-8 13 0,5-3 1,-3 0 599,-2-3 0,-1-1 0,10-6 0,-3-1 0,-15 6 0,1-1 0</inkml:trace>
  <inkml:trace contextRef="#ctx0" brushRef="#br0" timeOffset="218385">23223 9946 10951,'-5'-14'1439,"3"1"-719,-1 8-631,-5 6 91,1 1 90,-20 21 0,-3 6-270,3-1 60,5-6 0,-4 4 0,2 0 30,-8 10 0,2-2-90,12-13 0,-1 1 45,-11 14 0,3-3 45,13-14 0,1 0 0,32-27-90,-2-6 0,9-6 0,2-3 0,1-5 30,-7 4 0,3-3 0,-3 4-30,9-10 0,-3-1 0,-1 1 0,-11 14-45,2-1 0,-1 0 45,-3 7 0,21-1 0,-18 27 0,5 5 0,-1 7 0,-1 2-90,4 2 90,5 5 0,5 1 0,7-9 0,0-2-135,-13-4 0,1-3 135,7-3 0,5-2 0,-9-5 0,-9-7 0,22-2 0</inkml:trace>
  <inkml:trace contextRef="#ctx0" brushRef="#br0" timeOffset="219284">23851 10674 11041,'12'1'899,"-7"1"-719,28-3 0,-1 0 0,16-2-270,-7 2-1549,-4-2 1,-1 0 1243,-13 1 0,24-3 0,-38 3 0</inkml:trace>
  <inkml:trace contextRef="#ctx0" brushRef="#br0" timeOffset="220038">24619 10508 10771,'8'-8'2968,"-3"-2"-2608,-11 37-360,4-19 45,-2 17 0,2 2-45,6-11-90,12 10 0,9-3 0,9-15 0,4-5 45,3 5 0,0-4 45,1-10 0,-4-8-45,-12-10 0,-5 6 45,-5 25 0,-8 35 0,-8 2 0,-4 4 0,1-6 0,0 3 0,4 1 0,0 4 0,2-5 45,-1-13 0,0-1-15,0 6 0,-1 4 0,-9-11-30,-23-19 0,-5-8 0,-3 7 0,6-16 0,-5-5 0,5-1 45,6 0 0,3 0-45,-5-3 0,9-3 0,28-9 0,13-2-135,-1 8 0,5 1-555,10 0 1,6-1-1,-4 3 690,-1 0 0,-3 2 0,-3 1 0,-4 0 0,5-6 0</inkml:trace>
  <inkml:trace contextRef="#ctx0" brushRef="#br0" timeOffset="221171">25122 10278 10951,'1'-11'3276,"-1"1"-2145,-1 3-951,10 47-1273,-5-4 1,-1 6 0,0-1 784,2 5 1,2 5 352,-4-14 0,1 7 0,-1 3 0,1 0 0,-1-4 0,0-8 385,0 4 0,1-1-466,4 1 0,2 9 0,2 1 0,0-3 0,-2-12-234,8 7-150,-2-11 0,3 4 1,-6-8 419,-10-10 0,-16-5 0,-16-10 0</inkml:trace>
  <inkml:trace contextRef="#ctx0" brushRef="#br0" timeOffset="221754">22206 10065 10231,'1'-10'1169,"2"1"-899,14 29-45,-6 3 0,0 10-81,-1 2 0,0 10 0,1 4 0,-1-1 0,-1-6-246,0 1 0,-1-5 0,2 8 147,-3-10 0,1 6 0,0 4 0,2 2 0,-1 0 0,1-2 0,0-3 0,-1-6-225,4 4 0,1-6 0,-1-2 0,1 4-476,-1 1 1,0 3-1,0 0 1,0-2 0,1-5 87,10 15 1,-1-12 0,-5-17-1,-12-16 1</inkml:trace>
  <inkml:trace contextRef="#ctx0" brushRef="#br0" timeOffset="223554">23354 11932 10321,'13'-1'2069,"7"-3"-720,-10 1-1079,-29 4-180,0 0 0,-17 3 0,-16 2 0,-6 0-559,16-2 1,-6 0 0,-3 0 0,-1 0 0,-1 0 0,2 0 0,4 0 363,-4 0 0,4 0 0,1 0 0,-3 1 0,-6-1-15,13-1 0,-3 0 0,-3 1 0,-2-1 0,-2 0 0,0 1 1,-1-1-1,1 0 0,2 0 0,2 0 0,2-1 131,-2 1 0,1-1 0,2 0 1,1 0-1,0 0 0,1-1 1,-1 1-1,0 0-201,0 0 0,1 0 1,0 0-1,0 0 1,0 0-1,-1-1 1,-1 1-1,-1 0 190,1 0 0,-2 0 0,-3 0 0,0 0 0,0 0 0,0 0 0,2 0 0,2-1 0,3 1 0,5-1-148,-14 1 0,8 0 0,1-1 0,-8 1 158,8 0 0,-3 0 0,-5 0 0,-1 0 0,-2 0 0,0 0 0,2 1 0,2-1 0,3 0-10,-3 0 0,2 0 0,1 0 0,2 0 0,0 0 0,-1-1 0,0 2 0,-1-1 0,0 0 0,1 0 0,1 0 0,1-1-90,-2 1 0,-2 0 0,3 0 0,6 0 0,10-1 954,1 0-864,-10 1 0,10-3 0,29-3 0,-6-1 0</inkml:trace>
  <inkml:trace contextRef="#ctx0" brushRef="#br0" timeOffset="223985">19883 11956 10141,'27'-6'3058,"-22"7"-2788,-43 12-180,0-1 0,3 0 0,-7 2 0,-1 1 0,-2 3 0,0 0 0,1-1-230,5-2 0,2-1 1,-1 1 139,-8 4 0,0 2 0,12-2 90,8 5 0,16 13-90,13-12 69,25-6 0,14-2-249,-1-7 0,6-4 0,-3 1-327,4 5 1,1-2-184,1-3 1,4-2-1,-11-1-1019,-3-3 1709,-8 0 0,0-1 0,14 0 0,-18-1 0,0 1 0</inkml:trace>
  <inkml:trace contextRef="#ctx0" brushRef="#br0" timeOffset="225521">20051 12577 10051,'-9'6'1170,"1"0"-721,-7 5-179,-5 4-90,-6 12-90,9 1 0,20 1 0,6 0-90,4-1 45,11 0 0,8-4-45,14-14 0,3-10 0,0-8 0,0-3 0,0 10 0,-8-9 0,-23-24 0,-15-2 0,-17 17-45,-21-13 0,-4 1-45,3 14 0,36-20 90,33 21 0,1 8 0,4 1 0,-5 2 0,-3 1 0,0 0 0,-1 0 0,-1 0 0,-2 1 0,2 0 0,-2 0 0,-5 0 0,21 0-90,-14 6 180,5 16-90,-14 18 0,-17 7 0,-5 7 0,0-16 0,-2 2 0,1 1 30,2 11 0,-1 2 0,1-4-30,-2-1 0,3-4-1639,6 12 1,6-15 1625,-1-36 0,4 9 1,-5-41-1</inkml:trace>
  <inkml:trace contextRef="#ctx0" brushRef="#br0" timeOffset="225854">20640 12624 10141,'5'-17'719,"24"0"1,13 1-1813,-7 5 1,4 2 0,0 0 537,-6-1 1,1 0 0,-1 3 701,9 6 0,0 4 1,-13 3-59,-17 6 998,-15 29-1087,-17-23 0,-7-1 45,5-1 0,-3-1-45,-17 7 0,0-4 0,7-5-360,-4 1 1,1-4 359,3-9 0,5-2 0,25-14 0</inkml:trace>
  <inkml:trace contextRef="#ctx0" brushRef="#br0" timeOffset="226255">21311 12372 9961,'5'-21'1619,"-4"20"-1439,-4 25-135,-1 4 0,-1 5 45,-1 14 0,-1 1-319,3-11 0,1-1 274,-1-3 0,1-1 68,3 9-24,2-16-1618,13 9 0,-1-22 1529,9-6 0,-3-17 0,-1-3 0</inkml:trace>
  <inkml:trace contextRef="#ctx0" brushRef="#br0" timeOffset="226454">21274 12604 9961,'4'-4'720,"16"-1"-720,8-2 45,9 1 0,5 0-720,-12 2 1,0 0 674,14-1 0,-3 0 0,5-1 0,-18 2 0</inkml:trace>
  <inkml:trace contextRef="#ctx0" brushRef="#br0" timeOffset="226887">21687 12574 10141,'4'-8'2429,"1"8"-2429,-2 1 90,2 7 0,-2-4 0,-1 1 0,-1 9 0,-5 9-90,1 17 90,0-6-90,3-1-540,8-5-270,-1-14 810,2 4 0,7-17 0,-1-5 0</inkml:trace>
  <inkml:trace contextRef="#ctx0" brushRef="#br0" timeOffset="227118">21670 12364 11041,'2'-12'1259,"-1"3"-4536,10 10 2904,-8 2 1,5 7-1,-9-3 1</inkml:trace>
  <inkml:trace contextRef="#ctx0" brushRef="#br0" timeOffset="227984">21939 12605 12390,'11'-5'2968,"-15"41"-2968,3-19-315,-7 24 1,-2 2 224,5-19-225,-1 11 0,6-10-45,34-47 360,-17 21-30,9-21 0,5-13 0,-6 6-60,-1 2 45,6-8 0,-2 4-45,-13 18 90,12 9-90,-10 15 1,0 6-181,-4 9 0,-3-8 270,-1 0-360,18-8 270,-3-21 0,0-4 90,13 2 0,-8-7 0,-1-1-180,-6 6 180,-1 1 0,5 15 0,-18 5 0,11 19 0,-13-12 0,14 28 0,-4-16 0,0-5 0,2-1 90,14-2-90,-4-18 0,-1-4 0,3-3 45,-5-10 0,-4-2-45,-12 7-90,6-19 90,-12 20 0,0-3 0,-3 28 0,3 6 0,-4 9 0,13 19 0,-8-32-3277,16 20 2994,-7-35 1,1-2-1,-4-10 1</inkml:trace>
  <inkml:trace contextRef="#ctx0" brushRef="#br0" timeOffset="228187">22707 12445 11131,'-1'-11'517,"1"0"0,9 15 0,3 1 0</inkml:trace>
  <inkml:trace contextRef="#ctx0" brushRef="#br0" timeOffset="229018">23097 12630 13919,'28'-10'719,"1"0"1,-3 2 0,3 2-630,16 0 0,0 3-90,2 1 0,-17 2 0,-4 4 0,-15 8 0,-5 5 0,-11 17-90,9-4 0,4 2-135,5-1 0,4 0 90,8 6 0,4 0-45,2 2 0,-1-5 90,0 1 45,-42-1 1,-12-4 44,-4-16 0,-17 4 0,-1-1 0,18-10 0,-11 3 0,35-14 0,7 0 0,21-11 0,14-7 0,-4 3 0,-8 5 0,2-1-656,7-4 1,9-3-1,5-2 1,-2 0 0,-6 3 579,-1 1 0,-4 2 0,2-1 53,1 0 1,2-1-1,1-1 1,-2 1-640,5-3 1,-2-1-1,-6 3 617,-8 5 1,-2 0-106,3-3 0,1-1 0,-6 2 150,-3 0-90,-26-20 90,-10 28 745,-21 5 0,-14 4 1,3 7-746,12 9 0,2 6 0,-1-3 0,-8-7 0,-2-2 0,10 8 0,9 30 0,19-1 0,25-24-90,16-2 0,14 2 0,-3-6-1549,0-11 1,0-5 1626,-3 5 1,4-1 0,-4-2 0,2-8 0,-4-2 0,-15 0 0,1 0 0</inkml:trace>
  <inkml:trace contextRef="#ctx0" brushRef="#br0" timeOffset="229221">24683 12663 11940,'3'5'-135,"-5"-1"0,-4 3 0,-13-1 0</inkml:trace>
  <inkml:trace contextRef="#ctx0" brushRef="#br0" timeOffset="230821">21365 13364 10771,'1'-11'1079,"0"-4"-719,1 5 90,0-3-270,5 26-90,-7 2-180,2 21 90,-7-12-270,-8 16 180,9-24 90,11-11 0,2-11 0,8-15 0,3-4 0,-3 5 0,1-1-45,3-2 0,-1 0 45,13-11-90,5 15 90,-24 17 0,22 12 0,-20 8 0,11 16 0,-8-12 0,5-3 0,7-21-90,-6-6 0,1-2 0,16-8 0,-14 4 0,-3 0 0,-7 4 0,2 8 90,-17 6 0,0 19-90,-1 8 90,5 7 0,4-13 0,3-2 0,20 4-45,-6-15 0,4-5-90,-3-7 1,0-4 44,5-4 0,-1-2 90,9-6-45,-18 1 0,-2 0-45,4-11 0,3-4 0,-10 5 90,-8 11 0,-9 23 0,-4 6 90,1 26-90,0-19 0,11 10-450,5-21 450,9 0 0,-9-4 0,-1-6 0</inkml:trace>
  <inkml:trace contextRef="#ctx0" brushRef="#br0" timeOffset="231071">22479 13050 9871,'-14'-11'2069,"2"2"-899,-3-2-1530,9 14 90,2-1-810,6 8 1080,4 3 0,-2-2 0,2 6 0</inkml:trace>
  <inkml:trace contextRef="#ctx0" brushRef="#br0" timeOffset="231555">22668 13210 11940,'4'-10'2249,"0"1"359,1 2-2428,0 9 270,-3 30-540,-2-11-405,-4 17 1,-1 1 404,1-17-135,0 5 0,2-3 45,4-17 0,23-11 90,13-16 90,-17 7 0,3-1-60,4-5 0,3-2 0,-4 3 60,6-4-90,9 0 0,-4 13 90,-18 45 0,9-15-135,-22 5 1,-2 1-586,6-10 270,0 1-2827,14-9 2589,-11-8 1,13-4 0,-10-3 0</inkml:trace>
  <inkml:trace contextRef="#ctx0" brushRef="#br0" timeOffset="232118">23320 12999 11311,'-27'-8'149,"1"0"1,-12-3 0,2 2 30,-4 0-1273,-3 0 1,-10-1 0,6 1 440,12 2 0,-2 2 787,-4-2 0,-7-1 0,-4 1 0,-1 2-195,10 2 0,-3 1 1,-2 2-1,1-1 1,0 1-1,4-1 82,-6-1 1,4 0-1,-1 0 1,-8 2-19,12 1 0,-5 0 0,-3 1 0,-3 0 0,0 1 0,-1 1 0,2 0 1,3 0-1,3 1 26,-2 1 0,5 0 0,1 1 0,0 0 0,-2 3 0,-4 1-123,9 0 0,-4 1 0,-3 2 0,0 2 0,-2-1 0,0 2 0,0-1 0,2 1 0,1-2 0,3 0 0,4-1 93,-8 0 0,4-1 0,2-1 0,2 1 0,0 3 0,0 5 12,-3 7 1,-2 5 0,-1 5 0,3 1 0,4-1 0,9-4 0,10-5 462,8 5 1,17-1-521,10-3 0,12 6 0,7 2 0,4 0 0,-1-5 0,-5-7 187,1-5 0,-1-7 0,8 0-154,-6-1 1,8 0 0,4 2 0,3 0-1,0-1 1,-2-1 0,-3-3 0,-7-2-19,11 0 0,-7-5 0,7-1 30,-12-1 0,5 1 0,3-1 0,2 0 0,0-1 0,0 0 0,-4 0 0,-4 0 0,7-1 0,-6-1 0,2 0 0,9-2-7,-16 0 0,6-1 0,4-1 0,4 0 0,2-1 0,1 0 0,2-1 0,-1 0 0,-1 1 1,-2-1-1,-4 1 0,-2 0 0,-6 0-77,15-1 1,-8 0-1,-3 0 1,2-1-1,8-3 61,-12 4 1,5-2-1,4-1 1,3-1-1,1-1 1,1 0 0,0 0-1,-2 0 1,-4 1-1,-3 0 1,-5 0 0,-7 2 326,14-7 1,-10 1 0,3-3-341,-1 0 0,5-2 0,0-1 0,-3 0 0,-7 2-9,2-3 0,-4-3-15,0-4 0,2-5 0,-9 0 15,-6 3 0,-14-3-269,-19 5 0,-13-5 0,-7-1 0,-3 3 0,4 4 314,-1 1 0,0 5 0,-13 1 6,17 11 0,-6-1 0,-5 0 0,-3 0 0,-4 1 0,-3-1 0,-2 0 0,-1 1 0,-1 0 0,1 1 0,0 0 0,2 1 0,3 1 0,2 1 0,4 1-128,-10 0 0,4 2 1,2 1-1,2 1 1,-1 1-1,-1 0 0,-3 0 1,-3-1-71,10 0 0,-3 0 0,-2 0 0,-3-1 0,0 0 0,-2 1 0,0-1 1,0 1-1,0-1 0,2 1 0,0 1 0,3 0 0,3 0 0,2 1 0,4 0-160,-15 2 1,4 1 0,4 0 0,3 1 0,1 1 0,-1 0 351,-1 1 0,0 0 0,1 1 0,3 1 0,2-1 0,-4 3 0,4 1 0,0 0 0,-2 1 0,0 0 0,0-1 0</inkml:trace>
  <inkml:trace contextRef="#ctx0" brushRef="#br0" timeOffset="253571">24367 4967 13289,'14'3'270,"-1"-1"-270,3-5 0,3-2 90,16-3-90,-4-1 0,2-2 45,-8 4 0,1-1 0,10-6 0,-4 1 45,-6 2 0,5-7 90,-11 4 360,4-5-181,-2 1-269,-9 5 0,-6 15-90,-12 36 0,3-12 0,-3 3 0,-2 2 45,3-3 0,0-1-45,-6 14 0,5-5 0,2 1 0,3-11 0,1 0 0,3 13 0,0 0-90,3 8-315,-1-17 1,1-5 134,-4-14-3007,3 7 2457,-6-10 1,1-4 0,-3-1 0</inkml:trace>
  <inkml:trace contextRef="#ctx0" brushRef="#br0" timeOffset="253821">24581 5442 10771,'-19'0'1394,"43"-5"0,16-3-1394,-3-5 0,2-1 0,-4 5 0,2-1 0,-2 0 0,6-7 0,0 0 0</inkml:trace>
  <inkml:trace contextRef="#ctx0" brushRef="#br0" timeOffset="254285">25087 5064 10951,'0'-14'1709,"0"2"-1619,-14 14 90,-4 10-135,-2 3 0,-2 3 44,-3 8 1,2 2-45,5-6 0,6 1-90,6 7 0,9-2-44,17-2-181,19 3 270,-22-17-90,-2 3-180,-20 1 270,1-4-270,-17 11-809,-9-5-2198,-4 1 3196,5-6 1,8-5 0,11-5 0</inkml:trace>
  <inkml:trace contextRef="#ctx0" brushRef="#br0" timeOffset="254521">24920 5139 10951,'31'-15'169,"-1"1"1,11-2 0,3 1 0,-11 5 0,2 0 0,-2 0 0,11-2 0,0 0 0</inkml:trace>
  <inkml:trace contextRef="#ctx0" brushRef="#br0" timeOffset="255384">21253 5244 10411,'15'-4'0</inkml:trace>
  <inkml:trace contextRef="#ctx0" brushRef="#br0" timeOffset="255918">21388 5054 9602,'-14'-1'179,"-4"9"-179,-2 13 90,2 7-90,11-9 0,6 7 0,10-4 90,12 0-90,-3-5 90,12-22 0,-34-28-90,8 10 0,-23-6 0,-8 3-360,-4 13-179,-13-8-721,20 20 1260,16 6 0,5 0 0,4 2 0</inkml:trace>
  <inkml:trace contextRef="#ctx0" brushRef="#br0" timeOffset="256354">21490 4984 8882,'4'-14'3276,"-1"5"-2594,-15 20-412,9 15-270,-1 10-90,18 0 90,3-20-180,6 2 90,-10-8 90,-9 17-90,-3-15 0,-19 11 0,10-15-1079,-10 4 1169,9-6 0,0 0 0,6-4 0</inkml:trace>
  <inkml:trace contextRef="#ctx0" brushRef="#br0" timeOffset="256538">21423 4982 10321,'24'-12'-270,"-1"1"0,-6-1 270,17 2 0,-2 4 0,-22 4 0,5 0 0</inkml:trace>
  <inkml:trace contextRef="#ctx0" brushRef="#br0" timeOffset="257188">20790 5925 9961,'-16'-3'1799,"12"-3"-1259,25-6 0,11-1-450,4-2-746,-6 1 1,10-4-1,4-3 1,-2 1 0,-7 3-312,1-1 0,0-1 952,-1-2 0,8-5 0,4-2 0,0-2 0,-4 4 0,-10 4 581,0-1 1,-4 0-815,3-1 1,5-4-1,-2 0 1,-9 6 247,0-1 0,-6 3 0,-9 9 0</inkml:trace>
  <inkml:trace contextRef="#ctx0" brushRef="#br0" timeOffset="267485">21776 5694 6363,'18'-1'90,"-3"1"-90,-3-2 180,-1 1 0,-2-1-90,1 0-90,-1 0 90,9-2-90,-7 2 0,12-2 0,7 0 0,-8 1 0,22-2 0,-22 3 0,11 0 0,7 0 30,7 2 0,6 0 0,-3-1-243,-15 1 0,-2-1 0,2 0 213,6 1 0,4 0 0,-1 1 0,-4-1 0,9 0 0,-4 0 45,5 0 0,0 0 14,-15 0 1,0 0 0,-2 0 30,1 0 0,-3-1 0,11 0 0,-20 1-90,-6 0 90,-2 0 550,-4 0-551,-34-3-89,-5 0 0,-5 0 0,2 1 0,-3-1-294,-1 0 0,-3 0 0,-1 0 294,-8 0 0,-1 0 0,3 1 0,13-1 0,2 1 0,-5 0 0,-7 0 0,-8 0 0,-1-1 0,3 1 0,9 1 0,6 0 0,0 0 0,-3 0 0,-7 0 0,-3 1 0,3 0 0,8 0 0,1 0 0,3 1 0,-3 0 0,-3 0 0,4 0 0,-10 1 0,13 1 0,7-1 882,39 4-882,8-3 0,8-1 0,6 1 0,5 0 0,2 0 22,-5-1 1,2-1 0,0 1-1,0 0-353,0 0 1,-1 0 0,1 0 0,-1 0 330,1 0 0,-1 0 0,0 0 0,-2 0 0,0 0 0,-3 0 0,0-1 0,14 2 0,-1-1 0,-4 0 0,-3-1 0,8 1-124,-9-1 1,-5-1 123,-12 1 0,11-2 0,-50-1 0,-7 1 0,-4 1 0,1-1 0,-2 0 0,-6 1 0,-6-1 0,0 1-200,0-1 1,-1 0 0,-1 0 199,5 0 0,-1 1 0,-1-1 0,0 0 0,-5 0 0,-1 0 0,1 0 0,3 0 0,-9 0 0,3 0 0,1 0 0,3 1 0,-1 0 0,12 1 1196,-7 1-1151,63-1 0,17 0-45,-10 0 0,4 0 0,4-1 0,7 1 0,1-1 0,-5 0-13,-7 0 0,-4 0 0,3 0 13,14 0 0,2 0 0,-4 0 0,-6 0 0,-3 0 0,5 0 0,-1 0 0,-4-1 0,-16 1 685,-52-5-685,1 3 0,-7 0 0,-4 1 0,2 0 0,-5-1 0,-2 1 0,0 0 0,1 0-200,2 0 0,0 0 0,1 0 0,-1 1 1,0 0 181,-1-1 0,-3 1 0,2 0 0,1 1 0,5-1 18,-2 1 0,3 0 0,4 1 191,-11 0 0,12 2-281,27 1-90,43-3-240,-4-2 0,7-2 1,-2 1 94,3-1 0,1 0 0,-3 0 0,3-1 1,-5 0-1,-6 0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57:4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9059 11133 10501,'-2'-11'540,"1"0"-270,0 4 179,2-1 91,-1 1 539,1 1 450,0 1-1439,1 9 90,0-2-90,0 8 0,0-6 0,0 2 90,1 1 0,0 1 0,1 0-90,1 1 0,1 2 0,1 1 90,2 2-90,6 3 0,1 1-1,6 3-511,1-1 512,3 1 0,4 2 0,-5-5 0,1-1 0,18 14-45,-15-12 0,2 0-1522,15 10 1522,-22-14 0,1 0-785,4 2 1,1 1 739,0 0 0,1 0 45,2 2 0,1 1-45,0-1 0,0 1 45,0 0 0,0 1-45,1 0 0,0-1-745,0 2 1,1 0 744,1-1 0,1 0 0,0 1 0,0 1 0,0-2 0,1 1 45,-1 0 0,1 1-45,0-1 0,0 1 0,1 0 0,0 0 0,-1 0 0,0-1 45,0 1 0,0-1-45,-2 0 0,1 0-484,-4-2 0,1 1 1,-1-1 483,4 3 0,0 1 0,-1-1 0,2 1 0,-3-2-91,-5-2 1,-2-2 135,6 4 0,-1 0 190,12 8-235,-2 0 0,-2-1 0,-1-1 0,-4-1 0,0 0 663,-2-2-663,-5-3 0,0-1 1689,-2-2-1689,-2-1 0,1 0 0,-1 0 0,-1-2 1456,1 0-1456,12 7 0,-1-2 90,-1 0 760,-7-4-850,-13-8 0,-1-2 921,-1 1-921,-2-2 665,0 1-665,-1-1 0,-1-1 0,-1 1 380,-1-2-380,-1 0 0,1-1 0,-2 0 0,1 1 0,-1-1 0,0 0 0,-1 1 0,3 0 0,-3 0 0,4 1 0,-4-1 0,5 1 0,-4 0 0,4 1 0,-3-2 0,0 2 0,1-1 0,0 0 0,1 1 0,0 0 0,0 0 0,0 1 0,1-1 0,0 0 0,1 1 0,0 0 0,1 1 0,6 4 0,-5-3 0,7 3 0,-6-4 0,0 0 0,2 1 0,0-1 0,0 1 0,0-1 0,0 0 0,-1-1 0,-1 0 0,1 0 0,-2 0 0,2-1 0,-1 1 0,0 0 0,0 0 0,-1 0 0,0-1-90,0 1 90,1-1 0,-2 1 0,1-1 0,-2 1 0,0-1 0,-1-1 0,0 0 0,2 2 0,-2-1 0,2 1 0,-4-3 0,-1 0 0,0 0 0,-1 0 0,0 0 0,1-1 0,2 3 0,-1-1 0,1 0 0,-3-2 0,1 0-90,-2 0-90,1-1 0,-1 1-899,2-1-6027,-1 0 7106,-1-5 0,-2 1 0,-3-2 0</inkml:trace>
  <inkml:trace contextRef="#ctx0" brushRef="#br0" timeOffset="500">12486 13181 14009,'-1'-9'630,"0"0"-181,1 3 271,1 2-270,3 0 89,1 4-359,3 1 0,-2 1 0,1 0 0,-1 0-90,-1 1 0,1 1 90,1 1-90,0 1 0,1 1-90,0 1 90,0 1 0,1 2-90,0 0 90,-1 1-90,1 0 89,-1 1-89,-1 0 90,0 0-90,1 0 0,-1 0 90,0 0-90,-1 0 0,1-2 0,-1 1 90,0-2-90,-2-1 0,0 1 90,1 0-90,-2-3 0,0 2 90,0-4-90,-2 2 0,-3 0 0,-2 0 0,-3 1 0,-1-1 0,-2 0 90,-3 2-90,-1 1 0,-6 3 0,-1 0-392,-3 3 302,-1-1 90,0 0-90,1-1 0,0-2-180,-7 3 0,8-6 1,-5 3-181,9-5-90,0-2-269,1 0-1710,0-2-1529,2-2 4048,3 0 0,-5-3 0,0-1 0</inkml:trace>
  <inkml:trace contextRef="#ctx0" brushRef="#br0" timeOffset="1127">12348 11542 15088,'-7'-12'-180,"1"3"270,1-1 0,0 3 0,0 0 90,0 1 90,1 1-90,-1-1 0,1 1 90,1 0 179,0 0-359,5 0 0,1 2 0,6 1 0,9 2 0,0 1 0,21 0-90,-8-1-638,12 0 638,-11-1 0,-2 0-90,-4 0 0,-5 0-90,-1 0-90,-3-2-90,-2 1-180,-2-2-359,-3 1-621,-3-1 1520,-2 1 0,-10-2 0,-3-1 0</inkml:trace>
  <inkml:trace contextRef="#ctx0" brushRef="#br0" timeOffset="1416">12447 11559 14459,'10'-1'449,"-3"0"1,0 0 0,-1 0-180,2 1-90,-3 2 90,1 1-91,-2 2 91,0 3-90,1 2 0,-2 4-90,0 1 90,0 3-90,-1 4 0,-1 2 0,0 3-510,1 5 510,-1 2 90,2 21-180,-1-13 45,1-8 0,-1 0-135,0 2-90,2 8-90,-2-21-89,-1-2-91,1-4-180,-1-1-449,0-3-1260,0-1 2339,0 1 0,0-5 0,-1 1 0</inkml:trace>
  <inkml:trace contextRef="#ctx0" brushRef="#br0" timeOffset="1641">12376 12125 14189,'-1'13'989,"1"-3"-719,5-4 0,2-2 0,0-1-90,3 1 0,2-2 90,2 1-181,5-2 91,2-1 0,4 0-90,5-3-180,1-1 0,2-2-806,0-1 537,-3-3-181,-2-2-270,-3-2-1528,-1-2-1132,-3-2 3470,-3 0 0,0-6 0,-1 0 0</inkml:trace>
  <inkml:trace contextRef="#ctx0" brushRef="#br0" timeOffset="2316">12939 11816 15988,'9'-5'1799,"-2"2"-1709,-5 10 0,-1 2 0,-2 2 0,1 3 0,0 2 0,-1 1-1,-1 5-89,-1 0 90,0 3-90,-3 3 90,1 1-90,-1 0-258,0-3 348,1-3-90,0-4-90,1-1 90,0-3-90,1-1 0,0-3 0,1 0 259,0-2-259,1-2-450,-1-2 540,6-10-90,0-2 0,4-12 0,8-17 0,-4 4-1346,6-15 1436,-5 11-90,1-4-769,-1 3 769,0-2 90,-2 6-257,-3 6 167,0 4 90,-3 7-90,0 3 1345,-2 5-1345,0 3 1056,2 12-966,-3 1 331,1 9-331,-2-1-90,0 2 90,-2 2 0,1 0 0,-2 10 0,0 0 0,1-2 0,-1-5 0,2-11 0,-1-2 0,1-2-89,-1-2 89,9-11-90,-3 0 90,10-12 0,-3-1 0,4-6 0,3-7-90,2-4 90,-1 0 0,9-11-875,-11 16 785,4-5 90,-10 18-90,1 0 90,-2 5 0,0 2 0,-4 8-90,-1 3 90,-1 4 875,0 2-875,1 12 0,-2-2 0,1 8 0,-2-4 0,0 2 0,0 1 0,-1-1 0,2 1 0,1 8 0,-1-9 90,2 6-90,-1-12 0,5 4 0,-2-6-180,4 3-90,-2-9-180,0-1-269,1-3-1530,-1-3-629,2-1 2878,1-2 0,5-4 0,1-3 0</inkml:trace>
  <inkml:trace contextRef="#ctx0" brushRef="#br0" timeOffset="2808">13607 11861 14549,'-1'-13'719,"1"1"-89,0 6-270,0-2 269,1 3-359,-1-4 270,0 4-90,0-3-91,0 2-89,-3 2-180,-3 3 0,-1 4-90,-3 3 90,2 2-90,0 1 0,0 2 0,0 1 0,1 1-90,1 0 0,1 2-90,1 2 90,2-3-90,1 2 91,2-7-1,0 0-90,2-2 90,2-1-90,1-1 90,0-1-90,2-1 90,0-3 0,2-1 0,-1-2 0,2-1 0,0-3 0,0-2 0,0-2 90,0-2-90,0-3 0,1-7 90,-3 5-89,1-3 89,-5 8-90,0 2 90,-1 2 0,0 2-90,-1 3 0,2 6 90,-2 1 0,3 7 0,-2 0 0,0 1 0,1 3 0,0 0 0,0 1-90,4 6 180,-2-5-90,5 7 0,-5-11 0,2 0 0,-3-7-90,1-2-180,-1-2 0,1-2-90,0-3-179,1-2-271,0-3-1349,0-2-179,0-3 2338,1-1 0,2-10 0,0-2 0</inkml:trace>
  <inkml:trace contextRef="#ctx0" brushRef="#br0" timeOffset="3853">14042 11725 13919,'2'-9'1349,"0"0"-719,0 3-90,0-1-1,-1 0 361,0 2-900,-5 9 90,1 0-90,-4 10 90,2-3-90,-2 1 0,1 1 90,-1 1-90,0 0 0,0 1 0,0 0 90,0-1-90,1 0 0,-3 5 0,2-4 0,0 3 0,2-7 90,2-1-90,-1-1 0,1 0 0,-1-2 0,1 0 0,1 0-90,0-1 90,0-1-90,1 4 90,-1-3 0,0 3-180,1-3 90,2-2 0,1-1 90,4-1-90,0-2 90,3 1 0,-4-1 0,3 0 0,-3 1 0,2-1-90,-2 0 90,4 0 0,1 1 0,0-1 0,2 1 0,-5-1 0,5 0 0,-4 0 0,3-1 0,-5 0 0,2-1 0,-2-1 0,2-1 0,-2-2 0,-1 0 0,1-6 0,-2 2 0,0-4 0,-1 1 0,-2-1 0,1 0 90,-2-7-90,-1 0 0,1 1 0,-1 3 0,1 8-90,-1 0 90,1 1-90,0-1 0,0 2 90,0 22 0,0-6 0,-1 32 0,-1-18-1023,0 15 1023,-1-5 0,0 5 0,-1 1 0,-2 17-89,2-13-977,-2 13 1066,3-17 0,1 0-710,-1-1 710,1 0 0,-2 0 0,3-3 729,-1-4-639,0-4-90,0-2 0,0 1 0,1-3 0,-2 4 0,2-8 0,0 2 0,0-10 1067,0 0-977,0-3 792,-1-1-882,0-2 120,-1-1-120,-1-2 0,-2-2 0,1-2 90,-2-4-90,0-1 0,0-4 0,-3-1 0,0-2 0,0-2 0,-1 0 0,-3-8 0,4 6 0,-4-9-90,8 13 90,-1-4 0,5 8 0,1-1 0,2 0 0,5-4 0,1 3 0,4-3 0,0 4 0,1-1 0,2 0-90,0 0 90,4-3-90,1 0-90,2-3-180,1 0-444,-2-1-5,0-2-1620,-1-1-1169,-2-2 3598,0 0 0,2-6 0,-1-2 0</inkml:trace>
  <inkml:trace contextRef="#ctx0" brushRef="#br0" timeOffset="4284">14376 11835 14369,'-6'11'719,"2"-2"-269,2-3-90,1-1 0,1 1-270,2-1 90,2-1-1,3-1-89,0-3 0,4-1 0,-2-2 0,2-1 0,1-1 0,0-2-90,1-3 0,0-1 0,2-6-90,-2-1 90,0-2-90,-2-3 0,-2 1 0,-1-9 0,-5 11 0,-4-3 1,-8 9-1,-2 8 0,-12 5 90,-1 9-904,-8 11 904,-1 4-1076,-2 8 1076,5 3-90,4 4 90,7-1 0,6 2-695,5-3 695,4-2-517,2-2 517,5 0 0,3-4 0,5 2 0,3-4 0,4-5 362,3-4-452,2-4-2152,13-4 1882,-3-8-204,11-2-336,-3-10-1169,3-3-840,3-7 2909,1-4 0,-14 2 0,1-1 0,2-3 0,0 0 0</inkml:trace>
  <inkml:trace contextRef="#ctx0" brushRef="#br0" timeOffset="4708">15443 11527 14099,'11'-5'899,"-2"0"-539,-5 2 0,1 0 90,-3-1 269,1 0-179,-3-2-180,-3-4-180,-2 3 0,-4-1 89,-5 5-179,1 3 90,-15 5-90,5 3-660,-8 8 660,4 2 0,2 3-90,-1 8 90,5-1-90,0 5 90,5-1-789,3 1 789,3 1-90,2 1 0,4-4 0,1-1-257,5-4 257,3 2 0,9 10 0,0-9-90,9 6 0,-5-17 0,2-5 321,-1-3-411,1-4-180,3-2-90,0-3-89,5-3-922,1-4-1147,3-3-1620,-2-3 4228,-2-3 0,3-7 0,0-3 0</inkml:trace>
  <inkml:trace contextRef="#ctx0" brushRef="#br0" timeOffset="5060">15700 11509 15808,'6'-8'630,"0"1"-450,-2 4-91,2 3-89,-1 0 90,3 4 0,-1 1 0,0 2-90,2 3 90,-2 4-90,1 3 90,-2 3-90,-1 1 90,0 15-90,-3-7-695,-1 15 695,-2-11 0,-2 5 90,0-2-90,-1-1 0,0-2-365,0-4 455,1-4-90,0-2-6,0-3-84,0 0 0,1-3 0,1-2 665,1 0-845,0-3 305,1-1-1024,3 2 186,-1-6-4324,6 1 5127,-2-6 0,10-4 0,-1-2 0</inkml:trace>
  <inkml:trace contextRef="#ctx0" brushRef="#br0" timeOffset="6200">16028 11792 14549,'-9'-4'1259,"3"2"-1169,-1 9 0,4-1 0,-2 1 0,-1 1 0,0 1 0,-2 0-90,-1 1 90,1 2 0,-2 0-90,0 1 90,0 0-1,-3 6-89,0 1 90,1-1-90,3-2 0,6-6 0,0 0 0,2-2 0,2-1 0,0 0 0,2-2 0,2 0 0,2-1 0,1-1 0,2-2 0,2-1 0,2-2 0,2-3 0,13-8 0,5-9 0,0-3-774,-3-4 864,-11 4 0,-4-1-453,0-1 453,-3 0 90,-2 2-90,-3 3 90,-1 3-90,-2 5 0,-1 2 827,0 0-647,-2 5 310,-3 14-580,1 0 0,-4 13 0,4-9 89,-2 1-89,1 1 0,0 1 0,1-1 0,-1 0 0,2-1 0,-1-1 0,2 0 0,0-2 0,0 0 0,2-1 0,1-1 0,2-1 0,1-3 0,0-1 0,2-3 0,1-2 0,2-2 0,13-11 0,-5-2 0,9-9 0,-10 0 0,0-3-804,-2-3 804,-3 0 0,-1-1 0,-2 2 0,-3 2 0,-2 4 0,-2 5 0,-1 4 0,-1 3 0,-1 3 0,-1 0 715,0 3-715,-4 12 0,1-2 0,-2 11 0,4-3 0,-1 6 0,1-4 0,1 6 0,0-7 0,2 1 0,0 0 0,0 1 0,2 0 0,1 0 0,0 0 0,0 0 0,0 0 0,0 0 0,1 0 0,-2 0 0,0 0 0,0 4 0,-2 1 0,-1-2 0,-2-3 0,-1-6 0,-2-1 0,-1 0 0,-1 1 0,-1-2 0,0 1 0,0-2 0,-1-1 89,2 0-89,0-1 0,0 1 0,1-1 0,-1 0 0,1 0 0,12-7 0,-2 0 0,11-8 0,-1-2 0,2-3-590,4-3 590,4-7 0,-3 3 0,5-7-885,-4 0 885,1 0 0,-5-1 0,5-9 0,-9 11 0,7-11 0,-14 21 0,1-3 0,-5 12 0,-1 0 0,-1 2 0,0 2 446,-1 0-446,1 10 940,-2 1-940,1 8 0,-1-1 0,-1 0 0,1 2 0,0 1 0,0 0 0,0 1 0,1-1 0,1 3 0,1-2 0,0 3 0,1-1 0,0 0 0,-1 1 0,1-1 0,0-1 0,0 0 0,-1-1-90,-1 0 90,1-2 90,-2-1-90,-1-1 0,-1 0 0,-1-2 89,-2 0-89,-2-1 0,0 0 0,-2-2 0,0 0 90,-1-1-90,0 1 0,0-1-269,-4 0-91,4 0-270,-3-1-359,4-2-5757,1 0 6746,-1-2 0,4 0 0,0 0 0</inkml:trace>
  <inkml:trace contextRef="#ctx0" brushRef="#br0" timeOffset="6450">17014 11670 15718,'1'-10'1799,"2"16"-1709,-3 0 0,2 13 0,-2-7 0,1 1-90,-1 0 90,0 0-180,0 2-90,0-2-180,0 2-90,1-2-449,-2-1-1620,3-2-1438,-1 0 3957,1-3 0,1 3 0,1-1 0</inkml:trace>
  <inkml:trace contextRef="#ctx0" brushRef="#br0" timeOffset="6694">17185 11145 15088,'-3'-9'-30,"3"14"0,0 6 0</inkml:trace>
  <inkml:trace contextRef="#ctx0" brushRef="#br0" timeOffset="8610">17454 11266 14009,'1'-11'0,"0"0"180,1 2 0,-1 1 180,0 1-181,0-1 91,0 4-90,0-4 270,0 3-450,-4 12 90,1-4-90,-2 12 0,0-7 90,2 1-90,-2-1 0,1 0 0,0 0 0,1-1 90,-1-1-90,2 0 0,-1-1 0,0 2 90,0-3 0,0 2 90,0-1 179,0 0-359,1 1-90,2 0 90,1 1 0,0-2 0,-1 2 0,0-1 0,-1 2 0,1 1 0,-2 1 0,1 2 0,-1 0 0,-1 3 0,0 1 0,-1 2 0,0 3 0,-1 5-394,-1 2 394,-2 5 0,0 0 0,0 1-754,-1 1 754,0-1 0,0-1 90,0 1-90,0-1 0,0-1 0,0-1 0,-1 0-319,1-4 319,1-1 0,0-3 0,-1 6 0,2-6 90,-2 4-90,4-9 352,1-4-352,-1 1 0,3 2 0,0-5 757,1 7-757,2-10 358,0 3-358,1-5 0,0 0 0,1-1 0,0-2 90,1 1-90,-1-2 0,3 1 0,-2-2 0,5 0 0,-5-2 0,5-1 0,-4 0 0,4-2 0,-1 1 0,-1-2 0,0 1 0,-3 1 0,0-2 0,0 1 0,0-1 0,-1 0 0,1 0 0,-1-1 0,1 1 0,0-2 0,-1 0 0,1-1 0,0-1 0,0 0 0,0-1 0,1-4 0,-1 3 0,1-2 0,-1 0 0,-3 3 0,2-3 0,-2 4 0,0 0 0,-1 0 0,0 0 0,-1-1 0,0 1 0,0-1 0,0 1 0,-1-1 0,1 1 0,-1 0 0,0 0 0,0 0 0,-1 0 0,0-4 0,0 3 0,1-2 0,-1-1 0,1 3 0,-1-4 0,1 6 0,-2-4 0,2 4 0,-1-2 0,1 3 0,-1 0 0,0 1 0,0-3 0,0 2 0,1-1 0,-1-1 0,0 1-90,1-4 90,1 4 0,1 0-90,1 1 90,0 1 0,1 1 0,2 0 0,-1 2-90,1-1 90,0 1 0,0-1 0,0 1 0,1 0 0,0-1 0,5 0 0,1-3 0,5-1 0,-3 0 0,-2 1 0,-4 1 0,0 0 0,0 1 0,-2-2 0,0 2-89,0-1 89,-1 0 0,0 0 0,-1 1 0,1-1 89,-1 2-178,0-2 89,0 1 0,-1 1-90,0-1-90,3-2-90,-3 2 180,3-3-180,-3 3 90,2-1-90,-3 2 90,3-2 0,-3 2 1,3-3-1,-3 3 0,1-2 90,0 1-90,0 0 180,1-1-180,-1 1 180,0 0-90,0-1 0,0 1 90,0 0-90,0 0 90,-1-1 0,1 0 0,0 0 0,0 0 0,1-1 0,-1 2-90,1 0 90,-1 0 0,1-1 0,0 1 0,-1 1 0,1 0-90,-1 1 90,1 0 0,2 1-90,0 0 90,2 1 0,-1 0 0,-1 1 0,-1 0 0,0 1 180,-1 0-180,1-2 90,-3-4-1709,-2-1-899,-5 1 2518,0 0 0,2 4 0,1-1 0</inkml:trace>
  <inkml:trace contextRef="#ctx0" brushRef="#br0" timeOffset="13725">1794 8541 13020,'3'-13'1079,"-1"2"-539,-1 4-360,-2 1 89,1-1 1,-3 0-90,-1 2 0,-1 0 0,-2 0 0,-1 1-90,-2 2 90,-2 0-90,0 3 0,-4 3 0,-4 4-1,-4 4-742,-6 7 743,1 3-90,-3 5 90,4 4-90,0 2 90,12-8 0,2 1-90,-7 14 0,-1 11 90,14-14-90,3-4 0,5 3-90,6-3-90,4 1 0,5-3-180,5-2-89,4-5-91,7-1-360,1-6-1348,6-3-541,0-5 2536,1-3 1,8-5 0,0-2-1</inkml:trace>
  <inkml:trace contextRef="#ctx0" brushRef="#br0" timeOffset="14550">2137 8860 14549,'3'-8'2788,"0"0"-2698,-13 20 0,5-5 0,-12 15 0,7-7-90,0 1 90,-1 1-90,2-1 90,0 1-90,2 0 0,1-1-90,1-2 90,2-1-90,2-2 0,1 0 0,2-2-270,4 2 270,1-4-90,3-1 90,-1-4-89,1-3 89,0-1 0,1-2 0,-1-3 0,1-1 0,-2-3 90,-1 0-90,-2-3 0,0 0 90,-3-2-90,-2-7 90,-2 4 0,-2-4-90,-4 1 90,0 7-90,-8-10 90,7 13 0,-4-4-90,6 8 90,1 1 0,0 0-90,2 2 90,3-2 0,3 3 0,2-3 0,3 4 0,2-1 0,3 0 0,0 0 0,3 1 0,0-2 0,1 1 0,7-3 0,-5 0 0,4 1 0,-9 1 0,-3 1 0,0 1 0,-2 0 0,-1 0 0,-1 2 0,0-1 0,-2 1 0,2 0 0,-3 1 0,1 2 0,-2 2 0,-2 2 0,-1 9 0,0-1 0,-1 7 0,-2-2 0,0 1 0,-2 2 0,1 2 0,-1-2 0,1 1 0,0-1 0,-1-2 0,2-2 0,-1-3 0,2-2 0,0-1 0,0-2 90,0 3 0,0-6-90,13-10 0,-4-5 0,19-26 0,-4-2 0,3-4 90,0 2-90,-8 11 0,0 2-369,0 1 369,-1 4 0,-1 3 0,-1 4 0,-2 3 0,1 1 0,-2 4-90,-1 3 90,0 3 369,-1 4-369,0 3 90,2 13-90,-5-2 0,2 20 0,-5-14-295,-1 10 295,-1-11 0,0-1-69,0-1 69,0-2 90,2 7-90,-1-7 0,2 3 0,-1-10 0,0-1 0,2-2-179,1-1 112,0-3-653,0-1-1458,1-3-700,0-1 2878,0-2 0,4-4 0,2-2 0</inkml:trace>
  <inkml:trace contextRef="#ctx0" brushRef="#br0" timeOffset="14735">3033 8946 15178,'8'-6'1170,"0"1"-631,-4 3-89,1-1-270,0 0-90,-1 1-8185,3 0 8095,-9 7 0,-5 3 0,-8 7 0</inkml:trace>
  <inkml:trace contextRef="#ctx0" brushRef="#br0" timeOffset="15608">2968 8839 14819,'4'-10'-360,"-1"2"450,-1 2 0,1 1 90,1-2-1,-1 1 1,1 0 90,-1 1-90,0 0-90,0 1 180,0 0-90,1-1 90,-1 3-180,3 1 0,-2 3-1,1 5 1,-1 2-90,-2 5 90,1 1 0,0 4-90,0 3 90,0 2-367,0 2 367,0 0-90,0 0 90,0-1-90,1-1 0,0-2 90,0-2-90,0-2 0,0-3 0,-1-2 0,0-2 90,0-2-90,2-3 0,0-2 277,0-1-277,2-4 0,0-2 0,3-3 0,0-4 90,2-2-90,1-6 0,2-4-530,0-5 530,0-2 0,-1-2 0,0-1 0,-2-3 0,1 1 0,-1-1-90,4-12 90,-5 16-180,2-6-90,-6 20 0,-2 3-89,-1 5-3329,-1 3 540,-2 11 3148,-1 1 0,-4 18 0,-2 0 0</inkml:trace>
  <inkml:trace contextRef="#ctx0" brushRef="#br0" timeOffset="16461">1838 9895 14819,'-1'-15'179,"0"1"1,-1 2 90,1 2 90,1 1-90,0 1 90,-1 1 179,1 0-269,0-1 90,0 2 270,1-3-540,1 13-1,0-1-89,1 11 90,-1 0-90,-2 2 90,1 3-90,-1 3 90,0 2-90,-1 2-313,2-1 403,0 2-90,1-2 0,0-1 0,0-3 0,0-1-90,1-3 90,-1-1-89,0-3-1,0-2 90,0-1 222,0-3-311,0-2 89,3-3 0,-1-3-90,3-5 90,-2-3-90,1-4 90,0-4 0,1-7 0,1 0-560,0-8 470,-1 2 90,1-5 0,-2 1 0,1 4 0,-2 2-90,1-2 90,-2 11 0,1-4 0,-2 11-90,0 3 90,-1 1 0,2 3 560,0 2-560,3 3 0,0 2-90,3 2 90,-3 2 0,1 0 0,-1 1 0,1 0 0,0 0 0,0-1 0,0 0 0,0-1 0,-1-1 0,6 0-90,-4-3 90,5-2 0,-3-2 0,0-2 0,2-2 0,0-2 0,3-3 0,2-4-260,2-2 260,-2 0-90,-2 2 90,-2 1 0,-2 3 0,-2 1 0,-1 2 0,1 1 0,-3 3 260,4 5-350,-5 5 90,2 6 0,-3 3 0,1 4 0,-1 3 0,0 3 0,0 4 0,1 2-678,0 4 678,1 0 0,0-1 0,-1-4 0,0-3 0,0-4 0,-1-3-90,1-2-90,-1-3-90,1-2-90,-1-2 499,0-2-3377,2-3 3238,-2-2 0,3-4 0,-3-3 0</inkml:trace>
  <inkml:trace contextRef="#ctx0" brushRef="#br0" timeOffset="16686">2639 9714 15628,'6'-1'900,"-1"2"-721,-2 11-89,0 0 0,-1 3 0,0 2 0,1 3 0,0 3-554,0 5 464,0 4-411,0 1 231,-1-2-180,-1-2-89,0-4-181,-1-1-449,-1-2-1170,1-3-450,-1-2 2699,0-2 0,0 3 0,0 0 0</inkml:trace>
  <inkml:trace contextRef="#ctx0" brushRef="#br0" timeOffset="17011">2629 9741 14009,'-2'-11'180,"0"0"-90,1 3 270,0 1-180,2-1-91,0 3 91,2-3 0,0 3-90,2 0 90,2-2-90,1 1 0,5-1 0,2 0 0,3 0 0,7 0-306,-1 1 216,3 2 90,-4 1-90,-1 1 90,-2 4-90,-1-1 0,-1 3 90,-3 1-90,-1 1 0,-3 2 306,-4 1-306,-2 2 90,-3 0-90,-5 2 0,-4 0 0,-6 4 0,-5 0 90,-15 9-90,-2-2-688,1-2 688,5-5-123,13-9-57,1-1-180,3 0-270,1-1-809,2-1-630,1-1 506,2 0 1563,1-1 0,1 1 0,1-1 0</inkml:trace>
  <inkml:trace contextRef="#ctx0" brushRef="#br0" timeOffset="18874">2038 10883 13199,'7'-10'270,"0"1"-90,-3 4 90,-1-1 0,2 1 0,-2-1-90,1 1 0,-1 0 89,1 1-89,-1-1 90,0 1-180,1 0 90,-2 0 0,2 0 0,-1 0 0,1 2-90,2 1 0,-1 2-810,1 1 180,-10 1-269,2-1-720,-7 0-1889,3-1 3418,2 1 0,0-1 0,3 0 0</inkml:trace>
  <inkml:trace contextRef="#ctx0" brushRef="#br0" timeOffset="20916">2096 10825 11221,'-12'0'0,"2"1"-90,4 2 180,2-1 3957,-1 0-4317,5-7-899,1 12-1979,2-10 3148,1 14 0,-3-8 0,-1-1 0</inkml:trace>
  <inkml:trace contextRef="#ctx0" brushRef="#br0" timeOffset="22424">2071 10894 11580,'6'-10'720,"-1"2"-90,-3 3-91,1 0-179,-1 0 180,0-1-90,0 1 179,0 0-179,-2-1-270,-3 3-90,-2 3 0,-3 3-90,-1 3 90,3 1-90,-2 2 90,1 2 0,0 2-90,-4 12 90,2 6-90,-1 2-532,4 2 532,4-10-294,1 1 384,2 1-90,1 2 0,2 2 0,1 0 0,-1-2 0,3 0 0,-3-3 0,2 1-196,-1-4 106,-1 0 90,1-2 324,-1 8-414,0-8-180,1 12 180,-3-15-89,0 3 303,-1-9-304,-1 0-90,0-1 0,-2-2 124,0 0-304,0-1-90,-2-1-629,0-2-630,-1-1 720,-1-1 1079,-1-1 0,-5-1 0,-2-1 0</inkml:trace>
  <inkml:trace contextRef="#ctx0" brushRef="#br0" timeOffset="22650">1952 11228 12480,'5'-10'360,"2"1"-270,-2 4 0,3 0 89,7-4-89,-1 2 0,7-3-90,-4 3 90,3 0-90,-2 0-90,1 0-90,-1 0-359,-1 0-900,-1 0-91,-3 1 1351,-1 0 179,-2-2 0,1-1 0,-1-2 0</inkml:trace>
  <inkml:trace contextRef="#ctx0" brushRef="#br0" timeOffset="22917">2305 10833 12030,'3'-13'900,"0"1"-541,-2 6 361,0 0-180,0 1-1,1-1-89,0 2-270,3 7-90,-1 2 0,1 7 0,-3 0 0,1 9 90,0 9-90,2 12-90,-1-6-90,2 10-90,-2-19-392,2 7 122,-1-13-269,-1-1-1530,1-3-629,-1 0 2878,1-3 0,3 4 0,1 1 0</inkml:trace>
  <inkml:trace contextRef="#ctx0" brushRef="#br0" timeOffset="23591">2544 11075 14189,'2'-10'270,"-1"1"179,0 3 91,0 0-360,-2-2 270,1 1-360,-2-1 180,0 4-90,-5-1-91,2 4 1,-3 0 0,0 2 0,-5 4-90,2 2 90,-3 2-90,5 0 0,0 2 0,3-1-90,0 1 0,1-1 0,2-1 0,1 1-179,4 2 89,0-3 0,3 2 90,0-4-180,2-2 180,0-1-90,0-1 90,0-2 0,1 0 0,1-2-90,1-3 90,-2-1 1,1-1 89,-3-1-90,-2 1 0,0-2 90,0 2-90,-1-2 0,-1 2 90,2-3-90,-2 3 0,2-2 0,-2 4 90,4 6-90,-2 0 90,3 6 0,-2-3 0,1 2 0,0-2 0,0 2 0,1-1 0,-1-1 0,1-1 0,1 0 0,-1-3 0,7-4 0,-7-1 0,5-3 0,-5-1 0,-1-1 0,1-3 0,0-1 0,-2-2 0,2-2 0,-1-2 0,0-6-421,1-2 331,-1-3 90,0-3 0,-1 2 0,-1-1 0,0 2 0,-2 4 0,0 5 0,0-4-90,0 6 180,-1 3 0,0 19-1,-1 8 333,-1 14-332,0 3 0,0 5-933,-2 6 933,2 2 0,-2 0-90,3-1 90,-1-3 0,1-4-90,0-5 90,2 6 0,1-3-180,0 3-180,1-13 663,0-8-3451,0-8 1529,1-5 1529,-1-2 0,2-9 0,-1-2 0</inkml:trace>
  <inkml:trace contextRef="#ctx0" brushRef="#br0" timeOffset="23799">2728 10902 12570,'10'2'629,"0"-1"-449,0-2 0,2-1-90,2 0 90,1-1-90,0 0 0,1 0 90,-1 0-90,-1-2-90,-1 1-180,-1-1-360,-2 1-629,-2-1-540,0 0 540,-2 1 1169,-1-1 0,-1 1 0,-1-1 0</inkml:trace>
  <inkml:trace contextRef="#ctx0" brushRef="#br0" timeOffset="24074">2937 10726 12570,'0'-13'1439,"1"2"-540,-1 3 91,1 2 89,0-1-989,2 12 90,-1-1-90,2 11 0,-3 0 0,0 5 90,0 2-180,-1 5 90,0 1 0,0 5 0,0 2-881,0 5 881,0-4 0,1-3-463,1-4 373,0-3 90,0-2-252,1-2 72,0-3-90,0-1-90,0-4 477,1-1-2186,1-1 37,-1-5 1942,0 0 0,-2-6 0,-1 0 0</inkml:trace>
  <inkml:trace contextRef="#ctx0" brushRef="#br0" timeOffset="24262">2914 10984 14998,'10'-5'90,"0"1"0,-1 3-90,0 0 90,1-1-90,2 1 90,0-1-180,0 0-180,2-2-269,-2 1-810,1-1-630,-3 1 1979,2-4 0,-1 1 0,3-3 0</inkml:trace>
  <inkml:trace contextRef="#ctx0" brushRef="#br0" timeOffset="25091">3147 10975 14639,'3'8'1709,"1"-2"-1529,2-5 89,1-2-179,3-1 0,-3 1 0,3-1 0,-3 1 0,0-1 0,1 0-90,-1 0 90,0-1-90,2 1 90,-1-3-90,1 1 90,0-1-90,0 0 0,-1-2 90,0 1-90,1-2 0,-3-1 0,1 0 90,-3 0-90,1-2 0,-4 2 0,0-1 0,-2 0 0,-1 1 0,-1-1 0,-2 0 0,0 2 0,-2 0 0,-1 2-90,0 2 90,-2 1 0,-1 2 0,-2 4 0,-2 2 0,-2 7 0,-1 3-90,-1 6-431,3 4 521,2 2 0,3 4 0,4-1 0,2-1 0,4-2 0,3 3 0,2 0 0,4 1 0,3-2 0,1-5 0,11 3 0,-6-11 0,9 2 90,-8-11-90,0-3 0,1-3 0,0-2 0,0-3 0,0-3 0,1-4 90,-2-5-90,1-4 190,-4-4-190,-2-2-89,-3-1 89,-3-3 0,-2 2 0,-2-9 0,-3 12 0,0-4-90,-2 7 90,2 7-90,-2-1 0,2 10 90,-3 12 330,2 1-330,-2 10 0,1-2-90,1 2 90,-1 2 0,0 2 0,1 0 0,-2 0 0,1 6 0,0-8 0,0 4 0,1-5 0,0-6 90,-1 1-90,1-6 0,0-2 0,4-12 0,0 0 0,5-12 90,5-14-90,-1 6 0,5-15 0,-3 12-607,-2-1 607,2 2 0,4-7 0,0 8 0,2 2 0,-4 12 0,-4 10 0,-1 3 0,-1 3 0,1 3 607,-2 4-607,0 5 0,-2 4 0,-2 3 0,-1 4-272,-2 1 272,-1 2 0,-2 0 0,2 0 0,-2-1 90,2 0-90,-1-2 0,2-1 0,-1-2 0,3 1-180,-1-8-180,1 1-269,0-10-541,0-2-1258,2-2-990,0-3 3508,2-2 1,6-8-1,3-3 1</inkml:trace>
  <inkml:trace contextRef="#ctx0" brushRef="#br0" timeOffset="25250">4094 10894 16977,'10'-2'1439,"-2"2"-1618,-3 4-1710,-3 1-720,-4 3-1618,-2-2 4227,-3 3 0,-6 1 0,-3 2 0</inkml:trace>
  <inkml:trace contextRef="#ctx0" brushRef="#br0" timeOffset="27033">3676 8628 15178,'12'-12'-629,"-1"1"449,0 2 180,1 1-90,8-2 0,7 0 90,0 1 0,1 2 0,-8 4 0,-3 2 0,0 1 0,-2 2 90,-1 1-90,-3 4 90,-2 2 0,-4 5-90,-3 2 90,-3 9-757,-5 5 667,-4 11 90,-3 5 0,-2 7-934,7-26 0,0 1 889,0 2 0,-1-1-45,1 2 0,-1-1-234,1 0 1,0 1 278,-3 14 0,0 1 0,3-12 0,1 1-45,-1 11 0,1 0-594,3-13 1,2-2 593,0 0 0,1 0 45,2-1 0,0 0-422,5 26 377,3-1 90,5-5-90,2-1 90,3-4-90,2-3 690,0-8-690,-1-3 116,0-7-26,-1-3 1126,-1-4-1216,-1-4 1237,-3-4-1237,-2-4 854,-1-2-764,3-5 452,-4-1-542,3-4 180,-6 0-90,-1-1-90,-1-1 0,-1-1 0,-1 1 0,-1 0 90,0 1-90,0 1 0,-1 1 0,1 0-90,-6 14 90,0 1 0,-5 19 0,2 2 45,2 0 0,0 2-2584,-2 22 2584,3-16 0,0 0-45,2-8 0,1-1-582,0 1 0,0 0 582,1 1 0,0 0 0,0 0 0,1 0 0,0 1 0,1 1 0,0-2 0,0 1 0,0 0 0,1 0 0,0 0 0,0-1 0,0 0 0,-1 0 0,1-1 0,-1 1 44,0-2 1,0 0-45,1 24-117,-1-3 117,-1-5 0,-3-4 90,-1 0 180,-5 9 0,-8-2-91,-1-2 1,-9-5-90,11-21 0,-5 1 0,8-10 2046,1-1-2046,0-2 1413,1-1-1593,2-1 2,0-1-452,1-1-449,0-1 989,2-1 0,2-1 0,1-1 0</inkml:trace>
  <inkml:trace contextRef="#ctx0" brushRef="#br0" timeOffset="28142">1801 11877 14279,'-11'-2'-360,"1"1"360,2 0 90,0 0 0,1 0 90,0 0 90,-1 0 269,2 0-269,-3 0 270,3 0 0,-3 1-91,3-1 361,-2 1-630,14-3-90,5 1 0,19-5 0,10 1-1750,12-2 1660,-20 4 0,1 0-1025,6-1 1,2 0 1069,5 0 0,1-1-45,5-1 0,3-1 30,-17 3 0,1 0 0,0 0-732,1 0 1,1-1 0,0 1 731,1-1 0,0 1 0,1 0-499,-1-1 0,1 0 0,-1 0 469,1 1 0,0-1 0,0 0-153,-1-1 0,1 0 0,-1 1 153,0-1 0,0 1 0,0 0 0,-2-1 0,0 1 0,0-1 0,0 1 0,-1 0 0,0 0-30,-1 0 0,0 0 0,-1 0 30,18-3 0,-1 0 0,0 0 0,-2-1 339,-4 2 1,0-1-340,8-3 0,-2 0 45,-16 5 0,-1-1-45,4-1 0,-4 0 0,4-1 0,-10 1 1286,-5 1-1286,-7 1 2109,-4 1-2109,-2 0 2748,-3 1-2838,-2 1 1160,-2-1-4758,-2 2 1586,-9 2-1136,1 1 3238,-8 2 0,-5 4 0,-3 1 0</inkml:trace>
  <inkml:trace contextRef="#ctx0" brushRef="#br0" timeOffset="29366">1265 12399 13559,'3'-11'180,"-1"0"-90,0 6 90,0 0 90,0 0-90,1 1 0,-1-1 0,1 1 179,1 0-89,-1 0 540,2-1-540,1 7-180,-3 1 89,1 7-89,-4 0 90,-1 4 0,-3 18-90,0-2-891,-3 15 891,0-8-90,1 2 90,0 1 0,-1 0-90,0 1 90,0-1-90,-1 0 90,1 0-90,0-1 0,0-1 89,0-1-89,-2 13 90,2-15-90,0 7-349,1-15 349,3-8 0,-2 6 0,3-14 89,-1 3-89,2-6 858,-1-2-858,3 1 384,2-2-384,1-2 0,5-3 0,-1-2 0,6-2 0,0-1 0,1 1 0,4-2 0,4-1 0,19-4 0,-6 2 0,15-2-1096,-14 4 1096,2 0 0,1 2 0,0-1 0,1 3 0,-1-1 0,0 2-619,-5 0 619,-3 0-315,-5 1 135,-5 0 0,-2 1-89,-4 0-1,-1-1 365,0 0-3243,-6 0 3316,1 0 1,-6 1 0,-3-1 0</inkml:trace>
  <inkml:trace contextRef="#ctx0" brushRef="#br0" timeOffset="29777">1794 12904 15088,'3'-12'0,"-1"3"90,0 4 180,0 1-180,2 0 180,-2 0 90,4 0-270,2 4 90,1 2-90,1 4 0,-1 0-1,1 1 1,0 2 0,3 0 0,0 1-90,0 0 90,1 2-90,0-2 90,0-1-90,0 0 90,-1-2-90,0 1 90,-1-2-90,-1 1 0,-2-2 0,0 0 90,-1-1-90,-1 0 0,-2 0 90,1 0-90,-3 0 90,-1 1 0,-2 1 0,-1 1 0,-3 3 0,-2 2 90,-2 3-90,-3 4 0,-3 2-1,-2 2-89,0 1-336,0-1 426,-1 0-90,3-2-30,1-2 30,2-1 0,1-2 90,2-1-90,-1 5-90,3-5 0,-1 3-180,4-7 242,1-1-692,0-1-414,0-1-5252,1-1 6386,1 0 0,0-4 0,0 1 0</inkml:trace>
  <inkml:trace contextRef="#ctx0" brushRef="#br0" timeOffset="30071">2431 12830 15718,'-6'-15'540,"1"1"-360,0 3 0,2 2-1,0 1 1,0 3 90,2 0 180,-2-1-360,1 13 0,0-2-90,1 16 90,0-2-90,-1 5 90,1 6-90,-2 3-731,2 5 731,-1 1 0,2 0-90,-1-4-90,2-3 0,-1-4-179,1-4-1,1-1-180,0-4 0,0-3-449,0-2-4408,2 0 5397,-2-5 0,1-1 0,-3-6 0</inkml:trace>
  <inkml:trace contextRef="#ctx0" brushRef="#br0" timeOffset="30383">2341 12775 14639,'-6'-17'269,"0"2"1,2 2 0,0 3 0,1 1 0,0 1 0,0 1 0,2 0 89,-1 2-179,2-3-90,1 2 90,3-2-90,1 1 0,4 1 0,3-1 0,3 0 0,13-1 0,-5 2-90,9-1 90,-10 4-90,0 2 90,-2 1-90,-2 2 0,-2 1 0,-2 2-90,-2 2 90,-3 1 0,-4 1 0,-3 1 0,-3 1 0,-3 0 0,-4 2 0,-2 1 0,-5 3 0,-1-1-180,-11 10 0,10-9-430,-7 5 160,11-10-1349,-3 3-3777,3-1 5576,1-3 0,5-1 0,3-5 0</inkml:trace>
  <inkml:trace contextRef="#ctx0" brushRef="#br0" timeOffset="31008">2599 13068 17967,'4'-8'0,"0"1"90,-1 4-90,0-2 0,1 1 0,0-3 0,2 0 0,0-2 0,0 0 0,1-2 90,0-3-90,1-1 0,-1-2 0,1-2 0,-1-1 0,-1 0 0,-1 0 0,-1 1 0,0-7 0,-1 7 0,-1-5 0,-1 4 0,-1 6 0,0-3 0,0 7 0,-1 1 0,0 2 0,1-2-180,0 4 90,5 1 0,1 3 0,4 3-90,4 0 180,-2 1-90,4-1 0,-1 2 0,-3-1 90,4 1-90,-7-2 90,0 1 0,-1-2-90,-2 2 90,0 0 0,0 1 0,-3 2-90,0 1 90,-2 2 0,-3 7 0,-1-2 0,-2 6 0,1-4 0,-1 2 0,0 1 0,0 2 0,0-2 0,2 0 0,0 0 0,0-2 0,1-1-90,1-2-179,0 0-91,1-3-270,0 0-449,0-2-1080,1-2-719,0 0 2878,1-2 0,-1-3 0,0 0 0</inkml:trace>
  <inkml:trace contextRef="#ctx0" brushRef="#br0" timeOffset="31385">3016 12918 16348,'2'-9'989,"3"1"-809,2 6-90,1-1 0,0 0 0,0 0 0,-1 0-90,3 0 90,-2-1 0,1 0-90,1-2 90,-3 0-90,2-1 90,-2-1-90,1-2 90,-1 0-90,-3 0 0,0 0 0,-3 0 0,0-2 0,-2 3 0,-2-1 0,-2 6 0,-1 1 0,-2 4 0,-2 3 0,-1 4 0,-2 3 0,0 4 0,0 5-425,1 3 425,2 3 0,-1 10 0,7-8-90,-1 5 90,5-10-90,1-3-90,3 1 0,1-2-90,2-3-629,6 2 179,-4-8-449,6 1-1080,-5-7-294,2-2 2543,0-2 0,9-3 0,2-3 0</inkml:trace>
  <inkml:trace contextRef="#ctx0" brushRef="#br0" timeOffset="31916">3406 12934 15178,'-9'-9'1260,"1"1"-991,3 5 1,0 1 180,0 0-270,-1 0 0,-1 0 0,0 1-90,-1 2 0,-1 1 0,-2 2 89,-1 1-179,-3 2 90,1 3 0,-2 1 0,1 2-90,1 1 0,2 2 0,0 1 0,4-1-90,1 0-90,2-1 1,2 0-1,2-2-90,2-1 90,2-2-90,1-1-90,6-1 180,-1-5 1,4-2-1,-1-4 90,3-4-90,3-4 90,2-5 0,2-5-90,-1-3 0,0-8-672,-7 5 0,-1-2 762,6-19 90,-8 14 0,0 0 0,0-15-186,-3 0 186,-2 0 0,-2 2-1130,0-4 1219,-2 3 1,-1-1 180,-2-5-270,1 18 90,-2-3 1442,2 22-1442,0 6 192,0 3-192,0 23-90,-2-1 0,1 24 496,-1-3-496,1 7 0,-1 4 0,2 1 90,-1 2-1293,0-2 1203,1 0 0,0-3 0,2-1 90,-2-2-90,2-6 0,-1-3 0,2-6 0,-1-3 0,0-3 0,1-4 0,0-2 673,1-2-1033,2-3 1331,0-2-1601,1-3-359,2-2-1170,1-3-359,1-2 2518,2-2 0,5-9 0,2-2 0</inkml:trace>
  <inkml:trace contextRef="#ctx0" brushRef="#br0" timeOffset="32125">3719 12795 16078,'-2'10'629,"-1"1"-449,2 0 0,0 2 0,0 1 0,-1 3 0,0 7-90,1-3 0,0 6 0,1-8 0,2-1 0,-1 0-90,1-1 0,1-3-180,0-1-180,1-3-270,0-2-629,2-2-1170,0-3-1258,0-1 3687,0-3 0,4-5 0,0-1 0</inkml:trace>
  <inkml:trace contextRef="#ctx0" brushRef="#br0" timeOffset="32324">3792 12467 15718,'-4'-11'630,"0"1"-181,2 4-89,0 1-810,-1-1-1169,1 9-719,0-2-900,-1 8 3238,0-5 0,-4 2 0,-2 1 0</inkml:trace>
  <inkml:trace contextRef="#ctx0" brushRef="#br0" timeOffset="32653">4126 12686 15538,'8'-8'2249,"-4"-2"-1799,-6 6-360,-6-1 89,-1 4-89,-4 3 0,0 4 90,-6 5-90,-3 3 0,-2 5-90,0 2-427,4 1 517,1 2-90,4 1 90,3-1-241,4 0 151,4-3-90,4-2 0,4-1-90,4 0-359,16 6 89,-1-9 419,11 3-779,-8-13-2877,8-6 269,-8-2 3219,9-5 1,-5-3 0,4-3 0</inkml:trace>
  <inkml:trace contextRef="#ctx0" brushRef="#br0" timeOffset="32933">4395 12248 15268,'0'-11'2339,"0"0"-2159,-4 30 0,1-6-90,-3 29 90,2-9-91,2-3 1,0 2-1260,-1 22 1214,1-20 1,0 0-740,0 18 695,1-4 90,0 0-45,1-15 0,1 0 45,1 16-588,-1-18 0,1-2 498,3 9-180,1-7 656,0-5-1016,1-6 872,0-7-1861,1-2-4677,3-5 6206,-3-3 0,5-6 0,-3-4 0</inkml:trace>
  <inkml:trace contextRef="#ctx0" brushRef="#br0" timeOffset="33126">4444 12613 16348,'1'-11'989,"0"3"-809,5 5-90,0 1 90,3 1-90,1 1 0,1-1 0,2 0-180,1 0-180,1 0-360,1-1-899,1 0-899,-1-1-1170,0-1 3598,-1 0 0,6-2 0,2-1 0</inkml:trace>
  <inkml:trace contextRef="#ctx0" brushRef="#br0" timeOffset="33302">5010 12633 20215,'-9'-10'-5756,"-3"7"809,5 3 4947,-6 5 0,-6-2 0,-5 0 0</inkml:trace>
  <inkml:trace contextRef="#ctx0" brushRef="#br0" timeOffset="36193">805 9183 20996,'2'-11'-1816,"-1"1"1193,2 4 1679,1 0-97,0 1 79,2-2-241,-1 2-108,2-2-68,-3 4 899,-1-1-148,1 1-282,0 0-290,1 5-1798,-2 0-365,-1 5-588,-3 3 613,0-2-40,-1 4 327,1-3-379,0 5-236,1-4 1646,1 3-51,1-5 241,1-1-1095,2-1-114,2-1 413,3-2 759,3-2 601,4-4 510,6-4 424,4-5 522,8-5 528,2-4-112,3-5-382,0-2-572,0-3-714,0 1-399,-2-1-397,-14 10 1,0 1-138,10-8-235,5-6-213,-19 16-486,1 1 245,-8 7-875,1 1 1386,-8 7 1,-1 5-1,-1 2 1</inkml:trace>
  <inkml:trace contextRef="#ctx0" brushRef="#br0" timeOffset="36719">1050 10478 16037,'-2'-12'-488,"1"-1"725,0 7 218,0-2-325,-1 1 119,1 2 96,-1-3 240,1 3-674,-2 9 1319,0 6-492,0 5-149,1 3-34,0 4-71,1-3-112,0 6-64,2-7 75,-1-2-1190,2 1 374,1-1-78,2-2-35,1-1-154,3-3-116,2-2 357,3-3 413,1-4 355,4-2 270,5-4 304,5-4 338,8-7 237,3-3-450,5-8-284,-10 5 1,3-4-1475,3-5 1,2-2 1407,-3 2 1,1-1-296,-7 3 1,1-1 0,-4 3-525,-6 5 1,-1 2 435,9-9 0,-3 1-423,4-1 754,-6 4 189,-7 7-1381,-4 3-1211,-5 6 3386,-3 2-1575,-2 4 1,-4 2 0,-2 1 0</inkml:trace>
  <inkml:trace contextRef="#ctx0" brushRef="#br0" timeOffset="37250">974 11621 11490,'3'-14'-359,"0"1"269,-1 1 90,1 0 90,0 2 0,0 0 89,0 0-89,1-1 0,0 0 0,-1 2 90,1-1 180,0-2-180,-1 3-90,1-1 90,-2 3 153,1 2 128,-1-1 203,0 1-121,1 0 243,-1 1-107,3 1-30,-1 6-446,0 2-408,-1 3 270,-1 0-240,0 2-56,1 1 123,0 3-160,1 0-58,-1 0 636,1 1-50,0-2-232,1-1-109,0 0 30,1-3-210,2-1-46,0-1 132,7-4 287,8-6 280,5-4 119,9-8-1074,-3-5 1357,8-5 222,2-3-1450,-18 10 0,1-1 881,0-1 0,1-1-141,4-3 1,-1-1-115,1 0 0,1-1-724,0-2 0,0 1 784,0-1 1,0 0-142,-1 1 1,0-1-196,-2 1 1,0 1-648,-4 3 1,-1 1 166,-2 1 0,0 1 487,12-13 0,-2 2 0,-4 1 1</inkml:trace>
  <inkml:trace contextRef="#ctx0" brushRef="#br0" timeOffset="41059">4348 9731 10818,'5'-10'967,"-1"1"-642,-1 5-233,1-1 98,-1 2 102,1-1-9,-1 1-120,3 4-49,-2 1 56,0 3-190,-2 1-56,0 0 107,0 3-98,0 1 23,0 2-78,0 2-88,1 2 63,0 1 97,-1 1 47,-1 2-21,0 0 85,0 0-200,0 1 195,-1-1-56,-1-1 0,1 1 0,-1-2 0,0-1 0,0-2 0,0-3 90,0-1-180,1-1 180,-2-1 90,2-1 89,-1-1 271,1-1-450,2-14-90,0 3 0,2-15 90,1 4-90,2-7-440,2-1 530,1-7-90,2 0 0,-1-1 90,2-1-90,-1 2-715,0-1 715,0 2 0,-1 4 90,2-4-90,-3 13 0,2-3 317,-3 10-317,1 4 0,0 1 0,0 4 748,2 3-748,0 1 0,1 4 18,1 2-2,0 2-4,0 3 87,2 5-92,-3-1 38,2 6-13,-4-3-30,4 12-6,-5 1 39,1 0-850,-4-3 876,-3-9-140,1 8 119,-2-9 23,2 5 22,-2-10-25,0-1-102,1-2 1,0-1 802,1-1-838,0-2 165,0-1-358,1 0 10,2-3-162,-1 0-109,2-2-262,-1 0-807,2-3 639,-1 0 971,1-2 0,6-4 0,2-1 0</inkml:trace>
  <inkml:trace contextRef="#ctx0" brushRef="#br0" timeOffset="41959">4723 9424 10861,'-9'-12'-630,"2"1"450,1 4 147,1 1-99,-5-4 89,1 2 89,-2-2 94,0 2 50,1 1 117,-2 0-84,0 0 103,-1 0-111,0 1 104,-1-1-10,0 1 0,-1 1 119,2-1-144,-2 2 58,1 0 51,0 0-23,2 2 100,-2 1-47,2 0-172,-1 1-2,0 1 165,-5 3-43,0 5 149,-2 2 34,2 4-260,3 2-149,-1 4 8,0 4-962,-1 4 776,0 5-242,1 0-1162,-1 8 1059,0 0 29,-1 4 103,1 1-1109,0 1 1175,1 1 250,2 1 21,-1 2-282,3 2-7,0-1-257,5-14 1,2 2 334,0-3 0,2 1-3,0 1 1,1 0-12,2-3 1,2-3-199,4 18-108,4 2-267,4-3 428,4-3-45,3-2 90,4-5-77,6-3 713,3-3-416,5-4 33,6-5 828,4-5-664,-11-11 0,4-2 186,4-1 1,1-2-131,-1 0 1,2-3-32,-9-2 0,1-3 0,-4 0-72,-2-2 1,-2-1 105,9-2 1,-1-2 93,11-10 34,-6-4-23,-3-2-10,-5-6-1129,-3-1 534,-5-5 21,-3-3-143,-6-4-42,-3-4 19,-5-4 123,-7 25 0,-2-1 6,-1-1 1,-1 0 203,-1-2 0,-1 1-260,-1-1 1,-2-1 265,0 0 0,-1 0-42,-2-1 1,-1 1 47,-2-4 1,-2 0 3,-1 1 1,-1-1 3,-3-1 1,-2 0 1,-1 2 0,-2 1-172,-1 2 0,-2 1 200,-2 1 1,-1 2 13,-2 2 0,-1 1-31,-2 1 0,-1 1 58,-1 3 1,-1 0 92,-1 2 0,-1 2 23,-1 0 1,0 3 21,2 1 1,0 2 8,0 1 1,0 2-497,2 2 1,1 1 511,-1 2 1,1 1-37,0 2 0,1 0 100,1 3 0,0 0-99,2 3 1,1 1 92,3 2 1,-1 3-96,-6 11 1,2 4-300,9-6 0,2 3-465,-5 9 1,3 1 513,10-7 0,4 1 92,0 0 1,2 1 0,2 2 0,1 0-1,1 1 1,-1 0 0</inkml:trace>
  <inkml:trace contextRef="#ctx0" brushRef="#br0" timeOffset="45233">5802 9590 11400,'5'-10'540,"1"2"-360,-2 6-90,1 0 0,1 0 0,1 1 0,1-2 0,1 2 0,1-1 0,-1 2 0,1 0 0,1 0 90,0 0-91,1 1-89,-1 1 90,1 0 0,-2 1 0,0 3 0,-1 2 0,0 4 0,-2 1 0,-3 5 0,-1 2 0,-4 9-90,-2 4-974,-4 6 974,-3 5 90,-1 2-1252,-2 3 1162,0-1 0,2-3-773,2-1 773,2-5 0,3 0-453,1-5 543,2-2-90,2-5 766,2-2-676,1-2-90,6 7 90,-1-9-90,4 5 90,-1-12 0,2-2 1075,1-3-1075,8 0 0,-5-3-90,6-2 863,-8-2-1222,0-4 476,-1 0-1376,0-4-540,-1 0 450,-2-2 1349,-1-1 0,2-7 0,0-2 0</inkml:trace>
  <inkml:trace contextRef="#ctx0" brushRef="#br0" timeOffset="45699">6152 10223 13559,'1'9'1799,"2"-2"-1619,2-5 0,1-2-90,2-1 90,-1-1-90,1 0 0,1-2 0,1 0 0,-1 0 0,2-1 0,-1-1 0,0 0-90,0-2 89,-2-1-89,0-1 90,-2 0-90,-1-2 90,-3-1-90,0 0 0,-4-2 0,-1 1 0,-4-3 90,-2 2-90,-2 0 0,-2 1 0,0 4 0,-2 2 0,1 3-90,-1 2 90,-2 3 0,-1 4 0,-3 5 0,0 5-396,0 6 396,3 3 0,4 3 0,3 3 0,4-1 0,4 1 0,2-2 0,4 3 0,3-1 0,2 4-588,3-2 588,1-1 0,3-3 0,1-2 89,8 1-89,-5-8-130,4 0 130,-7-11 364,0-1-274,0-4 418,1-1-778,-1-2 0,-1-2-360,1-4-26,-1-1-1682,-2-4-810,0-1 3148,-3-2 0,1-7 0,-1-2 0</inkml:trace>
  <inkml:trace contextRef="#ctx0" brushRef="#br0" timeOffset="47469">6424 10286 14998,'7'-5'900,"0"-2"-360,-5 3-181,-1-4-179,-2 1 0,0-1-90,-3 1 0,0 2 0,-1 1 0,-1 1 0,-3 1 0,1 2 0,-2 1-90,-1 2 90,-1 2-90,-1 2 90,0 3-90,1 2 0,1 3 90,1 2-90,0 7 0,4-6 0,1 6-90,4-9 90,1 0 0,0 0-90,2-1 90,1 0-90,1-3 90,1 1-90,2-3 90,1-1-90,4-3 0,-1-3 0,2-1 90,-3-5-90,0 0 90,0-4-90,3-6 90,-2 1 0,2-6-90,-5 3 90,0-1 0,-1-2 0,-1 2 0,0 1 0,-1 2-90,-1 2 90,-1 2 0,1 1-90,-2 2 0,1 2 90,2 6 0,-1 3 0,2 4 0,-3 1 0,2 2 0,-1 2 0,1 1-90,3 5 180,-1-3-90,2 3 0,-2-6 0,1-2 0,-1-1 0,1-1 0,1-3 0,0-1 0,1-1 0,0 0 90,-1-3-90,1 0 0,-1-2 0,2-1 0,0-4 0,1 0 0,1-4 0,-1-2 0,8-14-90,-7 2 90,4-10-90,-5-3 90,-5 10-90,0-14 90,-5 21 0,-2-5-89,0 12 89,-1 2 0,-1 1 0,-1 3-90,0 1 90,0 1-90,-2 3 90,-1 2-90,1 4 90,2 1 0,2 3 0,2-2 0,2 1 0,1-3 0,7 2 0,-3-3 0,4 1 0,-3-3 0,1 0 0,1-2 0,1-1 0,-1 0 0,0-1 0,-1 0 0,0-1 0,-1 0 90,0 0-90,-2 0 0,0 1-90,-1 0 90,-1 0 0,0 1 0,1 2 0,-2 2 0,0 2 0,-2 1 0,0 4 0,-2 1 0,0 3 0,-1 2 0,-2 2 0,2 2 0,-2 2 0,1 1 0,-2 1 0,2-1 0,-1-1 0,1-1 0,0-2 0,1-1 0,-1-2 0,2-2 0,-1-1 0,1 3 90,0-4-90,1-1 0,3-3 90,0-6-90,5-1 0,-2-4 0,2-2 0,-3-2 0,2-1 0,0-4 0,0-1 0,1-4 90,0-5-90,1-1 0,0-5 0,-1 2 0,-1 3-90,2-6 90,-1 5 0,-1 1 0,-1 7 0,-3 9 0,0 2-90,-1 2 90,3 7 0,-3 0 0,2 5 0,-3 0 0,-1 2 0,0 1-90,0 7 90,-1-4 0,1 9 0,0-9 0,-1 3 0,1-6 0,0-1 0,-1 1 0,1-2 0,-1-1 0,0 0 0,1-1 0,-1-2 0,2 3 90,-1-3-90,1 1 0,1-3 0,0 0 90,2 0-90,2-1 0,-1-1 0,6-1 0,-5-1 90,4-1-90,-3-1 0,0 1 0,1-2 0,3-2 0,0 0 0,1 0 0,-3 1 0,-1 1 0,0-1 0,0 0 0,0 0 0,-1 1 0,0-1 0,-1 2 0,1-1 0,-2 1 0,1 0 0,0 0 89,-1 1-178,4-2 89,-3 1 89,2 0-89,-3 0 0,3-1 90,-2 1-90,2-2 0,-3 1 0,0 0 90,1-2-90,0 1 0,0-2 0,0 1 90,0-2-90,0 1 0,-1-1 0,1 0 90,-1 0-90,1 1 90,-1-1 0,2-2 0,-2 3-90,0-2 90,-2 4 0,1-1 0,-1 0 0,0 1-90,0 8 0,-3 0 0,-1 8 0,-1-2 0,0 2 0,-1 2 0,0 0 0,-1 1 90,-1 9-90,1-5 0,0 5 0,1-7 0,0 4 0,0-4 0,1 3 0,2-6 0,-1 0 0,1-1 0,-1-2 0,1-1 90,1 0-90,0 0 0,1-2 0,-1 0 90,1 0-90,0-1 90,3 1-90,-2-2 0,1 1 0,-1-2 0,0-1 0,0 0 0,1 0 0,0-1-90,0 1-90,0-2 180,0-1-90,-1-3 90,0 0-90,-1-1 90,0 0 0,-1 0-90,1 0-180,0 1-629,1 0-5937,-1-1 6836,0-1 0,-2 3 0,-1-1 0</inkml:trace>
  <inkml:trace contextRef="#ctx0" brushRef="#br0" timeOffset="47811">7631 10365 14369,'4'-8'450,"0"1"-181,-1 1 361,0 2-180,0-3-90,0 3 269,0-1-539,2 7-90,-2 0 90,1 6 0,-3-2-90,0 2 90,1 0 0,-2 3-90,1-1 90,0 2-90,0 1 0,0-1 0,0 2 0,0-1-180,0-1-90,-1-1-180,0-1-269,-1-2-900,0 0-3328,-3 0 4947,0-2 0,-3-3 0,1-1 0</inkml:trace>
  <inkml:trace contextRef="#ctx0" brushRef="#br0" timeOffset="48082">7685 10045 14459,'2'-10'449,"0"1"-179,-1 2 0,1 2 270,-1 0-180,1-1-1,0 1 1,0-1-360,0 2-539,1 6-631,-2 1 271,0 7-1,-2-3-359,2 0-450,2-3 1709,1-2 0,2 0 0,0-1 0</inkml:trace>
  <inkml:trace contextRef="#ctx0" brushRef="#br0" timeOffset="48577">7854 10366 13469,'9'-6'2249,"-2"2"-1529,-2-1 89,-2 2-449,1 4-270,-4 5 0,0 4 0,-4 3 90,0 1-180,-1 3 90,-1 0 0,0 4 0,0-1-90,0 1 89,-1 4-89,2-5 0,-1 1-89,2-5-1,0-6-90,2 4 90,2-7 90,5-4 0,1-5-90,8-10 90,-4 1 0,7-9 0,-1 2-469,1-3 469,1-3 0,-1 0 0,0-1 0,0 2 0,-2 2-90,2-1 90,-6 9 0,2 0 0,-6 8-90,0 3 90,-2 2 0,-1 4 0,-1 2 379,-2 3-469,0 3 90,-2 4 0,0 1 0,-1 5 0,1-3 0,0 4 0,0-3 0,1 0 0,0-1 0,0-1 0,1-2-180,0-1 0,2-2-180,0-2-1079,2 0-989,1-5-990,1 0 3418,-1-6 0,7-4 0,2-2 0</inkml:trace>
  <inkml:trace contextRef="#ctx0" brushRef="#br0" timeOffset="49199">8322 10377 15898,'1'-12'1799,"-1"4"-1709,-7 4 0,0 4 0,-1 3 0,1 2-90,-1 2 90,0 1-90,1 2 90,0 1-180,1 2 90,2 0-90,0 1 0,3-3 0,0 1 0,1-1-90,1 0 90,1-1 0,1-1 0,2-1 90,0-1-90,1-2 0,1-1 90,1-2-90,0-2 90,1-1-90,2-1 90,5-6-90,-2 1 90,5-4 0,-6 1 0,2-1-90,-2-1 90,-1 1 90,-2 1-90,-1 2-90,-2 2 90,-1 0 0,-2 3 0,-3 10 0,-2 4 0,-7 14 0,-1 4-1280,-1 2 1,0 2 1279,-5 21 0,5-14 0,0 0-668,3-9 0,2-1 668,-1 2 0,1-1 0,0 1 0,1 0 0,0 0 0,1-1 0,0-1 0,0 0-53,1 24 53,1-6 0,1-5-417,2-7 507,-1-4-90,0-8 1959,-1-5-1959,0-5 1739,-1-3-1739,0-4 79,-2-4-79,-6-13 678,0-2-678,-12-30 0,8 12-983,-6-17 983,7 12 0,-1 1-651,2 1 651,0 1-332,2 5 332,2 3-108,2 5 108,2 2 868,1 2-868,1 2 682,0 1-682,2-1 391,1 1-391,3 0 133,1 1-223,10-7 0,1 3-179,7-6-91,-3 5-180,2-1-1076,0-1-632,5-4-1598,2-2 3846,6-2 0,-10 5 0,1 0 0,2-1 0,1-1 0</inkml:trace>
  <inkml:trace contextRef="#ctx0" brushRef="#br0" timeOffset="50999">9108 10065 14549,'5'-10'809,"0"2"-89,-3 3-91,1-1 271,-1 2-720,2 6-90,-3 3 90,0 9-90,-2 1 0,-3 9 0,0 4-861,-2 8 861,-2 2-1072,-1 6 982,-2 2-1194,0 6 1194,0 1 90,1 1-90,5-26 0,1 1 90,-4 25-90,1 1 0,3-5 90,1-1-215,3-18 0,1 1 215,1 15-90,1-12 0,1 0 0,2-1 558,2 6-468,2-15-90,-1-9 0,3 0 947,-2-10-857,-1-3 1420,1-3-1510,0-4 361,2-3-361,-1-5 0,1-4 0,-2-3 0,-2-5-333,-2-2 333,-1-2 0,-2-13 0,-3 12 0,-3-20 0,-3 13 0,-1 2-544,-1 6 544,2 12 0,1 3-90,0 1 408,1 1-408,0 2 90,0 0-90,2 2 559,-1 1-559,0 0 0,1 0 90,0 0-90,0 0 90,3 1 0,1 0 0,3 1 0,3-1-90,3 0 90,2-2 0,1 2 0,-2 0 0,1 1 0,2-1 0,0-1 0,2-1 0,0-1 0,1-1 0,-1 1 0,1-2 0,2-1-203,1-2 203,0-1 0,-3 0 90,-1 0-90,-2 1 0,-1 0 0,-2-1 0,-2 1 0,1-3-90,-4 4 90,0-1 0,-4 4 203,-2 2-203,-1-1 0,-1 2 0,-1-1 0,-1 1 0,-1 0 0,1 1 0,-1 0-89,0 0 89,0 2 0,0-1 0,0 1 0,0-1 0,0 1 0,-2 0 0,2 0 0,-1 1 0,-2 2-90,2 1 90,-1 3 0,2 0 0,2 2 0,-3 3 0,2 1 0,-2 2 0,1 1 0,0 2 0,0 1 0,1 0 0,1 1 0,0 1 0,2-1 0,0 1 0,1-1 0,4 6 0,3 0 0,0-1 0,3-4 0,-3-7 0,2-2 0,1-1 0,0-1 0,1-1 0,0-2 0,1 0 0,7-2 0,3-3 0,3-2 0,0-4 0,11-8 0,-9 3 0,-3-1 0,0-2-620,7-5 620,-1-1-149,-10 6 149,-10 7 0,0 0 0,-2 2 0,-1 1 0,-1 0 610,0 1-610,0 2 159,-1 0-249,1 2 90,-2 1 0,1 2 0,0-1 0,-1 2 0,0 1 0,3 4 0,-2-1 0,1 2 0,-3-3 0,0-1-90,0 0 90,-1-1 0,1 0 0,-2-1 90,1 2-90,-1-3 0,2 2 0,-1-2 0,1-4 90,0-1-90,0-4 0,-1 1 0,0-1 0,0-4 0,-1 2 0,0-4 0,-2 3 0,0-1 0,-1 1 0,0 0 0,-1 2-90,0 0 90,-1 2 0,-2 1 0,-2 2 0,-2 3 0,-1 3-90,-10 9 90,3 1-459,-7 10 459,5-2 0,2 2 0,1 0 0,2 1 0,2 1 0,3-1 0,1-2-4,3-3 4,1-2 0,2-1 0,0-3 0,2 0 0,1-1 458,1-2-458,2-1 5,2-1-5,0-3 0,3 0 0,0-3 0,2-2 0,5-1 0,4-8 0,1 0 0,1-6 0,-5-1 0,-1-2 0,1-1 0,-3 0 0,-3 3 0,-2 2 0,0 1 0,-2 1 0,-1 0 0,-1 1 0,0 2-90,0 1 90,-2 1-90,1 2 90,-1 0-90,0 1 0,1 5 90,-1 1 0,0 4 0,-1-1-90,0 6 90,0-1 0,0 3 0,1-3 0,1 0 0,0-2 0,0 1 0,1-2 0,1 0 0,0-1 0,1-2 0,1-2 0,1 0 0,-1-2 0,4-1 0,0-4 0,10-6 0,-2-4 0,7-7 0,-7 0 0,1-3-687,-2-2 687,1-3 0,1-4-1039,-2-2 1039,2-7 0,-5-1 0,1-3 0,-3 0 0,-1 3 0,-1 2 0,-3 6-362,-1 5 272,-2 5 90,-2 6 0,0 5 496,-1 5-496,-8 29 0,-4 15 0,-3 14-191,5-19 1,-1-2 190,-4 16 0,-2 4 0,1 0 0,-2-2-675,2-3 675,1-2-674,2-4 674,2-1-355,2-5 355,0-3 1152,3-5-1152,1-3 0,2-2 0,4 4 90,1-7-90,2 1 0,0-9 883,1-2-1063,0-2 674,2-4-944,-1-2 249,2-4-2228,-1-5-1258,2-5 3687,0-5 0,1-8 0,0-1 0</inkml:trace>
  <inkml:trace contextRef="#ctx0" brushRef="#br0" timeOffset="51186">10412 10404 15268,'10'-2'180,"0"0"-90,-3 1 0,1 0-90,1 0 90,2-1-90,0 1-180,0 0-180,2 0-2518,5-2 90,-3 0 2788,4 0 0,3-1 0,1-1 0</inkml:trace>
  <inkml:trace contextRef="#ctx0" brushRef="#br0" timeOffset="51941">10726 10379 14459,'-8'3'1079,"2"1"-719,1-1-90,3 2-180,1 2 0,1-1 0,1 1 0,-1 1 0,0 1-1,1 2-89,-1 1 90,1 1 0,0 3-90,0 0 90,0 2-90,1 0 0,-1-1 90,2 1-90,-1-1 90,2 0-90,1-2 0,-1 0 90,6 2-90,-3-5 90,5 2-90,-4-8 0,1-1 0,0-2 90,1-3-90,0 0 0,6-6 0,-1-4 90,1-2-90,-1-4 0,-6 2 0,-1-2 0,-1 1 0,-1 0 0,0-6 0,-2 6 0,-1-5 0,-2 9 0,0 1 0,-1 1 0,1 1 0,-1 1 0,0 0-90,1 1 90,0-1 0,1-1 0,2-1 0,0 1 0,2 1 0,-1 3-90,2-1 90,-1 1 90,3-1-180,0 1 90,1-2 0,1 0 0,0-1 0,5-6 0,-5 2 0,4-4 90,-6 4-90,3-8 0,-4 5 0,1-5 0,-4 7 0,-3 0 0,1 3-90,-2 1 90,1 1 0,-1 0-90,0 1 90,4 11 0,0-2 0,4 8 0,-1-5 0,2-1 0,5 2 0,-1-1 0,2 1 0,-4-2 0,-2-1 0,-1 1-90,0 0 90,-1 0 0,-1 0 0,0 2 90,-2 5-90,-4 6 0,0 1 90,-5 4-90,-1-4 0,-2 7-392,-1 0 392,1 2 0,-1-2 90,2-1-90,-2 7 0,2-8 0,0 5 90,3-10-90,1-4-180,1 0-179,1-3-271,2 1-899,1-3-418,2-1-1021,2-1 2968,3-1 0,10 0 0,3 0 0</inkml:trace>
  <inkml:trace contextRef="#ctx0" brushRef="#br0" timeOffset="52385">11529 10623 14819,'-7'-5'3957,"0"0"-3777,20 7-90,-7-2 90,14 2-90,-10-3 0,0 0 0,1-1 0,1-1 0,1-1 0,0 0-90,2-4 90,-1 1-90,0-3 90,-1-1-90,-1-2 90,-1-1-90,-2-1 0,-2-1 0,-2 1 0,-2 0 0,-2 1 90,-1 1-90,-2 1 0,-2 2 0,-2 1 0,-3 2 0,-2 3 0,-4 2-90,-1 4 180,-16 12-90,0 11 0,11-5 0,0 0 0,-6 17-627,7 0 627,12-13 0,2-2-17,4-2 17,1-1 0,2 0 0,4 0 0,0-1 0,4 0 0,2-2 0,2-2 0,2-1-90,4-2 0,3-2-90,2 0-90,0-4 1,-1-2-901,19-4-1888,13-8 1073,-25 3 1,-1-1 410,4-2 0,-3-2 1574,16-10 0,-16 4 0,1-2 0,1-2 0,0-1 0</inkml:trace>
  <inkml:trace contextRef="#ctx0" brushRef="#br0" timeOffset="52678">12228 10475 14908,'8'1'630,"0"1"-270,-2-2 360,4 1-451,-1-1 1,4 1 0,0 1 0,2 0-90,1 0 0,4 1 0,1-1-432,7 2 342,2-1 90,5 0-90,-2 0 0,2-2-1,-1-2 1,1 2-90,1-2-359,12-4-541,-3-1-256,-1-3-553,-13 1-804,-13-1-815,-2 1 3431,-3-1 0,-1-6 0,-1-1 1</inkml:trace>
  <inkml:trace contextRef="#ctx0" brushRef="#br0" timeOffset="53067">12693 10266 14908,'4'7'360,"2"0"-270,2-2-90,1 1 90,2 0 0,1 1-90,1 1 90,2 0 0,1 2-90,0 0 0,0 1 90,1-1-90,0 1 0,-1-1 90,-1 0-90,0 0 0,0 1 0,0-1 0,-1-1 90,0 1-90,-2-3 0,-1 0 0,-1 0 0,-1-2 0,-1 2 0,1 2 0,-4 2 90,-1 3 90,-11 9 0,0-5-90,-7 9-380,2-5 290,-3 2 90,0 1 0,1-3 0,2-1-143,0-3 143,2-2-90,0-1 0,2-1 0,0-2-270,1-1-72,0-2-1277,3-2-3183,-1-1 4802,4-2 0,0-2 0,1 0 0</inkml:trace>
  <inkml:trace contextRef="#ctx0" brushRef="#br0" timeOffset="54174">13986 10120 12120,'8'-6'1529,"0"-1"-1169,-4 4 0,0-1 0,-1 1 269,1 0-89,-1-2 180,0 1-361,-2-4-179,-4 3-90,-2 0 0,-2 2 0,-2 3 90,-2 2-180,-4 0 90,-2 3 0,-5 2-508,-3 4 508,-3 2 0,0 2-90,0 3 0,2 0 90,2 1-543,1 2 453,3-1 0,4 0 36,3-1-36,4-3 396,2 1-396,5-2 90,1 0-90,4-1 470,2 0-470,10 5 0,-2-6 0,13 5 0,-10-10 0,4 1 59,-8-5-59,-1 0 0,-2-1 0,0-1 0,-2-2-90,-1 1 90,-11 1 0,-2 1 0,-10 4 0,2 1 0,-1 3 0,-2 4 0,1 3-90,-1 4-170,3 1 260,4 0 0,4-2 0,2 0-36,4-1 36,2 2 0,4-2 0,2 1 0,5 1-299,3-2 299,5 1 0,1-4 90,3-3-90,-1-3 0,0-3-90,0-3-187,-3-2 8,1-2-23,0-2-3036,8-5-899,-6 0 4227,7-3 0,-4-3 0,1-2 0</inkml:trace>
  <inkml:trace contextRef="#ctx0" brushRef="#br0" timeOffset="54710">14205 10600 15898,'3'-10'540,"-1"2"-271,0 3 451,1 1-360,0-1 269,-1 1-179,2-1 270,-2 1-630,4 5 0,-3 2 0,3 5 0,-4 2 0,0 1 0,1 2-1,-2 1-89,0 1 90,0 1-90,-1 1 90,1-1-90,0 1 90,0-1-90,0-2 0,-1 0 90,1-2-90,-1-1 0,1 0 0,0-2 90,0-1-90,-1-1 0,1 0 90,1-4-90,3-3 0,1-4-90,2-5 90,0-1 0,2-3 0,2-5-90,2-3-406,2-5 496,1 0 0,0 0-89,2 0 89,0 3 0,0 1-90,6 0 90,-7 8 0,3 1 0,-7 8-90,-2 3 90,1 2 0,-2 2 0,1 4-90,-2 1 585,0 4-495,-1 2 0,-2 0 0,0 2 0,-1 2-89,-1 2 89,0 1 0,-1-1 0,0 1 0,1-2 0,-1 0 0,1 0-90,0-1 90,0-2-180,0 0 90,1-2-180,2-1 0,1-3-180,1 0 1,1-2-271,1-2-539,-1-2-1350,1-2-1618,0 0 4227,1-4 0,6-2 0,1-2 0</inkml:trace>
  <inkml:trace contextRef="#ctx0" brushRef="#br0" timeOffset="55034">15064 10583 16887,'5'-11'2339,"-2"2"-2159,-8 7-90,0 2 0,-8 4 0,2 2 0,-3 3 0,-3 4 0,-1 2-313,-3 4 223,3 1 89,2 0 1,2-1-90,4 0 0,2-1 90,2 0-90,3-1 0,3-1 90,1 0-90,7 5 0,0-5 0,5 2-90,2-7 0,1-2 314,2-3-494,2-1 0,0-3-270,1-2-179,1-2-631,-1-3-359,3-4-4047,8-10 5756,-9 3 0,9-13 0,-12 7 0</inkml:trace>
  <inkml:trace contextRef="#ctx0" brushRef="#br0" timeOffset="55445">15444 10641 16707,'-5'-5'1350,"3"2"-1260,-17 5 0,6 2 0,-2 0-1,0 2-89,-2 2 90,0 0-90,1 3 90,1 0-90,1 2 90,2 1-90,2 0 0,3 0 90,2-2-90,3 0 0,2-1 0,1-1 0,3 1 0,1-2 0,3 0 0,1-1 0,2-1 0,1-2 0,1-2 0,0-2 0,0-1 0,1-1 0,-1-2 0,0-2 0,-1-2 0,1-3 0,2-10 0,-5 1 0,1-8 0,-7 6 0,-2 0 0,-4 0 0,-5-8 0,-1 8 0,-4-3 0,-2 11-90,1 4 90,-3 3-180,1 4-179,-1 3-91,-1 4-270,0 3-719,0 2-989,3 2-1170,2 1 3598,3 2 0,2 5 0,2 2 0</inkml:trace>
  <inkml:trace contextRef="#ctx0" brushRef="#br0" timeOffset="56202">15819 10721 15718,'-1'-13'630,"-1"3"-450,0 3 89,-1 2-89,-1-1 0,-1 1 0,0 0 0,-3 0-90,0 1 0,-2 2 0,-2 1 90,0 2-180,-2 1 90,-3 2 0,0 2-90,-2 2 90,-6 6 0,6-2-90,-4 5 89,9-4-89,2 0 0,3-1 0,1 1 90,2-2-90,2 1 0,2-2 90,1 0-90,2-2 0,3-1 0,1-1 0,3-2 0,2 0 0,0-3 0,2-1 0,9-5-90,-3-1 90,6-5-90,-3-2 1,9-13-1,-5 2-965,9-14 965,-12 7 90,1-5-90,-1-3 90,-2-1 0,0-4-90,-2 0 90,-2-2-90,-1-2 90,-6 17 0,-1-1-90,3-13 90,1-8 0,-7 27-90,0 0 0,-2 11 1,-1 2 89,-7 21 0,1 4 0,-6 14-90,2 1 460,-1 5-370,0 3 0,0 2-899,1 1 899,1 2 0,2 0 0,0-1 0,2 1 0,2-5-64,1-3 64,2-4 0,1-3 0,0-1 0,1-3 0,1-1 0,1-3 0,0-2 0,2-2 90,0-3 525,1-1-615,0-3 956,1-3-956,0 0 76,2-5-166,1 0 0,1-6 0,2-1 0,1-5 90,1-4-90,2-4-549,-1-2 639,-1-1-90,-1 0 90,-3 3-200,-1 2 200,-3 4 0,-2 4-90,-2 2 90,0 2 0,-2 2 453,0 3-363,-1 9 26,-2 1-116,0 7 90,-1-2-90,-1 2 0,0 3 90,0 1-90,0 1 0,1 1 90,1-1-90,1 8 90,0-6-90,1 5 90,1-11-90,1 0 90,0-2-90,5 2-180,-2-6-90,2 0-269,-3-7-361,1-1-1528,0-4-990,1 0 3418,0-5 0,5-8 0,1-3 0</inkml:trace>
  <inkml:trace contextRef="#ctx0" brushRef="#br0" timeOffset="56524">16367 10316 14729,'-1'-12'1079,"1"2"-809,1 1 90,0 4-91,1-2 181,-1 2-180,1-1 0,0 1-270,-1-1-180,-5 8 0,2-1-270,-6 5 1,4-4-451,0 0 720,2-8-90,1 3-3238,3-7 1440,4 11 2068,-1 2 0,6 12 0,-1 1 0</inkml:trace>
  <inkml:trace contextRef="#ctx0" brushRef="#br0" timeOffset="56990">16526 10637 13829,'8'-10'1619,"-1"2"-1079,-4 0-90,-1 2 89,0-1 271,-1-4-450,0 3-91,1-2 271,-1 4 90,1 0-450,-8 10-90,1 1 0,-7 12 0,1 2 0,-1 4-1,-1 4-89,-1 1-459,1 1 549,1-1-90,0-2-178,2-3 178,2-4 0,-1 2 0,3-7 0,0 2 0,2-8 0,1-2 0,9-6 540,1-2-540,7-7 0,1-4 0,3-2 0,15-17 0,-4 5-383,10-11 293,-8 7 90,-2 4 0,-1 2-90,-4 3 90,-3 5-90,-1 3 90,-3 3-90,-3 3 0,0 2 90,-3 3-90,0 3 1,-2 4 659,0 1-570,-1 4-90,-1 2 90,-1 3 0,-1 2-90,-2 1 90,0 1 0,-1 1 0,-1 1-90,0 0 90,-1-1 0,1-1-90,-1-2 0,1-1-90,0-2-450,0 2 91,1-5-361,1 2-629,0-7-899,0-1-1170,1-2 3598,1-1 0,5-2 0,1-1 0</inkml:trace>
  <inkml:trace contextRef="#ctx0" brushRef="#br0" timeOffset="57586">17159 10625 15178,'5'-12'720,"-1"3"-360,-3 3 449,0 1-89,0-1 179,0 0-449,-2-1-180,-1 3-90,-5 1-90,-1 4 0,-4 3 0,0 2 0,-2 1 0,0 3 0,-2 1-1,-1 5-89,0 1 0,1 1-89,2 0-1,2-1-90,4-2 90,1 1-90,2-2 90,1-1-90,3-2 90,1 0 0,2-2-90,1-1 90,3-1 0,1-2 90,1-2-90,1-1 0,2-2 0,1-1 90,1-2-90,1-2 90,1-2-89,1-3 89,7-6-90,-6-1 90,5-3 0,-8 4-90,-3 3 90,-3 3 0,-1 3-90,-2 3 90,-2 7-90,-2 2 90,-5 11 0,-2 4 0,-4 7 0,-1 6 0,1-3 0,0 2-1662,-4 17 1662,3-13 0,1-2 0,-2 12 0,2-2-897,1-5 897,1-1 0,0-1-393,0-5 393,2-4-42,1-7 42,0-3 1331,1-4-1241,0-2 910,-1-4-1000,0-2 515,-1-2-515,0-3 58,-1-3-58,0-2 0,-2-4 0,-4-11 0,3 2-315,-4-13 315,6 6 0,1-1 0,2 3 0,3 1 0,1 1 0,1 1 0,3-2 0,0 0 0,2 0 0,5-2 0,0 2 0,4-1 0,2 2 0,3 0 0,2 2 0,13-8 0,-8 7 315,9-6-405,-8 9-180,2-1-1137,5 0 598,3-2-1710,5 0-1798,-5 1 4317,3-1 0,-2-2 0,3-2 0</inkml:trace>
  <inkml:trace contextRef="#ctx0" brushRef="#br0" timeOffset="147705">8366 11833 11580,'2'-9'1440,"1"1"-1261,0 3 181,0 0-90,0 1 90,1-1-90,-2 1 0,2 0-180,-1 0-1,1-1 1,0 2 0,-1 0-90,2 0 90,1-1-90,2 1 90,2-1-90,0 1 0,1-1 90,7-1-90,-5 2 0,9-3 0,-10 4 90,2 0-90,-5 0 0,0 2 0,-2 1 0,0 1 0,-2 1 90,0 2-90,-3 1 0,-1 2 0,-2 1 0,-2 2 0,-2 1 0,-2 2 0,-1 0 0,-2 2 90,-3 2-90,0 0 0,-1 0 0,-3 5 0,5-9 0,-2 5 0,7-8 0,1 0 0,1-1 0,1-2 0,2 0 0,0-1 0,3-1 0,1 0 0,1-1 0,2 0 0,3-1 0,0-2 0,3 1 0,1-2 0,1 0 0,2-1 0,0-1-90,1 0-180,7-1 0,-7 1-449,10-3 89,-13 1-1349,3 0-179,-6-1 2158,-1 2 0,3-4 0,-1 0 0</inkml:trace>
  <inkml:trace contextRef="#ctx0" brushRef="#br0" timeOffset="148170">8801 11840 12750,'6'-10'270,"-1"2"-91,-2 3 91,0 2 0,1-2 360,-1 2-540,-8 12-90,-6 3 90,-2 6-90,-1-2 0,6-5 90,1-2-90,1 1 0,0 0 0,1 0 0,2-2 0,0 1 0,2-2 0,2 0 0,1 0 0,1-1 0,2-1 0,1 0 0,2-1 0,0 0 0,1-1 0,0 0 0,0 0 0,0-1 0,-1 0 0,-1 0-90,2 1 90,-3-2 0,1 2 0,-3 1 0,-6 4 0,-1 0 0,-4 3 0,-1-4-90,-1 0 90,-1 1 0,-1 1 0,1-1 0,-1 0-180,1 0 0,1-1-90,1-1-539,-2 3-1530,1-2 2339,2 0 0,2-3 0,4-3 0</inkml:trace>
  <inkml:trace contextRef="#ctx0" brushRef="#br0" timeOffset="148413">8845 11883 12390,'-3'-11'899,"4"3"-809,6 2 0,2 3-90,0 0 90,0 0 0,0 0-90,2-1-90,-2 0-90,1 1-269,-1-1-271,0 1-989,-1 0 720,-1 0 989,0 0 0,3-1 0,-1-1 0</inkml:trace>
  <inkml:trace contextRef="#ctx0" brushRef="#br0" timeOffset="148840">9060 11851 12930,'7'-8'1439,"-2"1"-720,-1 2-179,-2 0 450,0 0-901,-7 9 91,1-1-90,-11 16 0,7-4-90,-4 6 90,3-3-90,0 1 0,1 0-90,2 1 0,0-1 0,2 0 0,1-1 0,2-2-89,1-1 89,1-1-90,2-1 0,0-2 90,2-1-90,1-2 90,1-1 0,1-1 0,0-2 0,1-3 0,0-1 0,-1-1 90,1-3-90,-1 0 0,0-2 90,-1-1-90,-1-1 90,-1-1 0,0-1 90,-2-4 0,-2-1-90,-1 0 0,-3 3 0,-1 4 0,-1 2 0,-1 0 90,0 3-180,-2 1 180,1 2-180,-2 2-90,1 1-179,-1 1-91,0 1-540,2 0-988,0 1 269,2 0 1709,1 0 0,0 4 0,0 1 0</inkml:trace>
  <inkml:trace contextRef="#ctx0" brushRef="#br0" timeOffset="149113">9225 11990 13199,'3'-10'1170,"0"1"-720,-1 4-361,3 5-89,-2 1 90,3 4 0,-2 0-90,0 3 90,2 5 0,0-1-90,2 4 0,-2-3 0,0-1-90,0 1-180,0-2-89,-1-1-91,0 0-539,-1-2-900,-1 0 180,0-2 1709,0 0 0,-1-1 0,0 0 0</inkml:trace>
  <inkml:trace contextRef="#ctx0" brushRef="#br0" timeOffset="149329">9321 11991 13469,'-7'-3'990,"2"0"-900,-3 14 0,3-3 0,-1 2 0,-1 0-90,-2 2 89,1 0 1,-1 1-90,-1 1-90,1 0-89,-1-1-271,0 0-270,2-1-1259,0-1-89,1-1 2068,1-1 0,0 3 0,0 1 0</inkml:trace>
  <inkml:trace contextRef="#ctx0" brushRef="#br0" timeOffset="149785">9497 11962 13469,'1'-10'630,"0"0"-450,0 4 360,0-1-361,1 0 91,-1 2-90,1-3-90,0 4 0,1-1 0,1 1 0,0 1 0,1 0 0,1 0 0,2 1-90,0 0 90,6 0 0,1 1-90,0 0 0,-2 2 90,-4 0-90,-1 1 0,-1 1 90,0 1-90,-2 2 0,-2 0 0,-1 3 90,-3 1-90,-2 3 0,-4 2 0,-2 4 0,-5 3 0,-1 3 0,-3 0 0,1 0-447,0 0 447,3-3 0,2-2 90,-1 3-180,5-8 90,-2 7 90,6-10-180,1 0 90,3-5 0,1-2 90,3 1 357,0-2-447,3-1 0,1-1 0,0-1 0,2-1 0,1-1-90,1 0 0,0 0-180,0-1 0,0-1-90,0 1-180,-2-1-2428,5-3 450,-4 2 2518,3-2 0,0 0 0,1 0 0</inkml:trace>
  <inkml:trace contextRef="#ctx0" brushRef="#br0" timeOffset="150222">9844 12042 13289,'4'-10'180,"-1"0"90,-1 4 0,-1 1 0,1-1 359,0 2-359,0-3 270,-1 2 90,0-2-91,0 1-359,-6 3-180,0 3 90,-4 4 0,1 3-90,2 0 90,-1-1-90,1 1 0,0 1 90,1 0-90,0 1 0,2 0 90,0-1-90,2 1 0,1 4-90,4 0 90,1 1-90,3-1 0,-1-4 90,0 0-90,2-1 0,-1 0 0,1 0 0,-1 0 0,-1-1 0,0 1 1,-1-1-1,-1 0 90,-1 0-90,-1 0 0,-2 0 90,-1 0-90,-1 1 90,-3 0-90,-5 4 90,-4 1 0,-1-2-180,-3-1 90,4-3-450,-5 1 90,3-3-179,-3 1-1620,7-3-269,0 0 2518,2-2 0,-5-2 0,0-1 0</inkml:trace>
  <inkml:trace contextRef="#ctx0" brushRef="#br0" timeOffset="150469">9758 12034 13919,'-3'-12'360,"2"3"-360,5 3 90,1 3-90,2 0 0,2 0 90,1-1-90,1 1 90,1 0-90,0 0 90,0 0-90,0 1-180,-1-1-90,0 1-270,-1 0-629,0 1-1799,1 0 2968,-4 0 0,3 1 0,-5 1 0</inkml:trace>
  <inkml:trace contextRef="#ctx0" brushRef="#br0" timeOffset="150864">9980 12022 13110,'9'-4'2248,"-1"0"-1078,-3 2-991,-1 5-89,-3 0 0,-2 7 0,-1-2 0,-2 4 0,-1 0-90,-1 5 90,-1 0 0,0 3-90,0 0 90,1 2-90,1-1 0,0 1 0,1-2-90,0 7 0,3-8-90,0 5 90,4-9-90,0-3 90,2 1 1,1-3-1,3-1 0,0-1 0,1-2 0,2-2 0,0-1 0,0-1 90,1-2-90,0-1 90,-1-2-90,0 0 90,0-3 0,-2-1-90,-1-1 90,-2-1 0,-2 1 0,-1 0-90,-3 0 90,0 1 0,-3 0-90,-2 1 90,-2 2 0,-2 0-180,-1 2 0,-3 1-269,0 1-181,-3 1-1529,1 1-359,-2 1 2518,1 1 0,-7 2 0,-2 2 0</inkml:trace>
  <inkml:trace contextRef="#ctx0" brushRef="#br0" timeOffset="152695">12445 16496 12660,'-9'-3'0,"0"0"180,4 0 179,0-1 181,1 1 270,0-1-181,1 0-539,4-3 0,1 3 0,5-3 0,0 4-90,1 0 90,2 0-90,0 1 90,2 0-90,-1 0 90,6 2-90,-3 0 0,2 2 0,-4 0 90,-2 2-90,0 0 0,-1 1 0,-1 1 0,-1 2 0,-3 0 90,-2 1-90,-2 1 0,-1 1 0,-4 3 0,-7 7 0,-4 2 0,-1 1 0,-1-3 0,8-7 0,0-2 0,1 0 0,1-1 0,2 0 0,1-2 0,1 0 0,1-1 0,3 0 0,0 0 0,2 0 0,1-1 0,1-1 0,0 1 0,1-2 0,-1 1 0,1 0 0,-1-1 0,-1 2 0,0-1 0,-1 2 0,-4 7 0,-5 6 0,-2 2-383,-5 5 473,1-6-90,-2 3 0,-1-1-90,-1 1 90,0-2 90,0 0-90,-1-1 0,2-4-81,2-1 81,1-3 0,1-2 0,3 0 0,-1-2-90,0 0 380,2-3-830,-1 2-725,4-5 1265,-1 0 0,3-4 0,1 1 0</inkml:trace>
  <inkml:trace contextRef="#ctx0" brushRef="#br0" timeOffset="153210">12550 16831 12570,'-1'-12'180,"1"0"-90,1 7 90,0-2-1,1 1-89,0-1-90,0 1 90,1 1 0,-1 2-90,2-1 90,0 0-90,0 1 90,2 0-90,-1 0 90,1 1-90,1 0 0,-1 1 0,1 1 0,1 0 0,-2 2 0,1 0 90,0 2-90,-2 1 0,-1 2 0,-1 3 0,-3 0 0,-1 3 0,-3 3 0,-2 1 0,-3 6 0,-3 1 0,-2 2-624,-3 0 624,-1-1 0,0-1 0,0 1 0,-1-2-90,3-2-33,1-2 123,3-3 0,3-2 0,1-2 0,2-1 0,2-2 528,1 0-618,2-1 219,2-1-39,2-1-90,2 0-90,3-1-359,7 1 179,-2-1-90,7-1-360,3 1 360,-5-3 1,6 1-91,-7 0-899,-3-1 359,0 0 990,-3 0 0,5 0 0,0 1 0</inkml:trace>
  <inkml:trace contextRef="#ctx0" brushRef="#br0" timeOffset="153526">12899 17034 11580,'-6'-10'1350,"1"0"-811,1 3-89,1 0 360,0 1-91,1 0 91,0 0-450,4 0-271,3 5 1,2 0 0,3 6 0,-3-1 0,2 3 0,0 1-90,0 0-180,0 2 0,-2-1-179,0 1-1,-1-1-180,0 0-179,-2-1-1530,-1-1-809,0 0 3058,0 0 0,0 4 0,-1 0 0</inkml:trace>
  <inkml:trace contextRef="#ctx0" brushRef="#br0" timeOffset="153728">13044 16961 14279,'-5'-12'450,"0"3"-360,2 4-1,0 2 91,-2 0-90,0 2 90,-2 1-90,0 1 90,-4 4-90,1 1 0,-3 4 90,-9 10-180,2-1-438,-6 9 348,7-6-90,2 1-304,2-3-55,2-1-361,4-3-1259,1-1-269,3-3 2428,1-1 0,2 4 0,-1 0 0</inkml:trace>
  <inkml:trace contextRef="#ctx0" brushRef="#br0" timeOffset="154254">13162 16830 14189,'-9'-11'0,"2"2"90,4 4-90,0 0 0,5-1 0,-1 2 0,5-1 90,0 3-90,3-1 0,1 1 0,1 0 0,1 1 0,1 1 0,0-1 0,4 4 0,-4-2 0,2 2 0,-6 0 0,-2 0 0,-1 2 0,-2 0 90,-1 0-90,-2 3 0,-3 0 0,-1 2 0,-4 2 0,-1 1 0,-3 2 0,-3 2-90,0-1 90,-8 7 0,2-1 0,-1 5 0,6-8 0,6-2 0,5-6 0,2-1 0,2-1 90,1 1-90,2-1-90,1 1 0,1-1 90,0 0-90,1 0 0,-1 0 0,0-1 90,0 1-90,-2 1 0,0-2 0,-4 8 90,-5 2-90,-6 7 90,-2-4 0,-2-2 90,2-5-90,1-1 0,-1-1 0,2-1 0,0-2 0,3-1 0,0-1 0,2 0-90,1-1-90,-1-1-90,2-1-2158,1 0 2428,1-1 0,1-2 0,0 0 0</inkml:trace>
  <inkml:trace contextRef="#ctx0" brushRef="#br0" timeOffset="154760">13519 16949 12480,'-7'-11'360,"2"1"-180,1 5-1,1 0 1,0 1 90,0 0 0,1-1-90,-2 0-90,1 0 0,0 0 90,1 1-180,6 2 0,2 3 90,5 2-90,-1 2 0,-2 2 0,0 1 0,-1 1 0,-1 1-90,-2 1 90,-1 1 0,-2 2-90,-3 1 90,-4 2-90,-3 3 90,-4 2-396,-3 2 396,-2-1-90,-1 0 90,0-2 0,-1-1 0,3-2 0,0-2 0,3-1 0,3-3 0,2-1 0,1-1-90,2-2 180,1 2 306,3 1-396,3 1 0,3-1 90,11 3-90,-3-7 0,6 3 0,-3-5 0,1 1 0,1-1 90,0 0-180,-1-1 90,1-1-90,-1 1-90,0-2-90,-2 0-90,-2 1 1,-2-2-271,-1 1-1169,-1 0 1799,2-1 0,-6-1 0,1 0 0</inkml:trace>
  <inkml:trace contextRef="#ctx0" brushRef="#br0" timeOffset="155062">13898 17161 13020,'-11'-14'1079,"1"3"-809,6 5 269,0 2-89,0-2-180,1 1 270,0 0-450,9 6 0,-2 1 0,8 5-90,-4 0 90,2 1-90,2 3 90,0 0-90,2 1 0,-2 0-180,2 0-180,-3 0-90,0-1-270,-2-1-1618,-1-1-720,-2-1 3058,-1-1 0,1 3 0,-2-1 0</inkml:trace>
  <inkml:trace contextRef="#ctx0" brushRef="#br0" timeOffset="155276">14035 17120 14998,'-4'-9'630,"-1"1"-450,0 9 0,0 0 0,-3 6-90,3 0 90,-2 3-90,-1 0 0,0 2-1,0 2 1,-2 2 0,0 1-90,0 1 0,-1 0-90,0 3-269,-1-2-181,0 1-539,2-3-4228,-1 3 5307,5-6 0,-3 9 0,4-7 0</inkml:trace>
  <inkml:trace contextRef="#ctx0" brushRef="#br0" timeOffset="155577">14358 17243 14729,'-3'-12'269,"0"1"-179,1 3 180,0 1 90,1 0-90,-1 1 360,0 0-630,2 14 89,-1-2 1,1 14-90,-1-6 0,0 3 90,-1 1-90,-1 2 0,0 0 0,-1 2-90,0-1-359,0 7 89,2-6-989,-1 9-3778,1-9 5127,2-2 0,3 0 0,1-5 0</inkml:trace>
  <inkml:trace contextRef="#ctx0" brushRef="#br0" timeOffset="155876">14606 17278 14369,'-9'-7'270,"0"3"-180,3 6-90,-1 2 90,1 2-1,-1 2-89,0 1 0,0 2 90,0 2-90,-4 6 90,4-3-90,-2 5 90,4-6-90,0 0 90,2 0-180,0-1 0,2 0 0,1-2-449,4 4 179,1-5 0,2 2-90,1-5-449,5 1 359,-2-5-1079,4 1 900,-4-4 719,0-1 0,5-5 0,2-1 0</inkml:trace>
  <inkml:trace contextRef="#ctx0" brushRef="#br0" timeOffset="156003">14632 17508 11041,'18'-27'539,"-4"1"-359,-10 9 180,-2-1-90,-2-2 90,-1 0 179,-4-7-269,0 7-90,-2-2 0,0 9 0,-1 3-90,0 2 180,-5 2-180,3 4-180,-3 2-90,3 3-180,2 2-360,0 1-1258,2 0 269,1 0 1709,3 0 0,0 6 0,2 0 0</inkml:trace>
  <inkml:trace contextRef="#ctx0" brushRef="#br0" timeOffset="156418">14989 17358 13559,'-3'-10'900,"1"1"-271,0 4-179,-1-1-90,1 0 90,0 0-270,5 2-90,2 2-1,3 2 1,2 3-90,0-1 90,1 2-90,1 0 90,1 1-90,1 0 0,-1 0 90,0 1-90,-1 0-90,-2 2 90,-2-1 0,-4 0-180,-2 4 180,-5-2-90,-3 4 90,-4-2-89,-2 0 89,-3 1 0,-4 1 0,1 0-90,-1 1 90,4-2 0,0-1-90,3 0 90,0 0 0,3 0 0,0-1 0,3 0 0,2 0 0,2 0 0,0-1 0,3 0-90,0-1 90,3 0-90,2 1 0,2-2 0,0 0-90,2-1 0,1-1 0,3 0-90,0-2-539,6 0 179,-4-1-1439,4-2-179,-5-1 2248,0-1 0,7-2 0,1 0 0</inkml:trace>
  <inkml:trace contextRef="#ctx0" brushRef="#br0" timeOffset="157004">15396 17511 14369,'-7'-10'1259,"0"0"-539,4 7-181,0-3 1,1 3 90,-1-2-540,-3 9 0,2-2 0,-3 9-1,1-3-89,-2 2 90,-2 2-90,0 0 90,-1 3-90,-1-1 90,2 1-90,-2 0 0,3-1 0,-1 0-90,3-2 0,-1-1 90,2-2-179,-1 3 89,3-4 0,-1 1-180,3-4 90,5-2 180,3-2-90,2-2 90,1-1-90,-3-1 90,1 1-90,0-1 90,1 2-90,-1-2 90,0 2-90,2-1 0,3 2 90,-3 1 0,2 0-90,-6 0 90,-1 1 0,1 0 0,-1-1-90,1 1 180,2-1-90,-1 0-90,2 0 90,-2-2 0,0 0 0,1-1 0,0 0 0,3-4 0,1-1 0,0 0 0,-1-1 0,-3 2 0,-1 0 0,-1 2 0,0 0-90,0 1 90,-3 6 0,0 1 0,-3 6 0,-2 2 0,-2 2 0,0 2 0,-2 2 0,0 1 0,-2 8 0,2-8 0,0 7 0,2-12 0,2 0-359,1-1-91,0-3-540,0 1-1348,2-3-900,-1-2 3238,2 0 0,0-1 0,1 0 0</inkml:trace>
  <inkml:trace contextRef="#ctx0" brushRef="#br0" timeOffset="157526">12925 17789 14639,'-22'-6'-180,"3"0"90,1 1 90,4 2 90,0-1 0,2 0 180,0 1-91,3 1 91,0 0-90,2 0 0,0 0 1079,0 0-1079,11-1 0,1 1 90,10-1-90,5 2 90,7-1-1208,9 2 1208,15-1-1237,-22 2 0,2 0 1057,8-1 0,5 2 0,2 0 0,5 2 0,3 0-45,-7-1 0,1 0 0,2 1 0,4 1-387,-6-1 0,4 1 0,2 0 0,1 1 0,-2-1 0,-1 0 342,1 1 0,-2-1 0,0 1 0,0-1 0,0 1-243,3 0 0,0 0 0,0 0 1,-2 1-1,-2-1 243,0 0 0,-1 1 0,-3 0 0,-1-1-281,8 1 0,-3-1 0,1 1 281,5 0 0,0 1 0,0-1-140,-7 0 0,0-1 0,-1 0 110,0 0 0,1 1 0,-1-1 30,-1 0 0,0 0 0,-1 1-30,-1-2 0,0 1 0,-1 0 0,-2 0 0,0-1 1,-1 1-16,16 1 0,-2-1 110,-7 0 1,-2-1-111,-6-1 0,-2 0 415,-8-1 0,-2 0-370,19 2 1437,-12-3-1437,-3-1 2193,-14-4-2193,-12-4 2120,-8 2-2120,-11 0 958,4 3-1317,-1 3-181,0-1-809,-1 2-1170,0 0-1798,1 1 4317,-1 0 0,-3 0 0,-3 1 0</inkml:trace>
  <inkml:trace contextRef="#ctx0" brushRef="#br0" timeOffset="164913">11643 2976 13919,'3'-8'2699,"-1"0"-2699,-4 24 0,-1 2 89,-4 22-89,-2 3 90,-2 8-1520,4-22 0,-1 2 1475,-1 5 0,-1 1 0,-1 2 0,1 0-45,-1 0 0,1 0 45,-1 0 0,1 0-45,2-4 0,0 0-387,0-1 0,0 1 387,1-1 0,0 0 45,0-2 0,0 0-538,2-1 0,-1-1 538,1-2 0,0 0-588,-3 22 543,1-6 90,2-6-90,2-5 1389,0-5-1389,1-1-270,1-4-89,1-4-5466,-1-8 5825,4-18 0,-1-8 0,3-13 0</inkml:trace>
  <inkml:trace contextRef="#ctx0" brushRef="#br0" timeOffset="165676">11520 3034 14549,'1'-14'-90,"0"1"180,0 1 0,0 1 0,-1 1 89,0 0 91,1 2 0,-1-1-90,1 1 90,-1 0-90,1 2 180,-1-1-180,1 0 89,0 2-179,3-3 0,0 4 90,3-2-90,1 3-90,2-1 90,4 2 0,4-1 0,3 2 0,3-1-90,7 2-971,4 0 971,13-1-1511,6 1 1511,-24-1 0,2 0 45,0 0 0,1 0-45,1-1 0,0 1 0,-1-1 0,2 0 45,14 0 0,1 0-45,-13 0 0,0 1 45,10-1 0,-2 1-45,10-1 0,-21 2 0,-2-1 0,10 0 0,6 0-257,-19 1 347,-10-1-90,2 1 0,-10 0 926,-2 0-926,0 1 1704,-2-1-1704,0 1 468,-1 0-378,0 1-90,0 3 0,0 1 0,0 3 0,0 5 0,0 3 0,2 9 90,-1 5-90,-2-1 0,-1 3-670,-1-4 1,-1 0 669,1 11 0,-1 2-892,-1-7 1,-2-1 936,0 2 0,0 0-45,-1 1 0,0 0 0,-1 0 0,0 1 0,0-1 0,-1 1 0,0 0 0,0-1 45,0 0 0,0-1-45,0 1 0,0-1 0,1-2 0,0 0-542,-1-1 1,2-1 541,-3 25-547,2-6 547,0-6 90,2-7-90,0-4 0,0-8 0,1-4 825,-1-5-735,1-1 1492,-1-3-1582,1 0 1506,-2-5-1506,-2 0 929,-3-9-929,-1-2 0,-3-3 0,-1-1 0,-3-2 0,-6-1 0,-4-2 0,-6 1-326,-8-1 326,7 5 0,-2 1-798,6 1 0,-1 0 798,-10 0 0,-1 1 0,10 1 0,1 1 0,-3 1 0,1 0 0,-1 0 0,-2 1 0,-13 0 0,0 0 0,11 1 0,0 0 0,-10 0 0,2 1 90,-9 1-1064,6 0 974,6 0-539,4 0 539,5 1 14,3-2-14,7 1 0,1-1 1289,5 0-1379,1-1 998,2 0-1178,2 0 649,2-1-829,1-1 306,1 0-1115,1-1-2159,1-2 270,5-3 3148,1-1 0,8-6 0,2 0 0</inkml:trace>
  <inkml:trace contextRef="#ctx0" brushRef="#br0" timeOffset="166521">13620 2978 13919,'1'-12'1169,"-1"0"-899,0 3 360,-1 2 269,0 0-269,1 0 269,-1 0-809,0 16 0,-1 0 0,-1 21-766,0-1 766,-2 7 0,-1 4-1150,-1 7 1150,-2 5-45,5-23 0,-1 2-1,-2 15 1,-1 2 0,0 5 0,0 0-1220,-1 1 1,1 0 1174,0-1 0,0-3 45,3-13 0,-1-3-596,1 1 0,1 0 551,0-1 0,0-1 45,0 0 0,0-1-238,2-1 1,-1-1 192,-1 24 90,2-4-90,1-6 91,0-2-91,1-6 1600,0-4-1600,1-6 1368,-2-5-1368,3 4-90,-2-9 1,1 2 1122,-2-9-3372,1-2 2173,-5-11-2353,4-2-781,-2-11 3300,4-2 0,2-12 0,1-5 0</inkml:trace>
  <inkml:trace contextRef="#ctx0" brushRef="#br0" timeOffset="167372">13691 2926 14819,'-4'-9'269,"0"0"91,2 5 0,0-2-180,6 1 0,0 1-90,7 1 90,1 1 0,4 1-1,5 0 1,7 0-791,5 0 701,7 1-1124,5 1 1214,5-2-90,4 1-45,-24-1-1,0 0 1,0 1 0,2-1 45,17-1 0,1-1-45,-11 2 0,0-1-1259,14-1 0,0 0 1259,-14 1 0,-3 0 0,2 0 0,-1-1-602,-1 2 0,0-1 602,-1 0 0,-1-1-45,0 2 0,-1-1-153,-2 0 1,-1 0 242,24 0-5,-5-2-85,-11 3 1644,-5-2-1644,-8 2 1431,-4 0-1341,-4 1 1186,-1-1-1276,-4 0 1177,1 1-1087,-3-1 419,-1 1-419,2 2-90,-4 0 0,3 2 0,-4 1 90,4 9-90,1 8 0,0 2-589,1 10 589,-4-5 90,0 6-90,-1 4 0,1 1-1222,-4 4 1222,0 6-1487,-1 5 1532,-3-25 0,0 1-45,0 1 0,-1 1 0,-1-1 0,0 1 0,-1 0 0,0 2-449,-2 14 1,-2 3 493,1 1 0,-1 1-45,0-1 0,0 1 0,1-12 0,1 0 0,0-4 0,0-3 0,0-3-292,-1 9 1,1-1 291,0 9 90,0-6 702,1-2-792,1-2 0,0-5 1088,1-5-1088,1-5 0,0-6 1089,0 0-1089,1-5 1559,-1 0-1559,1-4 0,-1 0 90,0-3 430,-1-3-430,-5-7 0,1-1 0,-3-8-90,2 3 89,-3-2-89,-1 0 90,-2-1-90,-5-1 90,-3 1-526,-5-1 526,-3 1-990,-4 2 900,-7 1 90,-7 1-90,-7 1 0,25 5 0,0 0-690,-2 1 1,0 0 689,-1 0 0,-1 1 0,-1 1 0,0 0 45,-1 0 0,0 1-45,-2 0 0,0 1 0,0-1 0,-1 1 0,1 0 0,-1 0-779,0 0 0,-1 1 824,1 0 0,0 0-45,0-1 0,1 1 0,0 0 0,0 1 0,1-1 0,0 0-387,3-1 0,0 1 387,0 0 0,2 0 0,-23 0-78,3 2-12,10-3-90,2 1 0,7-1 774,3-1-954,7 0-270,4-2-269,1-1 887,4 1-6824,-4-3 7224,8 0 1,-6-3 0,5 0 0</inkml:trace>
  <inkml:trace contextRef="#ctx0" brushRef="#br0" timeOffset="171479">8500 18111 17247,'-6'-13'810,"0"1"-540,3 6-1,0 0 181,1 1-270,-2-1 0,2 1 0,-2-1 0,1 1-90,-2 1 0,-1 1 90,0 0-91,-1 2-89,-3 0 90,0 2 0,-3 2 0,0 0-90,-4 2 90,0 1-90,-6 4 90,1 1-90,-3 4 0,1 1-408,0 2 408,0 2 0,3 1 0,0 2 89,3 1-89,2 2 0,3 0 0,4 0-174,1-2 264,5-2-90,1-1 0,4 0 0,3 3 0,5 0 0,3 1-90,5-4 90,1-4-180,5-4 90,-2-4-180,2-2 1,-2-4-91,-2-3-90,0-2-90,2-5-89,0-1-271,1-5-2968,5-7 91,-9 3 3777,3-5 0,-10 3 0,0-2 0</inkml:trace>
  <inkml:trace contextRef="#ctx0" brushRef="#br0" timeOffset="171927">8496 18287 17697,'7'-7'2608,"0"5"-2518,-5 8 0,0 3 0,-3 4 0,0 0 0,-2 3 0,0 2 0,-1 2-90,-1 0 90,-1 1-90,1 0 90,-2-1-90,1-2 0,0-1 0,1-1 90,1-3-90,-1-1 0,2-1 0,0-2 0,0-1 0,0-2-270,2-1 180,-3-9-180,2 1-5846,0-6 6116,-4 7 0,3-2 0,-3 2 0</inkml:trace>
  <inkml:trace contextRef="#ctx0" brushRef="#br0" timeOffset="172284">8147 18389 13469,'-9'-3'2069,"2"-1"-1889,11 1 90,-1 0-90,7 0 0,-2 1 0,2 0-1,-1 0 1,3 0-90,1-1 0,0 1 0,3 0-360,6-1-629,1 1 179,0 0-5036,4 1 5756,-12 1 0,11-1 0,-5 1 0</inkml:trace>
  <inkml:trace contextRef="#ctx0" brushRef="#br0" timeOffset="172996">8513 18405 15448,'-3'-13'2339,"0"3"-2069,8 6-180,0 7 0,0 0 0,-2 5-1,-1-1 1,-1 1-90,0 1 90,-1 1 0,1 1-90,-2 1 90,0 0-90,0 1 0,-2-1 90,1 0-90,-1 0 0,1 0 90,-1-1-90,1-1 0,0-2 0,-1 0 0,1 0 0,0-2 90,0 1-90,1-3 0,-2 2 0,6-20 0,-2 6 0,6-17 0,-2 10 0,3 0 0,-1-2 0,3 0 0,-1 0 0,2 1 0,-1 0 0,1 4 0,0-1 0,-1 4 0,1 1 0,0 1 0,-1 2 0,0 2 0,-2 2 0,1 0 0,1 4 0,-3 0 0,1 4 0,-5 0 0,1 7 0,-2-4 0,0 6 0,-1-4 0,0-1 0,-1 1 0,0-1 0,0-1 0,1 0 0,0-1 0,0 0 0,2-1-90,-1 0 0,1-2-90,1 0-90,0-1-629,4 0-990,2-1-540,0-3 2429,4-2 0,-1-3 0,5-2 0</inkml:trace>
  <inkml:trace contextRef="#ctx0" brushRef="#br0" timeOffset="173305">8929 18385 15808,'6'-9'3688,"-1"1"-3418,-10 10-180,-1 4 0,-4 4 0,0 3 0,3-2-90,0 1 89,0 1 1,1 1-90,1 0 90,0-1-90,3-1 90,0 1-90,1-1 0,1 0 0,2-1-90,1 0-179,5 2-361,4-2 180,1-1-180,2-3-359,-2-4-540,-1-2-990,1-1-1348,-1 0 3867,2-3 0,4-2 0,3-3 0</inkml:trace>
  <inkml:trace contextRef="#ctx0" brushRef="#br0" timeOffset="173718">9214 18385 16438,'-5'-11'1709,"0"0"-1170,3 6 1,-1-1-270,0 2-90,-2 5-90,0 0 0,-1 5 0,0 0 0,0 2 0,1 1-90,0 1 89,0 0-89,1 0 90,1 1-90,1 1-90,0-2 1,2 1-91,1-2 0,1 1-90,1-2 0,2 0 0,2-1-90,1-2-179,5 1 269,-2-3 0,2-1 90,-4-2 0,-1-1 0,0-2 0,0-1 180,-2-2-90,0 0 90,-1-3 90,-2-1 0,0-1 90,-3-1 0,-2-2 0,0 3 0,-4-3 0,0 2 0,-3 0 0,-2 2 0,-8-1-1,4 4-89,-5 2 0,6 4-90,-5 5-449,2 3-91,0 2-180,6 3-809,6-4-809,2 0-1260,2-1 3598,2 0 0,1 3 0,1 1 0</inkml:trace>
  <inkml:trace contextRef="#ctx0" brushRef="#br0" timeOffset="174860">9461 18410 15988,'3'-9'2608,"0"3"-1618,-3-2-630,-2 4-270,-5 1 0,0 4-1,-2 2 91,1 2-90,-1 0 0,1 2-90,-2 0 90,1 1 0,0 1-90,0 0 0,1 1-90,0-1 0,2 1 0,1-1 0,0 1-90,1-1 1,1-1 89,1 0-360,1-2 270,2 2 0,1-3 0,2 1-90,1-3 90,0-2 90,2-1-89,2-1-1,-1-2 90,2-1 0,0-3 0,1-1 0,0-3 0,1-2 0,-1-3 0,2-4 90,0-2-90,1-4 90,-3-2 0,0 0-480,-2-2 570,0 0 0,-1-1 0,-2-1 0,0 2 90,-1 2-218,-1 3 128,-1 4 90,0 1 0,-1 4-90,-1 2 0,1 1 0,-2 4 827,1 2-917,-3 14 320,-1 3-230,-5 23-90,1-5-821,-2 12 911,2-5-90,1 1 0,1 2 90,0-3-90,1-1-414,1-4 414,0-3 0,3-1 0,0-1-83,2-1 83,2-1 0,1-2 0,2-1 0,1-2 0,2-2 0,1-1 770,2-3-770,3-2 0,10 1 0,-5-6-90,6 1 0,-7-6 90,0-1-90,-1-2 0,2-3 0,-2-1 90,-1-2-90,-1-1 442,-2-2-352,-1-1 196,-3 0-286,-3-1 90,-1 1 0,-3 1 90,0-1-90,-1 2 90,-2 1 0,-1-4 0,-1 5-90,-1-2 90,0 5-90,-2 2 90,-4 3-90,2 2 0,-5 5 90,4 1-90,0 3 0,-1 1 0,-1 3 0,1 2 0,-1 2 0,2 0 90,1 0-90,-1 1 0,3-2 0,1 1 0,0 7 0,3-8 0,1 5 0,1-9 0,2-2 0,2-2 0,6 0-90,-1-4 90,4-1-90,-1-5 90,1-1 0,3-3-90,2-3 90,2-4-510,3-3 510,-3-3-90,1-3 90,-2-1-90,-3-3 90,-1 0 0,-4 2-90,-3 1 180,-1-3-90,-5 8 90,-2-3-90,-3 7 0,-1 3 90,-2 0-90,0 2 0,-1 2 510,-1 1-510,2 2 0,-3 2 0,1 3 90,0 0-90,2 4 0,4 0 0,3 2 0,2-2 0,2 0 0,1-3-90,0 1 90,1 0 0,1-2 0,2 1 0,1 0 0,0-1 0,0 1 0,0 0 0,0 0 0,-1 1 0,-1 0 0,-1 0 0,-1 1 0,-2 1 0,-3 1 90,-2 1-90,-1 2 90,-2 3-90,-1 0 90,-2 3-90,-1 0 0,1 2 90,-2 1-90,2 1 0,-1 0 0,1-2 0,2-1 0,0-2 0,2-1 0,1-1-180,0-1 0,2-2-270,1-1-90,1-2-1258,6-2 268,-1-3-808,3-2-900,-2-2 3238,1-3 0,8-5 0,3-3 0</inkml:trace>
  <inkml:trace contextRef="#ctx0" brushRef="#br0" timeOffset="175026">10607 18630 16977,'12'-5'1979,"-1"1"-1349,-4 0 89,0 0-179,0 0-90,0-1 0,2-1-91,0 0 1,-1 0-180,2-1-90,0 0-180,0 0-360,-1 0-179,-2 0-541,-2 1-359,0-1-90,-3 1-1079,-1 0-2339,-3 0 5037,-1-1 0,-7-7 0,-3-1 0</inkml:trace>
  <inkml:trace contextRef="#ctx0" brushRef="#br0" timeOffset="177643">11908 18351 9332,'-5'-12'899,"2"1"-359,4 4 89,0 0-269,1 0 0,0 1 450,1 0-451,-1 1-89,2 1 0,-1-2 0,0 2 0,1-1-90,1 1 0,0-1-1,0 1 1,2-2-90,-1 3 90,2-2-90,-1 1 0,1 1 0,0 0 0,-1 0-90,1 1 90,0 0 0,-1 1-90,1 0 0,0 1 90,-2 1-90,1 0 90,-1 2 0,0 5-90,-2-1 0,-2 6 90,-3-1-90,-2 3 0,-1 4 90,-5 5-584,0 3 494,-2 3 0,-2 0 90,1 1-90,-1-2 0,1 0 90,1-4-90,1-1 0,2-4 0,2-2 0,-1 6 0,4-2 0,1-1 0,4-3 0,2-8 494,3 0-404,2-2-90,2-1-90,3-2 0,2-2-180,2 0 0,1-2-180,1-1 0,1-1-449,-2-1-1260,2-1-269,-4-1 2428,1-1 0,1-5 0,2-1 0</inkml:trace>
  <inkml:trace contextRef="#ctx0" brushRef="#br0" timeOffset="178105">12262 18543 14369,'3'-6'1799,"-5"2"-1709,16 0-90,-9 2 90,0 0-90,-1-1 0,1-1 90,-2-1-90,1-1 0,-2 0 0,0-1 90,0 0-90,-2-1 0,0 0 0,-1 1 0,-1-1 0,-2 1 0,-2 0 0,0 3 0,-2-1 0,-1 6 0,-5 4 0,1 1 0,-3 5 0,4 1 0,1 3 0,1 0 0,-1 9 0,4-5 0,2 5 0,5-7 0,3 0 0,2 1 0,1-1 0,10 6 0,-2-7 0,6 3 0,4-7 0,-6-4-270,12-1 90,-13-6-180,4-2-180,-6-3-89,-1-2-1620,-2-1-539,-1-1 2788,-3 0 0,2-6 0,0-1 0</inkml:trace>
  <inkml:trace contextRef="#ctx0" brushRef="#br0" timeOffset="178959">12505 18601 14459,'5'-8'1259,"0"-1"-629,-4 4-360,-1-3-91,-1 2 91,-1-1-90,0 2-90,-1 0 90,-1 0 0,0 2-90,-1 0 0,0 1 0,-3 2 0,-1 1-90,-1 1 90,-2 2 0,-1 1-90,-2 3 90,1 1-90,-1 0 89,2 2-89,0-1 0,3 0 90,1 2-90,1-1 0,1-1 0,2 3 90,2-1-90,3 0 0,3-4-90,2-4 90,6-1 0,0-3-90,4-1 90,-2-2 0,0-1 0,1-3-89,-1 0 89,0-2 0,-1 0 0,-2 0 0,0 0 0,-2 1 0,-1-1-90,-1 3 90,2-4 0,-3 6 0,0 10 0,-4 0 0,-1 11 0,0-7-90,0 1 90,1 0 0,0 1 0,1-2 0,0 1 0,0-2 0,1 0 0,1-2 0,0-1 0,2-1 0,1-3 90,5-3-90,-1-2 0,4-2 0,-3-2 0,0-1 0,1-3 0,-1-2 0,0-1 0,-1-1 0,-1 0 0,-2 1 0,0-1 0,-2 2 0,-1 0 0,-1 1 0,-1 1 0,-1 1 0,-1-2 0,1 2-90,-2-1 90,-1 5 0,-2 0 0,-1 3-90,-2-1 90,11 1 0,-1 2 0,8-2 0,-3 1 0,0-1 0,1 0 0,-1-1 0,2-1 0,-2 1 0,1 0 0,2-2 0,-3 3 0,0-1 0,-3 2 0,-2 0 0,2 0 0,-3 6 0,-3 3 0,-1 3 0,-3 3 0,0 5 0,1-2 0,0 5 0,1-5 0,1 0 0,1 0 0,1 5 0,0-5 0,2 4 0,0-8 0,0 0 0,2-2 0,-1-1-90,3-1-90,0-1-180,2-2-90,0-1-89,0-1-181,0-2-1709,0 0 2429,3-3 0,3-1 0,3-2 0</inkml:trace>
  <inkml:trace contextRef="#ctx0" brushRef="#br0" timeOffset="179426">13004 18578 14819,'3'-12'359,"-2"1"-89,0 4 270,-1 1 0,2-1-181,-1 0 451,0 0-810,-4 16 90,1-4 0,-4 15 0,1-7 0,0 2-90,-1 1 90,-1 2 0,-4 9-90,2-6 90,-2 4-90,4-9 0,0-3 89,1-1-89,0-2 0,2-1 0,0-3 90,0-1 0,7-12-180,1 0 90,6-10 0,0 3-90,5-4 90,1-2-89,2-2-148,1 3 147,-3 3 90,-1 2-90,-2 3 90,-1 2-90,-1 3 90,-1 1 0,-1 3 0,-2 2 147,0 2-147,-3 2 0,-1 2 0,-3 2-90,0 2 90,-1 2 0,0 1 0,-3 10 0,2-1 0,-1 3 0,2-6 0,2-6 0,0-1 0,1-1-180,1-2 0,1-2-270,0-1-89,2-3-361,1-1-1529,1-2 2429,7-4 0,5-5 0,6-3 0</inkml:trace>
  <inkml:trace contextRef="#ctx0" brushRef="#br0" timeOffset="179801">13438 18566 15358,'-6'-9'450,"1"1"-90,2 5-180,-2-3 0,2 3 89,-1-2 1,-1 1-90,0 2-90,-4 1 0,-2 4 0,-2 2 0,2 1-90,0 1 90,3-2-90,1 2 0,0-1 0,2 1 0,0 0-90,2 1 0,1-1 0,2 0 0,2 0 0,2 1 0,0 0 0,7 5 0,-2-4 0,4 5 90,-3-5-90,-1 0 90,0 0-90,-1 4 90,-3-3 0,0 2 0,-6-2 90,-2-1 0,-3 1-90,-2 1 90,-3 2 0,-3-1-90,1 0 90,-5 3-90,1-2 90,-1 1-90,2-2-180,-3 4-90,7-5-269,-2 2-541,7-5-4586,3-2 5666,5 0 0,8-1 0,4-1 0</inkml:trace>
  <inkml:trace contextRef="#ctx0" brushRef="#br0" timeOffset="180743">14173 18749 16887,'2'-8'540,"-2"1"-450,-5 5 90,-2 0-90,0 1 0,-3 1 0,-1 1 0,-3 1 0,-1 1 0,-1 2 0,-8 5-1,0 5-89,-2 6 90,8-3-90,7-2 0,6-5 0,3 0-90,1-2 1,2 0-1,2-1 0,1-1 0,2-1 0,1-1 90,1-2-90,0-1 0,1-2 90,1-1-90,0-1 90,0-1-90,4-3 0,-1-2 90,0 1 0,-3 0 0,-5 3 0,-1 1 0,0-1-90,0 1 90,0 5 0,0 2 0,-2 4 0,0 2 0,0-2 0,0 1 0,1 0 0,0 0 0,0 1 0,2-3 0,0 1 0,6 1 0,-1-3 0,8 0 0,-4-5 0,5-1 0,-3-4 0,1-2-90,4-4 0,1-3 0,1-5-90,0-3-602,-2-4 603,-1-1 89,-1-3 0,-3-3-90,1-5 90,-2-4 0,-2-1 0,-5 13 0,0-1 90,4-21-90,-1 2 90,-4 14 0,-4 20 0,0 3-90,-1 3 90,-4 13 90,1 4-90,-4 11 0,-1 12 0,3-5-74,-3 14 74,2-9 0,0 5 0,0-4 0,1 6 0,0-13 0,0 4 90,2-12-90,0-2 0,1-2 0,0-4-90,3 0 90,0-3 0,2-1 586,2-2-676,2-3 0,1-2-90,3-3-90,14-13 180,-5 2-781,10-11 781,-9 3-90,1-3 90,0-6 0,-6 6 0,0-1 0,8-16 90,-11 16 0,0 1 90,3-6 90,-1 0-90,-5 11-90,-1-1 90,-6 12 0,-1 3 180,-1 3 421,-9 20-601,0 0 0,-7 18-742,1-3 742,0 2 0,0 2 0,1 2 0,1 1 0,2 0 0,-1 16 0,3-16-90,1 9 90,5-22-90,0-3 90,3-2-90,0-2 90,3-3-90,1-1-180,3-3 562,2-2-1012,1-3-719,2-2-630,1-3-179,1-3 2158,3-1 0,8-11 0,3-2 0</inkml:trace>
  <inkml:trace contextRef="#ctx0" brushRef="#br0" timeOffset="180984">15425 18689 15358,'7'-2'990,"-4"6"-990,-3 5 90,-3 3 0,-2 1 0,1 0-90,-2 5-180,0-1-180,0 3-180,0-2-539,1 0-1080,0-4-629,2 0 2788,1-4 0,1-1 0,1-1 0</inkml:trace>
  <inkml:trace contextRef="#ctx0" brushRef="#br0" timeOffset="181221">15515 18461 15268,'1'-10'300,"-1"4"0,1 3 0</inkml:trace>
  <inkml:trace contextRef="#ctx0" brushRef="#br0" timeOffset="182595">15532 18664 14819,'9'-8'809,"0"2"-629,-5 5-90,2 2 0,-2 1 0,-1 2 0,-2 2 0,-1 1 0,0 2-90,-1 2 90,-1 3 0,-1 2 0,-3 9-90,0-4-90,-1 4 0,2-8-90,0-1 90,2-3-90,-1-1 90,1-2-90,1-2-180,1-2 180,2-1 90,5-7 0,1-1 0,5-6-89,-2-1 89,5-5 0,3-1 0,2-3-90,10-7 0,-3 3 180,-2 1-90,-7 7 90,-9 8-90,-1 1 90,-1 1 0,-2 2 0,1 1 90,-2 5-90,-2 1 0,-1 3 0,-2 1 90,0 1-90,-1 3 0,0 0 0,0 1 90,1-1-90,0 1 0,1 1 0,0-2 0,3 5 90,-1-7-180,4 3 90,-1-6 0,2-2 0,2-2-90,1-1 0,1-2 0,3-2 0,0-4 0,6-4-180,0-5-367,3-3 457,-1-4 90,-1-1-89,-1-3-552,0-3 641,0-5 0,0-3 180,1-4 0,-2 4 360,4-10-180,-8 17-403,3-5 313,-10 18 0,-1 4 322,-1 2-322,-2 2 917,-1 3-1007,-4 13-90,-1 2 180,-7 26-180,1-8-444,-4 13 444,2-7 90,0 1-90,1 1 90,-1 2-90,1 0 90,0 0-90,0 1 0,0-1 0,1-1 90,0-1-704,2-1 614,0-4-216,2-2 216,2-6 0,2-3 0,0-3 0,2-2 715,0-7-764</inkml:trace>
  <inkml:trace contextRef="#ctx0" brushRef="#br0" timeOffset="182595">16080 19049 14001,'7'-11'-82,"-1"-4"82,-2 0-90,-1-2 0,-1 1 0,-2-2 0,-2 2 90,-1-2 0,-1 1-90,0 1 90,-2 0 0,1 1 0,-2 1 0,0 0 90,0 3-90,0 0 90,1 2-90,0 1 90,1-2-90,1 3 270,-1 0-180,3 1 90,0 1-90,2-3 0,2 3-90,2-2 0,2 1 90,1 1-90,1 0 90,2 0-90,2 0 0,0 0 90,8-2-90,3 0 90,2 0-90,-2 1 0,-7 2 0,1 0 0,-1 1 0,-2 1 89,-1 0-89,-2 0 0,-1 1 0,1-1 90,-4 0 0,3 1-90,-12 7 0,3-3 0,-8 6 90,2 1-90,1-2 0,-1 3 0,2-1 0,0-2 0,1 1 0,0-1 0,1 0 0,0 0 0,1-1 0,0-1 0,1 0 0,1-1 90,1-1-90,1 0 0,1-2 0,2 0 0,0 0 90,2-2-90,2 0 0,3-3 0,0 1 0,4-4 0,-9 2 0,2-3 0,-5 3 0,-2-2 0,0 1 0,-2-1 0,0 1 0,-3-4 0,-1 3 0,-1-3 0,0 3-90,-1 1 90,-3-2 0,2 2 0,-1-1 0,1 0 90,0 1-90,-1 0 0,5-2 0,2 2 90,2-1-90,4 1-90,-2 1 180,4-2-180,-3 1 90,2 1 90,-1-1-180,4-1 0,0-1 0,-1 1-269,-2 0-1,-3 2-2519,0-1 2879,-1 2 0,2-3 0,-1 1 0</inkml:trace>
  <inkml:trace contextRef="#ctx0" brushRef="#br0" timeOffset="182868">16834 18719 15898,'9'-5'1529,"-2"1"-1349,-3 1-180,-1 0 0,-1 1 0,-1 0 0</inkml:trace>
  <inkml:trace contextRef="#ctx0" brushRef="#br0" timeOffset="185309">12040 2625 14549,'-8'-9'719,"2"2"-539,-3 6-90,3 1 0,-3 0 0,2 0-90,-2 1 90,0 0 0,1 1-90,-1-2 90,1 2 0,-1-2 0,2 1 0,-2 0-90,3-2 90,2-2-90,3-3 0,5-2 0,2-2 0,1-2 0,2-1 90,1-3-90,2 1 0,3-5 0,0 1 0,0 0 0,0 0 0,-3 3 0,0 1 0,-1 1 0,-2 2 0,-1 3 0,-1 0 0,-1 2 0,-1 1 0,0 1 0,0 3 0,-2 5 0,1 4 0,-3 6 0,0 3 0,-2 5 0,0 2 0,-1 9 0,-3 18 0,1-7-1091,-1-8 0,1 0 1091,-2 6 90,-4 10-582,3-21 492,0-3 0,0-5 0,0-4 0,1-2 0,-1-2 2049,0-1-2049,0-3 625,-1-2-625,0-2 0,-1-3 0,1-2 0,0-1 0,-1-2 0,0-1 0,0-1 0,-1-2 0,0 0-180,-2-4-90,3 3 0,-2-1-180,5 2-179,1 2-2700,1 0 3329,1-1 0,4 0 0,2-1 0</inkml:trace>
  <inkml:trace contextRef="#ctx0" brushRef="#br0" timeOffset="185651">12415 2377 13649,'5'-9'990,"0"2"-721,-2 11-179,-1 0 90,-1 10 0,-2 0-90,-1 4 90,-2 7-90,-2 4-755,-1 6 755,-2 1 0,-1 3-930,-2 4 930,-2 2 0,-1 2-90,-2 0 90,2-6 0,0-2-90,2-4 90,0-3-565,1-1 565,1-4-301,2-4 121,3-4 543,-1-3-813,3-4 934,-1-1-1204,3-1-1867,-1-3 2497,3-1 0,4-4 0,3-2 0</inkml:trace>
  <inkml:trace contextRef="#ctx0" brushRef="#br0" timeOffset="185926">12514 2569 13739,'6'0'1080,"-1"1"-901,-2 11-89,-2-1 0,0 2 0,0 2 0,-1 3 0,1 1-90,-2 1 90,1 1 0,-1 2 0,1 0-90,-2 2 180,-1 8-180,1-9 0,-3 4-90,3-12-90,-1-1-180,1-3-89,0 0-271,0-3-1439,0 0 2159,0-3 0,0 0 0,1-2 0</inkml:trace>
  <inkml:trace contextRef="#ctx0" brushRef="#br0" timeOffset="186260">12519 2580 13829,'1'-10'540,"1"2"-360,1 4-90,2 0 0,2 1 0,3-1-1,3 1-89,2-1 90,1 2-90,2-1 90,0 2-90,0 0 90,0 0-90,1 2 0,-2 0 90,-1 2-90,-1-1 0,-2 2 0,-3 0 0,-1 2 0,-3 1 0,-3 1 0,-2 1 0,-4 0 0,-3 2 0,-4 0 0,-2 1 90,-4-1-90,-3 2 0,-3-1 0,-1 0 0,1-2 0,4-3 0,1 0 0,3-2-90,2 0 0,2 0-180,2-1-89,1 0-4678,3 0 5037,8 0 0,8-3 0,8-1 0</inkml:trace>
  <inkml:trace contextRef="#ctx0" brushRef="#br0" timeOffset="187126">13702 2606 13379,'2'-10'1260,"0"1"-901,-1 1 271,0 3-180,1-3-90,-1 2 179,1 1-449,5 5 0,-2 3 0,5 7 0,-4 1-90,1 3 90,0 3 0,0 3-90,-1 1 90,0 11 0,-3 4-90,0-2-312,-3-3 402,-1-12-182,-1 4 92,2-6 0,-2 1 0,2-7 0,-1-3-180,1-1 402,1-16-222,0 1 2,0-14-2,0 6 0,1-13 0,-1 5-499,1-10 499,-1 8 0,2-13 0,-2 10 0,2-9 0,-1 14 0,0 2-90,-1 4 90,0 2 0,1 4 0,0 2 0,0 2 0,0 2 319,2 3-319,1 5 0,0 1 0,2 7 0,-1 2 0,0 0 0,3 3 0,-3-7-90,1 2 90,-1-4 0,0-2 0,0-1 0,0-2-90,1-1 90,0-1 0,1-2 0,0-2 0,2-1-90,-1-1 90,2-2 0,3-4 0,-3 2-90,4-3 90,-5 5 0,-1 0 0,-1 3-90,3-1 90,-4 4 0,4 1 0,-5 3 0,1 3 0,0 3 0,-1 2 0,0 3 0,-1 5 0,0 2 0,-2 1 0,0 3-89,-1 0 89,-1 2 0,0-1 0,0 1 0,1 6 0,0-8 0,0 5 0,0-11-360,2 4-90,-1-8-180,2 2-539,-1-9-990,2-1-179,0-1 2338,0-3 0,5-2 0,1-1 0</inkml:trace>
  <inkml:trace contextRef="#ctx0" brushRef="#br0" timeOffset="188526">14352 2680 12930,'2'-8'1169,"-1"-1"-899,-1 3 0,-3 1-180,-2-1 0,-1 5-1,-2 0 1,0 3 0,-1-1-90,1 3 90,-2 0 0,0 2-90,0 2 90,0 1-90,-1 2 0,2 0 90,0 3-90,3-1 0,0 1 90,1 6-90,3-4 0,0 3 90,5 0-90,1-5 0,7 8-90,-3-11 90,4 3 0,-2-7 0,0-1 0,0-2 0,1-2-90,-1 0 90,0-3 0,1 0 0,-1-2-90,0-2 90,-1 0 0,-1-3-90,0 0 90,0-1 0,-2-2-90,-1-1 90,-1-1 0,1-1 0,-3 1-90,1-7 90,-1 6 0,0-3 0,-2 7-90,0 1 90,1 2-179,-1 0 89,-1 15 90,0-3 0,0 11-90,2-2 90,0-4 90,1 9-90,0-9-90,0 3 90,1-4 0,-1-1 0,2-1 90,-1 0-180,2-1 180,-1-2-90,1 0 0,1-1 0,1-2 0,0-1 0,0 0 90,6-5-90,-4 1 0,6-3 0,-5-1 0,0 0 0,0-3 0,4-9 0,-4 4 0,3-9 0,-6 7 0,0-1 0,-2 0 0,0-1 0,-1 1 0,-1 0 0,-1 4 0,0 0 0,0 3 0,0 1 0,-2 1 0,1-3 0,0 5-90,-1-3 90,-2 15 0,2 0 0,-1 6 0,4-1 0,1-3 0,0 1 0,2 0 0,0 0 0,1 0 0,1 0 0,5 5 0,-3-4 90,4 5-90,-3 2 0,-3-3 0,1 3 0,-5-3 0,-2 0 89,-1 0-89,-2 1 0,-1 1 0,-2-1 0,-1 1 0,-1 0 0,-3 0 0,0 0 0,-1-1 0,0-1 0,0-2 0,2 0 0,-3 1 90,3-2-180,-1 1 180,11-6-90,1-3 0,8-5 0,-2-2 0,1-2 0,2-1 0,0-2 0,4-4 0,0-2 0,3-4 0,-1 0 0,0-4 0,-1 0 0,4-17 0,-5 9 0,2-11 0,-7 11-637,-1 2 637,0-2 0,-2 5-198,-1 2 198,-2 6 0,0 1 0,-1 4 0,-1 1 0,0 3 0,0 3 534,-2 1-534,2 18 211,-2-1-211,0 15 0,-1-2 0,-1 8-1326,-1 3 1326,0 4 45,1-9 0,0-1-45,-1 15 0,0 11-679,1-20 679,0-5 0,0-1 0,0-3 0,1-1 0,0-2 0,0-3 0,0-1 0,1-3 1226,1-1-1226,-1 1 779,0-4-779,2 3-179,-1-7-1171,1 0 451,1-8-1440,0-1 1620,2-4 719,-4 1 0,0 0 0,-1 0 0</inkml:trace>
  <inkml:trace contextRef="#ctx0" brushRef="#br0" timeOffset="189051">15085 2607 12030,'9'-7'810,"-2"1"-271,-3 3 1080,-1 1-1529,-18 14 0,5-5 0,-16 14-90,10-11 90,1 2-90,-1-1 90,0 1-180,-1-1 0,2 0 0,0 1 0,2-2-90,0-1 1,3-1-1,2-2 90,1-1-90,1 0-360,2-2 450,10-10 0,-2 3 90,9-8 0,-5 5-90,0 1 90,0 0 0,-1 0-90,0 2 90,-1 0 0,0 1-90,-1 1 90,2 4 0,-3 2 0,2 3 0,-2 1 0,0 1 0,0 3 0,-1 0 0,1 3 0,0 0 0,1 2 0,0-1 0,0 1 0,0-2 0,1-1-90,0-1 90,1-2 90,1 0-180,1-3-89,1 0-181,0-3-270,1-1-989,1-2 720,0-2 899,2-1 0,8-4 0,3-1 0</inkml:trace>
  <inkml:trace contextRef="#ctx0" brushRef="#br0" timeOffset="189460">15686 2682 11850,'-11'-2'360,"3"2"-180,2 3-90,1 0 90,0 0 0,-1 2-90,0 0 0,-3 2 0,0 1-1,-1 2 1,-1 1 0,-1 1 0,0 2 0,2 2-90,-1 0 90,2 0-90,1-1 90,2 1-90,2 0 90,1-2-90,1 1 90,3-2-90,1-1 90,1 0-90,3-2 90,0 0-90,2-2 0,2-2 0,1-2 90,1-2-90,0-1 90,0-2-90,1-2 0,-1-2 90,1-2-90,-1-3 0,0-1 90,-2-2 0,1-9-90,-5 4 90,1-6-90,-6 5 90,-3-9-90,-2 6 90,-2-7-90,-1 11 0,-2 1 0,0 3 0,-2 3-90,0 3-90,0 3-180,-2 1-90,2 4-539,-1 0-810,1 3 360,1 1 1439,1 1 0,-2 5 0,1 1 0</inkml:trace>
  <inkml:trace contextRef="#ctx0" brushRef="#br0" timeOffset="189771">16053 2510 13199,'0'-13'900,"0"2"-540,0 3 179,0 1-179,1 0 630,0 2-720,-3 16-181,-5 14 91,-2 12-1173,-4 6 1083,0-4 0,-3 2-1,-1 6 1,-3 1-1492,1 1 1492,-2 1 0,-1-1-90,0 0-90,0 0 0,1-2-984,0-2 894,4-5-573,1-3 393,3-6 424,3-2-514,2-6 838,2-4-2637,3-4 238,3-3 2011,2-3 0,4 1 0,2 1 0</inkml:trace>
  <inkml:trace contextRef="#ctx0" brushRef="#br0" timeOffset="190018">16189 2782 14908,'8'-12'270,"-1"2"0,-3 5 540,-2 1-630,0 10-90,-1 0 89,-2 11-89,-2 0 90,-1 2-90,-3 8 0,1 0 90,-6 20-180,2-10-836,-1 10 746,3-14-180,1-4-90,0-1-179,1-5-451,0-1-1348,1-3-990,2-2 3328,1-4 0,1 2 0,0 0 0</inkml:trace>
  <inkml:trace contextRef="#ctx0" brushRef="#br0" timeOffset="190368">16385 2673 14549,'-3'-11'449,"0"0"-179,2 5 90,-1-3-90,2 4-180,0-2 0,2 3 0,3 0 0,2 2 0,2 0-90,4 1 90,1 0 0,2 0-90,2 0 90,3 2-90,0 1 0,1 1 89,-1 3-89,-2 0 0,-2 3 0,-3 1-89,-3 0-1,-3 3 90,-4-1-90,-3 1 90,-6 0-90,-2 2 90,-8 1 0,-3 0-451,-5 0 451,-2-2 0,0-3 0,-2-1-90,4-2 90,0-1-180,5-1-89,3-2-181,2 0-90,4 0-719,0-1 1259,3 0 0,3-1 0,2-2 0</inkml:trace>
  <inkml:trace contextRef="#ctx0" brushRef="#br0" timeOffset="190529">17101 2970 14009,'-11'15'0</inkml:trace>
  <inkml:trace contextRef="#ctx0" brushRef="#br0" timeOffset="193784">12886 3636 11400,'0'-10'1799,"1"2"-1259,2 1-270,0 2 0,0 1-90,0-1 180,0 2-271,1-2 91,0 1-90,1-1 0,0 1 0,0 1 0,0 0 0,1-1 0,0 1-90,2 0 90,0 0 0,2-1-90,0 1 0,1-1 90,0 2-90,2 0 0,1-1 90,2 1-90,2-2 90,7 1-90,-5-1 0,5 2 0,-8 0 0,-2 1 90,0 0-90,-2 0 0,1 1 0,-2-1 0,2 2 0,-1-1 0,-1 2 0,0 0 0,0 0 0,0 0 0,-1 0-90,-1 0 0,0 0-90,-2 0-450,3 2 181,-4-2-181,2 1-3957,-4 0 4587,-2 1 0,0-1 0,-2 0 0</inkml:trace>
  <inkml:trace contextRef="#ctx0" brushRef="#br0" timeOffset="194059">12915 3775 13469,'14'1'630,"-1"0"-450,1-2 0,2 0-90,4 0 90,1-1-90,2 0 89,2 0-89,-2-1 0,2 0-208,-1 1 118,0-1-90,-3 1-90,0 0-180,-2-1-90,-2 0-179,-2 0-1440,-2-2 90,-2 0 1979,0-1 0,0-4 0,1-2 0</inkml:trace>
  <inkml:trace contextRef="#ctx0" brushRef="#br0" timeOffset="194651">12909 3386 11940,'-8'-2'90,"1"0"0,3-2 0,2-1-90,2-1 0,2 0 90,1 1-90,1 1 0,1 0 90,1-2-90,2 1 0,-1-2 90,2 1-90,0-2 0,2 1 90,0-2-90,3 0 0,-1 1 0,1-1 0,-2 2 90,1-1-90,-1 1 0,-1 1 0,-1 1 0,0 1 0,1-1 0,-2 3 0,0 0-90,-3 3 180,0 1-90,0 3 0,-1 1 0,-1 2 0,-1 2 0,0 0 0,-1 3 0,1 1 0,-1 1 0,2 2 0,-1 0 0,0 2 0,2-2 90,2 7-90,1-3 0,2-1 0,1-4 0,-1-8 0,6-1 0,-2-4 0,5-1 0,-1-5 0,1-3 0,4-3-180,1-1 0,2-4-90,-1-1-572,-2-2 212,-1-2-809,-3 2 1349,-4-2 90,-3 3 0,1-5 0,0-1 0</inkml:trace>
  <inkml:trace contextRef="#ctx0" brushRef="#br0" timeOffset="196326">13214 3992 11400,'-1'-11'1260,"0"-1"-631,0 6-89,-1-2-90,1 2 449,0-1-719,2 14 0,0-2-90,2 34 0,-3-19-432,-1 19 432,-2-17-90,-2 7 90,-1 0-90,-1 4 0,-1 1-597,0 0 597,-1-1 90,2 2-90,0-2 0,0 0 0,1 0-341,1-3 341,1-2-63,2-5 63,1-2 90,1 5-90,0-8 301,1 10-301,0-13 672,0 2-672,0-7 566,0 0-566,1-2 74,1-1-74,-1-1 0,2 0 0,0-1 90,1-1-90,1 0 0,1 0 0,2-2 0,1 1 0,1-1 0,3-1 0,2 1 0,21 0 0,-3 0 0,5 0 0,2-1 0,-12 0 0,1 0-1064,13 0 1,1 0 1063,-9 0 0,0 0 0,2 0 0,1 0 0,5 0 0,1 1 0,2-1 0,1 0 0,4 1 0,1-1 0,1 1 0,0-1-1294,2 0 1,-1 1 1293,1-1 0,-1 0 0,1 1 0,0-1 0,-1 0 0,-1 0-299,-4-1 1,-1 1 298,2 0 0,1 0 0,-4 0 0,-1 0-590,0 0 0,-1 0 590,0 0 0,-1 0 0,-5-1 0,-1 1 294,-1-1 0,1 1-294,12-1 0,-1 0 0,-13 0 0,0 0 543,7 0 1,-2 0-544,7-1 0,-10 0 338,-6 0-338,-5-1 1813,-5 1-1813,-2-1 689,-3 2-689,-3-2 1436,-1 1-1436,-2 0 540,-1 0-540,-2 0 0,0 1 0,0-1 0,1 0 0,-2 0-270,6 0-90,-5 0-270,3 1-3058,-5-1 3688,-3-2 0,-3-2 0,-4-4 0</inkml:trace>
  <inkml:trace contextRef="#ctx0" brushRef="#br0" timeOffset="196842">16004 4310 13739,'-6'-1'1439,"3"0"-1349,-15 6 0,7-3-90,-1 3 0,-1-2 90,0 2-90,1 0 90,1 0-90,1 0 90,2 2-90,0 0 0,1 1 0,2 0 90,1 1-90,2 1 0,3 0 0,3 3 0,3 0 0,2 2 90,5 2-90,1 1-242,4 1 242,-1-1 0,0-3 0,-3 0 0,0-1 0,-1 0 0,-1-2 0,-2 0 90,-3-1-90,0-1 0,-3-1 242,-2 0-242,-3-2 0,-2 1 0,-3-1 90,-11 3-90,1-2-90,-8 2 90,2-5 0,1 1 0,-1-1-90,2 0-90,0 1-90,2 0-90,1 0-89,4 0-361,1-1-1259,2 1-89,3 0 2158,2-1 0,2 0 0,1 0 0</inkml:trace>
  <inkml:trace contextRef="#ctx0" brushRef="#br0" timeOffset="197096">16233 4679 13110,'-4'-11'989,"1"3"-899,0 12-90,2-1 0,-3 10 90,1-4-90,0 2 90,1 0-90,0 1 0,-1 0 0,1 0-180,0 0-90,0-1-270,0-1-539,0-1-1709,1-2 2788,3 0 0,-1-2 0,2-1 0</inkml:trace>
  <inkml:trace contextRef="#ctx0" brushRef="#br0" timeOffset="197363">16346 4324 13199,'-3'-12'2429,"1"0"-2789,-3 13 180,2 0-449,-3 5-1,2-1-3687,2-1 4317,7-4 0,2-2 0,9-4 0</inkml:trace>
  <inkml:trace contextRef="#ctx0" brushRef="#br0" timeOffset="198209">16489 4563 13649,'-1'-12'1170,"1"4"-1081,11 2 1,-1 4 90,8-2-90,-2 2 0,6-1 0,-5 2 0,0 0-90,0 0 0,0 1 90,-1 0 0,-2 0-90,-2 0 90,-2-1-90,-1 1 0,-2-1 90,0 1-90,-1 1 90,-14 4-90,5 0 0,-12 4 0,7-3 0,0 0 0,0 2 0,2 2 0,1 0 0,2 2 0,2 0 0,3 3 0,1 0 0,3 3 0,1-1 0,8 8 0,-3-5 0,5 4 0,-5-7 0,1-2 0,-1 1 0,-1-3 0,-1 0 0,-1 0 0,-1-2 0,-1 0 0,-2-1 0,-2-2 0,-1 0 0,-3 0 0,-2-1 0,-3 0 0,-3 0 0,0-1 0,-4 1 0,0-2 90,-3 1-90,1-2 0,-9 3 0,6-3 0,-4 2 0,7-2 0,3-1 0,0 0 0,1-1 0,1 0 0,1-1 0,1-1 0,1 0 0,0-2 0,3 0 0,3-5 0,3 1 0,4-5-90,3 0 90,4-5 0,5-2 0,16-18 0,-5 8 0,-9 7 0,1 1 0,9-10-979,1-1 979,-4 3 0,2-1 0,-5 5 0,1-2-512,-5 5 512,0-2-236,-3 4 236,-2 0 0,-4 4 0,-1 1 0,-2 2 900,0 0-900,-3 1 551,-1 1-551,-3-1 0,-5 1-90,0 1 366,-5 3-276,1 4 0,0 2 0,-2 1 0,0 3-90,-1 2 90,1 2 0,1 3 90,1 0-180,0 3 90,3 0 0,1 2 0,1 1 0,3 1 0,2 2 0,3-1 0,2 2 0,1-2 0,2 0 0,2-3 0,1-1 90,1-1-90,2-2 0,0-1 0,2-2 0,1-2-180,1-2-270,-1-1-269,1-2-1440,0-3-719,0-1 2878,1-2 0,6-5 0,1 0 0</inkml:trace>
  <inkml:trace contextRef="#ctx0" brushRef="#br0" timeOffset="198851">17914 4606 14099,'8'-8'450,"0"1"-270,-5 3-1,-1-1 1,-1 1 180,0-1-270,0-1 270,0 0-270,-1-3 90,-1 4-90,-4-3 0,-1 4 0,-1-1-90,-1 3 0,2 2 90,-2-1-90,1 1 0,-1-1 0,-1 1 90,0 0-90,-1 1 0,-1-1 0,-1 1 0,1 0 0,-1 1 0,1-1 0,1 1 0,0 0 0,1 1 0,2 1 0,1 0 0,0 1 0,2 1 89,2 1-178,2 0 178,1 1-178,3 0 89,2 2 0,4 1 0,2 1-90,2 0 90,5 3 0,1-2-352,3 2 262,1 0 23,-2-2 67,-1-1 0,-2-1 0,-2-1 0,0 0-90,-2-1 90,0-1 0,-3 0 0,1 0 349,-3-2-349,-1 0 70,-2 0-70,-1-1 0,-2 0 0,-2 0 0,-2 2 0,-3-1 0,-2 2 0,-2-2 0,-1-1 0,-1 2 0,-2-1 0,-1 0-90,0 1 90,0-1 0,-1 1 0,0-1 0,-1 0-180,2-1 90,-2 0-90,1 0-90,0-1 0,1-2-90,0 0 1,-1 0-1,2-2-90,0 0 0,2-1-179,-1 0-1170,2-1 450,1-1 1349,1 0 0,-1-4 0,0-1 0</inkml:trace>
  <inkml:trace contextRef="#ctx0" brushRef="#br0" timeOffset="199992">18311 4677 13110,'-4'-13'719,"0"3"-449,0 4 0,-1 1 0,-1 0-90,1 0-1,-2 1 1,0 1-90,-1 0 0,-3 1 90,2 0-90,-3 3 0,1 0-90,-2 3 90,0 0 0,-1 3-90,0 2 90,2 2-90,1 1 90,2 0-90,2 0 0,1 1 0,0-1 0,2 0 0,2-1 0,1-1 0,3-1 0,1 0 0,3 0 0,1-2 0,7 0 90,-2-3-90,4-1 0,-3-3 0,0-1 0,1-2 0,1-2 0,0-2 0,0 0 0,0-3 0,0-1 0,-2-1 0,-1 0 0,-1-1 0,0 1 0,-3 1 0,0 1 0,-2 0 0,2-1 0,-4 4-90,2-1 90,-4 11 0,0 0 0,-2 8 0,0-2 0,0 2 0,1 0 0,0 1 0,2 0 0,-1 0 0,2-1 0,-1-1 0,2-1 0,0 0 0,0-2 0,2 0 0,0-1 0,6-2 0,-1-1 0,3-3 0,-2-2 90,0-2-90,2-1 0,0-2 0,1-1 0,0 0 0,0-2 0,-1 0 0,0-2 0,-2-1 0,0-1 0,4-6 0,-1-3 0,-1 1 0,-3 1 0,-6 8 0,1-2 0,-2 5 0,0-1-90,-2 7 90,-10 17 0,3-4 0,-7 14 0,5-10 0,0 1 0,1 0 0,-2 5 0,2-5 0,-1 2 0,3-6 0,0-2 90,0 0 180,2-3-180,7-6-90,-2-2 90,8-7-90,-4-1 0,2-2 0,1-1 89,3-5-422,1-2 333,1-3 0,1-1 0,-1 0 0,0 1 90,0 0-90,-2 2 0,3-4 0,-6 10 0,0-2 0,-5 10 0,-2 1-90,0 2 90,1 7 423,-3 1-423,0 6-90,-2-1 90,0 2 0,0 0 0,-1 2 0,1-2 0,-1 1 0,2-2 0,-1 2 0,1-3 0,1 0 0,1-4 0,2-1 0,2-2 0,0-3 0,1-1 0,3-2 0,1-2 0,3-1 0,4-4 90,2-1-90,1 0 0,4-1 0,-5 2-239,5-2 149,-6 4 90,1 1 0,-4 2 0,0 3 0,-6 2 0,2 8 0,-8 2 0,-1 5 239,-6 1-239,-1 2 0,-3 3 0,-1 5-279,0 1 279,-1 0 0,1-1 0,1-2 0,0 0-38,0-1 38,2-2 0,0-2 0,2-2 90,1-2-90,0-1 188,3 2-368,0-5-230,2 1-220,-1-6-629,2-1-900,1-2-359,0-3 2518,2 0 0,6-7 0,1-2 0</inkml:trace>
  <inkml:trace contextRef="#ctx0" brushRef="#br0" timeOffset="200404">19288 4541 13739,'3'-10'720,"1"2"-540,-1 2 89,0 3-89,0-1 0,2 1-90,-1 0 90,1 1-90,0 0 0,2 1 0,1-1 0,0 1 0,0 0 0,2 0-90,-1 1 90,1 0 0,0 0-90,0 1 90,0-1-90,1 0 0,1-1 90,-1 0-90,0 0 90,0-2-90,0-1 0,-1-1 90,0 1-90,-2-3 0,-1-1 0,-1-1 0,-2-1 0,-1-2 0,-1 1 0,-2 1 0,-1-1 0,-1 2-90,-6-3 90,0 4 0,-5-2-90,-1 6 90,-1 2 0,-2 2 0,0 3-90,-1 3 90,-3 6 0,1 1-236,1 6 236,3 0 0,4 2 0,4 0 0,4-1 0,3 2 0,5 3 0,5 2-690,5 3 690,8 0 90,5-1-90,7 0 0,6-3 0,-10-12 0,2-1-1315,14 5 1135,-16-8 0,0-2-360,7-2-809,0-3-1517,1-3 527,0-4 2339,4-3 0,-12-1 0,3-1 0,4-2 0,-1 0 0</inkml:trace>
  <inkml:trace contextRef="#ctx0" brushRef="#br0" timeOffset="200544">20262 4461 13919,'10'-23'1169,"1"-5"-359,1-2-450,-1 2 0,0 4-91,-2 8 1,-1 3 0,1 1-90,0 2 0,-2 1-180,2 2-270,-2 3-360,1 2-989,-1 2-809,0 2 2428,-2 1 0,-3-1 0,-1 0 0</inkml:trace>
  <inkml:trace contextRef="#ctx0" brushRef="#br0" timeOffset="202067">12396 17523 11850,'9'-9'-2608,"0"3"1618,-3 1 990,3 2 0,4-2 0,2 0 0</inkml:trace>
  <inkml:trace contextRef="#ctx0" brushRef="#br0" timeOffset="213873">14404 3779 11191,'11'-8'428,"-2"0"-350,-3 3 20,-1 1-12,0 0-85,-1 1 86,0-1-95,1 1 97,-2 0-92,1 0 14,-1 0 294,1 1 135,1-1-85,0 1 87,1 2 81,-1 1-151,1 2-17,-3 1-252,-1 2-456,-2-2-113,0 5 36,0-3-51,0 3-85,-1-3 144,2 1 65,0 2 132,2-1 315,6 4 138,0-6 95,6 1 51,0-4 123,3-2 47,4-1 86,6-4-839,6-1 851,9-4-1492,4-2 1161,4-3-98,3-2-170,-26 7 1,-1 0-78,1 0 1,0-1-191,1 0 0,0 0-660,0-1 1,0 1-357,1-1 1,0 1 816,0-1 0,1 0 400,1-2 1,2-2 0,10-5-1,1-3 1,5-2 0,-1-1 0</inkml:trace>
  <inkml:trace contextRef="#ctx0" brushRef="#br0" timeOffset="-210175.73">13482 13385 10141,'-11'-4'990,"1"1"-631,3 3 181,0 1-180,-1-1 90,2 0 359,0 1-809,15-1 90,-4 0-90,13-1 90,3 0-90,-1 0 0,9-1-647,1 0 737,4 0-1163,7-2 1073,7 0 0,4-1 45,-22 2 0,0 0-823,1 0 1,1 0 777,2 0 0,-1 0 0,1 0 0,2-1-467,16-2 1,1 0 466,-9 0 0,1 1 0,-6 0 0,1-1 0,-1 1-541,3 0 1,0 0 540,3-1 0,0 0 0,-7 1 0,0 0 0,3 0 0,1 1 0,0-1 0,-1 0 0,2 1 0,0-1 45,1 1 0,-1 0-45,0 0 0,-1 0-282,-3 1 0,-1-1 282,1 1 0,0 0 0,-1 0 0,1 0 0,-1 0 0,-1 1 0,0-1 0,0 1 264,-2 0 1,0 0-265,12-2 0,-1 1 0,-14 0 0,-1 1 0,8-1 0,0 0 0,13-2 0,-16 2 90,2-1-90,-19 2 746,-3 1-746,-3-2 1810,-1 1-1810,-2 0 2019,-1 0-2019,-1 0 839,-2 1-839,0-1 0,-1 0 0,0 0 0,0 0 0,0 0-180,1 0 180,-1-1 0,-12 3 0,-3-1 0</inkml:trace>
  <inkml:trace contextRef="#ctx0" brushRef="#br0" timeOffset="-209700.73">15665 12939 11850,'-4'-11'270,"0"0"90,2 6 0,1-1 179,-1 1 10,1-2-358,1 1-91,4 2-50,-1 1 93,5 5-107,0 0 90,1 1-96,4 1-3,0 1-8,3 1 91,0 0-130,1 1-3,0-1 16,0 2 61,-1-1-84,0 0-4,-3 0 3,0-2 0,-2 1 1,-1-2 0,-1 1 1,-1-1 29,-2-1 90,0 1-90,-3-1 0,-4 3 0,-1-2 0,-4 3 45,-2-1 7,-3 3 1,-3 0-53,-4 5 0,-3 2-518,-2 3 518,-1 2 0,-1 1-46,1 0-6,0 0-1,0 0-37,2 1-270,1-1-270,5-2-3417,-2 3 4047,9-7 0,-3 6 0,4-6 0</inkml:trace>
  <inkml:trace contextRef="#ctx0" brushRef="#br0" timeOffset="-209106.73">18828 4180 12771,'11'-35'-120,"-1"0"0,1-3 0,2 0 75,0 0 0,1 0-855,1-3 0,2 0 765,0-1 0,0 1-1247,0 0 0,1 0 932,1 1 0,-1 0-270,1 2 1,1-3 575,-2 5 0,1-2 0,1 0 1,-2 2-1,1 1 0,0-1 0,5-10 1,0 0-1,0-1 0</inkml:trace>
  <inkml:trace contextRef="#ctx0" brushRef="#br0" timeOffset="-206780.73">19781 10405 11670,'-7'-12'1529,"2"3"-899,4 2 0,0 1-181,2-1-269,0 0 0,1 1-90,2 1 90,0 1-90,1 0 0,0 1 90,3-1-90,-1 2-90,3-1 90,-1 1 0,3 1 0,0 0-90,1 1 90,2 1-90,1 1 90,1 1-90,0 1 0,-1 0 0,1 1 90,-2 1-90,1 2 0,-2 0 0,-2 1 0,-3 0 0,-2 0 0,-3 1 0,-2 0 0,-3 1 0,-3 0 0,-3 3 90,-5 2-180,-5 2 90,-4 2-552,-3-2 552,-1 2 0,-2-3 0,0 0 0,3-3 0,3-1 0,3-2 0,3 0 0,1-1 0,2 0 0,3-1 0,3 0 552,1 0-552,4-2 0,1 2-90,4-2 90,2 0 0,5 0 0,3 0-90,4-1 90,3-1-90,2-1 0,5-1-434,1-1 344,1-1 90,-3-1-180,-2 0-190,-3-1 190,-1 0-90,-5 0-180,0-1-179,-3 1-1260,-2 0 516,0 0 1463,-4-1 0,0 1 0,-1 0 0</inkml:trace>
  <inkml:trace contextRef="#ctx0" brushRef="#br0" timeOffset="-206190.73">20337 10396 12300,'5'-10'450,"-1"1"-90,-1 5-181,0 0 1,-1-1 540,1 1-630,-8 4-90,1 1 90,-6 4-90,1 2 90,0-1-90,0 2 0,-2 1 0,1 0 90,0 1-90,-1 3 0,1-2 90,0 2-90,-2 4 0,5-4 0,-2 4 0,6-6 0,1 1 0,2-1 0,1 1 0,3 0 0,2 0 0,2 0 0,3 1-90,0-1 0,3 1 0,-1-1 0,-1-1-90,-1-1 90,-2 0-90,2 4 90,-3-2 0,-1 3 90,-3-4-90,-3-1 0,0 0 0,-2 1 0,-1-1 90,-3 1-90,-2 0 90,-2-1-89,-1 0 89,-3 0 0,-1-2-90,-2 0 90,-1-1 0,0 0 0,1-2 0,2-2 0,1 0-90,2-1-360,-1-1-989,5-2-90,0-3 1529,7-5 0,7-4 0,2-4 0</inkml:trace>
  <inkml:trace contextRef="#ctx0" brushRef="#br0" timeOffset="-205957.73">20416 10486 11490,'0'-13'1350,"1"2"-1170,1 3-1,1 2-89,2 0 90,2 2-90,2 0 0,3 0 0,2 0-90,2 1 90,1 0 0,1 1-90,-2-1 90,1 2-180,-2 0-180,0-1-1079,3 2-360,-4-2 630,2 0 1079,-6 1 0,3-2 0,1-1 0</inkml:trace>
  <inkml:trace contextRef="#ctx0" brushRef="#br0" timeOffset="-205566.73">20743 10383 12390,'8'-9'540,"0"0"-181,-4 5-89,-1 0 270,1 0-90,-1 1 179,1 0-539,-7 9 90,-1 1-90,-17 20 0,6-6-725,-11 11 635,6-4 90,-3 2 0,3 0-90,-2 3 0,4-2 90,2-1-90,2 0 90,4-4-289,3-1 199,3-3 0,4-3 90,2-1-90,3-2 0,2-1 710,3-1-800,3-2 304,2-2-214,0-2-90,10-3 90,-6-3-90,6-2 90,-7-4 0,0-3 0,-1-1-90,7-9 90,-9 2 0,3-6 0,-9 5 0,-3-1 0,-3 1 0,-3 0 0,-3 1-90,-2 0 90,-3 3 0,-3 1 0,-9 1 0,5 3-180,-11 4-90,11 4-269,-3 4-361,6 0-1169,2 1-179,3 0 2248,2 0 0,2 1 0,2 0 0</inkml:trace>
  <inkml:trace contextRef="#ctx0" brushRef="#br0" timeOffset="-205283.73">20946 10571 13649,'-1'-11'1080,"1"0"-901,4 8-89,4 3 0,2 5 0,3 3 0,0 2-90,1 1 90,3 3-90,2 2 90,0 0-394,1 2 394,-3-2-90,0 1 90,-1-3-90,-2-1 0,-1-1-180,-1 0-180,-1-2-269,-2-2-541,-1 0-809,-2-3 485,0 0 1494,-2-3 0,-2 0 0,-1-2 0</inkml:trace>
  <inkml:trace contextRef="#ctx0" brushRef="#br0" timeOffset="-205096.73">21209 10513 13469,'-6'3'1709,"2"-1"-1439,-10 16-180,3-4 90,-1 4 0,-4 2-660,-1 4 569,-2 1 1,1 1-90,-2 0-269,0 0-271,-1-1-539,0-1-1080,0-3-450,1 1 2609,2-4 0,-1 2 0,0 0 0</inkml:trace>
  <inkml:trace contextRef="#ctx0" brushRef="#br0" timeOffset="-204646.73">21359 10458 13919,'2'-13'180,"0"1"0,-1 6 180,1-1-180,-1 2-91,2-1 91,1 2-180,2 1 90,0 2 0,1-1-90,3 1 90,0 0-90,3 0 90,-1 0-90,2 1 90,2 0-90,0 2 0,1-1 0,0 1 90,-1 0-90,0 1 0,-2-1 0,0 1 90,2 4-90,-6-1 0,2 3 0,-8 5 0,-3 0 0,-5 5 90,-7 3-536,-5 0 446,-5 4-816,-5 0 816,-1 0 0,-1 1 0,0-2 0,5-2 0,-1-1-357,3-2 447,2 0-90,3-4 0,5-2 0,1-1 393,3-2-393,1 0 819,4 1-819,4 0 407,3-1-587,10-1 0,-1-6-90,6 0 0,-3-4-179,2-2-1,2-1-360,1-2-1168,4 0 179,0-3 1648,2-1 1,5-4-1,0 0 1</inkml:trace>
  <inkml:trace contextRef="#ctx0" brushRef="#br0" timeOffset="-204182.73">21912 10496 12840,'4'-9'270,"0"1"179,-2 4-179,-1-3 270,1 2 179,-1-1-359,-2 0-270,-6 6 0,0-1 0,-6 6 0,4 0-90,-2 0 90,1 2-90,-1 0 90,0 0-90,0 1 90,0 1-90,2 0 0,0 0 90,1 1-90,2-1 0,0 2 0,3-2 0,1 0 90,2 0-90,1-1 0,2 2 0,3-2 0,4 5 90,0-3-90,7 6 0,-3-2 0,3 2 0,-5-3 0,-2 4 0,-6-8 0,-1 5 0,-4-3 0,-1-1 0,-2 2 0,-2-1 0,-2 2 0,-1-1 0,-3 0 0,0 0 0,-9 4 0,5-3-180,-12 5-90,12-9-180,-4 2-269,6-6-1530,1 0-719,0-2 2968,3-1 0,-4-1 0,0-2 0</inkml:trace>
  <inkml:trace contextRef="#ctx0" brushRef="#br0" timeOffset="-203924.73">21911 10461 14009,'-8'-8'450,"17"15"-450,-1-3 90,14 12-90,-6-12 90,2 1-90,-1-2 0,2 1-90,-2-2-180,-1 0-90,-2-3-360,0 0-1258,-1-1 269,-2 0 1709,0-1 0,1-2 0,1 0 0</inkml:trace>
  <inkml:trace contextRef="#ctx0" brushRef="#br0" timeOffset="-203463.73">22193 10495 13199,'3'-8'1709,"0"0"-1079,-1 3 539,-1-1-1079,-6 7 0,0 1 90,-7 8-90,-3 3 0,-1 3-264,-5 5 264,0 1-90,-2 3 90,-2 3-991,1-1 991,-3 6 0,6-6-90,-2 5 0,4-4 90,1 2-682,2-1 592,3 0 90,1 0-382,3-2 292,2-3 104,4-3-104,1-2 742,3-3-832,1-1 554,2-2-554,1 0 351,3-2-351,2 0 28,2-3-118,1-1 90,10-2 0,-6-3 1,7-3 89,-8-1-90,0-4 90,-1-1-90,0-3 90,-1-2-90,-3 0 90,-1-1 0,-4-1-90,0-1 90,-3 1 0,-2 0-90,-2 0 90,-3 1 0,-1 1 0,-3 1 0,-1 2 0,-2 2-90,-5 3 0,3 3-90,-4 1-270,6 2-89,0 2-541,1 0-989,2 0-89,1 1 2158,1 0 0,-2 3 0,0 0 0</inkml:trace>
  <inkml:trace contextRef="#ctx0" brushRef="#br0" timeOffset="-203148.73">22236 10737 14009,'8'-8'1259,"2"5"-1079,-4 6 0,3 4 0,0 1-90,1 1 0,2 2 0,2 2 0,1 0 0,2 2 0,-1 1 0,2-1 0,-4 0-90,1-2 90,-3 0-90,0 0-180,-1-1-90,-2-2-270,-2-1-449,-1-1-1260,-2-2 2249,-1 0 0,-3-1 0,-1 1 0</inkml:trace>
  <inkml:trace contextRef="#ctx0" brushRef="#br0" timeOffset="-202931.73">22488 10662 14189,'-10'1'360,"0"2"-270,1 6 0,-2 2-90,-2 3 90,-1 2-1,-12 13 1,5-5-1498,-8 8 1408,8-9 0,-1-1-270,1 2-202,0-3-248,2 1-1349,2-3 330,3-2 1739,3-2 0,0 3 0,0-1 0</inkml:trace>
  <inkml:trace contextRef="#ctx0" brushRef="#br0" timeOffset="-202623.73">22746 10563 13199,'10'-10'360,"-2"0"-180,-1 3 0,-1 1 0,-1 1 0,-1 1 90,0 1 0,0 0-1,2 2-89,0 3-90,-1 2 0,0 3 0,-3 3 0,-1 1 0,0 5 0,-2 3 0,0 3-90,-3 6 90,-1 3 0,-2 3-897,0 2 807,-1-1-90,-1 0-270,-1 0-180,1-2-719,0 0-810,1-4-483,2-1 2552,-1-4 0,0 6 0,-2 1 0</inkml:trace>
  <inkml:trace contextRef="#ctx0" brushRef="#br0" timeOffset="-193279.73">10170 12154 16205,'-2'-10'-1591,"0"2"1335,1 2-460,8 8 1727,-3-1-344,8 8-487,-4-1-140,8 9-577,-3-3 1037,6 6-70,-7-5-31,1 1-840,-1 0 30,0 1 221,1-1 39,-3 1 75,1 0-61,-2-1 60,0-1-32,0 0-3,-2-2 19,1-1 22,-2-1 53,0-1-10,-2-1-48,1-1 12,-1-1-27,0-2-115,-1 1-1105,0-3 1515,0-1 0,0-5 0,0-3 0</inkml:trace>
  <inkml:trace contextRef="#ctx0" brushRef="#br0" timeOffset="-193068.73">10414 12337 15055,'0'-10'-1878,"-1"-2"1359,1 6 652,-1-4 45,1 3 70,-1 0-223,0 0 34,-2 3-183,-4 4 1129,1 1 94,-3 3-118,3 1-109,-2 0-112,1 2 54,-3 1-50,1 0-343,-1 1-671,-2 2-314,-6 7 6,4-3-12,-5 4-661,7-5-196,0-2 273,0 0 1132,1-1 1,-3 5 0,-3 2 0</inkml:trace>
  <inkml:trace contextRef="#ctx0" brushRef="#br0" timeOffset="-192529.73">10557 12146 19906,'11'-15'-1867,"-1"1"1428,-1 2 237,-2 3 375,3-5-117,-4 5 97,4-5-32,-2 5-405,-1-1 492,2 1-12,-1 0 84,1 1 6,1 0 17,1 1 542,2 0 80,0 0 34,2 1 6,3 1 90,0-1-44,2 1 17,1 0 19,0 0-604,1 1 15,9-1-152,-2 3-108,4 0-184,-11 3-157,-4 1-84,-9 1-285,-1 0-116,-2 2-269,-2 0-537,-2 3-185,-2-1 86,-1 2 341,-1-1 115,-2 1 448,0 0 122,-3 2 451,-1 0 510,-1 1 338,1-1-76,-3 7-305,2 0-172,0 0-91,4 4-386,4-10-266,0 4-174,2-5-165,0 0-73,1 1 134,-1-1 59,1 0 80,0 0 243,0 0 120,-1-1 89,0 0 263,-1-1 33,-1 2 134,-1-1 101,-1 0 117,-5 6 136,-3 1 193,-4 0 96,-1 0-13,0-6 102,0 1-91,-1-1-413,-4 1-73,2-1-286,-2 1-257,3-2-147,1 0-315,0 0-531,0-1-862,2 2 1100,-1-1 890,3-1 1,-7 4 0,1-1 0</inkml:trace>
  <inkml:trace contextRef="#ctx0" brushRef="#br0" timeOffset="-153568.75">18641 11528 11760,'0'-12'900,"0"-1"-720,-1 6 0,0-1-1,-1 2 1,-2 1-90,0-2 90,-2 0-90,-1 1 0,-2-1 0,-2 1 0,-2 0 0,-4 1 0,-2 1-90,-3 0 90,-1 2 0,-2 0 0,-22 7-90,8 3-703,11-2 0,-1 3 793,-15 10-90,1 6 90,0 5-90,2 4 90,3 7-90,19-20 0,1 2 0,1 1 0,1 1 45,1 1 0,2 1-772,0 1 1,2 1 726,2 1 0,1 1 0,1 0 0,2 1 0,1 0 0,2-1 45,1 1 0,2-1-45,1 1 0,2 0 0,1 0 0,1-1 45,2 0 0,1 0-45,2 3 0,1 0 0,0-4 0,0 0 0,3 2 0,1-1 45,-2-5 0,2-1-45,0-1 0,1-1-1000,19 20 1000,3-5 0,2-5 90,2-5-90,3-5 0,2-5 0,-3-5 90,0-7-789,-4-5 699,2-7 0,-1-6 90,1-6-90,-3-7 90,-4-5-90,-2-7 90,-4-6-124,-4-7 79,-13 23 0,-2-2-45,-1-2 0,-1-1 45,-1-2 0,-2-1-45,0 0 0,-1-2 45,-2-18 0,-2-2 0,-1 15 0,-1 0-313,-2-15 0,-2 2 268,-1 17 0,-1 3 45,-1 0 0,-2 0-189,-1 3 1,-2 0 188,-2 0 0,-2 2-190,-1 3 1,-1 2 189,-3 0 0,-1 2-45,-1 4 0,-1 2 0,-1 2 0,-1 2 0,-1 1 0,-1 1 0,0 3 0,0 2 45,-1 1 0,0 2 263,1 3 1,0 1-354,0 1 0,0 3-44,-25 8 204,2 9-475,3 5 90,25-11 1,2 2-1080,-19 21 314,22-18 1,2 3 128,1-1 1,1 2 905,1-1 0,1 3 0,-1 11 0,-1 3 0,0 2 0,0-1 0</inkml:trace>
  <inkml:trace contextRef="#ctx0" brushRef="#br0" timeOffset="-152524.75">20299 14962 13469,'-2'-12'7521,"1"0"-4986,-2 2-1624,1 1-153,-1 1-463,0 1 60,1 0-185,-1 1 1468,0 0-1945,0 1-153,-2 0 9,0 0-327,-2 2-256,-3 2-227,-2 1-202,-3 3 306,-6 3 94,-4 2 199,-25 18-1242,11-5 1894,11-4 1,0 0 402,-12 11 258,-1 4 116,-2 4-298,22-17 0,-1 0-909,-4 4 0,1 0 867,-2 1 1,1 0-99,-4 3 1,0 0-94,1 0 0,-1 0-18,1 0 0,1 1-68,0-1 0,0 1-738,1 1 1,0-1 718,2 1 1,0 1 43,0-1 0,1 1 14,-4 9 1,1 1 14,7-10 0,0 2 94,3 0 1,-1 4 0,2-1 37,0 10 1,2 0 65,1 0 1,1 0-33,3-1 1,4-2 28,4-12 1,3-2-391,0 2 1,2-1 337,2-1 1,1 0-54,2-1 1,2-1-61,1 1 0,1-2-77,3 0 1,0-2-64,3 0 0,1-1-97,4 1 0,2-3-48,-2-1 1,2-2-39,4 0 0,0-1-47,-1-4 0,1 0 49,0-2 1,2-2 9,-1 0 0,2-1 1,15-3 0,1-1 5,-12-3 0,0-1 4,12-3 0,0-3 123,-13-2 0,-1-3 59,15-13 0,-1-4 75,-11 4 0,-1-2-94,-5 1 1,0-1 0,-4-1 237,0-7 0,-3-1 130,-1-3 1,-2-2-113,-2-2 0,-3-1 207,-2-2 0,-2-1-4,-3-2 0,-2-1-86,-3 3 0,-1 0 30,-3-5 1,-2 1-376,0 1 1,-2 0 279,-2-2 0,0-2-58,-1 2 0,0 1-41,-1 1 1,0 1-178,0 5 1,0 1 138,0 2 1,0 1 125,-1 4 1,1 1-248,-1 1 1,-1-1 286,-6-12 0,-1 0-457,2 10 1,-1-1-172,-3-6 0,-2 1 415,3 13 1,0 2-799,-15-18 11,-3 3 107,-4 8-71,-4 4 338,-8 8 207,23 14 0,-1 1 91,-4 1 1,0 2-90,-2 2 0,-1 1-233,-7 0 0,0 2-841,-1 1 1,-1 1-873,-5 2 1,0 1 2131,2 2 0,-2 1 0,11 0 0,-2 2 0,0-1 0,-1 2 0,0-1 0,0 0 0</inkml:trace>
  <inkml:trace contextRef="#ctx0" brushRef="#br0" timeOffset="-94235.73">1449 9343 24575,'30'0'0,"8"0"0,7 0-1479,-16 0 1,2 0 1478,11 0 0,4 0-1456,9 0 0,3 0 1456,-11 0 0,2 0 0,0 0-630,6-1 1,0-1-1,-1 0 630,-1 0 0,0 0 0,0-2 0,2 0 0,0-1 0,-1 0 0,0 0 0,0-1 0,-1 0 0,0 0 0,-1 0 0,-1 0-540,-4 0 1,-1 1-1,-1 0 540,-6 1 0,-1-1 0,-2 2 100,11-2 1,-2 1-101,-10 1 0,-1 1 1072,-3-1 0,-2 1-1072,14 0 3356,-16-1-3356,-7 2 2451,-9-1-2451,-1 1 1192,-4 0-1192,1-2 33,3-1-33,3 0 0,2 0 0,1-1 0,0 0 0,0 1 0,0-1 0,-2 2 0,-2 1 0,-1-1 0,-3 2 0,-1-1 0,0 1 0,-3 1 0,1 0 0,0 0 0,0 0 0,-2 0 0,-1 0 0</inkml:trace>
  <inkml:trace contextRef="#ctx0" brushRef="#br0" timeOffset="-92810.73">1793 10467 24575,'29'0'0,"14"0"0,-10 0 0,5 0-1869,8 0 1,3 0 1868,-1 0 0,1 0 0,3 0 0,-1 0 0,1 0 0,-1 0 0,4 0 0,0 0 0,-9 0 0,0 0 0,2 0 0,-3 0 172,-14 0 1,-2 0-173,2 0 0,0 0 0,2 0 0,-1 0 0,-1 0 0,0 0 0,25 0 0,-26 0 0,-1 0 0,20-1 0,0-3 0,0 0 673,-5-1-673,0 1 0,-5 1 0,-8 2 1882,-6 0-1882,-6 1 701,-5 0-701,-3 0 136,-4 0-136,0 0 0,-2 0 0,-1 0 0,-2 0 0,-7-3 0,0-1 0,-2 1 0,4 1 0</inkml:trace>
  <inkml:trace contextRef="#ctx0" brushRef="#br0" timeOffset="-91417.73">1984 11751 24575,'34'0'0,"-6"0"0,5 0 0,7 0 0,7 0 0,1 0-2348,-5 0 1,1 0 0,1 0 0,2 0 2347,6 0 0,3 0 0,0 0 0,1 0-627,-7 0 0,1 0 1,0 0-1,0 0 0,0 0 627,-1 0 0,0 0 0,-1 0 0,1 0 0,2 0 0,-5 0 0,3 0 0,0 0 0,-1 0 0,-1 0 0,-2 0 5,8 0 1,-3 0-1,-1 0 1,0 0-6,1 0 0,2 0 0,-3 0 0,-4 0-310,-6 0 1,-3 0-1,0 0 310,17 0 0,-2 0 965,-3 0 0,-4 0-965,-8 0 0,-4 0 4449,16 0-4449,-16 0 3534,-11 0-3534,-7 0 2235,-5 0-2235,-5 0 1282,-4-1-1282,-4 0 0,-3-1 0,-4-1 0,5 2 0,-1-1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0:39.021"/>
    </inkml:context>
    <inkml:brush xml:id="br0">
      <inkml:brushProperty name="width" value="0.09071" units="cm"/>
      <inkml:brushProperty name="height" value="0.09071" units="cm"/>
      <inkml:brushProperty name="color" value="#FFFF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14155 3130 8522,'0'-19'1889,"1"8"-1349,-3-3 179,-4 6-539,1 3 1169,-37-2-944,-4 17 0,-3 3-360,11-7 0,-1 3 22,6 3 1,-5 3-1,2 3 1,5 0 22,0 10 0,4 2-45,-6-2 0,4 3 45,11 16 0,10 1-90,17 0 0,6-5 0,5-3 0,14-7-90,-8-16 0,3-3-225,2-7 0,4-4-735,1-4 1,5-4 0,-2-1 1049,-6 1 0,0-2 0,0 0 0,3-3 0,0 0 0,-5-2 0,-7-3 0,0 1 0</inkml:trace>
  <inkml:trace contextRef="#ctx0" brushRef="#br0" timeOffset="625">14564 3185 10231,'1'-19'1349,"-1"2"-809,-1 5 989,0 1-1349,-4 17 0,2 3 0,-4 23-1741,2 5 0,0 1 1561,-1 7-340,1-3 0,-1 1 295,4-16 0,0-3-45,-4 18 90,3-1-90,1-18-179,2-13-59,2-37 283,2-15 0,1-6 45,-2 12 0,0-2 30,0-1 0,1-4 0,-1 9 60,0 5 0,2-20 90,-2 39-180,5-1 180,6 47-135,3 3 0,0 3-45,-5-11 0,1 2 247,8 9 1,5 5 0,-3-9-248,10 0-90,-10-13 0,3 2 1,1-7-496,-3-11 0,1-4-404,24 1-2249,-7-22 3238,-23-6 0,-3-9 0,-9-1 0</inkml:trace>
  <inkml:trace contextRef="#ctx0" brushRef="#br0" timeOffset="916">14958 3207 9871,'-5'-15'1170,"2"1"-91,-1-1 90,3 1 91,1 3-901,6 14 91,-2 23 0,-2 12-405,2 1 0,-1 3-105,-1-9 0,-1 1 0,0-1-345,0 17 0,0-5-404,3-2-830,2-14 1,1-3-212,1-8 1850,9-1 0,-5-19 0,2-1 0</inkml:trace>
  <inkml:trace contextRef="#ctx0" brushRef="#br0" timeOffset="1499">15304 3172 10231,'5'-25'1349,"-2"12"-539,-1-9 1349,-2 12-1710,-2 19 181,-5 31-495,4-13 0,-1 3 0,-2 18 0,0 3-90,2-10 0,0 1-90,1 5 0,0-1-45,1-11 0,1-1 0,0 12 0,1-21 90,3-33 0,-2-2 0,5-25 0,0-7-90,0 1 90,1-1 0,2-8 0,-1 6 0,-2 13 0,0 2-30,0-4 0,1-2 0,0 5 30,8-10 0,13 31 90,-3 22-281,-3 14 1,0 7 235,-3 0 0,1 2-45,-4-7 0,1 1 0,-1-2 0,1 3 0,1-1-45,9 8 0,0-5-45,-6-10-360,10 2 1,0-4 179,-11-11-90,17 5-1148,-13-26-21,-9-7-1748,7-18 3174,-14 0 0,-6-12 1,-2 2-1</inkml:trace>
  <inkml:trace contextRef="#ctx0" brushRef="#br0" timeOffset="1750">15787 2983 9961,'-5'-18'990,"0"-2"1528,3 6-1888,5 20-91,-1 15 1,-1 8-1633,0 10 1,-1 5 0,0-1 1099,1 4 1,-2 2-518,0-7 1,0 6-1,-1-1 1,1-10 239,0 11-639,0-4 1,2-3-261,1-13-1890,3 2 3059,4 2 0,4-5 0,1-6 0</inkml:trace>
  <inkml:trace contextRef="#ctx0" brushRef="#br0" timeOffset="1959">16329 3434 10951,'13'-10'2428,"0"0"-1438,-8 8-630,10 12-3059,-6 4-269,2 10 2968,-10 1 0,-10-1 0,-4 2 0</inkml:trace>
  <inkml:trace contextRef="#ctx0" brushRef="#br1" timeOffset="7484">13994 3956 8792,'-21'-5'-180,"7"1"450,-10-1 270,-3 2-271,5 1 541,-16-1 89,10 3-629,2-1 900,-7 6-721,24-3 181,1 12-180,24-4-91,24 3 1,9-1-674,-3-4 1,7-2 377,-18-3 0,5 1 0,4-1 1,2 1-1,1-1 0,-1 0 1,-3 0-294,7-1 0,-1 0 1,0 0-1,0 0 1,2-1 240,-9 1 1,0 0 0,1-1 0,1 1 0,1 0 0,1 0 0,1-1-305,-2 1 0,3-1 0,1 1 0,0-1 1,2 0-1,-1 1 0,-1-1 0,-1 0 0,-2 0 304,4 1 1,-2-1 0,-2 0 0,0 0 0,1 0 0,2 0 0,3 1-21,-10-1 1,3 0-1,1 0 1,2 0-1,2 1 1,-1-1 0,0 0-1,0 0 1,-2 1-1,-2-1 1,-2 0-1,-3 0-64,11 0 1,-3 0-1,-4 0 1,0 0-1,-1 0 1,1 0 71,1 0 0,3 0 0,-1 0 0,-3 0 0,-4-1 0,-7 1 225,2-1 0,-6-1 52,-1 0 1,-1-1-99,18-2 714,-25-1-983,-6 0 2953,-5 3-3493,1-1 781,-4 1-870,2 0 634,-12-4-5,-1 2 90,-5-2 90,3 2 180,0-3 89,2-11-269,0 0 0,2-5 0,2-5-45,-1-13 0,2-4-45,0 13 0,0-1 0,1-6-656,-1-5 1,1-7-1,0-3 1,0 2 0,0 5 616,0 2 1,0 4 0,0-5 38,0 1 0,0-4 0,-1-3 0,1 0 0,-2 4-102,-1-1 0,-1 2 0,-1 2 0,1 2 102,0-2 0,0 2 0,-1-3-415,-1 3 0,-1-6 1,-1-1-1,1 4 1,0 9 414,0 2 0,-1 4-185,-1-7 0,-2-4 1,1 8 274,-3-4 1529,1 7-1619,0 6 350,5 19-350,-10 3 2775,-6 14-2775,-3 3 90,-18 7 1360,14-9-1450,-12-4 0,-12-2 0,4 0 22,13-3 1,-3-1-23,4 0 0,-6 0 0,-4 0 0,-1 0 0,-1-2-246,2 0 0,-3-1 1,-1 0-1,0-1 1,-1 1-1,2-1 261,2 1 0,2 0 0,0-1 0,-2 1 0,-1 0 0,-4 0-159,10-1 1,-2 1 0,-3 0 0,0 0 0,-2 0 0,-1 0 0,1-1-1,-1 1 1,0 0 0,2 1 0,1-1 152,-2 1 0,1 0 0,0 0 0,-1 0 0,2 0 0,-1 1 0,1-1 0,1 0 0,1 1 0,0-1-9,-2 0 0,1 0 0,1 0 0,1-1 0,0 1 0,-1 0 0,1 1 0,-1 0 0,-4 0 0,-2 0 0,-1 1 0,0 0 0,2 0 0,3 0 0,3 0 0,6 0-30,-7 2 0,6-1 0,0 1 0,-4 0 0,-1 0 0,2 0 0,5 1 0,1-1 0,5 1-60,-13 5-1085,5-2 0,2 0 1175,6 0 95,-16 2-185,28-6 933,-1 0-753,0 0 0,12-2 1425,-6 1-1425,7-2 3186,-1 0-3031,-1 0-2,2 0-243,-3 3 0,5-1 0,-6 25 90,5 9-23,3 0 1,-1 10-1,1 6 1,0-2-33,1-7 1,0 1 0,0 1 0,0-1 0,0 1-145,0-1 1,0 0 0,1 0-1,-1 1 1,0-1 126,0 5 0,0 1 0,1-1 0,-1-2 0,1-6 12,0-2 0,0-5 0,0 0-30,0 1 0,-1 0 0,1 2 30,2 6 0,-1 2 0,1-6-30,0-8 0,-1-1 45,2 11 0,0-2-334,2 7 289,-2-28 0,-1 1 0,1-6-90,-2-6-360,2 6 254,-2-8-703,0 2-2378,2 1 2457,1-7 1,7-3 0,2-10 0</inkml:trace>
  <inkml:trace contextRef="#ctx0" brushRef="#br1" timeOffset="10343">9140 3341 8072,'-6'-8'-449,"1"2"449,3 1 269,-1-3-89,2 1 180,-1-2 360,1-5-181,2 3 271,1-11-360,1 9-180,0-3-1,0 7 1,-1 3 270,0 0-270,5 32-270,-3-10 90,3 27 0,-5 0 0,-2 0-154,-1-17 0,0 1 64,1 22 0,-2 0 45,0-23 0,0-2-45,-5 22-90,2-9-360,-1-11 360,1-28-90,5-23 90,4-5 1,2-3-1,5-15 45,2 14 0,1 5-45,-1 11 0,12-1-90,0 15-270,16-1 360,-3 3 218,-2-1-263,-8-7 0,-1-2 135,-6 0-45,11-14 0,-2-3 45,-15 1 90,7-14-90,-15 16 90,-4 11-90,0-3 90,0 7 0,-1 19 0,0 19 0,-1 14 0,2 9-1161,-1-14 0,0 2 1,0 0 1070,1 1 0,-1 0 0,2-1-288,-1-3 0,1 0 1,1-4 17,2-5 0,0-3 0,4 10-3007,11-12 3241,-12-19 1,13-5 0,-7-6 0</inkml:trace>
  <inkml:trace contextRef="#ctx0" brushRef="#br1" timeOffset="10576">9852 3403 10771,'23'21'292,"-1"0"0,6 2 1,3 2-1,-4-5-3569,7 6 3143,0-2 1,-2-1-268,-3-5-2117,2 0 809,-7-5 1709,-1-2 0,-8-6 0,0 0 0</inkml:trace>
  <inkml:trace contextRef="#ctx0" brushRef="#br1" timeOffset="10777">10260 3386 10051,'-9'-13'810,"-7"6"-406,-5 19 1,-2 8-270,0 2 0,1 4-929,-5 10 0,1 2 569,4-3 0,3-1-244,-1 8-1170,5-11 1,1-3 1445,6-5 0,-8 19 1,14-26-1</inkml:trace>
  <inkml:trace contextRef="#ctx0" brushRef="#br1" timeOffset="11399">10456 3221 9871,'0'-17'1260,"0"4"-721,1 4 631,8 7-631,3 18-359,-1 7 0,-1 2-90,5 20 30,-7-8 0,-1 6 0,1-1-1759,2 0 1,0-1 1061,0 8 0,0-2 792,0-11 0,3-8-395,3-15 180,4-2-90,9-23 90,-11-2 0,13-24 0,-13 6 90,2-2-90,-2 2 0,-12 23 3224,11 8-3314,-8 14-360,15 24 180,-8-10 688,4 5-688,7-12 180,-13-14 0,24-8 180,-6-32-45,-8 1 0,0-7-15,-7 4 0,-1-3 0,-1 1-30,-3 6 0,-1 0 0,-1 0 0,1-5 0,-1-1 0,-2 3-180,-2 0 0,-1 3 45,-1 6 0,1 2-3142,2-20 2837,-4 43 0,2 7 0,-1 14 0</inkml:trace>
  <inkml:trace contextRef="#ctx0" brushRef="#br1" timeOffset="11682">11426 3241 11041,'12'-11'1709,"29"22"-1574,-18-3 0,2 5-46,5 5 1,3 4 0,-2 0-90,-1-1 0,0 1-210,-3-1 0,0 2 1,-3-2-241,9 8-1189,-11-8 1,-1-2 1153,-9-8 0,7 7 0,-15-16 0</inkml:trace>
  <inkml:trace contextRef="#ctx0" brushRef="#br1" timeOffset="11860">11871 3260 10411,'-17'-9'1079,"-7"14"-719,-2 17-270,9-4 0,-2 3-135,-7 13 0,-1 3-585,0-3 1,0 1 629,3-3 0,-2 1 0,2-2 0,1-2 0,1-2 0,0 0 0,0-1 0</inkml:trace>
  <inkml:trace contextRef="#ctx0" brushRef="#br1" timeOffset="12859">12477 3157 9602,'0'-13'1529,"-3"1"-990,-6 0-359,-1 6 180,-23 12-180,-6 14-90,11 2 0,-4 5 0,1 3-30,4 1 0,1 1 0,1 1-60,-2 0 0,1 1 0,3-2 0,-2 10 0,6-1 0,8 4 0,5-2-90,1 5 60,5-14 0,4 4 0,4-6-15,9-6 0,5-5 0,-1 5 0,5-4-135,15-6 0,1-7-90,3-5-330,-12-8 1,5-4-1,-7 0-929,6-6 1529,-1-2 0,-1-2 0,-9-4 0,3-4 0</inkml:trace>
  <inkml:trace contextRef="#ctx0" brushRef="#br1" timeOffset="13105">12693 3571 9871,'0'0'0</inkml:trace>
  <inkml:trace contextRef="#ctx0" brushRef="#br1" timeOffset="13549">12709 3464 9871,'3'2'2969,"6"-2"-2610,23 1 1,9 0-315,-13-2 0,1-1-105,4 0 0,4 1 0,-4-1-120,16-2-405,-15 2 1,-3 1-405,-7-2 359,11 2 630,-21-2 0,-9 2 0,0 0 0</inkml:trace>
  <inkml:trace contextRef="#ctx0" brushRef="#br1" timeOffset="14000">12938 3330 9961,'-5'-11'1350,"0"2"-181,1-2-450,21 12-539,-4 1-90,25 17-90,-12 0-180,3 3-179,0 2 179,-9-6-90,1 1 450,-6-7 0,-28-2-90,3 5-270,-20 9 0,-4 5-289,10 5 1,2 3 0,-5-2 0,3 0 0,10-2 0,0 0 0</inkml:trace>
  <inkml:trace contextRef="#ctx0" brushRef="#br1" timeOffset="16182">10216 4333 7353,'-8'-6'112,"2"1"1,4 3-1,0 0 1</inkml:trace>
  <inkml:trace contextRef="#ctx0" brushRef="#br1" timeOffset="17083">7455 3267 9781,'38'-11'2069,"1"2"-2114,-11 5 0,0 1-135,10-1-765,-9 2 1,-1 1 944,0 2 0,7-1 0,-20 2 0</inkml:trace>
  <inkml:trace contextRef="#ctx0" brushRef="#br1" timeOffset="17317">7547 3305 9602,'-10'-1'899,"2"4"-719,6 3 90,2 18-90,1 3-135,0 6 0,0 2-225,-1 5-765,1 3 1,1-1-226,-1-14 1170,-1-2 0,1-1 0,0-3 0,0 4 0</inkml:trace>
  <inkml:trace contextRef="#ctx0" brushRef="#br1" timeOffset="17543">7460 3740 9332,'6'4'1169,"-1"-3"-989,17-2-225,16-6 0,6-3-1260,-7 1 1,0-1 1304,-4 1 0,3 0 0,-4 0 0,2-2 0,-5-1 0,1-3 0</inkml:trace>
  <inkml:trace contextRef="#ctx0" brushRef="#br1" timeOffset="18117">7868 3524 9602,'-6'-7'1709,"-1"-1"-1260,2 18-359,0-6 90,-1 25-180,3-4-90,0-1-629,-2 14-271,2-22 810,6-17 180,-1-5-45,6-18 0,2-2 45,-1 7-90,13-21 90,-13 30 0,11 1 0,-12 16 0,4 7 0,-5 14 0,-3-11 0,1 15 90,-4-23-90,2 8 0,4-18-180,8-9-89,9-16 179,-7 7 0,4-1-90,-11 23 90,-2 0-720,2 20-449,-4-1 1259,1 4 0,2-2 0,-1-9 0</inkml:trace>
  <inkml:trace contextRef="#ctx0" brushRef="#br1" timeOffset="18800">8414 3546 8072,'-4'-8'1619,"-3"-2"-269,-3 2-1170,-1 1 359,-5 2-269,-2 12 0,-5 14-630,4 12 270,6-5-539,14 11 89,11-23 360,4 1 0,10-16 180,-1-17 0,-5 2 270,7-26-180,-18 23 180,8-21 0,-11 25-180,-1 7-90,-3 9 89,-6 24-89,-3 18 0,-1 5 0,4-21 0,0 1 0,-2 16 0,-1 6 0,2-4-45,2-7 1,1-2 44,-1 4 0,0 0 0,0-5 0,1-5 0,0-8 0,-1-3 89,-15-36 1,5 2 0,-8-11 0,-2-5 45,6 5 0,1-1-45,-2-2 0,1 0 0,-8-17 0,25 11-720,27 4-179,8 2 179,9 9 630,3 8 0,-18 5 0,13 0 0</inkml:trace>
  <inkml:trace contextRef="#ctx0" brushRef="#br1" timeOffset="19268">7629 4317 10411,'-1'-11'1529,"-2"-2"-899,1 8 89,-24 27-2358,10-2 1,0 2 1376,-1 0 0,1 0 497,-4 10 1,3-1-146,6 2-112,3 8 112,29-2-1217,15-27 1,7-5 1081,-13 1 0,0-1 295,5-6 0,4-3 0,-2-1-925,9-2 1,-3-2-41,-8 2 1,0-1 714,9-1 0,-4 1 0,-9 0 0,-2-1 0</inkml:trace>
  <inkml:trace contextRef="#ctx0" brushRef="#br1" timeOffset="20499">9282 4239 10501,'-1'-14'1079,"1"2"-629,0 2 180,2 1-91,-1 3-269,3 1 90,5 17-270,-3-2 90,1 25 0,-1 8-315,-3-9 0,0 1 45,1 11 0,0 0-90,-2-8 0,-1-5-179,-1 1-91,1-10 360,-4-24-90,2-13 90,-2-27 0,2 13 45,2-1 0,0 0-45,2 3 0,6-15-180,6 26 180,-1 5-179,14 5-1,-10 5 90,13-2 90,-6-2 180,0-5 180,5-16 89,-5-11-269,-5 6 270,-3-3-90,-14 69-225,-2-7 0,0 4-45,0 9 0,0 1-45,-2-4 0,2-2-135,3-1 0,3-5-90,0-7-540,6 3 1,3-4-2159,3-14 2968,8 3 0,-4-16 0,-3-3 0</inkml:trace>
  <inkml:trace contextRef="#ctx0" brushRef="#br1" timeOffset="20767">10028 4330 12210,'6'-3'720,"1"2"-271,14 14 1,4 5-270,0 0-240,4 2 0,7 4 0,-3-2-1579,-4-4 1,-1-2 1376,6 5 0,-2-2 0,1-2 0,-29-16 0</inkml:trace>
  <inkml:trace contextRef="#ctx0" brushRef="#br1" timeOffset="20959">10361 4317 10951,'-5'-14'1709,"-2"0"-1170,-1 3 1,-9 11-180,-1 13 0,-15 18-1999,5 6 1,0 3 881,10-16 0,1 0 321,-9 16 0,3 0-2841,6 1 2657,7-13 0,2 0 0,8-21 0</inkml:trace>
  <inkml:trace contextRef="#ctx0" brushRef="#br1" timeOffset="21577">10690 4260 11760,'-6'-10'2879,"4"17"-2699,2 0-91,1 14-1728,0 9 1,-1 1-385,1 6 2145,-1-5 1,1 6 0,1-4-348,2-6 0,0-2 289,2 8 1,2-2-334,10 0-2041,17-39 2310,-12-7 174,1-11 0,-3-4 6,-5-2-141,8-10 141,-15 24 169,0 14-259,0 17-90,-1 3-135,3 6 0,0 1-44,4 2 89,-2-4 0,2-2-90,18 0 90,4-18 45,-9-10 0,-1-7 45,1-11 0,-2-7 45,1-9 0,-4-3-45,-3 0 0,-5-2 60,-8 11 0,-3 0 0,-2 2-60,-3 1 0,-3 2-225,1 3 0,-3 5 922,-11 12-697,11 32 0,1 3 0,6 12 0</inkml:trace>
  <inkml:trace contextRef="#ctx0" brushRef="#br1" timeOffset="21853">11625 4288 11670,'-19'-9'3238,"13"9"-2833,27 20 0,15 11-945,-3 2 1,0 1 269,3 0 0,1 0 270,-4 4 0,-7-6 0,-17-20 0,6 9 0</inkml:trace>
  <inkml:trace contextRef="#ctx0" brushRef="#br1" timeOffset="22043">11913 4309 10951,'-8'-18'1619,"-5"0"-630,-7 16-449,-11 17 0,-2 6-360,-8 7-151,13-4 1,-2 4 0,5 0-390,5 0 1,3 0-766,-5 4 1,3 0-515,8-6 1,2-3 1220,3 2 1,13-11-1,3-10 1</inkml:trace>
  <inkml:trace contextRef="#ctx0" brushRef="#br1" timeOffset="22349">12307 4240 11221,'-24'-2'2248,"-10"7"-1618,-6 21 0,0 5-541,17-15 1,0 1 45,-1 8 0,-3 7 0,1 0 0,7-4-90,6-2 0,5-1-90,-9 20 0,6-2-225,17-4-360,11-21 1,6-4-1010,13-10 1,2-5-1,-8 3 1,0-2 982,7-7 1,-3-4-1,-5-8 1,0-1 0</inkml:trace>
  <inkml:trace contextRef="#ctx0" brushRef="#br1" timeOffset="22584">12434 4470 10681,'-12'15'2069,"4"-2"-1260,-4 9-89,1 5-540,2-2 0,3 8 0,2-1-270,1-4-225,1 3 0,2 1-2962,9 6 3264,4-8 0,6-3 1,2-19-1</inkml:trace>
  <inkml:trace contextRef="#ctx0" brushRef="#br1" timeOffset="24611">8126 4432 9961,'4'-10'1799,"-3"-2"-989,-11 4-540,-11 12-270,4-1-270,-11 38-450,28-5 360,0 5 270,16-16 1,5-29 89,-6-14 0,-1 0 0,-6 1 0,-3 8 0,0 5 0,9 20-720,11 20 450,-11-15 0,2-1 0,23 10 270,-17-22 0,9-43 0,-20 3-1561,-1-15 0,-1-3 1561,-3 3 150,-4 13 0,1-4 0,-2 9 120,0 8-180,3 4 0,-2 30-1180,0 20 1,0 2 1089,0-1 726,-2-2 0,0 7 1,-1-4-637,-5 14-90,3-18 0,1-6 0,3-20 0,10-38 0,9-2 0,-2 13 0,3 2 0,19 4 0,-1 9-90,-6 29 90,-23 12 1638,-14-1 0,-7 1-1940,-2-9 0,-3 0-1317,0 1 0,-1-3 1619,-10-7 0,22-16 0,2-3 0</inkml:trace>
  <inkml:trace contextRef="#ctx0" brushRef="#br1" timeOffset="25269">8665 4595 12750,'23'-9'-45,"-1"-2"0,0-4-495,10-22 315,-12 12 0,-8 1 135,-21 2 90,-14 48-135,16 3 1,8 4 44,8 2 0,9-5 45,17-16 0,3-10 45,-11-2 0,-2-7-30,0-16 0,-1-10 0,-6 3 120,-3-9 0,-5-1 0,0-9 0,-4 7 269,-6 10 1,-4 7 90,-14 8-360,10 45 0,5 21-180,0-10 0,2 5 0,1-2 30,0-7 0,2-1 0,5-3-1579,15 5 1,3-12 1153,-4-17 0,28-4 0,-23-14 0</inkml:trace>
  <inkml:trace contextRef="#ctx0" brushRef="#br1" timeOffset="26426">17737 3415 6813,'-41'-2'900,"18"0"-496,-4 1 1,0-1 135,2 1-180,-3-2-1,11 2 721,10 0-361,31 4-539,-2-1-23,6-1 1,12 0-1,4 0 1,-3 0-68,0-1 0,-1 0 0,4 0-746,-2 0 1,3 0-1,2 0 1,1 0 0,0 0 471,-7 0 1,2 1 0,-1-1 0,1 0-1,-1 0 1,-1 1 21,3-1 0,0 1 0,-1 0 0,-1-1 0,0 1 72,9 0 0,-1 0 0,-1 0 1,-5 0-31,-4 0 0,-4 1 0,-6-1 333,3 0 0,-19-1 0,-5 0 0</inkml:trace>
  <inkml:trace contextRef="#ctx0" brushRef="#br1" timeOffset="26794">18688 3293 8612,'-8'-6'1259,"0"-2"-719,35 16-360,-1 0-45,10 6 0,5 2-90,-5-1 0,0 0-15,-2 0 0,2 1 0,-4 0 15,-2 3 0,-5 3 0,-3 4 0,-9 1 45,-22 7-46,-17-1 1,-7 0-433,8-9 0,-1 0 208,-5 6 0,0-1-225,7-7 1,4-2-1665,2 3 2069,9-9 0,11-1 0,5-5 0</inkml:trace>
  <inkml:trace contextRef="#ctx0" brushRef="#br1" timeOffset="27186">20025 2613 9512,'3'-20'1619,"-1"40"0,0 13-1439,-2 11-61,-1-11 1,-2 11 0,0 6 0,-1 2 0,1-3 0,-1-8-1213,0 0 1,0-5 0,-1 7 815,1-4 1,-2 7 0,-1 5 0,1 1 0,-1 0 0,1-3 0,0-5 118,0 9 1,-1-4-1,2-2 1,0 1-495,1-5 0,2 0 0,-1 1 1,1-2-1,0-3 652,-1 12 0,1-4 0,4-8 0,7-10 0,3-11 0,5-18 0</inkml:trace>
  <inkml:trace contextRef="#ctx0" brushRef="#br1" timeOffset="28043">19756 2796 9512,'-12'-15'629,"8"2"-179,26 4 0,18 2-331,-5 2 1,7 2 0,6-1 0,4 1 0,1 0 0,0 0-485,-11 1 1,2-1 0,1 1 0,0 0 0,2-1 0,0 1 0,1 0 0,0 0 0,-1 0 161,1 0 1,1 0 0,0 0-1,1 1 1,0-1 0,0 0 0,0 1-1,-1-1 1,0 1 0,-2 0 212,0 0 0,-1 0 0,-1 0 0,0 0 0,0 1 0,-1-1 0,0 1 0,-1-1 0,0 1-152,7 0 1,0 0 0,-2 1 0,0-1 0,0 1 0,0 0 0,1-1 152,-5 1 0,0 0 0,0-1 1,0 1-1,1 0 0,-1-1 1,2 1-1,0 0-50,0-1 0,1 1 0,0 0 0,1 0 1,1-1-1,-1 1 0,1-1 0,-1 1 1,0-1 48,0 1 0,1-1 0,0 0 0,0 0 0,0 0 0,-1 0 0,-1 0 0,-1 0 0,-2 0-135,9 1 1,-2-1 0,-1 0 0,-2 0 0,-1 0 0,-2-1 348,9 0 1,-1 0 0,-4-1 0,-8 1 417,-4 0 1,-5 1-14,6-2 1,-5 1-450,-15 1 1607,15 1-1338,-20 7 1910,-4-2-2179,0 19-90,-7-3-45,-3 6 0,-2 5-1,-2 5 1,-3 6-63,0-7 0,-2 5 0,-2 4 0,1 0 1,0-2 563,1-2 0,0-2 1,0 1-1,0 1 0,0 1-576,-1-1 0,0 3 0,0 0 0,0 0 0,1-1 1,1-3 6,-2 9 1,2-2-1,0-3 1,2-3-38,1-1 0,1-3 0,0-2-30,0 10 0,1-5-90,0 8 90,-2-9 90,-4-17-90,-5-13 0,-5-8 90,0-4-90,-11-3 0,-4-2 45,7 2 0,-3 0-15,-13-1 0,-7 0 0,-3 1-596,15 2 1,-3 1-1,-1 0 1,1 0 0,0 0 628,-4 0 1,2 0 0,-1 1-1,-4-1-99,4 1 0,-1 0 1,-3 0-1,-1 1 1,-1-1-1,-2 1 116,11-1 0,-1 1 0,-1 0 0,-1 1 0,-1-1 0,1 0 0,-1 0 0,1 0 1,1 0-152,-2 0 0,1 0 1,1 0-1,0 0 0,-1 0 1,-2 0-1,-2 0 1,-4 0 171,13 0 0,-3 1 0,-2-1 0,-1 1 1,-3-1-1,0 1 0,-1-1 0,0 1 1,-1 0-1,1 0 0,0-1 0,1 1 1,2 0-1,1 0 0,2-1 0,3 1-11,-11 0 0,2 0 0,4-1 0,0 1 0,2 0 0,-1-1 0,-1 1 0,-1 0 0,-3 0-70,6 0 1,-2-1 0,-1 1 0,-2 0 0,-1 0 0,0 0 0,0 0 0,1 0-1,1 0 1,2-1 0,3 1 0,2 0 0,3 0-587,-17 0 1,5 0-1,4 0 1,2 0 0,0 0 470,-4-1 1,0 0-1,5 1 1,8-1 956,-10 0-772,29 0 0,6-1 0,-4 1 0</inkml:trace>
  <inkml:trace contextRef="#ctx0" brushRef="#br1" timeOffset="29617">20388 3331 9602,'3'-10'629,"0"0"91,-1 5-360,1-1 359,-2 2-629,4 6 0,-3 3 270,-3 36-360,0-18-1606,-1 18 0,-1 1 1696,1-8-244,0 7 1,-1 0 63,0-3 0,-1 3 90,2-20-180,0-15 0,0-2 180,0-8-180,3-14 3420,-1 1-3420,11-26 639,-6 27-549,21-24 0,-1 25 90,3-4-90,-3 12 0,3 4 90,-13 1-90,23-6 90,-8-13 0,-3-1 0,-2-6 90,-17 3 0,-2-1 0,-1 4-90,3-22 450,-4 24-360,-3 22 90,-2 22-135,-2 0 0,1 5 0,-3 17 0,1 0 0,0-17 0,1 0-45,-1 19 0,0-2-90,1-7-180,1-8 0,2-1 0,1-6-2788,10-3 1259,-4-16 1799,6-1 0,-2-11 0,1-1 0</inkml:trace>
  <inkml:trace contextRef="#ctx0" brushRef="#br1" timeOffset="29867">20925 3454 10231,'4'-8'1709,"9"10"-1259,4 7-135,2 5 0,2 4-136,3 1 1,1 2-135,1 2 0,1 0-315,1 1 1,-1-1-451,-7-6 0,-2-2-1798,14 10 2518,-11-12 0,-10-9 0,-3-4 0</inkml:trace>
  <inkml:trace contextRef="#ctx0" brushRef="#br1" timeOffset="30050">21298 3405 9961,'-4'-27'1350,"-14"30"-991,-8 18-269,-5 18 30,11-12 0,-2 4 0,0 0-1213,1 0 1,1 0 0,0-1 47,0-1 1,0 0 0,0 0 762,-8 16 0,6-7 0,11-16 1,-2 5-1</inkml:trace>
  <inkml:trace contextRef="#ctx0" brushRef="#br1" timeOffset="30660">21504 3380 10051,'3'-10'2879,"2"1"-2610,3 9 1,0 6 90,1 16-180,-3 5 0,-1 3-90,-2-5 0,1 0-90,2 19 0,1 2-45,-2-15 0,0-1 0,1 0 0,0-1-135,10 16 90,-5-28 90,5-9 0,-3-17 90,9-26-263,2-6 263,-3-1 0,1 1-90,-12 25 90,5 5-90,1 33-90,-4-5-225,0 15 1,1 2 224,-1-13 262,7 19-352,5-41 180,-6-10-45,2-8 0,1-6 45,1-11 0,-2-3 0,1-1 0,0-3-30,-7 8 0,-1-2 1,-1 4-16,-2 6 0,-2 1-1594,1-10 1,-3 14 1377,-5 27 1,0-3 0,-8 31 0</inkml:trace>
  <inkml:trace contextRef="#ctx0" brushRef="#br1" timeOffset="30962">22316 3473 9871,'-5'-20'2429,"7"8"-1709,24 23-451,8 18 1,4 6-1438,-11-10 1,0 1 1047,2 2 0,1 3 0,-5-6-150,-2-3-1369,0 0 1,-2-1 995,-5-7 1,10 10 0,-22-23-1</inkml:trace>
  <inkml:trace contextRef="#ctx0" brushRef="#br1" timeOffset="31144">22637 3463 10231,'-10'-16'1529,"-10"15"-1259,4 5 0,-5 14 0,0 6-135,5-6 0,-1 2-90,-12 14 0,-1 3-540,0 1 0,1-1-225,5-7 1,1-1-920,2 1 1,3-3 1580,6-8 0,7-5 1,4-7-1</inkml:trace>
  <inkml:trace contextRef="#ctx0" brushRef="#br1" timeOffset="31446">22896 3350 10141,'4'-16'3276,"-1"5"-2054,-5 54-953,-4 2 1,-1 8-480,3-14 0,1 3 1,0-1-721,-1 4 1,-1 0-1,2-5 930,3-5 0,0-6 0,2 2 0,0-26 0</inkml:trace>
  <inkml:trace contextRef="#ctx0" brushRef="#br1" timeOffset="31662">22891 3368 10141,'-4'-19'2249,"4"5"-1529,23 10-1620,11 2 900,12 3 0,-15-2 0,-11 2 0</inkml:trace>
  <inkml:trace contextRef="#ctx0" brushRef="#br1" timeOffset="31870">22868 3585 10501,'-10'6'1889,"32"1"-3508,2-6 0,3-2 1619,1 2 0,2 0 0,2-3 0,-2-2 0,4-2 0</inkml:trace>
  <inkml:trace contextRef="#ctx0" brushRef="#br1" timeOffset="49677">2279 1980 6183,'-14'-2'630,"3"2"-450,0-2 90,4 1 0,-1 1 179,-2 1 91,3 1 90,-1 0-1,3 1-449,12-1 90,12 0-180,1 0 0,12-2 0,8-1-45,8 0 0,2-1-1684,-4 1 1,1 0 1629,-10 0 1,0 0 0,-4 0-388,-8 1 0,0 0 426,17 0 0,8 2 0,1-1-669,-3 2 0,1-1 1,2 1 638,-5-1 0,3 1 0,-1-1 0,1 1 0,-2 0 0,0 1 0,-1 0 0,-1-1-57,-6-1 0,-2 0 0,1 0 0,4 0 57,0-1 0,5 0 0,2 0 0,1 0 0,-3-1 0,-2 1 0,4 0 0,-4-1 0,0 1 0,4-1 0,-6 0 0,3 0 0,1-1 0,0 1 0,-2-1 0,-5 1 30,9 0 0,-4 0 0,-3 0-30,-6 0 0,-3 1 0,2-1 0,8 1 0,1 0 0,-7 0 1893,8 2-1893,2 1 0,1 0 0,-20-1 0,0 0 0,12 1 0,1 0 0,1 1 0,-1-2 0,2 0 0,0-2 0,1 2 0,-1-2 0,0 0 0,-2 0 0,-11 0 0,-1 0 0,13 0 0,0 1 0,-7 1 0,-1 0 0,6 0 0,2 0 0,-9 0 0,0 0 0,1-1 0,1 1 0,0-1 0,2 0 108,4 0 0,2 0 1,-2 0-109,-6-1 0,-1 1 0,2-1 0,13 1 0,2 0 0,-6-1 0,-16 0 0,1 1-434,6-1 1,7 1-1,0 0 1,-5-1 433,3 1 0,-2-1-222,-5 0 0,2 1 0,1-1 244,1-1 1,2 1-1,-1-1 1,-5 0-23,0 1 0,1 0 0,1-1 0,8 0 0,3 0 0,-3 0 0,-8 1 0,-1 0 0,-1 0 0,5 0 0,7-1 0,2 1 0,-5-1 0,-5 1 0,-3 0 0,2 1 0,7-1 0,2 0 0,1 0 22,-7 0 1,0-1-1,0 1 1,-4 0-23,8 0 0,0 0-23,-6-1 1,4 0-1,0 1 1,-1-1 52,3 0 0,-2 1 0,4-1-30,-1 1 0,3-1 0,1 0 0,-2 0 0,-6 0 0,-1 1 0,0-1 0,1 1 0,2-1 0,2 0 0,-1 0 0,-1 1 0,-3-1 0,-1 1 0,0 0 0,-2-1 0,3 1 0,-1 0 0,2 0 0,5 0 0,4 0 0,-1 1 0,-8-1 153,-5 0 0,-1 1-153,4-1 0,5 0 0,-2 1 0,5 1 0,1-1 330,-8 1 1,2-1 0,0 0-331,-6 0 0,0 0 0,0 0 800,2 1 0,0-1 1,-5 0-801,12 0 0,-10 0 0,7 0 0,0 0 30,-1 0 0,0-1 0,0 0-30,3 0 0,1 1 0,0-1 0,2 0 0,0-2 0,-3 1 679,2-1 1,-3 0-680,0 0 0,2 0 0,0-1 0,5 1 0,-8-1 0,-14 2 0,1-1-23,6 0 1,6 0-1,1 0 1,-5 0 22,9 0 0,-3 0 816,7 0 0,-1-1-771,-14 2 0,-3 0-45,2-1 0,-4 0 0,6 1 0,8-2 0,0 1 0,-8 1 0,-9-1 0,2 0 0,21 0-3277,-15 1 3162,5-1-8,-12 1 123,7 0-2228,7 0 2228,-8 1 0,1 0 90,-19 0 2138,2-1-2228,-4 1 122,-4-1-32,0-1 3186,-2 1-2620,1 0-296,-2 0-360,-2 1 0,1-1 720,0 0-541,-1-1 1,0-3-90,-2-1 270,1-3 0,1-9-90,-2-7-180,0-5 0,-4-6-1,-2 8 1,-1-1-1729,1 0 1,-2-1 1625,0-2 1,0 0-496,0-1 1,1-2 507,3-12 0,1-2 0,2 5 0,2-4 0,2 9 0,1-4 0,0 0 0,1 4 0,4-8 0,2 0 0,-2 3 0,2-6 0,0 0 0,-3 9-45,-1 5 0,0 2 710,0-5 0,1-4 0,-4 6-665,-5-10 904,0 10-904,-3 3 0,-1 3 0,0 7-90,-1-17 90,-2 6 0,3 17 0,-5-23 0,6 30 998,-2-7-998,1 7 511,1 2-511,0-1 0,-2-3 0,2 5 0,-2-5 0,1 6 0,0 0 0,0 1 0,-1 1-90,-1-1 90,0 2 0,-2 1 0,-1 1 0,-16-1 0,-4 0 0,-3 0 0,6 0 0,-3 0-23,-8-1 1,-9-1-1,-1 0 1,6 0 22,-1 1 0,1 0 0,6 0 0,-3 0 0,-4-1 0,-1 0-208,1 0 1,-4 0 0,-2-1 0,0 0 0,2 0 0,5 0 207,-8 0 0,6 0 0,-10-1-205,17 2 0,-5 0 1,-4-1-1,-3 0 1,-2-1-1,-1 0 1,-2 1-1,1-1 1,0 1-1,2-1 1,2 2 186,0-1 0,0 1 0,0-1 0,1 1 0,-1 0 0,1 0 0,0 0 0,1 0 0,-1 0 0,0 0 8,-2 0 0,1-1 0,1 0 0,-1 0 0,1 0 0,-2 1 0,-1-1 0,-3 0 0,-2 1-6,11 1 0,-2 0 0,-3 0 0,-2 0 0,-1-1 0,-2 1 0,0 0 1,-1 0-1,1 0 0,0 1 0,1-1 0,1 0 0,3 1 0,1-1 1,3 1-1,4 0 0,2 1-367,-13-2 1,8 1-1,4 0 1,0 1 0,-3 0-1,-9-1 360,11 1 1,-3 0-1,-3-1 1,-3 1-1,-2 0 1,-3 0-1,0-1 1,-2 1 0,0 0-1,0 0 1,1 0-1,0 0 1,2 1-1,2 0 1,2 0 0,3 0-14,-6 0 0,1 1 0,3 1 0,0-1 0,2 1 0,0 0 0,0 0 0,0 0 0,-1-1 0,-2 1-100,3 0 1,0-1-1,-1 0 1,-1 1 0,0-1-1,0 1 1,0-1 0,0 1-1,1-1 1,0 1 0,1 0-1,1 0 126,-7 0 0,0 1 0,1 0 0,0 0 0,1 0 0,0 0 0,1 0 0,-1 1 0,1 0-43,1 0 1,-1 0 0,-1 1 0,1 0 0,1 0 0,1 0 0,2 0 0,3-1 0,2 0 52,-11 1 0,6 0 0,0 0 0,-6 0-12,9 0 1,-6 0 0,-3 1 0,-2 0-1,2 0 1,3-1 0,5 0 0,8-1 11,-12 1 0,3-1-18,3 1 0,-5 0 0,-3 0 0,-1 1 0,4-2 18,0 0 0,2 0 0,0-1 0,1 1 0,2-1 0,1 1 0,0-1 0,-3 1-18,-1 0 0,-5-1 0,0 1 0,4 0 0,7-2 18,0 1 0,3 0 0,-9 0 0,-5 1 0,3 0 0,2-1 0,2 1 0,7-1 0,-1 0 0,0 0 0,2-1 0,0 1 0,-1 0-119,-5 0 1,0 1 0,1-1 118,-6 1 0,-1 0 0,5-1 0,-4 0 0,3 1 626,-4 0 1,-1 0-627,0-1 0,-4 1 0,5 0 0,4-1 0,3 0 0,3 0 0,0 0 0,4-1 1881,-7-1-1881,5-1 0,-13-2 1161,20 0-1161,-8-1 0,-2 1 0,-6-2 0,5 3 0,0-1 0,-5 0 1638,3 2 0,2 0-1527,9 0-156,-12-1 0,-4 1 0,16 0 0,1 0 0,-8-1 0,1 0 52,8 2 1,2-1-98,-2-1 90,-2 1 0,12-1 0,-11 2 0,11-2-90,0 2 90,5-2-90,-1 2 90,4 1 0,-6 11 0,2 18 0,1-4 0,4 0 0,1 5 135,-1 10 0,1 5-105,2-9 0,0 2 0,1 0 0,-1-2 0,-1 0 0,2 1 0,1 3 0,1 0 0,2 1 0,1 1 0,1-1 0,1 3-850,0-6 1,1 1 0,-1 1 0,1-1 835,-1-3 0,1 0 0,-1 0 1,1 0 13,2 11 0,0 1 0,-1-6-1165,-1 0 1,0-4 1134,-1-3 0,0-1-714,1 4 1,-1-3 713,-1-5 0,0-6 0,0-1 90,0-3 1427,1-2-1517,-2-1 2359,1-14-2180,-1 6 3097,-1-5-2980,-1 2-835,0-2 539,-3 0 0,-2-9 0,-3-1 0</inkml:trace>
  <inkml:trace contextRef="#ctx0" brushRef="#br1" timeOffset="76498">9163 11351 7083,'-10'-2'3276,"1"0"-2235,4 5-771,3 0 90,5 6 270,9 2-180,9 3-361,-4-5 181,10 3-90,-7-5-3212,22 10 3122,-15-7 45,9 4 0,3 2-45,-9-2 0,1 1-1225,12 8 1,0-1 1179,-14-5 0,0 0-15,-1 1 0,2 3 0,-1-3-30,6 3 0,1-1 756,-1 0 0,1 2 1,-1-1-727,-3-3 0,-2 0 0,-1-1-30,7 6 0,-1 1 0,-2-2 0,-2 1 1638,-2-3 0,-1 0-1625,-2-2 0,-3-2-13,9 6 45,-9-7 0,2 2-45,-1-3 0,3 1 0,1 2 0,2 0 0,0 1 0,1-1 0,0-1 0,-2 0 44,3 2 1,1 0-45,10 6 0,-1 1 0,-11-6 0,-1 0 0,-2-1 0,2 1 0,0 0 0,11 9 0,-3-3 0,-14-8 0,-1-1 0,0 1 0,-1-1 0,11 8 45,-12-9 0,0 0-45,14 11 0,6 1 0,-6-3 0,-14-10 0,1 0 45,0 0 0,-1-1-45,7 4 0,8 2 0,-17-10 0,16 6 90,-6-2-90,-10-6 0,1 3 0,4 3 0,3 4 180,15 7-90,-4 3-90,1 1 90,-3-1-90,-7-4 0,-3-4 0,-15-10 0,9 6 0,2 2 0,15 9 0,-15-12 0,-2-1 0,10 5 0,12 9 0,-18-11 0,8 7 0,-12-9 0,8 7 0,8 0 45,-12-5 0,1 0-45,11 6 0,-11-8 0,-1 0 0,10 7 0,-8-5 0,2 2 0,-3-2 0,-2-1 0,16 14 0,-15-13 90,0 1-90,-13-11 0,4 3 0,7 3 0,0-1 0,6 4 0,-2-2 0,-2 0 0,-8-6 0,13 9 0,-19-12 0,16 11 0,-13-9 0,7 5 0,2 0 0,-9-5 0,16 10 0,-10-7 0,5 4 0,-6-3 0,-1-1 0,1 0 0,0 2 0,3-1 0,-2 1 0,0-2 0,5 4 0,1-1 0,-5-1 0,1 0 0,-13-7 0,5 4-90,-3-3 0,1 0 0,-2 0-270,-5-3-2068,1 2 2428,-1-1 0,-1 0 0,-2-2 0</inkml:trace>
  <inkml:trace contextRef="#ctx0" brushRef="#br1" timeOffset="77293">12993 13529 9871,'-2'-8'1080,"0"-6"-271,1 7 271,-1-5-1,1 6 90,-1 1-899,7 23-180,3 2 0,6 15-90,-2-11 0,0 0 0,3 3-45,-2-3 0,1-2 45,3 2-90,2 1-90,-3-7 180,-5-8-90,-1 0 0,-4-5 90,0 1 0,-2-1 90,-9-1-90,-2-4 180,-22-4-90,0-1-90,3 0 0,-3 1-90,-17-4-90,2 2-89,11 2-2070,-9-1 1080,19 3 1259,-23-5 0,30 2 0,-5-3 0</inkml:trace>
  <inkml:trace contextRef="#ctx0" brushRef="#br1" timeOffset="78916">10168 10835 10231,'-8'-10'90,"-6"2"180,-9 5-90,-4 4-45,2 5 0,-2 4-1774,-5 11 1,1 3 1240,6-9 1,2 2 391,-6 15 1,7 1 5,16-9 0,-1 9-90,25-1 90,-7-19-975,10 4 0,1-1 1065,-7-7 1950,18 7-1770,-23-10 780,-10 4-1050,-1-4 0,-41 21 0,15-7 45,2-1 0,0 3-90,7 3 0,3 1 135,-3 14-45,12-10 0,7-1 45,27 2 0,4-3-90,-5-20 0,2-4-180,18-5-405,-19-3 1,-1-1-1665,15-6 2249,-6-2 0,-16 1 0,-2 1 0</inkml:trace>
  <inkml:trace contextRef="#ctx0" brushRef="#br1" timeOffset="79516">10355 11300 10051,'-5'-21'2519,"1"3"-2159,0 3 359,1 7-539,-1 10 0,-1 7 0,-7 29-180,3-3-90,2-6 0,0 0 0,-1 3-90,1-6 0,0-1 90,1-6 0,-2 10 90,9-21-90,11-15 90,16-22 0,-8 6 0,2-3 0,1-1 0,-1 1 0,-4 4 0,-1 3-90,18-12 1,-10 20 89,1 0-90,2 36 90,-19-9 0,-3 9 0,-2 2 0,-5 1 0,-4 20 0,5-13-90,5 0 0,7-14-1529,22-14 809,-13-7 810,26-16 0,-26 3 0,10-8 0</inkml:trace>
  <inkml:trace contextRef="#ctx0" brushRef="#br1" timeOffset="79879">10924 11302 10231,'2'-13'2609,"0"-3"-1350,-17 18-899,-4 14 0,-2 8-181,-2 6 1,2 4-180,6-4 0,1 2 0,4-2-315,7 8 1,6-5-46,9 9-1279,16-31 1,4-8 1304,4-6 0,-5-1 0,2 0 0,9-8 0</inkml:trace>
  <inkml:trace contextRef="#ctx0" brushRef="#br1" timeOffset="80388">11268 11420 10771,'-3'-29'3058,"0"10"-2158,-22 9-721,7 17 1,-3 6 0,-2 5-1819,6 7 1,3 1 664,-13 15 889,17-9 0,6-1-95,9-8-90,10 1 0,3-2 180,1-5-90,9-4 1,1-5 89,-9-6-45,15-6 0,5-4 1508,-15-1 0,0-1-1553,10-2 0,-1-1 506,6-8-2485,-21 8 2159,-11 6 0,-4 1 0,-2 0 0</inkml:trace>
  <inkml:trace contextRef="#ctx0" brushRef="#br1" timeOffset="80777">11501 11514 8612,'-7'-10'270,"1"3"-180,1 1 270,0 2-1,-2-3 91,-4-2-270,4 3 90,-7-4-180,6 3 180,-12-5-270,9 5 0,-4-1 90,2 2-90,0 1 90,-8-3-90,1 3 0,3 1-180,-16 2-360,10 2-1619,-14 2 2159,16 2 0,0 3 0,7 0 0</inkml:trace>
  <inkml:trace contextRef="#ctx0" brushRef="#br1" timeOffset="82050">11919 11528 9422,'-6'-19'2518,"-17"-3"-1708,-14 5-720,4 3 179,0 13 1,-2 8-225,13 6 0,1 5-1684,-5 3 1,3 3 484,-4 18 1449,31-15 0,9-3-475,18-13 90,12 4 30,-15-26 0,4-11 0,-4-6 30,-3-10 0,-3-7 0,0-2 97,-1 7 1,0-3-1,0 0 1,-3 1-23,-5 3 0,-1 1 0,-3 0 0,-1 4 45,2-23 0,-6 25-1,-7 46-59,-2 15 0,0 13 0,0 1-30,1 4 0,1 1 0,-1 1 1092,-1-3 0,-1 0 0,4 1-1054,4 4 1,4 1 0,5-10-1678,6-15 1,2-4 1580,-3 14 1,3-5-23,8-15 0,2-7 80,15-14-45,-16 1 0,2-5-15,-1-9 0,1-5 0,-5-2 105,-2-8 0,-4-3 0,5-4 0,-9 3 45,-31-9-90,-7 36 90,-6 19 0,1 10 1548,11 7 0,4 6-1620,-3 6 0,3 0 102,7-6 0,7-3-120,21-1 0,4-8 0,-3-12-30,8-9 0,9-3 0,-2-7-30,-9-7 0,-3-6 0,2 1 60,4 5 0,0 1 0,-2-5-30,-1-15 0,-4-6 1,-7 6 29,-8 3 0,-7-6 0,-9 8 89,-25 37-89,0 6 0,12 18 90,30 2-90,12-21 0,5-2 135,-2 6 0,-2 4-45,0 4 0,-5 3-45,-6 0 0,-6 2 0,-8 1 0,-4 1-45,3-1 0,1 0-810,4 0 1,3-2-2468,13 15 2769,1-14 1,8-29-1,-7-5 1</inkml:trace>
  <inkml:trace contextRef="#ctx0" brushRef="#br1" timeOffset="82233">13280 11665 11400,'1'-8'-2158,"0"0"-91,-6 10 2249,1 0 0,-13 7 0,1-1 0</inkml:trace>
  <inkml:trace contextRef="#ctx0" brushRef="#br1" timeOffset="85394">7586 18293 8792,'-11'-5'3276,"2"1"-2594,-1 2-143,7 8-449,2-1 90,7 8-90,4-5 0,9 2-180,-2-6 0,14-4-90,-5-9 0,3-6 91,-10-5-1,-13-7 0,-10 7 0,-14-2 0,-11 13 90,-5 8-45,9 11 0,1 6 90,5 0 0,3 4-15,2 8 0,1 6 0,5-2-30,4 0 0,5 1 0,0 10 0,6-3-1639,11-18 1,3-5 1163,4-2-1164,3-12 1,-1-4-772,-8-5 2158,24-16 1,-26 4 0,7-7-1</inkml:trace>
  <inkml:trace contextRef="#ctx0" brushRef="#br1" timeOffset="86018">7915 18323 9691,'-13'-11'1620,"-9"6"-991,-17 16-449,18 3 0,2 2-90,-13 12 45,21 3 0,6 0-135,6-10-90,4 5 0,3-2 0,7-10-180,15 2-90,-4-17-1279,0-14 1,-1-4-416,3-7 1970,-9-4 1,1-7 0,-5 3-52,-7 9 0,-2 0 75,1-8 0,0-3 0,-2 4 510,-7-8-91,-4 23-179,1 16 45,3 23 0,4 11 45,5 14-135,-1-12 0,2 2-135,2-6 0,0-3-90,4 8 3197,1-12-5806,2-20 2710,-1-5 1,13-7 0,-5-4-1</inkml:trace>
  <inkml:trace contextRef="#ctx0" brushRef="#br1" timeOffset="87180">8377 18313 9602,'-11'-11'1619,"0"3"-810,-9 1-269,-12 11-450,8-1 90,-17 20-180,30-12-270,-10 22-450,25-10-89,9-2 449,8-10 0,16-25 360,-21 4 90,11-13 180,-18 15 90,1 19-180,-6 10-90,-3 15 89,0-3 1,-1 1 0,1 12-90,0-3 0,2 0-45,-1-15 0,0-3 45,0 23-360,-7-18 180,-9-26-90,-12-11 180,-5-15 0,2 1 90,1-1-90,13 9 0,4 2 0,11 1 90,26-5-90,-7 4-45,17-8 0,6-6-45,-9-6 0,0-3-1003,-6 8 1,2-1 0,-4 1 944,4-8 1,-5 0-792,-10 1 0,-4 5 939,-7 13 90,0-15 0,-6 24 0,-8 9-90,4 2 0,-4 9 90,5 18 2417,4-14-2507,1 8 0,2 2 2943,2-4-2853,10 20-180,5-27 90,-2-1-270,20-25 270,-21 2-135,11-12 0,2-6 135,-9 1 0,-2-2 225,4-2 0,-1-1-90,-6 6 0,-4 2 315,-5 1-360,-11 25 180,3 5-180,1 11 0,13 20-1,4-10-89,2 6 90,6 0 180,-18-5-180,-6 6 0,-13-10-809,-16-9-451,14-12 1170,-3-16 0,21-9 0,1-14 0</inkml:trace>
  <inkml:trace contextRef="#ctx0" brushRef="#br1" timeOffset="88060">9408 17543 9602,'1'-11'1079,"0"1"-270,1 3 361,-2 0-900,-2 15-1,-10 33-179,3-5-90,2-7 0,0-1 90,0 12 0,4-1-135,2-13 0,0 0-45,4 15-629,10 3 359,-4-25-1349,12-5 1709,-3-19 0,2-5 0,0-7 0</inkml:trace>
  <inkml:trace contextRef="#ctx0" brushRef="#br1" timeOffset="88287">9357 17686 9691,'-9'-2'-269,"2"0"359,9-6-180,19-5 90,21-5 0,-3 4 0,2 2 0</inkml:trace>
  <inkml:trace contextRef="#ctx0" brushRef="#br1" timeOffset="88743">9528 17726 8972,'-9'2'3058,"18"-3"-2878,-4 0 180,21-6-270,-15 3 90,14-6-270,-10 2-3187,10-13 1942,-13 9 1835,2-19-680,-19 18 180,-1-4 0,-20 27 90,12 1 0,-12 31-90,18-14 90,7 6 0,3 1 0,9 4-135,-1-13 0,2-2 3257,12-4-5011,16-12 270,-17-5 1529,16-12 0,-22-3 0,6-5 0</inkml:trace>
  <inkml:trace contextRef="#ctx0" brushRef="#br1" timeOffset="89006">9782 17703 10321,'-7'-7'2159,"0"1"-1979,18 9-90,-4-1 359,31 23-359,-20-12-1729,8 7 1,1 1 484,-6-5 1744,13 10-2749,-12-7 450,-12-11 1709,7 7 0,-13-12 0,1 0 0</inkml:trace>
  <inkml:trace contextRef="#ctx0" brushRef="#br1" timeOffset="89210">10023 17654 10141,'-8'-12'1170,"1"5"-4447,-15 20 1973,9-2 2460,-18 23-1156,17-12 0,1 2-405,0 2 1,-1 1-136,0 1 1,1-1-2738,-4 17 3151,10-24 1,3 2 0,3-7 0</inkml:trace>
  <inkml:trace contextRef="#ctx0" brushRef="#br1" timeOffset="89554">10094 17557 10321,'-4'-16'2699,"0"4"-2520,5 14 91,-2 29 0,0 12-270,2-18 0,0 2-45,-1 22 0,1 1-585,2-16 1,1-4-2648,9 14 2747,-2-5 0,2-23 0,-8-15 0</inkml:trace>
  <inkml:trace contextRef="#ctx0" brushRef="#br1" timeOffset="89755">10132 17729 10411,'-8'-5'1529,"1"1"-1439,9-4 90,3 3-450,16-8-989,2 3-990,3 0 2249,-2 1 0,-7 4 0,-2-1 0</inkml:trace>
  <inkml:trace contextRef="#ctx0" brushRef="#br1" timeOffset="90495">10221 17685 10591,'-11'-6'1439,"1"1"-1259,7 9-90,1 2 0,2 4 0,1 2 90,0 18-450,3 7-180,1 3-90,6-8 181,-2-23-1,11-15 90,-8-4 90,9-16 180,-10 0 180,-2 1 90,-6 0-180,-4 11 180,-1-3-180,-1 8 0,0-1 0,2 3-1,2 0-89,2 0 90,9-7-90,-4 5 0,16-15 0,-16 15 0,10-9 90,-10 11-90,-1 0 270,-1 1-180,-4 10-90,0 1 90,2 15 0,5 3-90,0-3-90,1 1 90,3 0 0,0 11-270,3 10-90,-6-6 360,3 7 0,-6-24 0,6 9 0</inkml:trace>
  <inkml:trace contextRef="#ctx0" brushRef="#br1" timeOffset="91246">10660 17767 9871,'-23'-4'2789,"6"0"-2609,19-7-540,11-5 90,4-3-270,3-11 181,-15 8 269,-2 2 0,-9 7 180,-11 13-90,2 6 0,-13 14 90,11 19-1,9 4-89,8-1 0,10-17-89,12-11-181,14-15 180,-1 0 45,-11-8 0,-1-2-45,1-9 270,3-14 180,-13 7 179,-2 2-449,-6 24 0,7 23 0,-5 1-45,4 1 0,-1 1-45,-4-2 0,-1 23 180,-27-4-360,-8-4 0,-2-6-90,7-15-3007,10-15 2904,6-5 1,-1-7-1,8-6 1</inkml:trace>
  <inkml:trace contextRef="#ctx0" brushRef="#br1" timeOffset="91706">11014 16955 9422,'-3'-10'1799,"2"2"-1350,-3 4-359,2 6 450,-3 24-405,1-2 0,0 2-90,1 0 0,0 1-135,-2 8 0,1-1-450,1 11-89,-2-4-2648,4-11 3016,0-17 1,2-4 0,0-8 0</inkml:trace>
  <inkml:trace contextRef="#ctx0" brushRef="#br1" timeOffset="92054">10974 17003 9242,'3'-17'989,"24"2"-989,18 5-135,-17 8 0,-1 4 135,4 13 90,-33 9-90,-14-5-180,-25 3 180,24-15 0,-4 1 0,13-5 0</inkml:trace>
  <inkml:trace contextRef="#ctx0" brushRef="#br1" timeOffset="92794">11301 17058 9332,'-10'-17'2248,"3"6"-1708,-4 1-270,6 8 0,-11 3-90,4 5-90,-9 9-270,5 6-180,2 5 270,6-7-450,8 5 180,4-15-89,6 2 89,3-13 180,2-4 0,3-12 180,-6 4 0,3-7 90,-6 13-90,4 9 0,-5 6 90,8 11-90,-9-10 0,17 0 0,-13-8 0,25-14 0,-23 5-90,5-10 0,-1-3 90,-5 2 0,7-18-90,-8-7 90,-7 19 0,1-3 0,-1 2 90,-4 13 0,-7 6 180,-8 41-270,0-4 45,6-5 0,0 1 0,2 1 0,2 0-45,-3 20 0,4-20 0,0-1-90,2 5-450,6-11-1529,3-5 2069,2 1 0,-2-10 0,-3-4 0</inkml:trace>
  <inkml:trace contextRef="#ctx0" brushRef="#br1" timeOffset="92980">11448 17042 8882,'-3'-13'630,"13"-6"-1350,13 4 720,7-4 0,-1 4 0,-6 4 0</inkml:trace>
  <inkml:trace contextRef="#ctx0" brushRef="#br1" timeOffset="93249">11617 16866 8162,'0'-8'2879,"-2"-3"-1980,0 29-629,1-11 0,-1 31 180,2-1-181,-1 3-179,2-11 0,1 1-270,0 16-539,2 2-181,1-17-2377,-1-11 2949,1-12 1,-2-5-1,-1-2 1</inkml:trace>
  <inkml:trace contextRef="#ctx0" brushRef="#br1" timeOffset="93420">11624 17069 10051,'-3'-13'0,"13"1"0,18-1 0,0 3 0,3 1 0</inkml:trace>
  <inkml:trace contextRef="#ctx0" brushRef="#br1" timeOffset="94176">11720 17092 9422,'-6'5'2428,"10"-1"-2338,1-1 180,19-3-360,-15-1-180,13-7 0,-14 0-179,2-12 179,-6 8 90,-5-7 90,-2 15 0,-5-3 90,-13 15 0,4 3 0,-8 12 90,13-6 0,1 21-90,7-17 90,4 17-90,7-22 0,9-2-360,14-14 180,-9-3 90,6-7-539,-8-16 359,-6-2 180,2-7-3187,-8 6 3072,-6 15 385,0 1-90,4 21-90,1-5 0,5 11 90,4-7-90,-4 0 629,1 12-449,-8-7 450,-7 32-450,0-24-378,-2 5 0,0 0 377,2-1-302,1 11-326,5-18 449,11-8 0,-1-11 0,6-7 0</inkml:trace>
  <inkml:trace contextRef="#ctx0" brushRef="#br1" timeOffset="94826">11924 16582 9152,'-1'-11'3276,"1"2"-2864,2 34-322,-1-14-135,-2 17 0,0 3-225,-3-5-630,-5 19-2377,4-18 2927,1-7 0,2-8 0,1-9 0</inkml:trace>
  <inkml:trace contextRef="#ctx0" brushRef="#br1" timeOffset="95179">11885 16571 9062,'5'-16'270,"-2"7"-180,35-7-90,6 11 45,-13 4 0,-1 4-45,5 10 0,-33 12-270,-29 0-1529,-7-5 1799,11-9 0,14-6 0,6-4 0</inkml:trace>
  <inkml:trace contextRef="#ctx0" brushRef="#br1" timeOffset="95927">12260 16568 7982,'-8'-5'1080,"-5"0"-720,6 3-180,-5 1 539,-7 6-359,-2 8-90,-6 5-180,8 7 0,8-5 0,8 5-90,3-14-270,11 6-90,0-12 0,3 0 0,4-6 91,-6-2-91,5-7 90,-5-4 90,-5-5 180,-4 3 0,-11-8 0,-3 11-90,-4-3-180,3 9-1169,-3 6 1439,9 1 0,-4 1 0,9-1 0</inkml:trace>
  <inkml:trace contextRef="#ctx0" brushRef="#br1" timeOffset="97269">12346 16565 10501,'-9'9'720,"2"-3"-630,2 2 269,-4 8-269,6-6 90,-6 14-90,8-11 0,2 9-90,5-9-90,9 2 0,-5-10-90,24-6 90,-17-4-90,22-15 180,-25 7-90,3-19-269,-24 7-1260,-8-1 359,-1 7 1260,-5 15 0,13 4 0,-2 2 0</inkml:trace>
  <inkml:trace contextRef="#ctx0" brushRef="#br1" timeOffset="99021">12763 16132 8972,'-9'-6'630,"0"2"-451,1 5 1,-2 5 0,-4 7 0,3 2 90,0 29-270,8-24 90,1 19-90,5-29 0,2-1-90,19 15 0,-12-15-90,26 10 0,-19-27 0,-1-5 90,-11-9 90,-11 2-90,-11-2 90,7 12-90,-8-6 1,11 9-1,3-4 90,18-2-90,9-1 90,0 1 0,-4 2 0,-3-6 0,-8 6 0,14-22 90,-16 15 89,6-18 181,-8 16-360,-2 16 270,-8 50-180,1-10-45,-1 0 0,-1 1 45,-4 9 0,-1 1-90,2-7 90,2-16 180,4-16-540,22-27 180,-13 15-135,15-12 0,1 2 225,-10 14-90,13-3 90,-20 31 360,-17 7-270,0 1 90,-9-16 0,-1-4-180,1-7-630,-21-7-89,33-5-1890,-4-11 2609,13 9 0,5-9 0,1 6 0</inkml:trace>
  <inkml:trace contextRef="#ctx0" brushRef="#br1" timeOffset="99427">13132 16333 8972,'12'-11'1979,"-3"3"-1619,-1 10-181,-5 2 451,0 22-450,-4-3 90,-2 23-180,-2-10 90,-4 13-90,0-17 90,-8 10-91,7-23-89,-4 2 90,2-12-180,3-4-539,-12-3 269,11-3-1079,-8-11-1838,10 0 3151,1-3 1,2-6 0,3 2 0</inkml:trace>
  <inkml:trace contextRef="#ctx0" brushRef="#br1" timeOffset="99655">13187 16189 9961,'-3'-14'-180,"0"2"180,0 6 0,-2 6 0,-3 2 0</inkml:trace>
  <inkml:trace contextRef="#ctx0" brushRef="#br1" timeOffset="112260">10011 11654 7623,'17'-5'1799,"-2"0"-1350,-2 4 1,5 2-180,0 0 270,19 3-91,9 0-359,-20-1 0,1 0 0,2 0 0,3 1 45,11 1 0,0 1-90,-17-2 0,3-1 15,9 3 0,6 1 0,-3 0-361,0 0 0,4 2 326,-11-3 1,7 2 0,4 1 0,3 1-1,-1-1 1,-3 0 0,-5-1-714,1 0 0,-5-1 0,0 1 0,8 0 679,-7-1 0,7 2 0,3 0 0,4 0 0,1 1 0,-1-1 0,-1 1 0,-3-2 0,-4 0 0,-7-1 9,13 1 0,-9-1 0,7 1-297,-8-1 1,6 0 0,5 1-1,1 0 1,0 0 0,-3 0-1,-4-1 1,-8-2 296,1 0 0,-7-1 0,5 1 0,6 0 0,6 1 0,3 1 0,-2 0 0,-5-2 0,3 0 0,-4-1 0,1 1 45,-4-1 0,1 1 0,-1-1 0,-1 0 50,1 0 1,-3-1 0,-2 0-51,4 1 0,-4-1-45,14 2 2046,-20-2-2046,20 5 0,-22-3 0,1 1 3276,-3 0-3070,-12-4-206,1 1 269,1 0-89,-7 0 1260,3 1-1351,-6-7 1,-1-1 90,-1-12-90,-2-8-45,4-14 0,2-11-15,1 6 0,3-3 0,-1-4-48,-1 13 0,0-2 0,-1-2 0,2 0 0,-1 1-111,2-1 0,-1 0 0,1 0 0,0 0 0,1-1 111,0-6 0,2-3 0,-1 1 0,0 2 0,-1 5 18,-1-1 0,0 4 0,0-1 0,1-3 0,1-3 0,-1 2 0,-1 6 0,-3 4 0,0 3 0,2-12 0,0 1 0,-3 12 0,-1 2 0,2-8 90,-1-5-90,-3 24 0,1-18 0,-2 25 0,-2-3 0,-11 4 0,3 3 555,-13 0-555,-17 4 0,9 0 0,-10-1 0,-12 0 0,-4 0-656,14 0 1,-2 0-1,-2-1 1,0 0 0,1 1 614,5 0 0,0 1 0,0-1 0,-1 0 0,-2 0 26,-3 0 0,-2-1 0,-1 0 0,-1 0 0,1-1 0,0 1-215,2 0 0,0 0 1,0 0-1,0 0 0,0 0 1,-1-1 216,4 2 0,1-1 0,-1 1 0,0-1 0,-1 1 1,-1-1-1,-1 0 3,4 1 0,-1-1 0,-1 1 0,0-1 0,-1 0 0,-1 0 0,1 1 0,0-1 0,1 1-20,-1 0 0,0-1 0,-1 1 0,1 0 0,0 1 0,0-1 0,2 0 0,2 1 0,2-1 12,-12 0 0,4 0 0,2 0 0,-1 0 0,-1 0-12,2 1 0,-2 0 0,-1 0 0,1 0 0,2 0 0,3 1-38,-1-1 1,3 1 0,2 0-1,-3 1-4,2-1 0,-2 1 0,0 0 0,1 0 0,1 0 72,-1 0 0,2-1 0,0 1 0,-2-1-36,-1 1 0,-3 0 0,1 0 0,3 0 1,7 1-10,5-1 0,1 1 45,-6-1 0,-5 0 0,4 0-45,0 1 0,3 0-936,5-1 0,1 1 984,-5 0 0,1 0 1874,-7-1-1873,24 1 1203,-3 1-1110,3-1-90,-2 1 188,8 1 3081,-1 0-2934,5 2-158,1 2-126,1 7 25,0-5 9,0 17-17,2-7-22,0 16 13,2-4 0,1 3-55,1 12 1,1 4-28,-1-15 0,-1 1 0,1 1 13,0 11 1,0 3 0,0-2 1,-1-6 1,0-1-1,-1-1-32,0 2 0,-1 0 0,0 0-1060,0 4 1,0 1 0,-1-5 1004,0-5 1,0 0-272,0-3 1,0 3-1,0-5 377,0-4 1,1-3-83,-1 5 0,0-1 10,2 17 54,-2-25 90,1 7 0,-2-16 2853,-1 3-2853,1-5 1405,10-7-1495,-4-1-3260,29-3 3260,-17 2-353,6 0 0,3 1 398,1 0 0,0 0-45,-2 1 0,5 0 0,1 0 0,6 1 0,4 1 0,2-1 0,-1 1 0,1 0 0,0 0 0,1 0 0,0 1 0,2-1-155,-2 0 0,1 0 1,0 1-1,1-1 0,1 0 1,0 1 102,-3-1 1,1 0-1,1 0 1,-1 1 0,1-1-1,-3 0 1,-1 0-111,4 0 0,-2 0 0,-2 0 0,0-1 0,1 1-54,0-1 0,0 1 0,0-1 1,0 1-1,0-1 216,-1 1 0,2 0 0,-1 0 0,-3 0 0,-3-1 0,-1 1 0,-3-1 0,0 0 0,4 2 0,0-1 0,0 1 0</inkml:trace>
  <inkml:trace contextRef="#ctx0" brushRef="#br1" timeOffset="118276">19797 7740 9242,'-2'-10'2428,"2"1"-1978,2 12-360,2 10 135,0 13 0,-2 5-180,0-6 0,0 1-225,0 12 0,0 0-90,-1 1-1529,2 8 180,-1-30 1619,3 12 0,0-18 0,2 2 0</inkml:trace>
  <inkml:trace contextRef="#ctx0" brushRef="#br1" timeOffset="118727">20062 7722 9691,'1'-12'720,"0"3"-540,3 4 180,5 2-90,3 0 449,24 2-629,-15 1 90,25 4 0,-23 4-90,0 0 90,-15 27-180,-11-17 45,-12 11 0,-5 1-45,-11 3 90,-3 0 0,0 2-45,18-12 0,3-2-45,-7 1 0,9-2 0,43 5 0,4-19-180,-1-1 0,4-1-405,-8-3 0,-1-1 585,5 0 0,-1-2 0,11-2 0,-8-3 0</inkml:trace>
  <inkml:trace contextRef="#ctx0" brushRef="#br1" timeOffset="119401">20653 7719 10411,'1'-10'1439,"0"2"-989,-3 3-360,-8 2-3367,-22 8 2842,11 0 1353,-25 11-738,21 4-90,5 5-90,16 7 0,20-4-45,4-8 0,2-2 45,5 5-135,3-1 0,0-1 45,-4-1 0,-6-4 0,-1 2-450,-1 13-89,-24 10 539,2-11-45,-16-7 0,-5-4 225,-3-6-45,5-3 0,-1-1 404,-13-5-359,16-4 180,3-17-180,21 5 0,10-11 0,6-3-45,2 0 0,4-1 1047,0-3 0,2-3 0,-3 2-862,0-6 0,-5 1-230,1 1 0,-10 3 0,-44-5-270,3 21 48,-8 2-3055,-1 13 3264,20 4 0,-12 4 1,17 3-1</inkml:trace>
  <inkml:trace contextRef="#ctx0" brushRef="#br1" timeOffset="119987">20257 8521 10231,'0'-27'1638,"-1"0"0,0-12 663,-9 49-2076,4 22 0,2 11-375,2-6 0,1 3 0,0 0-30,1-3 0,0 1 0,1-3-315,2 10 1,3-6-1665,2-9 2159,-2-14 0,-2-10 0,-3-5 0</inkml:trace>
  <inkml:trace contextRef="#ctx0" brushRef="#br1" timeOffset="120334">20058 8770 9781,'-10'-4'1080,"1"-1"269,5 3-360,20 12-899,-9-4 360,32 21-360,-25-17-90,18 15-90,-15-12-90,3 1-180,6-9-359,6-21 359,3-6 0,-11-3 0,0-2 90,-8 6 1,0-1-1081,4-8 1,-1 1 1349,0-3 0,-1 4 0,-9 17 0</inkml:trace>
  <inkml:trace contextRef="#ctx0" brushRef="#br1" timeOffset="121910">20077 9159 8612,'3'-7'990,"1"-1"-181,-3 3-359,-1-2-90,-3 2-181,-3 2 541,-26 11-450,-7 11-135,8 0 0,1 4-90,6 0 0,2 3-90,3 8 0,4 0 45,3 11-225,16 3 0,7-1 45,3-11 45,6 5 0,5-2-45,14-16 90,-13-11 0,2-3 90,1-4 0,0-5 360,4-9 0,-2-4-90,3-12-90,-16-15-180,-27 19 45,-13 8 0,-2 3-135,2 4-1035,-15 7 1,-1 3-2153,13 5 3264,-20 8 0,38-8 1,4-2-1</inkml:trace>
  <inkml:trace contextRef="#ctx0" brushRef="#br1" timeOffset="122577">20639 9142 9871,'1'-20'2789,"-1"3"-2519,-8 20 179,-10 22-359,-9 13 0,11-10 0,-2 2-45,-5 10 0,-1 1-1684,1-2 1,1-2 1016,2-4 0,2-2 916,-3-1 1,10-7-384,17-18-1,13-9-90,11-9 0,13-11-135,-18 16 0,0 1-45,20-8 315,-20 8 0,0 0-45,13-9 270,-13-1 3096,-6 2-2530,2-7-296,-13 13-90,-4 15-226,-10 16 1,-4 6-90,0-1 0,0 2-90,-4 18 0,1 0-315,6-16 1,2-2-181,0 1 0,2-1-2158,5 8 2698,4-16 0,5-4 0,1-5 0</inkml:trace>
  <inkml:trace contextRef="#ctx0" brushRef="#br1" timeOffset="123080">20376 10078 10411,'6'-11'1529,"-1"3"-629,-1 0-630,3 8 359,0 16-179,-2 26-360,-2 6-135,-3-10 0,-2 1-180,2-8 0,-1-1 45,0-4 0,1-1-720,1 5 1,2-3 180,0-9 719,7 15 0,-6-27 0,3 2 0</inkml:trace>
  <inkml:trace contextRef="#ctx0" brushRef="#br1" timeOffset="123426">20222 10299 10231,'-13'16'1889,"10"18"-1799,-1-8 135,11 3 0,3 0-45,4-1-90,-2-5 0,3-1 0,18 8-90,-11-13 89,18-3-89,-18-17 0,1-8 0,0-5 0,9-18-45,-15 15 1,-1-3-451,-2-7 0,-4 2 495,-2 4 0,3-1 0,-8 31 0</inkml:trace>
  <inkml:trace contextRef="#ctx0" brushRef="#br1" timeOffset="124155">20260 11166 10411,'-4'-10'1619,"7"-7"-1259,5 5 90,20-8-91,7 7-359,-3 3 270,10 2-270,-27 7 90,11 4-90,-17 6 0,-4 0 0,-3 7 0,-18 9 0,4-7 0,-4 2 0,0-1 0,5-5-90,-13 20 0,19-19 0,2 12 90,5-14-90,5 3-89,6 0 179,-5-8-90,7 11-90,-7-3 90,-10 8 90,1-6 0,-24 8-90,-3-11 90,-9 2-315,13-7 0,1-1-494,-5 0 809,-1-1 0,19-9 0,3-2 0</inkml:trace>
  <inkml:trace contextRef="#ctx0" brushRef="#br1" timeOffset="124655">20744 11111 10321,'1'-9'1529,"1"-2"-899,2 3-90,2-1 269,12-2-89,11 2-630,-5 2 90,9 5-91,-20 10-178,-2 5-91,-27 33 180,2-18-60,-8 0 0,-6 4 0,2-2 15,5-7 0,0-1 0,-13 14 0,3-1 45,8-6-90,31-3 0,32-17 90,7 2-270,-11-11 0,1-1-585,-8-1 1,-2 0-405,19-2 1259,1 5 0,-26 3 0,9 3 0</inkml:trace>
  <inkml:trace contextRef="#ctx0" brushRef="#br1" timeOffset="125327">20548 11862 10231,'5'-8'3276,"-4"38"-4915,-3 9 1,-1 3 1102,1-6 0,-1 1 492,0 5 0,0 4 0,0-4-181,2-5 0,2-1-64,1 0 1,1 4 0,0-4-1331,2-1 0,0-3 1619,3 0 0,1-4 0,1-8 0,-2-8 0</inkml:trace>
  <inkml:trace contextRef="#ctx0" brushRef="#br1" timeOffset="125705">20314 12404 10591,'-7'-5'2249,"2"7"-1530,14 13-89,13 17-450,5 1-135,-5-10 0,1-1-225,4 4-180,-5-9 0,-1-2 180,-3-4-359,20-7 359,-16-15-90,19-15-135,-15-1 0,0-2-1124,-2 1 0,-1 1 1529,0-1 0,-3 2 0,3-2 0,-16 23 0</inkml:trace>
  <inkml:trace contextRef="#ctx0" brushRef="#br1" timeOffset="126244">20467 13038 9691,'1'-9'2159,"2"0"-1709,3 10 0,1 10-180,0 11 179,-4 28-494,-4-21 0,-1 1-90,1 0 1,0-1-226,-1 0 0,0-3-1349,3 9 0,0-14 1709,4 1 0,3-13 0,2 2 0</inkml:trace>
  <inkml:trace contextRef="#ctx0" brushRef="#br1" timeOffset="126656">20859 12945 10231,'0'-8'2789,"-6"6"-2340,-10 17 1,-2 9-225,-7 12 0,0 1-180,2-3 0,0 1-75,6-4 0,1 2 0,4-3-60,5 13 0,-1 1-45,15-18 0,4-4 135,1-6-90,10 0 0,4-3 90,3-11-90,19-2 270,-6-23-180,-21 9 270,-12-31-450,-34 26-405,3 5 1,-2 4-1395,-25 10 1979,20 11 0,2 3 0,-6 11 0,16-7 0,-1 0 0</inkml:trace>
  <inkml:trace contextRef="#ctx0" brushRef="#br1" timeOffset="127334">20694 13634 10141,'5'-15'2339,"1"1"-1440,-2 7-179,3 25-450,-4 3-135,0 2 0,0 5-1,-2 4 1,-1 0-45,1 14-180,-1 4 1,0-1-91,-1-15-225,0 4 0,1-1-1034,-1-10 809,0-1 630,0-3 0,0-18 0,1 4 0</inkml:trace>
  <inkml:trace contextRef="#ctx0" brushRef="#br1" timeOffset="127726">20503 13953 12120,'3'10'1169,"14"16"-989,-5-11 0,7 8 0,3 2-90,1 0-135,-3-4 0,1 0-315,9 3 90,-4-8 91,1-11-181,12-29 270,-4-9-1003,-12 6 1,1-5 0,-2 3 764,-7 6 1,0 1-744,8-18 1,-3 4 1070,-13 22 0,0-1 0,-4 11 0</inkml:trace>
  <inkml:trace contextRef="#ctx0" brushRef="#br1" timeOffset="129446">20686 14429 9602,'-3'-9'3276,"6"19"-2235,-2 19-861,4 6 0,-5-6 0,-2 2 90,2 14-270,-1 1 0,3-6-90,2-17-2519,2-4 720,1-15-1259,-1-3 3148,-2-14 0,-2 2 0,-1-4 0</inkml:trace>
  <inkml:trace contextRef="#ctx0" brushRef="#br1" timeOffset="141960">23629 7733 8522,'-3'-13'3058,"0"1"-2068,1 0-900,-3 12 270,-6 27-270,2-4-1183,0 6 1,-1 7 0,1-5 387,0 5 1023,-1 2 1,0 2-1039,4 7 450,2-24-809,3 4 0,1-3-450,3-12 1529,6 6 0,3-15 0,5-1 0</inkml:trace>
  <inkml:trace contextRef="#ctx0" brushRef="#br1" timeOffset="142400">23794 7765 9512,'-4'-8'539,"8"-2"1,14 2-270,9 1 44,2 3 1,0 1-225,6 2 45,1 0 0,-2 2-45,-11 2-90,13 2 180,-20 8-90,-12 1-45,-22 18 0,-12 4 0,2-8 0,-3-1-45,5-2 0,-1 0 0,2 0 0,-5 3 0,6-3 0,12-6 0,12 7-90,38-15-495,4-7 1,5-2-721,-6 0 1,0-1 1304,8-2 0,-4-2 0,2-4 0,-16 1 0</inkml:trace>
  <inkml:trace contextRef="#ctx0" brushRef="#br1" timeOffset="143027">24538 7787 9691,'-2'-23'1170,"-1"4"-900,-2-2 809,-6-4-809,4 14 449,-32-10-449,1 23-135,5 5 0,0 3-90,10 2 0,3 2 45,-14 18-90,31-5 0,7 1 0,13 9-90,8 2 0,7 0-90,2-9 0,1-3 135,-5-5 0,-1 2-135,2 7 1,-8-3 179,-19-11-45,-17 11 0,-10-1 45,-4-14 0,-4-3 0,-12 6 0,-1 0 45,10-7 0,2-3 135,-8-1-91,70-38-89,-6 13 22,4 1 1,10-6 0,3-3-1,-5 3-22,-6 0 0,-2 1 0,1 0 0,7-1 0,2 0 0,-8-2 0,-5-10 0,-17 4 0,-32 12 0,-6-4-135,-15 16 1,-5 6-496,16 6 0,-1 1 0,-12-3 1,2 3 629,16 5 0,5 0 0,8 1 0,7 0 0</inkml:trace>
  <inkml:trace contextRef="#ctx0" brushRef="#br1" timeOffset="143590">24815 7643 6959,'-2'-22'0,"-3"-5"0,-3-2 224,0 6 1,-2-1 0,-5-13 0,-6-1 105,-5 11 0,-6 2 0,1 3-195,2 0 0,-5 3 44,-1 7 1,-8 0 0,-6 1 0,-2 1 0,3 2 0,7 2-1273,-2 0 1,5 4 0,-8 2 1140,8 1 0,-6 0 0,-5 2 1,-3 0-1,-1 1 0,1 1 0,2-1 1,4 1-1,7 0 165,-6 3 0,8 0 0,0 1 0,-5 2-175,0-1 1,-4 2-1,-4 1 1,0 1-1,0 1 1,3 3-1,4 2 22,5 3 0,2 3 0,2 2 0,2 1 0,1-1 0,0-2-38,-7 2 1,1-2 0,3 2-1,1 7-149,5 3 1,1 7-1,1 3 1,3 1 0,4-4-1,6-6 127,5-3 0,6-5 0,5 6-60,3 2 0,5 6 0,3 4 0,3 0 0,0-3 1,2-7 20,2-5 0,2-6 0,2 0 0,1 1 21,-2 3 0,1 2 0,1 1 0,3-3 0,4-3-42,6-5 0,6-2 0,3-4 0,1-1 0,-1-3 1,-2-1 23,-1-3 0,-2-3 0,0-3 0,2 0 0,4 1 24,-6-1 1,4 1 0,2 0 0,2-1-1,-1 0 1,-1-1 0,-2-1 0,-4-2-7,5-1 0,-5-2 0,-1-1 0,0-2 0,3-3 12,-1-1 1,3-2-1,1-2 1,0-2-1,0-1 1,-3 0-1,-4-1-12,0-2 0,-4-1 0,-2-2 0,0-1 0,2-1 30,-1 0 1,2-2 0,1-1 0,0-2 0,-1 1 0,-3 0 0,-3 2-13,4-6 0,-3 2 0,-4-2 0,-4-5 18,-5-5 0,-4-6 0,-3-2 0,-6 1 0,-6 3 4,-10 0 1,-7 4-1,-5-1 1,-3-1-11,4 8 1,-2-2 0,-2-1 0,-1 0 0,-4 0 0,-1 3 0,-2 2-91,-1 4 0,-3 2 0,-2 1 0,-1 1 0,-2 2 0,-2 1 0,0 1 0,-1 1 68,1 3 0,-2 0 0,-1 2 0,-1 0 0,-1 2 0,0 1 0,-1 1 0,0 2 1,-1 1-108,3 1 0,0 1 0,-1 1 0,-1 2 0,0 0 0,-1 2 0,1 1 0,0 1 0,-1 3 0,1 1 117,2 2 0,-1 2 0,0 2 0,-1 2 0,1 1 0,-1 1 0,2 1 0,0 0 0,1-1 0,2 1 0,1-2 0,-2 1 0,1 0 0,1 0 0,1 0 0,1 1 0,1 1 0,1 1 0,-1 2 0,-1 9 0,-1 0 0,0 1 0,1-1 0,-1 0 0,0 0 0,1 1 0</inkml:trace>
  <inkml:trace contextRef="#ctx0" brushRef="#br1" timeOffset="172543">21359 7856 7353,'-11'-1'3276,"1"1"-2954,34-2-187,0 0 0,4-1-90,0 1 0,4 0-16,8-2 1,5 0 0,0 0-205,-4 1 1,0 0 0,2 0 144,3 0 0,1 0 0,2 0 30,-2 1 0,2-1 0,-1 1 0,-5 0-30,-8 1 0,-2 1 0,-1-1-326,5 0 0,1 0 1,-5 0 355,-2 0 0,-5 1-360,9-4 90,-5 2-809,-5-3-1440,-20 3 2519,0-3 0,-3 3 0,-2-1 0</inkml:trace>
  <inkml:trace contextRef="#ctx0" brushRef="#br1" timeOffset="172944">22321 7668 8972,'-5'-7'1439,"0"0"-1169,7 3-180,4 4 90,17 7-90,-7 1-90,18 11-90,-13-6 0,4 4 0,-2-2 180,-13-4 0,-10 3-90,-23 3 0,1-3 0,-3-1 0,-17 11-360,3-1 0,2-1 0,8-5-1079,-1 3 0,3-1 1439,13-9 0,-10 9 0,12-8 0</inkml:trace>
  <inkml:trace contextRef="#ctx0" brushRef="#br1" timeOffset="173916">21907 7359 9332,'-7'-16'1259,"0"3"360,-2 0-1079,4 6-180,-6 3-91,2 8-3481,-8 13 3302,6-3-1827,-6 31 1737,13-26-122,0 23-148,22-16 90,2-6 1,23-2 179,-15-14-90,-2-8 0,1-3 90,11-12 90,5-7 0,-13-13-90,-26 4-90,-11 2-180,-15 9 0,6 13 917,-8 6-737,28 0 43,-5-3 47,25-14 90,-4-3 90,0 0 3096,-7 5-3071,-8 10-205,0 0 0,-2 2 0,0 0 0,7 0 0,-6 3-89,9-1 89,-7 3 0,4 1 89,-3 1 91,-1 9 0,-2 6 90,-4 26-270,-2-15 90,1 3 0,0-1-90,2-4 0,2 12-180,6-8-719,7-8-1,3-4 900,14-16 0,-11-9 0,8-5 0</inkml:trace>
  <inkml:trace contextRef="#ctx0" brushRef="#br1" timeOffset="174146">22387 7248 9332,'-1'-9'-720,"2"27"720,1-10 0,2 19 0,0-19 0</inkml:trace>
  <inkml:trace contextRef="#ctx0" brushRef="#br1" timeOffset="179266">13916 13538 7353,'-1'-7'2608,"1"1"-2428,5 2-90,-1 1 90,2 1-90,0-2 0,5-1-90,-2-1 90,9-6-90,4-2 0,3-4 90,9-6-90,0-2 0,-6 6 45,3-2 0,0 0-45,-4 2-30,1 1 0,6-5 0,-6 4 30,5-3 0,7-5 0,2-1 0,-17 13 0,-2 0 0,5-1 0,1-1-45,5-2 0,-2 0 45,6 1-45,-11 3 0,3 0-45,11-3 0,-1 1 90,-10 4 0,1-1-23,0 1 1,4-3-1,2 0 1,-2 1-8,2-1 0,-2-1 0,0 1 30,-2 2 0,-1-1 0,1 0-1093,7-4 1,1 0 0,-7 3 977,2-1 115,-3 1 0,7-2 0,0 0 0,-7 4 0,-1 0 0,0 1 0,-1-1 0,0 0 0,2 0-756,10-4 0,2 0 0,-7 4 756,2-3-263,-9 5 0,5-2 0,-2 0 263,0 0 0,-2 0 724,6-3 0,3-1-724,1-2 0,3-1 0,-5 3 0,-10 4 0,-1 1 30,1-1 0,2-1 0,-1 1 15,5 0 0,-4 1-45,4-1 0,8-4 0,3-1 45,-18 8 0,1 0 835,6-3 0,5-2 1,0 0-881,-1 0 0,0-1 0,-1 1 639,-5 3 1,-1 0 0,0 0-640,3-2 0,-1 0 0,-3 1 45,-2 0 0,-1 1-1,11-6 1,2 0-45,-2 0 0,0 1 45,-3 1 0,-1 2-45,2-2 0,1 0 45,0 1 0,-1 1 0,-7 2 0,1 0 222,-1 0 0,3-1 1,-4 1-268,15-6 44,-4 1 1,1-1 45,-16 7 0,-1 1 0,-1-1 0,0 1 0,1-1 0,0 0 90,13-8-90,0 0-45,-15 9 0,-1 0 45,9-5 0,1-1-180,-15 8-450,-5 1-2737,-5 4 2882,-8-1 0,-1 4 0,-6-1 0</inkml:trace>
  <inkml:trace contextRef="#ctx0" brushRef="#br1" timeOffset="179747">17871 11397 9512,'-18'-5'1169,"4"2"-719,5 1 449,2 0-809,17 5 0,18 0-90,2 2-90,6-3 0,2-1-90,3-2 90,-8 1 0,1 0-45,-7-1 0,-2 0 135,5 0 0,10 0 270,-30 3-90,-13 17-180,-10-5-45,-16 14 0,-3 2-225,0-2-630,8-5 1,-4 3 0,4-2 899,-9 13 0,12-12 0,0 0 0,-4 10 0</inkml:trace>
  <inkml:trace contextRef="#ctx0" brushRef="#br1" timeOffset="183197">3115 10275 8432,'-5'-12'990,"1"2"-810,-3 7 449,-8 3-539,3 0 360,-22 12-270,8 4-90,-7 5 0,8 4 0,1 2 0,4-3-46,-7 15 1,3 1 45,11-8-90,1-5 0,3 1 0,13 11 0,2-16-90,24 13 1,-14-27-541,27 7-1619,-13-13 2249,4-2 0,-1-5 0,-8-1 0</inkml:trace>
  <inkml:trace contextRef="#ctx0" brushRef="#br1" timeOffset="184960">3329 10363 9242,'-1'-12'1259,"-1"2"-809,0 1-90,-1 3-91,-11 13-179,-1 12-90,-5 12-90,11-7 0,1-1 0,0 4-179,1 17 89,8-25-180,8 13 180,0-15 90,5-1-180,17-13 180,-7-9 180,13-7-90,-17-5 270,-10-16 0,-18 10 0,-3 0-90,-2-13-45,-7 12 0,5 1-46,20 3-89,7-2 90,32 4-1696,-17 10 0,-1 0 1606,11-1 90,-4 0 180,-12 5-180,-6 3 0,3 6-90,-12 8 90,-9 19-90,-2-7-90,-3 9 0,-1 0 3366,2-6-3308,-2 4 0,1-1 32,1-7 180,0 2 0,3-10-90,18-25-180,-6 4 90,19-25-90,-10 11 0,0 1 90,6-8-90,-1 4 0,0 3 0,-6 11-90,12 5 180,-16 12 0,-2 8 90,-11 24 0,0-22-90,-2 26 0,3-27-270,6 11 90,-2-15-179,6 0-901,-1-9 1260,5-2 0,4-3 0,2-3 0</inkml:trace>
  <inkml:trace contextRef="#ctx0" brushRef="#br1" timeOffset="185733">3801 10373 9332,'6'-15'1619,"-1"4"-1080,3-2-269,-2 8 180,5 7-360,-4 2 90,13 33-360,-7-3-45,-2-7 0,0 0 45,3 11-179,3-3 359,4-21 89,-4-3 91,15-25 0,-6-18 0,3-6-135,-14 12 0,-1-1-3322,3-12 2532,-5 9 745,-3 9 0,-7 16 0,1-1 0</inkml:trace>
  <inkml:trace contextRef="#ctx0" brushRef="#br1" timeOffset="186516">4329 10380 10051,'-2'-9'1349,"0"1"-1169,-4 6-90,1 2 360,-10 12-360,6-2-90,-14 26-360,11-2 90,-1 4 1,9 0 179,5-23-270,11 7 180,-2-15-90,16 0 180,-8-8 0,2-4 0,-2-13 90,-11 7 90,4-20 0,-12 13 90,-3-7 90,-8 4-180,-2 3-180,2 5 0,0 4 90,31 1 0,-10 2 0,15-6 0,3-1 0,-7 0 0,13-15 0,1-5 45,-14 6 0,-1-2 45,-1 0 0,2-3 0,-3 1 89,0-8 1,-3 1-90,-6 10 0,-1 2 450,2-20-360,-6 48-90,0 3-90,-3 39 45,-2 4 0,0 2-90,0-20 0,0 2-15,1 10 0,0 6 0,0-9 60,2 2-45,-1-8 0,2 0-315,7 5 0,1-10-539,6 8 899,10-13 0,-4-11 0,9-2 0</inkml:trace>
  <inkml:trace contextRef="#ctx0" brushRef="#br1" timeOffset="187183">4905 10425 10861,'-3'-15'3276,"-3"16"-2055,2 13-1716,2 11 1,4 5-181,5-2 1,2-1 584,-5 0 0,4-4-270,35 3 360,-28-28 135,10-10 0,2-5 45,-6-3-180,10-11 0,-14 14 0,-9 10-90,18-1 0,-13 6 90,28-5-90,-3-15 90,-14 9 0,0-3 0,-1-6 0,2-5 0,-4 1 0,2-5 0,-3 0-45,5-4 0,-3-2 45,-5-10 0,-4 4 0,-1 4 45,-3-1 0,-2 2-135,-5 16 90,-5 26 0,-2 9-30,0 17 0,-1 12 0,1-2 30,1-2 0,1 2-30,0 0 0,0 4 0,1-4-15,2-4 0,2-4-180,3-4 0,0-2-45,4 1 1,3-3 269,10-12 0,-7-10 0,10 2 0</inkml:trace>
  <inkml:trace contextRef="#ctx0" brushRef="#br1" timeOffset="187393">5398 10242 9781,'-7'-3'2609,"24"6"-2429,26-1-1819,-13 0 1,0 1-1,-2-2 1,-2 1 819,11-1 1,-14 1-1,3 0 1</inkml:trace>
  <inkml:trace contextRef="#ctx0" brushRef="#br1" timeOffset="187627">5797 10324 12030,'-9'-1'2519,"2"1"-2070,5 17-269,2 2-629,2 28-811,1-5-379,0-13 1,1-3-1561,1 3 2379,0-7 1,-2-17 0,0-1 0</inkml:trace>
  <inkml:trace contextRef="#ctx0" brushRef="#br1" timeOffset="187866">5746 10065 11041,'-4'-14'1709,"0"2"-1709,2 6-540,7 9-2737,3 3 2792,2 4 0,2 3 0,-3-6 0</inkml:trace>
  <inkml:trace contextRef="#ctx0" brushRef="#br1" timeOffset="188768">6052 10434 11850,'-12'-16'3238,"-11"10"-3148,13 10-180,-24 30-90,23-17-90,-1 7 1,2-1-91,9-2-360,10 14 361,5-17 269,4-1-270,23-18 450,-7-14 0,5-3 90,-16-10 0,-22 7-90,-2 5 89,-4-1-89,3 10 90,0-5 0,5 3 0,8-4-90,1 1 180,14-9-180,-5 8 90,21-14-90,-17 12-90,4-1 90,-8 8-180,-8 26 90,0-9-270,-10 38 0,-8-6 90,2-14 0,0 2 45,-2-1 0,0 0 495,-2 14-270,8-25 0,4-18 0,10-26 0,1-5 0,0-1-90,6-6-45,3-2 0,-1 3 45,-7 17-180,24-5 90,-26 32 90,9 11-180,-13 30 180,-6-19 0,-2 1 0,0-1 0,1 1-45,4 4 0,1-4-494,5-6-2738,23-4 437,-17-22 2840,11-9 0,-8-1 0,4-3 0</inkml:trace>
  <inkml:trace contextRef="#ctx0" brushRef="#br1" timeOffset="188933">7086 10492 12840,'2'-9'3276,"0"-2"-2055,-1 3-4498,1 0 0,-15 11 3040,-10 6 1,-16 8 0,16-7 0,0 1 0</inkml:trace>
  <inkml:trace contextRef="#ctx0" brushRef="#br1" timeOffset="190349">2728 11493 10411,'2'-10'540,"4"-7"359,-1 4-449,2-5 90,5 14-450,-5 5 90,8 20-91,-7 3 1,-1 5 0,2 8 0,-1 3-1086,1 8 0,-1 0 951,-2-10 0,-2-3-90,-1-3 0,-1-9 135,0-19-90,-1-7 90,-2-28 0,-1-12-45,0 11 0,0-3-15,-1-8 0,-1-6 0,0 4 15,2 2 0,-1 1 0,-1-7 0,1 4-135,5 4 1903,6 26-1813,8 23 90,4 16-90,-3 1 0,11 16 90,-15-25-180,21 15 180,-15-26-90,11-2-45,-7-15 1,0-7-1,5-8 0,-1-4 90,1 2 0,-1-1 45,1-8 0,-3 5 90,0 10 0,-7 16 44,-8 43 1,-6 14-135,-1-25 0,0 2 30,-1 10 0,0 6 0,2-1-150,3-5 0,1 0 1,-1-4 29,-1-1 0,1-1-390,4 4 0,4 1 1,1-10-341,11-16 1,10 1 0,-5-17 0</inkml:trace>
  <inkml:trace contextRef="#ctx0" brushRef="#br1" timeOffset="190870">3799 11506 10141,'-1'-13'3058,"-9"-4"-2518,-6 10-180,-15 7-360,-5 19-180,3 8-225,15-4 1,5 3-316,5 17 450,5-2 90,19-16 180,6-23 90,-3-5 180,17-29-90,-16 4-90,-4 7 0,-1 1 0,2-7 0,4 21-90,-4 11 0,2 10 45,-1 6 0,0 0-45,0 2-135,12 9 0,6-2-1035,-8-19 1,0-2 1169,4 5 0,0-4 0,-5-9 0,-3-6 0,2-10 0</inkml:trace>
  <inkml:trace contextRef="#ctx0" brushRef="#br1" timeOffset="191089">4130 11441 11940,'20'22'495,"-2"-2"0,4 2-2134,6 6 1,0 0 86,-5-5 1,1 0 1159,6 5 0,-2-3 392,-5-10 0,-1 1 0,-7-9 0</inkml:trace>
  <inkml:trace contextRef="#ctx0" brushRef="#br1" timeOffset="191293">4344 11510 9961,'-15'-21'990,"5"8"-271,-12 11 1,-2 26-540,-8 11-405,8 2 0,3 2-270,7-12 1,2-1-1145,-4 10 1,3-2 1422,5-7 1,5 3 0,5-15 0</inkml:trace>
  <inkml:trace contextRef="#ctx0" brushRef="#br1" timeOffset="191600">4571 11468 11311,'3'-9'3276,"1"20"-2685,-3-2-366,-1 28 0,0 9-1864,0-15 1,-1 0 401,1 15 1,-1 1 1263,2-16 1,0 0-613,4 14 0,0-1 1045,2 3-2099,1 4 1,-1-5-1639,-2-24 3251,3 10 1,-6-27 0,1 0-1</inkml:trace>
  <inkml:trace contextRef="#ctx0" brushRef="#br1" timeOffset="191941">4709 11456 10321,'-9'-16'1439,"4"7"-899,-1-5 180,10 2-630,0 4 359,32-5-449,-5 14-135,-2 0 0,2 4-90,-6 6 1,-3 2-46,8 15 180,-17 5-180,-42 5 90,2-13-225,1-8 1,0-1-766,1-3 1170,-3 1 0,20-11 0,4-1 0</inkml:trace>
  <inkml:trace contextRef="#ctx0" brushRef="#br1" timeOffset="193049">5234 11507 10771,'-6'-9'2968,"-4"-3"-6245,-20 21 1793,10-6 2047,-2 10 0,2 4-832,1 10 833,-1 4-923,12 4 269,8-17-450,19 9 360,-1-20 3285,8 4-3464,21-25 359,-21 0 0,-2-3 0,-2-2 476,-7-3-386,-6-22 28,-8 25-28,-8-18-90,-3 21 0,1 0 0,-4 6-360,7 8 0,32 8 180,-10-3 45,12 2 0,3 0-134,9-1 269,-6-1 0,-9 0 89,-15 4 1,-6 1 90,-2 12-90,-7-3-3212,-5 22 3122,6-19 90,0 9 90,18-7-180,-6-12 180,25 9-180,-18-17 45,10-7 0,1-3-45,-9-1 1638,3-10 0,-4-4-1522,-20-7-116,-8-15 0,-13 7 90,3 15-90,5 4-90,3 6 0,27-10 0,16-8 90,-1 7 0,5 0-45,3-3 0,0-2 90,-1-3 0,-3-3 165,-13 6 0,-2-3 0,-2 3-76,1-2 1,-4 1 0,-1-5 0,-8 13 45,-13 27 0,-2 37-150,5-9 0,0 5 0,1-2-30,0-1 0,1 0 0,2 4 0,1 2 0,2-5-45,2-10 0,1-2-45,0 4 0,1 0-270,3-2 1,2-3-91,2 0-2827,28 3 3106,-12-19 1,19 2 0,-11-9 0</inkml:trace>
  <inkml:trace contextRef="#ctx0" brushRef="#br1" timeOffset="193277">6180 11463 11490,'-7'-11'2609,"-1"10"-2339,4 10-270,1 25-630,3-8-1439,3 16 810,2-23 1259,4 4 0,-5-15 0,3 1 0</inkml:trace>
  <inkml:trace contextRef="#ctx0" brushRef="#br1" timeOffset="193499">6156 11064 10231,'-1'-11'990,"-1"-1"-361,2 6-899,1 0-179,5 7 449,3 9 0,2 3 0,0 5 0</inkml:trace>
  <inkml:trace contextRef="#ctx0" brushRef="#br1" timeOffset="194010">6387 11439 10951,'5'-21'3276,"0"6"-1875,-1 16-1671,-5 23-359,-2 20 314,0-18 0,1 0-135,0 14 90,3-12 450,16-25 0,-6-5-45,12-22 0,2-9-45,-7 11 0,0-1 0,3-5 0,0 1 0,15-2 0,-26 34 0,7 9 0,-8 25 0,0 7-90,-3-20 0,-1-2 0,2 10-629,8-12-271,-5-15 990,19-4 0,-8-9 0,9-7 0</inkml:trace>
  <inkml:trace contextRef="#ctx0" brushRef="#br1" timeOffset="194650">6937 11390 11131,'-4'-13'3058,"-10"-6"-2788,6 13-90,-7-5 719,-12 20-719,3 10-270,4-3 0,1 3-1549,6 8 1,3 1-596,-3 5 793,22 15 1261,0-39-89,16 3 179,3-23 180,-2-5-46,-5-1 1,-2-1 45,1-5-45,-5 2 0,-1 1-45,-3 5 2743,1 26-2743,-11 8 0,-5 10 0,-1 8 0,-3 8 0,0 3 0,3-10 0,0 2 0,0 0 551,1 7 0,0 2 1,2-2-552,0-11 0,0-1 0,1-2-45,2 13 0,0-7 45,0-7-90,-1-7 90,-6-30-90,-19-31 180,1-5-45,8 16 0,0-3 270,-1-6 0,2-1 134,4-13-359,5 17 0,3-1-45,10 7 0,6 1-45,19-8 0,4 2-90,-12 9 0,1 0-730,6-2 1,7-4 0,1 0 0,-8 5 554,-3 1 1,-2 0 0,5-1 0,2-3 0,-6 3-1,0-8 1</inkml:trace>
  <inkml:trace contextRef="#ctx0" brushRef="#br1" timeOffset="199199">3211 12598 8162,'-3'-12'1529,"-1"-1"-1259,1 23 90,0 28-270,1-10 0,1 5-90,1 5 0,-1 3 0,1-2 0,0-5 0,1 0-90,-2 14 0,1-1-450,2 2 91,-1-10-271,3-2 720,-2-26 0,4-9 0,2-6 0</inkml:trace>
  <inkml:trace contextRef="#ctx0" brushRef="#br1" timeOffset="199693">3146 12674 8612,'-16'-13'1529,"4"3"-1349,15 0 90,15 0-90,25-3 0,6 0-135,-15 6 0,1 0-75,4 1 0,3 0 0,-6 3 30,5 4 0,-13 29 0,-30-14 45,-6 7 0,-3 1 45,-6 1-90,-7 10 180,11-5-270,16-5 0,4-2 0,12-7-180,7-2 0,0 2 0,0 3 90,-4-2 0,-5 3 360,-5 22 0,-9 2 0,-10-2 22,-13-17 1,-11 3-1,-3-2 1,4-5-317,1-5 0,-1-2 54,-2 3 0,-2 2 0,4-5-3217,-6-1 3061,32-16 1,7-4 0,16-8 0</inkml:trace>
  <inkml:trace contextRef="#ctx0" brushRef="#br1" timeOffset="200260">3917 12698 10321,'-4'-9'3276,"-3"-5"-1875,2 6-951,-5 13-360,6 23-270,1 21-471,2-23 1,2 0 380,1 12 1,0 1-1,1-6 0,0-1 3,0 0 0,1 0-3,0 3 0,-1-4 180,-1-5 90,1 5 90,-7-29-90,1-31 90,0 2-1527,4-18 1,1-3 1481,1 19 0,-1 0 244,2-9 0,-1-5 1,0 6-290,3-10 179,3 18 0,2 9-179,7 31 45,8 10 0,4 6-90,-2 3 0,4 1-68,-3-7 1,6 1 0,-1 0-1,-3-3 68,2 4 0,2-5 606,6-4 0,5-2 0,-9-10-3838,-1-22 2949,11 0 1,-28-18-1,-11 7 1</inkml:trace>
  <inkml:trace contextRef="#ctx0" brushRef="#br1" timeOffset="200495">4432 12444 10501,'-17'-2'1439,"6"0"-809,2 15 269,4 19-539,2-4 0,1 4-270,0 3 0,1 3-180,0 4 0,1 3-450,2-9 0,1 1 1,0-2 89,-1-3 0,1 1 450,4 7 0,2 4 0,-1-8 0,4 6 0,-1-8 0,1 0 0</inkml:trace>
  <inkml:trace contextRef="#ctx0" brushRef="#br1" timeOffset="203793">3458 13813 9422,'1'-8'449,"2"-11"-179,-1 10-90,1-8 90,-2 10-90,10 38-90,-4-4-135,2 11 0,1 4-45,-1 4 0,-4-16 0,1-1-360,1 7-359,-2-7-720,1-4 1529,-4-12 0,0-7 0,-2-5 0</inkml:trace>
  <inkml:trace contextRef="#ctx0" brushRef="#br2" timeOffset="204145">3290 13790 11413,'-10'-12'-270,"3"-1"-20,8 4 717,9-3-254,13 6 0,5 2-140,13-2 43,-8 6 0,10 1 0,1 1 0,-6 1-1073,3 2 1,-1 2 875,8 0 0,5 2 0,-8 2-382,-10 2 0,-6 2 512,-4 4 0,-6 3-233,-7 24 236,-16-22 0,-8 1 62,-22 7 1,-7-3-84,9-8 1,-1-2-291,2-3 0,-2 1 0,3-3-555,4-2 1,2-2 834,-9 6 0,18-9 0,15-6 1</inkml:trace>
  <inkml:trace contextRef="#ctx0" brushRef="#br2" timeOffset="204580">4090 14007 8594,'-2'-10'225,"1"-1"-236,0 6 1,1 1-1,0 2 1</inkml:trace>
  <inkml:trace contextRef="#ctx0" brushRef="#br2" timeOffset="205155">3971 14061 9494,'-2'-10'847,"0"1"-724,7 2 18,-2 2 162,6-8-98,1-3-190,4-6 69,-1-25-65,-8 22-73,-2-1 0,-2-1 39,-6-11-130,-1 3-1,-3-7-2,2 19-538,1 6 197,22 21 147,20 3 342,-2 7 0,-7-9 0,-1-3 0,-11-1 360,17 6-91,-21 5 91,1 12-270,-8 5 0,-4-3 0,0 0-90,-1 4 0,2 10-809,7-8-811,1-11 1620,8 8 0,2-18 0,2-4 0</inkml:trace>
  <inkml:trace contextRef="#ctx0" brushRef="#br1" timeOffset="206271">4457 13855 9152,'-4'-7'1619,"-3"2"-1529,0 8 180,-5 7-180,2 1 89,-4 11 1,2 7-270,3 0-179,5 14 89,10-15-450,16 2 540,-6-18-270,25-13 270,-21-10 90,14-17 90,-19 2 0,-6-11 90,-11 3-180,-2 7-90,-2 6 90,2 9-90,8 1 0,12-6 90,16-8 0,-4 7 45,-6 2 0,-1 1-45,-5 3 0,6-4 90,-9 14 0,-7 7 90,3 13-90,-5 1-90,-2 3 90,0 16-90,-2-20 90,2 8 0,2 1 0,4-3-90,0 6 90,16-15-90,-13-12 90,25-7-90,-12-6 0,12-9 90,-3-15-90,-13-7 0,-5 3 0,-15-2 0,-4 18 90,-2 0-90,-1 2 90,3 6-90,2 1 0,2 4 89,2 4 1,2-1 90,3-1-180,-2 1 180,1 0 0,-3 2-360,-5 0-359,-1 1 89,-6 1-540,-1 1-449,-3 2 1439,-2-1 0,3 1 0,1 1 0</inkml:trace>
  <inkml:trace contextRef="#ctx0" brushRef="#br1" timeOffset="206688">4656 13702 8162,'-7'-5'2159,"0"1"-1979,5 10 180,0-2-180,5 19 269,-2 17-314,0-12 0,1 3-45,-1 0 0,0 4 0,-1 0-30,1 1 0,0 2 0,1-1-30,-1-1 0,0 0 0,1 3-8,2-2 1,2 4-1,0-2 1,0-3-923,5 6 1,0-3-316,2 6 1,1-9 45,1-18 1169,-12-34 0,-4-4 0,-1-5 0</inkml:trace>
  <inkml:trace contextRef="#ctx0" brushRef="#br1" timeOffset="207054">4661 13767 8972,'1'-13'809,"1"1"-89,11-3-630,-4 5 270,27-1-180,-12 8-90,2 4 0,0 2-1,5 5-89,6 8 180,-22 15 0,-12-3 0,-15 14-45,-4-21 0,-3-1-45,-16 11 0,11-11 0,-1-3-540,-11 4-180,5-3 630,7-5 0,14-8 0,3-2 0</inkml:trace>
  <inkml:trace contextRef="#ctx0" brushRef="#br1" timeOffset="208354">5049 13787 9512,'-5'-17'2428,"2"7"-2158,-4 20-270,5-2 90,1 19 0,5 6-180,6-8 0,2 1 45,-1 2 0,2-1-90,11-6 0,0-6 135,-4-9-180,15-36 0,-40-13 180,5-1 0,-9 19 0,-2 2-90,-1 3 90,1 2 0,6 8-89,13-3-1,5 2 90,11-5 0,1 4-90,1 0 90,-10 5-90,7 4 180,-11 20-90,2-5 0,-6 10 90,-2 10-90,-1-7 45,1 2 0,1 0-45,11 14 0,-5-9 0,24-5 89,-16-29-89,12 1 0,-12-14 0,-8 2-89,1-15 89,-7-1-45,-3 3 0,-1 1 45,-2-4 0,-1-3-180,1 18-90,11-2 180,3-3 0,4 5 0,11-7 0,3-8-1549,-7-10 1,0-2 1490,6 5 1,-1-3-370,-16 5 0,-2-6 1,-2 1-1,-3 7 517,0-11 60,-3 5 0,0-4 0,-2 22 30,-8 65 0,1-7 0,1 4-90,-1-10 0,1 1 0,0 3 0,0 9 0,0 7 0,2-1 0,3-8-495,7-2 1,3-3-406,-6-1 1,-1 3-1,4-8 900,19 2 0,-7-37 0,-8-2 0</inkml:trace>
  <inkml:trace contextRef="#ctx0" brushRef="#br1" timeOffset="208555">5795 13517 9602,'-12'-13'2428,"4"1"-1528,32-8-2539,2 11 1,3 1 1169,3-4 1,2 1 0,5 3 0,0 2 0,-11 3 0,1-1 0</inkml:trace>
  <inkml:trace contextRef="#ctx0" brushRef="#br1" timeOffset="208730">6365 13443 11311,'-8'-4'1888,"-2"-1"-718,1-2-1170,4 0 0,-7 11 0,4 7 0</inkml:trace>
  <inkml:trace contextRef="#ctx0" brushRef="#br2" timeOffset="209927">1763 10140 10971,'-11'-5'7,"14"-1"291,3 5 116,23-1-261,1 1 0,8 1 0,0 0-214,-2 0 1,0 0-1,1 0 1,7 0 0,1-1 0,0 1-671,2 0 0,0 1 1,-7 0 74,3 0 1,-9 0-1,-5 0 1,-20 1 0</inkml:trace>
  <inkml:trace contextRef="#ctx0" brushRef="#br2" timeOffset="210484">1571 10102 8703,'-16'-13'1701,"38"48"-1586,-9-10 0,2 7-20,-1-2 1,1 6 0,2 5 0,-2 2 0,-1 1-565,-5-3 1,-1 3 0,-1 2 0,0 1 0,-2 0 0,1-1 0,1-2 199,0-2 1,1-2-1,-1-1 1,0 0 0,0 3-1,-2 5 312,-1-7 1,-1 5 0,0 2 0,-1 3 0,0 0 0,0 1 0,-1 0 0,1-2 0,-1-3 0,0-3 0,1-4 154,0 8 1,-1-6-1,1-3 1,-1 2-1,1 4-176,-1 2 1,1 5-1,-1 3 1,1 0-1,-1-1 1,2-5-1,-1-5 304,3 10 1,0-7 0,0-4-336,0-1 0,1-5 168,1-5 0,4-8 476,13-20-541,-5 8 3182,9-26-3039,-3 7-147,-5 1-150,9 4 0,8 2 0,1 1-75,7 0 0,5 0-261,-6 0 0,7 0 1,3 0-1,-2 0 0,-7-1-99,-5 1 0,-4 1 0,2-2 495,7 1 0,4-1 0,-3 0 0,-13-1 0,-11-3 0,9-2 0</inkml:trace>
  <inkml:trace contextRef="#ctx0" brushRef="#br1" timeOffset="-213312.73">20909 14193 7892,'-14'-1'2519,"1"-1"-2069,2 0 539,-13-2-809,12 2 270,-26 5 0,-6 3-360,7 3-1,-4 6 1,-10 6 0,9-1-45,17-6 0,1 3 0,-4 5 0,-5 5 0,1 1 0,6-2 0,4 2 0,4 0-45,-3 0 0,0 3 0,7 0 45,7 13 0,11 1-1684,12-2 1,6 0 1580,0 0 1,6-4-352,1-15 1,5-2 0,0-5 408,14-3 0,0-6-312,-8 1 1,2-5 311,-7-5 0,5-3 0,-1-2 0,-4-3-552,-3-4 0,-4-2 0,2-2 552,9 1 0,2-1 0,-8-8-30,-13-15 0,-10-9 0,-4 5 30,-5 10 0,-5 1 68,-1-4 1,-4-2 0,-8 3-99,-14 3 0,-9 3 0,-1 5-414,3 5 1,-1 4 0,-1-1 308,5-1 0,-1-2 0,0 2 0,0 4-138,-4 6 0,1 4 0,5 4 273,-11 8 0,9 5 0,19 1 0</inkml:trace>
  <inkml:trace contextRef="#ctx0" brushRef="#br1" timeOffset="-212539.73">20632 12411 9242,'-32'18'1169,"11"-7"-764,-2-1 0,-3 0-46,-13 9-134,10-4 0,-6 5 0,-2 2 0,3 1-105,-1 8 0,3 2 0,-1 1-98,2-5 1,-2-1-1,1 2 1,6 0-23,2 6 0,4 1 0,8 0 30,8-1 0,6 1 0,1-4-30,-2-1 0,5-1 30,13 9 0,8 4 0,-1-9-30,-10-15 0,4-3 0,17 9 0,10 1 0,-4-7 0,-8-12 0,0-3 29,2 1 1,3-1 0,2-3-30,6-6 0,2-3 0,-4-2-1053,-2 2 0,0-2 1053,-2-3 0,6-4 0,-2 0 0,-8 1 0,-9 2 0,-3-3-30,12-12 0,4-5 0,-8 0 30,-17 6 0,-3-1 0,10-7 0,-9-3-30,-23 2 0,-12-1 0,1 5 30,3 10 0,-4 3-539,-8-1 0,-9-2 0,-5 0 1,2 2-1,5 6 539,-9 3 0,-1 5-23,1-1 1,-7 0-1,-2 2 1,3 4-336,6 6 0,0 3 0,3 3 0,1-1-735,0 1 1,3 1 0,-1 1 732,-6 1 1,-1 1-1,15 3 1,18 19-1,21-17 1</inkml:trace>
  <inkml:trace contextRef="#ctx0" brushRef="#br1" timeOffset="-211796.73">20720 10975 9871,'-19'-25'-359,"-4"-3"538,3 10 1,-2 1-45,1 1 0,-2 1 90,-21-9 0,-1 3-180,18 10 0,-1 4 224,-18 4 1,-7 3 0,8 4-225,15 1 0,0 5 45,-3 5 0,-7 4 0,1 3 0,8 4-142,5 7 1,8 5 0,2 6 111,5-7 0,1 4 0,2 4 0,1-1 0,0 0 0,2-5-60,-3 2 0,1-3 0,3-1 0,4 5 15,5 2 0,5 6 0,3 2 0,2-1 0,1-5 0,0-8-15,4-3 0,2-7 0,3 1 0,1 6 0,3 4 0,3-3 0,2-7 0,1-10 0,3-6 0,1-3 0,-4-2 0,12 5 0,3-6-645,-13-7 1,6-3 0,2-3-1,-2-1 1,-3-2 644,4-4 0,-4-3 0,4-5-15,-9 5 0,2-1 0,2-3 0,0-1 0,-1-1 0,-3-1-127,3-7 1,-1-2 0,-3-1 0,0-1 0,-1 2 96,4-2 0,-1 2 0,-2-3 0,-5-7-106,-9 5 0,-3-7 1,-1-4-1,-3-1 0,-1 1 1,-2 3-1,-3 7 151,0-7 0,-4 7 0,-6-7-246,-4 4 1,-4-7 0,-4-5 0,-2-1 0,-1 3 0,-1 5 0,1 9 215,-6 1 0,-2 8 0,-7-1-9,0 4 0,-7-2 1,-6-2-1,-2 1 1,0 2-1,3 4 1,4 5 310,0 3 1,2 7 0,2 2 0,-4-2-327,-3-2 0,-2-2 0,-1 1 0,-1 2 0,2 6-602,-1 6 1,-1 4-1,1 3 1,4 1 0,5-2 581,-7 2 0,3 2 0,3-1 1,-6 2-1,3 2 0,10-2 0,-2 12 1</inkml:trace>
  <inkml:trace contextRef="#ctx0" brushRef="#br2" timeOffset="-211062.73">20503 9237 10665,'-33'-24'-110,"-1"-1"1,3 5 0,-2-1-984,-3 0 1,-5-2 0,2 2 298,-5 2 0,0 2 843,2-1 0,-5 3 111,7 9 1,-6 3-1,-2 4 1,-2 4 145,8 4 0,-2 4 0,-1 2 0,-1 3 1,0-1-1,2 0-112,1-2 1,1-1-1,0 0 1,1 2-1,0 2 1,2 3-22,-5 4 1,-3 2 0,1 2 0,4 3-1,9 2 1,12 3-115,15 2 1,11 5 0,7 1-1,4 1 1,2-2 0,-2-4-92,0 4 0,2-4 0,3-2 0,7 1 34,-2-9 0,5 1 0,3 1 0,3-1 0,0-1 0,1-2 0,-2-3 0,-2-5-4,10 2 0,-2-7 1,0-4-1,3 1-8,1-1 0,2 1 0,2-3 1,1-2-1,0-3-123,-4-4 0,1-2 0,0-3 0,1-1 0,1-3 0,-1-2 12,-7 0 1,1-3 0,1-1 0,-1-2 0,1 0 0,-1-1 0,-1 2 0,-1 1-23,7-1 0,-1 3 0,-1 0 0,0-2 0,-1-2 0,-2-4 118,-1-4 0,1-3 1,0-2-1,-2-3 0,-4 0 1,-6-1-1,-7 1-7,-5-5 1,-8-1 0,-7-1 0,-5-4-24,-4 5 1,-6-4-1,-3-1 1,-3-2-1,-2 1 1,1 2-1,1 4 7,-3-8 0,1 3 1,-4 2-1,-11 2-31,6 14 1,-6 0 0,-4 0 0,-4 0 0,-3 0 0,0 3 0,-1 0 0,2 4 0,3 2 0,2 3-169,-9 1 0,3 6 0,1 3 1,-2 3-1,-5-2-59,7 1 0,-4 1 0,-3 0 0,-1 1 0,-2 0 0,2 1 0,1 1 0,4 0 1,4 2 332,-4 2 1,3 1 0,4 1-1,-1 3 1,-2 0 0,1 3 0,-3 1-1,0 2 1,1 1 0,3 0 0,3 0-1,3 2 1,0 0 0,0 0 0,0 0-1</inkml:trace>
  <inkml:trace contextRef="#ctx0" brushRef="#br2" timeOffset="-202353.73">10677 7212 19347,'-16'-2'3276,"-1"0"-1893,43 2-518,22 4-714,-14-2 1,7 2 0,6-1 0,0 1-387,-9-1 0,2-1 0,1 1 1,2 0-1,3 0 0,1 0 280,-6-1 0,1 1 0,3-1 0,1 0 0,1 1 0,1-1 0,0 1 1,0-1-1,0 1 0,-2-1-217,0 0 1,-2 1 0,1-1 0,-1 0 0,1 0-1,-1 0 1,2 0 0,0 0 0,1 1 0,2-1 194,-3 0 0,1 0 1,1 1-1,2-1 1,0 0-1,1 1 1,0-1-1,-1 0 1,0 1-1,-1-1 0,0 0 1,-3 0-1,-1 1-261,7-1 1,-2 1 0,-1-1 0,-2 1 0,1-1 0,-2 0 0,0 1 0,1-1 0,0 1 216,-2-1 1,-1 1 0,0-1 0,-1 1 0,1-1 0,0 1 0,1-1 0,1 1-1,1 0 3,-1 0 0,3 0 1,2 0-1,0 0 1,1 0-1,0 0 0,-2 0 1,-1 0-1,-2 0 1,-4 0-1,-3 0-133,9 0 1,-6 0 0,-3-1 0,2 1 0,5 0 175,-3 0 1,4 0 0,5 0 0,1 1 0,0-1 0,-1 1-1,-3-1 1,-4 0 0,-6-1 302,3 1 1,-5-1 0,-3 0-1,1 1-47,8 0 0,-2-1 0,-1 1 647,8 0 1,-6-1-338,1 1-437,-34-3 1338,2 2-3482,-18 4-930,-4 1 3032,-8 0 0,-7-2 0,2-1 0</inkml:trace>
  <inkml:trace contextRef="#ctx0" brushRef="#br1" timeOffset="-198929.73">20856 14503 6993,'3'7'1259,"1"6"-4536,3-1 1793,0 0 3973,16 14-2309,-13-17 539,32 16-539,-25-20 180,9 2 0,3-2-1,6-3-157,-2-4 1,9-2-1,3-1 1,-6 0-113,-2 1 0,3-2 8,-2-2 1,9-3 0,5-2 0,0 0 0,-4 0 0,-8 2-69,-5 0 0,-5 1 0,3-2-425,7-3 1,6-2 0,3-1 0,-2-1 0,-3-1 439,-3-1 0,-3-1 0,0-2 0,3-2-33,-8 3 1,2-2 0,1-2 0,0-1 0,1 0 0,-1-1 0,0 1 105,-1-1 0,0 2 1,-1-1-1,0-1 1,1-1-1,1-3 1,1-2-119,-6 4 0,1-3 0,2-3 0,1-1 0,0-1 0,0-2 0,0 1 0,-1 0 0,0 1 0,-3 1 0,0 2 0,-3 3 12,3-4 1,-2 3 0,-2 3 0,-1-1 0,1-1 0,0-2 0,3-5-13,-7 8 0,2-3 0,2-3 0,0-2 0,1-1 0,0-1 0,1 0 0,-1-1 0,-1 0 0,0 2 0,-1 0 0,-2 3 0,-2 1 0,-1 4-192,6-14 0,-3 5 0,-3 3 0,-1-1 0,2-4 0,2-6 197,-7 15 1,1-3-1,1-3 1,0-2 0,2-2-1,-1-2 1,1-1 0,1 0-1,-1-1 1,-1 1 0,1 0-1,-1 2 1,-1 1-1,-1 3 1,-2 2 0,0 3-148,5-13 1,-3 5 0,-1 4-1,0 0 1,-1-1 0,1-4 0,2-6 141,-6 15 0,2-3 0,-1-2 0,2-3 0,0-2 0,0-1 0,0-1 0,1-1 0,-1 0 0,1 0 0,-1 0 0,0 0 0,-1 2 0,0 1 0,-1 2 0,-1 1 0,0 4 9,1-9 0,-1 3 0,-1 1 0,0 2 0,-1 0 0,0 1 0,0 1 0,0-2 0,0 1 0,1-3-9,1-2 0,0-1 0,1-1 0,-1 0 0,1 0 0,-1 0 0,1 1 0,-1 0 0,-1 1 0,1 0 10,-1 1 0,0-2 0,0 0 0,0 1 0,-1 1 0,0 1 0,0 4 0,-2 3 0,-1 4-27,3-13 1,-2 8 0,0-2 46,2-9 0,0-1 0,-3 7 372,-3 17 1,-1 2-313,1-8 0,-1 4 1606,-3 12-1696,2-14 2447,-4 21-2447,-1 1 2492,-4 3-2403,0 5-89,-2 1 90,2-1 0,0-1-90,2-2 0,-1 1 90,-3-1 0,0 1-90,-3 1 0,1 0 180,-14 11-180,10-3 0,-8 8 0,-2 2 90,-9 10-90,-3 4 0,-1 2 0,12-10 0,0 1 0,-7 7 0,1 0-45,9-7 0,2-1-225,-12 14 90,9-7 90,35-29 90,-1-5-30,12-11 0,8-8 1,-1 1 29,4-5 0,1-2 0,-6 6 0,3-3 0,1 0 0,-2 1-30,3-3 0,-1 1 0,-1 1-832,-3 3 0,0 0 1,-2 3 861,1-2 0,-2 4 0,5-4 0,-5 9 0,-13 9 89,9 7 1,-20 26 0,-3 18-90,-1-15 0,-2 1 1337,1 3 1,0-2-1338,1-8 0,1 1-90,6 23 0,4-1-225,0-23 1,2-2-1036,6 19 1,3-4-1928,15-13 2949,-10-14 1,-4-14-1,-12-4 1</inkml:trace>
  <inkml:trace contextRef="#ctx0" brushRef="#br1" timeOffset="-193345.73">8013 9956 8972,'4'-13'2968,"-1"3"-2338,0 3-1,0 2-359,-1 1 90,41-7-315,-20 6 0,4 1 15,15-3 0,9 1 0,4 0-703,-10 2 1,3 0 0,2 1-1,0 0 1,-3 0 642,2 0 0,-2-1 0,0 1 0,4 0 0,-5 1 0,3-1 0,1 1 0,1 0 0,1 0 0,-1 1-166,-7 0 1,0 1 0,1 0 0,0 0-1,-1 0 1,1 0 0,-1 1 180,5-2 0,-1 1 0,0 0 0,0 0 0,4 0 0,2 1-159,-11-1 1,2 1-1,2 0 1,1 0 0,2 0-1,0 0 1,1 1-1,0-1 1,0 1 0,-1-1-1,-1 1 152,1-1 0,1 1 0,-1 0 0,1 0 1,0 0-1,0 0 0,0 0 0,-1 0 1,-1 0-1,-1 0 0,0 0-8,1 0 0,-1 0 0,0 0 0,-2 0 0,0-1 0,1 1 0,-1 0 0,2 0 0,0 0 0,1 1 0,1-1 0,1 0 0,0 0 0,0 1 0,1-1 0,-2 1 0,0-1 0,-2 0 0,-2 1 0,6-1 0,-1 1 0,-2 0 0,0-1 0,-2 1 0,-1 0 0,-2-1 0,6 0 0,-3 1 0,-1-1 0,1 0 0,6 1 0,-10-1 0,3 1 0,4-1 0,1 1 0,0 0 0,0 0 0,-2 0 0,-3-1 0,-3 0 0,7 1 0,-3-1 0,-3 0 0,0 0 0,1 0 18,2 0 0,-1 0 0,1 1 0,1-1 0,0 0-18,-3-1 0,3 1 0,1-1 0,-2 0 0,-5 0 0,-7 0-298,3-1 1,-1 1 297,0-1 0,9 1 0,2 0 0,-2-1 0,-8 1-45,3-1 0,-4 1 45,-2-1 0,2 0 0,-3 0 630,1 0 0,-5-1-630,1-1-855,19 0 855,-30 1 1504,14 0-1504,-18 0 1015,5 0-1015,-4 0 586,5-2-586,-2 1 0,3-2 3276,-6 2-3160,16-2-116,-15 3 0,21-1 0,5 0 0,-1 2 0,-6 0 0,10-1 0,4 0 0,-6 1-232,-6 0 1,-3 1 0,8-1 231,-8 1 0,6 0 0,5 0 0,2 0 0,0-1 0,-1 1 0,-4 0 0,-5 0-770,4 0 0,-7 0 0,0 0 1,7 0 769,-3 1 0,7-1 0,3 1 0,2-1 0,0 1 0,-3 0 0,-5-1 0,-8 0-30,3 0 0,-7 0 0,4 0 30,1-1 0,5 1 0,3 0 0,0 0 0,-1-1 0,-4 1-23,0-1 1,-4 0-1,0 1 1,4-1 22,7 0 0,4 0 0,1-1 0,0 1 0,-4 0-31,-1 0 1,-2 0 0,-1 0 0,-1 0 30,-1 0 0,-1 0 0,-1 0 0,-5 0-45,5 0 0,-7 0 45,-4-1 0,1 1 468,-16-1-648,16 0-90,-17 2 0,6-1-3007,-9 1 3241,-17-2 1,-7 0 0,-14-1 0</inkml:trace>
  <inkml:trace contextRef="#ctx0" brushRef="#br1" timeOffset="-190947.73">1136 8626 9691,'11'-11'450,"-3"3"180,-1 0 539,-4 4-1079,-17 19 0,-7 8-90,0-1 45,-7 9 0,-1 2 45,2 6 0,15 0-90,20-4-90,26-6-45,-1-11 0,1 1 45,-10-4 0,-1 1 0,7 4 0,-10 3-45,-27 7 0,-9 0-134,-14 9-46,-6-9 0,-3-3-45,-2-7-720,12-8 1,2-3 1079,3-4 0,-6-2 0,11-5 0</inkml:trace>
  <inkml:trace contextRef="#ctx0" brushRef="#br1" timeOffset="-190651.73">1084 8752 8972,'0'-10'1169,"0"-5"-269,8 0 89,16-9-629,4 5-135,-3 6 0,2 1-405,0 2 0,1 1-180,-3 0 0,0 2-89,20-5 449,-6 6 0,-16 4 0,12 0 0</inkml:trace>
  <inkml:trace contextRef="#ctx0" brushRef="#br1" timeOffset="-190419.73">1461 8689 12210,'22'9'1349,"1"4"-1169,0 5 0,5 5 0,0 1-570,-2-1 0,0 1 1,1 0 89,0 2 0,1 0 0,-1-2-1229,7 8 0,-5-7 1529,-10-12 0,-2-5 0,-5-6 0</inkml:trace>
  <inkml:trace contextRef="#ctx0" brushRef="#br1" timeOffset="-190217.73">1929 8761 9961,'-13'-21'630,"2"11"-180,-9 0-1,-13 25-269,11 3 0,-4 7 0,2 1-720,2-1 1,0 1-1,0 1 71,-2 4 1,0 0 0,4-1 0,3-1 0,6-4 0,7-4 0</inkml:trace>
  <inkml:trace contextRef="#ctx0" brushRef="#br1" timeOffset="-189747.73">2137 8637 10051,'7'-11'3276,"-1"2"-2504,-9 11-592,-4 4 270,-20 26-361,8-2 1,0 3-135,5-10 1,2 0-46,0 13 0,10-3-3187,41-4 2622,-10-6 475,2-9 0,0-1-180,4 7 270,-6 9 90,-12-7-45,-28 0 0,-10-1-90,1-7 1,-3-1-136,-4 6 0,0-1 270,-4-5 0,3-3 0,5-4 0,-4-3 0</inkml:trace>
  <inkml:trace contextRef="#ctx0" brushRef="#br1" timeOffset="-189516.73">2082 8704 10231,'-7'-7'1259,"3"0"-809,36-7-360,-13 6-270,16-3 0,3 1-629,3 0 809,-3 1 0,0-1 0,2-3 0,7-3 0</inkml:trace>
  <inkml:trace contextRef="#ctx0" brushRef="#br1" timeOffset="-188134.73">711 8286 9242,'-11'-2'3276,"6"49"-2531,2-18 1,1 7-1054,-2 2 1,0 8 0,0 5 0,-1 3 0,0-1 371,1-10 0,0 1 1,-1 2-1,0 0 0,1 0 1,-1-1-1,0-2-451,0 1 0,0-1 0,0-1 0,1 0 1,-1-1-1,0 1 405,0 9 0,-1 2 0,0-1 0,2-7 0,1-10 862,0 5-880,3-4 44,1-9 1,0 0-45,1 0 0,3 17 180,14-28-180,-8-7 807,28-11-763,-14-7 1,0-2 1654,21-8-1699,-8 5 0,3 1 0,-6 3 0,5 1-18,-7 1 0,5 0 0,3-1 0,2 0 0,2 1-21,-3 1 1,4 0-1,1 0 1,1 0-1,0 0 1,-1 0-1,-2 1 24,-3-1 0,-2 0 0,-1 0 0,1 1 0,2-1 1,4 1-22,-4 1 0,5 0 0,4 1 0,1-1 0,1 0 0,0 1 0,-3 0 0,-4 0 0,-4 1 0,-6 1-713,10-1 1,-9 1 0,7 0 735,-4 0 0,7 0 0,5-1 1,0 1-1,-3 0 0,-4 0 0,-10 0 148,7 1 0,-5 0-45,14 0 0,-4 1 360,-8-1 90,-19 2-360,-4-2 1135,3 1-1225,-12-3 2480,1-4-2570,-7-4 0,-1-1 30,-3-16 0,0-11 0,0 5-2439,-1-14 2364,1 12 0,0-10 0,-1-2 0,1 4 15,0 2 0,1 3 0,-1-4-6,0 5 0,0-4 0,-1-1 0,0 1 0,1 0 13,-2-6 1,0 1-1,-1 0 1,1 3-8,0-5 0,-1 2 0,0 3 0,0 7 0,0 2 0,0 6-325,0-3 265,-2 1 0,4 14 90,-10 34 0,-12-5 0,-4 1 0,10 3 0,-3-1 0,-14-3 0,-10-3 0,-2-2 0,7-2 624,2 0 1,-6-2-634,15-2 1,-6 1 0,-6 0 0,-5 0 0,-2-1 0,-3 1-1,0 0 1,1-1 0,1 1 0,3 0 0,4-1-423,-7 1 1,3 0-1,3 0 1,0 0-1,-1-1 1,-1 1 0,-3 0 430,6-1 0,-2 0 0,-1 0 0,-1 0 0,-1 0 0,1-1 0,-1 2 0,2-1 0,0 0 0,3 1-193,-11 1 0,0 0 0,0 1 1,2-1-1,4 1 0,5-1 0,6 1-671,-8 0 1,3 2 43,3-1 1,-6 2 0,3 0 0,15 1 574,11 4 0,13 6 0,16-9 0</inkml:trace>
  <inkml:trace contextRef="#ctx0" brushRef="#br1" timeOffset="-187170.73">3401 8745 10681,'4'-10'1709,"0"2"-1619,5 5 360,21 20-360,-8-2 0,0 2-180,17 12-45,-17-10 0,-1 0-2654,9 9 2789,-10-8 0,3 1 0,-19-16 0</inkml:trace>
  <inkml:trace contextRef="#ctx0" brushRef="#br1" timeOffset="-186947.73">3603 8745 9781,'-2'-11'810,"0"2"-1,-5 6-629,1 3 450,-23 20-360,8 2-225,4-2 0,-2 2-270,3 0 0,2 0-135,-5 9-2917,-2 12 2904,16-31 1,0 7-1,5-13 1</inkml:trace>
  <inkml:trace contextRef="#ctx0" brushRef="#br1" timeOffset="-186458.73">3465 8625 10051,'-10'-12'1799,"-25"-5"-1349,8 12-270,0 4 0,1 5 180,-13 21-121,18 4 1,0 8 0,4-1-240,1 3 0,4 3-90,3 3 0,1 3 0,5-5 45,6-9 0,6-4-45,11 7 0,6-4 1,11-4-1,2-11 0,3-4 90,-9-11 0,0-3 0,-1 0 0,2-5-30,3-9 0,2-8 0,-5-3 75,-2-12 0,-2-4-15,-1 8 0,3-1 0,-8-3 29,-11-5 1,-8-3 0,-6 3-30,-6 7 0,-5 2 0,-1 1 0,-1 1 0,-1 0 0,-6 5-90,-12 2 0,-6 5 0,-1 8-420,5 10 1,0 6-1,1 2-390,-3-2 1,1 2 0,3 4 869,-8 12 0,7 5 0,7 8 0,10 0 0</inkml:trace>
  <inkml:trace contextRef="#ctx0" brushRef="#br1" timeOffset="-185237.73">4220 8433 10501,'-1'-23'2878,"-1"7"-2608,2 24-90,-5 30-90,1-7 0,-2 7 0,0 0-60,1-4 0,0 0 0,0 2-850,-2 4 1,0 2 0,0 1 0,1-2 763,-1 3 0,1-1 0,1-2 56,0-5 0,0-1 0,1 0 224,0 10 1,-1 2-1,2-8-224,0 3-90,1 4 0,0-4 90,1-24 0,2 9 180,0-21-90,3-9 0,-1 0 2862,4-13-2862,2 7 0,9-3-180,28 1 45,-19 7 0,4 1-45,13 0 0,7 2 0,2 0-730,-6 1 1,2 0 0,1 0 0,0 1 706,-10-1 0,1 0 0,-1 1 0,2-1 0,1 1 98,-2 0 0,3-1 0,0 1 0,-1 0 0,0 0 0,-3-1-88,8 1 1,-2-1 0,-2 1 0,-1-1 102,6 1 0,-1-1 0,0 1 60,2-2 0,-1 1 0,-9 0 29,1-1 181,-3 1 0,-3-1-90,-15 1 90,7 0-180,-13 0 0,-6 1 3186,4 0-3049,-3 2 341,5 0-478,-5-1-90,1 1 90,-2-4 0,-1-5 0,-1-4 0,-5-23-90,-3-2-1093,0 5 1,0-7 0,0 1 1079,-1-4 1,1-1-465,1 0 0,-1-3 0,1-1 507,1-2 0,0-1 0,1 4-927,0 0 0,0 1 897,-1 2 0,1-2 0,0 5 0,0 10 0,0 2-45,0-8 0,-1 3 45,-2 4 1704,-4 14-1614,-3 29 1341,-7 12-1431,5-15 3276,-21 2-3263,-1-15 0,-5-3-58,-7 0 0,-7-2-611,16 1 1,-4 0-1,-3-1 1,-1 0 0,1 1 596,-4-2 0,0 1 0,-1-1 0,-2 1 0,-3-1 39,11 2 0,-1 0 0,-3 0 0,-1-1 0,0 1 0,-1 0 0,1 0 0,1 0 0,1 0-407,-6 1 0,1-1 0,0 1 0,1 0 1,1 0-1,0 0 0,1 0 382,-4-1 0,1 0 0,1 0 0,1 0 0,1 2 0,2 1-611,-1 2 1,0 2-1,2 0 1,6 1 0,9-1-2622,-7 3 2155,-4 3 0,8 0 1122,26-4 0,3-1 0,1 0 0</inkml:trace>
  <inkml:trace contextRef="#ctx0" brushRef="#br1" timeOffset="-184637.73">4417 8688 10231,'18'-13'1529,"0"2"-1169,7-1 180,17-2-315,-11 10 0,0 0-225,-6 0 0,0 1 44,9 3 1,-3 3-45,-7 5 0,0 5 0,-36 19-45,-8-12 1,-3-1 44,0 1 0,0 1 0,-5 0 0,3-1-90,7 3 90,9 0-90,16-3 0,10-2 0,2-2 0,0 1 0,-1 12 0,2 14-90,-38-4 90,-2-10-990,1-8 1,0 0 1079,2-1 0,-6 5 0,19-16 0</inkml:trace>
  <inkml:trace contextRef="#ctx0" brushRef="#br1" timeOffset="-184333.73">4981 8881 11041,'0'-17'2069,"2"7"-1620,12 14-269,2 8 0,12 16-225,-6-4 0,1 2-405,-2-1 1,0 0-46,2 2 0,0-2-2653,9 11 3148,-19-23 0,-5-5 0,-5-6 0</inkml:trace>
  <inkml:trace contextRef="#ctx0" brushRef="#br1" timeOffset="-184130.73">5197 8870 9871,'-7'-12'540,"0"2"360,-11 7-541,-1 11-89,-12 17 0,-3 9-1909,7 5 1,1 1 1314,-3-5 1,2 0 0,9 0 0,7-6-1,11-15 1</inkml:trace>
  <inkml:trace contextRef="#ctx0" brushRef="#br1" timeOffset="-183624.73">5284 8805 10321,'-3'-15'1799,"1"-4"-1619,3 12 540,14-11-541,-4 11 91,27-5 0,-1 6-180,8 1-45,-16 5 0,-2 0-45,2 3 0,10 11 0,-31-7 0,-6 17 0,-16-4 0,-7 6-90,-4 8 90,12-10-90,9 14 0,12-9-90,9 10 90,-3-9 0,-14 15 45,-13-20 0,-4 0 0,-1 0 1,-3 0-496,-8 2 0,-2-2-1099,7-9 1,2-1-122,-10 6 1760,9-6 0,13-6 0,-1 0 0</inkml:trace>
  <inkml:trace contextRef="#ctx0" brushRef="#br1" timeOffset="-182897.73">6049 8928 9691,'-9'-8'1440,"1"1"359,3 2-1619,12 1 359,35 1-539,-14 1 0,2 1-90,3 0 0,0 0-360,-4 1 1,-3-1 449,-2 0 0,-16 7 0,-14 2 0</inkml:trace>
  <inkml:trace contextRef="#ctx0" brushRef="#br1" timeOffset="-182615.73">6017 9128 10681,'6'7'1439,"12"0"-1169,2-6 180,29-2-675,-22-1 0,-1-1-270,1 0 0,0-1-764,0-1 0,-3-1 1259,6-5 0,-4 0 0,-2-2 0</inkml:trace>
  <inkml:trace contextRef="#ctx0" brushRef="#br1" timeOffset="-182145.73">6397 8676 10051,'-5'-19'3276,"3"8"-2594,20 28-592,-8-5 0,7 14 0,6 10 0,-3-6-90,1 3-60,-2-3 0,4 6 0,-3-8-30,-2-6 45,0-1 0,1-1-45,1-5 0,11 2 180,-27-2-225,-25 16 0,-10 3-180,8-10 1,-3 1-506,2 3 1,-4 4 0,0 0 0,4-3 708,0 5 1,2-1 0,-3 7 0,1-2 0,11-16 0,0 1 0</inkml:trace>
  <inkml:trace contextRef="#ctx0" brushRef="#br1" timeOffset="-177563.73">7104 8726 7892,'-10'-3'2159,"-2"-1"-1529,7 0-450,6-1 359,17-1-359,6 1 0,7 1 0,3 2-90,-7 1 0,-1 1-90,2-1 0,-1 1 90,8 7-90,-28 7 90,-13 11-90,-5 2 0,-3-3 0,-2 0 0,3-4 0,7 4 0,5 2 0,17 4 0,4 7-90,-8-9 0,-3 0 90,-10 2 0,-16 1 0,-6-2 0,-8-7-270,-9-1 0,0-2 1,14-9 269,-3 2 0,2 0 0,13-7 0,-7 5 0</inkml:trace>
  <inkml:trace contextRef="#ctx0" brushRef="#br1" timeOffset="-177250.73">7407 8929 10231,'1'-12'1889,"0"2"-1169,3-1-181,9 11 181,19 21-630,-7-5 0,0 6 0,0 3-270,6 5-270,-9-8 0,0 0-1439,12 9 1889,-8-9 0,-11-12 0,-4-5 0</inkml:trace>
  <inkml:trace contextRef="#ctx0" brushRef="#br1" timeOffset="-177029.73">7680 8999 9691,'-9'-34'1620,"-1"-1"-901,3 20-179,-13 8-270,0 17-46,-5 11 1,-1 6-360,3 0 1,1 1-136,-3 3 0,1 0-1369,5-1 1,3-2 1602,4-3 1,3-2 0,9-14 0</inkml:trace>
  <inkml:trace contextRef="#ctx0" brushRef="#br1" timeOffset="-176497.73">7827 8768 10231,'0'-12'1349,"2"-2"-539,2 3-360,3 0 269,11-4-269,16 2-270,1 1-90,-9 6 0,1 2 0,21-1-90,-10 3 0,-4 0-90,-14 3 0,-14 7 90,2 1 0,-15 6-90,-7 7 90,5 7 0,2 1-90,12 13 0,3-16 0,4 10 0,-7 4 90,-5-16 0,-12 3 0,-4-1 90,-3-8-90,-10 5 0,-3 0-180,3-8-270,5-2 1,0-2-2828,4-2 3219,5-2 0,10-6 0,3-1 1</inkml:trace>
  <inkml:trace contextRef="#ctx0" brushRef="#br1" timeOffset="-176293.73">8877 8855 12660,'7'-15'3276,"-1"4"-2594,0 2-1852,0 6-1528,0 2-579,-4 11 2657,-4-3 0,-13 10 0,-4-4 0</inkml:trace>
  <inkml:trace contextRef="#ctx0" brushRef="#br2" timeOffset="-174643.73">701 15157 24156,'-7'-9'-3277,"-1"-3"351,1 12 4177,-4 20 0,-1 13-1198,3-3 0,0 3 1,0 2-372,-2 6 0,-1 3 1,2-1-584,1-3 0,0 0 0,1-4 818,2-3 1,1-5-1,2 0 1,4-21-1</inkml:trace>
  <inkml:trace contextRef="#ctx0" brushRef="#br2" timeOffset="-174224.73">749 15236 25506,'11'-18'-2744,"4"3"3101,25-5 1106,-9 8-812,-7 4 0,0 1 2625,16 1-1654,-7 12-2060,-9 1-222,-11 9-979,-19 10 1,-8 4 392,4-7 1,-2 0 2200,-3 7 1,-3 4-1,1-2-1670,-1 2 1,0-2 79,1-3 1,4 0-575,4 18 165,24-21-249,11-6 1824,-1-13 1,1-4-11,21-2-378,-13-2 1,1-2-87,-8 0 1,0 0 178,6-2 1,0 1 0,13-3 0,0-1 0</inkml:trace>
  <inkml:trace contextRef="#ctx0" brushRef="#br2" timeOffset="-173545.73">1599 15193 29660,'-7'-20'-3277,"-2"3"0,-3 3 0,-10 1 0,4 9 3720,-8 0 812,3 16 217,10 3 1804,6 26-2320,7-16-786,9 16-745,13-7 0,5 0-4,-5-6 1,2 1 56,-3-3 1,2 2 0,0-2-345,2 2 0,-3-4-1074,2 7 1024,-11 2 449,-13-17 393,-7 2 1284,-18-5 435,11-7 182,-24 6-106,20-11 28,-8-5-461,13-6-254,6-4-1083,21-31-184,-2 16-355,0 3 1,3-4 13,9-10 0,0 1 6,-11 16 0,1-1 233,5-12 0,3-7 0,-7 6-456,-13-13 575,1 12 0,-9 3 168,-19 11 0,-7 7 70,8 6 0,-1 3-136,-5 1 0,1 4 498,1 13 0,17 0 0,5 2 0</inkml:trace>
  <inkml:trace contextRef="#ctx0" brushRef="#br2" timeOffset="-173247.73">2122 15189 25628,'-2'-10'-3277,"1"0"0,4 2 1906,1 3 2083,22 12 603,-8 3-1061,14 15 0,1 4-134,-5 1-680,-3-2 1,1 2 309,-4 0 1,-4 0-247,7 10 525,-3-7 1,-1 0 0,-4-5-1,0-2 1</inkml:trace>
  <inkml:trace contextRef="#ctx0" brushRef="#br2" timeOffset="-173035.73">2453 15276 25450,'-14'-34'-3277,"2"9"204,-3 14 3972,-8 19 537,-6 13-1362,6 2 0,1 4-512,2 2 1,2 1-124,0-1 0,2 2-1078,4-1 1,3-2 1134,2 0 0,7 3 0,4-15 0</inkml:trace>
  <inkml:trace contextRef="#ctx0" brushRef="#br2" timeOffset="-172737.73">2956 14985 27005,'-4'-7'-3277,"0"-3"0,-3 21 4580,1 1-785,-4 25-738,4 1 0,0 2-126,1-11 1,1 1-129,-2 13 1,2 0-1166,3-13 1,2-3 1569,6 22 1,3-7 0,4-10-1</inkml:trace>
  <inkml:trace contextRef="#ctx0" brushRef="#br2" timeOffset="-172336.73">3119 15017 27232,'5'-19'-3277,"0"2"0,10 0 2811,0 5 1427,8 4 1,2 2 669,9 6-1315,-5 4 0,-2 7-756,-13 12 1,-6 4-2070,7 15 3601,-27-1 0,-12 8 0,0-5-791,1-7 0,-3-1-458,3-2 0,-3 2 0,4-4-466,1-3 1,6-7-1181,11-10 38,17 8 284,31-17 1975,-20-1 1,2 0-257,14-2 0,0-2 1,-13 1-1,0 0 0,5 0 1,0 0-1</inkml:trace>
  <inkml:trace contextRef="#ctx0" brushRef="#br2" timeOffset="-171716.73">3893 14971 27591,'-5'-19'-3277,"-4"4"0,-4-4 0,-7 13 4769,3 5 676,-14 13-366,-5 17-1324,7-5-1079,-1 16 1706,31 6-1579,3-12-248,10 2 0,5 0-177,-3-15 0,1-1-65,2 4 0,2 2-439,9 9 1,-2-2 7,-1-1 2515,-2-1 1,-3 0-2646,-6 1 1305,-9 4 74,-11-4 46,-22-5 1037,-9-9 700,-8-6 238,2-11 139,12-20-1883,28-9 1,7-5-1702,-3 8 0,3 0 1988,10-13 1,3 1-596,6-5 145,-4 5 0,3-7 0,-3 4-427,-7 11 1,0-1 117,7-10 0,2-7 1,-10 5-254,-15 8 0,-8 3-333,-8-1 0,-4 3 1010,5 2 1,-2 4 858,-6 8 1,-4 9-1586,-3 14 0,1 6 217,-3 1 623,-3 5 1,3 2 0,8 4-1,-4 9 1</inkml:trace>
  <inkml:trace contextRef="#ctx0" brushRef="#br1" timeOffset="-171029.73">1544 16489 9781,'2'-24'1799,"-4"3"-899,2-2-540,4 64-1999,-1 0 1,-1 4 1330,3 0 1,-1 2 307,-2-8 0,0 1 0,-1-2 205,2 5 0,-1-4-340,0-6 0,0 0-720,2 16 1,2-3 286,3-5 1,2 4 0,1-25 0</inkml:trace>
  <inkml:trace contextRef="#ctx0" brushRef="#br1" timeOffset="-170380.73">1587 16347 9512,'-14'-17'989,"5"5"-359,4-7-450,9 9-1819,23-3 1,8 1 64,9 1 1602,-3 1 0,6-1 62,-8 6 0,1 0 0,0 1-30,-3 1 0,-1-1 0,5 1-78,-3 1 0,5 0 0,1 0 0,0 0 0,-3 1-27,1 1 0,-2 0 0,0 0 0,2 1-63,1 1 0,2 1 0,1 0 0,-2 0 1,-2 1-13,7 0 0,-4 1 0,1 1 75,-7 0 0,0 0 0,-1 0 0,-5 0 556,-1 0 1,-4 0-332,2 4 0,-7 0 0,-16-4 0,3 11 89,-7 8-134,1 3 0,1 2-45,3 18 334,0-6 0,2 8 0,-2-7-424,-3-16 0,1 1 22,0 9 1,2 9 0,-1 2-1,0-5-599,-3-8 0,-1-2 1,1 1 598,0 4 1,0 2-1,1 1 1,-2-3-498,1 7 0,-1-1 1,-1-5 519,1 1 0,-2-2 1206,-4 8 1,-9-8-982,-13-23 0,-4-4-226,6 7 0,-5-2 63,-10-12 1,-11-5 0,-7-3 0,2-1 0,6 0-207,2 1 1,4-1 0,-5 0 72,9 1 0,-3-1 0,-4 0 1,-1 0-1,0-1 0,1 1 1,4 0-173,-5 0 0,2 0 0,2 0 0,0 0 0,3 0 147,-2 0 0,3 1 1,0-1-1,1 1-399,-4 0 0,-1 0 1,3 0-1,6 1 450,-16 0 0,20 0 0,12 1 0</inkml:trace>
  <inkml:trace contextRef="#ctx0" brushRef="#br1" timeOffset="-169554.73">1826 16724 9871,'7'-11'810,"-1"1"269,0 0-629,-2 3 450,1-1-631,3 18-89,-3 5-45,0 12 0,-2 6-1774,-1 2 1,0-1 1625,-1-3 1,1 1-78,0 9 0,-1-5-180,2-11 180,2-4-90,-2-31 45,2-25 1,-1-8 89,-3 17 0,1-1 0,1-20 0,0 2-45,-2 5 0,1 3 3366,2 21-3250,13 13-26,2 12 0,23 9 0,-12-8 0,-5-8 0,1-4-45,3-9 0,0-4 0,-2-3 0,0 0 0,-1 1 0,-4 1 45,4-10 90,-23 41-90,-2 4 45,-1 21 0,2 7-90,4-9 0,2 0 0,-4 3 0,2-2-45,3-11 0,3-6-3187,20-3 3196,-8-13 1,20-2 0,-15-13 0</inkml:trace>
  <inkml:trace contextRef="#ctx0" brushRef="#br1" timeOffset="-169290.73">2736 16604 9691,'-15'-5'720,"2"1"0,-2 7-361,4 4 271,-9 27-360,10 2-90,4 0 0,2 2-180,1-8 0,1 0-135,1 10 0,-1 0-180,0-13 0,0-1-495,0 2 1,0-3 809,-1 1 0,0-6 0,1-11 0</inkml:trace>
  <inkml:trace contextRef="#ctx0" brushRef="#br1" timeOffset="-168966.73">2550 16556 9691,'2'-13'810,"2"2"-450,5-1 90,14 2-91,14 3-179,8 4-135,-14 5 0,0 2 45,12 9-90,-20 1 0,-4 4 0,-5 4-1639,-32 12 1,-11 0 1383,-3-8 167,2-5 1,-7 2-1,4-4-2,-9-2-245,16-6 0,1-1-1824,-3 2 2159,19-7 0,6 0 0,11-3 0</inkml:trace>
  <inkml:trace contextRef="#ctx0" brushRef="#br1" timeOffset="-167713.74">3683 16519 9422,'-1'-13'539,"-2"1"-449,0 5 450,-9-3-270,-9 7-270,2-3 180,-16 13-90,9 5-3367,-10 11 2482,13-6 1655,18 20-1040,29-16 0,8-1 90,-10 1 0,2 0 0,4-3 0,4 1 0,-5-2 180,7 13 90,-9 2 134,-35-11 1,-8-1-315,-2-4 0,-2-1-135,-1 2 1,-1-2-586,-15 6 720,25-14 0,4-1 0,3-2 0</inkml:trace>
  <inkml:trace contextRef="#ctx0" brushRef="#br1" timeOffset="-167447.74">4002 16636 9871,'-9'-6'1979,"1"0"-1619,10 1 90,17-3-360,12-2-810,13 1 720,-1 1 0,-16 5 0,-6 2 0</inkml:trace>
  <inkml:trace contextRef="#ctx0" brushRef="#br1" timeOffset="-167258.74">3984 16776 10411,'4'-2'1349,"-1"-1"-1259,14-1 0,14-3-450,2 0-1279,2 0 1,2-1 982,5-1 1,-9 1-1,-1 0 1,2-2 0</inkml:trace>
  <inkml:trace contextRef="#ctx0" brushRef="#br1" timeOffset="-166829.74">4442 16509 10141,'-2'-9'720,"4"-4"-1,25-3-629,-10 6 45,9 3 0,2 3-135,-4 6 90,19 5 0,-23 4 0,-12 14 45,-25 2 0,-9 3 0,0 4 0,2 1-45,1 4 0,6 0-90,7-11 0,10-5 45,22-7 0,9-6-180,0-6 0,2-4-135,-2 1 0,0-1-1369,3-1 1,-4-1 1580,-2 0 0,-3 1 1,-21 3-1</inkml:trace>
  <inkml:trace contextRef="#ctx0" brushRef="#br1" timeOffset="-166041.74">3614 17172 9512,'8'-17'2248,"4"-3"-1438,-3 6-450,2 2-1,-4 15-179,-3 8 0,-1 17 0,-2 4-180,1 3-390,-1-2 0,1 6 1,0-5-1320,3 10 70,-1-10 1,1-3 1467,2-7 1,2-12 0,0-5 0</inkml:trace>
  <inkml:trace contextRef="#ctx0" brushRef="#br1" timeOffset="-165608.74">3948 17098 11131,'-3'-9'2068,"1"1"-1618,-17 18-180,-12 11-225,4 0 0,-1 2-135,2-2 0,1 0-135,-1 2 0,3-2-134,-5 4-991,8-4 721,26-20 359,2-3-270,25-11 270,-5 10 270,-2 2-45,-6 16 0,-1 4 45,-3-1 0,9 12 0,1 2 90,0-6-315,3-1 1,3-4-245,-6-11 1,1-3 0,0-1 0,0-1 0,-2-5 0,0 0 0</inkml:trace>
  <inkml:trace contextRef="#ctx0" brushRef="#br1" timeOffset="-165347.74">4340 17298 9691,'-18'-12'3276,"17"-2"-3044,7 9-142,19-4-719,-2 6-541,-1 0-2107,0 2 2972,-9 1 0,-8 1 0,-2 0 0</inkml:trace>
  <inkml:trace contextRef="#ctx0" brushRef="#br1" timeOffset="-165166.74">4295 17441 12120,'24'-12'450,"19"-4"-1260,-6 6-494,-12 4 0,0 0 1304,11-1 0,-4-1 0,-2 1 0</inkml:trace>
  <inkml:trace contextRef="#ctx0" brushRef="#br1" timeOffset="-164742.74">4668 17116 10951,'-6'-9'1169,"1"-1"-809,8 0 0,9-2-180,6 2-90,2 3-1,17 4-89,-19 3-89,25 9-1,-31-2 0,-4 38 45,-19-15 0,-7 1 15,4-2 0,-3 1 0,1-1 30,-6 7 0,0-1 0,2-4 0,-1 0 0,3-5-90,0 5 90,1 3 0,3-2-90,13-13-90,14 8-90,10-18-450,8-8 1,3-2-1,9-4 720,1-2 0,0-1 0,-2-2 0,-13 3 0,1 0 0</inkml:trace>
  <inkml:trace contextRef="#ctx0" brushRef="#br1" timeOffset="-164513.74">5312 17515 10861,'-10'-21'3276,"2"-2"-795,3 8-5758,2-1 527,-3 23 2750,-13 5 0,-5 9 0,-13 0 0</inkml:trace>
  <inkml:trace contextRef="#ctx0" brushRef="#br1" timeOffset="-158313.74">1224 17752 8522,'-8'-7'-270,"-1"4"270,2 5 90,-7 8-90,4-2 0,-22 28 90,11-6 0,0 2-90,4-8 0,0 1 45,-5 10 0,3 1 45,8 3-90,4 8 0,4 1 0,6-12 0,15 9-180,-1-26 0,3-1 0,5 3 0,1-2 135,-5-4 0,1-5-45,9-5 1,-3-4 179,-12-2 179,17-11 271,-36-12 0,-13-10-450,-2 6 134,-11 9 1,-1 4-225,10 7-225,-10-1 1,-2 3-1575,4 10 1349,-2-2 450,12 4 0,12-3 0,1 0 0</inkml:trace>
  <inkml:trace contextRef="#ctx0" brushRef="#br1" timeOffset="-157541.74">1630 17922 8252,'-10'-16'1170,"1"1"-811,4 9-269,-1 5 180,-5 14-90,-7 16 0,-4 10-90,5-10 0,-1 2-90,4-7 0,0 0 90,-7 10 0,2-1-90,-2 0 0,0 1 90,9-14-90,4-9-180,-2 6 180,14-16-90,4-4 90,3-3-90,2-1 0,2 3 0,-5 2-90,16 0 0,-11 1 0,10 3-89,3-2 179,-8 0-270,22-5 270,-20-1 0,19-10 180,-19-1 0,0-2 180,-7 0-90,-6 7-1,-3 3 1,-6 17 0,-4 23-90,-2-2-45,2 6 0,0 1-45,3 2-45,0-8 0,1 1-495,5 8-359,2-10 899,11-2 0,0-17 0,6-2 0</inkml:trace>
  <inkml:trace contextRef="#ctx0" brushRef="#br1" timeOffset="-157254.74">2025 18137 8972,'-8'-4'1439,"23"14"-1349,-6-3 0,21 17 0,4 4-270,-4-1-360,5 4 1,0 0-281,-1 0 1,-2-3 0,-11-13 0</inkml:trace>
  <inkml:trace contextRef="#ctx0" brushRef="#br1" timeOffset="-157030.74">2336 18154 8792,'-11'-20'2249,"-15"8"-1665,1 24 1,-2 7-450,4-4 0,-1 2-105,-1 6 0,0 5 0,3-1-525,1 5 0,4 0-944,-1 2 0,4-1-270,-2 11 1709,11-17 0,8-12 0,2-1 0</inkml:trace>
  <inkml:trace contextRef="#ctx0" brushRef="#br1" timeOffset="-156580.74">2961 17988 10141,'-40'-20'1439,"6"5"-1124,8 22 0,1 5-225,-2 3 0,1 5 0,-1 6 0,10-2 0,3 3 0,-1 0 0,2 3-90,-1 7 0,3 2-45,7-6 0,3 0-90,2-4 0,2-1 45,7 14-90,11-13-180,11-12 180,2-5 90,-9-12 0,0-3 0,3-5 135,-6-7 0,-4-4-3077,-13-17 3122,3-1 0,-22 4 135,-9 19 0,-5 6-855,-17 5 405,18-4 0,0 4 225,-7 24 0,31-8 0,2 10 0</inkml:trace>
  <inkml:trace contextRef="#ctx0" brushRef="#br1" timeOffset="-155916.74">3372 18089 10321,'-8'-17'1349,"0"-3"-449,-1-2-181,2 4-179,1 5-180,-8 23-180,1 7-90,-2 7 0,-1 5-45,1 1 0,0 1-90,-2 5 0,1-1-45,2-5 0,1-1-270,-5 18 180,9-22-180,3-6 180,8-13 1,9-12-181,11-11 270,-4 2 0,4-6-90,-9 12 180,-1 2-90,4 2 0,-1 6-90,11 3 90,-6 0-90,16 1 180,-22-4-90,18-3 90,-3-7 0,-5 0 0,16-13 90,-20 8 0,4-3 270,-6 2-180,-16 26-90,1 3-45,-9 14 0,-2 7-405,3 10 0,6 3 360,8-3 0,4-2 0,-2-2 0,4-6 0,10-19 0,0 0 0</inkml:trace>
  <inkml:trace contextRef="#ctx0" brushRef="#br1" timeOffset="-155733.74">4307 18358 11400,'-12'1'472,"1"-1"0,7 0 1,1-1-1</inkml:trace>
  <inkml:trace contextRef="#ctx0" brushRef="#br1" timeOffset="-147204.74">14810 11940 9961,'-10'-22'2069,"4"6"-1619,1 4-90,13 24-270,-1 5 44,5 23 1,2 8-135,-5-12 0,0 1-150,-1-2 0,1 2 1,-1-4 59,-2-5 0,1-3 90,7 21 0,-8-42 0,4 4 0</inkml:trace>
  <inkml:trace contextRef="#ctx0" brushRef="#br1" timeOffset="-146861.74">14701 11859 9781,'-17'-8'1350,"7"3"-451,14-7-629,23 4-45,16-1 0,3 1-180,-19 3 0,2 1 15,11-1 0,6 1 0,-5 6-60,-6 11 0,-3 5-45,3-2 0,-5 5 90,-14 14 0,-15 4-1138,-17-8 1,-10 0 0,1-2 1034,3 2 1,-1-2-1036,-7 0 1,-2 1 0,9-6 921,14-6 1,-3 6 0,31-23 0</inkml:trace>
  <inkml:trace contextRef="#ctx0" brushRef="#br1" timeOffset="-146414.74">15385 12054 10591,'-17'-8'1079,"5"2"-179,1-1-450,6 1-360,4-2 179,5 0 91,16-13-180,0 4-180,4-6 90,-6 4 0,-3-3-90,1-16-45,-5 14 0,-3 0 45,-17-16 0,-20 21-90,2 5 135,-9 20 0,-2 8-45,7 4 0,-1-2 0,4 6 0,12 12 0,10 4 0,9-7 0,6 1-45,3 15 0,10-2-1048,5-24 1,7-5 0,-1-2 764,0 1 1,3-7-753,6-9 1,6-6 0,-8-3 1079,-15-2 0,-1-2 0,16-5 0,-4-3 0,-9-8 0</inkml:trace>
  <inkml:trace contextRef="#ctx0" brushRef="#br1" timeOffset="-146063.74">15951 11809 10231,'2'-18'2879,"-11"-2"-2430,-2 15 271,-26 8-540,12 9 89,-11 16 1,0 10-90,12 1 0,3 2-225,-7-1 0,6 1-45,12 5 0,10-7-90,10-17-360,12-8 1,3-4-1,0-8 540,8-9 0,8-6 0,-5 0 0,-13 2 0,-1-2 0,9-3 0,1-1 0,-1 0 0</inkml:trace>
  <inkml:trace contextRef="#ctx0" brushRef="#br1" timeOffset="-145637.74">16253 11820 11400,'4'-16'3276,"-1"2"-2684,-12 18 38,-15 20-450,7-2 0,1 2-180,-1-1 0,3 2-180,5 12 0,7-2 0,9-5-90,22 7 270,-7-32-135,7-14 0,1-5 135,-8-1 0,3-2 0,-3-5 270,-19-21-270,-3 13 135,-11 4 0,-6 3-135,-12 7-405,-3 11 0,-1 3-44,1 5-1080,-12 17-1748,40 6 2612,1-7 0,15 8 0,0-13 0</inkml:trace>
  <inkml:trace contextRef="#ctx0" brushRef="#br1" timeOffset="-144474.74">16695 11798 10681,'-20'-21'2878,"4"5"-2068,-9 2-181,0 12-359,-3 5-45,5 9 0,2 2-135,-3 5 0,-1 10 0,3 1-90,10-7-135,0 5 0,3 1-135,11-2 180,1 0-270,28-8 270,-13-19-45,15-14 1,2-8 44,-7-8 0,-3-4 0,4-8 0,-5 1 45,-5-1 0,-2-1-893,0 0 0,1-5 1,-3-1 892,-7 11 0,-1-1 0,-2 0 0,-2 1 75,-1-8 0,-2 1 0,0 2 0,2 4 0,-1 1 0,-2 3-30,-7-5 0,-2 17 89,-4 32-89,-3 15 0,5 13 0,3 7 0,3 2 0,3 0-45,-1 3 1,2-1-1,5-5 0,3-1-135,4-7 0,2-3 0,3 9 0,6-9 0,1-5 90,-3-13 90,17 7-135,-7-21 0,1-4 2769,6 0-2679,3-4 0,3-4 0,-7-7 0,-1-3 45,-6 2 0,-1-3 60,-2-1 0,0-4 0,-6 0-1531,-7-7 0,-5 2 1515,3 4 1,-4 2 90,-10 0 0,-6 5 45,-15 13-90,-1 2 0,-5 20 0,0 9-90,15-2 0,1 2 0,-8 5 0,3 2 0,14-2 0,9-2-90,23 6 90,-4-19 0,3-5 0,0-1 0,2-5-45,4-6 0,0-6 45,4-10 0,-4-3 0,-9 9 0,-1-4 0,2-9 0,1-7 0,-5 3 0,-2-9 0,-2-4 0,-4-3 0,-11 22 0,-3 2 0,1-2 0,-3 1 90,-12-13-90,1 20 0,-5 11 3276,9 6-3160,4 11-206,16 2 90,2-2-450,30 0 271,5-11 134,-19 1 0,0 0 45,22-5 359,-15 9-269,-17 0 360,-3 23-360,-15-12 0,-1 14 180,-4 10-270,5-17-315,1 4 0,3-1-494,8-8-1890,15 5 2699,18-26 0,1-6 0,-18-1 0,0 0 0</inkml:trace>
  <inkml:trace contextRef="#ctx0" brushRef="#br1" timeOffset="-144302.74">18109 11034 11131,'-3'6'-720,"-2"-2"0,-4 13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45:35.87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10247 12094 7623,'-11'-13'1619,"3"3"-540,-4 2-809,5 11-90,3 1 0,8 9 0,11 4-90,-1-3-90,9 1 90,-1-2 89,8 0 1,5 3-45,7 1 0,3 2-438,-12-5 1,3 0-1,0 1 1,0 0 332,8 2 0,1 0 0,1 1-8,-5-2 1,3 1-1,-1-1 1,-3-1-23,-6-2 0,-2-2 0,2 1 22,1 1 1,3 1-1,0-1 1,-3-1-214,12 4 0,-2 0 221,-2-2 0,2 2 0,-1 0-30,-2-1 0,-1 0 0,1 1 0,-1-1 0,-1 1 0,-1 0 30,-6-3 0,-2 0 0,1 0-30,4 3 0,1 0 0,-4-2 0,-3-1 0,-1 0-9,3 1 0,3 1 0,-4-2 9,-5-3 0,0 0 0,14 6 0,-1 0 0,-12-5 0,-3-1 0,20 7 663,-16-6 1,0-1-664,6 3 220,3 0 0,2 1-220,-16-5 0,1 0 61,12 3 0,1 0-61,-13-3 0,-1-1-90,17 5 90,-2 0 0,-3-2 0,-6-1 0,11 3 0,-17-5 0,-1 1 0,10 3 90,-6-2-90,2 1 0,11 3-90,-1 0 180,-6-2-90,9 4 0,-8-2 0,-8-4 0,17 7 0,-15-6 0,-2 0 0,-4-2 0,-5-2 0,0 0 0,5 3 0,-5-3 0,2 1 0,3 3 0,-7-4 0,11 7 0,-16-10 0,9 6 0,-6-3 0,0-1 0,2 1 0,-7-3 0,3 0 0,-3-1 0,-3-1 0,-2-1 0</inkml:trace>
  <inkml:trace contextRef="#ctx0" brushRef="#br0" timeOffset="582">13330 13089 10051,'-9'-3'270,"0"0"180,0 0-360,-3 4 90,3 0 0,-3 7-90,5 2-1,0 2 1,3 5 0,5 2 0,1 6-90,2-3 90,7 14-90,-4-16 90,12 23-90,-10-25 0,8 15 0,-5-15 90,2 4-90,-3-8 0,1 1 0,-5-5 0,3 1 0,-3-4 90,-1 0-90,-3-3 0,-5 2 90,-5-1-90,-11 0 0,-10 1 0,-1-1 0,-14 3-180,14-2 0,0 0-180,-17 2 45,18-2 1,1 0 314,-21 5 0,5-2 0,13-2 0,1 0 0</inkml:trace>
  <inkml:trace contextRef="#ctx0" brushRef="#br0" timeOffset="13213">13347 14094 9152,'4'-15'3276,"-1"5"-3134,-20 6 38,-3 3-180,0 0 90,-20 0 0,-4 0-90,-5 1 0,21 0 0,1 0 0,-4 0 0,-14 2 0,15 2 0,-16 2 0,13-1 0,5 1 0,0 2 0,-13 6 0,10-2 0,1 2 0,-8 4 0,17-4 0,1 1 90,4-1-90,-16 22 0,11-2 0,0 0 0,8-5 0,1 2 0,-3 13 0,4-5 0,-1 1 0,4-6 0,0 0 0,2-7 0,0 1 45,-1 8 0,0-1-45,1-8 0,1 0 0,-1 0 0,0 3 0,-3 15 0,0 2 0,2-12 0,0 2 0,-2 4 0,-1 6 0,0-3-343,3-7 1,0-1-1,0-2 343,-4 12 0,2 0 30,3-11 0,2 2 0,0-3-32,1-1 0,1 2 62,0 6 0,-1 5 0,1-2 0,0-10 0,1-1 0,-1 1-1,0 9 1,0 2 0,-1-4-60,1-4 0,-1-1 30,1-2 0,-1 2 0,2-2 15,0-4 0,0 0 0,3 19 0,2 1 0,1-6 0,2-1-45,3-1 0,2 0 0,-1-7 0,2-2 45,1 0 0,-1-3-45,5 5 1095,5 5-1095,-2-9 0,-5-10 207,11 14-117,-6-17-90,-1-1 0,9 1 0,-17-11 0,24 7 0,-15-9 0,4-2 0,1-1 0,-2-2 0,24-5 0,-5-5 0,-2-2 0,-4-2 0,-1-1 0,-4 0 0,-4 1 0,0-2-90,-1-7 45,-3 2 0,2-4-45,-1-7 0,-1-4-745,-4 6 1,0-2-1,-2 1 790,2-5 1,-1-2 14,-3 2 0,0-3 0,-2 4-4,-5 12 1,0-2 3,5-13 0,2-6 0,-3 4 30,-4 6 0,-1 0-30,0-3 0,1-4 0,-3 1 30,-3-5 0,-2-1 0,-2 4 0,-1-3 0,0-1-507,-1-1 1,0-1-1,0 1 507,0 7 0,1 0 0,-1-2 0,1-5 0,0-4 0,-1 0 0,1 4-102,-1 6 1,1 3-1,-1-4 102,1 4 0,-2-3 0,1-1 0,-2 1 0,1 2 0,-2-7 0,0 3 0,-1-1 0,1 7 0,-1-2 0,1 1 0,0 2 0,0-3 0,-1 2 0,2 2 0,-2-11 0,2 0 0,2 13 0,0-1 0,0 1 0,-3-15 0,-1 2 45,3 8 0,-1-1-45,-3 5 0,-3-1 0,-1 5 974,-4 8 0,-3 2-974,-14-11 0,-4 2-45,2 9 0,-1 3-45,3 2 0,0 3-450,-4 4 1,-2 5 539,-7 5 0,-2 4 0,2-3 0,0 3 0,8 1 0,0 0 0,-1 0 0</inkml:trace>
  <inkml:trace contextRef="#ctx0" brushRef="#br0" timeOffset="16427">14061 13392 7892,'28'-7'720,"2"-1"-585,1 1 0,4 0 0,0-2 0,4-1 15,5-2 0,6-1 0,-1-1-1220,-2 0 0,1 0 1,-1 0 1099,-3 0 0,0 1 0,3-2 59,-8 3 1,4-2 0,0-1 0,0 1 0,-3 2 22,-2 0 1,-2 1-1,0 0 1,4-1-62,-3 0 0,3-1 1,2-1-1,1 0 1,0 0-1,0 0 1,-3 1-16,8-1 0,-1 0 0,0 0 0,-2 1 0,0-1-18,-5 2 0,0 0 0,-1-1 0,0 1 0,0 1 0,2-1 0,0 0 0,0 1 0,-1 0 0,-1 0 69,0 0 0,-1 0 0,-1 1 1,0 0-88,3-1 0,1 0 0,-1 0 0,0-1 22,3 0 0,2-1 1,-3 1-1,-5 1 386,4 0 0,-3 0-408,-5 1 0,2 1 0,-4 0 45,-1 0 0,-1 1-45,-1 0 0,1 0 0,5-2 0,0 0 0,-4 2 0,-2 1 0,-3 0 0,-1 0 904,5-1 0,-1 0-904,18-5 0,-13 4 0,-8 2 0,-1 0 0,-6 2 0,16-4 0,-17 4 90,19-4-90,-21 4 866,7-1-866,-6 1 0,4-1-90,-3 1 90,13-5 0,-15 4 0,15-4 0,-16 4 0,3 0-270,-4 2-90,-4 1-1079,3-1 1439,-7 1 0,-2 1 0,0 1 0</inkml:trace>
  <inkml:trace contextRef="#ctx0" brushRef="#br0" timeOffset="16944">17103 12403 9422,'-11'-2'1169,"19"1"-1079,10 0 90,24 0-180,-10 0 45,-6 0 0,-1 0-45,-1 0 90,2 0 0,-1 0-90,-2-1 0,21-1 0,-27 2 90,13-2-90,-11 2 0,-1-1 90,1 1-90,-7 1 0,-6 3 0,-22 14 89,2-6-89,-25 15-135,13-10 1,0 0-136,-11 6-675,5-3 1,0 0 944,-1 0 0,-7 5 0,3-2 0</inkml:trace>
  <inkml:trace contextRef="#ctx0" brushRef="#br0" timeOffset="33713">8678 5764 8162,'17'-9'1529,"-1"2"-1259,6 0-90,-7 4 450,27-3-450,-18 4-45,5-1 0,2 1 44,1-1-822,-2 1 0,6 1 0,2-1 763,6 0 0,4 0 0,-1 0-485,-3 0 0,1 0 0,6 0 416,-11 1 1,6-1-1,3 1 1,2 0-1,1-1 1,0 1-1,-2 0-257,-1-1 1,0 1 0,-1 0-1,2-1 1,-1 1 0,1 0-1,0-1 206,-4 1 0,0 0 0,0 0 0,1-1 0,0 1 0,1 0 0,2 0 0,1-1-123,-7 1 1,1 0 0,2 0 0,1-1 0,1 1 0,0 0 0,0-1 0,1 1 0,-1-1 0,-1 1 0,0 0-1,-2 0 141,5-1 0,0 1 0,-1 0 0,-1 0 0,0 0 0,0-1 0,0 1 0,0 0 0,0 0 0,0 0-97,0 0 0,0 0 1,-1-1-1,0 1 1,0 0-1,1 0 0,0 0 1,1 0-1,1 0 1,1 0 90,-7 0 1,3 0 0,1 0 0,1 0 0,0 1 0,2-1 0,-1 0-1,0 0 1,-1 1 0,-2-1 0,-1 1 0,-2-1 0,-2 0 0,-4 1-95,16-1 1,-7 1 0,-2 0-1,-2-1 1,4 1 0,4 0 81,-9-1 0,4 1 0,3 0 0,1 0 0,2-1 0,-1 1 0,0 0 0,-1 0 0,-3 0 0,-2 0 0,-5 0 48,12 0 0,-6 0 0,-3 0 0,2 0 0,7 0-48,-14 0 0,3 0 0,3 0 0,2 0 0,1 1 0,0-1 0,1 0 0,-1 0 0,-1 1 0,-2-1 0,-3 0 12,10 0 1,-4 0 0,-1 1 0,0-1 0,-1 0 0,2 0 0,2 1-13,-4-1 0,2 0 0,2 1 0,0-1 0,1 0 0,-2 1 0,-2-1 0,-1 0 0,-5 1 18,9-1 0,-4 0 0,-2 1 0,-3-1 0,0 0 42,14 1 0,-3-1 0,-9 0 1029,1 0-999,-8 0 0,-1-1 1628,1-2-1628,-1 1 2345,3-2-2705,-19 2 2529,11 0-3158,-13 0 899,-3 0 0,-9 1 0,-2 0 0</inkml:trace>
  <inkml:trace contextRef="#ctx0" brushRef="#br0" timeOffset="55543">1818 1975 8342,'-14'-4'2519,"2"2"-2339,27 4 269,34 1-404,-18-1 0,6 1-701,2-2 1,9-1-1,3 0 1,2 0 0,-5-1 613,2 1 1,-2 0 0,0-1 0,4 1 56,-10 0 0,2-1 0,1 1 0,1-1 0,3 1 0,2-1-111,-8 1 0,3-1 0,2 1 0,2-1 0,0 0 1,1 1-1,-2-1 0,-1 0 0,-3 1 0,-3-1 111,4 0 0,-6 1 0,-1-1 0,0 0 0,3 0 0,5 1-127,-6-1 1,4 1-1,4-1 1,2 0 0,1 1-1,2-1 1,-1 0 0,0 1-1,-1-1 1,-3 0 0,-3 1-1,-4-1 112,9 0 0,-6 0 0,-3 0 0,0 1 0,4-1 0,7 0-47,-15 1 1,3-1-1,3 0 1,2 1-1,3-1 1,1 1-1,1-1 1,0 1-1,2-1 1,-2 1-1,0-1 1,-1 0-1,-2 1 1,-2-1-1,-2 1 1,-3 0 46,11-1 0,-5 1 0,-2-1 0,-2 1 0,0-1 0,2 1 0,1-1 0,5 1 6,-10 0 0,2-1 1,1 1-1,1-1 1,2 1-1,0-1 1,1 1-1,1 0 0,0-1 1,0 1-1,1-1 1,-1 1-1,1 0 1,-1 0-2,-1-1 1,1 1-1,1 0 1,0 0 0,2 0-1,-1 0 1,1 0-1,-1 0 1,1 0 0,-2 0-1,0 0 1,-1 0 0,-2 0-1,-1 0 1,-2 0-1,-2 0 5,7 0 0,-3-1 0,-3 1 0,-2 0 0,0 0 0,0 0 0,2 0 0,4-1 0,4 1-10,-11 0 0,3 0 0,2 0 0,2 0 0,2 0 0,1 0 0,1 0 0,1-1 0,0 1 0,0 0 0,1 0 0,-1 0 0,-1 0 0,0 0 0,-1 0 0,-2 0 0,-2-1 0,-1 1 7,7 0 1,-1 0-1,-1-1 1,0 1-1,-2 0 1,0-1-1,-1 1 1,-1 0 0,-1-1-1,0 1 1,-1-1-1,0 1 4,8 0 0,-1-1 1,-2 1-1,-1 0 0,0 0 1,1-1-1,0 1 0,3 0-11,-5-1 0,4 1 0,1-1 0,1 1 0,0 0 0,-1-1 0,-2 1 0,-3-1 0,-4 1 0,-5 0 22,6-1 1,-8 1 0,0 0-1,7 0 18,-6-1 0,4 0 0,4 1 0,2-1 0,2 0 0,-1 1 0,0-1 0,-2 0 0,-2 0-15,1 1 1,-2-1 0,-2 1 0,1-1-1,0 1 1,1-1 0,2 0-16,0 1 0,3-1 0,1 0 0,1 0 0,1 0 0,-2 0 0,-1 0 0,-3 0 0,-2 1 8,8-1 0,-2 0 0,-3 0 0,-2 0 0,-2 0 42,11 0 0,-3-1 0,-4 1-15,2 0 0,-3 0 15,-7-1 0,0 1 0,-5-1-60,7 1 421,-6-1 0,-1 0-421,-8 1 1417,22-1-1327,-26 1 1955,23 0-1955,-19 0 2968,5 0-2968,-10 0 775,-4 0-865,-4 0 54,3-1-863,-3 1-2468,-3 0 2457,-12-5 1,-10-1 0,-14-4 0</inkml:trace>
  <inkml:trace contextRef="#ctx0" brushRef="#br0" timeOffset="95710">5301 8021 11400,'21'0'450,"-2"-1"-360,1 4 0,9-1 0,20 2-1458,-15-2 1,0 0 1367,-4-1 0,2 1 30,2-1 0,4 1 0,-1-1-306,-2 1 1,0-1 0,1 0 275,13 0 0,1 0 0,1 0 30,-4 0 0,-1 0 0,-2 0-30,-8 0 0,-2-1 0,1 1-678,7-1 0,0 0 1,-4 1 677,-9-1 0,-2 0 0,23 0 0,-2-1 0,-1 1 45,-16-1 0,-2 1-45,7 0 1313,-4-1-1313,-13 1 979,2-2-1699,5-2 181,-6 0-2738,2-2 3174,-14 1 0,3-3 0,-9 3 1</inkml:trace>
  <inkml:trace contextRef="#ctx0" brushRef="#br0" timeOffset="96117">6392 7925 10591,'14'4'270,"8"5"-270,-7-2 90,6 4 0,3 0 0,13 5-90,-14-5 0,1-1 0,19 9 90,-1-2 0,-9-3-90,8 1 89,-27-10 631,8 3-720,-35-5 90,9 1-45,-19-1 0,-7 0-45,-10 4-1093,6 0 1,-7 3 0,4-1 1124,2 0 1,1 0-63,-8 3 0,-5 2 0,7-1-117,9-2 0,2 0-183,-4 4 0,-1 2 1,4-1-481,-14 8-674,13-2 0,3-1 1484,14-5 0,0 11 0,10-7 0</inkml:trace>
  <inkml:trace contextRef="#ctx0" brushRef="#br1" timeOffset="123779">11481 9552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03:46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10101 10171 12570,'1'-13'1169,"1"1"-809,-4 4-180,2-1-90,-2 3 270,1-1-181,-1 0 1,0 1 0,0-1 0,1 2 0,-1-1 0,1-1-90,0 0 90,-1-1-90,1-2 90,0 1-90,0-2 0,1-3 0,1-9-90,4-7-1159,2-14 1248,3-7-89,-4 23 0,1-3 45,4-19 0,1-3 0,-2 10 0,1-2-1038,-2 5 1,1-3-1,0 2 1038,1-10 0,0 1-45,2-2 0,-1-1 0,-4 16 0,1-1 0,0 1-283,0-2 0,1 1 0,0-1 283,0-1 0,0 0 0,1 0-571,0-1 1,1 0 0,0 0 600,0-1 0,0 0 0,0 0-305,1 0 1,0 0 0,0 0 274,1 0 0,0-1 0,1 1 0,-1 0 0,1 1 0,0 0 0,0 0 0,0 0 0,1 0 1,0 1 0,-1 1 0,1 0-1,0 1 0,-1 1 0,2-1 0,5-10 0,2-3 0,0 1 0,1 2 0,0 1 0,1-1 0,-1 2 0,0-1 0,1 2 50,-2 5 1,0 2 0,-1 2-51,2 0 0,-1 2 248,1 1 0,0 1-248,-2 3 0,-1 1-43,1 2 1,-1 1-3,-1 2 0,-1 1 45,1 1 0,1 0 406,-1 1 0,1 1-451,0-1 0,1 1 45,0 1 0,0 0-45,0 1 0,0 0-45,24-16 0,-2 2 0,-1 2 0,-1 1-90,-3 3 1770,-4 3-1770,-3 3-180,7-7-89,-5 6 1307,-1-1-1038,-9 5 0,-11 8 1341,-1-1-1431,-2 3 1462,-2 0-1372,0 1 25,-2 2-25,-1-1 597,0 1-596,-1 1-1,0 0-360,0 0-270,1 1-1168,0 0 1978,1 1 0,-3 0 0,-2 1 0</inkml:trace>
  <inkml:trace contextRef="#ctx0" brushRef="#br0" timeOffset="573">11619 6531 12930,'-5'-10'2158,"2"0"-1978,5 6-90,1 1 0,4 0 0,1 3 0,3 0 0,1 0 0,4 1-90,1-1 90,3-1 0,2 1-90,3-1-192,0 0 192,2-1 0,5 1 90,1 0-90,1 1-459,-2-2 459,0 1 0,-3-1 90,1 0-90,-3 1 0,-5 0 0,-2-1 0,-2 2 356,-2-1-356,-3 0 0,0 0 0,-3 1 655,0-1-655,-3 2 90,0-1-1,-2 1-89,1 0 90,-3 2 0,-2 5-90,-3 1 0,-3 6 90,-4 3-90,-1 5-608,-4 6 608,-2 3 90,-1 5-90,-3 2 0,4-7 0,-1 0 90,-8 17-886,8-18 1,0 1 795,-4 11 0,0-2-771,3-3 771,2-3-51,2-4-219,3-5-90,2-2-90,3-7-359,2-1-1530,2-4 565,0-2 1774,3-3 0,0-1 0,2-1 0</inkml:trace>
  <inkml:trace contextRef="#ctx0" brushRef="#br0" timeOffset="1696">13054 5458 14639,'9'-7'1349,"-1"1"-1169,-3 6-90,-1 2 90,0 2 0,-2 2-91,0 3 91,0 1 0,-1 3-90,0 1 0,-1 3 0,0 3 180,-3 18-180,-2-4-1087,-4 14 1087,-1-6-45,1-10 0,0 1 45,-6 18-747,5-19 0,0-1 747,-2 9-90,1-4 90,1-2-90,0-1 0,2-4-343,2-4 163,1-4-90,2-2 732,1-4-1091,1 0 898,1-3-2607,0-1-1170,2-3 3508,1-1 0,3 1 0,0 0 0</inkml:trace>
  <inkml:trace contextRef="#ctx0" brushRef="#br0" timeOffset="1981">13208 5855 15898,'-2'-12'899,"1"3"-539,1 1 0,0 1 0,0 2 0,2-1-91,-1 0 1,3 1 0,0 0 0,2 0-90,2 1 0,2 1-90,1 1 90,3 2-90,1 2 0,3 1 89,2 2-179,4 3-366,2 2 456,2 2 0,-1 2-90,1 0 0,-2 2-90,-2-1 0,0 2-89,-4-2-106,-2-1-75,-4-2-89,-2-2-181,-3-1-180,-1-2-629,-2 1-624,-2-3 2063,-2-1 0,-1-2 0,-1 0 0</inkml:trace>
  <inkml:trace contextRef="#ctx0" brushRef="#br0" timeOffset="2187">13571 5801 15808,'2'-13'360,"-1"1"-90,0 3-1,-1 1 271,0 2 90,0 0-450,-5 5 0,0 2-1,-7 10-89,-2 7 0,-3 4-874,-4 9 874,-1 3-1077,-1 4 1077,0 2 0,2 0-90,1-3 90,1 3-898,2-8 628,0 3-90,2-6-515,1 0 156,2-5 156,2-3-2135,3-4-690,3-3 3298,0-4 0,1 2 0,0 0 0</inkml:trace>
  <inkml:trace contextRef="#ctx0" brushRef="#br0" timeOffset="2520">13913 5479 16258,'4'-16'449,"-1"1"-179,0 3 0,-2 2 0,0 2 90,1 1-90,-1 0-90,0 1 269,1 1-89,-1-1 0,1 1-270,3 5 90,-1 11-90,0 3 0,-2 8-90,-2-1 90,-1 9 0,-1 5-90,-1 6-1378,-3 9 1378,2 1 44,1-22 1,0 1-45,1-2 0,0 1 0,-1-1 0,1 1-923,-1 23 923,0-3-90,1-3 0,0-4-90,2-4-487,0-6 397,1-4-180,0-4-90,0-4-1438,1 3 269,1-9 692,0 1-2042,0-8 3339,2-3 1,0-2 0,0-1 0</inkml:trace>
  <inkml:trace contextRef="#ctx0" brushRef="#br0" timeOffset="3965">15197 5725 14189,'5'-11'1259,"0"0"-899,-4 5 180,0 0-1,-1-1-89,0 0-90,-2 1-180,-2 0-90,0 3 90,-3 1-90,-1 5 0,-3 1-1,-5 5 1,-3 4 0,-3 5-611,0 3 611,0 1 0,1 3-90,1 2 90,1 1-90,2 1 0,3-1 90,2-2-90,3-2-69,4-3 69,2-1 0,2-3 0,3-2 0,2 0-90,3-2 608,2-2-518,3-1-18,3-2 18,0-3 0,4-1 0,0-3 0,2-2-90,5-3-422,2-3 512,4-4 0,-1-2 0,-2-2-90,0-3 90,-2 0 0,-1-3-527,-2 0 527,-2-2 0,-3 2-158,-3 2 248,-3 2 386,-3 3-386,-3 3-1,-2 1-89,-2 2 636,-1 3-546,-9 5 86,0 4-176,-7 8 0,4 2 0,-1 2 90,0 2-90,-4 14 0,5-9 0,-2 10 0,7-14 0,1 0 0,2-1 0,1-2 0,3 0 90,1-1-90,2-2 0,2 0 0,1-3 0,7 1 0,-4-5 0,6 1 0,-6-5 0,7-2 0,-4-2 90,4-2-90,-5-3 0,-1-1 0,1-3 0,1-7 0,-4 2 0,0-5 0,-6 5 0,-3 0 0,-1 0 0,-1-1 0,-3 0 0,-1 1 0,-1 1 0,-3 0 0,-1 2 0,0 0 0,-1 2 0,2 2 0,0 1 0,1 1 0,1 1-90,1-1 90,1 2 0,0 0 0,2 1 0,5-4 0,2 3 0,3-4 0,2 4 0,3-1 0,2-1 0,2 0 0,5-2-90,0 0-185,5-2 275,-4 1 0,-1 0 0,-3 3 0,-2 0 0,-2 0 90,-1 1-90,2-1 0,0 1 0,-2 1 275,-3 1-275,-3 3 0,-3 1 0,2 4 0,-3 1 90,-2 2-90,0 3 0,-1 3 0,-2 4 0,1 3 0,-2 2 0,-1 2 0,0 5 90,1-2-90,-1 3 0,0-4 0,-1 7 0,1-10 0,-1 5 0,2-13 0,0 2 90,1-6-90,0 2 90,0-7-90,9-19 90,-2 3-90,10-21 0,-4 6 0,4-4 0,-1-2 0,11-13-1049,-6 11 1049,6-10 0,-8 21 0,-2 2 0,-2 7 0,-1 2 0,-2 5 0,0 3 0,-1 4 1049,-1 3-1049,0 4 0,1 10 0,-2 0 0,1 8 0,-4-3 0,0 0 0,0 12 0,-1-9 0,3 16 0,-2-19 0,2 3 0,-1-10-90,1-2 0,1-3-90,0-2-180,2-3-90,-1-1-179,2-3-271,0-3-719,2-2-719,2-3-1170,1-3 3508,0-2 0,5-8 0,-1-2 0</inkml:trace>
  <inkml:trace contextRef="#ctx0" brushRef="#br0" timeOffset="4322">16198 5754 15718,'3'-10'900,"0"1"-541,-1 4 1,1 0 0,-1 0 449,1 1 91,1 1-450,2 3-180,1 1 89,1 5-89,-2 1 0,0 4-90,0 3 0,-2 4 0,-1 3 0,0 3-572,-2 7 482,-2 1 0,0 6-90,-1-3 0,1-3 0,0-3-90,1-3-143,1-2 143,-1-2 0,1-4 0,0-3 1,0-2-1,2-4 652,2-2-652,0-4 242,3-3-242,0-5 0,7-6 90,1-6 0,7-11-90,1-6 90,3-8-1552,1-4 1462,-1-2 90,1-1 0,-2 1-90,-1 2 90,-6 6-754,-1 5 664,-5 8-90,-3 7-89,-3 5-91,-2 4-2069,-2 6-1708,-11 15 269,-1 4 3868,-9 13 0,-4 4 0,-1 3 0</inkml:trace>
  <inkml:trace contextRef="#ctx0" brushRef="#br0" timeOffset="4731">14908 6429 15538,'-7'4'1259,"0"0"-899,10 0 0,2-3 0,7 0 0,5-2-91,9-2-993,8 0 994,15-2-1654,6 0 1474,-22 1 0,1 1 0,5-1 0,3 0 0,1 0 0,3 1 0,3-1 0,6 0 0,2 0 0,1 0-697,-15 1 1,0 0 0,0 1 0,0-1 628,1 1 1,0 0-1,-1 0 1,-1 0-554,1 0 0,-2 1 1,1-1 560,1 1 0,1 0 0,-1 1-294,1-1 1,-1 0-1,1 1 264,-1-1 0,-1 1 0,0 0 30,0 1 0,-1-1 0,-1 1-60,-1-1 0,0 0 0,-1 1-68,13 0 1,-1 0 52,-4-1 0,-1-1 0,-6 2 0,-3 0 523,-1-1 0,-1 0-568,22 1 0,-10-1 1419,-13 0-1419,-9 0 0,-8-1 570,-4-1-1469,-14-2 1571,-1 0-2921,-10-1-879,2 3 3218,1-1 0,-8 0 0,-2-2 0</inkml:trace>
  <inkml:trace contextRef="#ctx0" brushRef="#br0" timeOffset="16306">10021 3286 9332,'8'-8'629,"0"-1"-449,-4 6 0,1-1 0,1-1 0,0 0 0,2-2 0,-1 1-90,2 0 90,1-1-91,0-1 1,1 1 0,1 0 0,-1 1-90,4-1 90,-1 0 0,2 2-90,1-1 90,6 2 0,0 1-90,0 2 0,-2 2 0,-7 2 90,0 1-90,-2 1 0,-1 2 90,-1 1-90,-3 0 0,-1 1 0,-3 0 0,-2 2 0,-3 1 0,-2 2 0,-4 2 90,-4 2-90,-13 11 0,3-5 0,-14 13-546,16-18 546,-3 4 0,12-11 0,2 0 0,2-2 0,2 1 0,1-2 89,2 1-178,2-1 725,3 0-636,1 1 0,3 0 0,1-1 0,4 2 0,0 0 90,3 1-90,1 0 0,2 2 0,-1-1 90,1 2-90,2 6 0,-8-7 0,2 6 0,-9-7 0,-2 0 0,-3-1 90,-3 1 0,-4 1 0,-4 0 0,-6 0 0,-4 1 0,-5 0-90,-1-1 89,0-2-269,1-1 269,4-3-89,3-1-269,3-1-1171,0-2-718,6-2 2158,0-2 0,10-6 0,2-2 0</inkml:trace>
  <inkml:trace contextRef="#ctx0" brushRef="#br0" timeOffset="16905">10780 3307 12300,'3'-5'1709,"-1"2"-1619,16-4 90,-5 3-90,2 0 0,1 0 0,1 1 0,0-1 0,-1 1 0,1 0-90,-2 1 89,0 0-89,-3 1 0,1 1 90,-2 2-90,-2 3 90,-1 1-90,-2 2 90,-1 3-90,-4 4 0,-3 2 90,-5 7-90,-4 3 0,-15 18 0,0-10-601,9-12 0,-1 0 601,-12 8 0,3-3-584,1-2 584,4-4-264,4-1 264,2-3 0,3-2 0,4-2 0,3 0 1170,2-3-1170,2 0 646,3-1-646,3-1 0,7 3 0,1-3 324,6 2-234,-2-5-90,1-2 0,3 1 0,1-2 0,1 0 0,2-1-267,1-1 267,1 0 0,5-1 0,1 0 0,5-2-742,-1 1 742,-1-2-90,-3 1-89,-1-1-181,-5 1-90,-2-1-359,-3 0-1260,-2-1 90,-2 1 1979,-2 0 0,4-2 0,1 0 0</inkml:trace>
  <inkml:trace contextRef="#ctx0" brushRef="#br0" timeOffset="17208">11560 3496 13649,'-3'-10'360,"2"1"-270,-1 1 0,1 2 90,1 0 90,1 1-90,9 5-91,0 1 1,9 6 0,1 1 0,3 3-489,5 2 489,1 2-90,0 0 89,0 1-89,0 0 90,-3-1-90,-1 1-179,-4-2-91,-2-1-1170,-1 0-538,-6-4 1978,0 2 0,-7-5 0,-2-1 0</inkml:trace>
  <inkml:trace contextRef="#ctx0" brushRef="#br0" timeOffset="17440">11891 3473 14189,'-2'-12'899,"0"1"-719,0 5 180,-1 1 0,-1-1-270,-4 7 0,-2 1 0,-4 6 0,-2 3 0,-3 4 0,-3 3-456,1 0 366,0 2 90,1 1 0,-8 10-90,8-6-203,-4 6 23,11-12-90,1-2-180,1 0-89,2-3-541,1 0-1078,3-3-361,1-1 2631,2-2 1,2-1-1,1-1 1</inkml:trace>
  <inkml:trace contextRef="#ctx0" brushRef="#br0" timeOffset="17978">12129 3291 14009,'3'-12'270,"-1"2"-90,0 4 0,-1 1 89,1 0 1,0 0-90,0 0 0,1 0 0,0 0 0,2 0 0,0-1-90,1 1 0,0 0 0,3 0 0,0 1 0,1-1 0,2 2-1,2-1-89,1 1 90,1-1-90,1 2 90,1 0 0,7 0-90,-6 2 0,3 0 90,-8 1-90,-2 1 0,-1 2 0,-3-1 0,-1 3 90,-3-1-90,-3 4 0,-3 0 0,-5 4 0,-6 1 0,-3 4-411,-5 2 411,1 0 0,0-2 0,3-1 0,3-3 0,-2 4 0,5-4 0,0 2 0,6-5 0,3-1 0,1-1 411,3 1-321,1-1-90,4 0 0,2 0 0,2 1 0,2-1 0,1 0 0,2 2 0,-1 0 0,1 0 0,0 0 0,-1 0 0,-1 0 0,-3 0 0,-1-1 90,-1 5-90,-5-4 0,-2 4 0,-9 0 0,0-3 0,-15 10 0,6-9-379,-11 5 199,8-7 0,-3 0-90,3-1-90,2-2-89,2 0-91,1-2-2698,-2 1 719,6-4 2591,-3 2 1,7-3-1,0-1 1</inkml:trace>
  <inkml:trace contextRef="#ctx0" brushRef="#br0" timeOffset="18512">12639 3339 14009,'-4'-9'360,"0"1"-180,2 3 0,0-1 359,0 1-359,-1-3 270,1 3-180,-1-3-90,4 3-90,0-1 0,3 0 0,2 2-1,2-1 1,3 1 0,2-1 0,2 1 0,0 0-90,2 0 90,1 1-90,-1 1 90,1 1-90,-2 0 90,1 1-90,-3 1 0,0 1 0,-2 2 90,1 1-90,-3 2 0,-2 3 0,-3 1 90,-3 4-90,-4 4 0,-4 5 0,-5 4-902,-5 6 902,-4 1 89,-2 1-89,-1-4 0,2 0 0,1-4-493,2-1 493,1-2 0,2-2 0,3-4 0,2-2 0,3-2 0,1-3 0,2 0 0,2-2 0,3-1 855,0-1-855,4-1 541,4 1-541,2-3 0,3 0 0,2-2 0,2 0 90,2-2-180,2-1 180,2-1-451,5-1 361,-2-1 0,5-1 0,-4 1 0,-1-1 0,-3 0-180,-2 0 0,-2 1-269,-1 0-181,-4-1-719,-1 1-990,-2 0-719,-2 0 3148,-2 0 0,1-3 0,0-1 1</inkml:trace>
  <inkml:trace contextRef="#ctx0" brushRef="#br0" timeOffset="18808">13299 3480 14819,'2'-12'629,"0"0"-269,0 1 0,0 2 0,0 1-1,-1 1 1,1 1-90,-1 1 180,4-2-270,0 2 0,4 1-91,0 3 91,4 2-90,1 4 90,3 1-90,5 6 0,0 0 0,4 6-702,-1 1 702,1 2 0,-2 1-90,1 0-98,6 11-82,-7-8-180,3 4-297,-12-11-63,-2-4-539,-4-2-5487,0 2 6746,-4-5 0,1 0 0,-4-4 0</inkml:trace>
  <inkml:trace contextRef="#ctx0" brushRef="#br0" timeOffset="19028">13692 3415 15628,'-1'-12'90,"0"1"90,-1 3 0,1 1 270,-1 2-181,-1-1-89,-2 4-90,-2 2 0,-3 4 0,1 3 0,-3 3 0,-2 5 0,-1 3 0,-3 5 0,-1 1-90,0 2 90,-10 13-90,10-9-180,-8 10-180,10-11-180,1-3-862,2 0-1026,1-3-1350,4-2 3770,2-4 0,0 2 1,0 1-1</inkml:trace>
  <inkml:trace contextRef="#ctx0" brushRef="#br0" timeOffset="19338">13986 3347 15718,'1'-13'360,"0"1"-90,-1 2 0,0 2 449,0 1-179,0-1-180,0 0 539,-1 0-809,1 21 0,-1-3 0,1 31 0,-1-16-90,-1 10 0,1-7-180,0 17-90,0-14-180,0 14-89,0-19-361,2-1-809,1 0-719,1-5-1080,0-1 3508,2-3 0,2 2 0,2 1 0</inkml:trace>
  <inkml:trace contextRef="#ctx0" brushRef="#br0" timeOffset="19731">14290 3342 15088,'3'-11'180,"0"2"0,-1 3 180,0 1 809,0-1-899,-7 14-90,-4 9-90,-5 8 0,-1 7-565,4-6 565,-1 2 0,2 2 0,0 0-90,2-2 90,2-1-181,3-5 91,3 2 0,2-2 89,2 1-89,3-2 0,3-2 90,4 0-90,2-4 0,2-1 0,9-3 0,-7-7 0,8-2 0,-8-6 90,15-14-90,-10 1-684,10-12 684,-16 3 0,-2-4 0,-6-3 0,-3-2 0,-3-1 0,-5-1 0,-3 1 0,-5 2 0,-4 2-90,-3 4 90,-2 4-114,-2 6 114,1 5-270,-10 7-89,7 6-1,-9 5-180,6 6 328,-1 3-2307,2 3-1529,4 2 4024,4-1 1,1 5 0,3 0-1</inkml:trace>
  <inkml:trace contextRef="#ctx0" brushRef="#br0" timeOffset="20240">14771 3333 15448,'-6'-11'1080,"1"1"-811,6 4-89,2 1 0,3 0 0,1 0-90,2 0 90,3 0-90,2 0 0,1 0 0,1 0 0,0 1 0,0-1 0,1 1-90,-1 1 90,0-1-90,-2 2 90,0 0-90,-3 1 89,0 1-89,-2 1 0,-1 1 0,0 3 90,-3 1-90,-3 3 0,-2 4 0,-6 7 90,-3 4-90,-6 5 0,-5 5 0,-4 0-1164,-3 4 1164,-3-2 0,0 0 0,-1-2-55,-7 8 55,12-11 0,-3 6-426,13-16 426,4-2 0,4-4 0,3-2 1091,2-2-1091,4-2 156,3-1-156,3-2 488,4 0-488,1-1 0,3-2 90,2-1-90,0-1 0,4-1 0,1-2 0,2 0 0,-1-2 0,0 0 0,1 0-270,8-3 1,-8 2-181,6-2-270,-12 2-359,-1 0-1440,-1-1-1438,-2 1 3957,0-1 0,3-2 0,1-1 0</inkml:trace>
  <inkml:trace contextRef="#ctx0" brushRef="#br0" timeOffset="20912">15410 3299 15538,'-4'-11'180,"0"1"0,0 1 90,1 1 90,1 2-1,-1-1 1,1 2 270,0 0-91,-1-2-179,2 1 180,-2 0-450,-2 8 0,1 3 0,-3 9 0,-1 1 0,-1 7-304,-4 5 304,-1 5-695,-4 4 605,-1 1 0,-1 3 90,0-3-90,2-3 89,1-3-89,1-1 0,2-1 0,0-1 90,3-4-90,1-3-90,2-4 90,1-3 0,3-3 109,-1-2-109,2-1 621,1-3-621,2 1 0,3-3-90,3-1 90,0-2 0,3-3 0,1-1-90,2-2 90,3-3 0,1-1 0,4-2-90,0-2 90,1 1 0,-1 0 0,-3 2-90,0 1 90,-1-1 0,0 2-90,0 1 90,-1 1 0,0 2-90,-1 1 90,2 0 0,0 1 0,-1 0-90,6-1 0,-5 2 90,3 0-90,-6 1 90,-2 0 0,1 0 0,-2 0-90,-1-1 90,-1 0 0,0 0 0,0 0 0,-2-1 0,0-1 0,-1 0 0,-1 0 0,-1-1-90,0 1 90,-1-1-90,0 0 90,-9 16 0,3-1 0,-9 20-541,4-4 541,-1 5 0,1 2 0,1 1 0,2 1 0,2-2 0,1-2 0,2-2 0,1-3-228,1 0 138,1-2-90,0-3-90,2-2-719,0 2-2609,3-4-629,-2-3 4227,1-6 0,-4-5 0,-1-2 0</inkml:trace>
  <inkml:trace contextRef="#ctx0" brushRef="#br0" timeOffset="21813">10229 4168 15088,'-19'0'-629,"2"0"449,0 0 180,1 0 0,1 0 90,-2 2 0,1-2 90,0 0 0,0 1-1,2-2 1,2 2 0,0-2 0,2 1 0,0 0 0,1 0 90,-2 1-90,3-1 179,-1 1 631,2-1-810,13-3 90,6-1-1,23-5-1892,13-1 1713,-15 3 0,4 1 0,6-1 0,3 0-60,-9 1 0,1 1 0,1 0-902,4 0 1,1-1-1,2 1 894,-4 0 1,2 1 0,1-1-1,0 1-445,4 0 1,1 0 0,1 0 0,1 0 440,-4 1 0,0 0 0,1 0 0,0 0 0,1 0-250,2 0 0,1 1 0,0-1 0,0 1 0,1-1 250,1 1 0,-1 0 0,1 1 0,3-1 0,2 1-7,-9 0 0,2 0 0,2 1 1,2 0-1,0-1 0,-1 1 1,-1 0-1,-2 0-66,-1 0 0,-3-1 0,0 1 0,-1 0 0,1 0 0,1 0 0,2 0 65,-3 0 0,1 1 0,2 0 0,1-1 0,0 1 0,-1 0 0,-1 0 0,-1 0 0,-2-1-10,9 1 0,-3 0 0,-1 0 0,-1 0 0,0 0 0,1 0 15,0 0 0,0 1 0,0 0 0,0-1 0,0 1 0,-1-1-15,0 1 0,-1-1 0,0 0 0,0 1 0,0-1 0,0 0 0,-2 1 0,1-1 0,-1 0 0,0 1 0,0-1 0,-1 0 18,9 1 0,-1-1 0,0 1 0,-1-1 0,0 0-18,-1 0 0,-2 0 0,1 0 0,-1 0 0,0 0 0,-3 0 0,1 0 0,-1 0 0,-1 0 0,-1 0 0,6-1 0,-2 1 0,0 0 0,-1-1 22,-3 1 1,-1 0-1,0-1 1,-2 0-23,7 0 0,-3 0 0,0 0 204,-3 0 1,-1-1 0,-1 1-205,12-1 0,-2 0 45,-7 0 0,-3 0 409,-8 0 1,-2-1-185,19 0 180,0-2 1281,-20 1-1551,0-1 2404,-16 1-2494,-3 1 1179,-1-1-1179,-3 2 1452,0-1-1452,-2 1 441,1-1-441,-2 2 0,0-2-270,1 2-180,0-1-269,0 2-1440,-2 0 450,-6 3 0,-5-2-990,-5 0-1528,-2-2 4137,-2-2 0,-12-1 0,-4-2 0</inkml:trace>
  <inkml:trace contextRef="#ctx0" brushRef="#br0" timeOffset="30732">13897 4147 12120,'3'-10'1709,"-1"2"-1169,-2 0 449,-1 2-359,1-2 899,1 2-899,0 0-540,-4 16 0,1-4-90,-6 21 0,3-9-343,-4 11 343,2-2 0,-1 6 90,-1 0-754,1 2 664,-1-2 89,1-1-89,0 1 0,1-2 0,1-3-267,1-2 267,1-3 89,-1-1-89,2-2 0,0-1 392,0-4-392,1 0 673,1-4-673,0 0 390,1-2-390,-1 0 0,0-1 0,1-1 0,0-1 90,2 1-90,2-2 0,2-1 90,1-2-90,3-3 0,-3-1 0,3-1 0,-1 1 0,0-2 0,2 1 0,1-2 0,1 1 0,2-1 0,2 0 0,4 1 0,6-2-821,4 2 821,8-2 0,7 2 0,6 0 0,-22 3 0,0 0-885,2 1 0,1-1 885,2 1 0,1 1 45,1-1 0,0 0-854,2 1 1,0-1 808,-1 1 0,0 0 0,0 0 0,-1-1 0,-1 1 0,0 0-520,-2-1 0,1 1 520,-2-1 0,-1 1 0,0-1 0,-1 1-146,0-1 1,-2 0 145,25 0 998,-6-1-998,-5 0 0,-7 1 1527,-5-1-1437,2 0-90,-13 0 1595,4 0-1505,-12 0-90,-1 1 1439,-1-1-1439,-1-1 160,-1 1-70,-1-1-90,-1 1 0,0-1 90,1 1-90,-2 0 0,2 0-180,-3 0-450,2 0-1798,-1-2 2428,-2 0 0,-4-2 0,-3-1 0</inkml:trace>
  <inkml:trace contextRef="#ctx0" brushRef="#br0" timeOffset="31172">15228 4476 14099,'-8'-8'2159,"0"1"-1979,20 17-90,-5-5 0,13 11-1,-9-9 1,0 1 0,1 0 0,1 1 0,1-1 0,1 2-90,1-1 90,8 6 0,-6-5-90,4 3 0,-7-6 90,-2 0-90,-1 0 0,0-2 90,-2 1-90,-1-2 0,-2 0 0,1 0 90,-2-2-90,-1 1 0,0-2 90,-1 1-90,0 1 90,-3 1-90,-3 2 0,-4 2 0,-5 3 0,-5 4 0,-5 1-756,-9 6 756,-2 1 45,4-4 0,0 0-45,-14 10-640,14-10 1,1-1 639,-6 5 0,2-1-585,4-2 585,1-2-90,5-1-90,3-3-90,4-3 338,4-2-788,2-2-515,2-1 1235,1-1 0,4-3 0,-1 0 0</inkml:trace>
  <inkml:trace contextRef="#ctx0" brushRef="#br0" timeOffset="35038">16471 4317 13649,'10'-5'450,"-1"1"-270,-3 1 0,-1 0-90,3 0 90,0-1-90,1 0-1,3 0 1,1-1 0,2 1 0,1-1 0,3-1 0,1 1-90,2 0 90,0 1 0,1 0-90,1 1 90,-1 1-90,-1 1 0,-1 0 0,-3 1 90,0 1-90,-4 1 0,0 1 0,-3-1 90,-3 2-90,-1 1 0,-3 0 90,-2 2-90,-2 1 0,-4 1 90,-2 2-90,-2 0 90,-3 2-90,0-1 90,-7 7-90,5-5 90,-4 2-90,7-5 0,2-2 0,0 0 90,2-1-90,2-1 0,1 1 0,1 0 90,3 0-90,2 1 0,1 1 0,3-1 0,1 2 90,1-1-90,1 1 0,0 0 0,4 4 0,-5-2 0,4 4 0,-6-4 0,-1 0 0,-2-1 0,-1 1 0,-3 0 0,-1 0 0,-2 1 0,-3 2 0,-1 0 0,-2 0 0,-2-1 90,0-1-90,-2-1 0,-1-1 0,-1-1 0,-1-1 0,-1-1 0,1 0-90,-5 1 0,6-4-180,-3 1-180,8-4-180,2-1 630,1-1 0,9-10 0,3-3 0</inkml:trace>
  <inkml:trace contextRef="#ctx0" brushRef="#br0" timeOffset="35639">17136 4360 13559,'1'-12'1349,"0"1"-1169,2 4 0,-1 1 0,2 0-90,0 2 90,2-1-90,0 0 0,2 0 0,1 1 0,0 0 0,1 1 0,-1-1 0,0 1-90,0 1 90,-1 0-90,1 0 90,-1 2-90,1 0 90,-2 2-90,0 1 89,0 3-89,-3 2 0,-1 3 0,-3 2 90,-3 4-90,-3 6 0,-6 2 90,-4 9-90,-2-4-985,-5 5 985,1-2 0,-2-2 0,3 0-527,2-5 527,2-1 90,1 5-90,5-10 0,1 3 0,7-6 0,3-6 0,1 2 1020,3-6-1020,3 0 582,3-2-582,3-1 0,2-1 0,2 0 0,0-2 0,2-1 90,0-1-90,3-1 0,1 0 0,0-1 0,2 1 0,3-1 0,-1 0 0,1 0-90,-3 2-90,-2-1-89,-1 1-91,-2-1-180,-2 0-270,-1 1-1528,-1-1-720,-2 0 3058,-2 1 0,4-3 0,1 0 0</inkml:trace>
  <inkml:trace contextRef="#ctx0" brushRef="#br0" timeOffset="35937">17701 4395 14639,'5'-11'180,"-1"2"-180,-2 4 359,0 1-179,3 0 0,-1 1 0,3 1-90,-2 1 0,2 2 90,1 0-90,3 3 0,1 2 0,2 2 0,4 6 0,2 1-562,3 4 562,0 3-158,10 8-22,-6-4-135,-4-6 0,0 2-1946,12 11 1272,2 1-1260,-7-9-446,-11-11 2605,-4-4 0,2-2 0,-1-1 0</inkml:trace>
  <inkml:trace contextRef="#ctx0" brushRef="#br0" timeOffset="36170">18174 4375 13559,'0'-10'630,"-1"0"-180,-1 5-360,-4 2 89,-1 3 1,-3 4-90,-1 3 90,-2 4-90,-4 3 0,0 4 0,-3 3 0,0 2 0,-1 0-601,1 3 511,-1-1 90,-2 4-90,1-2 90,-1 2-90,1-2-90,1-1-179,2-1-181,0 0-810,2-2-899,2-3-539,3-2 2698,3-3 0,-1 2 0,2 0 0</inkml:trace>
  <inkml:trace contextRef="#ctx0" brushRef="#br0" timeOffset="36920">18415 4381 13110,'1'-11'359,"1"0"-179,-1 4 90,0 1-90,0-1 0,0 3 90,1-3-180,0 2 90,1 0-91,2-1 1,0 1 0,1 0 0,1 1 0,2-1-90,2 1 90,1 0 0,2 0 0,0 0-90,2 1 0,2 1 90,-1 0-90,1 0 90,-2 2-90,6 0 90,-7 0-90,9 1 90,-13 1-90,3 0 0,-7 1 90,-1 1-90,-2 1 0,-2 1 0,-1 1 0,-3 1 90,-1 2-90,-2 0 0,-1 1 90,-2 1-90,-1 1 0,0 1 0,0 0 0,0 0 0,2-1 0,0 1 0,1-2 0,1 0 0,1-1 0,2-1 0,1 0 90,0 0-90,2-1 0,1 1 0,2 0 0,1 0 0,1 0 0,1 1 90,1-1-90,0 1 0,1 0 0,-1 0 0,0 1 0,0-1 0,-1 1 0,1 7 90,-4-5-90,2 5 0,-5-7 0,-1 1 0,-1-1 0,-3 0 0,-1 1 0,-2-1 0,-3 0 0,-2-1 0,-3 1 0,-1-2 0,-3-1 0,1 0 0,-2-1 0,1-2 0,-2 0 0,3-1 0,0-2 0,3 0-180,2 0-90,0-2-180,3 0-180,0 0-539,2-2 1169,-1-2 0,5-2 0,0-2 0</inkml:trace>
  <inkml:trace contextRef="#ctx0" brushRef="#br0" timeOffset="37557">18878 4395 12840,'5'-7'0,"-1"0"180,-1 3-1,0 0 1,0 0 0,1-1 90,-1 0-90,1 0-90,0 1 90,2-1 0,0 0 0,0 0 179,5-2-269,-3 2 90,3-1 0,3 0-90,-4 1 0,4 0 0,-3 1 0,0 1-90,0 0 90,0 0 0,1 2-90,-2-1 90,0 2-90,0 0 90,-1 1-90,0 0 0,-1 1 180,1 6-180,-2 0 90,-1 11 0,-6-5-90,-3 9 90,-6-1-90,-2 3 89,-4 1-89,-3 1 90,0-2-90,-1 1-437,1-4 437,1 1 0,1-4-82,3-1 172,1-4-90,4-1 0,0-2 0,2 0 0,1-2 523,2 1-523,0-2 86,2-1-86,2 0 0,-1 0 90,7 2-90,-2-2 0,5 0 0,-1-3 90,2 0-90,1-1 0,2 1 0,1-1 0,1 0 0,1 0 0,0-1 0,2 1 90,-1-1-90,0 0 0,1 0 0,-1 0 0,0 0 0,-1-1 0,-2 1 0,-1-1 0,-2 1 0,4-1 0,-2 1-90,-1 0 0,-3 0-90,-4-1-539,-1 0-1170,1 0 1889,-1 0 0,-2-1 0,-1 0 0</inkml:trace>
  <inkml:trace contextRef="#ctx0" brushRef="#br0" timeOffset="37880">19472 4439 14099,'-1'-10'1259,"1"-2"-629,0 5 0,0-1-181,0 2-89,2 2-180,5 3 0,1 2 0,5 3-90,-1 4 0,3 1 90,4 5-427,1 2 337,4 2-65,0 1-25,0 1 90,0 0 0,0 1-636,0 0 636,0 0-90,-2 0 90,0-2-294,-3-2 204,-3-2 129,-2-3-309,-2-2-27,-3-2-243,0 0 375,-2-2-1094,-1-1-5172,-1-3 6341,0-1 0,-2-1 0,-1 0 0</inkml:trace>
  <inkml:trace contextRef="#ctx0" brushRef="#br0" timeOffset="38130">19815 4491 15088,'-2'-10'450,"0"-1"90,1 6 0,-1-4-181,1 3 181,-2 0-450,-3 4 90,1 2-90,-4 6 0,1 0 0,-2 3 0,-2 1 0,-4 3-90,-1 4 90,-3 4-90,-1 0 89,0 1-1009,0 0 920,-1 1 0,1 1-180,-5 12 0,7-9-180,-3 7-180,11-13-179,3-4-630,2-1-990,1-3-989,2-1 3580,2-3 1,0 4 0,1 1 0</inkml:trace>
  <inkml:trace contextRef="#ctx0" brushRef="#br0" timeOffset="38495">20221 4397 15178,'8'-14'450,"-1"2"-90,-4 5 270,1-1-271,-1 3 1,0-3 90,0 4-90,0 0 269,1 1-539,1 7 90,-2 1-90,1 9 0,-4-2 0,1 5 0,-3 14 0,2-5-914,-2 11 824,1-5 90,0 2-602,1 0 512,-1-1 0,2-4-208,0-2 208,0 1 0,0-3 0,0-1 0,1-3-90,0-2 736,0-3-916,0-1 548,0-2-818,-1-2 261,-1-1-2689,1-3-2339,-2-1 5307,-3-3 0,-5-3 0,-4-3 0</inkml:trace>
  <inkml:trace contextRef="#ctx0" brushRef="#br0" timeOffset="39131">16741 5043 14729,'-9'-1'269,"1"1"181,2 1 1979,0 0-2069,30-3-91,-4 0-1811,30-2 1812,-3 1 0,7-1-180,-22 2 0,1 0 0,7 0 0,1 0-1,4 0 1,4 0-793,3 1 1,6 0-1,-2 0 733,-9 1 0,-2-1 0,2 1-494,-1 0 1,3 0-1,-1-1 1,-1 1 523,2 0 0,-3 1 0,5-1-285,-5 0 1,5 1 0,2-1 0,-2 1 0,-2-1 246,-1 0 1,-4 0 0,1 0-1,4 0-119,-5 0 1,4 0 0,2 1 0,0-1 0,-2 0 0,-3 0 118,7 0 1,-4 1 0,0-1-1,1 0 0,5 0 1,2 0 0,-1-1-1,-1 2 0,-5-1 1,0 1-1,-1-1 1,0 1 57,0-1 0,-1 0 1,0 0-1,-1 1-50,10-1 0,-1 0 0,-1 1-30,1-1 0,0 0 0,0 1 30,-1-1 0,0 0 0,0 0-30,-2 0 0,1-1 0,-1 1 0,-2 0 0,0-1 0,-1 0 30,-2 1 0,-1-2 0,-1 1-30,-2 1 0,-1-1 0,-1 0-13,12-1 1,-2 0 57,-5 1 0,-2-1 45,2-1 0,-3 0-1,-13 1 1,-1 0 0,3-2 0,-3 1 1179,-1-1-1089,-7-1 1610,-5 1-1610,-3-1 1484,-3 1-1574,-2-1 3322,-1 2-3412,-2 0 391,0 0-391,1 1-90,-1 3-270,-1 1-360,1 4 271,-4 0-901,0 0-89,-1 2-180,-2-3 0,-2 1-809,-1-4-1170,-1-1 3598,-2-2 0,-6-5 0,-4-2 0</inkml:trace>
  <inkml:trace contextRef="#ctx0" brushRef="#br0" timeOffset="51971">13225 3112 10051,'-5'-9'900,"1"1"-630,1 2-91,-1 2 91,0-1-90,-1-1 0,-2 1 0,0-1 0,-2-1 0,0 0 0,-1 1 0,0-1 0,-1 1-1,-1-1 181,-5-3-270,3 2 90,-12-6-90,11 5 0,-7-4 0,6 3 0,0 0 0,-1-1 0,-2-2 0,-1-1-406,-4-2 316,0 1 90,-2-1 0,-1 1 0,-2-1 0,-1 0-90,-1 0 89,-4-2-890,-1 0 891,-4-2-45,11 7 0,-1 0 45,-16-8-45,8 5 0,-1 1 45,-10-1-812,18 6 0,0 0 812,-16-3-90,2 3-668,-4 0 668,2 2 0,-5-1 90,-1 1-1173,0 1 1083,-1 1 0,1 1 90,-1-1-90,6 2-185,0-1 275,6 1-90,1 0 0,2 0 90,-16 1-90,14-1 45,8 2 0,1 0 45,-3-2-90,-11 0 568,16 3-568,-5-1 0,1 1 0,-2 1 90,0 0-90,1 1 0,-2 1 0,0 1 0,-2 1 0,0 1 0,-1-1 0,-1 1 0,2 0 0,-1 1 0,2-3 0,-15 4 839,0 1-839,0-1 0,7 1 660,14-2-660,2 0 0,-2 2 0,0 1 943,0-1-943,1 1 0,1 0 231,1 1-231,2 0 0,0 1 0,3 0 0,-2 1 0,6-1 269,-4 2-269,-3 5 0,5-4 0,-2 3 473,5-3-473,1 1 0,-2 0 0,3 1 0,1-2 0,-2 2 49,0 0 0,-2 3-1,-1 0 1,2 0-1,-2-1 1,2 0 157,0-2 4,2 0-84,3-2 30,0 0 475,1-1-482,0 1 0,-1 1-4,2-1-163,-3 4-11,5-4 211,-1 1-125,4-3-63,1 0-46,0 3-9,0 2-4,1 1-6,0 2 1,2-1 71,0 2 4,2-2-2,0 2-6,1 0 7,1 2-17,2 2 1,1 2-9,3 1-86,0 4-63,8 11 103,-4-10-1286,6 8 1216,-3-13 22,-1-2 10,1 0 15,-2-3 19,2 2 64,-2-5 3,1 0 0,-1-3 91,0-2-87,0 0 0,0 0-1,0 0 1,0-1 1213,0-1-1213,-1 1 0,0-1 0,0 0 89,-1-1-89,-1 0 0,0-1 0,3 5 0,3 1 0,0-1 0,0 0 0,-4-5 0,2 0 0,1 0 0,-1 1 0,1-2 0,-1 0 0,-1-2 0,1 1 0,2 0 0,0 1 0,1-1 0,0 0 0,1 1 0,1-1 0,0 1 0,1 0 0,13 7 0,-6-5-450,11 7 450,-13-8-282,-1-1 282,0 0 0,-1-1 0,1 1 0,-1-1 0,1 0 0,-2 0 0,2 0 0,-2-2 0,-2 1-42,1-1 42,0 0 0,9 3 0,-5-3 90,6 1-90,-8-1 0,10 1 0,8 1 0,-3-1 0,3 0 0,-13-3 0,0-1 79,3 0-79,-2-1 0,5 1 0,-3-2 90,-1 1-90,-1-2 0,-2 0 0,1 0 0,2 1 0,1-1 0,0 1 0,-1-1 47,-2-1-47,0-1-3118,20-1 3118,-13 1 0,17-3-581,-18 2 581,2-2-46,-3 1 136,-3 0-90,-3 1 0,3-3 0,-2 2 0,6-2 0,-3 0 0,0 0 0,-3 0 142,-4 1-142,0 0 0,-1 0 0,1 0 0,-1-1 0,-1 0 0,0 0 0,0 0 0,0 0 0,-1-1 0,-1 1 0,0-1 2922,0 0-2922,-2 1 883,1-2-883,-2 2 536,1-1-536,-3 0 0,0 0 0,-1 0 0,0-1 0,-1 1 0,-1-2 0,0 1 0,1-1 0,-1 0 0,0 0 0,1-1 0,-1-2 0,7-5 0,-3 2 0,4-4 0,-6 5 0,1 0 0,-2 0 0,1 0 0,-1-1 0,0 0 0,0 0 0,-1 1 0,1-1 0,0 0 0,-1 1 0,4-6 0,-3 3 0,4-2 0,-5 4-90,1 0 90,-1 0 0,5-7 0,-4 6 0,4-6 0,-5 6 90,1 0-90,-2 0 0,2-1 0,-1 1 0,0-1 0,1 1 0,-2-1 0,1 1 0,-1-1 0,0 2 90,-2 1 0,0 0 0,2-4 0,-3 3 0,2-5-90,-3 7 0,-1-1 90,0 0-90,0 0 0,0 1 90,-1-1-90,0 1 0,0-1 0,0 0 0,1 0 90,-1 0-90,0-2 0,0 2 0,0-2 0,-1 1 0,1-1 0,0-1 0,-1 2 0,1-2 0,-1 1 0,0 0 90,-2-1-90,1 2 0,0-7 0,-1 6 0,0-6 90,0 7-90,-2-1 0,1 0 90,-1-1-90,-1-1 0,1-1 0,-1 2 90,0-1-90,0 0 0,-1 1 0,0-1 0,-1 0 0,0 1 90,-5-10-89,1 8 9,-4-7 9,2 10 17,-1 0 13,-1 1 12,-10-4 21,4 6-252,-12-4 349,8 9 42,-5 1-79,2 3-170,-5 3-763,-3 3 432,-9 5-1863,-3 5 5,-4 4-1348,0 3 3590,0 2 0,14-8 1,-2 2-1,-1-1 1,0 1-1</inkml:trace>
  <inkml:trace contextRef="#ctx0" brushRef="#br0" timeOffset="53528">10691 4533 10591,'-2'-11'989,"0"1"-719,1 4 90,-1 0 0,1 1-90,-1-1 89,0 1-89,0 0 0,-1 0-90,0 1 270,0 0-270,-3 1-90,1 1 90,-3 2-91,1 3 1,-1 3 0,-3 5 0,-1 5 0,-1 5-515,-2 5 425,1 4 90,1 2 0,1 3-90,0 0 0,2 2-694,2-1 694,0 0 90,2-3-410,1-4 410,2-2 366,1-5-345,-2 6-90,3-8-1,-1 3 90,1-4-92,1-7 886,-1 6-797,1-10 560,1 1-534,3-15 331,0 1 14,4-11-32,-2 1-101,1-3-25,1-6 4,2-2-186,2-3 60,0 0-711,0 2 274,0 2 133,-1 3 12,-1 2 37,1 2 2,-1 1 8,4-2 19,0 3 120,1 0 18,-1 4 15,0 3 48,0 1-1,0 2 298,2 1-310,0 0-34,0 2-46,1 0-35,0 1-48,0 0-59,-1 2-25,0 0-160,-1-1 15,-1 1 10,0-1 39,3 0 90,0-2-34,-1 0 6,-2-2 51,-6-1 103,1-1-21,-2-3-32,2-1-19,-2-1-15,0-2-45,-2-1-14,1 0-50,-2 0 34,0 1 13,0 1 44,-1 3-92,0 1 125,0 0-74,-1 3 108,0 15-98,-2 2 55,-3 21-808,-1 0 823,-1 7-85,0 4-996,1 1 1068,0 2-4,2 0 103,0 1 34,2-1-99,1-1-17,1-2-6,2-3-657,2-4 644,2-2-12,2-4-296,10 3-176,-1-13 56,6 1-496,-4-13-1164,1-4 567,7-3 1561,4-6 1,-4-2-1,4-3 1,1-1 0,1 1-1</inkml:trace>
  <inkml:trace contextRef="#ctx0" brushRef="#br0" timeOffset="54119">12085 4687 13469,'4'-11'450,"0"0"-180,-3 3 0,0 0 90,-1-2-1,1 1 1,-1 0 0,0 1 449,0-2-449,0 0 90,0 0-360,-4 10 0,0 4 0,-3 11 0,1 2 0,-2 7-395,1 3 395,0 2-90,1-2 90,3-1-90,1-1 90,1-1 0,2 9-90,1-10 90,5 13-90,3-13 0,3-3 0,1-6 0,0-10 0,0-1 0,2-4 0,1-2 0,0-4-90,4-5 90,-1-2 23,3-5-23,-3-1 0,-2-1 0,-3 0 0,-3 3 0,-2 2-90,1-1 90,-4 6 0,1-2-90,-4 7 90,0 3 0,2 3 372,0 3-372,2 2-90,-1 3 90,0 1 0,3 2 0,1 1 0,1-1 0,2 0 0,1-1 0,0 0 0,1-2 0,-1-2 0,-1-2 90,0-2-90,-1-2 0,0-4 0,-1-2 0,0-4 0,-1-3 0,-2-4 0,1-6-530,-2-4 530,-2-6 0,-3-3 0,-3-2 0,-1-2 0,-3-2-1045,-3 1 1045,-4-3-90,0 6 90,-3-2 0,0 9-606,0 4 516,1 7 263,2 6-442,2 5-91,1 4-1799,-5 8 835,4 2-1914,-2 5 3415,6 0 0,3 7 1,1 1-1</inkml:trace>
  <inkml:trace contextRef="#ctx0" brushRef="#br0" timeOffset="56328">15437 2982 8792,'-8'-6'720,"1"0"-541,3 2 271,-4-1-180,2-1-90,-4-1 90,2 0-90,-1 0 0,-2-1-1,1 0 91,-2-1-90,-1 1 90,-2-2-90,1 2 0,-1-2 0,1 1-90,-3-1 90,2 1-90,-2-1 0,1 1 89,1 0-89,0 0 0,1-1 0,-2 0 90,-8-5-90,6 5 0,-6-4-90,5 4-171,-2-1 261,-3 0-90,-2 0 188,-1-1-91,2 2 95,0 2 3,-1-1-90,0 1 95,-4-1-1,0 0 1,2 1-619,1 2 529,-1 0-93,3 3 94,-2-2-4,4 2-89,2 1 343,-7 0-247,-2 3-84,0 0 87,1 2-84,9 2 4,-2-1-69,2 2-97,-1 0 0,1 1 222,-4 3-236,2-1-1,-6 3 81,3 0-546,-2 2 609,1 0 0,2 0 0,-1 3 90,2-2-180,-7 11 180,4 1-90,0 1-482,6-1 482,7-8 204,1 2-204,2-2 0,1 0 0,1-1 0,0 1 430,2-1-430,-1 0 0,2-2 0,-1 1 510,2 0-510,1-2 92,-1 1-2,1-1-90,0 1 0,0-1 0,0 0 0,1-2 0,-2 7 0,1-4 0,-1 5 90,2-6-90,0-1 0,1 0 0,1 0 0,0 0 0,0 0 0,2 0 0,-1 2 0,1-1 0,1 1 0,0 0 0,1-1 0,-1-1 0,1 1 0,-1-2 0,1 2 0,-1-3 0,0 2 0,2 5 0,1 3 0,0-2 0,0 0 0,-2-8 0,0 1 0,0-1 0,-1-1 0,2 1 0,-2 0 0,2-2 0,-1 1 0,1 0 0,-1-1 0,2 1 90,0 0-90,0 0 0,0-1 0,3 4 0,1 1 0,0 0 0,-1-2 0,-2-4 0,0 2 0,0-2 0,2 2 0,-1-2 0,1 2 0,-1-2 0,1 2 0,0-1 90,2 0-90,-1 0 0,1 1 0,1 0 0,1 0 0,0 0 0,1 0 0,6 5 0,-4-4 0,5 2 0,-6-4 0,9 4 0,-6-4 0,6 2 0,-7-3 0,2-2 0,0 1 90,1-1-90,1-1 0,0 1 0,0-1-314,4 1 314,2 0 0,1-1 0,-2 0 0,9 0 0,-5 0 0,7-1 0,1 1 0,-10-3 0,7 1 0,-12-1 0,1-1 0,0 0 0,1 0 0,0-1 0,1-1 0,0 0 0,0 0 0,0-1 0,0-1 90,-1 1-90,1-1 0,2-1 0,1-1 0,1-1 0,-2-1 0,7-1 0,0-1 0,0-1 0,-4 1 0,-10 1 0,0 0 0,-1 0 0,0 0 0,0-1 0,-1 1 0,0-2 0,0 0 0,2-3 0,0 2-257,2-6 347,-3 4-90,0-3 0,0 2 0,5-6 0,-5 4 0,2-3 486,-2-1-396,-6 4 0,4-4-1,-7 5 1,0 2 90,-2-1 175,-1 0-265,0 0 0,0 0 90,-2-1-90,0 1 0,0-3 0,-1 1 0,0-2 0,0 0 0,0-2 0,-1 0 0,2-10 0,0-5 0,1-12-90,-2 2-797,-1 4 887,-3 7-90,-1-1 89,-2 0-89,-2-5 0,-3 0 90,-4-4-90,-4-2-1488,-6-4 1578,-6-1-937,8 23 1,-1-1 846,-3 1 0,-2 0 0,-4-2 0,-2 0 0,-2 2 0,-2 0 0,-2 2 0,-3 0 0,-1 3 0,-3-1 0,-3 3-68,5 6 1,-1 1 0,-2 2-1,1-1-563,-1-1 0,0 1 0,0 0 0,-1 3 496,-3 0 0,-2 3 0,1 1 1,1 1-114,5 3 1,0 1 0,1 1-1,-1 1-692,-2 1 0,-1 0 1,0 1-1,-1 1-117,-5 1 0,-1 1 0,-1 1 1,1 1 1013,0 0 1,1 2 0,-1 0 1,-1 1-1,6-1 0,-1 1 1,0 0-1,0 1 0,0 0 1,-1 1-1,0 0 0,0 0 1,0-1-1,0 1 0</inkml:trace>
  <inkml:trace contextRef="#ctx0" brushRef="#br0" timeOffset="70144">20366 3973 12660,'-7'-7'1799,"0"0"-1529,3 2-180,-1 2-1,0-1 1,-1 2 0,-1 1-90,0 0 90,-4 1-90,0 1 90,-3 2-90,-3-1 90,-3 3-90,-1-1 0,-1 2 90,-11 6-90,0 1 0,0 2 0,6 0-271,8-2 271,2 0 90,0 2-90,3-1 0,2 0 0,-2 5 90,0 3-90,-3 4-755,1 4 755,-2 5-1041,1 5 1041,-1 6 90,1 4-90,0 1-227,6-14 1,1 2 271,0 1 0,1 3 0,-2 8 0,2 1-45,2-12 0,2-2 0,1-3 0,2-2 90,0 12-90,3-2 0,2 1 0,2-2 90,3-1-90,2 2 0,2-5 0,3 1 90,1-6-90,5 0 0,-1-3 90,8 0-90,-1-3 90,6-1-332,13 5 287,-21-18 0,1 0-45,24 10 0,-1-6 0,-14-9 90,0-1-158,1-2 68,0-2 0,2-2 0,-1-1 0,0-5 0,0-1 90,-1-4-90,-1-2 0,2-6 0,-1-3-84,4-6 84,-3-4 0,0-6 0,-2-4 45,-10 5 0,1-5 0,-1-5 0,-1-2-683,2 1 0,-2-1 683,-3-1 0,-4 2 0,-6 14 0,-2 0-424,0-1 1,-2 0 423,-1 0 0,0-1 0,-1 0 0,-2 0 0,0 0 0,-1 1 45,-2 0 0,-1 0-251,0 1 0,-1 1 206,-2-1 0,-2 1-45,0 1 0,-1 0 44,-2-1 1,-1 2 0,-1 1 0,-1 2 0,-1-1 0,0 1-45,-2 2 0,-1 1-8,-19-20 98,-3 4-90,-4 6 90,-4 5-90,-2 7 0,-4 6-90,-2 7 0,-2 6-45,28 4 0,-1 2-315,-14 7 0,0 3 45,7-1 1,0 2-901,-11 6 1,1 3-719,11-3 1,1 2 2022,2 0 0,-1 2 0,-7 6 0,-1 1 0,-1 2 0,0 0 0</inkml:trace>
  <inkml:trace contextRef="#ctx0" brushRef="#br0" timeOffset="140619">14387 7331 14639,'8'-7'1439,"-2"1"-989,-2 3-360,0 5-1,-1 1 91,1 5-90,-3 0 90,0 1-90,1 2 90,-2 1-90,1 2 90,-1 3-90,0 0 0,-1 3 0,0 2 0,-1 1 0,0 0 0,0 1 0,1 0-90,-1-3 89,1 1 1,-1-2-90,1-2 90,-1 1-90,1-3 0,-1-1 90,2-2-90,-2 0 0,1-3 90,1 0-90,-1-2 0,0 0-2968,0-1-3328,6-24 6296,-4 10 0,6-28 0,-3 14 0</inkml:trace>
  <inkml:trace contextRef="#ctx0" brushRef="#br0" timeOffset="142796">14474 7299 13739,'-3'-12'-450,"0"2"810,2 4 90,2 1-180,2 1 0,3 2-180,1 1 0,0 1-1,-1 0 1,1 0 0,1 0 0,3 0 0,2 0 0,3 0 0,3 0 0,3-1-90,3 1-492,7-1 582,2-1-90,6 2 90,2-1-90,3 0-1246,6 1 1246,3-2 0,-12 3 0,1-1 0,-10 0 0,2 0 30,3 0 0,3 1 0,-2 0-975,-2 0 1,0 0 944,13 0 0,1 0 0,-12 0 0,0-1-758,6 2 1,1-1 757,3 0 0,1 0 0,6 1 0,2 0 0,-19-1 0,0 0 0,1 0-543,1 0 0,1 1 0,1-1 573,-1 0 0,1 0 0,1 0-306,1 0 1,0 0-1,1-1 276,0 1 0,0 0 0,1 0-85,0 0 1,1-1-1,0 0 55,1 1 0,0-1 0,0 0-24,1 0 1,1-1 0,-1 1 53,1 0 0,0 0 0,0-1 0,0 0 0,1 1 0,-1-1 30,-1 0 0,1 1 0,2 0-30,0-1 0,3 1 0,0-1 0,-3 0 0,3 1 0,-2 0 0,2-1 88,-3 1 0,2-1 0,0 0 0,-4 1-88,-1-1 0,-3 1 0,0-1 0,0 0 0,0 0 0,0 0 0,0 0 0,0 1 0,-1-1 0,0 0 0,0-1 0,0 1 30,0 0 0,-1 1 0,1-1-30,-1 0 0,0 0 0,0 0 0,0 0 0,-1 0 0,1 0 54,0 1 0,0-1 0,-1 0-54,1 1 0,-1-1 0,0 1 0,0-1 0,0 1 0,0-1 0,0 1 0,-1 0 0,1 0 0,0 0 0,0 0 0,0 0 30,1 0 0,-1 0 0,0 0-30,2 0 0,-1-1 0,1 1 0,1 0 0,0-1 0,1 1-172,0 0 1,0 0 0,1 0 171,0 0 0,1 1 0,1-1 0,-1 0 0,1 0 0,-1 0 0,2 1 0,0-1 0,1 1 0,-1-1 0,1 0 0,1 0 0,-9 1 0,1-1 0,0 1 0,0 0 0,9 0 0,0-1 0,1 1 0,-12 0 0,1 0 0,0-1 0,2 1 0,-3 0 0,3 0 0,0 0 0,-1 0 0,-1 0 0,0 0 0,-3 0 0,1 0 0,2 0 0,0 0 0,1 0 0,2 0 0,-2 0 0,-3 0-30,11 0 0,-4 0 0,1 0 30,-1 0 0,1 0 0,-1 0 0,-1 0 0,-1 0 0,0 1 167,0-1 1,-1 0 0,-1 0-168,-1 0 0,-1 0 0,0 0 10,-2 0 1,0-1 0,-1 1-11,-2 0 0,0-1 0,-1 1-45,11-1 0,-1 1 274,-3-1 1,-3-1-185,-6 1 0,-2 0 772,-4 0 1,-2-1-638,20 1 0,-12-1-1,-8 0 1,-5-1 0,-6-1 811,-3 1-901,-2-1 2575,-3 0-2575,-2 0 2149,-1 0-2149,-1 1 208,-1-1-208,-1 0 0,0-1 0,0 0 0,-1 0-90,-7 8 0,2-2 0,-6 5 0,3-3 0,3-1 0,-2 1 0,1-1 0,1 2 0,-1 0 0,1 1 0,-1 1 0,0 1 0,-1 1 0,1 0 0,0 2 0,0 2 0,0 1 0,-1 3 0,0 1 0,-1 3 0,2 1 0,-3 5 0,2-1 0,-1 2 0,1 3 0,-1-1 89,0 5-525,-1 1 436,0 1-793,1-1 793,-2 1 0,1-1 0,-1 0 0,0-2 0,1 0 0,0-3-324,0-4 324,2-2 0,-1-3-48,0-1 48,0-2 385,1-2-385,0-1 794,2-3-794,0 0 366,1-2-366,0-2 56,-1 0-56,1-1 90,0 1-90,0-2 0,1 2 0,0-4 0,1 2 0,-5-10 0,4 2 0,-6-7 0,4 3 0,-2-1 0,-1 1 0,-1-1 0,0 1 0,0 1 0,-8-3 0,2 1 0,-8-3 0,4 2 0,-6-2 0,-2 0 0,-6-2-915,-2-1 915,-6 0 0,-2-1-1230,-5-2 1320,-3 1-90,-4-2 0,24 9 0,-1 0 0,-1 0 0,-2 0-963,-6 0 1,-2-1 962,-1 1 0,-1-1 0,-5-1 0,-2 1-804,1 0 0,-1 0 804,0 0 0,-2 1 45,1 0 0,-1 0-591,-1 0 0,-1 0 546,1 1 0,-1 0-381,-1 1 0,-1 0 381,0 0 0,0 1-81,18 1 1,0 1-1,-1-1 81,0 1 0,0-1 0,0 0 0,-1 1 0,1-1 0,-1 1-46,-1-1 1,0 1-1,0-1 46,1 1 0,-1 0 0,0 1 5,-1-1 0,0 0 1,0 0-6,0 1 0,0 0 0,1 0 21,-1 0 0,1 0 0,-1 0-21,1 0 0,0 0 0,0 0 199,0 0 1,1 0-1,0 0-169,0 1 0,-1-1 0,1 1-16,1 0 0,-1-1 0,1 1-14,-1 0 0,1 0 0,0 0 30,0 0 0,1 1 0,-1-1-30,-17 1 0,1-1 105,0 1 1,1 0-106,0 0 0,2 0 45,4 0 0,0-1-45,-3 1 0,0-1 0,9 1 0,-1-1 174,-2 1 0,-1 0-174,0 0 0,1 0 0,3 0 0,0-1 0,-3 1 0,0 0 0,4 0 0,1 0 123,0 0 0,0 0-123,1 0 0,-1 0 0,1 0 0,-1 1 287,2-1 1,0 1-288,0-1 0,-1 1 0,2-1 0,-1 1 45,2-1 0,0-1-45,0 1 0,0-1 255,1 1 0,0-1-255,1 0 0,-2 0-245,-13 1 0,0-1 245,11 1 0,0-1 0,-10 0 0,-2-1-94,1 1 0,2-1 94,10 0 0,0 0 0,-10 0 0,-1 0 42,14-1 1,2 0-43,-1 0 0,0 1 0,0-1 0,-1 0 0,0 0 0,0 0 0,0 1 0,0 0 0,-1-1 0,-1 1 0,0 0 0,0 0 0,-1 1 0,-1-1 0,0 0 0,0 1-70,-1 0 0,0 1 70,0-1 0,0 1 0,0 0 0,0 1 0,0-1 0,0 0 597,-3 1 1,-2 0-598,6 0 0,-1 1 0,0-1 0,-13 1 0,1 1-65,13-2 1,-1 1-1,0-1 65,-5 1 0,0 0 0,2 1 0,-3-1 0,0 0-122,5 0 0,-2 0 0,3-1 122,0 1 0,2 0 0,0 0 0,-1-1 73,2 1 1,0 0-74,1-1 0,0 1 0,1-1 0,-1 1 0,3-1 0,-1 1 224,2-1 0,-1 1-224,-7-1 0,0 0 0,-17 1 27,23-1 0,1-1-27,-8 0 0,6 1 1705,3-1-1705,-3 0 0,9 0 0,-4-1 0,2 2 0,6-2 0,-5 2 0,8-2 0,0 1 1595,0-1-1595,-1 1 491,1 1-491,-2-1 1410,1-1-1410,-1 1 0,0 0 0,0 1 0,0-1 0,0 0 0,0 0 0,1 0 0,1 0 0,2 0 0,1 0 0,1 0 0,-2-1 0,4 1 0,-1-1 0,5 0 0,1 0 0,0 1 0,1-1 0,-2 0 0,3 0 0,-2 1 0,0-1 0,1 0-90,1 1-270,-1 0-2518,2-3 359,4-3-1618,1 0 4137,4-4 0,6-2 0,1-3 0</inkml:trace>
  <inkml:trace contextRef="#ctx0" brushRef="#br0" timeOffset="143763">18338 6710 12750,'6'-9'2069,"1"1"-1260,-4 4 181,1 0-811,1 5 1,-2 0 0,0 6-90,-3 0 90,0 2-90,0 3 0,0 1 0,-2 2 0,1 3 0,-1 1-90,0 2 90,1 0-90,-1 0 90,2-1 0,-2 0-90,2 0 0,0-1 90,0-1-180,1-1 0,0-2-90,0-2-180,0-1-90,2 0-269,-1-3-271,2-1-1438,0-2-990,1-1 3418,1-2 0,1-2 0,0 0 0</inkml:trace>
  <inkml:trace contextRef="#ctx0" brushRef="#br0" timeOffset="144172">18613 6824 14998,'2'-9'1709,"1"1"-449,-2 2-541,0 0-629,-5 7 90,1 0-90,-5 7 0,3 1 0,-1 1 0,0 3 0,-1 0 0,1 1-90,1 2 90,0 0-90,2 1 90,1 0-90,1 0 90,1-1-90,2 0 0,1 0 0,2-1 0,1-2-90,6 3 90,-1-5-90,10 2 90,-8-8 0,5 0 0,-5-6 0,1-1-90,1-3 90,-1-2 0,1-3 0,-2-2 0,-1-3 0,-1-1 0,-2-2 0,-2-2-90,-2-1 90,-2-1 0,-2 2 0,-6-7 0,-7 2 0,-2 2 0,-4 7 0,1 10 0,0 4-90,-2 3-270,-1 3-90,-12 8-89,8 1-181,-6 5-449,13-4-1350,4 0-1528,3-1 4047,4-1 0,1 6 0,1 0 0</inkml:trace>
  <inkml:trace contextRef="#ctx0" brushRef="#br0" timeOffset="144639">18975 6813 15808,'0'-11'899,"0"-1"-449,1 5 90,-1-1-360,1 2-90,1 1 90,0 1-90,2 1 0,0 1-1,2 0 1,0 0-90,1 1 90,2 0 0,0 0-90,2 0 90,1 0-90,0 1 90,0 1-90,0 0 90,-1 2-90,-2-1 0,0 0 0,-2 1 0,0 1 90,-2 1-90,-1 2 0,-3 0 0,-1 2 0,-5 1 90,-2 3-90,-3 1 0,-5 4 0,-1 1 0,-3 3 0,-1 0 0,1-1 0,-1-1 0,4-1 0,0-2-90,3-2 90,2-2 0,2-1 0,2-1 0,1-1 0,2-2 0,0 0 0,3-1 0,0 0 0,4-2 0,1-1 0,3 0 0,3-1 0,3-2 0,2 0-90,3-1 0,2-1-360,12-3-359,4-1 179,-1-1-359,-3 0-1530,-11 2-1438,-1-1 3957,-1 0 0,1-1 0,0 0 0</inkml:trace>
  <inkml:trace contextRef="#ctx0" brushRef="#br0" timeOffset="145296">19497 6836 16348,'1'-12'989,"1"3"-449,0 3-180,-1 0 359,1 0-539,-7 14-180,-3 6 90,-5 12-430,-4 1 340,2-4 90,-1 1-90,0-1 0,1-1 0,2-2 0,1-4 0,2-1 0,1-2 0,2-3 0,0 0 0,2-1 430,1-2-430,1-1-90,0-1 90,5 1 0,0-3 0,4-1 0,1-3 0,1-2 0,1 1 0,1-2 0,1 0 0,1-1 0,0 1 0,0 0 0,0 1 0,0 0 0,0 1 0,-1 1 0,1-1 0,-1 3 0,0-2 0,0 2 0,0-1 0,0 1 0,-1 0 0,1 1 0,-1 0-90,0 0 90,-1-1 0,1 0-90,-2 0 90,2-1 0,-2-1-90,1 0 90,3-4 0,-3 1-90,7-7 90,-8 2 0,4-1 0,-5 0 0,0 0 0,0-1 0,-1 0 0,0 1 0,0 2 0,-2 0 0,1 2 0,-2 0 90,0 1-90,1 1 0,-2 9 0,-4 11 0,-6 19 0,-1 1 0,-4 5-761,3-10 761,1 1 0,1-1-354,1-3 354,1-2-10,2-5 10,0-4-90,1 0-180,0-3 462,1 0-1092,0-3-337,1-1-1192,0-3 2432,0 0 0,-2-1 0,-1-1 0</inkml:trace>
  <inkml:trace contextRef="#ctx0" brushRef="#br0" timeOffset="145946">15434 7299 15628,'2'14'540,"-1"0"-360,-3-2 0,-1 6-1,-1 1-89,-1 8 90,-1 3-859,0 5 769,0 2 0,-1-2 0,2 3 0,-1-3-90,1 1-216,0-4 126,1-2-90,2-4-270,-1-2-179,2-2-361,0-2-1349,2-3-989,0-1 3328,2-2 0,3 3 0,3 0 0</inkml:trace>
  <inkml:trace contextRef="#ctx0" brushRef="#br0" timeOffset="146229">15948 7458 15898,'7'-8'1169,"2"5"-899,-5 4-90,2 3 0,-2 3-90,-1 0 90,1 3 0,-1 3-90,1 2 0,-2 3-1,1 0 91,-2 12-90,1-6-386,-2 10 296,1-8 0,-2 1-90,1 0-540,1 10-629,1 1 90,0-1-1260,3-6-1259,-1-13 3688,2-1 0,3 1 0,1 1 0</inkml:trace>
  <inkml:trace contextRef="#ctx0" brushRef="#br0" timeOffset="146476">16702 7494 15358,'10'-5'270,"-2"1"-180,0 1 270,-3 1-180,2 2 90,-3 1-91,2 3 91,-2 0-90,-1 3 0,0 2 0,0 2-90,0 2 90,-2 1 0,1 10-90,-1-4 0,0 8 0,-1-7 0,1 2-180,-1-2-90,2 3-180,-1-2-90,2 2-269,0-2-541,1 0-1078,0-3-1080,0 0 3418,0-1 0,3 3 0,0 2 0</inkml:trace>
  <inkml:trace contextRef="#ctx0" brushRef="#br0" timeOffset="146721">17680 7526 16797,'8'3'810,"-1"2"-630,-7 3 0,1 2 0,0 1-90,1 2 0,0 3-1,0 1 1,1 4 0,-1-1 0,1 3 0,1 1-568,0 4 298,2 1-180,1 3-179,1-1-181,-1-3-539,1-2-1170,0-4-1259,0-1 3688,3-3 0,4 5 0,3-1 0</inkml:trace>
  <inkml:trace contextRef="#ctx0" brushRef="#br0" timeOffset="146960">18654 7662 15448,'11'-3'90,"0"2"90,-4 3-90,-1 1 180,0 2-90,0 1 0,-1 3 89,1 0-89,-2 3 0,1 0-90,-1 4 90,-1 0-90,-1 1 90,0 2-90,-1 0 0,1 1-90,-1 1 0,0 0-180,1 1-90,-1-2-180,2 0-269,0-1-630,2-1-900,0-3-809,3-2 3058,2 0 0,7 0 0,3 2 0</inkml:trace>
  <inkml:trace contextRef="#ctx0" brushRef="#br0" timeOffset="147202">20196 7496 15448,'9'5'900,"-2"1"-630,-5 1-1,-2 3 1,0 1 0,-2 4 270,-1 11-360,0-3 0,-1 11-1,1-4-662,1 2 663,0 5-90,2 1-846,0 0 846,2 0 0,0-1-575,1-3 395,-1-2-180,1-5-304,1-1-56,-1-2-449,2 0-540,0-3-260,0-2-1449,2-2 3533,2-3 1,5 4 0,3-2-1</inkml:trace>
  <inkml:trace contextRef="#ctx0" brushRef="#br0" timeOffset="147430">21404 7660 16528,'9'-4'1079,"-2"2"-899,-1 5-90,-2 2 90,1 2-90,1 3 0,-1 1 89,1 3-89,0 3-90,1 1 90,-1 3-90,0 2-90,-1 0-179,0 5-91,0-1-360,0 1-449,0-3-1597,-1 0-1191,1-2 3957,1-1 0,5 4 0,1 1 0</inkml:trace>
  <inkml:trace contextRef="#ctx0" brushRef="#br0" timeOffset="147663">22727 7589 17337,'-1'10'450,"-1"2"-360,-5 4 90,-1 4-90,-1 6-961,-3 5 961,1 4 0,-1 5-1460,3-8 1,0 1 1459,-4 17-90,4-16 0,1 0-590,-2 6 230,1 3-180,1-6-719,1-2-742,2-4-247,0-3-404,2-8 2652,0-2 0,1 0 0,-1 0 0</inkml:trace>
  <inkml:trace contextRef="#ctx0" brushRef="#br0" timeOffset="152396">19379 9640 15898,'2'-12'989,"0"2"-539,0 4-90,-1 2-90,1 0-90,3-1-90,-1 2 89,2-1-89,-1 1 90,1-1-90,0 1 0,1-2 0,0 1 0,0-2 0,1 1-90,0-1 90,2 0 0,-1-2-90,2 0 90,0-2-90,1-1 90,1-1-90,0 0 0,1-2 90,0 0-90,0 1 0,-1-2 0,0 2 90,-1-1-90,-2 2 0,0 0 0,-3 2 0,0 2 0,0 0 0,-2 2 0,0 0 0,-1 2 0,0 1 0,-1 6 90,-1 2-90,-1 7 0,-2 3 0,0 5 0,-3 7 0,0 5 0,0 5 0,-1 2-870,0-1 870,-1 1 0,0 0 0,1-2-11,-2 14 11,2-16 0,-1 8-366,3-19 366,0-1 0,1-3 0,0-1 0,1-4 745,0-1-925,0-2 11,0-3-190,0 0-140,1-2 499,0-1 0,-8-14 0,-1-2 0</inkml:trace>
  <inkml:trace contextRef="#ctx0" brushRef="#br0" timeOffset="152629">19301 10017 14009,'-5'11'1079,"1"-1"-809,5-3 0,2-2 0,2-1 0,3-1 0,3-2-90,3 1-1,5-1 1,3-1-574,9-1 574,1 0-90,6-3 0,-1 1 0,-1-2 0,-1 0-836,-2-2 567,0-1-91,-2-1-900,7-7-1348,-11 3-1530,4-4 4107,-14 5 1,2-5 0,0-1-1</inkml:trace>
  <inkml:trace contextRef="#ctx0" brushRef="#br0" timeOffset="153135">19983 9385 15268,'-12'-24'90,"-1"0"90,-2-2-90,-1-2-966,-1 2 1056,0-1 90,-1 2-90,-1-1 89,1 1-89,0 2 12,1 2-12,1 3-90,1 4 90,-1 2-90,-3 3 0,-1 4 0,-7 2 0,-4 6-45,0 5 0,0 2 45,-18 11-918,14-4 1,0 1 827,6 1 0,2 1 45,-1 1 0,-1 1-45,-1 4 0,0 1 45,0 1 0,1 1-45,1 1 0,1 1 45,0 0 0,0 3-15,5-3 0,-1 3 0,1 0-30,3-1 0,1 0 0,0 1 30,0 1 0,1 1 0,2-1-30,-2 12 0,5-3 0,6-11 0,2 0 45,3 14 0,4 0-45,0-11 0,2-1 0,4 11 0,3-2 45,3-11 0,2-2-45,2-1 0,1 0 0,4 1 0,2-1 45,1-3 0,1-1-45,2-1 0,2-3 0,1-1 0,1-3 0,-1-2 0,0-3-701,2 1 0,0-2 746,-2-4 0,0-2-45,2 1 0,0-1 0,1-2 0,0-2 45,1 0 0,0-2-619,5-3 1,0-1 618,-1-2 0,1-1-45,2-4 0,0-1 45,-2-3 0,-1-1-45,0-2 0,-2-3 0,-1-1 0,1-4 30,-6-1 0,2-4 0,-3 0-745,5-6 0,-2-2 715,-5 4 0,0-2 0,-4 1 0,0-6 0,-4 0-133,-1-3 0,-3 0 178,-2-2 0,-4 1 148,-2 2 1,-3 1-194,-4-4 0,-5 1 0,-3 5 0,-3 1-27,-5-4 0,-4 1 27,-3 3 0,-4 1 0,-3 2 0,-4 2 0,-4 2 0,-3 4 36,-3 1 1,-3 3-37,-3 3 0,-3 3 45,-3 3 0,-2 3-45,16 6 0,0 1 0,-1 2 0,-1 1 0,-1 2 0,1 1-72,-1 1 0,0 1 0,0 1 72,2 1 0,-1 1 0,0 2-150,-11 5 0,-2 3 0,3 0 0,14-2 0,1 0 1,0 1-151,-9 5 0,0 1 0,5 0-804,3 5 0,4 1-156,1 0 1,3 1-621,4-2 0,3 1 1880,2-1 0,2 1 0,-1 6 0,0 3 0,0 0 0,0 1 0</inkml:trace>
  <inkml:trace contextRef="#ctx0" brushRef="#br0" timeOffset="170463">16864 8556 9896,'-6'-14'-82,"1"2"127,2 6 23,1-1 79,0 1 109,-1 0-104,1 0 23,-1 0-175,1 0 200,-1 0-17,1 1 188,0 0-178,0-1-116,-1 2 109,0-1-28,0 1 2,0 0 58,-5-1-2,3 2 142,-5 1-37,4 2 241,-1 1-68,-2 2 68,0 1 101,-2 2-65,0 3-159,-3 6-188,-1 5-652,-1 5 359,1 4 21,2 2-176,2 3-959,1 2 1102,3 2-62,2 2 126,3-11 1,1 0 1,0 17 94,3-9 1,0 0 82,2 6-24,3 9-29,-1-20-155,0-5 70,1-2-246,-1-3 43,-1-3-108,1-1-2574,-2-4 2648,0-1 0,-1-2 40,0-1 150,-2-1 195,-1-2 351,-2 1 670,-4-2 792,-1 1 252,-12 0 498,4-2-312,-18 2-199,12-4-517,-7 0-404,9-1-852,1-1-852,2 0-656,2 0-1187,2 0 1470,1-2 587,3 1 1,-3-2-1,-1-1 1</inkml:trace>
  <inkml:trace contextRef="#ctx0" brushRef="#br0" timeOffset="170706">16570 8938 25158,'8'-14'-922,"1"3"774,-3 4 1160,6-2-224,-1 2 123,5-3-140,-1 3 69,2 1 6,1-1 181,5 0 32,0 0-539,2 0-188,-3 2-294,-1 1-121,-2 1-477,0 0-276,-3 0-119,-1 2-1206,-2-2 2169,4-1 1,1-3-1,5-2 1</inkml:trace>
  <inkml:trace contextRef="#ctx0" brushRef="#br0" timeOffset="171693">17004 8827 28606,'-8'3'2949,"1"0"-1737,3 8-3521,1-2 942,-1 4 190,2-3 312,0 2 18,0-1-288,2 1-789,0 1-277,1-1 1219,2 1 46,0 0-167,1-1 22,3 0 144,-1-2 108,2-1 493,1-1 511,1-2 389,1-2 494,-1-2 553,6-2 532,3-6 554,5-6 10,-4-1-516,4-11-728,-10 8-392,3-7-575,-7 6-356,-1 0-670,-1 2-497,0 0-263,-3 2 176,0 1 288,-2 2 84,0 0 70,0 1 142,-1 1 50,0 0 48,0 1 115,0 1-63,0 1 370,-1-1-149,2 3 990,3 1 625,0 1-193,2 2-647,-2-1 216,1 0 151,2-1-107,0 0 351,2 0-906,1-2-402,0-1 327,2-1 819,-1-1-478,2-3-587,-2-1 0,2-2 0,4-8 0,-5 4 0,4-7-565,-7 6-561,-2 0-118,0-1 105,-2 0 78,0 2 72,-2 1 143,-1 3 81,-1 0-58,1 2 299,0-1 144,-2 3 78,2 0 279,-1 6 1120,1 4-1095,1 6-1208,0 4-135,-1 4 229,1 0-84,1 9 109,1-4-293,0 7-992,-1-7 1135,0-1 1137,0 0 267,0 0-255,0-3 3,-1 0-53,1-2 2,-1-2-57,0-1 30,0-1 150,0-2 29,3 0 378,-2-3 374,3-1 331,-3-4 944,1-2 607,0-2 456,6-7-670,-2-2-391,5-5-396,-3-2-608,2-4-422,0-5-940,2-3-648,-1 0-399,2-5 471,-1-2 247,-1-2-67,-1 1 278,-2 2-141,-2 1 160,0-11-118,-5 16-33,0-4-101,-5 18-67,0 4 91,-2 2-307,-1 3-110,-1 3 52,-4 4 1898,-1 5 763,-4 6-225,1 8-410,-1 5-205,-1 9 60,2 3-341,4-4 0,0 1 289,-3 19-1307,5-18 0,-1 2-437,2-1 1,1-1-622,-1 16 1060,1-9 1,2 2 39,1-10 1,2-1 44,-1 0 1,0-1-154,5 23-60,0-22-74,0-5 117,0-4-188,1-5-79,0-2 203,0-3 183,1-2 211,0-3 26,0-2 639,0-4 212,-1-2-224,2-4 439,-1-3-435,2-5 1,1-10 0,2-5 0</inkml:trace>
  <inkml:trace contextRef="#ctx0" brushRef="#br0" timeOffset="172410">18026 8677 26992,'10'2'-1742,"-3"0"1280,-2 0 38,-1 0-472,0 1 47,-1 2-758,-2 0 146,1 2-513,-2-1 860,0 1 68,0 1 45,-2 1 741,2-1-87,0 2 1007,-1 0 114,1 0-390,0 0-200,1 0-402,1 1-54,0-2-404,1 1 28,0-3-120,1 0 246,0 0 261,0-2 151,2 0 4556,-1-2-3603,2 0 313,0-3 754,1 0 258,-1-1 76,2-3 200,-1 0-412,1-3-374,0-2-708,1-2-370,-1-3-762,-1-2-344,1-2-382,-1-1-318,0 1 71,-1 1 419,0 1 54,-1 1 178,-1 3 256,-1 0 110,0 4-8,-1 0 395,-1 3-183,0 10-1491,-2 3 864,-1 12 9,-3 1 107,0 8-773,-2 4 816,-2 12-8,1 1-39,-2 6 144,1-5 542,-2 3 67,0-3-186,0-2-869,0 0 964,2-7-631,-1-2 559,1-2-23,-1-2 82,1-5 23,1-3-81,2-6-21,0-3 798,0 0-689,1-5 1217,0-1-1000,0-5 1334,-2-5-1045,1-2-53,-2-4-1159,1-3-525,1-1-169,-1-3-125,-2-1-95,1-2-560,0-2 48,0 1 749,1 1 499,0 2 424,2 2 261,0 1 53,3-3 328,0 5 128,3-3 420,1 5 284,3-1 485,2 1 394,1-1-171,2 1 230,3-1-168,0 1-4,3-2-1058,3-2-952,2-1 0,4-2 0,2 0 0,-1-3 0,2 0 0,2-3-2219,0-3-812,-1 0 2920,-1 0 0,11-15 1,-17 18-1,-1 0 1</inkml:trace>
  <inkml:trace contextRef="#ctx0" brushRef="#br0" timeOffset="172981">19056 8638 12480,'8'-8'2166,"-2"1"-1284,-3 2-32,0 0-7,-1 1-369,-4-4-103,1 5-154,-6-2 304,1 4-890,-2 0-30,-1 1-209,-4 1 88,-1 1-59,-1 2 587,-2 2 188,0 1 148,-1 1 358,0 2 71,-1 3-56,1 1-8,2 2-11,2-1-774,4 1-43,2 0 93,2 0-239,3 0-141,3 0-18,6 11-308,1-7 234,9 10 2,-1-11 292,5 1-242,2-2 607,3-4 241,1 0 210,2-3 31,-1-2-47,-1-3-771,-1-3-881,-2-1-398,0-3 663,4-2 864,-1-2 1,6-6-1,-1-2 1</inkml:trace>
  <inkml:trace contextRef="#ctx0" brushRef="#br0" timeOffset="174026">19366 8759 19911,'7'-11'-1249,"-2"3"1058,-2 1-189,-1 1 380,0 1 106,0-2-47,-1 2-106,0-3-597,-3 3 250,-2 0 155,-2 3 617,-2 3 266,0 1 218,0 1-60,1 1 57,-1 0-25,-3 7 57,3-3-386,-3 6-603,5-4-274,0 2-309,1 0-12,2 0 1,0 0 71,3 0-44,0 1 12,2-1-56,1 0 120,2 0 73,1-1 125,1 1 199,1-2 232,1-1 116,1-1 160,0-2 225,1-1 280,0-1-96,3-3 219,-3-1-101,2-2 27,-4-2-253,-1-2-210,-1-1-272,-1-2-226,-1-1-226,-2-2-270,0-1-202,-2-1-177,-1 1 115,-1-2 121,-1 1 62,-1 0-71,-1 2 227,0 0 143,0 1 36,-1-1 190,1 4 124,-1-3-27,1 7 237,0-3 53,6 2 140,0 2 187,5 0 423,0 2 2,2 0-41,2 0-35,1-1-79,1 0 20,1-1-178,1 1-250,1-2-319,-1 1-54,1-2-11,-1 1 71,-1-1-111,4 0 43,-5 1-32,1-1-26,-6 3 16,0 0-6,-2 1 0,0-1-35,-1 1 54,1 0-204,-1 2-58,3 4-356,-5 0-266,2 3-169,-3 1-125,-1 0 59,1 3 3,-1 8 199,-1-3 129,-3 13 469,1-11 242,-2 4 231,1-7 136,0-1-32,-1-2 58,0 0-119,0-2 224,1-2-106,0 0 128,0-2-139,0-1 219,1-1-20,-2 0-3,14-19-201,-5 6-262,12-16 3,-6 10-17,3-4 8,2-2-151,1-2 17,2-2-566,0 2 746,1 0-18,1 3-13,-2 3 86,-2 3 39,-3 3 37,-1 1 6,-2 4 105,-1 1 73,0 3 320,-2 2-611,0 0-148,2 7-341,-3-1-185,1 5-140,-4 1-301,0 2-162,-1 1 54,-1 1 244,0 1 141,-1 0 318,0 1 189,-1-1 101,1 0 230,-1-1 50,0 0-38,0-1-53,1 0 36,0-1-202,2 5-739,1-3-2377,3 2 2085,-1-9 1166,0-3 1,-3-6 0,-1 0 0</inkml:trace>
  <inkml:trace contextRef="#ctx0" brushRef="#br0" timeOffset="174554">20148 8712 17161,'-7'6'834,"3"2"-1312,6-1-257,1 3 521,-1-2 26,1 1-18,-1 2 128,0 0-341,-1 1 158,0 1 103,-1 0 302,0 0-106,0 1 112,-1-1 27,-1 0 107,1-1-84,-1-1 17,0-1-25,0-1 116,0-1-143,1-1 83,0-1-218,1 1 78,5-7 401,-2-1 293,6-5-323,-2-3-214,0-2-6,2-3-16,3-5 8,1-3 10,1-1-602,0 0-129,0 4 164,-3 2 277,1 1 63,-2 3 35,0 0-8,-1 2 53,0 2 6,-1 2-30,3 2-150,-3 3 40,2 1-53,-3 4-155,0 2-201,-1 3-27,0 1-35,-1 2-112,1 3 209,-2 1-68,2 3 61,-2 0 88,1 2 148,-2-2 31,2 10 35,-2-9 48,2 6 9,-3-10 33,1 0-44,-1-2 56,0-1-23,0 0 26,1-1-11,-1-2-69,1-1-118,0-1-159,1-1-221,0 0-1244,2-3 144,1-1 1865,2-1 0,10-2 1,4-1-1</inkml:trace>
  <inkml:trace contextRef="#ctx0" brushRef="#br0" timeOffset="174985">20839 8865 14724,'-10'-2'2211,"0"1"-2167,26-3 175,-10 1-131,19-3 64,-16 1-167,2-1 84,-1-1-65,0-2 39,0-1-121,-2-2-74,0-3 111,-1-2-159,-1-1 30,-3-1 78,-1-1-96,-3 0-8,-3 0 5,-2 0 49,-2 2 56,-4 2 69,-2 3 55,-3 4 77,-1 3 66,-15 10 117,6 4 10,-10 10-58,11 2-165,4 3-601,2 4 601,4 2-88,3 1-71,3 1-114,4-1-17,2-2 9,4-1-295,3-2 259,3 2 14,3-2 68,4 2 152,2-4-31,4-2 66,-1-5 58,1-3-32,0-4-14,-2-4 428,0-3-1076,1-2-1164,1-4-266,3-3 2079,1-4 0,5-6 0,0-2 0</inkml:trace>
  <inkml:trace contextRef="#ctx0" brushRef="#br0" timeOffset="175309">21190 8828 13110,'12'-3'539,"-1"0"-179,-5 1 0,0-1 0,-1 1 269,0-1-359,0 0 270,-1 1-1,2 0-449,-10 6 0,2 1 0,-9 6 0,3-2-90,-1 3 90,-2 0 0,0 3-90,0 1 90,1-1-90,1-1 0,1 2 90,-1-1 0,-2 11-180,4-6 0,0 4-540,6-4 91,1-6-271,3 3-1618,1-8-990,3 0 3418,1-3 0,7 1 0,4 0 0</inkml:trace>
  <inkml:trace contextRef="#ctx0" brushRef="#br0" timeOffset="175610">21485 8557 14882,'-9'-6'-721,"0"2"522,3-1 95,1 3 272,0-1 138,1 5-40,3 4-202,0 3 3,4 1 84,-1 0-91,0 2 48,0 2-106,1 2 101,-2 2-134,0 1 92,-1 3 24,0 1-232,-1 3 260,0 1 1,1 1-612,-1 5 607,2-2-102,0 2 87,0-4-9,1-3-335,1 0 325,2-2-278,0-2-91,0-3-272,1-3-703,1-2-468,0-5 1757,5-1 1,3-6-1,5-1 1</inkml:trace>
  <inkml:trace contextRef="#ctx0" brushRef="#br0" timeOffset="175826">21450 8781 12480,'-8'3'1123,"1"2"-804,9 2-114,2 0-53,6 1 123,1-2-82,4 0-1,7 2-62,3-1-416,5 0 373,-1-1 137,-1-2-95,-2-2-190,-2-1-12,1 0-182,-2-3-179,-2 0-809,-2-2-719,-1-2 85,-4 0 1876,1-3 0,-2-4 1,2-2-1</inkml:trace>
  <inkml:trace contextRef="#ctx0" brushRef="#br0" timeOffset="176268">21718 8919 15988,'12'6'360,"1"-1"-180,-2-4-90,2 1-1,1-2 1,1-1 0,0 0 0,0-1-90,1-1 90,-1-1 0,0-1-90,-1-1 90,-2-1-90,0-2 0,-1-1 0,-2-2 0,-1 0 0,-1-1-90,-2-4 90,-2 4 0,-3-2-90,-1 7 90,-3 0 0,-2 2-90,-2 1 90,-2 3 0,-2 2-90,0 3 90,-2 2 0,-1 4 0,1 2 0,0 2-90,1 6 90,1 1 0,1 1 0,4 1 0,2-1 0,1 2 0,3-1 0,2 1-90,2-2 90,8 13 0,0-9-267,6 6 267,-2-12-90,0-5-199,1-2-71,2-2-269,1-3-451,0-2-1078,0-3-541,0-4 2699,4-4 0,5-7 0,4-3 0</inkml:trace>
  <inkml:trace contextRef="#ctx0" brushRef="#br0" timeOffset="176779">22279 8932 13739,'-3'8'1529,"-1"-1"-1349,0-5-90,-3-1 0,0 0 0,-1 1 0,0 0 0,-1 2-90,-1 2 90,-2 2-90,-1 3 90,-2 1 0,1 2-90,0 0 0,0 2 90,2-1-90,1 1 0,1 0 90,1-1-90,2 0 0,3-3 0,1 0 90,2-3-90,1 0 0,2-2 0,1-2 0,3 0 0,0-2 0,4 0 0,0-2 0,3-2 0,2-2 0,3-3 0,6-4 0,16-14 0,-5 0-1234,-4-1 1,0-2 1323,5-10-135,-13 11 0,0 0-930,6-14 975,0-3 0,-3-1 0,-3-1 0,-1 1 0,-5 7-357,-3 6 357,-3 8 0,-4 5-90,-1 5 2064,-3 4-1974,-7 10 1205,0 4-1295,-7 12 620,1 5-530,-2 6 0,-3 9-3086,1 4 3086,0 4 0,2-1-746,1-1 746,2-4 0,2-1 90,-1 12-180,4-15 0,0 5-487,3-19-232,2-3-1440,0-1-809,2-2 3735,2-1 0,4 1 1,3 1-1</inkml:trace>
  <inkml:trace contextRef="#ctx0" brushRef="#br0" timeOffset="176947">22809 9035 15808,'-4'4'-1799,"1"-4"-270,-4 15-359,1-8 2428,-1-1 0,-7 0 0,-1-1 0</inkml:trace>
  <inkml:trace contextRef="#ctx0" brushRef="#br0" timeOffset="187318">20046 9627 30537,'2'-10'-8862,"1"2"6036,-3 1 1669,0 1 571,-1-1 646,-1 2 363,-4 2 1342,0 3-1707,-3 2 1975,0 3-468,-1 2-282,-2 3-162,-1 2-483,-3 4-530,0 3-1407,-2 4-432,3 2-198,0 1 947,3 1-117,1-1 52,4-1 119,2-1-189,2-1 282,2 1 154,2 0 368,1-1 139,3 1 423,1-3 182,2 0 214,4 0 353,0-2 165,2-1 28,1-5 62,0-2 101,3-3 107,0 0-384,3-3 13,-1-3-128,2-1-338,0-3-305,3-4-731,2-3 66,1-4-408,10-12 193,-11 3 91,-6-1 0,-1 0-735,1-10-597,2-12 540,-11 11 71,-3-2-571,-3 2 623,-3 3 352,-5-1 238,-3 3 272,-4-3 290,-4 4 415,-5 4 230,-3 3 238,-4 5 209,-2 4-131,-1 4-249,0 4-265,-2 3-3230,-14 8 2873,8 1 0,-15 10 0,14-1 0</inkml:trace>
  <inkml:trace contextRef="#ctx0" brushRef="#br0" timeOffset="189395">21097 9734 17028,'11'-1'46,"-1"0"71,-5-1-265,2 1 293,-3 0-207,3 0 117,-2 0-75,1-1 1,-3 2 0,-1-1 0</inkml:trace>
  <inkml:trace contextRef="#ctx0" brushRef="#br0" timeOffset="190902">14707 7463 27951,'-9'12'-2994,"1"-1"2123,3-4 53,-1 1 393,1 1-20,-1 2 103,1-1-47,0 3-783,0-1 632,0 2-103,1 1 40,1-1-153,0 3 28,2-1-69,1 1-66,0 0-19,6 11-4341,2-3 4091,5 9 332,2-8 410,3 0 208,3-1 259,14 9 429,-6-10 317,11 5 401,-8-11 290,0-4 1,4-2-89,1-3 305,3-4-98,1-2-64,2-3-125,5-5 152,0-3-115,3-4-118,0-4-181,-3-4-288,-1-3-373,-3-5-362,-2-3-217,-14 5 0,-2-1-262,-6 6 1,-2-1-169,11-18 0,-3-1-810,-1-9 552,-10 18 0,-2 1-809,-2-12 2,-3 5-46,-4 2 145,-4-1-35,-4 3 92,-4-1-158,-4 2 380,-4 2 310,-6 0 497,-4 2 380,-6 1 314,6 11 1,-3 2 277,-5 2 1,-2 1 255,0 0 1,0 2 162,-3 3 0,2 3 1155,-18 1-1106,13 5 0,0 2-39,9 0 0,0 1-60,-11 2 0,1 2-110,12-1 0,2 1-198,-1 1 1,0 2-204,-2 1 0,-1 1-167,2 2 1,0 2-154,-1 2 1,1 2-193,1 1 1,1 1-201,4-1 0,1 2-241,-1 3 0,2 1-380,4-3 1,1 0-441,1 4 1,0 1 109,3-3 0,2 1 963,1 0 0,1 2 0,-1 11 0,0 3 0,1 3 0,1-1 0</inkml:trace>
  <inkml:trace contextRef="#ctx0" brushRef="#br0" timeOffset="192118">15817 7615 22368,'1'-11'-6446,"0"1"4331,-1 0 1055,1 1 543,-1 0 49,0-1 293,0 1-66,0-2-1516,-1 1 1651,1-2 94,0 2 134,-1-1-149,0 1-19,1 0-38,-1 0 169,0 0-146,0 1 35,0 1-91,-1 0-135,-2-2-89,0 4 504,-3-2 144,1 5 986,-3 1 339,0 2 515,-3 3 441,-2 4 158,-5 5-344,-2 4-552,-2 6-394,0 3-1024,0 5-629,4 0-558,-5 19-597,10 0 547,7-19 1,1 0-824,2 15 143,14 8-313,0-22-245,8 8 392,-3-17 496,2-5 645,0-4 564,0-3 448,3-3 500,-1-3 846,3-3 499,3-4 88,3-3-154,4-4-115,2-5-465,-1-4-452,2-6-546,-1-4-447,-2-5-605,-2-5-401,-4-4-383,-3-4 343,-9 12 0,-1-2-72,-5 8 1,0 0 82,2-7 1,-3 1-659,-3-14-172,-3 6 168,-4 1-4,-4 1 30,-4 4-12,-5 4 425,-4 5 441,-4 4 430,-4 6 698,-4 6 494,-3 7 681,-3 5 462,-5 8 438,-2 6-733,-3 9-759,1 3-251,3 6-761,3 3 1,15-9 0,0 2 0,-1 2 0,0-1 0</inkml:trace>
  <inkml:trace contextRef="#ctx0" brushRef="#br0" timeOffset="193218">12344 8898 28861,'4'-11'-3739,"0"0"2439,-1 2 654,-1 2 112,0 1 407,-1 1-184,1-1 472,-2 1-1563,-2 11 1533,0-1 1,-3 13-194,0 6-8,1-4-176,-1 9 321,1-6-513,-1 1 442,2 1-347,-1 0-61,0 0 201,1 0 32,1-1 17,0-1-141,1-2-92,1-1-299,0-1-157,1-1-1062,1-2 449,2-1 1276,-1-3 0,6 4 0,1 0 0</inkml:trace>
  <inkml:trace contextRef="#ctx0" brushRef="#br0" timeOffset="193651">12671 8968 24438,'9'-19'-2335,"-2"1"1681,0-2 203,-2 5 308,0-2-5,-2 8 77,-1 0-56,1 1-596,-2 2 578,0-1 203,0 1-393,-7 11 1279,3-1 46,-6 12-505,1 6-304,2-3-70,-1 9 93,3 4-264,2-7-39,3 8-1536,3-6 12,3-2 150,3 3 260,1-4-149,3-1 251,0-3 390,0-4 248,0-2 357,1-3 515,6 0 537,-4-4 346,4-2 490,-6-5 231,7-8 576,-6-1-212,7-10-389,-8 0-719,1-7-624,-4-3-421,-1-2-504,-2-2-590,-4-1-957,-2 1-104,-2 2 359,-3 4 171,-3-2 7,-2 5 18,-3 1-52,-2 5 421,-2 4 546,-3 4 594,-8 4 717,3 5 277,-14 9 737,13 3 445,-4 6-367,10-1-1392,6-2 158,3 1-659,3-2 1,3 6 0,1 1-1</inkml:trace>
  <inkml:trace contextRef="#ctx0" brushRef="#br0" timeOffset="194112">13174 8840 26659,'14'-7'892,"0"-1"-502,-5 3-116,0 0-192,2-1 102,0 0-11,3 1 8,0-1 322,1 2-213,0-1-74,2 2-69,0 0 17,-1 0 20,1 2-197,-2 0-79,-1 2-4215,7 3 3861,-3 4-463,0 2-183,-5 4-598,-7-2-490,-3 3 156,-2 0 420,-2 4 265,-3 1 745,-4 5 485,-3 2 354,-3 3 737,-2-1 759,-1 0-180,-3-2-159,2 0-312,-2-2-196,1-1-169,1-2-110,0 0-128,-2 2-165,4-1-96,3-3-271,6-5-173,5-7-772,4 1-600,1-1-412,5-1 574,2-2 639,3 1 443,5-2 244,1-1 353,5 0 712,-1-2 805,3 0 297,-1-3-380,2 1-862,-2-1-315,1 0-564,-2-1-1806,9-3 2035,-9 1 0,13-5 0,-8 1 0</inkml:trace>
  <inkml:trace contextRef="#ctx0" brushRef="#br0" timeOffset="194793">13938 8890 30030,'5'-14'-3786,"-1"2"2556,-1 5 608,0 0 689,-1 1-19,1 0 139,-1 1 51,0 0-961,1-2 1418,-1 3-4353,-9 17 4208,1-4-146,-12 26-83,6-12-48,-5 9 27,5-6-190,-2 1 372,2-2-477,0-1 95,0-2-111,2-3 36,1-1 0,0-2 126,1-1 10,0-2-60,2-1-41,0-1 89,1-2-204,1-1 130,1-1-105,0-2-166,6 0-1449,0-3 1044,6-1 1097,-1-4 616,3-1 282,0-2-185,3-1 33,0-2 54,1 1 1455,-1 0-1484,-1 0-1267,0 1 0,-1 1 0,0 1 0,2 0 0,-3 1 0,5 1 0,-4 2 0,4 1 0,-5 2-878,0 1-264,-4-1-324,1 1 81,0-1 236,-1 0 140,1 0 398,0-1 434,0 0 206,0-1 509,0-1 274,0 0 194,0-2 199,1 1-115,-2-2 13,1-1-338,-1-2-364,0 1-266,5-7-400,-4 4-135,4-4-246,-6 5-329,2-2 178,-2 2 13,1 0 578,-3 4 14,0 1 615,2 5-895,-1 1-615,1 6-588,-4 1-71,-1 3 334,-1 2-35,1 2-190,-2 4-118,-2 1 979,-2 14 723,1-9 835,-2 9-65,2-12-133,-2 8-164,2-8-48,-1 4-115,2-12-183,1-2-311,-1-2-71,2-2-351,0 0-663,3-4-1100,0-1 421,2-1 2277,0-2 0,6-4 0,0-1 1</inkml:trace>
  <inkml:trace contextRef="#ctx0" brushRef="#br0" timeOffset="195218">14623 8924 26732,'2'-11'-5106,"-1"0"3141,-1 2 811,-2-1 105,1 3 572,-1-1-276,-2 2 505,1 2-1336,-1-1 1542,-3 7 2183,-1 2 224,-2 6-416,0 3-161,-1 6-12,-3 3-314,0 6-243,0 0-521,2 3-2092,1 0 4,3-2 360,2-2 251,5 11-164,2-12-214,6 12-64,3-13-362,4 1 493,4-2 230,2-4 532,3-2 248,1-4 618,0-4 502,0-3 380,-2-4 664,1-3 86,-1-2-85,5-6 81,-1-3-101,2-3-445,-2-6-655,-3-2-370,-1-10-763,-2-3-191,-9 4 0,-2 0-972,2-17 492,-5 16 0,-3 1-1258,-4-12-86,-6 2 75,-6-1-43,-6 5 434,-7 1 722,-7 7 642,-6 5 534,-1 8 544,-3 5 645,0 9 493,-5 6 499,-1 7 183,-3 7-1773,17-1 0,0 3-406,9-5 1,1 1-814,-6 7 0,2 1-1395,-7 13 1854,7 0 1,10-12 0,-1 1-1,1 1 1,-1 1 0</inkml:trace>
  <inkml:trace contextRef="#ctx0" brushRef="#br0" timeOffset="195661">12302 9691 13829,'-15'-9'270,"1"0"-90,1 1 90,4 0 0,-1 1-1,2 0 91,0 0-90,0 0 90,2 1-180,0 0 269,2 1-269,5-1 0,5 0-90,14-1 90,16 1-90,16 1-1426,-15 2 0,3 0 1381,5 2 0,1 0 0,9-1 0,2 0-841,-17 2 0,0 0 1,1 0 795,3-1 0,1 1 0,0 0-523,4 0 1,0 0 0,0 1 522,3-1 0,0 1 0,2-1-255,-9 1 1,1-1 0,1 1-1,0 0 277,1 0 1,0-1 0,1 1-1,0 0-69,3 0 0,1-1 0,1 1 0,-1 0 47,1 0 0,-1 0 0,0 0 0,-1 0 22,-5 0 1,0 0-1,0 0 1,0 0-23,-1 0 0,1 0 0,-2-1 0,1 1 0,8 0 0,-1 0 0,0 0 0,0 0 0,1-1 0,-1 1 115,-3-1 0,0 0 1,3 0-116,-5 0 0,2 0 0,1 1 0,-2-1 22,-5-1 1,-1 0-1,0 0 1,-1 0-23,12 0 0,0 1 0,-4-1 0,6-1 0,-8 0 1141,-6-2-1231,-13 1-180,-11-2 1257,-9 3-2786,-22-3-629,-2 4-1080,-20 0 3508,3 1 0,-12 3 0,-2 1 0</inkml:trace>
  <inkml:trace contextRef="#ctx0" brushRef="#br0" timeOffset="204317">6665 7323 11311,'-13'0'89,"0"2"-89,2 7 0,0 2 0,-4 6 90,1 3-90,-1 5 90,1 2 0,3 1-617,2 3 617,2 1-90,2 2 89,1 2-89,1 1 90,0 2-90,1 2-1074,1 2 1074,-2 0 90,1 3-90,-2 0 0,0 4 0,-1-4 90,0 2-90,-1-7 90,0 0-809,-1-3 719,0-3 90,0-5 340,0-4-520,1-7-179,-1-2-361,0-5-899,1-3 1788,1-3 1,-2-11-1,-1-5 1</inkml:trace>
  <inkml:trace contextRef="#ctx0" brushRef="#br0" timeOffset="204893">6481 7352 12120,'-7'-15'810,"0"2"-451,4 4-89,0 0 0,0 1 0,3 0 0,0 0 0,3-3-1,3-1-89,8-3 0,6-1-932,8 0 842,12 0 90,5 3-90,-4 4 0,3 1-45,-11 3 0,1 0-925,12-1 1,-1 1 924,-11 3 0,-1 0-45,1 1 0,0 0 45,2 1 0,0 0-1,1-1 1,1 1-45,0 0 0,0 1 45,0 0 0,0-1-45,0 1 0,-1-1 45,-1 2 0,-1-1-45,-1 1 0,-1-1-434,-4 0 1,-1 1 523,22 1-663,-10-1 573,-8 1 603,-5-2-513,-2 2-90,-9-1 1641,0 2-1641,-9 4 1087,-4 2-1087,-2 5 980,-4 3-980,-1 2 0,-3 8-764,1 4 764,-2 6 0,1 3 90,0 5-90,3-1 0,-1 4 0,3-13 0,0 1 0,-1 17-810,2-17 1,-1 0 809,2 10 0,-1 0-901,2-4 991,0-1-94,1-3-86,3 5 90,-2-15 560,2 3-560,-3-15 1548,0-2-1638,0-3 1264,0-2-1174,-2-3 6,1 0-6,-3-3 0,-3-1 0,-3-3 0,-4-2 0,-1-2 0,-10-1 0,-3 0 0,-11-1 0,-8 1 0,-8 2-535,23 2 1,-3 1 534,-22 3 0,-2 1-1465,9 0 1,0 1 1464,4-1 0,-3 1 0,3 1 0,-9 2 0,2 0-912,0 1 0,1 0 912,0 1 0,1 0-550,1 0 0,2 1 505,5-2 0,0 1-99,3-1 1,2 1 143,5-2 0,1 1 625,1 0 1,2 1-986,-23 7-360,9-1 452,7-2-1801,8-4-270,7-2 2813,5-3 1,5-2 0,2-3 0</inkml:trace>
  <inkml:trace contextRef="#ctx0" brushRef="#br0" timeOffset="-142269.75">20513 5784 16775,'6'-11'418,"1"-2"-348,-3 3-69,1-2 236,-3 4-121,1 1 30,-1 0 17,-1 1 39,1 0 147,-1-3-88,0 2-381,-3 6 129,-1 4 220,-3 11-73,1 1 39,0 6-27,-3 21-111,2-8-925,-2 17 835,4-14-135,0-1-169,1-3 269,0 10 0,2-24 1,-1 4-1</inkml:trace>
  <inkml:trace contextRef="#ctx0" brushRef="#br0" timeOffset="-141696.75">21121 5899 10501,'-13'-26'-810,"1"13"-1078,10 17 1888,0 6 0,2-5 0,0-3 0</inkml:trace>
  <inkml:trace contextRef="#ctx0" brushRef="#br0" timeOffset="-139421.75">20803 5741 12390,'12'1'630,"-3"0"-540,-2 1-1,-2 0 1,2 2 0,-1 1 0,2 0-90,1 2 90,0 2 0,2 2 0,1 1-90,2 5 90,2 1-468,2 4 468,1 0 0,0 1-90,1-1 89,0 2-89,0-2 90,9 10-90,-3-4 0,0 0 90,-7-9-90,-7-9-90,-3-1-89,-1-1-181,-2-2-180,-1-1-2679,0-2 3219,0-4 0,-3-2 0,0-4 0</inkml:trace>
  <inkml:trace contextRef="#ctx0" brushRef="#br0" timeOffset="-139160.75">21147 5787 11850,'-3'-13'810,"0"3"-630,0 3 0,0 4-1,-3-1-89,1 3 0,-3 1-90,-1 3 90,-2 2 0,-2 3 0,-5 3-90,-1 2 90,-3 5-552,0 1 552,0 2 0,0 1-90,1 1 90,-1 2-90,2 1-90,0-1-90,2 1-180,1-2-90,3-1-629,2-2-540,2-2 899,2-3 720,3-1 0,0 3 0,2-1 0</inkml:trace>
  <inkml:trace contextRef="#ctx0" brushRef="#br0" timeOffset="-138805.75">21450 5729 11850,'2'-9'720,"1"0"-270,-2 4-91,1-3-89,-1 3 270,0-1-450,2 9-90,-2 1 90,0 7 0,-1 1-90,-1 3 90,0 2-90,0 2 90,-1 3 0,-3 20-90,3-11 0,-3 16 90,2-5-833,1-9 833,0 7-500,2-15 410,0-1 25,0-2-115,1-2 0,0-1-270,0-2 616,0-1-976,-1-4-820,1 0-259,-1-3 1817,1-1 1,-1-1-1,2-1 1</inkml:trace>
  <inkml:trace contextRef="#ctx0" brushRef="#br0" timeOffset="-138471.75">21694 5876 12840,'-2'-11'719,"4"2"-539,2 8-90,3 3 90,2 4-90,0 2 90,1 3-90,2 2 0,3 5 0,1 1 0,1 4-472,1 0 472,-1 2 0,8 10 0,-7-7-669,6 8 579,-9-12 90,-1-2-140,-3-2 140,-1-3-90,-1-1-90,-1-3 347,0 0-707,-2-3 608,-1-2-158,-2-2 0,-1-3 0,-1-1 0</inkml:trace>
  <inkml:trace contextRef="#ctx0" brushRef="#br0" timeOffset="-138243.75">21968 5906 12750,'-3'-9'989,"-2"2"-899,-2 8 90,-1 2-90,-2 5 0,1 1 0,-1 3 0,-1 1 0,-3 6 0,-1 1-478,-1 3 478,1 1-1,0 0 1,-3 7-180,4-7-449,-5 12-900,5-10-450,1 0 539,3-4 1350,6-9 0,-1 3 0,1 1 0</inkml:trace>
  <inkml:trace contextRef="#ctx0" brushRef="#br0" timeOffset="-137444.75">22311 5798 12480,'1'-11'2878,"0"3"-2788,3 13-90,-2 0 90,1 13 0,-3-2 0,0 5-90,-1 1 90,-1 4-533,0 4 443,-2 2 90,1 2-90,-2 1 90,3-6-90,-1 0-181,2-4 181,-1-4 90,0-1-90,0 0 0,1-2 90,-1-1-90,1 0 0,-1-2 343,1-1-972,0 2 279,0-5-549,-1 3-1170,1-8 2069,0 0 0,-2-2 0,-1 1 0</inkml:trace>
  <inkml:trace contextRef="#ctx0" brushRef="#br0" timeOffset="-136927.75">20330 6358 13649,'-10'-5'1259,"-1"-1"-89,7 4-990,8-3 0,7 2 89,21 0-2140,14 2 1961,-15 1 0,1 0 0,11 2 0,2-1 0,3 1 0,4 0-23,-11 0 1,3 0-1,3 1 1,-1-1-600,5 1 0,2 0 0,-1-1 0,1 1 554,0 0 1,0 1-1,0-1 1,0 0-481,0 0 1,0-1 0,-1 1 0,-3 0 487,0-1 0,-2 1 0,3 0-306,1 0 0,4 0 1,0-1-1,-3 1 276,4 0 0,-3 0 0,2 0-113,-4 0 0,4 0 0,-1 0 1,-4-1 142,-2 1 0,-4-1 0,0 0-30,-1 1 0,-1-1 0,0 1 30,-2-1 0,-1 0 0,-1 0 354,13 0 0,-3 1-384,-4-1 0,-2 0 45,-7 0 0,-1-1 882,22 2-837,-9-1 0,-12 0 1705,-8-1-1705,-6 0 2699,-6 0-2789,-5-2 713,-3 2-1073,-16-2 1018,5 2-1468,-13 0-447,10 3-1262,-1 1-1528,0 0 4047,0 1 0,-6 2 0,-1 1 0</inkml:trace>
  <inkml:trace contextRef="#ctx0" brushRef="#br0" timeOffset="-135880.75">22487 5729 9871,'0'-10'450,"-2"1"-270,0 1 0,-2 1 0,0-1-90,-2 1 90,-1-1 0,-2 0-1,-1 0-89,-1 2 0,-3 1 0,1 0 0,-1 2 0,1 1 0,-1 3 90,-3 3-90,-3 4 0,-3 5-726,-4 4 816,-2 8 0,-1 6-90,-2 7 90,1 6-1745,2 5 1610,15-23 0,1 1 45,1 0 0,0 1-652,1 1 0,1 0 607,2 1 0,0-1-45,1 2 0,2-1 89,1 1 1,1-1-90,2 1 0,1-1 45,1 0 0,1 0 45,2 0 0,1-1-90,2 0 0,1 0 45,0-2 0,3 0 45,7 10 0,2-2-45,-4-9 0,1-2 0,7 7 0,1-3 45,16 4 0,3-7 0,3-4 0,4-8-90,-2-5 90,5-8 0,-1-7-90,-25 1 0,0-2 45,1-2 0,-1-1 0,1-5 0,0-1-45,0-2 0,0-4 45,11-15 0,-1-5-1,-11 8 1,-1-1-725,-5 5 1,1-3 0,-4 1 679,-1-8 0,-4 0 0,0-2 0,-3-1-275,-2 1 1,-2 0 274,-2-5 0,-3-1 0,-3 3 0,-2 0 0,-2-5 0,-2 0-226,-4 3 1,-2 1 225,-2 1 0,-3 1 45,-2 3 0,-3 2-224,-2 2 0,-2 2 179,-3 4 0,-1 2 0,-4 2 0,-1 4 45,-4 2 0,0 3-45,2 5 0,-1 2 194,-1 3 1,0 4-150,0 4 0,0 4-135,0 3 0,-1 3-232,-2 4 0,1 3-263,0 4 0,2 3-450,3 3 1,0 4 1013,6 1 1,1 3-1,0 1 1,4-1 0,0 1-1,1 1 1,-7 10-1,1 0 1,0 1 0</inkml:trace>
  <inkml:trace contextRef="#ctx0" brushRef="#br0" timeOffset="-131855.75">19852 1368 13110,'11'-6'539,"-2"0"-359,-4 4 90,-1 0 180,1 0 89,-1 0-89,0 0-360,1 6 0,-3 0 0,0 8 0,-2 5 0,-3 10-500,0 9 455,-1 2 0,-1 2-1378,2-8 0,-1 2 1378,-1 12 0,-1 2-45,1-12 0,0-1-642,0 1 0,0 1 642,-1-1 0,0 1 45,1 1 0,-1-1-45,0 0 0,0 0 45,0-1 0,0 0-45,1-1 0,-1-1 45,1-1 0,-1 0-424,2-3 0,-1 0 379,-3 22-266,0-5 266,3-8 1787,-1-5-1787,2-5 0,1-6-90,0-4 1447,1-4-1717,0-4 663,-1 0 0,0-21 0,-1-3 0</inkml:trace>
  <inkml:trace contextRef="#ctx0" brushRef="#br0" timeOffset="-131196.75">19932 1506 14279,'-1'-14'-180,"-1"3"180,1 0 90,0 2 0,0 1 0,1 0 90,1 1-90,0-1 90,3 1-1,4-6 1,2 4-90,5-5 90,0 5-90,7-3-459,5 2 459,5 0-1052,7-1 1052,5 1 89,6 1-89,6 1-867,-27 4 1,0 1 776,3-1 0,0 1 45,2 1 0,0 0 0,1 0 0,1 1-45,1 0 0,1 1 45,0 1 0,1-1 0,0 1 0,-1 1-789,2 0 1,-1 1 788,-1 1 0,0 0-45,-2 0 0,2 0-18,11 3 1,-1 0 17,-13-2 0,0 1 0,6 0 0,-2 0 0,6 1 89,-11-1-89,-6-2 635,-7 0-455,-4-2 1324,-2 2-1414,-2-3 2096,-2 2-2096,-2-1 767,-1-1-767,-1 1 35,0 0-35,-2 1-90,0 2 90,-1 3 0,0 2-90,-1 5 90,-1 5 0,1 28-3482,-1-5 3436,-1-9 1,0 2-45,0 21-672,-1-26 1,0 2 671,-1 0 0,1-1 45,-1 2 0,0 1-45,0-1 0,-1 0 0,1 2 0,-1 0 45,0-1 0,-1 0-45,1 0 0,-1 0 0,0-1 0,-1 1-419,1-3 0,-1 0 419,0 0 0,1-1-326,-1-1 1,1 0 325,-4 26 89,0-7-89,1-3 1895,0-8-1805,-4 8-90,1-9 0,0-2 0,0-13 90,3-12 1330,-1-1-1420,-1-3 1468,-2-1-1468,0-3 1445,-2-1-1445,-3-4 0,-2-1 90,-7-2-760,-5-4 670,-10-1-1238,-5-2 1238,-7 0 0,24 6 0,-2 1 0,0 0 0,-2-1 0,-1 1 0,-2 0 0,-3 0 0,-5 0 0,1 0 0,2 1 0,-1 1 0,-1-1 0,-3 0 0,-1 0 0,1 1-993,-12-1 1,4 2 992,14 1 0,3 1 0,0-1 0,1 1-454,2 0 0,1 1 454,-24 0 249,5 2-339,8 0-90,3 0 408,3 2-677,5-2-1,4 1 1698,5 0-2237,4 0-176,3 0-2793,1-1 3994,3 1 1,-3-1-1,0-1 1</inkml:trace>
  <inkml:trace contextRef="#ctx0" brushRef="#br0" timeOffset="-129360.73">20015 934 16528,'11'0'90,"1"-1"-90,-4 1 0,3-1 89,-1 1-89,1 1 0,1-1 0,-1 0 0,0 0 0,-1 1 0,0-1 90,-2 1-90,0 0 0,-2-1-90,1 2 180,-2-1-90,-1 1-90,-2 1 90,-3 3 0,-6 3 0,-1-1 0,-5 1 0,4-3 0,-2 0 0,2 1 0,0-1 0,1 0 0,0 0 0,2 0 0,1 0 0,2 1 0,1-1 0,1 1 0,3 0 90,3 1-90,3 0 0,2 0 0,1 0 0,8 5 0,-5-4 0,10 5 0,-12-7 0,3 2 0,-7-3 0,-2-2-90,-1 0 90,-2-1 0,-6 3 0,-1-2 0,-6 2 0,-1-1-89,-2-1-91,-2 0 0,-1 0-90,0-1-90,1 0-90,1 0-1169,-4 1-450,6-1 91,-3 1 1978,9-3 0,0 2 0,1-2 0</inkml:trace>
  <inkml:trace contextRef="#ctx0" brushRef="#br0" timeOffset="-128892.73">20351 946 12930,'2'-8'449,"1"1"-359,0 3 0,1 1 90,1 0-90,2-1 0,0 0-90,1 0 90,1 0 0,-1 1 0,1 1-90,-1 0 90,1 1-90,-1 0 90,1 0-90,-2 1 0,1 1 90,-2-1-90,0 1 0,-2 0 90,0 3-90,-3 3 0,-2 0 0,-2 4 90,-3 0-90,-2 1 0,-3 0 90,-1 2-90,-2-1 0,-4 3 0,1 0 0,-2 0 0,3 0 0,4-4 0,0-1 0,3-1 0,0-1 0,2 1 0,1-2 0,2 1 90,2 3-180,3-4 180,4 2-90,2-3 0,3-1 0,3 0 0,2 0 0,1-2 0,1-1-90,3 0-90,1-2-90,0 1-90,1-2-90,-2 0-269,0 0-1080,-1 0 360,0-2 1439,-3 1 0,8-3 0,0-1 0</inkml:trace>
  <inkml:trace contextRef="#ctx0" brushRef="#br0" timeOffset="-128613.73">20736 1033 12660,'1'-11'539,"1"1"-449,1 7-90,3 4 90,2 2-90,2 3 0,0 1 90,7 6-90,-4-2 90,7 4-90,-1-1 0,-5-3-90,4 2-180,-7-5-89,-2-1-451,1-1-809,-2-1 720,0-2 899,0-1 0,-1-2 0,-1-1 0</inkml:trace>
  <inkml:trace contextRef="#ctx0" brushRef="#br0" timeOffset="-128421.73">20992 951 12480,'-4'-10'719,"-1"2"-539,1 5-90,-1 2 90,-2 1-90,1 2 90,-2 1-90,-1 2 0,-1 2 0,-1 2 0,-7 8-90,1-2-324,-4 6 54,4-5-180,3-1-179,0-1-1170,1-1 270,1 0 1529,1-1 0,-2 3 0,-1 0 0</inkml:trace>
  <inkml:trace contextRef="#ctx0" brushRef="#br0" timeOffset="-127903.73">21122 875 13379,'6'-8'900,"0"1"-900,0 6 90,1 0 0,1 2-90,-1-1 90,2 0-90,0 1 0,2 0 90,2 0-90,-1 0 90,1 0-90,0 0 0,-1 0 0,1 1 90,-2 0-90,-1-1 0,-1 1 0,-1 0 0,-1 1 0,-1 0 89,-3 1-89,-4 3 0,-2-1 0,-5 3 90,-3-1-90,-3 1 90,-2-1 0,-2 2-90,1-2 90,1 0-90,1 0 90,3-2-90,0 2 0,3-1 90,1 1-90,3-1 0,3 0 90,1 2-90,3-1 0,2 2 90,2 0-90,2 0 0,2 1 0,0 0 0,1 0 90,-1 1-90,-1 0 0,-1-2 90,-2 0-90,-1-1 0,-2 0 0,-2 0 0,-2-1 0,-4 0 0,-1-1 0,-2 0 0,-1-1 90,-3 0-180,0-1 90,-1 0-90,1-1-90,1-1-180,-1 0-89,2-1-181,0 0-1529,2 0 2159,3-1 0,1 0 0,2 0 0</inkml:trace>
  <inkml:trace contextRef="#ctx0" brushRef="#br0" timeOffset="-127410.73">21482 958 13020,'-1'-11'449,"1"1"-449,4 7 90,-1 0-90,4 2 90,-1 0-90,1 1 0,3 0 0,-1 1 90,2 0-180,0-1 90,-1 2 0,-1-1 90,0 1-90,-2 0 0,-1 2 0,-1 0 90,-3 2-90,-3 1 0,-2 1 90,-12 9-90,-1-1 90,-9 7-90,-9 5 90,9-6-90,-16 15 0,21-17-129,-4 5 129,13-11 0,3-1 0,2-1 90,1-1-90,4-1 0,1 0 0,2-1 90,3 0 129,1-1-219,2 0 0,3-2 90,9 2-90,6-3 90,11 0-90,-7-4 0,0-1 0,-10-1 0,-1 0-180,0 0 0,-2-1-90,-1 2-270,-2-2-179,-2 1-1080,-1 0 450,-1-1 1349,-2 1 0,3-2 0,0 1 0</inkml:trace>
  <inkml:trace contextRef="#ctx0" brushRef="#br0" timeOffset="-127120.73">21801 1117 12660,'2'-8'1079,"1"-1"-539,-1 5-180,1-2-180,2 3-1,0 1 1,4 3-90,0 1 90,2 1-90,2 2 90,3 2-90,0 1 0,1 2 0,1 0 0,-1 1-90,2 3 90,-1-1 0,-1 1-90,-2-3-90,-3 0-180,-2-2-90,0 0-270,-2-1-539,-1-1-900,-1-1-89,0-2 2158,-2-1 0,-2-2 0,-1 1 0</inkml:trace>
  <inkml:trace contextRef="#ctx0" brushRef="#br0" timeOffset="-126897.73">22081 1095 13739,'-2'-11'1080,"0"1"-541,1 4-359,-5 6-90,1 2 0,-4 6 0,2 1 0,-2 2 0,-2 3-90,0 1 90,-4 4 0,2-1-341,-4 4 161,3-2 0,-1 2-270,2-3-179,1-1-361,1-2-1259,2-1-359,0-3 2518,2 1 0,-1 3 0,-1 1 0</inkml:trace>
  <inkml:trace contextRef="#ctx0" brushRef="#br0" timeOffset="-126567.73">22539 1035 13829,'-4'-10'360,"0"3"90,1 1-270,0 1 179,1 0 181,-2 0-450,-3 8 0,3-1 0,-3 6 0,3 1-90,0 1 90,0 3-90,-1 0 90,1 3-90,1 0 0,-1 1 90,1 1-90,1 0 90,0 0-90,0 1 0,1 0 90,1-2-180,-1-1 0,1-2-180,0-1-180,-1-1-180,2-1-629,-1-1-810,0-2 2069,3 0 0,0-3 0,1 0 0</inkml:trace>
  <inkml:trace contextRef="#ctx0" brushRef="#br0" timeOffset="-126167.73">22649 1089 14009,'6'-8'2159,"0"1"-2069,-6 13 0,1-2 0,-3 9 0,0-4-90,-1 2 90,1 2-90,0 1 89,-1 1-89,2 2 90,0 1-90,2 1 90,1-1-90,1 1 0,2 0 0,2-1 0,1-1 0,4-2 0,0-1 0,2-4 0,0 0 0,0-4 0,0-2 0,0-1 0,4-7-90,2-3 90,1-12 90,-6 0-90,-4-6 0,-8 5 0,-1-3-456,-4-4 456,-2-3 90,-3-2-90,-2 1 0,0 5 0,-1 4 0,0 5 0,0 4 0,0 4-90,-1 2-180,-1 3-90,0 4-353,-7 5-4863,-2 6 5576,0 0 0,-1 7 0,6-3 0</inkml:trace>
  <inkml:trace contextRef="#ctx0" brushRef="#br0" timeOffset="-125660.73">23032 1010 15538,'7'-8'900,"1"0"-720,-4 5-91,3-2 91,1 2-90,2-1 0,2 2 0,2 0 0,2-1 0,0 2 0,2 0 0,1 0-90,-1 1 90,1 1-90,-2 0 90,-1 0-90,-2 0 90,-2 2-90,-1 0 0,-1 2 90,-2 1-90,-2 1 0,-1 1 0,-4 3 0,-2 0 90,-3 4-90,-3 1 0,-5 5 0,-2 0 0,-2 3-461,-1-1 461,0 0 0,-1 1 0,1-4 0,3-1 0,2-2 0,1-2 0,2-1 0,-1 5 0,4-3 0,1-2 461,5-2-461,1-7 0,3 1 0,3-2 0,1 0 0,3-1 0,1-2 0,1 0 0,3-2 0,1 0 0,2 0 0,2-2-90,1 1 0,2-2-90,0 1-90,3-2-90,-1 1-989,10-4-1080,-11 2-1258,7-1 3687,-12 0 0,7-2 0,0-2 0</inkml:trace>
  <inkml:trace contextRef="#ctx0" brushRef="#br0" timeOffset="-125052.73">23818 1028 15268,'-8'-12'270,"1"1"-90,0 2 90,2 1 0,0 1-90,0 1 89,1 0-89,0 1 90,1 1 90,-2 0-270,-1 5 0,0 2 0,-1 7 0,1 2-90,-1 4 90,-1 1-90,0 8-360,-2 0 450,-1 5-90,-1 0 0,0-1 90,1 1-90,-1-2 0,1 0 90,1-2-90,1-4 0,-1 4 90,2-7-90,0 4 0,2-9 0,3-5 0,4-3 539,7-8-539,0-1 0,7-5 0,-3-1 0,2 0 0,-1-1 0,-1 1 0,1 0 0,-2 1 0,1-1 0,-2 2 0,0 0 0,0 0 0,-1 2 0,0 1 0,0 0-90,5 0 90,-3 2 0,2 0-89,-3 1 89,-1-1 0,0 1-90,0 0 90,1-1 0,-1 0 0,1-1-90,0-2 90,0 0 0,0-2 0,1 0 0,0-1 0,0-1-90,3-4 90,-3 4 0,2-3 0,-5 5 0,0-1 0,-2 3-90,0-1 90,-3 10 0,-3 3 0,-3 10 0,-3 6 0,-3 4-841,-1 7 841,-3 5 0,3 0 0,-1 2 0,3-3 0,3 1-90,0 12-90,3-13-270,1 6-179,2-18-2879,3 7-90,-2-10 3546,2 5 1,-1-6 0,1 0 0</inkml:trace>
  <inkml:trace contextRef="#ctx0" brushRef="#br0" timeOffset="-124255.73">21967 2783 17157,'16'-1'270,"2"1"-180,2 3 0,8 1 0,5 1 0,5 2-2288,7 0 2198,3 2 90,5 0 0,1 2-90,-15-3 0,1 0 45,-11-2 0,1 1-45,8 1 0,-1 0 90,8 2-90,-4-1-179,-5-1 179,-5-1 555,-5-2-555,-5-1 0,-5-1 0,-2 0-90,-3-1 1032,-1-1-1122,-1 0 700,-1-1-880,-1 0-539,-2-1-271,2 0-1978,-3-1 3148,0-2 0,-2-2 0,-2-1 0</inkml:trace>
  <inkml:trace contextRef="#ctx0" brushRef="#br0" timeOffset="-123828.73">22665 2778 14009,'-3'-9'1979,"0"2"-1799,8 5-90,0 2 0,7 3 0,-2 3 0,4 2 0,-1 1-1,3 2 1,2 2-90,1 1 90,0 2-295,1 1 295,-3-3-90,1 0 90,-4-2-90,-1-1 90,-1 0-90,-2-1 0,-1-2 0,-1 0 0,-1-1 295,-1-2-295,-1 1 0,0-2 0,-1 0 90,2 1-90,-3-1 0,-2 3 0,-3-3 90,-4 1-90,-1-1 0,-2 1 0,-3 1 0,-2 3 0,-5 3 0,-1 2-376,-3 2 376,0 0 0,-11 8 0,8-5 0,-13 13-90,19-14-90,-3 2-90,12-8-90,3-3-180,0 0-269,2-1-1530,2-1 2339,1-2 0,4 2 0,1-1 0</inkml:trace>
  <inkml:trace contextRef="#ctx0" brushRef="#br0" timeOffset="-123110.73">23195 2926 15538,'2'-8'1709,"1"-1"-989,-1 3-181,0 0 271,0-1 89,1 2-629,-5 1-180,-7 5 0,-5 2 0,-8 8 0,0 0-90,-3 4 90,1 2-657,-1 3 657,2 2-90,2 2 0,0 0 0,4 2 0,1-1-90,4 0 0,2-3-90,3 7 0,4-9 90,1 5-89,4-10 89,2 0-90,2 1 90,2-2 567,2 0-747,10-1 180,-4-4 0,7 0 0,-8-6 0,2-2 0,-2-2 90,2-1-90,-2-3 0,0-1 90,-2-1-90,0-2 90,-2-1-90,-2-1 90,-2 0-90,-2 0 90,0 0 0,-3 1-90,-1 1 90,-1 0-90,-2-2 90,-2 0-89,1 1 89,-1 1-90,1 4 0,0 0 90,6-1 0,-1 3 0,5 1-90,-1 0 90,2 1 0,2-1 0,1 0 0,0-1 0,1 1 0,1-1 0,1 0 0,0 1 0,-1-1 0,-1 0 0,3 0 0,-1 0-90,-1 1 90,-3 0 0,-4 4 0,-2 0 0,0 4 0,-3 0 0,-2 4 0,-2 1 0,-1 5 0,-2 1 0,0 3 0,-2 3-255,0 1 255,0 0 0,-4 13 0,5-11 0,-3 8 0,6-13 0,1 4 0,2-8-90,0 3-90,3-8-179,2-3-181,0-2 75,2-2-794,0-3-990,2-1-809,0-3 3058,2-1 0,6-7 0,2-2 0</inkml:trace>
  <inkml:trace contextRef="#ctx0" brushRef="#br0" timeOffset="-122579.73">23683 3066 14549,'1'-13'1259,"0"3"-539,-1 2 899,1 2-1529,-5 8 0,2 2-1,-5 10 1,0 2 0,-2 3-90,-1 5-377,-3 3 467,0 1-90,0 2 90,0-2 0,-5 14-90,5-13 0,-3 6 0,7-15 90,1-4-90,2-2 0,1-3 0,1-1 0,1-3 90,0-2-90,6-14 467,0 1-467,6-13 0,1-1-579,1-3 579,3-7 0,-3 5 0,2-2 0,0-4 0,1-1 0,1-1 0,-1 0-642,0 0 1,-1 4 641,5-9-763,3-5 763,-8 18-84,2-2-6,-8 18 610,0 3-520,-1 5 1233,1 5-1233,-1 5 932,0 6-932,-1 5 0,-1 5 0,-2 2 0,0 3 114,-2 5-114,0 2 0,0 6 0,0-13 0,1 1-922,1 14 922,2 9 0,-2-21-486,3 4 486,-2-10 0,2 4 0,-1-13 90,0-3-180,1-1 0,0-4 784,1-2-1054,0-3 445,0-2-895,0-3-539,-1-3-1170,0-1-1348,1-4 3867,-3-2 0,0-9 0,-2-2 0</inkml:trace>
  <inkml:trace contextRef="#ctx0" brushRef="#br0" timeOffset="-122351.73">23679 3155 16348,'7'-1'1259,"-6"0"-1169,19 1 0,-9-1 0,2 1-90,0-1 0,2 0-90,0 0-180,2-1-180,-1 0-449,2-1-1620,-3-2-1618,2-1 4137,-3 0 0,4-4 0,0-1 0</inkml:trace>
  <inkml:trace contextRef="#ctx0" brushRef="#br0" timeOffset="-122068.73">24060 2991 15628,'2'-11'1439,"-1"3"-719,1 1-540,4 10 0,-2-1-90,2 8 89,-4 2-89,1 3 0,-2 3 0,-1 3 0,-1 2 0,-1 7 0,-2 1-689,-1 4 599,-1-1 90,1 2-90,0-1 90,0-3-507,2-3 417,1-5-294,0-3 24,0-3 0,1-2-180,0-2 568,0-3-928,1-3-2621,0-1 3431,2-3 0,-2-2 0,2-1 0</inkml:trace>
  <inkml:trace contextRef="#ctx0" brushRef="#br0" timeOffset="-121746.73">24115 2973 14998,'-2'-10'810,"1"-1"-360,0 4-360,1-1 90,2 2-1,0 1-89,4 2 0,1 2 0,4 0 0,2 1 0,5 1 0,3 1 0,5 3-90,4 2 90,4 2 0,1 0-90,15 8-937,-15-3 937,8 4 0,-22-5 4,-2 4-4,-8-4 0,-2 2 0,-9-3 90,-5 1-90,-3 0 0,-7 4 0,-3-1 599,-5 0-509,-1 0-90,-1-1 0,0-2 0,0-1 0,-1 0-31,3-1-59,1-1-810,-2 2 1,7-5-1620,-2 3-1439,8-5 3958,2-1 0,-4 2 0,-1 0 0</inkml:trace>
  <inkml:trace contextRef="#ctx0" brushRef="#br0" timeOffset="-121296.73">22934 3945 16438,'14'-1'809,"0"0"-539,-3-1 0,3 1-90,2-1 0,5 1 0,1 0-1,9 1-89,0-1 90,6 0-929,0-1 839,1 1 0,0-1 0,-1-1-90,-1-1 0,-1 0-602,-4-1 332,-5 1-179,-5-1-91,-5-1-360,-4 0-449,-3 0-278,-4 0-1881,-2 0 3623,-5-1 0,-6-3 0,-4-1 0</inkml:trace>
  <inkml:trace contextRef="#ctx0" brushRef="#br0" timeOffset="-121028.73">23223 3781 15268,'-1'-9'2339,"5"17"-2249,-3-2 0,3 17 0,-4-6 0,-1 3 0,0 1 0,-2 2-90,-1 6 90,-1-2 0,1 1-90,-2 7-90,3-11-205,-1 7 25,2-11-89,2-3-181,0-2-180,1-2-1888,1-1-1530,1-3 4138,1 0 0,3 0 0,1 0 0</inkml:trace>
  <inkml:trace contextRef="#ctx0" brushRef="#br0" timeOffset="-120643.73">23742 3766 14998,'2'-9'270,"1"1"360,-2 2 269,1 2-179,-1-2 90,1 1-361,-2 14-359,-3 10 0,0 6 0,-3 7-369,2-10 369,-2 5-90,-1 2 90,0 4-90,0-1 90,0 1-90,0-3-500,2-3 500,0-2 0,1-2-34,0-2-56,1-1 346,1-2-436,1-3-180,0 0-89,0-3 428,1-2-968,1-2-593,1-2-3994,0-2 5576,2-2 0,-2-1 0,1-1 0</inkml:trace>
  <inkml:trace contextRef="#ctx0" brushRef="#br0" timeOffset="-119368.73">23859 3892 14189,'5'-11'90,"0"1"90,-3 6 989,1 0-989,0 0 90,1 5 359,-1 0-449,1 4 270,-1-2 270,1-1-181,0 0-449,-4 4 0,0-1 0,-4 3 0,1-2 0,1-1 90,0 0-630,0-1 540,2-10 720,-1 3-720,4 6-90,-2 1 0,2 16 0,-3-10 90,-1 6-90,0-5 0,0 2 0,0 6 0,0-4 0,-1 4 0,2-7 0,-1 0 0,1-1 0,-1-1-90,1-1-90,0-2 0,0 0-180,0-1-719,1-1-900,1 0 1979,1-2 0,-1-1 0,0-1 0</inkml:trace>
  <inkml:trace contextRef="#ctx0" brushRef="#br0" timeOffset="-118995.73">23894 3852 15088,'-2'-11'990,"0"-1"-720,2 5 269,0 0 1,0 0-180,0 1 0,1 1-1,2 1-269,2 2 90,2 1 0,6 4-90,-2 1 0,3 2 0,-2 1-90,0 1 90,1 2 0,7 8 0,-6-3-90,3 5 0,-7-5 90,-2 1-90,-3 0 0,0 0 0,-2 0 90,-2-1-90,-2 0 0,-2 0 0,-3 6 0,-3-4 90,-6 9-90,4-12 0,-5 2 0,6-6 0,-2-2 0,1 0-180,-3 1 90,4-2-90,-1 0-180,3-3 0,3-1 360,0 0 0,15-9 0,5-2 0</inkml:trace>
  <inkml:trace contextRef="#ctx0" brushRef="#br0" timeOffset="-117913.73">24346 4022 14908,'2'-10'450,"1"2"-90,-2 2-90,0 0 90,1 1 269,-1-1-269,2 0 90,-2 1 0,2-3 179,-2 3-359,-3 0-270,-4 6 90,-2 1 0,-2 6-90,2-1 180,-6 7-180,-2 3 90,0 0-90,2 1 0,5-6 0,1 2 0,3-2 0,0 1 0,2-2 0,1-2 0,3 0-90,0-1 90,3 1 0,1-2 0,2-1 0,2-1 0,1-1 0,2-1 0,1-1 0,1-2-90,9-3 90,4-5 0,0-1 0,-1-4 0,-10 3 0,-1-1 0,-2-1 90,-1 1-90,-3 1 0,-1 0 0,-2 1 0,0 1 0,-1 1 0,0 1 90,-1 2-90,-4 8 0,0 1 0,-5 13 0,2-6 0,-2 5 0,2-4 0,0 1-90,2-1 90,-1 1 0,2-2 0,0 1 0,2-1 0,0-1-90,0-1 90,3 0 0,0-2-90,2 0 90,1-1 0,0-1-90,1-1 90,0-2 0,0 0 0,-1-1-90,5-3 90,-4-1 0,2-2 0,-3-1 0,-2 0 0,0-2-90,-1 0 90,-2 0 0,0-2 0,-2 0 0,-1 0 0,-2-1 0,0 0-90,-1-1 90,-2 1 0,1 0 0,-1 1 0,-1-3 0,1 4 0,0-1 0,0 2-90,2 0 90,0 0 0,3 1 0,2 2 0,2-1 0,1 2 0,0-1 0,2 0 0,0-1 0,3 0 0,-1 0 0,2 0 0,-1-1 0,1 0 0,-1 0 0,-1 1 0,-1 0 0,2-1 0,-3 1-90,3-1 90,-3 5 0,-3 3 0,-1 4 0,-4 2 0,0 2 0,-2-1 0,0 3 0,0 2 0,0 0 0,-1 2 0,1-1 0,-1 0 0,0 5 0,1-6 0,0 2 0,2-6 0,0-1 90,1-1-90,3-2 0,3-6 0,-1-2 0,3-4 0,-2 0 0,2-2 0,1-1 0,1-2 0,0 0 0,5-6 0,-3 5 0,3-3 0,-6 6 0,0 0 0,-1 3 0,2 0 0,-3 3 0,4 3 0,-6 3 0,1 4 0,-3 0 0,0 1 0,-2 2 0,1 1 0,-1 1 0,0 1 0,0 0 0,1 0 0,-2 0 0,1-1 0,1 0 0,0-2 0,1 1 0,0-2 0,0 0-180,3 1-90,-1-3-89,3 1-181,-1-4-270,0-2-539,0 0-989,-1-2-1170,0-1 3508,0 0 0,3-4 0,1-1 0</inkml:trace>
  <inkml:trace contextRef="#ctx0" brushRef="#br0" timeOffset="-117563.73">25044 4101 15088,'0'-13'1350,"-1"1"-811,1 5 631,-1 0-541,1-2 361,0 3-271,0-5 900,0 5-1529,1 16 90,-1-5-90,2 16 90,-1-10-90,3 9 0,-2-6-90,3 6 0,-2-11 0,1 0 0,0-2 0,1-1 0,-1-1 90,2-2-90,0-2 0,1-3 0,1-1 0,6-8 0,-1 0 0,3-6 0,-1-3 0,0-3 0,12-15 0,-7 9-631,7-7 631,-12 15-90,-1 3 0,-3 4 0,-3 4-90,0 2 0,-2 3-630,-2 2 271,1 5 450,-4 3-990,-1 4-540,-2 0 0,-2 3-4767,-9 14 6386,0-4 0,-12 14 0,3-7 0</inkml:trace>
  <inkml:trace contextRef="#ctx0" brushRef="#br0" timeOffset="-117122.73">23494 4265 14729,'-26'-3'-180,"3"1"270,2-1 0,2 1 89,1 0 1,1 0 90,1 0 90,3 1-90,2 0 0,1 0 90,1 0-91,1 0 1890,2 1-1889,15-1 0,1 1-90,21 0 0,0 1 0,10 1-1,-3 0 1,2 0-1261,-8 0 0,1 0 1126,15 1 0,1 1-1044,-7 0 1,-1-1 1042,4 1 1,0 1 0,3-1 0,3 0 15,-4 1 0,3 1 0,-2-1-992,8 0 0,-1 0 932,-7 0 0,1 1 0,-2-1 45,4 1 0,-3-1-538,1 0 0,-2-1 538,-3 1 0,-2-1-16,-1 0 1,-1-1-30,-6 1 0,0-1 260,-3 0 0,0-1-260,20 3 0,-9-3 0,-11-2 1578,-8-1-1668,-5-2-180,-2-2 1,-7 1 743,-2-1-4252,-11-2 3134,-2 3-3044,-2-3 4025,0 6 1,2 0-1,0 1 1</inkml:trace>
  <inkml:trace contextRef="#ctx0" brushRef="#br0" timeOffset="-116204.73">22772 2744 14908,'-1'-9'1350,"-5"16"-1260,3 3 0,-5 21-1972,2 1 1972,-4 14-1521,0 7 1476,4-23 0,-1 2-45,-1 6 0,0 2 44,-2 2 1,0 2-852,-1 5 0,-1 2 852,-1 2 0,0 0-45,0 1 0,0 0-805,0 1 1,0-1 804,0 0 0,0-1 45,1-1 0,0-1-45,1-2 0,0-1 0,2-4 0,0-2-318,1-2 1,1-1 317,0-4 0,1-1 32,0-2 1,0 0 11,1-1 1,1-1 312,-1 5 0,1-1-357,-1 13 1288,1 2-1378,5-26 1760,0-6-2120,3-4 1022,1-5-3001,2-2 141,2-6 2288,3-3 0,6-10 0,3-4 0</inkml:trace>
  <inkml:trace contextRef="#ctx0" brushRef="#br0" timeOffset="-115221.73">22717 2847 14639,'3'-10'-360,"0"1"450,0 4 0,1 0 90,2 1 0,2-1-1,4 0 1,4 0 90,4 1-840,10 0 750,10 0 90,12 0-180,-21 3 0,1 0-45,3 0 0,1 1-1232,7 1 0,2 0 1277,3 0 0,1 1-1156,5 0 1,1 1 1110,1 0 0,1 1-15,-19-2 0,1 0 0,0 1 0,0 0 0,1 0 0,-1 0 0,1 0 0,1 0 0,0 0-521,-1 0 0,1 0 1,-1 1 520,0-1 0,0 0 0,3 0-8,-1 0 1,2 0-1,0 0 1,-2 0-89,2 0 0,-3 0 0,2 0 66,11 1 0,2 0 0,-6 0 45,-1-1 0,-4 0-45,-3 0 0,-1 0 45,-6-2 0,-1 0-45,-4 0 0,-2 0 0,22-1 1146,-12 0-1056,3-3 0,-16 1 0,2-2 0,-13 1 1846,0 1-1846,-4-1 2857,0 1-2857,-2 1 1524,0-1-1524,-1 0-90,-1 1 90,1 0-90,0 1 0,0 1 90,0 2-90,3 3 0,-4-1 0,2 2 90,-3-1-90,2 2 0,-2-2 0,1 2 0,-2-2 0,-1 0 0,0 2 0,0-1 0,0 2 0,-1-1 0,0 3 0,1 0 0,-1 0 0,-1 2 0,1 0 0,-1 3 90,0 1-90,0 11 0,0-3-463,0 8 463,-1-5 0,0 5 0,-2 3 0,1 6-1416,-3 7 1416,0 3 45,1-22 0,-2 0-45,1 0 0,-1 1 0,0 1 0,-1-1 0,0 1 0,1 0 0,-1 0 0,0 0-669,1 1 0,-1-1 669,0 0 0,0-1 0,0 1 0,1-1 0,-1-1 0,0 1-181,0 10 1,-1 1 180,2-12 0,0 2 44,-2 16 1,1 2-537,2-14 0,0-2 492,1 1 0,-1-1 0,2-5 0,0-2 604,-1 7-604,2-2 0,-2-6 1208,2-4-1208,0-1 407,-1-4-407,1-1 1810,-1-1-1810,1-3 532,0-1-532,0-1 182,0-2-182,0 0 0,0 0 0,0-2 0,0 5 0,0-5 0,0 4 0,0-4 0,0 1 0,1 0 0,-1 1 0,1-1 90,-1-2-90,0 1 0,-3-2 0,0-2 0,-5-3 0,1 0 0,-4-1 0,-1-1 0,-3-1 0,-4 1 0,-24-9 0,2 3 0,-4-2 0,-3-1-1297,16 4 0,-1 0 1252,-17-5 0,-1-1-45,12 4 1,0-1-46,-5-1 0,0 0-180,0 0 0,0 0-225,-1 0 1,1 0-316,0-1 1,0 1-316,1 1 1,0-1-630,4 3 0,0-1 1799,2 2 0,-1-1 0,-10-1 0,-3-1 0,-2 0 0,0-1 0</inkml:trace>
  <inkml:trace contextRef="#ctx0" brushRef="#br0" timeOffset="-38506.74">16738 4042 24575,'-4'-3'0,"-4"1"0,-7 2 0,-6 0 0,-7 3 0,0 3 0,-4 4 0,-4 6 0,-7 9 0,-1 4 0,3 3 0,2 0 0,8-2 0,-1 1 0,3 0 0,5-1 0,4-1 0,-3 10 0,10-12 0,-6 12 0,9-12 0,1 4 0,2 0 0,1-1 0,3-4 0,1-4 0,1-3 0,1-5 0,0-5 0,0-1 0,0-2 0,1-1 0,2 0 0,1 2 0,5 5 0,3 5 0,3 6 0,7 8 0,4 8-550,-9-14 0,1 1 550,3 4 0,0-1 0,-1 1 0,1-1 0,-1-1 0,0 0 0,-1-2 0,1 0-164,-2-3 0,0 0 164,17 19 0,-4-7 0,-6-6 0,0-6 0,-1-6 0,-2-3 0,-3-5 1081,5 2-1081,-6-4 347,7 1-347,-5-2 0,3 1 0,1-1 0,1 1 0,1 0 0,4 0 0,1 0 0,1 1 0,2-2 0,0-1 0,-1-1 0,-1-1 0,-4-2 0,-3-1 0,-3 0 0,-5 0 0,-2 0 0,-3 0 0,0-1 0,0-2 0,0-3 0,1-5 0,-2-5 0,0-3 0,1-4 0,1-7 0,1-3 0,2-8 0,0-5 0,0-3-532,0-3 532,-1 2 0,-7 16 0,-1-1 0,3-20 0,-5 19 0,0-1 0,-3 8 0,0 1 0,1-26 0,-2 5 0,-1 1 0,0 4 0,0-3 0,0-5 0,0 1 0,0 1 0,0 3 0,0 7 0,0 1 0,-1-1 0,-1 4 0,-1 5 0,1 8 0,1 6 0,-2 3 532,0 3-532,0 1 0,0 3 0,0 0 0,0 3 0,-1-1 0,-2 2 0,1 0 0,-1 1 0,-1-1 0,-2-1 0,-1 1 0,-2-1 0,-2-1 0,-11 1 0,6 0 0,-12-1 0,7 2 0,-7 1 0,-5-1 0,-4 0 0,-1 1 0,-2 0 0,2 1 0,-3 1 0,0 0 0,2 0 0,0 0 0,4 0 0,2 0 0,3 0 0,3 0 0,7 0 0,3 0 0,3 0 0,4 0 0,1 0 0,1 1 0,2 1 0,2 0 0,1 2 0,0 0 0,1 0 0,-1 1 0,1 0 0,1 0 0,0 1 0,0-1 0,-1 2 0,1-2 0,-1 2 0,3-3 0,-1 2 0,0-1 0,1 0 0,-1 0 0,0-1 0,1-1 0,-1 2 0,0 0 0,1 0 0,-1-1 0,1-1 0,1-2 0</inkml:trace>
  <inkml:trace contextRef="#ctx0" brushRef="#br0" timeOffset="-35464.74">19156 4044 24575,'-13'-3'0,"-7"1"0,-11 2 0,-7-1 0,-6-4 0,-3-2 0,0-2 0,-3 0 0,3-1 0,1 0 0,2 0 0,4 4 0,6 2 0,6 2 0,6 2 0,1 0 0,1 0 0,2-1 0,1 1 0,1 0 0,-1 0 0,5 1 0,-2 1 0,6 2 0,1 1 0,0 1 0,2 0 0,0 3 0,0 0 0,2 0 0,-2 1 0,1 0 0,-1 1 0,0 1 0,-3-1 0,1 1 0,-2-2 0,-1 0 0,1-1 0,-2 0 0,-1 0 0,-2 1 0,-2 0 0,0 1 0,-1 3 0,-1 2 0,-3 3 0,-3 2 0,0 2 0,0 3 0,3 2 0,2 1 0,3-2 0,4-3 0,2-3 0,3-3 0,1 0 0,4-6 0,0 0 0,2-5 0,0 3 0,0 1 0,0 4 0,0 3 0,0 5 0,0 1 0,0 2 0,0 0 0,0 0 0,0 0 0,0-2 0,0-3 0,0-2 0,1 0 0,5 1 0,6 4 0,7 6 0,5 4 0,4 7 0,-1 0 0,1 2-443,-12-20 0,0 1 443,1 1 0,1 1 0,1 1 0,1 1 0,1 0 0,0 0 0,-2-5 0,-1 0 0,0 0 0,0-1 0,1 0 0,0-1-267,17 18 267,-16-18 0,0-1 0,16 17 0,-4-6 0,-5-4 0,-5-6 0,-3-3 0,1-1 0,-1-2 874,-2-2-874,-3-4 279,-4-2-279,-2-1 0,-1-2 0,0-1 0,0-1 0,0-2 0,-1 0 0,-1 0 0,0-1 0,1-2 0,-2-1 0,1-3 0,0-2 0,0-2 0,1-3 0,0-1 0,0 0 0,2-2 0,1-6 0,4-6 0,1-7 0,3-6 0,4-7-503,-2 1 503,2-2 0,-2 0 0,-2 2 0,-6 15 0,0 0 0,2-10 0,-5 15 0,-1 0 0,0-3 0,0-3 0,0 5 0,0 1 0,0 3 0,-1 2 503,1 3-503,-1 1 0,0 3 0,1 2 0,-1 0 0,-1 3 0,1 1 0,0 0 0,1 0 0,0-2 0,0-1 0,1-3 0,1-6 0,3-8 0,-1-5 0,1-2 0,-2-1 0,-2 1 0,0-1 0,0-1 0,-2 3 0,-2 2 0,-2 4 0,-2 6 0,1 4 0,-1 5 0,0 3 0,0 5 0,0 0 0,-2 3 0,0 0 0,-2 2 0,-1 0 0,0 1 0,1 1 0,0-2 0,1 1 0,-2 0 0,-1 0 0,-1 0 0,1 0 0,0-1 0,0 1 0,1 0 0,-2-1 0,-1 1 0,-2-2 0,-2 1 0,0-1 0,-1-1 0,-1-1 0,-8-6 0,7 5 0,-7-5 0,9 5 0,-1-2 0,0 2 0,1 0 0,2 2 0,2 2 0,1 0 0,2 2 0,0-1 0,1 1 0,-1 0 0,1 0 0,0 0 0,1-1 0,-1 0 0,0 0 0,0-1 0,0 2 0,2 0 0,1 0 0</inkml:trace>
  <inkml:trace contextRef="#ctx0" brushRef="#br0" timeOffset="-30188.73">16522 5054 24575,'25'0'0,"7"-1"0,12-4 0,3-1 0,4-4 0,-6-1 0,-3 0 0,1 0 0,-2 1 0,1 1 0,-6 1 0,-5 1 0,-6 2 0,-7 0 0,-4 2 0,-2 0 0,1-1 0,-1 2 0,2 1 0,-2-1 0,-1 1 0,0-1 0,-1 1 0,-4 1 0,1 0 0,-2 0 0,0 0 0,1 0 0,-1 0 0,-2 0 0,-2 0 0,1 0 0,-2 0 0</inkml:trace>
  <inkml:trace contextRef="#ctx0" brushRef="#br0" timeOffset="-28079.73">20089 5100 24575,'21'0'0,"4"0"0,12 0 0,1 0 0,0 0 0,2 0 0,-1 0 0,-1 0 0,-5 0 0,-7 0 0,-5 0 0,0 0 0,-4 0 0,-3 0 0,-4 0 0,-2 0 0,-1 0 0,-1 0 0,-3 0 0,-3 0 0,-2 0 0</inkml:trace>
  <inkml:trace contextRef="#ctx0" brushRef="#br0" timeOffset="-24864.73">16692 3026 24575,'0'14'0,"0"6"0,0 12 0,4 11 0,4 7-682,-2-21 1,1 2 681,2 1 0,1 1 0,2 2 0,-1 3 0,5 13 0,-1 0 0,-2-13 0,-1 0 0,2 9 0,-1-1 0,-5-17 0,0-2 0,0 3 0,0 0-25,-1-3 1,0 1 24,0 0 0,-1 0 0,5 21 0,-2-5 0,-1-8 0,-3-7 0,-1-8 1010,-2-5-1010,-2-5 402,0-4-402,0-1 0,0-3 0,0-9 0,0-3 0,0-9 0,0 1 0,0-4 0,0-3 0,0-4 0,0-4 0,0-12 0,0 10 0,-1-6 0,0 17 0,-1 0 0,0 4 0,0 3 0,-1 3 0,0 3 0,0 2 0,0 1 0,0 1 0,0 1 0,0-1 0,0-1 0,1 0 0,0 1 0,-1 0 0,0 1 0,0 1 0,0-1 0,1-1 0,-1 2 0,-1 0 0,0-1 0,-1 2 0,0 0 0,0 1 0,2 0 0,-1 1 0,-1 0 0,0 1 0,0 0 0,1 0 0,1-1 0,4-1 0,6 1 0,6-2 0,4 2 0,4-1 0,2 0 0,3 2 0,9-2 0,0-2 0,3-4 0,2-3 0,-3-1 0,4-1 0,-2-1 0,-1-1 0,-4 1 0,-7 1 0,-5 2 0,-7 3 0,-5 2 0,-2 1 0,-4 1 0,-1 0 0,-2 0 0,-1-1 0,-1 0 0,-1 2 0,-4-1 0,-1-2 0,0 0 0,-1-2 0,-1-2 0,0-2 0,0 0 0,0-3 0,-1-5 0,-2-5 0,-2-6 0,-1-2 0,1-1 0,2 4 0,2 3 0,2 4 0,3 5 0,3 5 0,1 4 0,3 7 0,1 3 0,2 5 0,0 3 0,1 2 0,-1 1 0,2 1 0,-1 3 0,0 1 0,1 2 0,-1 3 0,1-1 0,0 3 0,0 6 0,0 5 0,0 4 0,0 5 0,1 4-477,-2-19 1,0 1 476,1 2 0,1 0 0,0 1 0,0-1 0,0 0 0,0-1-264,7 24 264,-2-4 0,-3-9 0,-1-10 0,-2-8 0,-1-8 0,-3-5 940,-1-4-940,-2-3 277,0-5-277,0-3 0,0-1 0,0 2 0</inkml:trace>
  <inkml:trace contextRef="#ctx0" brushRef="#br0" timeOffset="-22561.73">18410 3020 24575,'-3'14'0,"1"9"0,2 15 0,0 13-784,1-20 0,0 0 784,0-1 0,1 0 0,1 0 0,0 0 0,6 25 0,2-2 0,3 1 417,0-10-417,-2-6 282,-3-10-282,-2-7 0,-1-5 0,0-4 796,-2-4-796,0-1 73,-1-2-73,-2 0 0,1-1 0,1-2 0,0-1 0,2-1 0,0 0 0,0 0 0,-1-1 0,0-1 0,-1-2 0,0-1 0,2 0 0,0-1 0,0-2 0,1-2 0,1-1 0,0-3 0,2 1 0,0-2 0,0 0 0,1-1 0,-2-1 0,-1 1 0,0-2 0,-1 3 0,-1 1 0,-2-1 0,-1 2 0,0 0 0,-1 1 0,1 2 0,-2 1 0,0-1 0,0 0 0,0 0 0,0 0 0,0 1 0,1 2 0,0 0 0,0 1 0,2 2 0,-1 1 0,1 2 0,-1 3 0,-1 3 0,-1 2 0,1 1 0,1 3 0,0 1 0,-1 4 0,-1 1 0,0 0 0,0 2 0,0 0 0,3 8 0,-1-7 0,3 9 0,0-8 0,3 1 0,1-1 0,1-2 0,1-3 0,0-1 0,1-3 0,-1-3 0,-1-1 0,-1-2 0,-1-2 0,-2-1 0,0-2 0,-1-1 0,2 0 0,-1 0 0,0 0 0,0 0 0,-1 0 0,0 0 0,0 0 0,1-1 0,-1-1 0,0-2 0,1-1 0,-2 0 0,0-2 0,0 0 0,-1-1 0,1-4 0,-1 0 0,0-4 0,2-2 0,-1-4 0,0-2 0,-1-2 0,0-2 0,1-3 0,-1-5 0,1 0 0,0 2 0,0 3 0,-1 1 0,1 3 0,-2 0 0,1 3 0,-1 2 0,0 2 0,-1 2 0,-1 1 0,0 1 0,0 1 0,0 3 0,0 1 0,1 2 0,0 1 0,1 0 0,-1 2 0,0 1 0,0 3 0,1 3 0,-1 2 0,-2 2 0,0-3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5:43.01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8923 11831 7353,'-35'-5'1439,"4"1"-629,2 8-1,8-1-89,0 2 539,9-1-539,32 6-541,10-4 1,6 0-289,-5-1 1,2 1 0,4-1 144,0 0 0,4 1 0,3-1 0,1 0 0,0 0-281,-1 0 1,1 0 0,2 0 0,0 0 0,-1 0 0,-1 0 244,4 0 0,-2 1 0,0-1 0,3 0 0,4 1-315,-9-2 1,4 0 0,3 1-1,2-1 1,0 1 0,-1-1-1,-3 0 1,-3 0 0,-6-1 314,9 1 0,-8 0 0,-1-1 0,8 0-10,-10-1 0,6 1 0,3-1 0,2 1 0,0 0 0,-1-1 0,-2 1 0,-6-1 0,-5-1 26,11 1 1,-9-1 0,3 1 27,4-1 1,5 0 0,-2 1 0,-9-1 0,-6 0 0,-5 0 45,10 1-180,-11-2 106,-17 0-3293,3-1 2642,-17 7 0,-4-2 0,-11 6 0</inkml:trace>
  <inkml:trace contextRef="#ctx0" brushRef="#br0" timeOffset="4152">14734 7945 7533,'7'-20'1169,"0"0"-629,-4 11-360,0 0 269,-1 2 1,-4 37-360,1-13 0,-5 23 0,0 8 0,-1-5 0,1 4-113,0-7 1,-1 5-1,0 2 1,1-3-98,0 7 0,1-2 0,0 0 90,-1-1 0,1 0 0,1-5-15,2-4 0,2-7 45,2-10 0,2-16-88,6-37 111,1-8-13,-4 8 1,0-1 87,-1 1 0,2 3 120,17-9 93,-3 9-133,23 18 39,-22 8-72,5-2 1,-1-1 42,-6 0-36,6-6 1,1-4-100,-4-5-57,-6 3 0,-1-3-70,-4-7 1,-3-3-1520,-3-3 0,-2-1 1535,1 6 1,-1 1-732,-3-2 1,-2 4 834,1 15-15,-1 42 75,0 1 0,1 6-72,-2 6 0,1 2-36,2-9 0,-1 2 0,1-3 21,1 1 1,0-2-43,0-5 1,1-1-181,3 6 1,2-3-2454,8 2 2640,4 10 1,0-25 0,-6-12-1</inkml:trace>
  <inkml:trace contextRef="#ctx0" brushRef="#br0" timeOffset="4436">15393 8350 9691,'-3'-11'2094,"0"3"-893,42 24-798,-2 7 0,5 3-525,-9-6 1,1 0 0,0 1-72,-2 0 1,0 1-1,-1-2-1446,10 4 1,-7-5 1092,-8-5 0,5-1 0,-25-14 0</inkml:trace>
  <inkml:trace contextRef="#ctx0" brushRef="#br0" timeOffset="4619">15858 8400 9602,'-8'-38'449,"1"6"721,-7 7-181,-32 37-809,12-14-90,9 18 0,-5 13 0,0 3 0,5-4-360,3-1 0,2 1-823,-9 12 1,-2 5 0,8-6 1027,4 7 1,12-20 0,3-2 0,7 2 0</inkml:trace>
  <inkml:trace contextRef="#ctx0" brushRef="#br0" timeOffset="5270">16136 8123 9871,'-7'-27'2879,"10"15"-2609,3 14-46,4 18 1,0 9-1318,-3 2 1,0 3 0,-1-1 740,2 3 0,0 1 518,0 10 1,0 5-1,1-9-256,0-16 0,0-2 45,-2 13 1,6-6-46,17-21 0,1-13 180,1-20-45,5-6 0,0-5-1,-20 8 1,-3-1-45,0-2 0,1 7 0,1 20 0,-12 9-45,1 17 1,-2 3 44,0-5-135,5 13 0,3-2 135,3-10 0,4-1 0,5-8 90,8-26 0,-1-10-90,15-2 44,-22-7 1,3-14 0,-3-1 0,-4 7-45,-7 9 0,-2-2-90,2-9 0,2-10 0,-1 2 1,-6 11-1530,-6-1 1079,-5-11 540,-5 66 0,0 12 0,2 14 0</inkml:trace>
  <inkml:trace contextRef="#ctx0" brushRef="#br0" timeOffset="5569">17185 8315 10411,'-5'-14'1439,"0"-1"-1079,5 4 450,38 38-631,-1 4-119,-10-5 0,3 5 0,-1-2-300,-5-4 0,-2 0 1,0-1-121,9 10 0,-1-2-1034,-5-5 0,-1-5 1394,-4-8 0,-3-5 0,-7-7 0</inkml:trace>
  <inkml:trace contextRef="#ctx0" brushRef="#br0" timeOffset="5769">17499 8368 10321,'-8'-20'450,"1"4"629,-6 16-899,4 4 225,-26 24 0,-5 8-315,4-3-383,9-7 1,-7 7 0,-1 2-1,6-6-472,5-3 1,1-1 764,-3 5 0,-2 2 0,5-2 0,-1 11 0,8 1 0</inkml:trace>
  <inkml:trace contextRef="#ctx0" brushRef="#br0" timeOffset="6103">18115 8182 10681,'4'18'2698,"-3"4"-2668,-1 15 0,0 12 0,-1-5-75,1-14 0,-2 0-270,0 5 0,0 6 1,-1 1-1,2-9-944,1 12-380,0-11 1,1-4 1490,1-5 0,2-14 1,-1-8-1</inkml:trace>
  <inkml:trace contextRef="#ctx0" brushRef="#br0" timeOffset="6353">18266 8085 9512,'-7'-13'2338,"29"1"-2158,-10 10-90,18 1 0,2 0-180,-8 2-675,9-2 1,1 0-2513,-6 1 3196,10-1 1,-18 3 0,-7 1 0</inkml:trace>
  <inkml:trace contextRef="#ctx0" brushRef="#br0" timeOffset="6552">18231 8362 9961,'8'12'1439,"18"-7"1,9-5-3079,12-2 1,2-2 1579,0 0 0,-1 0 0,-13 1 1,1 0-1,-6 0 0,13-3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47:53.88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10894 4306 6363,'-27'1'1638,"0"0"0,-18 1 1638,93-10-1462,-26 4-2842,14 0 0,1-1 1028,-5 2 725,10-1-725,-17 3 0,0 1 0,15-1-90,2 7 90,-30 2-90,-18 29 0,-15-8-116,-9 5 0,-8 1 146,12-15 0,-1-1 0,-3 0-689,-2 3 0,-3 1 1,-1-1-1,3-1 719,0 0 0,2-2 0,-1 0 0,-3-1 0,-1 0 0,6 5 52,-4 24 0,24-4-22,36-32 0,16-7 0,-8 6 0,-18 27 0,2-3-117,16-27 1,11-10 0,2-4 0,-8 1-154,-4 3 0,-4-1-450,6-1 1,-2 0-91,-7 1 1,-2 0 809,19-6 0,-20 4 0,5-3 0</inkml:trace>
  <inkml:trace contextRef="#ctx0" brushRef="#br0" timeOffset="532">11582 4435 10951,'-10'-10'1889,"5"1"-1619,6 0-181,6 3 181,18-3-180,-8 4 90,25-3-90,-18 5-45,7 0 0,3 2 45,6 3-90,-6 5 0,-2 2 0,-7 4 0,-7 12 0,-40 8 0,-2-7-1093,-4-4 1,-6 3 0,1-3 989,4-3 1,-2-1 72,-9 5 0,-5 3 0,5-4-27,11-6 1,0-2-4,-6 5 0,-3 3 0,5-2-30,-8 8 90,9-7 0,7 2-90,27 1 90,7-9-90,28 1 90,-8-11 0,6-2 0,3-1-90,5-2-1116,-1-1 1,0-1 1025,-2-2-225,-3 0 1,1-2 1465,7-3-2700,-15 2 1,-1 0 1602,2-3 1,-4-2 0,-7 1 0</inkml:trace>
  <inkml:trace contextRef="#ctx0" brushRef="#br0" timeOffset="1348">12432 4408 10591,'3'-8'989,"3"-3"-179,-3 2-360,2 0 539,-2 1-809,-17 20-90,3-2-45,-7 9 0,-3 4-359,3-4 1,-2 1 313,-7 8 0,-1-1 0,6-5 0,1 0-1622,-11 9 0,2-1 1532,3 0 45,4-5 0,1-1-45,6-5-90,-3 10 90,11-17 0,6 6 90,5-13-90,21-2 90,-9-4 479,33-8-569,-8-2 90,3-2 1638,-17 5 0,0 0-1522,14-2-116,-2-1-45,-12 6 0,1 0-45,22-2 90,-5 1-45,-17 2 1,-2-1 44,-5 1 0,12-5 0,-9-1 179,8-5 91,-9 0-90,-5 3 0,-7 1 90,-7 6-180,-18 23 0,0 3-60,-3 4 0,-2 9 0,2-3-30,3 1 0,3 0 0,-8 8 0,3 0-180,14-13 0,3-3 0,3-6-540,5 10-629,2-17 1349,6-1 0,10-10 0,4-3 0</inkml:trace>
  <inkml:trace contextRef="#ctx0" brushRef="#br0" timeOffset="1615">13186 4544 12030,'-13'-2'1259,"-1"6"-629,22 13-360,10 5-90,12 2 0,7 0-45,5 0 0,1 0-427,-6-3 0,1 0 232,-6-4 0,1 1 1,-4-3-391,-5-3 0,-3-2 180,5 3 0,-2-1-3007,6 1 3232,-18-12 1,4-6-1,-2-5 1</inkml:trace>
  <inkml:trace contextRef="#ctx0" brushRef="#br0" timeOffset="1799">13710 4579 11311,'-17'-24'1169,"-8"2"-899,14 19 179,-22 4-89,-10 15-411,3 4 0,-4 5 140,10-5 1,0 3 0,1-1-120,4-3 0,1 0 0,1 2-210,-5 5 0,0 3 1,5-2-1380,6-2 0,3-1 269,-2 2 1,2-2 1349,1 10 0,18-16 0,2 1 0</inkml:trace>
  <inkml:trace contextRef="#ctx0" brushRef="#br0" timeOffset="2265">14185 4406 12120,'-12'-1'1889,"23"1"-1619,37-1-90,-2 1-120,-13 0 0,3 0 0,-4 0 30,12 0-45,0 1 0,1 3 44,-17 1 1,-3 2-90,2-3 0,-5 3 90,0 28-90,-36-11 0,-11 2 0,-3 7 0,-4 1-1067,1-7 0,-3 1 1,2-3 1066,-5 2 0,1-1 0,8-6 0,-1 0 0,3-1 0,1-1 0,1 1 0,-5 5 0,1 0 0,10-3 0,3-1 0,-2 7 90,23-3-90,6-16 0,19 2 0,6-8-45,-11-2 0,3-1-405,9-3 0,2-2 270,-7 2 1,1-2 603,14-4 0,2-1-1953,-12 1 0,0-1 1529,7-3 0,-1 0 0,-9 1 0,-3 0 0,-4-1 0,0 1 0</inkml:trace>
  <inkml:trace contextRef="#ctx0" brushRef="#br0" timeOffset="2798">15247 4477 11670,'-11'-10'540,"4"3"0,0-1-360,6 2 0,5 0-91,4 0 1,10 1 0,5 2 0,5 2 0,-4-1-90,4 3 90,-4 2-90,4 3 0,-9 2 90,-6 12-90,-13-5 90,-21 26-90,3-23 0,-3 1 0,-12 9 0,-3 0-469,9-8 0,0-1 0,-1 1 469,0-1 0,-1 1 0,1-1 0,-5 4 0,2-1-217,0 2 0,2 0 217,-3 7 0,2 3 0,15-12 90,17 1-90,3-13 90,18 5 0,6-10-90,16-2 363,-18-3 0,2-1-318,6-2 0,1-1-45,-5 0 0,1-1 0,8-1 0,0-1-135,-9 0 0,-1 1-180,5-1 1,-2 0 331,10-4-1656,-18 4 1,-1 0 1108,-3-2 0,16-5 0,-16 3 0</inkml:trace>
  <inkml:trace contextRef="#ctx0" brushRef="#br0" timeOffset="3469">16127 4449 12570,'-9'-16'1529,"1"2"-989,4 7-181,-1 2-179,-5 9 0,-9 12-90,0 3 0,-8 11-45,11-12 0,-1 1 0,-9 10 0,0 1-45,3-5 0,0 1 0,-8 9 0,0-1-378,15-14 1,0-1 332,-3 3 0,1-1-45,-5 10 0,8-10 0,7-6 90,9-8 0,8-3 0,7-5 0,1-3-90,17-9 90,-15 5 0,19-8 0,-20 9 0,17-8 0,-10 7 0,5-1 665,-9 5-755,10 1-90,-3 1 180,5-1-179,1 1 89,4-2 0,-7-1 90,12-5 0,-10-5 90,-10 3 90,5-6 179,-17 7 181,-1 3 0,-10 30-450,-2-6 0,-5 7 0,0 6 89,0 6 1,2 0-90,-2 9-90,1-7 0,2 1-809,4 4 179,0-11-1888,2 7 1078,-1-26 1440,-1 2 0,0-9 0,0 0 0</inkml:trace>
  <inkml:trace contextRef="#ctx0" brushRef="#br0" timeOffset="4965">12449 5301 10321,'-12'5'90,"5"1"360,5 0 0,6 7-181,-2-5 181,4 7-270,-3-7 540,5 12-540,-5-8 179,4 14 1,-7-5-90,-5 13-90,-6 14-1741,2-18 0,0 1 1606,0-3 0,0 2 15,-1 5 0,-1 4 0,1-4-142,1-6 1,0 1 111,-1 10 0,0 4 0,0-5-30,3-11 0,0-1 30,0 7 0,0 4 0,0-4 15,2-9 0,1-1 0,-4 19 0,2-3-45,2-9 90,0 17-90,3-23 90,-1 6-1,1-16 271,0-3-270,6-18 3186,-2 3-3105,6-14 207,-6 9-378,3 0 0,-1 3 0,11-2 0,-3 4 90,14-2-90,-6 2 0,6 1 0,4 1 0,10-1-362,-9 0 1,5 1 0,-3 0 361,-1 1 0,2-1 0,3 0 0,6 1 0,3-1 0,-4 1 0,0 0 0,-1-1 0,3 1 0,0 0 0,4 0 0,-1 0 0,-4 0 0,-7 0 0,-2 0 0,-1 0-30,8 0 0,0 1 0,-6-1 30,12 0-45,-9 0 0,-3 1-44,-11-2-361,10-2 0,-20 0-90,2-2-1978,-11-3-759,-5 1 2971,-2-3 1,-1 3 0,1 0 0</inkml:trace>
  <inkml:trace contextRef="#ctx0" brushRef="#br0" timeOffset="5338">13455 6093 11490,'-13'-9'810,"0"0"719,7 5-1169,36 12-270,-13-4 0,15 7 0,2 0 0,-1 0 0,7 3 0,2 1 0,-1-1-90,1 1 0,-3-1 0,-7-2 0,-4-2 0,-1 1 0,2 0 0,4 2 0,-17-4 0,-10-4 0,-7 4-90,-9 1 90,-6 0 0,-11 3 0,-1 0 0,-10 5 0,-4 2 0,-1 1-222,20-10 0,1 1 42,-7 2 0,-3 2 0,3-1-180,3-1 1,2 0 89,-6 3 0,1 0-2518,-6 5 2769,19-7 1,3-2 0,8-3 0</inkml:trace>
  <inkml:trace contextRef="#ctx0" brushRef="#br0" timeOffset="6332">14674 5875 11221,'-10'-7'1529,"2"-1"-990,4 2-359,11-1 180,14 0-360,1 2 135,5 1 0,4 1-45,-3 2 0,1-1-45,5 1 0,2 0-514,-2 1 0,-3 0 469,8 2 89,2 7-89,-26-1-152,-8 17 242,-19-10-90,-10 4 0,-3 0 0,-13 1 0,9-4 0,-6 1 0,3-1-314,0 0 1,1-1 313,-8 4 0,1-1 0,12-4 0,3-1 0,-6 9 0,9-4 0,12 4 0,13-12-180,29 14 180,-10-11-135,4 0 0,2 0 45,1 1-90,1 0 0,0 0 90,-2 2 0,-5-2 0,-3 1 0,-7 4-89,-9 6 179,-25 1 0,-1-12 0,-4-1 324,0-1 0,-3-1-324,-5 1 0,-5-1 0,4-2-238,6-1 0,0 0 238,-6 1 0,-3 0 0,5-1-90,-3 0-270,3-1 1,1 0-91,7-2 608,-11 3 0,26-7 1,2 0-1</inkml:trace>
  <inkml:trace contextRef="#ctx0" brushRef="#br0" timeOffset="6848">15407 6084 10951,'19'-1'1979,"14"9"-1889,12 3 89,2 6 1,-1 1-811,0 2 691,-15-7 0,4 2 0,-3-1-416,-2-1 0,-2 1 176,2 1 1,0 1-1440,1-1 0,-3-1-630,-2 1 2249,1-1 0,-23-11 0,0 0 0</inkml:trace>
  <inkml:trace contextRef="#ctx0" brushRef="#br0" timeOffset="7055">15962 6041 11221,'-14'-15'629,"2"5"-269,-12 9-90,6 5-45,-12 9 0,-4 3-45,-3 3-46,-4 4 1,0 2-1056,13-5 0,0 0 876,-6 6 0,0 1-225,3-1 0,3 0 0,6-6 0,2-1-736,0 1 0,3-1 1006,-2 5 0,-1 3 0,7-4 0</inkml:trace>
  <inkml:trace contextRef="#ctx0" brushRef="#br0" timeOffset="7615">16434 5830 11490,'-20'-12'1350,"5"1"-811,2 5 91,5 0-180,2 2-360,10 0 180,16 0-91,12 4-89,5-1-45,-11 3 0,4 0 0,6 1 0,1 0-372,-6 0 0,0 1 282,13 2 0,-3 0 45,-5 1-45,-6 2 0,-2 0-45,-4 0 90,6 11 0,-27-10-90,-17 13 90,-13-4 0,5-5 0,-1 0 0,-15 4 0,14-7 0,1 0 0,-8 6-90,0 7 0,26 1 0,6-4-135,20-6 1,5-2 134,0-1-90,4 1 0,0 0-90,2 3 90,7 5 744,-16-3-743,-12 2 89,-23 0 0,-21 9 45,3-12 0,-3-1-1415,-8 1 1,0-1 1459,7-3 0,0-1-225,-11 3 1,4-1-136,5-2-810,7-3 1,3 0 1169,8-1 0,4-2 0,10-2 0</inkml:trace>
  <inkml:trace contextRef="#ctx0" brushRef="#br0" timeOffset="7948">17477 6027 11580,'-6'-12'1709,"1"3"-1169,-1 0 629,3 3-1079,4 11 270,14 11-270,0 4 0,19 9-45,-4-10 0,4 2-784,8 0 1,3 1 618,-14-6 0,0 0 0,1-1-150,13 4 0,-4-3-90,-1-1-629,-3-4-2249,-17-8 809,2-2 2429,-10-4 0,-3-7 0,-4-2 0</inkml:trace>
  <inkml:trace contextRef="#ctx0" brushRef="#br0" timeOffset="8115">18012 6062 11041,'1'-18'629,"0"-8"-359,-1 10 630,-1-8-630,-6 17 359,-14 4-269,-8 9-135,-5 6 0,-4 3-637,-4 4 1,-1 3 501,1 0 0,-2 2 0,2 0-180,-2 1 0,2 0-210,7-2 0,0 2 1,4-3-781,-8 8-559,8-2 1,0 1 1178,4-2 0,8-5 0,1-1 0,-1 2 1</inkml:trace>
  <inkml:trace contextRef="#ctx0" brushRef="#br0" timeOffset="10038">18817 5820 9242,'17'-12'1259,"-2"0"-360,-6 6 91,-3-1-810,-33 22-90,10-7-45,-12 8 0,-2 1 45,1-3-45,-1 3 0,0 0-45,0 0 45,3-1 0,1 0-45,0 4 90,1 2-90,12-2 0,11-7 0,14 1 89,26-3-89,-7-1 0,1-4 0,-1-1 0,2-1-45,-1 1 1,1 0 44,0 0 0,-5 0 0,0 1 0,0 3 0,2 5-90,-10-1 90,-9-1 0,-10 1 0,-17 3 0,2-3 90,-24 5-90,16-10-135,-3 0 0,-2 0-405,-8-1 90,-7 1-1978,10-6 2428,11-4 0,-1-3 0,3-1 0</inkml:trace>
  <inkml:trace contextRef="#ctx0" brushRef="#br0" timeOffset="10282">18720 5917 10861,'-22'-6'809,"2"-1"-269,14 4-360,12-1 180,20 1-225,-1 0 0,3 0-46,7 1 1,3 0-1168,3-1 1,0 0 1032,-7 1 0,0-1-180,3 0 0,0-1-1414,-6-2 1,0 0-1,-6 2 1,0-1 1418,19-6 1,-21 2 0,0-1 0</inkml:trace>
  <inkml:trace contextRef="#ctx0" brushRef="#br0" timeOffset="10598">19585 5795 11221,'9'-5'1619,"-1"1"-540,-4 0-809,6 7 0,1 10-180,0 11 90,-3 11-90,-6 6-90,-2-5 44,-3-10 1,0 1-135,0-1 1,0-1-91,-4 20 0,1-2-360,4-18-809,0 2 629,1-5-2557,5-1 3039,1-15 1,5-1-1,-1-2 1</inkml:trace>
  <inkml:trace contextRef="#ctx0" brushRef="#br0" timeOffset="11053">20022 5854 11490,'-10'-4'1170,"1"0"89,1 1-1169,22 3 90,-7-1-90,19 3 90,-4-1 0,3 1-180,1-1 180,6 2-180,-9 1 89,3 4 1,-8 5-90,-11 0 90,-24 24-90,-2-13 45,-6 2 0,-3 0-45,-5 1-525,-4 2 1,-3 0 524,16-9 0,0-2 0,-5 5 0,1-1 0,7-4 0,5-1 90,-1 3-90,6 6 0,9-9 0,15 0 0,18-4 90,-4-3-90,-2-5 0,0-2 0,2-2-45,3-1 0,3-1-405,14-3 315,-17 2 0,0-2-315,-1-1 1,-1-1-427,20-7-763,-20 4 1,1 0 1375,14-6 1,-19 5 0,-1 0 0,15-8 0</inkml:trace>
  <inkml:trace contextRef="#ctx0" brushRef="#br0" timeOffset="11786">20715 5409 11131,'-33'-26'-90,"10"7"180,-6 0 269,-2 1-89,-4 4 0,-2 0-610,7 2 0,-2 0 459,-6 0 1,-5 0 0,4 2-535,5 2 0,-2 1 550,-1 0 0,-5 0 0,-1 0 0,2 1-438,-2 1 1,2 2-1,-1-1 325,5 0 1,-1-1 0,0 1-1,0 1-348,0 1 0,-1 0 0,2 2 0,0-1 386,-4 1 0,1 2 0,-2-1-38,2 1 1,-3 0-1,1 1 1,2 0-23,-4 1 0,2 0 0,-1 2 22,4-1 1,-1 2-1,-1 0 1,0 2-431,-2 3 1,0 2 0,1 0-1,0 0 438,-4 1 0,0-1 0,-1 2-30,10-1 0,-2 3 0,-1 0 0,2 0 0,4-1-19,2 1 0,3-2 1,-2 4 18,-6 5 0,-4 4 0,0 2 0,4-1 30,3 1 0,3 0 0,0 3-30,4-3 0,-2 4 0,2-1 0,4-1 0,3-3 0,4-1 0,3 2 30,3 15 0,6 3 0,2-5-30,2-7 0,3-1 0,1 1 0,2 3 0,3-3 45,10 5 0,5-2-278,1-5 1,4 1-1,-1-1 233,-4-6 0,0-1 0,2 1 0,3-1 0,4 2 0,0-2 0,-3-4 169,5 1 0,1-2-169,2-2 0,6 2 0,0 0 0,-4-3 0,-9-5 0,-3-2 0,4 1 0,10 3 0,6 2 0,1-1 0,-3-3 0,-2-2 0,-1-2 0,2-1 93,-5-1 0,2-1 1,1 1-1,0-2-71,1-1 1,0 0-1,0-1 1,-3-1-23,4 0 0,-1 0 0,1-2-52,-6 0 0,3-1 0,0-1 1,0 0 51,6-2 0,2-1 0,-1-1 0,-2 1 0,-8 0 0,-2 1 0,1-1 0,1-1 0,5-1 0,3 0 0,1-2 0,-3 1 0,-6-1 0,-4 0 0,-5 0 0,3-1 18,2-2 0,5-2 0,1-1 0,-1 0 0,-3-1-18,9-4 0,-4-1 0,2-2 92,-4 3 0,0-1 0,1-1 0,-2-1-92,-2-3 0,0 0 0,-2-2 0,0-2 0,1-5 0,-2-3 0,0 0 0,-1 1 0,-5 5 0,-1 1 0,-1 0 0,0-2 0,1-2 0,1-2 0,-3 0 0,-3 1 62,-4 0 0,-4-1 0,-3-1-2,-4-8 0,-4-2 0,-1 1-30,1 8 0,-1 0 0,-6-1 15,-8-2 0,-8-3 0,-2 2 0,-2 6 85,1 8 0,-1 5 0,-7 0-70,-2 0 0,-8-1 0,-3-1 0,-2 0 0,1 3 0,5 2-128,0 1 0,4 4 0,-1 0 0,-5 0 79,5 2 0,-3 0 0,-3 0 1,-2-1-1,0 1 0,0 1 1,1 1-1,2 1-43,-3 0 0,1 2 0,2 1 0,-1 0 0,0 1 0,-2 0 32,0-1 0,-1 1 0,-1-1 0,0 1 0,-1 0 0,1 1 0,0 0-161,0 0 0,-1 1 1,0 0-1,1 1 1,0 0-1,2 0 1,1 0 124,-4 0 0,2 0 0,1 1 0,0 0 0,-1 1-130,4 0 1,-1 1 0,-1 0-1,1 0 1,0 2 0,2 0-491,-4 3 1,1 1-1,1 0 1,1 1 0,1 0 125,-3-1 0,1 1 0,1 0 0,-1 2 530,4 1 0,-2 2 0,0 1 0,2 0 0,5 1 0,-2 4 0,6 1 0,-2 0 0,-9 6 0,0 0 0,0-1 0</inkml:trace>
  <inkml:trace contextRef="#ctx0" brushRef="#br0" timeOffset="19015">22349 5876 9152,'6'-10'1529,"-1"-2"-1079,-4 5 359,2-1-809,2 11 180,-1 6 0,3 14-180,-4-1 90,-2 3 0,0 1-90,-1 4 45,0 2 0,-1 2 45,-1 10-858,0-14 1,0-1 856,1 13-89,1-14 0,0-1 0,1 0 0,1 19-449,0-12 269,1-9-900,1 2 1080,3-19 0,1-5 0,4-5 0</inkml:trace>
  <inkml:trace contextRef="#ctx0" brushRef="#br0" timeOffset="19452">22406 5835 9781,'-10'-7'720,"4"0"-540,9 4 0,4 0-90,14 2-90,-7 1 180,17 2-180,-15-1 90,18 1 0,-15-1-90,25 4 89,-18 0-89,20 3 0,-24-3 90,14 8-90,-16-2 0,2 2 0,-13 1 90,-14 5-90,-1-4 0,-19 8 0,8-13 0,-7 0 0,-2 0-90,-14 2 0,-7 2-359,3-5-990,10-4 1439,5-1 0,2-3 0,14-3 0</inkml:trace>
  <inkml:trace contextRef="#ctx0" brushRef="#br0" timeOffset="21671">23075 5956 9332,'9'-4'1349,"-2"0"-450,-3-1-629,-6-3 180,0 3 0,-11-3-270,-1 5 0,-8-3-1,5 5-89,-7-1 0,0 7 0,-5 4-90,4 1-180,-8 13 90,15-6 0,-3 6-89,11-4-1,11-5 0,2 1 90,9-2 90,-1-5-90,9-3 0,-1-6 90,6-3-90,-5-2 90,4-6 0,-1-7 90,-3 3 0,1-8 0,-12 11 90,3-7 0,-6 9-90,3-1-90,-4 17 90,0 4-90,-3 6-90,8 8 90,-5-11-90,11 12 90,-8-13 0,13 6-90,-4-8 90,3 0 0,3-7 0,6-8 90,-6 0-90,7-5 90,-4-5 89,7-11-89,-4 4 90,6-9-180,-19 19 180,11-11-90,-11 13-90,1-3 90,-8 7-90,0 4 90,1 6-90,-1 0 0,2 10 0,-4 2 90,0-1-90,1 4 0,-4-8 0,4 6 0,-3-6 90,2 2-90,-2-6 0,2-8 0,-3-8 0,-2-5 0,-5-1 0,-7-2 0,1 8 0,-16-8 0,1 10 0,-5-1 0,-6 10-90,4 10 90,-9 8 0,9 1-90,-1 12-90,11 5 180,6-6-180,8 9 90,9-23-90,13 11 90,5-13 90,3 2-89,7-11 89,-3-7-90,12-8 90,-16-1 0,0-3 0,15-12-45,-8-6 0,-2-3-736,1-4 781,-4-3 0,-2-1 0,-12 20 0,-2-2 0,3-11 0,1-5 0,-1 2 45,0 1 0,0 0-45,2-11 0,0 0 45,-2 17 0,-3 3 45,2-6 0,1 3 0,-6 15 0,-1 31-90,-8 15 0,0 15 90,-6 1-90,1-10 0,0 1-394,0-6 0,0 2 394,-3 14 0,0 0 0,4-17 0,0 0-45,0 7 0,1-2 45,3-1-45,2-6 1,2-2 661,2-5-706,9 13-1,-4-20 90,11 6 0,-5-15-90,20-4 0,-3-8-21,-6-1 1,0-3 110,14-10 45,-14 4 0,0-1-45,-4 2 0,-1-1 45,2-2 0,0 0 882,7-9-747,2-4-180,-18 18 0,12-12 0,-15 18 90,7-6-90,-7 9 0,7 1 90,0 6 153,3 3-243,1 11 0,-10-5 0,2 8 0,-8-9 0,2 11 0,-3-10 0,0 10 0,0-10 0,0 5 0,0-7 90,0 0-90,-2-5 0,0-16 0,-2 7 0,-5-19 0,-6 11 0,-4-5 0,-6 3 0,-2 2 0,3 4 0,-17 5 0,16 4 0,-25 8 0,21 3 0,-1 4 0,1 1-90,0 4 0,2 2 0,2 2 0,9-4 0,-6 18-89,17-16-1,1 5 180,6-8-90,6-1 0,6-8 0,14-2 0,-7-5 90,17-10 0,-16-3 0,6-8 0,2-4-270,2-7 270,-12 8 0,4-5 0,-4 0-629,-2-6 0,-1-1 629,-3 4 0,1-2 0,-2 0 30,-3-2 0,-1-1 0,-1 1-30,1-4 0,-2-1-108,-1-8 1,-4 0 287,-3 5 0,-1 2-135,0 8 0,-1 0 45,-1-6 0,-1 5 0,-1 12 180,-2-3-180,-4 22 228,-1 5-318,-10 30 45,9-10 0,0 2-571,-3 12 0,0 1 526,1-5 0,0 1 29,2-4 1,-1 1 0,1 1-779,-2 1 0,1-1 0,0 0 749,-3 8 0,1 0 30,3-6 0,-1 2 0,2-6-120,-1 11 90,2-7 0,0 0 0,3 4-90,-2 9 90,7-25-90,4-3 1692,4-9-1602,5-2 0,22-14 0,-14-1 1638,5-6 0,2-5-1625,-8-1 0,-1-1-13,2 0 0,0 0 0,-1-1 0,-3 2 0,-3 2 0,0 1-90,-9 9 90,5 7 0,-8 8 0,2 5-90,-9 15 90,4-13-90,-4 17-90,4-11 0,1 4-179,3-4 179,1-7-450,6-4-269,-4-7-1260,8-1 2159,2-8 0,3-4 0,3-7 0</inkml:trace>
  <inkml:trace contextRef="#ctx0" brushRef="#br0" timeOffset="21919">24675 5757 10771,'1'-8'-383,"3"8"1,-1 2 0,2 7 0</inkml:trace>
  <inkml:trace contextRef="#ctx0" brushRef="#br0" timeOffset="22448">24728 5941 14369,'5'7'989,"-3"2"-719,-7 5-180,-1 0 90,-4 9-270,-3-1-180,-8 17 180,6-14-180,-7 11 0,11-19 91,-3 4 89,6-9 0,2-2-180,3-5 270,12-9 0,-4 0 0,26-22 0,-4 4-90,7-7 90,0 0 0,-10 8 90,4-2-180,-7 7 90,-7 5 0,-4 6 0,0 8 0,-5 5 0,2 3 0,-9 10 0,-3 10 0,0-7-90,-2 13 90,5-21-270,-1 12-90,6-12 90,-1 3-989,5-9-1079,2-6 269,4-2 2069,0-3 0,5-5 0,-2 0 0</inkml:trace>
  <inkml:trace contextRef="#ctx0" brushRef="#br0" timeOffset="23071">25150 6053 11041,'5'-8'1889,"-2"0"-1260,-5 2 91,-4 0-270,-8 2-271,-1 2 91,-9 3-180,6 3 90,-7 5-90,3 5-90,-3 6-90,6-3-450,5 11 361,10-13-451,4 14 0,17-10 540,-3-3-90,7-5 180,-5-12 0,5-7 90,-3 1 90,10-14-90,-17 8 270,14-18-270,-14 17 90,8-13-180,-13 18 270,1-1-180,-2 20-90,-5-1 0,-6 30 0,-11 5-325,5-12 0,-1 1 325,3-6 0,-2 1 0,-6 17 0,0-2 0,-1 1 0,6-15 0,-2 4 0,2-3-139,1-6 1,1-2 183,-3 5 0,0-1-45,-7 3 0,8-17 0,-5-6 0,-2-8 0,-8-6 0,3-2 0,-13-17 0,20 10 315,1-1 0,3-3-315,8-12 90,1 3-90,21-4 0,2 19-135,11 0 0,5 0-134,7-3-864,5 1 0,0-1 234,0 2 899,-6 1 0,0 0 0,-3-2 0,-12 5 0,0 1 0</inkml:trace>
  <inkml:trace contextRef="#ctx0" brushRef="#br0" timeOffset="23648">22860 6830 11580,'-10'2'1530,"27"2"-1530,-9-2 89,31 1-268,-15-4-451,6 0-809,-2-3 1439,-6 0 0,-10 1 0,-5 0 0</inkml:trace>
  <inkml:trace contextRef="#ctx0" brushRef="#br0" timeOffset="23848">22758 6967 10591,'0'8'630,"1"-2"-451,6-2 181,8 0-180,10-2-180,18 0-630,-17-2 1,1-1-945,3 0 0,-1 0 1574,15-1 0,-19-1 0,0-1 0,13-2 0</inkml:trace>
  <inkml:trace contextRef="#ctx0" brushRef="#br0" timeOffset="25682">10665 5159 9602,'-15'-2'719,"4"3"-539,11 2 90,11 4-180,8 0 270,29 2-226,-9-3 1,6-1-955,-11-1 1,3 0 0,2-1 0,2 1 714,2 0 0,3-1 0,1 1 0,2-1 1,2 1 129,-7-1 1,2-1 0,1 1-1,2-1 1,-1 1 0,0-1 0,-1 1-215,-4-1 1,-1 0-1,0 0 1,0 1-1,0-1 1,3 0 0,1 0 206,-4 0 0,1 1 0,2-1 0,1 0 0,0 0 0,1 0 0,0 0 0,0 0 0,-1 0 0,-1 1-167,2-1 0,-1 0 1,0 1-1,-1-1 1,0 0-1,1 1 1,1-1-1,1 1 1,1 0 155,-6-1 0,2 1 1,1-1-1,1 1 1,1 0-1,-1-1 1,1 1-1,-1 0 1,1 0-1,-2-1 1,0 1-1,-2 0-120,7 0 0,-1 0 1,-1 0-1,-1 0 0,0-1 1,0 1-1,2 1 1,1-1-1,3 0 125,-9 0 1,2 0 0,1 0 0,2 0 0,1 0 0,1 1 0,0-1 0,0 0-1,-1 0 1,-1 1 0,-2-1 0,-1 0 0,-2-1 0,-3 1-13,7 0 0,-4 0 0,-3 0 0,-1-1 0,0 1 0,1-1 0,3 1 0,3 0 6,-7-1 0,2 1 1,2 0-1,2 0 1,2-1-1,0 1 1,0 0-1,1 0 1,-1 0-1,0 0 1,-1 0-1,-2-1 0,-2 1 1,-3-1 4,12 1 0,-3 0 0,-2-1 1,-2 1-1,0-1 0,0 0 1,1 1-1,2-1 9,-2 1 0,2-1 0,0 0 0,1 1 0,-1-1 0,0 1 0,0-1 0,-1 0 0,-1 0 2,0 0 1,-1 1-1,1-1 1,-1-1-1,-2 1 1,0 0-1,-2 0 1,-2-1-5,8 1 0,-3 0 0,-1-1 0,-2 1 0,0-1 218,5 1 1,0-1-1,-3 1 1,-4-1 78,3 0 0,-3 0 625,4 1 1,-2-1-716,-14 0 0,-3 0 44,7-1 2241,0 0-2420,-15 0 2632,6 0-2992,-7 0 1368,-3 0-1818,1 0 726,-4 0 0,-3 1 0,-3-1 0</inkml:trace>
  <inkml:trace contextRef="#ctx0" brushRef="#br0" timeOffset="36215">23570 6813 7713,'-13'4'1889,"0"-2"-1800,1-2 1,-1-1-90,-1 0 0,3 2 0,-6 1 0,6 1 0,-9 2 0,1 1 0,-2 2 0,0 3 0,3 4 0,8-4-90,1 10 90,17-2 0,8 6 0,20 7-89,-9-13-1,9 4 90,-21-13-90,10 9 0,-14-9 0,6 12 0,-20-5 90,-11 5 0,-20-1-90,-4-7 180,-5-2-180,13-6 90,-11 1 0,20-4 0,-15 3-90,21-3-1889,-13 0 1979,13-1 0,0-1 0,8-1 0</inkml:trace>
  <inkml:trace contextRef="#ctx0" brushRef="#br0" timeOffset="37499">23706 7047 8522,'4'-8'990,"-2"0"-811,-7 3-89,-1 0 0,-8 4 0,0 2 0,-17 9-90,13-2 0,-8 4-90,10-1 90,1 2-180,0 4 180,4-3-179,6 2-1,5 0 90,2-3 0,7 1 90,-2-8-180,12 1 180,-4-6 0,11-2 0,-5-5 90,4-4 0,-8 0 90,2-5 89,-5 0-179,-2 2 90,1-4-180,-8 11 180,1-5-90,-1 6 0,0-2-90,5 11 0,-5 0 90,8 13-90,-7-7 0,6 5 0,-5-8-90,11 8 90,-4-6 0,5 2 0,0-6 0,3-2 0,1-3 0,4-2 0,3-9 0,-11 2 90,8-9 0,-16 9 450,11-14-360,-13 12-90,6-5-1,-8 7 91,-1 1 0,1-1-180,-10 18 0,1-5 0,-13 25-90,5-11 90,-4 9-90,5-10 0,0 2 90,2-6-90,-1 0 90,3-4-89,-2-3 89,12-28 0,-3 11 89,13-28-89,-7 23 90,13-21 0,-9 17-90,12-15 0,-11 20 0,7-5 0,-11 13 0,4-2 0,-3 10 0,-1 7 0,0 0 0,-3 9 0,-3-4-90,-1 4 90,1-4 0,0 1 0,0-5 0,1 2 0,0-4 0,2-2 0,10-7 0,-1-1 0,10-8 0,-6 0 0,-2 2 0,2-3-90,-3 4 90,3 6 0,-5 7 0,-6 5 0,-7 11 0,-4-2-89,-2 15 89,3-11 0,-2 10 0,4-18 0,-1 6-360,4-7-90,1 2 90,1-6 360,6-4 0,1-5 0,6-1 0</inkml:trace>
  <inkml:trace contextRef="#ctx0" brushRef="#br0" timeOffset="37920">24688 7168 9512,'11'1'1978,"0"0"-1708,0 0 90,16-3-270,-5-1-180,13-4-90,-6-5-180,-3-7 270,-6 2-179,-13-15 269,-12 17-180,-13-14 90,3 18 90,-28-3 0,15 12 0,-3 3 0,-4 5 0,6 2 0,0 4-396,-6 4 1,0 2 395,4 4 0,3 0 0,-6 13 90,16 8-90,29 0 0,-1-8 44,7-11 1,2-3-134,6-3-181,4-4 0,4-2-1619,15-2 664,-18-4 0,-2-2 1225,14-4 0,-3-5 0,2-2 0</inkml:trace>
  <inkml:trace contextRef="#ctx0" brushRef="#br0" timeOffset="38099">25231 7214 11221,'-1'9'989,"0"0"-1259,0 1 270,1 3 0,-7 4 0,0 3 0</inkml:trace>
  <inkml:trace contextRef="#ctx0" brushRef="#br0" timeOffset="40899">12260 6476 9422,'-9'-6'2428,"-1"6"-2338,4 3 180,-2 16-90,2 6-90,-2 21-547,3-18 0,0 2 547,1 4 0,0 1-45,-2 3 0,0 0-45,2-8 0,-1 1 45,-3 14 0,0-1-45,-1 1 44,2-4 1,0 0-45,0-8-8,3-1 1,-1 0 7,-4 6-79,0 6 169,-1-7-90,0-7 0,2-6 90,-1 1-90,3-12 729,1 2-639,0-4 282,3 2-283,0-4 89,4-2-88,0 1-90,4-4 90,5-2-90,0-1 0,32 0 0,-4-1 45,-12 1 0,3-1-45,18 1 0,0 0-112,-23-1 0,0 1 112,7-1 0,5 2 0,-2-1-90,6 0 0,-2 0 45,-10 0 0,-1 0-45,7 0 0,-3 0-359,-5 0-721,3-1 541,-6 0-2648,1-4 3196,-15 2 1,1-2 0,-4 1 0</inkml:trace>
  <inkml:trace contextRef="#ctx0" brushRef="#br0" timeOffset="41332">12816 7286 10681,'-3'-9'1169,"12"9"-1169,4 6 90,16 11 0,13 6-90,-11-6 0,8 2 90,-7-5-90,4 1 90,-5-3-90,1 1 90,-21-8 0,5 2 90,-9-4-90,-20 5 0,-9-1 0,-14 3-90,9-3 0,-2 2 45,-10 4 0,-1 1-45,8-3 0,0 0 0,-14 7 0,4-1-180,9-3-495,3 2 0,1 1-224,6-4-540,-12 10 1439,30-14 0,3-2 0,3 2 0</inkml:trace>
  <inkml:trace contextRef="#ctx0" brushRef="#br0" timeOffset="41932">13652 7309 10051,'-8'-7'1799,"0"0"-1439,9 1-360,11 2 90,0-1 90,25 3-180,-18 2 90,20 2-90,-13 3 90,1 3-90,-1 7 90,-15 6-90,-6 10 0,-18 6 45,-1-14 0,-5 0-45,-3 1 0,-2-1-203,3-4 1,-1 0 202,-3 1 0,1-1 0,-5 4 0,-2 4 0,11-6 0,10-3 0,9-6 0,12-2 495,10-4-495,12 0 0,-3-3-45,-3-2 0,-1 0-45,4-1-315,4-2 0,1-1-45,-5 1-674,0-2 0,1-1 778,8-2 0,8-3 0,-2 0 0</inkml:trace>
  <inkml:trace contextRef="#ctx0" brushRef="#br0" timeOffset="42432">14359 7262 10591,'-9'-7'630,"0"0"-91,5 3-449,14-1-90,-3 2 90,21 0 0,-10 3 0,19 1 0,-12 3-90,4 0 0,-4 4 90,-9 9-90,-2-2 0,-7 8 90,-16-1-90,-5-3 0,-3 1 0,-9 11-110,2-7 1,0-2 109,2-3 45,-2 3 0,0-1-45,4-1 0,0 0 0,1-1 0,10-5 0,0 6 0,10-7 90,8 3-90,3-5 0,26 1 90,-15-6-26,7-2 1,3 0-605,13-4 90,-17 0 1,0-1-1190,-2-1 1,-2-1 1315,6-2 0,6-3 0,-8 0 1</inkml:trace>
  <inkml:trace contextRef="#ctx0" brushRef="#br0" timeOffset="43085">15235 7341 11131,'4'-11'719,"-1"2"271,0 1 89,-2 1-989,-7 8 0,-1 3 0,-14 20 0,5-8-45,-10 9 0,-1 1 45,-5 2-90,0 0 0,-2 0-90,-3 2-124,15-12 0,0-1 124,-11 10 90,10-8-90,4-3 0,11-6 0,4-1 90,10-6 0,19-8 0,-5 1 0,25-10-90,-23 9 90,3-2 0,1 0 0,-3 2 338,21-6-428,-22 8 0,25-4 90,-22 4-45,2 0 0,1 0 45,13-3 0,-1 0-45,-11-1 0,-3-1 45,-3-3 0,14-6 90,-21 4 0,-6 3 0,1 0 0,-7 4-90,-7 14 0,-1-2 90,-23 30-90,7-6 0,-7 7 0,11-8-90,4 7 0,6-7-90,-1 4-359,7-7-1081,4-9-1657,0-4 3129,7-4 1,-7-7-1,2-2 1</inkml:trace>
  <inkml:trace contextRef="#ctx0" brushRef="#br0" timeOffset="43365">15693 7425 12030,'46'11'1259,"-12"-3"-1079,-3 5 0,3 4-45,-4-2 0,0 1-696,5 3 1,-1-1 425,-1 1 0,-2 0-675,-4-3 1,-3-1-1170,3 2 2082,1 1 1,-23-15 0,-1 0-1</inkml:trace>
  <inkml:trace contextRef="#ctx0" brushRef="#br0" timeOffset="43552">16260 7365 11850,'-6'-11'270,"1"2"0,-4 6-90,-6 6 270,-30 15-360,11 0-1,-1 3 1,-2 2 0,9-5 0,0 2-790,-8 4 0,0 2 520,1-1 0,2 1-45,10-8 0,0 0-999,1 3 1,2-1 1223,-4 6 0,-3 4 0,3-3 0</inkml:trace>
  <inkml:trace contextRef="#ctx0" brushRef="#br0" timeOffset="44052">16527 7388 12030,'5'-9'990,"2"-2"-721,3 4 181,14-4-360,-4 3 90,19-2-90,-16 5 0,7 0 0,2 0 0,-1 1-90,-4 0 0,0 1 90,5 2 0,1 2-90,3 4 0,-10 3 90,-10 9-90,-28 14 0,-2-2 0,-11-4 0,-3-1 0,-11 5-578,10-11 0,-4 1 0,2-1 578,-1 1 0,2-2 0,-8 3 0,1 0 0,11-5 0,2-1-1124,-7 9 1124,8-5-319,7 4 319,16-13-33,16 6 33,-4-7 1504,23 3-1504,-14-6 0,17-1 0,4-2-90,0 0 211,5-1 0,0 0-480,-7-3-136,-8 1 0,0-2-2293,16-3 2795,-21 2 1,1-1 0,20-8 0,-6 0 0</inkml:trace>
  <inkml:trace contextRef="#ctx0" brushRef="#br0" timeOffset="44953">17559 7428 11490,'1'-12'990,"-1"1"-450,-1 3-1,-1 2 181,2-1-540,-21 15-90,10-3 0,-26 18-90,19-9 90,-14 9 0,6-3-90,-3 2 89,3-2-89,6-5 0,6-4 90,-1 0-90,7-7-90,-5 2 90,5-8 0,3-3-89,9-5 89,0 3 0,7-3 0,-4 3 0,3-2 0,0 0 0,-2 2 0,3-1 0,1 0 0,4-2 0,-3 2 0,13-5 0,-11 7-90,27-9 90,-22 9 0,19-6 0,-11 7 0,-3 0 0,7 1 0,-7 3 0,9 4 0,-4 4 0,-8 1 0,-3 15 0,-14-8 0,-5 19 0,-13-5 0,-2-7 0,-3 0 0,-3-1 0,-2 1 0,-7 2 0,-1-1-277,6-6 1,-1 0 276,-3 1 0,0-2 0,-14 6-77,19-10 1,1 0 76,-9 3 0,-4 2-90,23-10 90,-10 4 0,15-6 0,8 1 0,4-4 454,16 1-454,3-3 0,13-2 0,7 0 0,-6-1 0,-3 1 0,-1 1 0,2 0 36,-2 1 0,1-1-216,7 2-270,3-1-269,-3 1-451,-9-3-719,-8 2 1889,1-4 0,-1 1 0,7-1 0</inkml:trace>
  <inkml:trace contextRef="#ctx0" brushRef="#br0" timeOffset="45652">18272 7539 11400,'2'-7'90,"-1"0"360,2 0 270,1-2-181,1-1 271,-1 0-720,-7 13 90,-17 15-180,0 3 45,-2 0 0,-1 1-354,4-4 1,0 0 263,-7 6 0,1 0 45,5-6 0,2-1-103,-1 1 0,1-2-167,-6 6 90,-3 5 0,8-9-90,6-5 270,26-13 526,2-4-526,16-7-62,-10 4 62,5-1 0,-4 2-90,13-1 90,0 2 0,-4 1-90,12 3 0,-24 0 0,18 0 0,-14 0 0,12-4 0,-6-3 0,3-3 90,-1-8 180,-3-2-90,-5 4 90,-1-3 0,-15 13 0,5-2-91,-17 20 1,0 5 0,-14 18-45,7-10 0,1 1 0,-1 1 0,0 1-45,-5 17 0,10-18 0,1-3 0,3-5-180,-1 11-359,6-16-361,1-2-1618,3-3 2518,3-6 0,8-7 0,3-4 0</inkml:trace>
  <inkml:trace contextRef="#ctx0" brushRef="#br0" timeOffset="45919">18814 7603 10951,'7'-8'1259,"0"1"-989,4 8-180,4 5 270,14 14-180,1 5-136,-10-6 1,2 1 45,2 3 0,1 0-135,1 0 0,-1-2-45,-4-3 1,-1-1-3188,21 11 3219,-28-21 0,3 2 0,-13-8 1</inkml:trace>
  <inkml:trace contextRef="#ctx0" brushRef="#br0" timeOffset="46119">19140 7616 10771,'-4'-10'719,"-3"4"-539,-7 7-90,-2 4 270,-20 15-180,-5 6-1819,4 0 1,-1 0 1544,11-6 0,0-1 94,-10 11 0,3-2 706,3-2-1336,8-4 0,0-1-1079,4-2 1709,-10 11 0,14-15 0,-1 5 0</inkml:trace>
  <inkml:trace contextRef="#ctx0" brushRef="#br0" timeOffset="46948">19656 7477 10321,'12'-11'900,"-2"2"-271,-4 4 361,-1 1-900,-14 7 90,3-1-1,-21 10 1,-1 1 0,-8 5-90,-3 2 0,10-3 0,-1 2 0,16-4-90,1 3 90,12-1-90,6-4 90,25 5-90,-9-8 0,2-1 0,2-1 0,12 4 0,9 4 0,-7-2 0,-7 3 0,-14-4 0,-6 5 0,-11-2 0,-7 6 0,-3-5 0,-22 9 0,12-14-135,-6 2 0,-1-2-135,3-3-359,-17 5-2648,20-10 2724,0-3 1,7-3-1,5-3 1</inkml:trace>
  <inkml:trace contextRef="#ctx0" brushRef="#br0" timeOffset="47199">19718 7561 11400,'-6'-9'1170,"1"0"-451,2 4-629,11-1 180,9 1-180,8 1 0,2 1 0,2 1 0,7-1-437,-1 0 1,2-1 211,-12 1 0,0 0-180,6-1 0,-1 0-315,14-4-2647,5-3 2837,-28 5 0,6-2 0,-18 5 0</inkml:trace>
  <inkml:trace contextRef="#ctx0" brushRef="#br0" timeOffset="47482">20511 7498 13649,'3'9'360,"0"1"-180,-5 6 0,-3 14-90,-6 6-45,3-12 0,-1 0-45,-7 14-90,5-12 0,0-2-90,-2 3-315,3-3 0,1-1-2782,1-2 2679,2 2 1,6-10 0,6-9 0</inkml:trace>
  <inkml:trace contextRef="#ctx0" brushRef="#br0" timeOffset="47951">20826 7543 13199,'16'-3'540,"2"1"-270,11 1-180,-4 2 90,11-2 0,2-1-180,-1 2 45,-6-1 0,1 1 45,4 1 0,-3 2 0,3 3-90,-14 2 89,-15 7 1,-39 20-90,4-8-388,-8 1 1,-3-1 387,17-13 0,-1 0 30,-7 4 0,-3 3 0,1-2-30,3-1 0,0 0 0,-6 3 0,2 1 0,10-7 0,4 0 0,0 5 0,4-3 0,9-1 90,16-9-90,23 0 0,-3-2 0,0-3 0,1-1 0,4-1-60,-3-1 0,8 0 0,-5-1-30,-8 1 0,-1 0-808,23-2 0,-2 0 538,-7 1-1279,-1-3 1,1 1-1639,5-1 2817,-7 0 1,-1 0 0,-1-1 0,-1 1-1</inkml:trace>
  <inkml:trace contextRef="#ctx0" brushRef="#br0" timeOffset="50481">12222 7929 10861,'8'-5'180,"3"-2"179,-4 3-89,3-2 0,-2 3 180,-1-1-360,2 7 270,-5 19-270,-1-1 44,-4 16 1,-1 3-135,-3 2-131,0 4 0,0 2 176,0-15 0,0 0-1025,-1 7 0,0 1 1025,1-10 0,-1-1 0,-2 9 0,0-2-202,0-2 157,-1-5 0,0 0 90,-2-1-90,-3 6 0,4-13 90,1 2-90,5-14 364,-2 6-274,5-8 1991,0 1-2081,5-4 204,3-2-114,6-3-90,22-1 0,-11-1-1639,12 2 1,3-1 1523,5-1 115,-11 1 0,5 1 0,-2-1-349,-1 1 0,1-1 349,1 1 0,6-1 0,2 1 0,-4 0 0,-1 0 0,-2 1 0,1 0-290,7-1 0,2 0 0,-3 0 290,-10 1 0,-1 0 0,-2 1 0,7-1 0,-2 0 0,-7 0 0,-1 0 0,5 1 0,-3-1 0,-9 0-186,15 1 186,-21-2 2434,9 2-3064,-10-2 866,2 0-1226,-4-2 1339,-2-3 0,-9-1 0,-1-3 1</inkml:trace>
  <inkml:trace contextRef="#ctx0" brushRef="#br0" timeOffset="50866">13371 8530 11131,'34'7'134,"-7"-2"1,1 2-90,3 2 0,0-1-45,-5 0 0,1-1-994,9 3 1,-4-1 1083,-9-2 525,12 5-615,-14-3 415,1 3-415,-8-3 0,-4 5 0,-9-6 1047,-4 9-957,-2-9-90,-14 10 0,8-9 0,-11 6-90,10-7-269,-18 7 89,14-8-630,-15 6-1708,15-7 2608,1 0 0,1-1 0,4-2 0</inkml:trace>
  <inkml:trace contextRef="#ctx0" brushRef="#br0" timeOffset="51633">14527 8554 10231,'-6'-10'2159,"0"3"-2069,-3 8 90,1 11 0,-1 9-90,1 9 0,0 12 0,1 7-1,0-8-89,0 9 0,4-33 0,-1 13 90,3-17-90,3-1 0,6-16 0,1-13-90,-1-5 90,-2-15 0,-3 13-45,-1-2 1,1-1 44,1-9 0,2-7 0,-3 13-90,1 11 0,0 4 90,11 16 0,-4 8 0,7 8 0,-1 0-90,-4-6 90,3 1 0,-3-4 0,10-3-90,3-4 90,15-1-90,-8-4 90,-5-1 0,0-1 0,3-1 0,-4 1 0,-1 0-90,-4 0 90,16-3 0,-18 5-90,5 1 90,-14 12 0,-7 7 0,-7 17 0,-3 5 0,-1-4 0,6 8-360,4-17-270,4 2-539,3-9-1619,-1-10 2788,5-5 0,-4-4 0,3 0 0</inkml:trace>
  <inkml:trace contextRef="#ctx0" brushRef="#br0" timeOffset="51932">15372 8599 10231,'3'-8'1979,"-1"21"-1889,-3-4 90,-4 25 0,-2-9 0,-2 10-90,0 0 0,2-2-90,2-9-270,0 7 180,3-18-990,-1 9 1080,3-15 0,7-9 0,3-6 0</inkml:trace>
  <inkml:trace contextRef="#ctx0" brushRef="#br0" timeOffset="52265">15273 8545 10411,'-9'-7'720,"8"-1"-630,5 4 89,23-1-179,-9 4 45,9 0 0,2 0 45,3 2-45,-2 0 0,0 1-45,2 1 45,-2 4 0,-1 1-45,0 5 0,6 11 90,-39 3-90,-27 2 0,-1-3 0,-3-9 0,0-3 0,2-2 0,2-2 0,2 0 0,6-3-809,-11 3 809,20-5 0,22-5 0,16-5 0</inkml:trace>
  <inkml:trace contextRef="#ctx0" brushRef="#br0" timeOffset="53215">16340 8553 10231,'-9'-2'1080,"10"-4"-901,5 2 361,26-3-360,-10 2 90,23 1-180,-22 2 180,25-1-180,-23 3 0,19 3 0,-24 1-1,9 14 1,-22 2 0,-2 6-90,-28 14 45,-4-16 0,-3 0-152,6-3 1,-1 1 136,-2-3 0,-4 0 0,4-3-30,-16 9 0,10-7 0,2 0 0,-2 2 0,2 0 0,22-9 90,28-1-90,-4-5-90,19 3 90,3-6-135,-8-2 0,1 0 45,-5 1 0,1-1-180,12-1 1,0 0-91,-1-1-1080,-2 0 1,0-1-360,-1-1 1549,-9 2 1,0-1 0,6-3 0,3 0 0</inkml:trace>
  <inkml:trace contextRef="#ctx0" brushRef="#br0" timeOffset="53482">17152 8722 11311,'10'-11'719,"4"3"-539,0 7 270,33 12-360,-12 0 0,-5-2 0,1 2-180,-5 0 0,-3 0-90,9 5-450,3 4 270,-22-11-2917,4 5 3084,-9-8 1,0 1-1,-7-6 1</inkml:trace>
  <inkml:trace contextRef="#ctx0" brushRef="#br0" timeOffset="53681">17578 8680 10591,'-12'-11'630,"-2"3"-181,-11 10-179,-6 5-180,-2 4 0,-2 3 45,4 2 0,-3 2-717,6-2 0,-2 1 357,-11 8 0,1-1 45,16-8 0,2-1-1459,-1 3 1,4-2 1445,2 0 1,-8 11-1,17-13 1</inkml:trace>
  <inkml:trace contextRef="#ctx0" brushRef="#br0" timeOffset="54136">17782 8677 11311,'7'-11'809,"-3"3"-539,16 0-90,-4 3-45,8-1 0,3 1-45,2 0 0,-1 1 0,0 1-1,5 1 1,1 0 0,-2 4 0,-8 3-90,-4 5 90,-10 7-90,-11-1 0,-15 5 0,-5 1 90,-5 3-135,-4 2 0,-3 0 0,11-11 0,0-1-561,-4 5 0,0-1 606,-10 6-89,-1 4 89,24-16 0,-3 6 0,17-11 0,12 1 0,1-4 0,27 0-90,-18-4-45,7 0 0,1-1-135,-2-1-180,0 0 0,0-1 853,1 0-403,-1-1 0,2 1 0,11-3 0,-12 2 0,0-1 0</inkml:trace>
  <inkml:trace contextRef="#ctx0" brushRef="#br0" timeOffset="55048">19495 8646 10231,'8'-8'-270,"0"-1"360,-5 6 0,1-3-90,0 1 90,-2-1 90,0-1 90,0 1 90,-3-2-90,0 3 89,-8-2-179,2 2 270,-21-1-360,10 5 180,-29-1-180,21 3-45,1 2 0,-1-1 45,0 3-45,-3 3 0,1 1 45,0 2-46,2 0 1,1 3-45,0 5 90,1 7-90,13 0 0,9 1 90,7-8-90,15 15-90,7-6 90,1 2 0,-8-12 0,-1-3 0,-2-1 0,10 9 0,-19-10 0,-6 3 0,-7-4 90,-22 5-90,8-8 45,-6 1 0,-3-1-404,-16 4-1,0 1 360,3-3 0,31-8 0,-3 0 0</inkml:trace>
  <inkml:trace contextRef="#ctx0" brushRef="#br0" timeOffset="55299">19741 8801 11760,'10'2'900,"-6"1"-900,33-7 90,-5 2-630,11-2-90,-9 2-2647,4-2 3084,-25 2 1,-4 0-1,-6 1 1</inkml:trace>
  <inkml:trace contextRef="#ctx0" brushRef="#br0" timeOffset="55499">19627 8955 11131,'42'-2'-990,"-27"3"-314,21-4 0,1-2 1304,-11 1 0,19-4 0,-7 0 0</inkml:trace>
  <inkml:trace contextRef="#ctx0" brushRef="#br0" timeOffset="55936">20516 8619 11221,'16'-3'719,"2"0"-629,-3 1 180,20 0-180,0 1 0,6 0 0,7 1 0,-3 3 0,-8 0-90,1 5 0,-28-2 90,-17 14-90,-11-4 45,-8 2 0,-4 0-45,8-6 0,-2-1-648,-10 5 0,-4 2 0,1-2 693,-2 2 0,1 0-45,7-4 0,0 0 0,2 0 0,-6 3 0,5 0-1210,-7 7 1300,11-5-90,11-2 0,25-9 0,25 1 89,-3-4-134,1-2 1,1-2 44,9-2-90,1-1 0,1 0-90,5 0-90,-8-1 0,-1 0-180,-10 1 450,-3 1 0,-2-1 0,-11 0 0,10 1 0</inkml:trace>
  <inkml:trace contextRef="#ctx0" brushRef="#br0" timeOffset="58632">12704 8786 10141,'11'0'180,"2"2"-90,-1 2 180,4 2-270,-8-1 90,3 3 0,-5-3 270,3 12-181,-3-3 1,1 21 0,-8 7-760,-1-12 0,-1 1 625,0-4 0,-1 0 0,-2 9 0,0 4 45,2-3 0,0 4 0,0-4-90,1-1 0,-1 0 30,1 3 0,1 3 0,1-8-30,4-6 90,6 20-90,-4-28 0,6 14 180,5-11-90,10-5 0,2-1-45,-1-14 0,6-3 0,9-1 0,3-2-406,-4 1 1,3 0 360,-5-1 0,6 0 0,-1 0 0,-6 0 0,4 0 0,-2 0 30,6 0 0,4 0 0,-1 0-30,-5 1 0,-1 0 0,-3 1-90,5-1 0,-1 1 60,-8 0 0,2 0 0,-6 0-419,10 1-91,-11 1 0,-3 0 1142,-11 1-2491,-2-1 1889,-3-3 0,-2 0 0,1-3 0</inkml:trace>
  <inkml:trace contextRef="#ctx0" brushRef="#br0" timeOffset="59066">13930 9426 9781,'-19'-10'810,"14"10"-720,22 5 0,14 10-45,-4-5 0,2 0 0,-2 1 0,-1-1-45,18 8 45,-18-7 0,-3-1-45,-4-1 0,13 5 90,-20-9-90,9 4 0,-12-4 90,5 2-90,-10-3 0,-11 9 0,-21 6 0,0 2 0,-11 4 0,-2 1 0,17-7 0,0-1-45,-8 4 0,1 1-315,10-6 0,4-1-2518,7-2 2878,1 0 0,16-9 0,4-4 0</inkml:trace>
  <inkml:trace contextRef="#ctx0" brushRef="#br0" timeOffset="59438">15167 9403 9871,'-4'-10'990,"0"1"-540,3 1-181,1 1 901,1 2-721,7 16-179,-8 10-180,4 6 45,-10 2 0,-2 0 45,0 5-135,2-6 0,-1 0 45,3 15-270,2-5 0,3-7-360,-1-3-269,2-19-540,1 4 1349,2-9 0,5-5 0,3-3 0</inkml:trace>
  <inkml:trace contextRef="#ctx0" brushRef="#br0" timeOffset="59782">15640 9392 10321,'6'-10'450,"-1"3"179,-2 1-449,2 10 0,-4 10 90,-3 18-180,-4-3 0,0-2 0,-1-1 0,-2 0-45,2-1 0,0 0-45,-2 5 0,-2 8 0,4-13-360,1 1-90,3-11-2068,3 1 2518,3-7 0,5-4 0,2-2 0</inkml:trace>
  <inkml:trace contextRef="#ctx0" brushRef="#br0" timeOffset="60266">16080 9453 10051,'-7'-8'450,"1"-1"-180,12-1-180,-1 3 270,21-5-270,-9 7 179,24-5-179,-16 6 0,3 0 0,0 1 0,-1 1-45,-1 0 0,-1 2 45,1 5 0,3 11 0,-23 13 0,-7-2-1729,-21 2 1,-7-1 1613,-4 0 25,-1 0 0,-3 1-213,12-11 1,1-1 257,-2 2 0,0 1-45,-12 7 0,8-2 0,16-10 90,8 3-90,9-8 90,16-1-90,-1-6 0,6-2 0,3-2 0,3 0 0,3-2 0,-1-1-90,1-1-180,-1 0 0,0 0-90,-1-1-315,-3 0 1,0-1-2204,5-3 3420,-1 0 0,2-2 1,-7 2-1</inkml:trace>
  <inkml:trace contextRef="#ctx0" brushRef="#br0" timeOffset="60572">16742 9486 10501,'-9'-10'1439,"3"0"-1259,16 10-90,17 7 0,-4 2 0,2 1 0,18 7 0,-5 1 0,1 0-90,2 0 0,-8-3 0,0 0-630,8 2-2647,-9-3 2972,-6-6 0,-15-4 0,-6-4 0</inkml:trace>
  <inkml:trace contextRef="#ctx0" brushRef="#br0" timeOffset="60782">17171 9462 10411,'-19'0'630,"6"1"-450,-28 19-90,19-7-1,-1 1 1,-2 1 0,-15 10-45,12-6 0,-1 1-225,-1 1 1,1 0-46,7-5 0,1 0-1414,-2 2 1,3-1 1625,6-5 0,-8 10 0,10-9 1</inkml:trace>
  <inkml:trace contextRef="#ctx0" brushRef="#br0" timeOffset="61138">17648 9414 10501,'7'1'1439,"-10"23"-1259,-3 5-90,-10 16 0,5-21 0,1 0-90,-4 13 0,-2 3-180,12-7-90,3-19-539,5 10-1440,3-14 2249,4 0 0,-1-4 0,1-3 0</inkml:trace>
  <inkml:trace contextRef="#ctx0" brushRef="#br0" timeOffset="61432">18017 9415 10231,'3'4'1619,"-8"23"-1439,-3 5-135,2-8 0,-1 0 45,-7 19-180,5-3 0,0-7-809,7 1 359,3-22-2518,3 6 3058,0-12 0,3 0 0,0-2 0</inkml:trace>
  <inkml:trace contextRef="#ctx0" brushRef="#br0" timeOffset="61905">18374 9444 10231,'6'-7'720,"0"1"-271,0 2-359,11-1 90,8 0 0,12-1 0,8 1-90,-5 3 0,-9 2 90,3 5-180,-19-1 90,5 8 0,-20 3-90,-11 8 90,-15 6-90,-5-2 0,9-10 0,0-1 45,0 0 0,-1-1-45,0 1 0,0-1 0,1 0 0,1 1 0,-8 5 0,8-1 0,11-9 90,8 1-90,12-5 0,9 1 0,3-3 90,11-2-90,0-1 0,10-2-90,4-1-180,2-1-90,-7-1-989,-14 1 0,-2-1-630,1-1 1979,11-1 0,-12-1 0,2 0 0</inkml:trace>
  <inkml:trace contextRef="#ctx0" brushRef="#br0" timeOffset="62199">19158 9499 10681,'-3'-9'809,"0"0"-269,5 4-450,15 6 90,4 5-90,15 7 0,-9-2 0,8 7 90,-3-4-180,4 5 90,-7-5-360,4 5 0,-17-11-2339,13 8 2609,-20-12 0,2 2 0,-10-5 0</inkml:trace>
  <inkml:trace contextRef="#ctx0" brushRef="#br0" timeOffset="62421">19537 9458 10951,'-19'2'809,"-3"5"-629,-14 15-90,7-3 45,1 0 0,0 1-135,-3 3-102,2-2 0,1 0 12,4-2-899,-12 14-1170,18-15 612,-4 3 1547,13-10 0,2 0 0,0 0 0</inkml:trace>
  <inkml:trace contextRef="#ctx0" brushRef="#br0" timeOffset="62899">20174 9388 10591,'12'-6'2069,"-15"14"-1889,-8 1-90,-10 10 90,-20 6-180,10-5 89,-6 3-89,11-5 90,5 4-90,10-10 0,-2 10 0,15-15 0,7 5 0,7-3 0,1-1 0,11 1 0,2 1 0,-5-1 0,9 5 0,-19-7 0,13 13 0,-18-11 0,5 8-90,-15-9 90,-18 13 0,6-9 0,-17 9 0,-1-9-449,-14 3-271,-1-1 180,4-3-1259,16-7 1799,8-3 0,3-2 0,-1-1 0</inkml:trace>
  <inkml:trace contextRef="#ctx0" brushRef="#br0" timeOffset="63149">20244 9462 11580,'10'-11'810,"-1"3"-630,12 1-90,-6 3 90,32-5-180,-18 4-90,2 0 0,1 0-720,10-1-829,-17 1 1,0 1-748,10-2 2386,-7 1 0,-8 0 0,2 0 0</inkml:trace>
  <inkml:trace contextRef="#ctx0" brushRef="#br0" timeOffset="63419">20838 9377 10861,'8'-4'2338,"3"9"-2158,-8 3 0,0 13-90,-7-3 90,-7 9-90,1 1 0,-4 6-90,4-6-360,-2 10 0,7-20-449,-3 12-1710,6-16 2519,3 0 0,0-7 0,2-4 0</inkml:trace>
  <inkml:trace contextRef="#ctx0" brushRef="#br0" timeOffset="63852">21085 9401 11580,'7'-11'450,"8"0"-270,7 7-90,12-1 90,8 1-180,-6 1 90,11 0 0,-12 4 0,8 2-90,-9 5 90,-13 7-90,-14 6 0,-14-2 90,-24 13-90,9-17 0,-1 0-888,-7 4 1,0 1 887,6-6 0,0 0 24,-1 1 0,2 0-24,-1 3 90,0 2-90,14-6 90,17-1-90,13-8 1766,15 2-1721,-1-7 0,1-1-45,10 0-831,-5-1 1,-1 0 650,-5-1-276,-6 2 1,2 0-2064,12-2 2519,-15 2 0,1-1 0,18-3 0,0 0 0</inkml:trace>
  <inkml:trace contextRef="#ctx0" brushRef="#br0" timeOffset="70766">15826 8470 10231,'-4'-10'-180,"-8"-11"270,4 12 90,-10-13-90,7 12 270,-21-12-270,13 10 180,-24-10-90,4 8-91,11 5 1,-2 1-1561,-9-1 1,-1 0 1470,6 3 0,-2 0 60,1 1 0,-4 1 0,1 0-360,2 2 1,0-1 0,-1 1 329,-11 0 0,-1 1 0,-3 0-273,6 0 1,-3 1-1,0 1 1,1 0 242,2 1 0,0 1 0,1 0 0,1 0-265,5-1 1,0 0 0,1 1-1,0 2 287,-1 1 1,-1 2-1,1 1 1,3 1-23,1 1 0,2 1 0,0 1 133,-9 4 1,-1 2 0,2 2-134,7-2 0,1 1 0,3 1 0,-3 3 0,4 2 0,6 6 0,5 1 408,8-4 1,4 1-409,1 8 0,4 2 0,5 0 0,4-2 0,0-7 0,3-1 0,15 12 0,3-3 45,-11-18 0,1-2 110,8 6 0,5 0 0,-2-3-155,-5-7 0,3-2 0,3-1 0,6 2 0,2-1 0,-2-3 0,3-1 0,0-2 0,3 0-47,4 0 0,3 1 0,1-1 0,-3-1 47,-2-2 0,-1-1 0,0 0 0,-2-2 0,0 0 0,1 0 0,-1-1 0,5-1 0,-1-1 0,2-1 22,-4 0 1,3 0 0,0 0-1,-2-1-22,4 0 0,-3-1 0,3-1 0,-10-1 0,4 0 0,-1-2 0,-1 1 0,-5 0 0,-2 1 0,-4-1 0,3-1 0,2-1 0,4-2 0,1-1 0,0-1 0,-5 0-56,5-7 0,-4-1 0,1-1 56,2-1 0,1 0 0,-4-2-28,-5-2 1,-4-1 0,-4 1 27,-6 2 0,-5 0 108,-5-6 1,-6-2-64,-8 5 0,-7-1-45,-7 0 0,-6-1 0,-3 2 22,-1 4 1,-3 1 0,-2 1-1,1 1 173,-6-4 1,0 1-1,-5 2-177,3 5 0,-5 0 0,-2 2 0,2 1 0,6 2-186,2 2 0,4 2 1,-4 0 167,-2 0 0,-6-1 0,-2 0 0,0 1 0,4 2-23,3 1 1,3 2-1,-1 0 1,-2 1-86,-2-1 0,-3 1 0,-1 1 0,0 0 0,3 0-117,-4 1 0,2 1 0,0 0 1,0 1-596,-1 1 1,-1 1 0,1 0 0,5 1 630,4 0 0,3 1 1,1 0-1,0 1 1,0 0-1,3 1 1,-5 1-1,1 0 0</inkml:trace>
  <inkml:trace contextRef="#ctx0" brushRef="#br0" timeOffset="81021">22714 8186 8702,'4'5'630,"-5"-4"-630,14 11 0,-10-7 0,1 2 0,-1 0 0,2 3 0,-1 2 0,2 2 0,-2-2 0,2 10 0,-2-8 0,3 10 0,-3-8 0,3 5 0,-3-7 0,2 2 90,-3-6-90,2 3 0,-2-5 0,0 0 0,0-4 0,5-8 0,3-3 0,3-10 0,-1 2 0,3-9 0,-1 1 0,5-7 0,-5 7 0,8-9 0,-13 18-180,8-10 90,-11 15-810,3-2-449,-2 6 1349,4 1 0,-6 3 0,-1 2 0</inkml:trace>
  <inkml:trace contextRef="#ctx0" brushRef="#br0" timeOffset="81781">23367 8288 8342,'-2'-12'900,"-1"1"-720,-2 4 89,-1 2-89,-3 1-90,-11 4-90,-3 6 90,-17 10-90,15-3 90,-8 10-180,20-11 0,-9 13 90,14-13-90,-4 9-90,11-10 91,1-2 89,5-1-90,1-6 0,5 1 0,6-8 90,-3 2 0,12-12-90,-16 7 90,7-8 0,-8 5 0,-1-1-90,0 2 90,-2 12 0,0 4 0,-2 6 0,3 5 0,-2-8 0,7 6 0,-2-7 0,1-2 0,10-4 0,0-5 0,3-2 0,3-10 0,-1-3 0,6-11 0,-3 1 45,-11 1 0,-3 0-45,3-5 0,-6 0 0,-1-1 90,-2-6 0,-1-10 0,-4 12-90,-2 13 90,-1 6-90,-6 32 89,0-4-89,-3 19 0,0 6 0,1 1 0,-1 1 0,0 0 0,2 9-681,2-17 1,0 0 770,1 8-96,3 4-84,2-14-90,2 4-90,0-11-1439,11-1 1709,-5-13 0,18 4 0,-5-6 0</inkml:trace>
  <inkml:trace contextRef="#ctx0" brushRef="#br0" timeOffset="82015">23844 8350 8792,'1'-9'1349,"-6"9"-1259,0 6 0,-4 7 90,-1 11-90,4-5-180,-2 5-90,4-7-1709,2 3 1889,3-6 0,3 4 0,5-6 0</inkml:trace>
  <inkml:trace contextRef="#ctx0" brushRef="#br0" timeOffset="82232">23975 8074 9422,'-5'-9'-1619,"11"13"1349,-2-1 270,11 11 0,-5-4 0,3 2 0</inkml:trace>
  <inkml:trace contextRef="#ctx0" brushRef="#br0" timeOffset="82732">24493 8423 10591,'-25'-6'809,"-2"1"-719,12 5 270,-19 6-180,7 5-90,-6 4 0,3 7-180,11-1-180,-2 6-90,9-1 181,5-7-271,11 3 360,1-13-180,13 4 90,2-9 0,14-5 90,9-8 90,-5-3-422,-9-1 1,0-3 376,-4 0 0,-1-2 0,6-8 0,0-3 45,-3-1 0,-4-2 45,-6 6 0,-2-2 45,1-15 0,-3 2 0,-4-2-257,-2 8 0,-1 0 257,-5 5-167,-1 1 167,-1 14 0,-9 18 0,-1 19-90,0 0 0,0 4 45,2 3 0,0 0-45,1-2 0,0 0-45,1 9 0,2-2-135,0-2 0,4-4 0,1-2-539,7 2-1260,6 3 1979,4-10 0,9-2 0,0-8 0</inkml:trace>
  <inkml:trace contextRef="#ctx0" brushRef="#br0" timeOffset="82932">25192 8394 13199,'-3'-8'0,"1"2"0</inkml:trace>
  <inkml:trace contextRef="#ctx0" brushRef="#br0" timeOffset="84085">22108 9119 10321,'-8'-7'-809,"3"-1"719,6 1 90,1 1-90,10-2 90,-4 3 0,14-4-90,7 1 90,-5 1 0,15-2 0,-19 6 0,22 1 0,-21 3 0,18 4 90,-18 4-90,-1 7 0,-10 5 0,-8-1 0,-14 11 45,-2-10 0,-1 0-45,-9 13 0,5-9 0,0-1 0,3-3-90,-8 15 90,14-18 0,0 10 0,11-16 0,12 9 0,-1-12-90,16 6-90,-4-11-630,19-1 810,3-7 0,2-2 0,-1-5 0</inkml:trace>
  <inkml:trace contextRef="#ctx0" brushRef="#br0" timeOffset="84532">22537 9183 8072,'-2'-13'450,"0"2"-360,5 1-90,0 5 90,6-4 0,-1 4 0,18-2-90,2 3 90,8 0-90,6 2 0,-5 2 90,7 3-90,-5 2 0,-12 2 90,-3 8-90,-16-6 0,-5 14 0,-8-9 0,-17 21 0,9-15 0,-13 17 0,11-14 0,0 9 0,8-5 90,6-6-90,15-1-180,10-12-270,6 1-719,5-7 629,-12-2 540,-1-2 0,1-4 0,4-1 0</inkml:trace>
  <inkml:trace contextRef="#ctx0" brushRef="#br0" timeOffset="85038">23243 9223 8072,'-5'-13'810,"0"1"-630,-2 5 180,-6 0-180,5 5-91,-9-1 91,-1 8-90,-13 12 0,3 4 0,-2 12-90,14-1 90,8-6-90,14 13 0,1-21 0,24 20-90,3-22 90,0 1 0,15-13 0,-12-14 0,1-7 90,-7-12-90,-21 5 90,-12-10 0,-10 2-90,-12-8 90,-5 3-90,-2 8 0,8 11-90,0 10-90,5 8-360,1 7-1079,7 6 1080,5 0 539,9 2 0,4 3 0,3 2 0</inkml:trace>
  <inkml:trace contextRef="#ctx0" brushRef="#br0" timeOffset="85293">23533 9279 9062,'-4'-11'899,"2"1"-449,0 3-360,12 11 0,-4 0-90,16 14 90,1 3-90,8 7 0,-6-5-720,11 10 271,-20-19 449,18 14 0,-20-16 0,6 5 0</inkml:trace>
  <inkml:trace contextRef="#ctx0" brushRef="#br0" timeOffset="85467">23783 9350 9152,'-8'-12'360,"-2"1"-270,1 9-90,-6 3 89,-5 7-178,-18 24-451,8-2 45,13-12 0,1 1 495,-4 12 0,11-8 0,-2 6 0</inkml:trace>
  <inkml:trace contextRef="#ctx0" brushRef="#br0" timeOffset="85915">24045 9282 9062,'-14'-11'629,"1"1"-359,6 4 90,1 0-360,8-1 180,0 3-180,13-2 90,-2 5 0,17 0-90,-11 1 90,15 2-90,-19 1 90,18 12-90,-23 4 90,5 4-90,-30 14 0,-14-2 90,2-1-90,7-11 0,1-1 0,-1 4 0,0 1-90,9-3 90,11-16 0,5 6-90,7-8-360,14 1-359,12-5 269,-5-1 540,-7-3 0,0-2 0,6-2 0,14-4 0</inkml:trace>
  <inkml:trace contextRef="#ctx0" brushRef="#br0" timeOffset="86338">24411 9331 8702,'-14'-8'180,"3"-1"-90,1 1 0,5 1 0,2-1-90,7 1 90,2-1-90,10 1 90,5 1-90,-1 2 0,6 2 0,-5 4 90,3 2-90,-5 6 0,-7 1 0,-9 15 0,-4-11 90,-9 19-90,-3-9 0,-5 6 0,3-7 0,0 2 0,7-7 0,4 7 0,10-5 0,3-5 90,18-4-270,5-6-90,6-1-450,3-4-89,-14-2 809,6-2 0,-7 0 0,8-3 0</inkml:trace>
  <inkml:trace contextRef="#ctx0" brushRef="#br0" timeOffset="86798">25049 9316 8522,'-18'-11'810,"1"1"-630,1 1 449,-10-1-449,12 6 180,-17-2-180,6 8-90,0 2 90,-10 10 0,-4 16-91,8-5-44,12-3 0,3 1 45,4 0-90,5 23 0,8-23 0,9 17-90,8-18 0,17 5 1,-7-12 89,18-3 0,-22-12-45,2-1 0,1-3 45,0-3 0,-2-2 0,-1-1 0,-2-4 0,-5-5 0,-1-2 0,-1-14 90,-2-5-90,-15-2 89,-9 14-89,-10-6 0,3 14 0,-9 6-539,-2 17-91,4 2-2068,-6 15 2698,20-6 0,-8 14 0,7-4 0</inkml:trace>
  <inkml:trace contextRef="#ctx0" brushRef="#br0" timeOffset="87198">22305 9773 9781,'-20'-4'225,"49"1"0,23 1-195,-14 1 0,3 0 0,4 1-577,-8-1 1,4 0 0,2 0 0,2 0 0,-2 0 0,-1 0 107,0 0 1,-2 1 0,0-1 0,2 0 0,2 0 296,-1 1 0,3-2 0,1 1 0,1 0 0,1 0 1,-2 0-1,-1-1 142,0 1 0,-1 0 0,0 0 0,-1 0 0,2 0 0,2 0-67,-5 0 1,2 0-1,1-1 1,1 1-1,0 0 1,-1-1-1,-2 1 1,-1 0 21,2 0 0,-2 0 0,-1 0 0,0 0 0,1-1 0,1 1-392,2 0 0,3-1 0,1 0 0,0 0 0,-2 0 0,-3 0 1,-4 1 436,2-1 0,-6 1 0,0 0 0,2-1 0,6 0 0,4 0 0,0 0 0,-2 0 0,-5 0 0,-6 0 0,0 0 0,1 1 0</inkml:trace>
  <inkml:trace contextRef="#ctx0" brushRef="#br0" timeOffset="89436">23214 8713 7443,'-2'-12'809,"1"1"-359,1 4 0,0 0 89,1 1 1,1-1-90,1 2-450,-4 16 90,1-4 0,-5 36 0,4-7-90,0 10 45,3-16 0,1 0-45,3 5 45,0-4 0,1-1-45,0 0-225,1-2 0,0 0-765,-1 5-179,1 5 1169,-7-17 0,-3-13 0,-3 2 0</inkml:trace>
  <inkml:trace contextRef="#ctx0" brushRef="#br0" timeOffset="89781">22814 9051 9062,'1'4'0,"-3"-1"0,23 9 90,-9-5-90,12 6 90,-3-2-90,5 4 0,-5-5 0,9 3 90,-14-8-90,16 2-90,-16-6 0,21-5 0,-5-5-90,12-9 90,-11 1-276,-12 3 1,-1-2 50,0 0 0,-1-1-270,4-3 1,0 0 584,14-12 0,-3 2 0,-8 9 0</inkml:trace>
  <inkml:trace contextRef="#ctx0" brushRef="#br0" timeOffset="97932">14677 17106 8882,'-37'-11'1979,"10"-2"-1799,31 8-90,3-1 359,16-2-359,-9 4 90,15-4 0,-4 3-90,0 1 0,2 1-90,11-2 45,-12 2 0,1 1 45,14 1-45,-13 2 0,0-1-45,17 2 0,-17 0 0,-3 1 90,-6 1-90,2 10 0,-17-5 90,-30 19-90,-1-10-351,-6-1 0,-3 2 396,11-7 0,0 0-45,-5 4 0,1 0 0,-8 5 0,8 9 0,20-15-193,10 15 193,9-16 0,10 2 0,2 0 0,3 0 0,2 0 0,-1-1 0,-4-2-86,7 13 86,-23-13 0,-14 13 0,-32-5 0,2-4 0,-3 0-45,1-1 0,0-1 292,4-2 0,3 0-3524,-11 7 1819,46-13 1458,-1-1 0,31-7 0,0-3 0</inkml:trace>
  <inkml:trace contextRef="#ctx0" brushRef="#br0" timeOffset="98415">15349 17199 9512,'-11'-13'719,"6"0"-449,14 8 0,7-1 0,16 0-46,-1 1 1,0 1-45,14-2-180,-16 2 0,-3 0 90,-6 2 90,1 4-90,-12 10-90,-1 0 90,-23 18-90,-3-12 0,-9 7 0,-3 1 0,9-7 0,0-2 45,-6 7 0,0-1-45,-4 5 0,12 0 90,8-7-90,1 5 0,15-6 0,19-1 90,-4-5-90,15 0 0,-3-7-45,-6-4 0,0-1-135,16 3-90,-11-4 0,-1 0 1,-3-2-946,2-1 1,-1 0-135,0-2 1349,15-1 0,-11-1 0,2 0 0</inkml:trace>
  <inkml:trace contextRef="#ctx0" brushRef="#br0" timeOffset="98705">16110 17287 10501,'-23'-10'720,"9"4"-271,-2-3 91,10 5-360,8 0-90,3 1 180,20 1-90,11 4-90,-10 0 0,2 0-90,21 4 44,-16-1 1,1 1-90,-5-1 1,-1 1-271,13 3 0,0 1-630,-2 0 1,-2 0 944,-5-1 0,-2-1 0,11 4 0,-24-8 0</inkml:trace>
  <inkml:trace contextRef="#ctx0" brushRef="#br0" timeOffset="98898">16640 17268 10141,'-15'-25'630,"0"2"-450,2 8 269,-2 1-89,-3 7-90,-9 3-90,-12 12-90,-1 7 0,10 0 0,0 3-371,5-1 0,0 2 281,-5 5 0,1 2-225,8-3 1,2 1-322,2-2 1,3-1-2732,0 16 3174,7-13 0,10 2 1,3-7-1</inkml:trace>
  <inkml:trace contextRef="#ctx0" brushRef="#br0" timeOffset="99515">17031 17070 10051,'-8'-9'-270,"1"1"180,1 3 90,2 0 450,1 0-360,8 2 180,2-1-180,16 1 0,-3 1 0,4 0 0,5 0 90,16 2-180,-14 0 45,-5 1 0,-1 1-45,2 4 0,-5-1 90,-3 8-90,-18-3 90,-17 17-90,-1-9 0,-2-1 0,-1 1 0,-12 7 0,-4 6 0,11-6 89,8 5-89,15-14 0,16 14 0,0-17-89,23 10 89,-15-14-270,24 9 270,-24-10-90,13 7 0,-21-5 90,-6 3 0,-8-1 180,-24 7-180,5-8 90,-24 9-90,20-10-135,-1 0 0,1 0-225,1-2-1529,-14 8 1889,22-10 0,3-1 0,6-2 0</inkml:trace>
  <inkml:trace contextRef="#ctx0" brushRef="#br0" timeOffset="99982">17762 17104 9691,'-13'-4'720,"4"0"-540,10-2 0,10 2 90,15-2-90,7 1-90,-6 0 44,-2 2 1,0 0-135,2 1 90,21-2 0,-19 6 0,2 4 0,-10 7 0,-11 2-90,-17 15 90,-18 10-250,6-15 0,-3 2 205,-5 4 0,0-2-45,4-5 0,-1-1 0,-8 8 0,1-2 0,3-1 45,6-5 0,3 0-45,8-7-24,4 11-66,9-15-180,16 9 0,12-13-179,16 0 179,-17-6 0,0-2-180,3-1 0,-2 0-375,-3 0 0,-1-1 825,5-2 0,-1 0 0,18-4 0,-18 2 0,0 1 0</inkml:trace>
  <inkml:trace contextRef="#ctx0" brushRef="#br0" timeOffset="100265">18529 17299 10411,'-34'-7'1439,"4"0"-629,21 5-360,28 7-2089,13 0 1,5 2 1375,-8-1 1,1 0 262,5 0 0,3 1 0,-6-2 679,7 3-1129,-4-2 1,-1 0-1080,2 1-90,5 1 1619,-18-5 0,-16-1 0,-1-2 0</inkml:trace>
  <inkml:trace contextRef="#ctx0" brushRef="#br0" timeOffset="100465">18894 17182 10771,'-17'-13'899,"0"3"-269,-20 15-450,10 2-362,0 5 0,-2 3 362,-4 6-46,-2 5 1,0 1-135,12-7 0,0-1 13,-6 5 1,0 1-464,9-5 1,1 0-2828,-13 14 2949,12-7 0,0 4 1,15-14-1</inkml:trace>
  <inkml:trace contextRef="#ctx0" brushRef="#br0" timeOffset="102032">19658 17098 10321,'3'-11'540,"-1"1"-270,-4 3 179,-3 0-269,-8 8 0,-13 14-45,-1 6 0,-1 5-45,-2 2 0,1 3-30,6-5 0,0 0 0,2 2-15,-7 13 0,5 0-293,8-9 0,4 0 203,4 2 0,4-2-45,10 3-135,9-14 0,4-3 45,5-2 0,2-4 1,2-2-1,0-6 0,2-4 0,2-2 90,-3-2 90,-2-2 0,-1-2-90,-1-7 270,2-7 0,-14-1-90,-9 4 90,-16-1 90,-16 6-180,4 3 89,-17 3-179,20 8-90,-26 7-179,20-1-946,1 2 1,0 2 1214,5 1 0,-5 7 0,12-5 0</inkml:trace>
  <inkml:trace contextRef="#ctx0" brushRef="#br0" timeOffset="102705">20194 17128 10861,'-3'-14'1529,"0"2"-270,2 5-1169,-6 14 0,0 0 180,-22 33-180,11-12-45,-5 1 0,0 0 45,-3 4 0,-2 1 0,-2 0-289,11-11 0,0-1 199,-3 3 0,0 0 0,-7 11 0,13-17-90,0 2 90,8-9-90,8-3 90,20-10-90,-2 0 90,27-10 0,-20 2-45,4-1 0,1-1 45,-3 0 0,-1 0 0,-1 0-90,3-1 90,6-1 0,-9 4 0,10 1-89,-15 4-91,22 0-90,-8 3 180,5-1 487,-3-1-397,-15-1-90,3-4 0,-5-2 90,0-1 90,-1-2 180,-3 0-180,-4 4 90,1-1-90,-11 16 0,-3 7 0,-5 6 0,-8 14-90,-2-3 90,-2 10 0,1-3-90,6-8-180,-1 6-90,8-18-719,-3 9-1710,5-18 2699,2 2 0,1-8 0,1 1 0</inkml:trace>
  <inkml:trace contextRef="#ctx0" brushRef="#br0" timeOffset="104152">7520 13864 11400,'13'-5'1440,"-2"1"-1260,-2 8-90,-6-1-1,-1 13 91,-8 14-45,-2 10 0,-2 8-1176,0-6 1,-1 2-1,1 0 1071,1-4 0,0 0 0,0 3 37,-2 3 1,0 5-1,-1-2 1,3-6-319,0 0 1,0-1 272,0-5 1,-1 5-1,0 0 1,1-4 7,0-3 0,1-3 0,0 1-498,-1 7 0,-2 1 0,2-2 468,-1 4 0,2-1 30,2-8 0,2 1 0,0-4-30,0 11 45,1-1 0,1-3-45,1-12 90,1 17-90,1-27-90,1 10-90,0-15-2408,0 4 429,-9-19 2327,3-1 0,-9-16 0,2-1 1</inkml:trace>
  <inkml:trace contextRef="#ctx0" brushRef="#br0" timeOffset="104821">7328 14105 10501,'10'-17'180,"-1"1"0,-4 10 359,3-5-179,-4 6 0,3-3 90,-4 3 269,0 0-629,-7 12 0,0-1 0,-11 21 0,3-9-45,-5 7 0,-1 2-45,-1 0 45,0 3 0,-2 2-45,6-12 0,0 0-98,-2 4 1,0 0 97,0-2 0,0-2-90,-3 6 90,4-5-90,9-10 90,5-1 0,11-7-90,17-13 90,-5-2 0,2-2 0,18-14-28,-10 5 0,1-4 28,-8 4 0,0-2-589,8-10 1,1-2 588,-5 2 0,-1 0 0,-4 5 0,-1 0-45,-3 3 0,0 1 45,10-12 0,-8 11-403,3 5 403,-15 18 0,12 10 0,-12 4 90,10 22-90,-7 5 0,-3-10 0,0 2-553,1 2 0,0-1 553,-1-5 0,-1-2 486,2 3 1,0-2-487,13 13 90,-6-8-180,13 2 397,-15-20-1297,16 3-2287,-10-10 2837,7-1 0,-14-5 0,-2-2 0</inkml:trace>
  <inkml:trace contextRef="#ctx0" brushRef="#br0" timeOffset="124065">5484 15929 7713,'-16'-28'3276,"6"10"-2505,-2 6-681,10 23 90,5 33-135,-2-14 0,0 3-1524,1 6 0,0 1 1479,-2-7 0,1 2 30,0-1 0,0 1 0,0-3-30,0-6 0,-1-1 45,1 18 0,-1-2 619,0-7-664,-1-9 0,1 0 0,0-3 180,-1 22 0,1-28 0,-1 6-180,5-24 2474,0-2-2474,5-7 0,7-2 0,-4 6 90,18-7-90,5 4 0,-3 4 0,5 0-461,-3 2 0,4-1 0,2 1 461,0-1 0,2 1 0,1 0 0,-1 0-670,-3 1 1,-1-1 0,2 1 0,6-1 680,-5 1 0,6-1 0,4 0 1,2 0-1,0 0 0,0 0 0,-4 1 1,-3-1-422,2 1 1,-4 0-1,-1 0 1,2 0 0,7-1 409,-11 2 0,3-1 0,4-1 0,2 1 0,2-1 0,1 1 0,-1-1 0,-1 1 0,-2-1 0,-2 1 0,-5 0-229,9 0 1,-5 0 0,-3 0 0,1 0 0,3 0 0,7 0 228,-15 0 0,4 0 0,3 0 0,2 0 0,2 0 0,1-1 0,2 1 0,0-1 0,0 0 0,-1 1 0,0 0 0,-2-1 0,-3 1 0,-2 0 0,-2 0-79,8 0 1,-3 0-1,-4 0 1,-1 0 0,0 1-1,2-1 1,3 0 0,5-1 78,-13 2 0,2-1 0,3 0 0,1 0 0,2 0 0,1 0 0,1-1 0,0 1 0,1 0 0,0-1 0,0 1 0,-1 0 0,-1 0 0,-2-1 0,-1 1 0,-1 1 0,-3-1-9,9 0 0,-2 0 0,-2 0 0,-2 0 0,0 0 0,-1 0 0,0 1 0,1-1 1,2 0-1,1 0 9,-4 0 0,1 0 0,1 0 0,1 0 0,0 0 0,0 0 0,1 0 0,-1 0 0,1 0 0,-1 0 0,-1 0 0,0 0 0,0 0 8,3 0 0,0-1 0,-1 1 0,0 0 0,0 0 1,0 0-1,-1 0 0,0-1 0,0 1 0,-1 0 1,-1 0-9,6 0 0,0 0 0,-1-1 0,0 1 0,-1 0 0,-1 0 0,0 0 0,-2-1 0,-1 1 43,1 0 0,-2 0 0,0 0 0,-2 0 1,0 0-1,-1 0 0,1 0-28,5 0 0,1 0 0,0 0 0,-3-1 0,-3 1 0,-5 1 15,0-1 0,-6 0 0,2 1 60,13-2 0,2 0 0,-10 0 1164,-5 0-894,9-5-270,-26 4 1740,7-2-1650,-14 3 2514,4-1-2605,0 0 2383,-1 0-2383,2 0 1,-6 2-90,0 0 90,-1 0-90,-1-5 0,-3 2 0,1-8 0,-4 6 0,5-19 0,-2 11 0,1-7 0,1-3 0,4-22 0,-3 16 0,0-1-149,0 0 1,-2 2 148,3-14 0,-5 11 0,-1 2 0,-3-6 0,1 13 0,-2 0 0,-9-11 0,4 20 0,-8-9-90,3 14 90,-5 2 0,-3 5 0,3 4 0,-13 5 0,-12 7 0,3-1 0,6-2 0,0 0 0,-13 2-1032,10-3 1,-7 1-1,2-1 1032,0 0 0,-2-1 0,1-1 0,-4 2 0,-4-1 0,3 0-521,4-2 0,1-1 0,-2 0 1,-4 1 520,8-1 0,-3-1 0,-3 2 0,-2-1 0,-1 0 0,1 0 0,2 0 0,3-1-263,-3 1 0,3-1 0,0 0 0,1 0 0,-1 0 0,-3 1 263,4-2 0,-1 1 0,-2 1 0,0-1 0,-1 0 0,1 0 0,0 0 0,1-1-151,-1 1 0,1-1 0,1 1 0,0-1 1,-1 0-1,-2 1 0,-2-1 151,3 0 0,-1 0 0,-2 1 0,-1-1 0,-2 0 0,1 0 0,0 1 0,0-1 0,2 0 0,0 0 0,2 0 0,1 0 0,1 0 0,1 1 0,-1-1 0,0 0 0,-1 0 0,-2 0 0,-1 0 0,4 0 0,-3 0 0,-1 0 0,-1 0 0,-2 0 0,0 1 0,0-1 0,1 0 0,0 0 0,2 0 0,2 0 0,3 0 0,2 0-12,-8 0 0,5 0 0,3 0 1,1 0-1,-1 0 0,-4 0 1,-4 0 11,10 0 0,-3 0 0,-3 0 0,-1 0 0,-2 0 0,-1 1 0,-1-1 0,0 0 0,0 1 0,1-1 0,0 0 0,2 1 0,1-1 0,2 0 0,-4 1 0,1-1 0,1 1 0,2-1 0,0 1 0,0-1 0,0 1 0,-1-1 0,0 1 0,-2 0 0,4-1 0,-2 0 0,0 1 0,0-1 0,-1 1 0,0-1 0,0 1 0,0-1 0,0 1 0,1-1 0,1 1 0,0-1 0,-4 1 0,-1 0 0,1 0 0,1 0 0,-1 0 0,2 0 0,0 0 0,1 0 0,0 0 0,2 0 0,-8 1 0,1-1 0,2 1 0,1-1 0,0 1 0,-1-1 0,-2 1-12,3 0 1,-2-1 0,-1 1 0,-1 0-1,2 0 1,0 0 0,1 0 0,3-1 11,-3 1 0,2 0 0,1-1 0,1 1 0,1-1 0,-1 1 39,0 0 0,0 1 0,1-1 0,0 0 0,1 1 0,2-1-84,-11 1 0,2 1 0,2-1 0,1 0 22,6-1 1,2 1-1,0-1 1,0 0-46,-1 1 1,-1-1 0,3 0-1,7 0-112,-11 0-45,9 0 1,2-1 44,5-1 852,-17 3-1212,27-4 1597,-4 1-1867,7-1 2253,-1 0-1443,5 1 0,4-1 0,2 0 0</inkml:trace>
  <inkml:trace contextRef="#ctx0" brushRef="#br0" timeOffset="125032">2762 16473 9602,'0'-10'269,"-7"-3"-269,0 6 270,-17-5-180,8 8 0,-16-2-90,12 4 180,-28 6-180,16 1 0,-7 6 0,-1 3 90,3 2-90,-3 7 0,2 2 0,14 0 45,5 0 0,4 2-45,12-1 45,15 8 0,6 0-45,11 5 0,-6-14 0,3 3 0,-1-4-299,-3-6 0,1 0 329,7 4 0,3 3 0,-4-3-30,-8-6 0,0 0 45,17 14 0,-3-1-45,-7 2 146,-8 13-56,-41-1-90,-6-8 0,-10-11 0,-5-2-180,7-7 0,0-3 45,2 2 0,-1-2-990,0-1 1,5-2 1124,9-5 0,-5-2 0,16-6 0</inkml:trace>
  <inkml:trace contextRef="#ctx0" brushRef="#br0" timeOffset="125249">2311 16955 9422,'-9'-13'629,"6"-4"-449,5 8 90,16-11-180,0 8 90,14-4 0,5 0-180,8-2-30,-11 6 0,5-2 0,-3 1-645,-1 1 1,-2 1-965,6-2 1,-2 0 1597,7-4 0,-17-1 1,-9 2-1</inkml:trace>
  <inkml:trace contextRef="#ctx0" brushRef="#br0" timeOffset="125499">2854 16417 9422,'-7'-16'1079,"-3"-1"-449,3 8-630,6 11 180,10 17-91,12 26-44,-9-16 0,0 2-1035,2 7 1,-1 0 989,-4-8 0,1 1 45,1 7 0,3 0-180,3-1 0,2-2-45,-4-5 1,1-1-316,11 8 0,1-6-764,-1-7 1259,-5-9 0,1-3 0,9-1 0,8 0 0</inkml:trace>
  <inkml:trace contextRef="#ctx0" brushRef="#br0" timeOffset="126052">3639 16649 10501,'-37'0'720,"-5"0"-630,17 1-1,-2 2 1,-3 3 0,-6 10 0,1 3-90,5-4 0,2 1 0,-5 3 0,9 4 90,25 18-180,27-13 90,-3-9 0,1-3 0,19-1 0,-16-12 0,-2-3 0,1-5 0,-1-4 0,0-3 0,5-12 0,-9 3 0,-3-3 0,-10 0 0,-2 0-90,3-16 0,-8 10 90,11 30 0,-5 8 0,12 12 0,2 4 0,3 2 0,6 2 0,3-1 0,8-1-1034,-11-10 1,5 1-1,-2-3 944,-5-3 0,1-1-330,11 1 1,5 0-1,-5-2-255,-12-5 1,-1-1 674,8 0 0,4-1 0,-3-1 0,1-3 0,0 0 0,-4-1 0,1 1 0,0 0 0</inkml:trace>
  <inkml:trace contextRef="#ctx0" brushRef="#br0" timeOffset="128849">5878 15930 9242,'-3'-7'1439,"1"0"-720,-1 1 541,0 1-1170,0 21 180,0 26-225,2-5 0,-1 4-180,0 8 0,1 2-270,-1-5 0,1-1-1234,1 0 1,1-5 1333,3 3 0,5-4 0,-1-23 0</inkml:trace>
  <inkml:trace contextRef="#ctx0" brushRef="#br0" timeOffset="129134">6480 15923 10591,'-2'-9'450,"4"22"-360,1 3 0,4 27-45,-3-10 0,0 1-90,-2-3 0,1-1 0,0 3 0,-1 1-630,0 2 0,0-1 675,2 7 0,-1-15 0,1 0 0,6 7 0</inkml:trace>
  <inkml:trace contextRef="#ctx0" brushRef="#br0" timeOffset="129369">6843 15882 9422,'-3'-16'989,"1"5"-629,5 27-90,5 22-180,0 3 0,1 1-45,-4-10 0,1 2-429,0 0 0,1 3 1,-2-4 203,1 12-180,1-7 0,1 0-1339,6 1 1699,5 2 0,5-10 0,1-5 0</inkml:trace>
  <inkml:trace contextRef="#ctx0" brushRef="#br0" timeOffset="129605">7491 15844 9512,'9'-12'719,"5"11"-539,-2 5 0,2 10-90,-2 17 90,-4 8-135,-4-14 0,0 2 0,0 6 0,-1-1-45,1 16-405,-1-12 0,0-3-314,1-3-271,0-4 1,1-2 989,2-6 0,10 8 0,1-8 0</inkml:trace>
  <inkml:trace contextRef="#ctx0" brushRef="#br0" timeOffset="129831">8424 15754 9332,'2'35'359,"6"11"-269,-4 2-45,4-7 0,2 0-45,-1 1-135,-1-6 1,0 0-856,2 4-89,2 1 1079,0-13 0,4-4 0,0-7 0</inkml:trace>
  <inkml:trace contextRef="#ctx0" brushRef="#br0" timeOffset="130038">9515 15670 8882,'7'5'809,"-2"-1"-539,-7 23-180,1-9 180,-2 28-180,3-16 0,3 5 0,1 2-180,0-10 0,1 1-45,0 3 0,0 0-765,2-5 1,-1-2 899,4 6 0,7 4 0,0-5 0</inkml:trace>
  <inkml:trace contextRef="#ctx0" brushRef="#br0" timeOffset="130249">10804 15583 9871,'-3'29'450,"0"-5"-360,2 3 180,4 19-180,3 3-90,-1-21 0,-1 1-135,2-1 0,1-1-2024,8 18 1350,-4-10 634,2-2 1,-2-15 0,0 0-1</inkml:trace>
  <inkml:trace contextRef="#ctx0" brushRef="#br0" timeOffset="130438">11809 15468 9602,'2'19'539,"-6"17"-449,-3-6 45,-3 13 0,-1 4-1036,5-21 0,1 0 841,-2 7 0,0 4 0,2-2-615,3 0 1,2 0-91,4 9 1,2 1 764,1-10 0,5-1 0,12 7 0,4-2 0,1-8 0,-1 1 0</inkml:trace>
  <inkml:trace contextRef="#ctx0" brushRef="#br0" timeOffset="131802">21408 16978 8792,'-11'6'540,"2"-1"89,4 0-179,8 0-360,3-1 90,5 0 90,10-3-90,-6 0 0,29-3-180,-17 1-540,5-1 0,2-1 540,9-3 0,-16 4 0,-1-1 0,15-3 0</inkml:trace>
  <inkml:trace contextRef="#ctx0" brushRef="#br0" timeOffset="131999">21582 17106 10681,'12'5'630,"6"0"-541,19-6-358,-4 0-766,-2-1 1,1 0-495,4 0 775,8 0 1,-8-1 0,-2 0 0</inkml:trace>
  <inkml:trace contextRef="#ctx0" brushRef="#br0" timeOffset="140215">19193 17883 8792,'-12'1'2608,"0"-3"-2248,23-1-180,-4 0 0,18-1 0,6 2 0,-2 0-45,15-1 0,3 0-45,-2 1-753,-11 0 1,5 1 0,-1-1 692,-4 1 0,-1 0 0,2 0 0,10-1 0,2 0 0,-1 1 0,-7 0 0,-1-1 0,3 1-8,1-1 1,4 0-1,0 0 1,-6 0-23,5 1 0,0-1 22,-5 0 1,6 0-1,-1-1 1,-6 1-23,1 0 0,-2 1 30,8-2 0,4 0 0,-4 1 14,-2 0 1,-3 0 0,5-1 0,-2 0 45,-9 1 0,-6 0 495,-7-1-405,13-1-91,-20 2 1,0 1-90,-1 0 90,-5-1 0,4 1-90,-2-1 1763,0 1-1673,1 1 179,-1 0-179,-11-10 0,-2 0-90,-10-9 0,-7-12 0,8 9-151,-3-5 0,-1-2 151,0-6 0,3 4 0,-2-5 0,2 2 0,1 6 0,2-1-23,-1-3 1,0-5 0,-1-1-1,3 0 23,-1-6 0,2 1 0,1 0 0,0 5 0,0 1 0,0-1 0,0-10 0,1-1 0,1 7-45,1 13 0,2 4 45,-2-4 0,0 0-89,-2-9 89,3 24-90,-2-4 90,-2 12 0,-2 6 302,-1 2-302,-6 8 0,8-5 0,-5 4 0,4-5 0,2 1 0,-8 0 0,2-2 0,-2 1 0,-4-3 0,-13 3 0,5 0 0,1-1 0,0 0 0,-6 1 0,-9 0 0,-3 0 0,-7 0-498,15-1 1,-5 0-1,1 0 498,-2 1 0,0-1 0,2 0 0,-2 1 0,2-1 0,-6 1 0,0 1 0,7-2 0,-2 2 0,3-1 0,-5 1 0,1 0-57,5-1 1,-3 1 0,2-1 56,-11 2 0,3-1 0,10-1 0,2 0 0,-2 0 0,2 0 0,-2 1 0,-5 0 0,15-1 0,7-2 0,7 0 1463,-3 0-1463,3 0 199,-2 1-199,2-2 0,-2 1 0,3 0 0,2 2 0,1 1 0,0 7 0,-1 6 0,2-3-90,-1 14 90,6-10 90,-4 28-90,5-22 0,1 1-295,-1 10 1,1 1 294,1-7 0,1 1 45,4 17 0,0 0-45,-3-23 0,0 0 0,5 24 0,0-1 0,-1-3 45,2-1 0,2 0-45,-2-3-160,1-6 0,0 0 250,0-4-90,6 11 90,-8-18-180,2 2-540,-7-17 772,1 2 0,-8-5 1,-2-1-1</inkml:trace>
  <inkml:trace contextRef="#ctx0" brushRef="#br0" timeOffset="144838">8431 10953 7892,'-3'-7'1530,"0"-1"-991,7 1-179,-2 1-270,4 0 90,-1 3 0,11-2-90,-1 2 90,30-3-90,-14 4 0,5-1 0,-1 1-484,7-1 1,3 0 438,-6 2 0,5 0 0,0-1 0,-5 2-767,6-1 1,3 0 759,-12 0 1,6 0 0,4 0-1,3 0 1,0 0 0,-1 0-1,-4 0-539,3 0 0,-1 0 0,-2 0 1,1 0-1,4 0 501,-5 0 0,2-1 0,2 1 0,0-1 0,1 1 0,0-1 0,0 1-206,-4-1 0,1 1 1,1 0-1,0 0 1,-1 0-1,-1-1 1,-3 1-1,-3 0 228,10 0 1,-5 0 0,-1 0-1,6 0-118,-5 0 0,5-1 0,3 1 0,0-1 0,0 1 1,-3 0-1,-4-1 118,8 1 1,-6 0-1,0-1 1,3 1-137,-2-1 1,3 1-1,1-1 1,-2 0 0,-4 1 113,-6-1 0,-3 1 0,0-1 0,-1 1 30,14-1 0,0 0 0,-9 1 1181,2-2-1122,-10 2 1,-2 0 0,-5 0 1767,17 1-1857,-26-1 1967,16 0-1878,-13 0 3187,13 1-3070,-11 2-206,-1 5 0,-7 7 0,-9 17 0,-6 12 0,-5 3 0,-1-3 0,-1 1-252,4-18 1,-1 1 251,-2 12 0,0 5 0,0-1 45,0 6 0,1-1-45,-1 0 0,1 0 0,2-9 0,0 0 0,1-5 0,0 8 0,0-5 0,0-1 0,3-1 0,1 8 0,0-16 0,1-1 89,-1-15-89,-1 7 0,1-9 90,-2 5-90,1-8 504,-3 0-504,0-1 90,-3-2-90,-6-2 0,2 0 0,-6-1 0,3 0 0,-28 0 0,-8 0-536,9 1 1,-8-1 517,11 1 0,-4-1 0,-3 0 0,0 1 0,1-1-718,-6 1 1,0-1-1,0 0 1,-2 1 735,11-1 0,0 0 0,-2 0 0,0 1 0,-1-1 0,-1 0 0,1 0 0,-3 0 0,-1 0 0,1 0 0,0 0 0,3 0 0,3 0-516,-4 0 1,5 0-1,0 0 1,-5 0 515,3 0 0,-5 0 0,-2 0 0,-1 0 0,2 0 0,2 0 0,6 0 0,-10 0 0,6-1 0,-5 1-256,3 0 1,-6 0 0,-1 0 0,1 0 0,6 0 255,-1 0 0,4 0 0,-2-1-27,2 1 1,-3-1 0,2 1-1,5 0 27,-2 0 0,4 0 590,0-1 0,3 0-590,-9 1 958,15 0 1,1 0-959,-17 2 0,12-1 2321,1 2-2321,13-1 1339,-3 1-1339,5-1 430,2 1-430,5-2 0,2-4 0,4-1 0,4-6 0,-2 2 0,1-1 0,-8-8 0,1 3 0,-10-13-90,4 8 90,-6-9 0,-2-3 0,0-6-482,5 9 0,-2-5 0,2 1 482,0-6 0,2-2 0,1 5 0,-1-3 0,2-1 0,0 0 0,2-1 0,-1 0 0,1 0 0,0 0 0,1 2 0,-1-8 0,1-1-30,3 9 0,0-2 0,2 4-15,0 8 0,2 0 45,0-19 0,0 3-180,2 9-360,1-15 360,1 32-539,2-7-1890,0 18 2609,4 2 0,-3 11 0,4 4 0</inkml:trace>
  <inkml:trace contextRef="#ctx0" brushRef="#br0" timeOffset="158865">10554 11459 7803,'16'-27'2158,"6"10"-2068,-4 23 0,10 6 0,-5 2-90,-3-2 90,13 11 0,-15-8-45,3 0 0,0 1-45,2 0 45,-2-1 0,1 0-135,1 0-180,14 8 90,-20-13 180,11 4 0,-18-9 0,4 2 0</inkml:trace>
  <inkml:trace contextRef="#ctx0" brushRef="#br0" timeOffset="159052">10877 11505 8792,'-10'-6'-90,"-6"5"90,4 4 0,-10 8 0,10-2 0,-8 6 0,-3 3 0,-6 7-270,5-5 0,0 1-1234,-6 7 1504,12-9 0,-1 1 0,4-4 0</inkml:trace>
  <inkml:trace contextRef="#ctx0" brushRef="#br0" timeOffset="159366">11010 11364 8522,'6'-8'720,"6"11"-450,9 15-270,-2 3 89,-3-1 1,-1 3 0,9 18 0,0 0-45,-11-17 0,-1-2-225,4 5-449,5 5-451,-5-10 1080,3-1 0,-2-9 0,5 3 0</inkml:trace>
  <inkml:trace contextRef="#ctx0" brushRef="#br0" timeOffset="159766">11439 11502 8972,'-1'-9'719,"0"-2"811,0 0-1261,-11 18-89,1 9-90,-3 10 0,3 13-90,10-21 180,5 23-90,16-10 0,-1-1-45,1-14 0,2-4-45,2-5 90,23 0-90,-10-10 45,-11-2 0,-1-2-45,14-7 45,-13-3 0,-3-2-45,-3-4 45,-7 0 0,-3-2-45,-11 0 45,-8-5 0,-3 0-45,-4 3 0,-4 2 0,-1 3 0,-2 10-45,-6 8 0,-5 4-225,2 5 0,-2 4-613,3 0 1,-2 1 0,1 1 162,-5 3 1,1 3 719,-3 7 0,3 1 0,16-9 0,1 2 0,-4 5 0,1 0 0</inkml:trace>
  <inkml:trace contextRef="#ctx0" brushRef="#br0" timeOffset="162532">20257 18200 8432,'-10'-9'270,"1"8"-180,8 10-90,3 10 90,8 16-90,-2 0 90,2 10 0,2-4-90,-3-9 90,11 11-90,-9-23-360,18 21 360,5-18 0,2-1 0,6-7 0</inkml:trace>
  <inkml:trace contextRef="#ctx0" brushRef="#br0" timeOffset="162932">20705 18259 9152,'-20'-18'2159,"3"4"-1710,6 10-179,2 6 180,-3 12 0,0 24-270,6-1-91,2 6 91,13 1-90,-1-21-45,6 3 0,3-1-45,13 0-135,-6-10 0,3-2 45,8-4 1,13-15-1,-22-3-45,0-10 0,-3-6 90,-12 2 0,-2-1 0,6-2 0,-6-2 0,-20-12 0,-12 4 0,1 15 0,-4 4 15,-4-1 0,-3-1 0,1 5-1438,-7 4 0,2 6 1333,1 0 0,2 5-1125,1 6 1,3 3-450,2 0 1709,-14 8 0,25-4 0,0 1 0</inkml:trace>
  <inkml:trace contextRef="#ctx0" brushRef="#br0" timeOffset="163436">20902 18117 10501,'-23'-14'360,"0"0"0,-10-5-181,9 6 1,0 1 0,-3 0 45,-6 1 0,-1 1-135,-7-1 0,-2 4 0,-3 1-1692,4 4 0,-2 3 1662,2 0 0,-3 1 0,0 1-30,6 0 0,0 0 0,-3 2 24,3 2 0,-5 1 0,-1 2 0,2-1 0,4 0-461,1 1 0,4 0 0,-3 2 443,0 1 0,-4 2 0,-1 2 0,2-1 0,7 0-36,-8 7 0,5 3-270,6 0 0,-2 4 0,2 2 0,5-3 270,2 3 0,4 1 30,1 7 0,2 4 0,7-4-107,8-10 1,8 0 98,9 5 1,10 4-1,2 0 1,-1-5-356,4 1 1,4-3 332,-6-3 0,5 2 0,1 0 0,0-6 30,5-4 0,1-6 0,2-1-105,-7-4 1,1-1-1,1-1 1,1-1 92,-1 0 0,2-2 0,0 1 0,1-2 0,0-1-18,3-2 0,1-1 0,1-1 0,-2 0 0,-1-2 22,0 0 1,-2-1-1,1-1 1,2-2-23,-3-1 0,4-2 0,1-2 0,0 0 0,-3 1 0,-5 0 0,6-2 0,-5 1 0,3-3 0,0-1 0,6-3 0,0 0 0,-2-1 0,-7 2-78,-4 1 1,-5 1-1,1-4 78,4-6 0,3-5 0,-1 0 0,-5 0 0,-4-1 0,-4 1 0,-1-2 0,3-3 0,-1-1 0,-7-1 0,-9 3 0,-6-2 0,-6 3 0,-9-8 0,-10 0 235,1 8 1,-4-1-1,-6 3-235,-2 5 0,-6 2 0,-1 2 0,1 1 111,-4-1 0,1 3 1,-8 2-112,13 7 0,-5 2 0,-3 0 0,-2 1 0,1 1 0,2 1 0,5 0 0,-4 2 0,5 1 0,-1 1 0,-5 1-12,5 1 1,-4 0 0,-4 0 0,-1 1-1,0 0 1,1 1 0,3 0 0,4 0-212,-7 2 0,5 1 0,1 1 0,-6 2-60,3 0 0,-4 2 0,-3 0 1,0 2-1,0 0 0,3 0 1,5 0-538,-6 4 1,5 0 0,1 1 0,-1 0 739,2-2 1,-1 1 0,0 0 0,3 1 0,2 0-1,-6 9 1,5 1 0,2 0 0,10-6 0,-1 1-1,1 0 1</inkml:trace>
  <inkml:trace contextRef="#ctx0" brushRef="#br0" timeOffset="261082">4633 2691 10051,'-20'-17'2069,"2"4"-1259,-4 3-541,8 6 361,-27 2-540,14 5 135,-15 6 0,-7 9-113,18-1 1,-2 6-1,1 1 1,1 0-401,-5 5 0,2 0 0,2 5 310,6-1 1,0 5-1,5 0 1,11-3-23,18 13 0,17-4 0,2-15 0,8-2 0,2-6 0,1-7 0,2-4 0,2-5 22,1-3 1,2-5-1,0-2 1,-1-3-1,-7-4 1,-1-2-1,0-2 1,-2-2 22,0 0 0,0-2 0,-3-2 0,-4-2 45,-2-8 0,-4-4 0,-7 2-90,-5 0 0,-9 1 90,-19-11 0,-8 6-90,-4 8 167,-4 4 1,-4 4-573,6 17 0,1 3 180,6-3 1,0 3-455,-6 5 1,6 6-2599,14 12 2702,1-4 0,19 11 0,7-8 0</inkml:trace>
  <inkml:trace contextRef="#ctx0" brushRef="#br0" timeOffset="261352">5585 2762 12120,'9'-8'2519,"18"1"-2340,5 4 1,4 2-405,1-1 1,0 0-1415,9-1 1,-3 0 1310,3-1 0,-9 0 1,-28 4-1</inkml:trace>
  <inkml:trace contextRef="#ctx0" brushRef="#br0" timeOffset="261539">5677 2907 11670,'-3'8'900,"1"0"-360,14 0-91,30-4-1169,-11-2 1,3-1 719,10-3 0,0 0 0,-9 0 0,-2 0 0,-3-1 0,0 0 0</inkml:trace>
  <inkml:trace contextRef="#ctx0" brushRef="#br0" timeOffset="264368">6700 2371 10591,'2'-11'1169,"-1"2"810,1 3-1799,0 55 45,0-15 0,-1 6-100,-3-2 1,-1 7 0,-2 5 0,0 0 0,-1-1-635,1-4 0,0-1 0,-1 1 1,0 1-1,-2 3 542,2-8 1,-2 2 0,0 3 0,0-1-1,-1 2 1,0-2 0,1-1 0,0-1-4,-2 3 0,1-2 0,0-1 0,0-1 0,0 1 0,0 2-5,2-3 1,-1 1 0,0 1-1,1 0 1,0-1 0,0-2 0,1-2 38,-1 10 0,0-3 1,1-2-1,1 2-42,0 1 1,1 2-1,1-2 1,0-6 22,-1 7 0,1-5 0,-1-2 0,-1-6 225,0-4-180,0-7 90,2-13 2069,-2-2-2159,1-6 487,13-2-577,29-5 0,0 0 0,6-2-60,-9 2 0,2-1 0,0 1-1006,4-1 0,-1 1 0,-2 0 931,3 0 0,-3 0-315,1 0 1,-4 1-2828,-6-2 2457,0-2 1,-18 3 0,-13 1 0</inkml:trace>
  <inkml:trace contextRef="#ctx0" brushRef="#br0" timeOffset="266005">11014 2401 10411,'-3'-11'1979,"-3"11"-1889,3 2 360,-6 28-360,3 0 0,-2 14 89,2-11 1,-1 7 0,0-1-1265,-2 6 0,-2 2 1130,3-11 0,0 3 0,-2 3 0,0-1 9,1-3 0,-2 1 0,0 0 0,0 0 0,0 0-164,-2 5 1,1-1 0,-1 1-1,0 2 140,3-6 0,-1 2 0,0 2 0,0-1 0,0-1 0,2-2-8,-2 4 1,2-2 0,0-1-1,0 0-15,2 0 0,-1 1 1,1-1-1,1-4 38,-1 13 0,1-6-45,1-9 0,0-3 45,-1-6 0,0-3-45,-4 6 1613,0-4-1523,2-9 1328,-1 1-1418,1-5 0,1 0 87,-2 0-87,2-3 0,-2 3 0,2-3 0,1 0 0,0-1 0,1 0 0,-2 3 0,2-1 0,-4 4 90,-2 4-90,2-2 0,-4 4 0,6-7 0,-6 7 0,7-7 0,-5 8 0,6-9 0,-1 2 0,4-8 180,-1 2-90,1-3 0,-3 0-90,-6-4 0,-1-1 90,-15-4-90,11 2 0,-15 0 0,14 1 0,-12 0 0,-4 2 0,-13-1 0,9 1 0,-3 0-405,1 1 0,1-2-899,8 1 0,0-2 1304,-1-1 0,3-2 0,-2-6 0,16-5 0</inkml:trace>
  <inkml:trace contextRef="#ctx0" brushRef="#br0" timeOffset="269154">7158 2509 10591,'-17'-4'-450,"-4"5"450,7 3-90,-9 7 180,-4 14-90,5-4 0,2 7 0,2 4 45,9-8 0,3 2-45,-3 16 0,5 2-45,8-10 0,5-1-900,9 5 1,4-4 944,-3-12 0,2-3 0,4 0 0,0-3 0,12 1 0</inkml:trace>
  <inkml:trace contextRef="#ctx0" brushRef="#br0" timeOffset="269716">7326 2749 8972,'-8'-15'1709,"0"5"-1079,4 1-541,-3 14 91,4 9 0,-1 13-90,3 16 0,2-3-180,0 6-90,0-22-90,0-2 270,2-30-89,4-17-1,2-15 90,-4 9 0,1 1 0,0-13-90,-1 1 0,1 21 90,3 15-90,16 24 90,5 19 0,1-1 0,3 1-45,-9-11 0,0-2-360,11 6 0,0-6-1484,5-13 1889,-7-10 0,-12-16 0,-8-3 0</inkml:trace>
  <inkml:trace contextRef="#ctx0" brushRef="#br0" timeOffset="269985">7623 2632 9422,'-2'4'989,"1"-2"-719,4 26-90,0 7-90,0 0-45,-1-7 0,1 2-450,3-1 0,2 0-944,-2-2 0,1 0 1349,9 19 0,-1-26 0,-4-11 0</inkml:trace>
  <inkml:trace contextRef="#ctx0" brushRef="#br0" timeOffset="270235">7854 2844 10501,'31'-2'450,"9"2"-450,7-2-180,-8 2-450,1-2-269,-22 0 899,13-3 0,-11-1 0,7-3 0</inkml:trace>
  <inkml:trace contextRef="#ctx0" brushRef="#br0" timeOffset="270536">8283 2671 9602,'-12'-11'1169,"10"17"-1079,8 12 0,11 27-135,-9-20 0,0 0-765,3 23-1708,0-7 2518,-6-21 0,1-6 0,-3-9 0</inkml:trace>
  <inkml:trace contextRef="#ctx0" brushRef="#br0" timeOffset="271016">8566 2691 9422,'-4'-11'1619,"2"1"-720,1 3-629,-10 20-90,-10 3-90,-5 8 0,-3 3-135,5-9 0,0 0 0,-7 4 0,3-2-45,0-3-180,6-7 270,11-13-90,3 0 0,8-9 90,5 3-180,12-2 180,-5 6 0,20 5-90,-4 8 90,18 11-90,-5 0 90,-7-3-315,-10-6 1,1-2-586,10 0 900,-4-3 0,1-1 0,12-3 0,3-5 0</inkml:trace>
  <inkml:trace contextRef="#ctx0" brushRef="#br0" timeOffset="271486">8738 2469 9242,'4'-8'1889,"20"11"-1440,11 15-179,3 7 0,2 6-135,-8 2 0,-3 3-1228,-9-6 1,-1 2 0,-4-1 944,-4 3 0,-7-1 576,-11 10 0,-9 0-833,-7-8 0,-1-2 135,4-2 0,-1-2-1369,-14 5 1,2-5 1502,8-13 0,3-3 0,-1 0 0,-3 0 0</inkml:trace>
  <inkml:trace contextRef="#ctx0" brushRef="#br0" timeOffset="274269">8712 2715 9512,'-14'2'1169,"15"4"-1079,1-3 180,36 6-180,-2-6 0,5-1-1,5 0 1,3 1-1183,-8-2 1,2 0 0,-4 0 605,0 0 0,-2-1 718,3 0 0,-2 0-1130,4-1 179,-3 0 720,-1-1 0,-29 1 0,5 0 0</inkml:trace>
  <inkml:trace contextRef="#ctx0" brushRef="#br0" timeOffset="274849">9493 2616 9242,'1'-10'1079,"8"0"-899,9 3-90,6 0 0,9 5-90,-5 5 90,-4 1-90,-5 15 90,-22 4-45,-7 0 0,-5 3-45,-1-3 0,-3 0 0,-5 4 0,1-1 0,-3 4 0,7-1 0,19-14 0,-1 1 0,23-6 0,-7-7 0,9-2 0,3-1-270,12-3-135,-9 1 0,-1-1-224,8-2 629,2-3 0,-15 2 0,9-3 0</inkml:trace>
  <inkml:trace contextRef="#ctx0" brushRef="#br0" timeOffset="275286">10006 2597 9512,'-7'21'179,"1"10"-89,1-3-90,-1 11 90,3-18-90,-1 19 0,1-14-269,0 15-1530,1-16 1799,1-4 0,0-11 0,1-6 0</inkml:trace>
  <inkml:trace contextRef="#ctx0" brushRef="#br0" timeOffset="275651">9856 2612 8432,'7'-9'540,"3"1"-90,30-1-270,-1 3-180,10-1 89,-19 4 1,-2 1-90,1 1 45,-3 0 0,0 1-45,-5 0 90,23 5 0,-21 3-90,5 0 90,-28 11 0,-22-4-90,-1-2 0,-4 1-225,2-5 0,0 0 225,-4 0 0,3-1 0,2-2 0,11-3 0</inkml:trace>
  <inkml:trace contextRef="#ctx0" brushRef="#br0" timeOffset="278052">6942 3291 8792,'18'-3'180,"0"1"360,27 3-316,-4-1 1,8 1-881,-13-1 1,4 1-1,3-1 1,2 0 0,1 1 566,-3-1 1,1 0 0,1-1-1,2 1 1,2 0 0,2 0 132,-10-1 1,3 1 0,1 0 0,2-1 0,0 1 0,1-1 0,0 1 0,0-1 0,-1 1 0,-2-1-25,3 0 0,-1 1 0,0-1 0,-1 1 0,0-1 0,1 0 0,0 1 0,1-1 0,1 0 4,-2 1 1,1-1-1,2 0 1,0 0 0,1 1-1,0-1 1,-1 0-1,-1 1 1,-2-1 0,-2 1-1,-2-1-9,11 0 0,-4 1 0,-2-1 0,-1 1 0,0-1 0,1 1 0,2 0 0,3-1 0,0 1 0,-3-1 0,-6 1 0,-7 0 631,0 0 0,-5 0-601,11 0 0,-4-1 354,-8 1-399,9-2 0,-21 2 0,-8-1 0</inkml:trace>
  <inkml:trace contextRef="#ctx0" brushRef="#br0" timeOffset="278606">8193 3551 10231,'-21'-1'270,"4"1"-180,-11 4 0,-2 2-90,-11 3 45,13-3 0,-2 1-45,-3 2 0,4 1 0,1 0 45,0 1 0,6 2-45,23 8 90,24 6-135,17-8 0,9-2-45,-14-5 0,1-1 0,1 1 30,4 1 0,0 2 0,-4 0 15,6 2 0,-12 4 90,-22 4 0,-12-1 45,-17-1 0,-11-3-60,0-3 0,-6-2 0,1 0-90,0-2 0,1-2 0,0-1-930,-10 2 1,5-2 989,-9-1 0,32-11 0,9-2 0</inkml:trace>
  <inkml:trace contextRef="#ctx0" brushRef="#br0" timeOffset="280386">9087 2550 9242,'-5'-9'2878,"0"2"-2248,-1 3-540,-4 6 0,-3 6 0,-4 12-90,-1 15 90,6-6-90,5-2 0,2 3 44,5 1 1,1 1-45,-2 0 0,1 0 0,3 3 0,0 0 45,0-7 0,1-2-45,3 14 90,2 2-90,-3-23 180,-1-5-90,0-9 0,4-12 0,1-20-90,2-19 0,-6 5 0,-2-3 0,-2 6 0,0-2 0,0 7 0,-1-2 0,0 2 0,-1-2 0,-1 3 0,1-1 0,-1 2-90,-1-2 0,-4 36 90,0 23 0,-1 15 45,2-10 0,0 2-45,-1 5 0,0 0 0,2 4 0,0 0 0,-2 0 0,1-1 0,3-11 0,1-5 90,-1 0-90,0-37 0,1-25-45,-1 11 0,0-2 45,-1-14 0,-1-3 0,-1 3 0,-1 1-45,0-3 0,0 2 45,1 7 0,0 5-90,-1-5 90,4 24 0,3 23-90,3 22 90,0-2 0,0 2 0,-1-7 0,1 1 0,0 7 0,1 0-359,3 10 89,-2-1-810,0-8 541,-5-24 539,2 8 0,-3-16 0,0 2 0</inkml:trace>
  <inkml:trace contextRef="#ctx0" brushRef="#br0" timeOffset="280768">8559 2744 10141,'-8'4'-360,"0"0"810,24 3-135,6-3 0,6-2-90,16 2 0,8 0-454,-10-2 1,5-1 0,2 1 0,-3-1 288,3 1 0,-2-1 0,1 1-15,-5-1 0,2 0 0,-2-1 0,-5 1-20,2 0 0,-5 0-25,14 0 0,-29 0 0,-12-1 0</inkml:trace>
  <inkml:trace contextRef="#ctx0" brushRef="#br0" timeOffset="286718">11157 3213 10231,'-27'-2'900,"12"0"-1,-11 0-629,56-3-90,6 2-180,-8 0 0,5 0 90,6 1 0,4 0 0,-2 0-90,-1 1 0,0-1-270,3 0 0,4-1 0,-5 1-1034,-7 0 0,-4-1 1304,9-1 0,-24-3 0,-15 2 0</inkml:trace>
  <inkml:trace contextRef="#ctx0" brushRef="#br0" timeOffset="287002">11427 3001 9961,'-12'-10'1170,"1"15"-901,7 21-89,5 21-90,5-3 0,4 2-45,-1-8 0,3-1-435,0-3 0,2 1 1,1-3-1185,0-5 0,0-2 1574,1-2 0,0-4 0,8-3 0,-5-9 0</inkml:trace>
  <inkml:trace contextRef="#ctx0" brushRef="#br0" timeOffset="287286">12256 2888 9781,'7'-27'1619,"-1"8"-539,-1 0-900,4 19 270,0 23-271,0 6 1,-1 3-135,-3-5 0,0 1 45,1 5 0,-1 4 0,-2 0-150,-2 1 0,-1 0 0,-1 0-757,2-3 0,0 0 1,-1 0 816,0 4 0,-1 0 0,1-5 0,-1 14 0,4-12 0</inkml:trace>
  <inkml:trace contextRef="#ctx0" brushRef="#br0" timeOffset="293265">20407 1099 8972,'1'-11'2788,"1"2"-1798,0 3-361,1 1-449,0 12 0,-3 17-90,-4 14 0,-2 5-45,1-6 0,-2 1-119,-1 7 0,-2 1 74,-2 1 0,0-4 0,1-5 0,1-2 0,0-2 0,4-11-90,16-24 90,6-31 0,-4 5 0,2-6 0,-1-1 0,-2-5 0,-1-2 0,0 1 0,0 3 0,-1 0 0,-1 1 0,2-14 0,-2 5-90,1 3 90,12 28 0,-9 17 119,6 11 0,1 8-119,1 8 0,0 2 0,2 1 0,2 1 0,-5-5 0,2 1 0,-2-3 0,0-1 0,2-3-135,4-3 0,2-6-315,9-11 0,-10-14 1,-2-8 134,-5-5 0,-4-4 0,0-11 1,-4-3 179,-5 5 0,-3-1 135,-6-4 0,-2 2 90,-3-10 0,-4 7 270,8 26-271,6 21 271,5 18-225,-1 5 0,0 3-45,4 19-30,-6-18 0,0 5 0,-1-3 30,-1 0 0,-1-1-315,1 18 0,1-1-270,-3-18 1,1-3-2783,4 17 3219,-1-26 0,1-10 0,-3-8 1</inkml:trace>
  <inkml:trace contextRef="#ctx0" brushRef="#br0" timeOffset="293601">21539 1223 11041,'-7'6'1349,"2"-2"-1169,25 1 0,4-4-90,3 0 0,-1-2 0,0 0-180,2 0-270,1-1 0,-1 0-90,-7 0 450,7 0 0,-21 1 0,-4 0 0</inkml:trace>
  <inkml:trace contextRef="#ctx0" brushRef="#br0" timeOffset="293783">21541 1362 10231,'-10'9'720,"4"0"-540,18-2 0,23-3-1350,13-2 1170,-16-3 0,1-2 0,-7 0 0,-2-1 0,2-1 0,-1 0 0</inkml:trace>
  <inkml:trace contextRef="#ctx0" brushRef="#br0" timeOffset="294069">22310 1067 10051,'-19'-4'1170,"45"-2"-1260,5 1-1080,4 1 1,1-1 1169,4 0 0,-9-2 0,-18 4 0</inkml:trace>
  <inkml:trace contextRef="#ctx0" brushRef="#br0" timeOffset="294316">22501 1014 10141,'-25'7'1799,"5"5"-1529,17 15-180,1-6-45,3 4 0,1 2 45,-2 0 0,-1 1-315,1 3 0,-1 0-1214,0 5 0,-1-2 1439,-2 4 0,4-10 0,0-17 0</inkml:trace>
  <inkml:trace contextRef="#ctx0" brushRef="#br0" timeOffset="294533">22360 1443 9961,'-12'6'360,"0"3"90,25-2-180,15 0-180,5-6 0,5-2-630,-1-1 0,2-3 540,6-2 0,-2-2 0,-12 1 0,-3-2 0,-4-1 0,0 0 0</inkml:trace>
  <inkml:trace contextRef="#ctx0" brushRef="#br0" timeOffset="294836">23144 846 10321,'-12'-18'2519,"1"22"-2429,5 17 0,-2 16-1444,-4 3 0,-1 2 1399,4-17 0,-2 2-15,-7 15 0,-5 5 0,3-4 15,4-12 0,1 1-225,-2 3 0,-3 5 0,1 1 0,3-4-272,2 3 1,2-2 451,2-4 0,1 3 0,3-5 0,11 15 0,15-21 0</inkml:trace>
  <inkml:trace contextRef="#ctx0" brushRef="#br0" timeOffset="295119">23461 1032 10771,'-17'23'150,"1"0"0,-8 18 0,2 3-150,7-9 0,2 2-270,0-5 0,0 1 0,1-3-765,1-4 1,2-3 1034,-4 8 0,8-19 0,4-10 0</inkml:trace>
  <inkml:trace contextRef="#ctx0" brushRef="#br0" timeOffset="295419">23333 1077 9332,'-1'-22'809,"2"4"-269,11-10-405,8 16 0,7 3-45,3 0 0,3 2-30,1 4 0,4 1 0,-3 2-60,-1 0 0,-2 2 44,0 3 1,-8 4-45,-18 1 90,-40 14-90,6-12 45,-15 3 0,-4 1-135,18-7 0,1-1 90,-12 5 0,4 0 0,13 1 0,19-2 0</inkml:trace>
  <inkml:trace contextRef="#ctx0" brushRef="#br0" timeOffset="295869">24004 1185 10771,'-22'7'3058,"1"3"-2968,-23 5-90,21-4 0,2 2-180,1 5-360,-1 15 181,22-11 179,9-2-180,15-1 270,-13-10-180,12 7 90,-14-6 0,2 7 90,-11 0 90,-8 4 0,-4-7-269,-7 3-721,6-8 990,0 1 0,7-6 0,2-2 0</inkml:trace>
  <inkml:trace contextRef="#ctx0" brushRef="#br0" timeOffset="296102">24258 1299 11670,'10'9'810,"-2"2"-720,-6 2 0,-2 7-180,1-8-720,-2 14 271,0-15 539,1 12 0,-1-17 0,1 4 0</inkml:trace>
  <inkml:trace contextRef="#ctx0" brushRef="#br0" timeOffset="296316">24174 980 11041,'-20'-25'2338,"1"2"-2068,15 13-1439,12 11-1709,-5 0 809,11 10 2069,-9-2 0,-1 4 0,0 0 0</inkml:trace>
  <inkml:trace contextRef="#ctx0" brushRef="#br0" timeOffset="297085">24353 1273 13289,'-6'-12'1440,"8"0"-1261,7 7-89,5-1-90,16 4-90,-12 1-179,19 3 89,-12 2-270,9 10 270,-12 4 0,-12 18 0,-18-2 180,-11 8-90,4-16 90,3 6-90,14-10 90,-2 0 0,23 8 0,-5-11-90,9 11 180,-13-12-90,-15 6-90,-27 0 90,8-9 0,-2 1 0,-3 0 0,0-2 0,-13 5 0,26-23 0,32-24 0,4-7-179,1 5 0,3-1 179,-6 5 0,2-2-90,3 0 0,3-3 1,0 1 59,-6 5 0,0 1 0,1 0-30,2-2 0,0 0 0,-2 4 60,-4 3 0,-3 3-90,6-8 90,-17 16-90,-3-3 0,-31 6 90,-8 11-90,-8 11 448,21 22-358,28 0 0,7-16 0,3-2-90,12 6-180,9-5-449,-9-13 719,-2-4 0,0-2 0,19-1 0,-17-3 0,0-1 0</inkml:trace>
  <inkml:trace contextRef="#ctx0" brushRef="#br0" timeOffset="297283">25245 1316 17607,'-23'-6'-547,"-12"5"1,9 5 0,-2 1 0,-5 0 0,-1 0 0</inkml:trace>
  <inkml:trace contextRef="#ctx0" brushRef="#br0" timeOffset="299149">20107 2240 8972,'6'0'1169,"-2"1"-989,0 19 0,0 7 0,0 4-90,-2-2 0,1 1 0,2 19 0,0-1-90,-4-15 0,0-3-360,1-1 0,-1-2-90,0 0 450,1-8 0,2-13 0,0 0 0</inkml:trace>
  <inkml:trace contextRef="#ctx0" brushRef="#br0" timeOffset="299605">20453 2260 9512,'5'-11'1619,"-19"18"-1350,-12 16-179,-10 8 0,5-4 0,-2 1-45,2-2 0,0 0-45,-5 5 0,-1 0-45,8-6 0,3-3-225,-5 4 270,38-22-89,12-10 89,4-3 0,1-1-180,20-6 180,-2 5 0,-4 17-90,-8 12 90,-7-1 0,1 2 0,1 0 0,2-1-315,7 1 0,1-3-810,-1-4 1,1-4 1124,-3-3 0,-2-4 0,-2-3 0,-1-2 0,20-6 0</inkml:trace>
  <inkml:trace contextRef="#ctx0" brushRef="#br0" timeOffset="299855">21073 2449 9512,'-21'7'2518,"25"-2"-2158,15-3-720,28-3 0,-13-2-2428,8-2 2788,-29 2 0,4 0 0,-14 3 0</inkml:trace>
  <inkml:trace contextRef="#ctx0" brushRef="#br0" timeOffset="300035">21071 2561 9512,'-4'8'719,"5"-1"-449,13-3-90,9-3 0,5-2-450,4-1 0,3 0-1124,14-3 0,0-2 1271,-15 3 1,-2 0 0,3-4 0,-2 0-1,8-3 1</inkml:trace>
  <inkml:trace contextRef="#ctx0" brushRef="#br0" timeOffset="300349">21915 2279 9781,'-10'-24'2609,"0"-1"-1889,7 20-91,1-5-179,8 28-315,-2 7 0,0 4-90,0 4 0,-1 2-225,0 11 0,-2-2 45,-3-19 0,0-1-495,0 3 1,0-3-1,1-7 630,3 13 0,3-22 0,2 3 0</inkml:trace>
  <inkml:trace contextRef="#ctx0" brushRef="#br0" timeOffset="300769">22188 2263 11041,'0'-38'719,"1"12"-449,-22 35-90,5 9-180,-16 16 90,3 0 0,0 2-90,10-15 0,0 1-150,-2 3 0,-3 2 0,3-3-390,-9 11 451,24-20-91,24-23 90,10-6 0,5-4 0,-5 18 90,5 15 0,8 9-90,-11-6 0,-1 0-90,8 2-450,-7-8 1,0-2 629,5-6 0,12-2 0,-5-4 0</inkml:trace>
  <inkml:trace contextRef="#ctx0" brushRef="#br0" timeOffset="302302">22455 2491 9691,'-17'1'1889,"4"1"-1709,19 2 90,23-4-90,16 0-135,-17-3 0,-1-2-45,7-2 90,-3-9-90,-24-7 90,-6-1-180,-14-2 90,-10 17 0,4 8 0,-9 18 0,17-5 0,-8 18 0,12-12 0,3 20 0,5-12 0,9 14 90,14-9-90,4-8 0,3-9 0,10-11 0,-18-5 0,22-6 90,-22 1-90,5-8 0,-2-2 0,-3-2 0,1-7 0,-3-4 0,-11-14 0,1-1 0,-8 10-90,-7 14 90,-1 14-90,-3 7 90,11 12 90,13 7-90,14-5-90,13-6 90,-11-7 0,11-6 0,-14 0 0,-2 0-90,1 1 90,-12 4-90,1 5 90,-5 7 0,-3 11 0,-4 1 0,0-3 0,-2 5 0,-2-9 0,-1 5 0,0-8 0,1-2 0,3 1 0,5 0 0,1-1 0,6-2 0,-1-5 0,0-1 0,4-4 0,-5-4 0,2 1 0,-2-4 0,-6 3 0,6-6 0,-2 1 0,0 0 90,2-4-90,-6 7 0,8-12 0,-7 5 90,6-8-90,-7 9 90,1-13 0,-4 10-90,1-6 90,-3 6-180,0 4 180,-3 23-180,-4 4 90,-10 28 90,2-19-90,-14 10-90,13-19-90,-4 4 90,26-35 90,10-11 0,6-10 0,-5 10 0,0 1-90,1 0 0,10-6 90,-18 32-90,-8 18 90,-7 5-360,-3 16-359,3-1 89,7-4-2158,20-4 2788,-3-23 0,21-9 0,-9-4 0</inkml:trace>
  <inkml:trace contextRef="#ctx0" brushRef="#br0" timeOffset="302952">23767 2479 9961,'-9'5'900,"0"-1"-540,4 0-181,7 1-89,11 0 90,9-2-90,9-5-90,-9-2 0,3-6 0,-14 3 0,5-19-90,-10 12 90,-6-20-90,-16 17 0,-10 6 90,-16 26-90,12 18 135,15-7 0,6 3-45,7-4 0,7 0 90,15 16-90,1-26 0,3-5 0,2-6 0,1-5 45,7-6 0,-1-4-45,-9 2 0,1-3 0,1-8 0,1-5 0,-3-1 0,4-14 0,-2-2-9,-5 9 0,0-2 0,-2 0 69,-4 2 0,-3 1 0,-2 3 30,-2 0 0,-3 7-90,-2 9 89,-10 45-44,0 2 0,-1 3-45,-2 1 0,1 2 0,-2 4 0,0 0-90,2-10 1,2-2-168,2-3 1,3-3-2172,6 17 899,6-24 1529,5-7 0,3-8 0,2 0 0</inkml:trace>
  <inkml:trace contextRef="#ctx0" brushRef="#br0" timeOffset="303335">24511 2443 10771,'6'-7'2878,"-18"9"-2518,-12 9-270,-17 14 0,3 1-180,9 5-180,20-8-90,17 8 180,4-11 1,10 12 89,-20-13 0,-8 10-90,-13-9-2789,-4-2 2969,9-7 0,6-5 0,6-4 0</inkml:trace>
  <inkml:trace contextRef="#ctx0" brushRef="#br0" timeOffset="303569">24593 2543 12930,'21'16'989,"-1"4"-989,-12-3-1349,3 10 1349,-5-11 0,1 4 0,-2-9 0</inkml:trace>
  <inkml:trace contextRef="#ctx0" brushRef="#br0" timeOffset="303769">24588 2301 11400,'-7'-23'1440,"4"3"-1440,15 12-1529,5 9 1529,5 8 0,-4 6 0,-6 3 0</inkml:trace>
  <inkml:trace contextRef="#ctx0" brushRef="#br0" timeOffset="304902">24951 2617 12390,'10'-11'3276,"-2"3"-2414,-5 18-683,-6 12-179,-1 9-89,-2-2 89,0-6 0,4-12 0,-3 10-270,3-13 180,-4-7 0,8-3 90,5-7 0,20 2 0,11 2 0,4 1-90,-2 1 0,-16 5-90,-16 10-180,-30 15 180,-1-6 0,-4 1 45,-3 1 1,-1 1 44,-5 4 0,2 0 45,11-8 0,3-1 0,1 1 0,3-3 45,4 2-90,5 0 90,8-4-90,1 6 90,-2 1 0,-6 1 0,-3-9 0,-18 6 0,10-12 0,-25 10 0,17-10 90,-6 2-90,16-10 0,37-18 0,-1 0 0,3 3 0,7-3 0,1 0 0,3-2 0,3-2 0,-1 1-135,-2 1 1,1 0 0,0-1 104,6-2 0,1-2 0,-5 4 75,-8 3 0,-4 2-45,-2 1 0,-3 1 0,-2 0 0,-8 5-90,-8 3 90,-9 3 0,-11 6 0,-13 13-90,0 9 493,7 12-403,18-8 0,8-5-180,35 2-1169,-3-15 1349,-4-2 0,1-1 0,11-7 0,-2-3 0</inkml:trace>
  <inkml:trace contextRef="#ctx0" brushRef="#br0" timeOffset="305719">20696 3136 11311,'-6'-7'809,"-4"2"-449,-20 9-225,4 0 0,-3 3 0,-16 4 0,-1 2-90,8-2 0,0 0 14,1 3 1,-2 1 0,5 2 30,3 4 0,6 4-45,5 7 0,12 2-45,20 0 0,14-2-60,9-8 0,10-2 0,-1-3 30,-3-2 0,1-3 0,-1 1 0,4 0 0,0 1 0,-10 0 120,0 13-90,-50-8 0,-14-1 0,-7-4 0,-5-4 0,7-1 0,-2 0 0,4-2 0,5-2 0,5-1 0,-3 2 0</inkml:trace>
  <inkml:trace contextRef="#ctx0" brushRef="#br0" timeOffset="305949">21367 3470 12840,'27'-4'269,"0"0"1,11-2-405,-6 2 1,-2 0-226,0 0-1279,-4 0 1,-1 0-302,-2-1 1940,5-1 0,-20 2 0,-2 1 0</inkml:trace>
  <inkml:trace contextRef="#ctx0" brushRef="#br0" timeOffset="306133">21430 3628 10861,'-2'11'1079,"16"-4"-899,28-7-360,2-4-135,-7 0 1,0 0-1218,9-2 1532,-9 0 0,5-1 0,-3 0 0,-4 0 0,-1-1 0,5-1 0,-1 1 0,1-1 0</inkml:trace>
  <inkml:trace contextRef="#ctx0" brushRef="#br0" timeOffset="306571">22673 3122 10861,'-2'-14'1709,"-5"4"-1259,-20 4-271,6 5 1,-13 5 0,-5 6-90,1 5 0,0 3-45,-6 2 0,1 2-1678,4 5 1,7 0 1632,3 7 884,31 11-1154,30-11 90,0 4-45,2-12 1,2 0 89,-14-10 0,-2 1 313,5 8 1,-7 1-269,-18 10 90,-32 1 0,-4-15 0,7-9 0,0-2-179,5-2 179,-21 7 0,34-12 0,-4 2 0</inkml:trace>
  <inkml:trace contextRef="#ctx0" brushRef="#br0" timeOffset="307188">22896 3628 13020,'23'-29'-180,"-9"0"0,-1-4 135,-3-2 0,-2-3 45,-1 3 0,0-3 0,-1 1 0,1-5 0,-2 2 45,-2 0 0,0 4 45,-2 7-90,-6 28 0,3 30 45,-2 7 0,0 6-45,1-3 0,1 2 0,0-6 0,1 2 0,-1-3-1146,1 2 0,-1-3 1101,2-4 0,1-3-315,8 13-90,2-18-1169,13 6 1619,6-17 0,4-7 0,1-6 0</inkml:trace>
  <inkml:trace contextRef="#ctx0" brushRef="#br0" timeOffset="307388">23112 3504 10051,'0'-11'1080,"19"-3"-990,23 4-1395,-8 4 1,1-1 1304,-7 3 0,-1-1 0,2 1 0,-2 0 0,8-1 0</inkml:trace>
  <inkml:trace contextRef="#ctx0" brushRef="#br0" timeOffset="308154">23335 3688 10321,'-8'5'3238,"0"0"-2698,3-1-720,23-10-450,-2-7 270,3-4 1,1-3 89,1-8 45,-7-1 0,-2 0 135,-2 2-45,-2-2 0,-3 0-44,-5 2-1,-5-5 180,0 32 0,5 3 0,4 10 0,21-6 0,-2-5 0,20-3 0,-4-2 0,-7-2 0,-2 0-90,-18 3 90,3-1-90,-3 3 90,1 6 0,-1 13 0,-2 8 0,-2 14 0,-2-12 0,2-3 90,3-8-90,-3-9 0,15 3 0,-8-8 90,29-4-90,-11-7 0,-5 0 0,1-3 180,11-11-91,-5-3 1,-17 9-90,-8 24 0,-11 10 0,3 18 0,-3-12-179,5 1-1,1-16-900,9 4-269,-6-7 1349,5-1 0,-2-6 0,0-2 0</inkml:trace>
  <inkml:trace contextRef="#ctx0" brushRef="#br0" timeOffset="308369">23922 3225 10591,'-6'-12'1079,"11"3"-4137,11 11 3058,4 2 0,1 8 0,-9-1 0</inkml:trace>
  <inkml:trace contextRef="#ctx0" brushRef="#br0" timeOffset="309202">24656 3491 11940,'-28'-13'2249,"-16"8"-2069,17 8 0,-2 4-1,-12 7 1,-1 5-135,7 0 0,3 3-135,0 2 1,5 1-91,1 8 0,22-3 0,9-17-90,22 5 180,-6-11-45,6-4 0,3-2 135,3-5-90,10-8 0,2-2 90,-21 5 0,-1-2-45,20-11 0,0-3 45,-4-3 60,-15 4 0,2-4 0,-3-1 30,1-10 0,-2-2-30,-3 10 0,1-1 0,-3 1 30,-1-7 0,-3 9-90,-6 22 90,-13 35-90,-5 14 0,3-13 0,0 0-90,-4 13 0,6-9 0,3 3 45,2-9 0,4-1 0,6 10 0,5-3 45,15 1 0,4-7 0,9-17-90,-20-8 90,4-2 0,1-1 0,-3-3 0,7-5 0,2-4 0,3-13 0,-8 1 0,-2-3 0,-2-15 0,-15 17 0,-4 2 0,-10 1 0,-22 20 0,-2 20 45,5 3 0,2 4-45,7-3 0,4 1 0,3 4 0,8 1-90,30 12-675,0-20 1,5-4 764,5-4 0,1-3 0,-3-4 0,-2-2 0,-15-3 0</inkml:trace>
  <inkml:trace contextRef="#ctx0" brushRef="#br0" timeOffset="310966">20564 4223 10501,'10'20'944,"-4"4"1,-1 5-900,-2 11 0,-2 4-15,1-8 0,-1 1 0,0-1-210,-1 8 0,1-2-450,-1-3 1,0-4-2648,3 0 3241,2-14 1,-1-17 0,0-3 0</inkml:trace>
  <inkml:trace contextRef="#ctx0" brushRef="#br0" timeOffset="311318">20458 4318 9871,'-3'-11'630,"29"-2"-585,1 5 0,7 2 15,2 0 0,5 1 0,1 1-30,-2 0 0,0 2 0,1 0-30,2 2 0,-1 1 0,-3 3 0,-1 0 0,-11 7 90,-19 26-45,-23-18 0,-9-1 45,-16 6 0,-4-2-45,9-7 0,2-1-422,3-3 0,4-2-1242,5 0 1619,64-17 0,-5 0 0,3-1 0,-1 0 0</inkml:trace>
  <inkml:trace contextRef="#ctx0" brushRef="#br0" timeOffset="311549">21457 4391 10681,'-10'8'1619,"1"0"-1349,11-4 0,23-3-360,12-2-270,3-2-1124,-14-1 0,-2-1 1484,-1-2 0,5-2 0,-14 3 0</inkml:trace>
  <inkml:trace contextRef="#ctx0" brushRef="#br0" timeOffset="311738">21440 4536 11041,'-6'9'1079,"6"-2"-989,29-7-540,-5-2 1,2 0-1,1-1 0,2-1 450,17-3 0,0-1 0,-19 2 0,0 0 0,13-2 0,1 0 0</inkml:trace>
  <inkml:trace contextRef="#ctx0" brushRef="#br0" timeOffset="312050">22377 4337 11221,'0'-11'3276,"1"1"-2685,2 32-321,-5 15-270,-1 2 0,-1 2-45,1-12 0,-2 1-135,-4 14 0,1-2-225,3-15 1,0-1 179,0-1 0,0 0-1664,2 20 1889,6-30 0,6 0 0,1-10 0</inkml:trace>
  <inkml:trace contextRef="#ctx0" brushRef="#br0" timeOffset="312368">22310 4360 11131,'-2'-28'809,"7"6"-539,16-5-180,2 15 90,22-1-180,-17 9 45,4 1 0,0 2 45,1 1-90,0 2 0,-2 1 0,-2 2 90,14 11-90,-29-7 0,-10 17 0,-17-13 0,-18 5 0,-8 0 0,8-6 0,-1-2-360,-13 5 0,0-1-100,18-7 1,4-1 459,-6 1 0,23-5 0,4-2 0</inkml:trace>
  <inkml:trace contextRef="#ctx0" brushRef="#br0" timeOffset="313069">23063 4371 13020,'-28'4'404,"0"-1"1,-12 4-225,9 3 0,1 3-90,-5 11-90,11-7 0,3 1 0,3 5-180,19 2 0,17-14 180,-1 1-180,28-9 180,-11-10-45,-8-1 0,0-4 45,9-13 0,-11 1 180,-8-4-180,-7 12 90,-2 0-90,-1 5 90,-1 8-90,10 13 0,0 3 0,12 16 0,-5-8 0,11 4 0,-4-10 90,4 0-90,-8-7 0,4-8 0,-10-2 0,3-5 0,-3-7 0,-9 5 0,12-15 0,-13 13 0,11-18 0,-8 12-90,5-7-270,-9 12-539,1-1-2378,-5 4 2792,2 1 0,-3 1 0,0 5 0</inkml:trace>
  <inkml:trace contextRef="#ctx0" brushRef="#br0" timeOffset="313705">23721 4374 10591,'-5'-12'899,"-5"2"-629,0 7 0,-22 8-180,11 1 90,-21 12-90,19-6 0,-3 5 0,1 1-90,3 0 45,-1 3 0,4 2 45,13 1-90,-1 1 0,14-4 0,1-13-90,26 3 90,3-14 0,-3-5 0,1-5 0,-4-6 0,-2-4-45,0-9 0,-3-2 45,-10 9 0,-3-1 90,-2-17 0,-6-3-90,-4 11 0,-2 1 45,2-1 0,-1 1-45,-3 0 0,-2 5 0,1 7 90,-4-1-90,-2 26 0,-3 41 0,4-3 0,3 7-90,4-12 0,2 3 0,2-1-120,0-2 0,2 0 0,3-3-1429,14 10 1,3-6 1179,-7-17 0,1-4 0,8-1 0,0-3 0,6-3 1</inkml:trace>
  <inkml:trace contextRef="#ctx0" brushRef="#br0" timeOffset="314219">24237 4415 11940,'-15'-6'1709,"-13"3"-1259,-2 5-270,3 5 0,-1 2-90,6 2 0,0 2-225,-4 4 0,2 1 45,1 8-270,8 1-90,14-12-539,18 4 359,11-10 270,1-7 1,3-4 179,1-6 0,0-5 45,8-10 0,-3-4 90,-11 7 0,-3-2 15,-5-5 0,0-3 0,-4-2 120,-3-13 0,-3-3 30,-2 11 0,0-2 0,-1 2 15,-1-15 0,-2 9-45,-5 21-90,-3 40 0,3 5 0,0 7 30,-3 4 0,-1 5 0,1-3-30,3-4 0,-1 1-60,0 4 0,0 4 0,2-6-435,3-8 0,3-4 495,12 15 0,7-21 0,5-7 0</inkml:trace>
  <inkml:trace contextRef="#ctx0" brushRef="#br0" timeOffset="314452">24610 4371 11400,'-10'8'720,"-2"10"-450,5 6-360,-5 19-540,2-8 91,1-2 539,8-10 0,1-15 0,2 4 0</inkml:trace>
  <inkml:trace contextRef="#ctx0" brushRef="#br0" timeOffset="314671">24542 4089 10411,'-7'-11'900,"0"-2"-811,8 19-2787,4 11 2698,4 0 0,3 10 0,-3-15 0</inkml:trace>
  <inkml:trace contextRef="#ctx0" brushRef="#br0" timeOffset="315186">24775 4357 13919,'15'6'1799,"2"8"-1349,0 24-360,-8 8-180,-5-2 0,-8-19 0,-3 0-180,-2 5 270,-1 1-270,1-6 180,20-34 90,9-14 0,-5 3 0,0-1 0,2-3 0,-1 2-90,3-4 90,-3 9-90,-6 13 90,3 12 0,-4 10 0,-3 14 0,-3-6-90,-3 3 0,1-15-269,2 8 179,-1-12-450,5 4-359,-2-10 989,22-5 0,-4-4 0,16-6 0</inkml:trace>
  <inkml:trace contextRef="#ctx0" brushRef="#br0" timeOffset="315802">25339 4467 12840,'-22'-8'2068,"-3"2"-1798,3 6-90,0 2 90,-19 17-270,19-8-45,0 4 0,1 0-135,6 0-539,-8 16 449,14-15-270,0 12 270,6-17-629,12 8 359,10-12 360,14-3 270,3-14 180,3-12-180,-15 4-90,-5 3 90,-8 9 90,-7 35-90,-6 8 0,-1 7-30,2-10 0,2 3 0,-1 1-176,1 1 0,-1 3 0,0-1 0,1-1 146,1 0 0,2-1 0,-1-2-60,1-1 0,1-1 0,-2-5 30,-1 18-180,-12-20 90,-19-30 90,5-3 0,-2-3 45,-17-14 0,0-6 135,9 3 0,1-1-45,-2-6 0,5 1-45,9-3 90,33-10-180,7 22-30,8 2 0,8-3 0,0 3-796,-4 3 1,0 3-1,2-2 826,0 0 0,3-1 0,0 0 0,-3 1 0,0 1 0,-3 1 0,-24 11 0</inkml:trace>
  <inkml:trace contextRef="#ctx0" brushRef="#br0" timeOffset="315986">25399 4780 8412,'-35'-7'-421,"-4"-1"-37</inkml:trace>
  <inkml:trace contextRef="#ctx0" brushRef="#br0" timeOffset="317618">612 6814 10681,'-7'-8'2069,"1"0"-1889,12 5-90,8 1-1,13 2 1,8 2 0,0-1 0,4 0-60,2 1 0,3 0 0,-3-1-247,4 1 0,-3-1 217,-1 0 0,-4 1 90,12 2-90,-33 1 90,-3 15-45,-33 3 0,-11 3-45,1 4 0,-3 4 30,-1 1 0,-1 3 0,3-2-30,1 1 0,5 0-360,0 5 0,7-2-2917,16-8 2702,8-9 0,0-15 0,-1-6 1</inkml:trace>
  <inkml:trace contextRef="#ctx0" brushRef="#br0" timeOffset="317902">1077 7077 11760,'3'-8'1260,"10"0"-721,25 9-359,-10 1 0,2 1-90,12 4 0,1 0-45,-12-1 0,-1 1 0,9 2 0,-1 1-405,-13-2 0,-2-1 0,20 7-2698,-6-4 3058,-26-7 0,-3-1 0,-3-1 0</inkml:trace>
  <inkml:trace contextRef="#ctx0" brushRef="#br0" timeOffset="318102">1542 6992 11311,'-16'-28'179,"6"9"1,-13 18 0,-7 27-180,-1 4 45,0 7 0,0 3-495,9-11 1,1 1-1190,-5 7 1,1 0 1591,10-14 1,2-3 0,1 9 0,8-13 0</inkml:trace>
  <inkml:trace contextRef="#ctx0" brushRef="#br0" timeOffset="318521">1989 6831 13379,'11'-6'1440,"29"-2"-1261,7 5-134,-16 1 0,1 0-609,8-1 0,-1 0 608,-14 1 1,1 1 163,12-2 1,0 2-209,5 4 0,-16 6 0,-17 3 0,-42 26 0,10-13 0,-7 2 0,-1 2 0,7-8 0,1 2 0,-1 0 0,-1 3 0,1-1-135,-3 4 0,3 0-567,-2 6 1,4-3-2576,6 1 2612,13-11 0,8-14 0,2-4 0</inkml:trace>
  <inkml:trace contextRef="#ctx0" brushRef="#br0" timeOffset="319967">3559 7033 10411,'-2'-11'810,"21"11"-720,1 7-46,3 5 1,2 1-45,16 12-135,-13-9 1,0-2-1036,18 5 1170,-5-5 0,-14-11 0,-10-3 0</inkml:trace>
  <inkml:trace contextRef="#ctx0" brushRef="#br0" timeOffset="320202">3837 7004 9781,'-7'-8'1260,"-2"0"-990,-14 17-181,-7 7-44,3 3 0,-1 3-765,2-1 1,1 0 719,1-1 0,1 0 0,-11 7 0,12-11 0</inkml:trace>
  <inkml:trace contextRef="#ctx0" brushRef="#br0" timeOffset="320671">3675 6816 9871,'-25'-14'990,"2"4"-721,-3 7 1,0 3-90,-8 5-45,-2 13 0,-1 8 0,8 9 0,3 5-261,5-9 1,1 3 0,6 2 185,9 13 0,8 3 0,7-4-236,4-11 0,5-4 0,5-2 153,2-3 1,5-1-1,2-2 1,1-6 22,5-3 0,1-7 0,1-4 0,9-2 0,1-5 0,-5-3 0,-1-1 0,-2-4 0,-8-2 0,1-3 0,-5 1 0,7-11 0,-9-1 0,-4-4 0,-6-12 37,-12 1 0,-9-5 23,-11 14 0,-8 0 0,0 0-30,1 2 0,-2 1 0,-1 2-194,-3-1 1,-1 1 0,-2 5 163,-4 5 0,-1 3 0,3 3 45,6 3 0,0 2-90,-23-3 0,1 4-135,6 8-510,9 6 1,-3 4-1,5 0-839,-7 8 1529,3 3 0,9 2 0,28 3 0,6 6 0</inkml:trace>
  <inkml:trace contextRef="#ctx0" brushRef="#br0" timeOffset="321221">4800 6902 10681,'4'-22'2069,"2"2"-1530,6-4-449,0 9 180,29-4-135,-10 11 0,3 2-45,3-1 0,0 0-90,-3 2 0,-1 2 45,-2 2 0,-7 3-45,-14 7 90,-24 17-90,-5-12 0,-6 0 0,-10 8 0,0 0 0,10-5 0,5 2-360,13 20-45,26-18 1,9-3 89,4 0 0,2-1 45,2 2 0,-3-1 180,4 5-180,-33 10 360,-44-3-90,21-15 0,-3 0-1093,-7-1 1,-6 0 0,4-2 1067,-15 4-65,-1 0 0,2-1 90,14-3 0,-8 1 0,31-9 0</inkml:trace>
  <inkml:trace contextRef="#ctx0" brushRef="#br0" timeOffset="321521">5718 7016 10861,'-5'-10'2249,"15"8"-2070,10 8 1,10 10 0,4 3-180,-6-3 0,1 0-495,11 7 1,-2 0-2783,3-1 2814,-10-6 1,-20-11-1,-7-4 1</inkml:trace>
  <inkml:trace contextRef="#ctx0" brushRef="#br0" timeOffset="321722">5990 7000 10771,'-23'0'899,"-11"14"-809,11 2 0,0 3-180,-1 2 0,-1 2-1549,-2 3 1,2-1 1423,-1 4 0,1 0 0,16-16 0</inkml:trace>
  <inkml:trace contextRef="#ctx0" brushRef="#br0" timeOffset="322250">6678 6801 11131,'-25'6'1979,"3"-2"-990,9-4-989,21 2 180,20-1-90,18 2-135,-20-1 0,0 0 45,4 2 0,-11 4 0,-33 12-90,3-6 90,-26 14 0,19-15 0,-21 18 0,24-16-90,-9 21-90,45-9-180,8 1 270,-8-14 0,3-1-270,15 4 1,-1 1 89,-10 10 180,-20 4 0,-12 1 90,-17-10 0,-10-2-350,-7 5 0,-5-3 380,4-7 0,-3-1 0,4-3-75,8-2 0,2-1-225,-5 2 0,-2 0 0,5-1-809,-3 0 1079,-10 4 0,24-9 0,-3 2 0</inkml:trace>
  <inkml:trace contextRef="#ctx0" brushRef="#br0" timeOffset="322850">2721 6613 9781,'21'30'180,"0"1"0,-1-1 0,1 7 0,-2 2 0,-2 1-150,-3-3 0,-2 0 0,-4 1-1123,-3 5 1,-4 1 0,-3-3-235,-3-1 1,-5-2 966,-14 4 0,-3-6-186,-8-3 546,1-7 0,-3-2 0,10-9 0,-1-1 0,-8 3 0,-1 1 0</inkml:trace>
  <inkml:trace contextRef="#ctx0" brushRef="#br0" timeOffset="323369">-1 7000 12613,'12'26'36,"7"6"-126,0 0 0,4 4 0,2 0 0,3-3-730,3-6 1,4-2 0,0-2 0,0 0 769,-1 0 1,-1 0 0,0-1 0,3-1 0,4-1-1,3-1 1,-1-2 0,-2-3 0,-3-8 0,-1 1 0,1 0-1</inkml:trace>
  <inkml:trace contextRef="#ctx0" brushRef="#br0" timeOffset="324332">4696 6672 10231,'-2'-12'90,"1"2"0,-4 15 0,-1 12 0,-4 18 0,0 10-45,3-1 0,2 4-865,2-12 1,1 3 0,1 0 0,1-2 671,1 13 1,6-1 79,6-12 1,6 3-1,3-1 1,2-6-278,7-5 1,3-5 0,4 0 344,2 3 0,4 0 0,0-1 0,0-5 0,4-3 0,-1-5 0,0-2 0,0-5 0,-1 0 0,1 0 0</inkml:trace>
  <inkml:trace contextRef="#ctx0" brushRef="#br0" timeOffset="324718">7098 6654 9871,'10'-16'1440,"7"5"-991,27 14-314,-14 10 0,1 9-45,-6 2 0,-1 5 0,-5 4-557,-5 3 1,-5 4 0,-8 3 488,-10 2 1,-8 4-1,-5-1 1,1-4-53,0-3 0,-1-3 0,-6 0-330,-1-5 0,-6 3 0,-2-1 1,0-2-1,3-4 360,-3 0 0,1-5 0,0 1 0,-3 3 0,0-1 0,1-1 0,8-7 0,1 1 0,-1-1 0</inkml:trace>
  <inkml:trace contextRef="#ctx0" brushRef="#br0" timeOffset="325666">3440 8269 11760,'34'1'180,"-6"-2"0,3 0-1170,1-3 1,2 0 989,2 1 0,-3 0 0,3-1 0,-19 2 0</inkml:trace>
  <inkml:trace contextRef="#ctx0" brushRef="#br0" timeOffset="325866">3397 8512 10861,'36'5'629,"-6"-3"-539,10-5 0,4-3-810,-15 3 1,1-1-748,12-1 0,1-1 1467,-11 2 0,-3 0 0,10-2 0,10-2 0</inkml:trace>
  <inkml:trace contextRef="#ctx0" brushRef="#br0" timeOffset="329350">4506 7860 9602,'-36'-21'2878,"-2"3"-2338,12 8 89,-3 1-269,16 4 90,1 0-315,30 1 0,14 0-90,-4 1 0,3 1-16,14 0 1,6-1 0,0 1-98,-9 1 0,-1 1 1,2-1 67,-5 1 0,1 0 0,0 0 0,-4 0-663,16 1 0,-4 0 663,-11-2 0,-3 3 89,5 9-89,-38 7 0,-13 8 0,-9 3 30,-3-1 0,-4 1 0,-1 1-229,-4 2 1,-1 2 0,-1 1 175,7-5 1,-1 1 0,0 0-1,4-2-67,0 1 0,3-2 0,2 0-196,-6 11 0,4-3-1333,6 7 1936,11-21 1,5-13 0,2-6 0</inkml:trace>
  <inkml:trace contextRef="#ctx0" brushRef="#br0" timeOffset="330268">5261 8082 10231,'-12'4'1169,"-6"0"-89,9-2-990,17 2 90,32-4-135,-3-1 0,2 0 0,-6-1 0,2 0-15,3 0 0,2 0 0,-2 0-165,-1 0 0,-1 1-180,11-1 0,-2 0-405,-14 1 1,-4 0 719,-1 2 0,-14-2 0,-9 2 0</inkml:trace>
  <inkml:trace contextRef="#ctx0" brushRef="#br0" timeOffset="330933">6065 7893 9781,'-9'-17'1170,"7"0"-900,27 1-181,-1 8 1,3 1-45,3 1 0,2 1-45,3 2 0,-2 2 90,7 1-90,3 10 0,-30 6 0,-1 7 90,-22 5-90,-3-8 0,-7 1 0,10-11 0,-3 11 0,9-8 0,1 3 0,21-1 0,-4-9 0,29 10 0,-19-10 0,7 3 0,2 0 0,1 2 0,13 4 0,-20 4 0,-19-9 0,-6 14 0,-12-10 0,-8 2 0,-4 1 0,-11 3-341,-6 1 0,-1 0 341,-1-3-90,3 0 0,3-2-90,8-5-630,-11 8 91,26-12 719,-1 2 0,9-6 0,1 0 0</inkml:trace>
  <inkml:trace contextRef="#ctx0" brushRef="#br0" timeOffset="333185">7209 8011 9422,'4'-3'1259,"21"-1"-1214,9 1 0,3 0-242,-7 1 1,2-1 226,10 0 0,5-1 0,-4 0 94,-1 0 0,1 1-184,-2 0 0,3-1 0,-5 1 60,-4-1 0,-7 2 0,-8 2 0,-32 2 0</inkml:trace>
  <inkml:trace contextRef="#ctx0" brushRef="#br0" timeOffset="333502">7437 7887 9242,'0'-15'1889,"0"-2"-1799,2 23 0,0 25-46,1-4 1,0 2 0,1 10 0,1 1-405,0-3 1,2-2-811,-1-6 1,1-3 1169,2 11 0,-2-19 0,-2-9 0</inkml:trace>
  <inkml:trace contextRef="#ctx0" brushRef="#br0" timeOffset="334236">8467 7762 9242,'-14'-9'809,"-4"1"-629,2 4-90,-17 6 0,16 3 0,-28 15 0,24-6-45,-8 11 0,-1 4 0,14-7 0,0 1-45,-6 13 0,2-1 0,6 8 45,17-16 0,4-2-45,5-3 0,5 0 0,5-1 45,5-8 0,4-5-90,14 1 0,5-5 45,-15-3 0,0-2 0,1-3-833,0-3 1,0-4 0,-3 1 877,1-1 0,-5-3-677,-2-9 1,-6-3 631,-10 2-18,-9-10 1,-6-2 62,-12 6 0,-3 2 0,4-2 0,-4 1-15,-6 6 0,-6 0 0,-1 6-30,-6 4 0,-3 6-210,6-1 0,-2 0 1,0 5 209,-3 8 0,0 5 0,4 1 0,-1 1 0,4 2 0,-3 8 0,1-1 0</inkml:trace>
  <inkml:trace contextRef="#ctx0" brushRef="#br0" timeOffset="336402">4621 8555 8972,'-9'9'540,"-1"-1"-271,3-3 181,0 1-360,8 0 360,44-4-383,-8-2 1,9-1-1,5-1 1,1 1-615,-7-1 1,0 0 0,2 0 0,3 0 0,3-1 0,2 1 558,-12 0 1,1 1 0,3-1 0,2 0 0,1 0 0,1 0 0,1 0 0,0 0 0,0 0 0,-1 0 0,0 0 0,-2 0-195,-1 0 0,-2 1 1,1-1-1,-1 0 1,0 1-1,1-1 1,-1 0-1,0 1 1,1-1-1,0 1 1,1-1-1,-1 0 182,2 1 0,0-1 0,1 0 0,1 1 0,0-1 0,0 0 0,0 1 0,0-1 0,-2 1 0,0-1 0,-2 1 0,-2 0 0,-2-1-140,8 1 1,-2 0-1,-3 0 1,-1-1 0,0 1-1,-2 0 1,1 1 0,1-1 151,6 0 1,2-1 0,0 1 0,-1 1 0,-3-1 0,-4 0 0,-5 0-13,4 1 0,-7-1 0,4 1 0,-2-1 0,5 1 0,1 0 0,-3 0 0,-6 0 45,4-1 0,-3 1 44,14 1 1,-5-1 1626,-6 0-1896,-5 1 1847,-23 0-1667,2 1 0,-25 5 0,-6 2 0</inkml:trace>
  <inkml:trace contextRef="#ctx0" brushRef="#br0" timeOffset="337136">5871 9045 12390,'40'-18'180,"0"-4"-180,-15 3 90,7-12-90,-19 15 0,10-16 0,-10 12 0,-3 1-90,-2 5 90,-4 8 0,2 14 0,-3 12 0,-4 26 90,-2-8-90,0-5 0,0 1 0,6-2 0,0 0 0,-2-4 0,0 0 0,3 8 0,1-2-90,1 3-90,1-3 0,-2-8 180,-4-13 0,-3-7 0,-3 2 0</inkml:trace>
  <inkml:trace contextRef="#ctx0" brushRef="#br0" timeOffset="337371">5801 9400 9691,'7'12'810,"-2"-5"-450,28-1-180,-11-6-45,14-1 0,8-1-1228,-5-1 1,3-1 0,-1 0 623,6 0 1,0 0 0,-4 0 0,2 0 0,-6 0 0,11-1 0</inkml:trace>
  <inkml:trace contextRef="#ctx0" brushRef="#br0" timeOffset="341735">9044 7641 9871,'11'-3'360,"9"18"-270,-6 5 45,1 9 0,0 7-45,-7-4 0,-1 2 0,-1 1-1183,1 3 1,0 1 0,-1 1 327,-1 0 1,0 0-1,-2 1 795,-3 7 0,-1 2 0,0-6 62,1-6 1,-1 0-33,1 8 0,0 6 0,0-6 352,-1-12 1,1 1-346,1 2 1,0 7-1,0-1 1,0-5-68,-1-2 0,1 1 44,-1-1 1,2 7 0,-1-1 0,0-4 0,1 8 0,-1-3 0,0 1 0,0 0-45,0-9 0,-1-2 45,-3-4 0,1-2-45,-1-1 45,0 0 0,0-2 45,0-10 2815,1 6-2725,1-13 1714,-1 2-1535,-2-4 303,-6-4-662,-1-1 0,-24 0 0,10 2 0,-4 0-210,-14 2 0,-8 1 1,0 0-884,7-1 1,1 0 0,-2 1 770,7-2 1,-1 1 0,0 0 0,0-1 321,-13 0 0,1-1 0,4 0 0,6-2 0,1-1 0,1 0 0,0 0 0,0 1 0</inkml:trace>
  <inkml:trace contextRef="#ctx0" brushRef="#br0" timeOffset="343285">4000 7700 9781,'12'7'540,"3"16"-180,-2 25-270,0-1-729,-5-13 0,-1 4 1,-1-3 638,0-7 0,-2 2 67,0 8 1,0 8-1,0 3 1,-2-5 51,1 1 1,-2-2 0,0 4-30,-1-5 0,1 4 0,-1 2 0,0-1 0,0-2-45,0-1 0,-1 0 0,0-3 0,-1 0-15,1 5 0,-1-2 0,1 0 0,-1-2 0,0-1 0,1-4-2,0 1 0,1-2-28,-1 1 0,0 1 317,1 6 1,1-3-318,-1 5 0,0-11 0,0-1 90,-1 13 980,-3-9-980,2-9 612,0-10-702,-1-2 83,0-4-83,0-3 0,1-2 0,2-1 0,3-2 0,2-2 0,13 1-990,17-4 360,-4 1 630,1-1 0,1-2 0,11 0 0,-11 0 0,-1 1 0</inkml:trace>
  <inkml:trace contextRef="#ctx0" brushRef="#br0" timeOffset="344266">9539 8438 11400,'11'-9'900,"14"0"-810,6 2 0,5 1-45,0 1 0,3-1-105,-3 1 0,3-1 0,-3 1-1572,-1 0 1,-2 1 1406,-3-1 0,-4 1 380,-3-1 0,-17 3 1,0 0-1</inkml:trace>
  <inkml:trace contextRef="#ctx0" brushRef="#br0" timeOffset="344517">9723 8241 10411,'-4'-11'540,"-1"1"-450,10 24 0,0 25-45,1-15 0,1 2-45,-3 2 0,1 2-90,5 6 0,1-2-180,-1 1-945,3 0 1,2-2 1214,3-7 0,8 6 0,-2-11 0</inkml:trace>
  <inkml:trace contextRef="#ctx0" brushRef="#br0" timeOffset="344816">10661 8024 9961,'13'-6'1619,"3"10"-1079,4 24-315,-6 9 0,-1 6-135,0 2 0,-2 2-537,-3-10 1,-2 2 0,-2 0 446,-2-4 0,-3 0 0,0-2 0,-2 1 0,-1-1 0,-2 0 0,0 0 0</inkml:trace>
  <inkml:trace contextRef="#ctx0" brushRef="#br0" timeOffset="345469">5326 9841 12750,'11'-7'539,"-1"2"-359,20 2-1619,8-1 1439,11-1 0,-11 2 0,-13 1 0</inkml:trace>
  <inkml:trace contextRef="#ctx0" brushRef="#br0" timeOffset="345700">5505 9939 11221,'-11'6'1079,"12"0"-809,30-7-360,17-2-855,-12-2 1,-1 0 179,-9 1 1,-2-1 764,2 1 0,-2-2 0,3-3 0,5-2 0</inkml:trace>
  <inkml:trace contextRef="#ctx0" brushRef="#br0" timeOffset="350317">6868 9550 10141,'4'-8'-180,"-12"25"180,-5 0 0,-15 20 0,-4 4 0,15-22 0,-1 1 30,-7 6 0,-3 5 0,1-5-30,1-3 0,2-2 0,1 1 0,0 0 45,0-1 0,4-3 135,8-5 0,5 0-90,21-13-90,17-4 90,-6 0-90,10-2-90,4 3 90,-11 0-135,-1 1 0,3 0-225,18-1 270,-6 0 45,-13 1 0,-2-1-134,9-7 179,3-5 0,-2-11 89,-17 0 1,-5-1 0,-9 11 0,-3 4 0,-6 22-90,-3 5 45,-3 12 0,0 2-45,-3 5 45,2-5 0,2-1-45,1-6 0,1 19 0,3-22-360,2 16 91,2-23 269,11 5 0,-4-13 0,8-1 0</inkml:trace>
  <inkml:trace contextRef="#ctx0" brushRef="#br0" timeOffset="350569">7457 9878 10051,'17'-4'630,"17"-3"-540,-9 5 0,4 0 0,4-1-90,-3 1 0,0 0-1170,6 0 1,-1-1 1169,-6 0 0,-2 0 0,4-2 0,-21 0 0</inkml:trace>
  <inkml:trace contextRef="#ctx0" brushRef="#br0" timeOffset="350833">7711 9683 10231,'-22'13'1349,"4"7"-1214,6 4 0,1 2-45,2 6-45,3-4 0,0 0-405,5 13-2068,0 3 2428,5-7 0,8-14 0,0-7 0</inkml:trace>
  <inkml:trace contextRef="#ctx0" brushRef="#br0" timeOffset="351119">8256 9659 11041,'12'-11'2158,"-1"15"-2068,-8 8 0,-2 8 45,-1 6 0,0 3-135,0 20-450,1-6 1,2 1-1,-1-16 0,1-2-359,4 20 809,7-18 0,1-13 0,10 6 0</inkml:trace>
  <inkml:trace contextRef="#ctx0" brushRef="#br0" timeOffset="351383">9294 9812 11400,'14'-5'1620,"6"-2"-1441,-10 5 91,24-4-90,12 3-540,-1-2 1,1 2 359,-18 1 0,-19 1 0,3 0 0</inkml:trace>
  <inkml:trace contextRef="#ctx0" brushRef="#br0" timeOffset="351583">9281 9915 10771,'-10'5'450,"2"1"-271,11-1-89,3-2 270,42-3-720,-22-3 1,1 0-1280,15-3 1,0 0 1091,-15 1 1,-1 0 0,3-2 0,-1-1 0,7-2 0</inkml:trace>
  <inkml:trace contextRef="#ctx0" brushRef="#br0" timeOffset="352019">10353 9573 11311,'8'-10'2878,"0"-1"-2788,-18 10 180,-13 10-180,-4 3-45,3 4 0,2 1-45,4 0-90,-11 21-90,27-11 90,0-1-180,28 4 90,-8-19 0,5 2 0,4-2 0,10 1 90,-11-3 0,-1 0 1,4 2-1,-9 3 0,-27 3 90,-2-2-45,-10-1 0,-4-1 45,-1-1-450,-7 3 0,-3 0 450,-11 1 0,0 2 0,13-8 0</inkml:trace>
  <inkml:trace contextRef="#ctx0" brushRef="#br0" timeOffset="352266">10275 9598 11400,'-19'-6'1620,"1"0"-1171,48-3-269,-2 2-405,19 0 0,2-1 0,-22 5 1,-1 0-1081,18-2 1,-3 0-1304,-8 1 2277,5 0 1,-3 0 0,0-1 0</inkml:trace>
  <inkml:trace contextRef="#ctx0" brushRef="#br0" timeOffset="352518">10930 9584 12750,'-3'10'1619,"12"4"-1349,22 10-180,-9-8 0,2 1-495,9 7 0,1 0-1234,-5-2 1,-1-2 1501,-3-3 1,-3-1 0,6 1 0,-14-12 0</inkml:trace>
  <inkml:trace contextRef="#ctx0" brushRef="#br0" timeOffset="352721">11352 9624 11400,'-2'-11'990,"-4"-2"-720,1 9 90,-21 8-270,9 3 89,-24 18-89,13-7-90,-7 10 0,-2 1-180,-1 2-360,12-10 1,-2 4-1,3-4 540,-10 13 0,15-16 0,0 0 0,-8 9 0</inkml:trace>
  <inkml:trace contextRef="#ctx0" brushRef="#br0" timeOffset="353169">11715 9616 12030,'13'-8'3276,"-1"1"-2414,0 0-682,-14 8 269,-19 15-359,-9 9-180,11-7 0,1 1-89,-3 6-271,8 7 180,13-21-180,11 9-449,29-3 809,-12-7-135,3-1 0,1-1-45,1 1 180,2 2-90,-5 5 90,-24-8-89,-16 20 179,-15-10-45,-9 2 0,-3 0-45,-4-1-450,5-3 0,1-1 540,1-3 0,7-1 0,9-4 0</inkml:trace>
  <inkml:trace contextRef="#ctx0" brushRef="#br0" timeOffset="353416">11694 9619 11760,'6'-10'1709,"4"0"-989,16 0-180,22-2-585,-14 5 0,4 1-675,-3 1 0,2 0 1,-3 1 44,1 0 1,0 0 674,-1 0 0,3-1 0,-5 0 0,15-5 0,-13 3 0,-1 0 0</inkml:trace>
  <inkml:trace contextRef="#ctx0" brushRef="#br0" timeOffset="354002">12425 9365 11221,'-21'-14'764,"0"-1"1,-14-7-91,-3 5 1,-4 1-405,5 4 0,-2 1-948,8 1 0,-2 0 1,-4 0 838,0 3 1,-5 1 0,-2 0 0,2 1 0,3 1-474,0-1 1,4 2 0,-8 0 362,4 0 0,-6 1 1,-4-1-1,-2 0 1,-1 1-1,1 0 1,3 2-310,0 0 1,2 1 0,1 0 0,-1 1 0,-1 0 0,-2 1 279,2-1 1,-2 1-1,-1 0 1,-1 1-1,0-1 1,1 1-1,1 0 1,3-1-179,-2 1 1,3-1-1,0 0 1,1 1-1,-1 2 1,-1 1 180,-2 2 1,-2 1 0,-1 2-1,0 0 1,2 2 0,3 0-1,4 1-3,-2 4 1,6 2 0,1 1-1,-2-1-22,1-3 0,-2 0 0,-1 0 0,3 2 0,6 3-23,1 6 1,3 4 0,5 1-1,8-1-66,8 3 0,7-1 1,0 1 28,-3-1 0,-1 0 0,7 1 21,8-2 1,5 3 0,4-2 0,3-2-97,5-2 0,3-3 0,4-2 1,2 2 29,-5-6 0,3 1 0,1 0 0,2 0 0,1-2 0,0-1 30,3 1 0,1-2 0,2 0 0,-1-2 0,0-1 0,-1-1 39,0 0 0,-1-2 0,0-1 0,0-2 0,2-1-18,3-1 0,2-1 0,0-3 0,0 0 1,-1-2 27,-2-1 1,-2-1 0,0-2 0,2 0 0,1-1-1,-5 0 0,1-1 1,2 0-1,0 0 0,0-1 1,1-1-1,-1-1 0,3-1 0,-1 0 1,2-1-1,-1-1 0,-1 0 1,0-2-1,-1 0-27,2-1 1,0-2-1,-1 0 1,0-1-1,-2-2 1,-1-1 37,-1-1 0,-1-3 0,0 0 0,-2-2 0,-2 0 0,-5-2-8,5-7 1,-4-2-1,-5-3 1,-6-2-45,-6-4 0,-6-4 0,-6 0 1,-5 3 66,-6-4 0,-8 3 0,-13 2 12,1 15 1,-8 1 0,-6 0 0,-3 1 0,-3 1 0,2 3 0,2 1 2,0 3 0,0 2 0,0 3 0,-1 0 0,-1 1 0,-3-1-5,5 2 0,-2-1 0,-2 1 0,-1-1 0,-1 1 0,0 0 0,2 2 0,2 0 0,3 2 8,-11-1 0,3 1 0,2 2 0,0 2 0,-3 1-173,6 1 1,-2 2 0,-3 1 0,2 1 0,0 0-1,4 1 1,5 0-292,-8 1 1,5 2 0,-4 2 445,3 0 0,-4 1 0,-3 2 0,-1 0 0,3 1 0,5 0 0,2 0 0,5 1 0,0 0 0,-2 2 0,-5 1 0,0-1 0,0 1 0,0 0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09:16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8068 11931 24575,'29'0'0,"12"0"0,-9 0 0,2 0-1794,5 0 1,3 0 1793,9 0 0,2 0-1109,-11 0 1,1 0 0,2 0 1108,5 0 0,2 0 0,2 0-717,-6 0 0,1 0 0,2 0 1,0 0 716,-6 0 0,0 0 0,1 0 0,1 0 0,0 0-709,2 0 0,2 0 0,-1 0 0,1 0 0,0 0 709,2 0 0,1 0 0,0 0 0,0 0 0,0 0-378,0 0 1,1 0 0,-1 0 0,1 0-1,0 0 378,-1 0 0,1 0 0,-1 0 0,0 0 0,-1 0-93,-5 0 0,0 0 1,-1 0-1,0 0 1,-1 0 92,8 0 0,-1 0 0,-1 0 0,-1 0 116,-3 0 0,-1 0 0,-1 0 0,0 0-116,10 0 0,-1 0 0,-1 0 510,-3 0 1,-1 0 0,-3 0-511,-5 0 0,-3 0 0,0 0 1338,8 0 0,-1 0-1338,-7 0 0,-1 0 0,-2 0 0,-2 0 0,18 0 3377,-9 0-3377,-11 0 3618,0 0-3618,-5 0 2611,-4 0-2611,-4 0 1396,-4-3-1396,-1 0 0,-1 0 0,-3 0 0,1 1 0,-1 0 0,-1 0 0,1 0 0,-2 1 0,-1-1 0,0 2 0,-1 0 0,0 0 0,0 0 0,0-2 0,-1 1 0,1 0 0,0 0 0,1 1 0,2 0 0,-1 0 0,1 0 0,-1 0 0,-1 0 0,0 0 0,-1 0 0,-1 0 0,0 0 0,0 0 0,0 0 0,-2 1 0,-2 1 0,-2 1 0,-2 3 0,0 2 0,-1 1 0,0 4 0,-1 2 0,-1 6 0,0 9 0,2 8 0,1 11-493,1-21 1,1 1 492,-1 5 0,-1 0 0,1 5 0,0 0-1140,-1 4 0,1 1 1140,-1-1 0,-1 1 0,0 1 0,0 2 0,-2 2 0,0 2 0,0 0 0,-1 1 0,3-14 0,0 0 0,-1 0 0,-1 18 0,1-1 0,0-5 0,1-2 0,0-4 0,0 0 0,0-6 0,0-2-536,1-2 0,-1-1 536,0-1 0,1-2-14,-2 22 14,3-8 815,1-12-815,0-5 2244,-1-7-2244,0-7 1274,1-2-1274,1-4 18,0-1-18,0 0 0,-1-1 0,-2-1 0,0-2 0,-2-2 0,-1 0 0,-1 0 0,-6-2 0,-8 1 0,-12-1 0,5 1 0,-3 0-1337,-12 1 0,-3 0 1337,5-1 0,-3 1 0,-1 0-1154,3 0 0,-1 0 0,-1 0 0,-1 0 1154,-5 1 0,-2 0 0,0 1 0,-1 0-874,6 0 0,-1 1 0,0 0 0,-2 1 1,1 0 873,-5 2 0,-1-1 0,0 1 0,0 1 0,-1 0-487,6-1 0,1 1 0,-2 0 0,1 0 0,0 0 0,-1 1 487,-2 0 0,0 0 0,-1 1 0,1-1 0,-1 1 0,1 0-227,-1 0 0,1 0 0,0 1 0,-1-1 0,1 1 0,0-1 227,1 1 0,0-1 0,0 0 0,0 1 0,1-1 0,2 0-89,-5 1 1,1 0 0,1 0 0,1 0 0,1-1 88,-4 1 0,1 0 0,1-1 0,2 0 211,3-2 0,2 1 0,0-1 0,1 0-211,-10 2 0,1 1 0,0-1 0,0 0 0,1-1 0,0 1 0,2 0 0,0-1 0,2 1 392,6-2 1,2 0-1,1 0-392,-12 1 0,2-1 1329,2 0 0,3 0-1329,7-2 0,3 0 0,4 0 0,3-1 0,-15 3 4346,11-3-4346,9-2 3148,7 0-3148,3 0 3377,4-1-3377,1 0 834,3 1-834,1-1 0,-1 0 0,1 1 0,-2-2 0,0-1 0,3-2 0,3 0 0,3-2 0,1-1 0,-1-1 0,0-1 0,0-3 0,1-2 0,1-2 0,0-2 0,1-1 0,-1-3 0,1-7 0,0-6 0,-1-5 0,0-16-1089,-3 19 1,0-2 1088,0-11 0,1-4-1230,0 9 1,0-2-1,1-1 1230,-1-6 0,1-2 0,1-2-981,-2 10 0,1-2 0,0 0 0,0-1 981,0-3 0,0-1 0,0-1 0,0 0 0,-1 9 0,0-1 0,0 1 0,1-1 0,-1 2 0,1-9 0,0 2 0,1 0 0,-1 1 0,-1 1 0,1 1 0,-1 0 0,0 1-493,1 3 0,-1 0 0,0 1 0,0 2 493,0-5 0,0 1 0,-1 1-62,1-1 0,0 1 1,0 1 61,1-11 0,-2 3 709,0 8 0,0 2-709,-2 1 0,0 2 0,-1 9 0,0 2 0,0-11 3652,0 11-3652,0 10 3077,0 6-3077,0 3 2388,-1 3-2388,0 2 1412,-1 5-1412,-1 2 0,2 1 0,0 1 0,1 0 0,-1 0 0,1 0 0,0 1 0,0-2 0,0-1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5:55.7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8959 12033 7533,'-21'-10'1889,"4"3"0,8 0-1260,17 1-89,12-1-315,9 2 0,11 1-434,-4 2 1,7 0-1,5 0 1,3 1-1,1-1 254,-7 2 0,2 0 0,3 0 0,1 0 0,1 0 0,-1 0 0,1 0 0,-2 1-351,-2-1 1,0-1-1,0 1 1,0 0-1,0 0 1,0 0-1,0 1 1,1-1 305,-3 1 0,2 0 0,0 0 0,1 0 0,-1 1 0,-1-1 0,-1 1 0,-3-1 0,-3 0 18,9 1 0,-3 0 0,-3 0 0,-3 0 0,-1 0-371,8 0 1,-4 0 0,-3 0 397,9 1 0,-8-2-163,-13-1 208,-16-1 581,-1 0-671,-4 0 2606,1 1-2606,-1-1 1995,0 0-1905,-2 0 558,-1-2-648,-9-14-3277,-6-15 3162,0 3 85,2-1 0,-1-7 1,1 3-16,3 4 0,1-3 0,-2-6 0,0-9 0,0-3 0,2 2-481,3 8 0,1-1 1,1 0-1,0 1 1,0 1 502,-1-2 1,-1 1-1,1 0 1,1-2 4,0-3 0,1-4 0,1 0 0,-1 4 0,0 8-27,0 0 0,-1 3 45,1 1 0,-1-2 0,-1 3 37,1 6 0,-1 3 33,-1-9-98,0 2 2443,-2 18-2336,-1 11 396,1 4 534,-1 4 2267,-5-2-2321,-19 0 1,-13 0-753,2 0 1,-7 0 0,-2 0-1,2 0-276,10-1 0,1 0 0,-2 0 0,-7 1 145,7-2 0,-5 2 0,-4-1 1,-3 0-1,-3 1 0,0 0 0,0-1 1,1 1-1,3-1 0,2 0-231,-5 0 1,2 1-1,2-1 1,0 0-1,0 0 1,-1 0-1,-2 0 202,5 0 1,-3 1 0,0-1 0,-2 1-1,1-1 1,0 0 0,2 1 0,2-1 0,1 0-52,-5 1 0,0 0 0,2-1 1,3 0-1,3 1 0,5 0 13,-4 1 0,5 0 0,4 0-23,-2 2 1,3-2 88,-17 4-4,22-5-58,16-7 627,8 8-926,2-3 1790,19 44-1815,-10-14 1,-1 5 121,1 6 0,1 4 0,-1 5-463,-4-13 1,0 4-1,-2 1 1,1-1 0,0-1 323,0 4 0,0-1 1,0 0-1,0 5 242,-1-7 0,0 5 1,0 2-1,0 1 1,-1-1-1,1-4 1,0-4-576,0 1 0,0-6 0,0 0 0,1 4 531,1 7 0,0 5 1,1 0-1,0-4 0,-1-9 50,1-3 1,-1-6-11,2 3 0,-1-5-269,1-5-605,0-8-11,5-7 1547,-3-30 0,-1-1 0,-3-14 0</inkml:trace>
  <inkml:trace contextRef="#ctx0" brushRef="#br0" timeOffset="60627">10203 2866 7353,'-11'-48'3276,"2"11"0,4 14-2362,2 13-645,-6 14-179,3 15 0,0 11-910,0 4 1,-1 8 0,0 1 0,0-3 584,1-4 0,1-1 1,0 6 272,0-3 1,0 7-1,-1 5 1,0 1-1,1-1 1,0-5-1,1-8-255,1 0 1,0-7-1,0 6 232,-1 6 0,0 8 0,-1 5 0,-1-1 0,1-3 0,1-8 15,-1-3 0,1-6 0,-1 1 120,0 15 0,0 2 0,-1-7 30,0-6 0,1-8 90,0-3 2374,10-27-2689,16-1 0,8-2 45,-2-3 0,3 1-45,4 3 0,5 1 0,4 2 0,1-1 243,1 2 0,3 0 0,1 1 0,1 0 1,1 0-244,-4-1 0,1 1 0,0-1 0,1 1 0,-1 0 0,0 0 60,-2 0 0,0 0 0,-1 1 0,0-1 0,-2 0 0,-2 0 74,7 0 1,-2 0 0,-4-1 0,-6 0 0,-3 0 0,-8-2 90,-2-3-90,-14 1 0,0-1 0,-2 2 907,0-8-997,-4-14 0,-1-10 0,-3-2 0,-1-9 0,-1-3 0,0 7 0,-1-4 0,1-2 0,-1 0 0,0 2-656,1 2 1,0 1-1,0 0 1,0-1 0,0-3 625,1 3 1,-1-4 0,0-1 0,0-1 0,0 1-1,1 3 1,1 3 29,0-7 0,1 5 0,0 1 0,1 0 0,-1-1 0,1 0 0,0 2 0,0 1-30,2-2 0,0 1 0,1 7-60,1-10 0,2 4 90,-2 32 0,-10 7 0,-18 2 0,-13-1 0,0-1 0,-7-1 0,-6-1 0,-3 0 0,0 0 235,10 1 0,-3 0 0,-1 0 0,-1-1 0,-1 1 0,-1 0 0,1 0 0,-1 0-245,3 0 0,-2 0 0,0 0 0,0 0 0,0 0 0,0 0 0,0 0 0,1 1 0,2-1-132,-7 1 1,-1-1 0,1 0 0,1 1-1,3 0 1,2 0 0,3 1-579,-7 0 1,3 0-1,6 1 1,9 1 719,-3 6 0,34-1 0,16-1 0</inkml:trace>
  <inkml:trace contextRef="#ctx0" brushRef="#br0" timeOffset="62084">11654 3427 9332,'-10'-4'3276,"1"0"-2595,23 7-141,31-3-450,-18 1 0,4 1 0,3-3 0,5 1 0,3-1 0,0 0-464,4-1 1,0 1 0,1-1 0,1 1 391,-5 0 0,0-1 0,0 1 0,3 0 0,1 0-431,-5 1 0,3-1 1,1 0-1,0 1 1,0 0-1,-2-1 1,-4 1 389,10 0 1,-3 0-1,-2 0 1,2 0-263,-2 1 1,3-1 0,0 1 0,-3 0 0,-6 0 284,10 0 0,-4 0-765,4 0 0,-7-1 765,-13 0 18,16-3-1727,-41-1-595,-1-3 2304,-4 0 0,-2 0 0,2 0 0</inkml:trace>
  <inkml:trace contextRef="#ctx0" brushRef="#br0" timeOffset="62517">13282 3269 10591,'5'0'1638,"14"18"0,4 6-1316,3 4-292,2 1 0,6 5 0,-3-4-75,-9-10 0,-1-2 0,14 12 0,-2-1 45,1-4 0,-43-11 0,-7-6-30,-16 0 0,-11-1 0,3 0-15,9 0 0,0 0-338,-6 3 1,-8 2 0,1 1 0,9-3 112,10-2 0,2 0-1369,-26 11 1,4-2 818,25-8 1,-12 4 0,13-5 0</inkml:trace>
  <inkml:trace contextRef="#ctx0" brushRef="#br0" timeOffset="63043">12129 2836 10501,'-7'-13'3058,"4"12"-2788,3 13 90,1 33-270,-1-2-315,0-1 0,0 0-135,-1-5-1279,2-2 1,0-2 58,1-19 1580,3 13 0,2-20 0,2 2 0</inkml:trace>
  <inkml:trace contextRef="#ctx0" brushRef="#br0" timeOffset="63569">12424 2817 9602,'4'-11'2608,"-24"29"-2428,5 7-90,-2 3 0,0 2-45,7-6 0,2 1-90,0 7 0,5 2-45,9 1 0,8-1 45,10-5 0,5-4 45,1-2 0,4-10 120,3-18 0,3-11 0,-11-8 30,-19-7 0,-9-7 0,-3 1-240,1-12 0,-12 3-1003,-10 17 1,-9 3 0,0 8 978,-6 8 1,2 11-1,10 10 1,6 5-1,11 3 1</inkml:trace>
  <inkml:trace contextRef="#ctx0" brushRef="#br0" timeOffset="64069">13077 2964 11311,'-25'-4'2068,"-15"18"-1798,2 12-225,14-6 0,3 3-90,6 5 0,5-1 45,-2 6-450,16 13-179,15-28-1010,7-8 1,3-3 1537,16-1 1,-13-8 0,-1-3 0,7-8 0</inkml:trace>
  <inkml:trace contextRef="#ctx0" brushRef="#br0" timeOffset="64436">13329 2747 10231,'-1'-10'3238,"5"12"-2788,1 17-225,-2 11 0,-2 6-270,-3 8 0,-2 1-90,1-1 0,1 0-1504,1 5 1,1-5-1639,2-13 3019,19 5 1,-5-30 0,9 2 0</inkml:trace>
  <inkml:trace contextRef="#ctx0" brushRef="#br0" timeOffset="65627">13655 3032 10861,'-14'-12'1799,"0"1"-900,-8 2-629,2 6 450,-25 17-810,9 16-225,16-8 0,5 1-225,7 18 361,18-13-451,29-23 450,-14-11 0,17-20 180,-23 4 0,-7 10-180,-3 28 90,2 10 0,2 1 90,4-17-90,8-18 180,8-23 135,-15 10 0,-1-3-45,-2 0 0,-3 1-180,-2-1-90,1 39 90,11 24-45,-7-15 0,0 1-45,-1-1 0,-3-1-180,-8 18 270,-16-13 90,-10-8 180,5-11-180,31-26 45,7-7 0,5-4 90,5-6 0,0-4-76,-8 11 1,-1 0 0,-2 1-105,-3-3 0,-5 5 45,-9 6-180,-1 35-90,14 20 90,4 8 0,4-9 90,-30 2-899,-22-13-2378,-3 3 3129,0-12 0,21-11 1,8-4-1</inkml:trace>
  <inkml:trace contextRef="#ctx0" brushRef="#br0" timeOffset="66346">14237 3149 11580,'20'-5'3059,"7"-2"-2969,-5 1 89,20-16-628,-26-9 359,4 4-3187,-27-10 2712,-2 29 295,-37 13-45,28 14 1,3 6 44,-3 6 0,6 2 90,12 3 0,12-2 135,10-13 0,4-6 45,21-2 0,-7-30 0,-4-12 90,-18 1 0,-3-2 1548,9-6 0,-4 2-1162,-16-13-386,-10 48 0,8 33-90,13 9 0,10-4 90,1-2 90,-32-5-180,7-7-630,-36 0 180,23-20-179,-10 2-2648,12-4 3016,1-3 1,2 2 0,3-3 0</inkml:trace>
  <inkml:trace contextRef="#ctx0" brushRef="#br0" timeOffset="66554">14920 3161 13020,'5'-10'3276,"1"0"-6553,-2 3 0,-11 3 2589,1 1 1,-17-1 0,4-1 0</inkml:trace>
  <inkml:trace contextRef="#ctx0" brushRef="#br0" timeOffset="75210">10133 4368 8702,'1'5'3058,"-3"-5"-2788,11 24-180,-7-3 0,-1 18-45,-2-16 0,-2 4 0,-5 17 0,0 0-45,3-19 0,0 1-135,-6 21 0,2-2-405,7-15-89,-2 10-2648,11-24 3106,0-14 1,3-2 0,-3-3 0</inkml:trace>
  <inkml:trace contextRef="#ctx0" brushRef="#br0" timeOffset="75602">10452 4556 9242,'-4'-8'989,"2"1"-764,14 22 0,10 10-180,3-2 0,2 0-90,-1 6 0,2 0-900,8 1 1,-2-5 434,-11-12 1,7 5 0,-16-13 0</inkml:trace>
  <inkml:trace contextRef="#ctx0" brushRef="#br0" timeOffset="75802">10748 4578 8882,'-10'-9'1709,"-10"6"-1260,-4 13 1,-3 8-390,1 0 0,-2 3 0,2 2-1153,-1 2 1,1 0 0,2 0 436,-9 8 1,5-2-1,6 10 1,20-27 0</inkml:trace>
  <inkml:trace contextRef="#ctx0" brushRef="#br0" timeOffset="76128">10955 4502 10321,'0'-12'3148,"0"3"-2968,4 12 360,-1 32-450,1-8-180,-3 19 0,0 4-1080,1-15 1,0-1 1169,1 10 0,2-2 0,0-13 0,1-4 0,9-2 0</inkml:trace>
  <inkml:trace contextRef="#ctx0" brushRef="#br0" timeOffset="76436">11242 4667 10501,'-6'-16'3276,"17"15"-2711,9 14 1,5 8-566,1-4 0,4 2 0,-1 0-1093,2 1 1,0 1 0,-2-2-547,9 4 1,-4-4-736,9 0 2560,-32-18 1,3-1 0,-4-3 0</inkml:trace>
  <inkml:trace contextRef="#ctx0" brushRef="#br0" timeOffset="76660">11645 4721 9602,'-13'-34'3276,"-15"20"-2621,-1 25 1,-4 12-986,5-1 0,0 5 0,1 2 330,0 0 0,1 3 0,1-2 0,-5 9 0,5-4 0,7 5 0</inkml:trace>
  <inkml:trace contextRef="#ctx0" brushRef="#br0" timeOffset="77143">11835 4576 10861,'6'-9'2518,"2"0"-809,-4 5-1439,-7 12 0,-11 22-450,5 13 90,10-14 0,6 1 45,9-5 0,5 0 0,6 0 0,-2 1 0,-8 2 0,-8 0-45,-17 3 1,-7-1-91,2-7 0,-5-3-1459,-11 2 1,1-8 1557,11-12 1,7-13 0,12-12 0</inkml:trace>
  <inkml:trace contextRef="#ctx0" brushRef="#br0" timeOffset="77393">11904 4596 10591,'-17'-22'3276,"31"0"-3250,16 13 0,6 3-1665,7-2 1,2 0 1374,-2 2 1,-1 1 0,-11 0-1,-4 2 1,-2-2 0</inkml:trace>
  <inkml:trace contextRef="#ctx0" brushRef="#br0" timeOffset="77668">12281 4553 14369,'3'24'719,"-4"5"1,-1 5-1710,2 2 1,1 0 989,2 7 0,0-2 0,0-14 0,3-3 0,11-1 0</inkml:trace>
  <inkml:trace contextRef="#ctx0" brushRef="#br0" timeOffset="78087">12541 4590 11311,'-5'-16'3238,"8"0"-2339,35 11-674,-8 5 0,2 4-135,3 6 0,-8 9-45,-25 19 0,-15 8-45,1-12 0,-5 0 0,-3-1 30,-4-1 0,-3-2 0,3-1-30,-5 12 0,15-8 90,33-14-90,12 0 0,5-12-135,-10-5 0,1-1-1035,16-1 1170,-13 0 0,-1 0 0,1-1 0,-8 0 0</inkml:trace>
  <inkml:trace contextRef="#ctx0" brushRef="#br0" timeOffset="78767">12960 4461 9871,'-15'-26'720,"-1"5"0,-2 0-451,-9-13 181,-3 6 0,-5 1-46,1 10 1,-1 2-135,-9-2 0,-6 1-68,12 7 1,-5 2-1,0 0 1,4 2-1678,-9 0 0,-2 1 1565,10 3 0,-7 2 0,-2-1 0,3 2 0,8 0-45,-4 1 0,2 2 22,-4 3 1,-6 1-1,-1 3 1,6 3-38,9 2 0,3 3 0,0 2 0,-7 1 0,0 2 0,1 6-30,9 1 0,0 4 0,4 3 0,5 2-90,7 4 0,5 4 0,3 0 0,0-2 45,-4-9 0,0-2 0,3 0 0,5 3-27,10 7 0,6 3 0,4 2 0,3-5 0,-1-7 12,2-7 0,2-7 1,2 2 36,-2 3 1,1 1-1,2 0 1,4-4-32,4-7 0,4-2 0,3-2 0,1-3 0,-2-2 9,8-3 0,-1-4 0,1-1 0,2 0 45,-4 3 0,2 1 0,0 0 0,2-3 0,0-5 12,-9-5 1,2-4 0,2-2 0,-1-2 0,-2-1 0,-3 0 0,-4 2-13,10-5 0,-6 0 0,2-4 18,-7 4 0,2-1 0,1-2 0,-2-3 0,-5-3-18,-4-3 0,-3-3 0,-3-3 0,-2 0 0,-2-1 45,-2-9 0,-5-2 0,-2-1 0,1-1-15,1 10 0,4-1 0,-1-1 0,-2 0 0,-8 0 0,-8 1 49,-10 5 1,-6-1 0,-6-1 0,-5 0 0,-4 2 0,-1 1 0,-2 2 0,0 3 0,3 5-378,-6 2 0,-1 4 0,-2 4 0,0 3 0,-2 1 0,-1-2 1,0-1 277,3-1 0,-2-2 0,-1-1 0,-1-1 0,0 2 0,0 1 0,1 3 0,1 3 0,1 4-70,-2 5 0,-1 2 0,1 5 0,1 1 0,2 4 0,3 1 0,2 2-566,-2 6 1,2 3-1,4 3 1,2 1 0,4-1 516,-7 11 1,5 0-1,4 2 1,2 2-1,4 0 1,7-1 0,16 1-1,-1 0 1</inkml:trace>
  <inkml:trace contextRef="#ctx0" brushRef="#br0" timeOffset="97435">15734 3420 5784,'-10'-15'0,"1"2"0</inkml:trace>
  <inkml:trace contextRef="#ctx0" brushRef="#br0" timeOffset="98234">15630 3150 6813,'6'-14'3276,"-1"4"-2594,1 32-473,-4 10 1,-1 11 0,0-1-1303,1-8 1,1 0 0,-1 1-1,0 13 1,-1 2 0,3-4 875,4-4 1,3-8-1,4-3 1,6 3-1</inkml:trace>
  <inkml:trace contextRef="#ctx0" brushRef="#br0" timeOffset="98527">16015 3305 9332,'-14'-17'1079,"1"1"-719,30 29-180,-5-6-31,16 12 1,10 8 0,-4-4-150,-12-9 0,0 0-90,7 5 0,8 4 0,-1 0 1,-8-6-181,6 4-1369,8 1 1,-3-2 1512,-19-11 1,19 4 0,-26-15 0</inkml:trace>
  <inkml:trace contextRef="#ctx0" brushRef="#br0" timeOffset="98704">16432 3295 9242,'-34'-32'809,"11"20"1,-1 9-2449,-11 30 1,1 9 761,11-18 0,0 3 968,0 8 0,-2 9 1,2 2-1,6-5-91,3 5 0,4 0 0,0-8 0,-1 2 0,3-3 0,7 0 0,1-1 0</inkml:trace>
  <inkml:trace contextRef="#ctx0" brushRef="#br0" timeOffset="99004">16847 3091 11041,'-1'19'539,"0"1"-269,2 11 0,-1 4-180,0 1 0,1 1-120,-1-2 0,1 2 0,0 0-150,0 8 0,2-1-675,4 0 1,1-4-675,3 7 1529,0-21 0,1-3 0,5-7 0,4 1 0</inkml:trace>
  <inkml:trace contextRef="#ctx0" brushRef="#br0" timeOffset="99281">17254 3328 10681,'6'14'450,"1"0"-181,15 6-134,-1-4 0,2 2-90,1 2 0,2-1-135,14 8 0,1 0-270,-7-6 1,-1 0-856,1-1 1,-2-2-225,9 7 1439,-17-13 0,-10-9 0,-1 0 0</inkml:trace>
  <inkml:trace contextRef="#ctx0" brushRef="#br0" timeOffset="99473">17716 3321 9422,'-11'-21'539,"-9"-1"-179,2 20 90,-28 18-2089,17 13 1,1 5 581,4-11 0,1 4 458,-3 10 0,-1 6 0,6-6 240,-2 6 312,3-5 1,1 1 46,6 4 0,7-11 0,1 9 0</inkml:trace>
  <inkml:trace contextRef="#ctx0" brushRef="#br0" timeOffset="99785">18133 3206 12120,'0'12'540,"3"34"-630,0-1 0,1 6-480,1-12 0,2 1 1,0 0 569,0 1 0,2 0 0,1-4 0,2 2 0,2-6 0,13-1 0</inkml:trace>
  <inkml:trace contextRef="#ctx0" brushRef="#br0" timeOffset="100201">18576 3246 9871,'-12'-6'3149,"5"0"-4788,-7 38 1,1 14-116,5-12 1754,-2 7 0,5 4 659,18 1 1,10-4-750,3-14 0,2-1 519,-2 14 1,5-10-400,6-32 0,4-13 0,-8-9 30,-17-6 0,-7-7 0,-6-3 7,-5 1 1,-6-3-1,-2 0 1,-1 3-565,-2-3 1,-2 2 0,-8 5 166,-19 1 0,-9 6 1,10 20 718,16 33 1,7 11 0,4-12 0,4 2 0,12 16 0,0 0 0</inkml:trace>
  <inkml:trace contextRef="#ctx0" brushRef="#br0" timeOffset="100378">19591 3518 12480,'-18'-22'210,"-1"19"0,0 2 0</inkml:trace>
  <inkml:trace contextRef="#ctx0" brushRef="#br0" timeOffset="109200">8660 6822 7353,'4'-17'1799,"-2"3"-810,-10-4-179,-13 8-720,3 0 179,-19 22 1,-5 10-225,21-5 0,0 3 15,-8 12 0,-3 6 0,8 0-90,12-6 0,5 0 0,2 2-30,1 10 0,3 3 0,10-2-30,5-10 0,7-2 0,4-2 1,4-6 66,4-5 1,4-6-1,3-4 1,-1-3 44,3-3 1,0-3-1,1-3 1,-3-5-23,-2-3 0,-1-4 0,-4-4 0,-5-6 22,-5-13 1,-6-9-1,-7-2 1,-12 5-23,-19 3 0,-14 4 0,0 0-210,7-6 0,-1-1 0,-6 12-375,-1 19 0,-5 6 1,-1 6-1,7 6 585,-7 15 0,9 9 0,5 2 0,7 3 0,11-6 0,-1-1 0</inkml:trace>
  <inkml:trace contextRef="#ctx0" brushRef="#br0" timeOffset="109760">8701 7948 9512,'-42'-18'449,"0"5"-2088,8 17 1,1 4-475,-7 4 1914,14 8 1,-2 9-1,5-1 199,7-1 0,3 1 109,-3 4 0,-1 3 0,4 2-259,7-2 0,3 2 0,7-1-210,10 6 0,9 0 1,6-6 299,10-8 0,6-5 0,1-5 120,-2 1 0,1-4 0,1-12 30,-3-13 0,3-10 0,-4-7 0,-9-3 179,-10-12 1,-10-5 0,-3-1 516,4 5 1,-3 0 0,-11-1-652,-15 5 0,-11-2 0,-4 4 0,2 6 1144,-2 2 1,-6 11-2100,-7 14 1,-10 7 0,1 6 0,12 3 756,13 3 0,4 5 1,-13 8-1,-3 4 1,10-1-1,20-7 1,1-1-1</inkml:trace>
  <inkml:trace contextRef="#ctx0" brushRef="#br0" timeOffset="110262">8719 8944 9691,'-18'-23'1979,"-7"-1"-1259,-2 20-450,-7 9-135,9 12 0,0 7-90,1 9 0,2 3-135,2-6 0,3 2-270,3 11 0,4 6 0,5-3-225,9 1 1,5-1 404,-5-6 0,0 1 0,4-4-45,9 3 1,7-9 89,4-17 0,1-6 225,10-3 29,-8-15 1,3-6 0,-4 0 60,9-15-60,-11 4 0,2-6 0,-7 0 60,-10-4 0,-7-1-45,3-7 0,-9 0-45,-15 9 0,-9 0 0,0 6-45,4 5 0,-6 5-165,-14 2 0,-10 4 0,8 7-330,-7 12 450,12 9 0,-4 6 0,8 1 0,0 17 0,8-3 0,0-1 0</inkml:trace>
  <inkml:trace contextRef="#ctx0" brushRef="#br0" timeOffset="110788">8777 9960 9781,'-21'-4'1350,"10"2"-811,-22 9-89,5 12-180,-10 13-180,14-4 0,3 1 0,-7 11-135,10 3 0,3 0-225,7-1 90,3-7 0,5 0-315,14-7 1,3-4 314,5 5-180,14-11 0,3-5 270,-3-14 45,10-6 0,2-7 135,-14-5 0,-2-5 30,-5 3 0,0-3 0,-3-3 60,-6-3 0,-3-1 0,-2 0-90,0-5 0,-8 0 119,-18 0 1,-9-2 0,-1 6-165,6 11 0,-4 3 15,-17-6 0,-10 0 0,4 8-375,9 12 0,2 4-778,-4 2 1,-1 1 0,4 3 272,-11 11 1,5 11 0,26-9 0</inkml:trace>
  <inkml:trace contextRef="#ctx0" brushRef="#br0" timeOffset="111734">10197 7575 11400,'-8'-8'1710,"-8"-3"-1081,-27 22-539,2 6 0,4 12 0,4 9-1729,17 6 1,6 2 836,-5-9 0,9 1 818,18 0 1,11 1 0,2-8-107,-6-15 0,4-5 0,12 5 0,7 0 0,-1-9-606,-6-15 0,-1-9 0,-2 2 696,11 4 0,-4-7 89,-15-12 1,-1-10 0,-6-2 0,-14 6-90,-20 8 0,-13 3 0,2-1-120,11-12 0,2-3 1,-8 12-669,-10 17 1,-8 8 0,-2 7 0,7 3 787,0 10 0,4 6 0,-7 6 0,4 3 0,20-7 0,0 0 0</inkml:trace>
  <inkml:trace contextRef="#ctx0" brushRef="#br0" timeOffset="112567">10319 8641 10051,'-12'-19'1709,"-14"-13"-1169,8 19-90,-16-6-181,0 27 1,-1 13-210,14 5 0,2 6 0,0 0-180,-2-2 0,0 1 1,5 2-61,6 8 0,5 3 0,8-3-135,15-1 0,7-6 225,-5-7 0,4-6 30,8-11 0,5-6 0,-5-3 150,12-8-30,-11-9 0,3-8 0,-7 2-60,-5-11 90,-13-2 0,-3-10 0,-4 7-90,-13-7 22,-7 16 1,-10-5-1,-2 0 1,2 10-68,2 10 0,-4 5-945,-15-2 1,-7 2 0,8 9 442,17 11 1,3 6 0,-9 5 0,3 3 0,6 14 0</inkml:trace>
  <inkml:trace contextRef="#ctx0" brushRef="#br0" timeOffset="114017">10217 9378 8972,'-2'-24'1259,"0"6"-719,-2 3 89,-11 1-539,6 4 180,-21 3-180,10 20 0,-11 13-135,16 4 0,8 6-270,19 6 1,6 0 269,-14-9 0,6-2-45,15-8 0,8-3 0,0-9 90,-4-13 0,0-7 90,17 0 0,-1-10 59,-19-11 1,-3-7 0,-3 2-105,2 5 0,-8-2 45,-15-4 0,-8-7 0,-6 1 0,-2 9-90,-13 8 0,-6 5-330,0-5 0,-4-2 1,0 11-140,-9 21 1,4 10 0,14-4 0,4 4 0,3 10 0,0 0 0</inkml:trace>
  <inkml:trace contextRef="#ctx0" brushRef="#br0" timeOffset="118345">8952 7106 10231,'3'-8'1529,"4"5"-1439,-1 4 180,12 9 0,12 8-180,1 1-30,-3 0 0,6 5 0,-4-3-15,-6-5 0,0 1-23,4 3 1,5 4-1,1 1 1,-2-1 7,-2-1 0,-1 0 0,0 0-739,6 4 0,1 1 1,1 0 663,-5-3 0,2 1 0,-2-1 0,-3-3 0,3 3 0,0-1-961,4 1 0,3 3 0,-8-6 826,0-2-269,0 0 0,0-2-361,-5-4-359,3 1 1169,-9-7 0,-10-5 0,-1-2 0</inkml:trace>
  <inkml:trace contextRef="#ctx0" brushRef="#br0" timeOffset="118936">8594 8440 10591,'13'-10'899,"21"-9"-719,-11 8-45,17-7 0,9-2-45,-16 7 0,2 0 0,1 0-910,-2 0 1,0 0 0,3-1 0,2-1 484,-4 0 0,4 0 0,0-1 0,1 0 1,0-1-1,-1 0 317,4-3 0,0-1 0,-1 0 0,0 0 0,1 0 0,-1 0 0,1 0 0,-1 1 0,0-1 0,-2-1-72,4-4 0,-1 0 0,-3 0 0,-6 3 524,3-4 0,-6 3-839,-5 3 0,-3 1 405,1-2 0,-17 14 0,-2 5 0</inkml:trace>
  <inkml:trace contextRef="#ctx0" brushRef="#br0" timeOffset="120096">8791 8250 7713,'37'17'869,"-7"-3"1,7 2-1,1 1-824,-5-4 0,1 2 0,1-1 0,2 2-246,-1-1 1,1 1 0,2 0-1,0 1 1,1-1 230,-2-1 0,1 1 0,0-1 0,1 1 0,-1-1 0,0 0-84,4 1 0,-1 1 0,0-2 0,0 1 0,-1 0 18,0-1 0,-1 1 0,0-1 0,-1 0 0,-2-2 123,9 4 0,-2-2 0,-6-2-177,-7-3 0,-5-2 180,4 1-1529,6-1 1439,-26-9 0,3 2 0,-9-4 0</inkml:trace>
  <inkml:trace contextRef="#ctx0" brushRef="#br0" timeOffset="120833">8716 9238 8612,'43'-6'854,"-10"0"1,6-3-1948,1-2 1,3-2 0,-1 0 305,3 1 0,4-3 864,-16 3 0,6-2 0,4-2 0,2-2 1,-1 1-1,-3 0 0,-5 2-406,11-5 0,-5 1 0,5-3 341,-9 4 1,4-1 0,4-2 0,0 0 0,1-1 0,-4 2-1,-3 1-167,7-4 0,-4 1 1,-1 1-1,-1-1 132,-2 3 1,-1-1-1,0 1 1,-3 1-278,4-2 0,-2 1 1,-8 3 299,-1 0 0,-5 2 0,-22 13 0</inkml:trace>
  <inkml:trace contextRef="#ctx0" brushRef="#br0" timeOffset="121783">8828 9162 8792,'4'-2'1349,"8"4"-989,31 8-1453,-13-3 1,4 1 0,1 0 507,-2-1 1,0 1-1,6 0 645,1 0 0,7 1 0,5 0 0,0 1 0,-3-2 0,-7 0-276,5 0 0,-5-1 1,6 1 203,-11-2 1,5 1 0,4 0 0,2 1 0,0-1-1,-2 1 1,-4-2 0,-4 0-206,14 2 1,-6-1 0,1 0 216,-4-1 0,3 1 0,-2-1 0,-4 0 30,1 0 0,-4 0 0,-9-2-30,-8-1 1356,16 2-1716,-27-4 844,0 1 1,-5-1 0,-3-1 0</inkml:trace>
  <inkml:trace contextRef="#ctx0" brushRef="#br0" timeOffset="122551">8635 10355 8612,'32'-11'427,"1"1"0,8-6 1,5-2-1,3-4-319,-9 3 0,3-3 0,2-1 0,-1 0 0,-2 1-511,2 0 1,-2 1 0,1-1 0,4-4 458,-9 5 0,2-3 0,3-2 1,2-1-1,-1-1 0,-1 1 1,-3 2-1,-2 1-2,1-2 0,-3 2 0,-2 1 0,1-1 0,2-1-24,1-1 0,3-2 0,1 0 0,-1 0 0,-2 2 0,-4 2 147,8-5 1,-4 2-1,-5 3-582,-7 3 0,-7 5 474,-10 8 1,5-3 0,-11 9 0</inkml:trace>
  <inkml:trace contextRef="#ctx0" brushRef="#br0" timeOffset="124309">15568 3994 12120,'10'-2'269,"18"-2"1,15 0 0,6 0 0,-5 0-210,-4 2 0,-2 1 0,9-1-425,-12 0 1,5 1 0,4-1 0,3 0 0,2-1 0,2 1 0,1 0 0,0 0 0,0 0 330,-8 1 1,1 0-1,0 0 1,2 0-1,0 0 1,1 0 0,0 1-1,1-1 1,1 0-1,0 0 1,0 1 0,1-1-1,0 0-62,-6 0 1,1 1 0,1-1-1,1 0 1,0 1 0,0-1 0,1 1-1,0-1 1,0 0 0,0 1-1,0-1 1,0 0 0,-1 1 0,0-1-1,-1 0 1,0 1 0,-1-1 95,3 0 0,-1 1 0,0-1 0,0 0 0,-1 0 0,0 1 0,-1-1 0,1 0 0,-1 0 0,0 0 0,0 1 0,0-1 0,1 0 0,-1 0 67,5 0 1,1 1 0,2-1 0,0 0 0,1 0 0,-1 0 0,-1 1 0,-1-1 0,-3 0 0,-2 0 0,-3 0-1,-4 0 1,-5 0 224,14 0 1,-9 0-1,-3-1 1,4 0-150,2 1 1,2-1 0,1 1 0,-3-1 0,-7 0-54,7-2 0,-9 1-90,-7 1 0,-12-1 1242,-6 3-1692,-3-1 1198,1 0 0,-10 6 1,-1 0-1</inkml:trace>
  <inkml:trace contextRef="#ctx0" brushRef="#br0" timeOffset="126551">18791 3389 10051,'4'-9'0</inkml:trace>
  <inkml:trace contextRef="#ctx0" brushRef="#br0" timeOffset="127926">21177 3161 7443,'4'-20'989,"-1"2"270,2 4 91,-1 1-721,2-4-359,-1 38 0,1 17-210,0 0 0,-1 5 0,0 3-263,2-3 1,-1 4 0,1 0-1,1-1-617,-1-1 1,1 1 0,0-2 0,0-4 787,0-3 0,0-3 0,1-5 0,15 12 0,-9-35 0</inkml:trace>
  <inkml:trace contextRef="#ctx0" brushRef="#br0" timeOffset="128794">21243 2979 9422,'-14'-10'449,"37"5"1,27 4 0,9 1-379,-24 1 1,5-1 0,2 1 0,4 1 0,3 0 0,1 0 0,3 0 0,0 0 0,1 0 0,0 0-265,-11 0 0,1 0 0,2 0 1,1 0-1,1 0 0,0 0 0,2 0 1,0 0-1,1 1 0,-1-1 0,1 0 1,0 1-1,0-1 0,0 0 0,-1 0 1,0 1-1,-1-1 89,-1 0 1,-1 0 0,1 0 0,-1 0 0,1 1 0,-1-1 0,0 0 0,1 0 0,-1 0-1,1 1 1,-1-1 0,1 0 0,0 0 0,0 0 0,1 0 0,-1 0 0,2 0 126,-2 0 1,1 0 0,1 1-1,1-1 1,1 0 0,0 0-1,1 0 1,-1 1 0,0-1-1,0 0 1,0 0 0,-2 0-1,0 0 1,-2-1 0,-1 1-1,-1-1 1,-3 0 0,-1 0-1,-3-1 223,17 1 1,-4-1-1,-4 0 1,-1-1-1,-2 0 1,-1 0 0,0 0-1,1-1-144,6 1 1,1-1 0,0 1 0,-1-1 0,-4 0 0,-4-2 0,-7 0 591,16-9 0,-15 1-604,-11 4 0,-16 15-90,-2 25 0,-5-2 0,-3 3 0,0-3 0,-3 3 0,0 1 0,0 5 0,-2 1 0,-2-2-90,-5 7 0,-2-1 1,0 1 44,2-6 0,1 2 0,-1-1 0,-1-2 1028,-2 0 1,0-2 0,-1-1-1299,-5 11 0,1-5-1257,8-16 0,1-2 1527,1 2 0,-2-1-134,-16 5 89,5-25-220,-8-5 1,-11-3 0,-8-2-1,-4 0 310,16 2 0,-3-1 0,-2-1 0,-3 0 0,-2 1 0,-1-2 0,-2 1 0,-1 1 0,-2-1 16,12 2 1,-1 0 0,-1 0 0,-1 0 0,-2 0 0,-1 0 0,0-1 0,-1 1 0,-1 0 0,0 1 0,0-1-1,-1 0 1,0 0 0,1 1 0,-1-1 0,1 1-114,3-1 1,0 1 0,-1 0 0,0 0 0,0 0-1,-1 0 1,0 1 0,0-1 0,-1 0 0,1 0-1,-1 1 1,1-1 0,0 1 0,-1 0 0,1-1 0,1 1-1,-1 0 1,1 0 0,1 1 74,-4-1 1,0 0 0,0 1 0,0 0 0,0-1 0,0 1 0,0 0-1,1 0 1,-1 0 0,1 1 0,1-1 0,1 0 0,0 1 0,1 0-1,1-1 1,1 1 0,1 0-62,-8 0 0,1 0 1,0 0-1,2 1 0,0-1 1,2 1-1,1 0 1,1 0-1,2 0 0,2 0 1,2 0-296,-20 2 0,2 1 0,5 0 1,7-1-1,8-3 378,9-1 0,6-1 0,-12-7 0,31-8 0</inkml:trace>
  <inkml:trace contextRef="#ctx0" brushRef="#br0" timeOffset="129194">21990 3044 9422,'24'-27'2248,"-7"10"-1618,9 53-540,-17-5 0,-4 9 0,0 3 0,-1-4-90,2-2 0,-1-2 0,1 6-195,0 0 0,1 7 0,0 3 0,1 0 0,1-5 0,-1-6-675,2-5 1,0-5 0,1 3 869,0 5 0,2 4 0,0-1 0,0-8 0,6-3 0,0-7 0,14 4 0</inkml:trace>
  <inkml:trace contextRef="#ctx0" brushRef="#br0" timeOffset="129487">23161 3189 10231,'-6'-25'1799,"11"32"-1559,3 22 0,2 15 0,1-1-210,-2-10 0,-1-2 0,2 3-850,2 11 1,1 4 0,0 1 0,-1-8-418,-1-2 0,1-1 784,2 2 0,4 3 1,0-5-898,3-7 1,2-4-5,1 8 1,1-3 1353,-3-15 0,1-6 0,11-5 0,2-4 0</inkml:trace>
  <inkml:trace contextRef="#ctx0" brushRef="#br0" timeOffset="129729">24454 3257 10501,'-8'7'1979,"1"15"-1709,-1 16 0,2 6-225,2 0 0,2 2-135,1-11 0,0 1 0,2-1-360,2 13 0,2-2 0,-1-16 1,2-1 449,4 3 0,3-3 0,5-1 0,8-3 0</inkml:trace>
  <inkml:trace contextRef="#ctx0" brushRef="#br0" timeOffset="129955">24840 3343 10051,'4'-31'1170,"0"6"-631,-16 48-179,2 11-270,1-5 0,-1 5 0,0 1-240,3-2 0,0 0 0,1 1-300,0 2 0,-1-1 1,2 2 449,3 3 0,1 1 0,2-3 0,0-1 0,2-2 0,4 5 0,-1-1 0</inkml:trace>
  <inkml:trace contextRef="#ctx0" brushRef="#br0" timeOffset="145759">7894 7608 7443,'-4'36'629,"-2"-3"-509,-3 0 0,-3 7 0,1-4-120,2-11 0,0 1 30,-6 14 0,-3 7 0,2-7-120,-3 5 90,6-15 0,1-2 180,3 6 90,25-28-180,2-2 0,19-13-45,-11 0 0,2 0 0,1 0 0,1 0-45,0-1 0,-1-1 45,-3 1 0,-3-2-3322,-1-20 3162,-10 13 385,-4-25-91,-7 30 1,-13 33-90,-1 26-68,3-8 1,-2 10 0,-1 1-1,3-6-67,-1 0 0,2 1-135,-1 2 0,-1 6 0,1-1 1,5-9 179,5-12 0,1-2 0,-1 12 0,2-3 0,11 1 0</inkml:trace>
  <inkml:trace contextRef="#ctx0" brushRef="#br1" timeOffset="147744">10167 6900 10917,'5'-13'97,"10"-14"173,20 10 129,-7 6 1,3 1-178,5 3 0,-3 7-1,1 16-315,-57 21 39,-9-7 57,-9-6 0,5 1 367,25 5-409,17-3 1,8 3-157,10-1 0,-2 2 75,-11 8 0,-12 0-215,-25-2 1,-12-4 53,0-6 1,-4-4 246,0-6 1,-2-1 0,8-2 0,8 2 0,-14 10 0</inkml:trace>
  <inkml:trace contextRef="#ctx0" brushRef="#br0" timeOffset="152376">8893 7098 6723,'10'-2'990,"-1"3"-181,10 33-494,-5 5 0,0 3-270,-1-9 0,1 3 75,1 7 0,1 6 0,0-3-31,-4-12 1,0-3 0,2 5-182,2 2 1,2 5-1,2 2 1,0 0-1,0-1 128,0-3 0,1 0 0,-1-1 0,1 0 0,-1-1-18,-1-3 0,-2 1 0,0-2 0,1 1 0,2 0-18,3 3 0,2 1 0,1-1 0,-1-2 0,-2-4-30,-1-2 0,-1-4 0,1 2-15,0 0 0,1 3 0,0-1 0,-2-2-90,10 10 1,-3-5-181,-9-10 0,0-2-1664,12 11 1979,-11-12 0,-2-5 0,-10-7 0</inkml:trace>
  <inkml:trace contextRef="#ctx0" brushRef="#br0" timeOffset="154209">8933 8241 7623,'10'-2'1349,"14"15"-1034,3 12 0,4 8-181,-8-8 1,2 2 0,2 3 0,1 0-63,2 1 0,1 2 0,2 2 0,0-1 0,0 1-619,-5-5 1,1 2 0,0-1 0,0 1 0,0-2 0,-2-1 347,7 5 0,-1-1 1,-1-1-1,-1-2 515,2 3 1,-3-2 0,0 0-287,-2 0 0,0-1 0,-4-4-30,-5-5 0,2 2 22,7 7 1,6 8-1,3 2 1,-3-5 7,-2-5 0,-1-2 0,2 0-30,-4 0 0,2 0 0,0 1 0,-1-4 0,1 1 0,0-2 0,-2-3 45,8 3 0,-3-5 3231,3 1-3803,-14-8 0,-1-1 527,1-1 0,-12-4 0,-5-5 0</inkml:trace>
  <inkml:trace contextRef="#ctx0" brushRef="#br0" timeOffset="158550">11409 8211 8522,'3'-7'630,"3"-3"-450,-3 6 0,11-7-90,-1 8-90,10-5 179,13 5-179,-7-1 90,12 3-90,-22 2 0,4 4 0,-17 0 0,-12 24 0,-15 1 0,6-10 0,-1 2 0,-2 5 0,1-2 0,0 2 0,8-2 0,3 0-90,6-8 90,13 28 0,0-23-90,11 13 90,-2-2 90,-17 5-90,0-8 90,-20-8 0,-7-3-90,-20 4-135,16-9 0,-1 0-944,-1-1 0,2-2 259,0-1 1,4-1 0,17-8 0</inkml:trace>
  <inkml:trace contextRef="#ctx0" brushRef="#br0" timeOffset="159060">11605 7781 8252,'-20'-39'540,"2"8"0,-5 4-91,-8 13 1,-6 12-270,4 12 0,-5 9 0,0 6 0,2 4-108,4 4 0,2 6 0,1 3 0,0 1 0,1-1-259,1-6 1,-1-1 0,2 0 0,2 3 0,4 5 186,6-5 0,0 5 0,3 3 0,1 2 0,2-1 0,3-1 0,4-3 0,4-4-23,9 11 1,8-6 0,4-2 0,1 3 22,-4-1 0,0 2 0,2 0 0,2-2 0,1-6 22,2-3 0,2-3 1,3-6-1,4-9 68,6-11 0,7-8 0,2-8 0,0-6 0,-5-3-30,-10-2 0,-2-6 0,-2-3 0,0-3 0,-1-1 0,1 1-441,-1 4 0,0-2 1,0 0-1,0-1 1,-1-1-1,-3-1 1,-2-1 395,4-7 0,-1-1 0,-1-2 0,-6 0 0,-7-1 0,-10-1 30,-11 7 0,-7-2 0,-6-2 0,-4 1 0,-5 0 0,-2 3 0,-1 3 0,0 5-236,-2 3 0,-3 4 1,-3 4-1,-1 1 0,-2 3 1,0-1-1,-1 1 191,3 0 0,-1 0 0,-2 0 0,0 0 0,-1 3 0,2 2 0,0 3 0,3 3 0,-13 4 0,0 3 0,3 5 0,3 6 0,7 5 0,14 14 0,-1 1 0,1 0 0,-1 0 0</inkml:trace>
  <inkml:trace contextRef="#ctx0" brushRef="#br0" timeOffset="162319">14361 6914 7982,'8'-12'1889,"-1"2"-1349,-5 5 180,0 1-451,-1 29-179,-3 1 0,-1 18 0,-1 8-270,2-19 0,1 1 1,0 1-914,-1 3 1,1 1 0,1-2 919,-1 4 1,2-5 0,3 2 0,-1-33 0</inkml:trace>
  <inkml:trace contextRef="#ctx0" brushRef="#br0" timeOffset="162679">14190 6842 9242,'8'-8'270,"0"3"89,25 5-269,-6 2 45,13 3 0,6 1-45,1 4 0,0 2-60,-10-3 0,1 1 0,0 1 0,6 5 0,0 1 0,-6 4-30,-1 8 0,-6 1 45,-1-7 0,-10 3-45,-21 8 0,-14-2 45,-8-11 0,-6-3 0,-4 6 0,-2 0-135,-10-2 0,0-3-1549,16-7 1,3-1-1639,-20 7 2578,34-8 1,22-7-1,6 0 1</inkml:trace>
  <inkml:trace contextRef="#ctx0" brushRef="#br0" timeOffset="163533">15009 7274 9602,'-8'-5'1529,"-1"-2"-1439,12 2 359,14-4-269,6 1 0,20-2-180,-7-2-180,2-10 0,-15 3 90,-12-6-179,-25 1 89,-4 9 0,-29 6 135,20 20 0,0 6-45,3-4 0,2 4 0,-3 13 0,7 5 0,14-7 0,3-1 0,3 23 0,11-17 0,5-3 90,9-3-45,-6-7 0,4-4 45,7-11 0,2-8-45,7-10 0,1-4 45,-1 1 0,-1-3 0,-11-2 0,0-4 0,-4 1 45,-4-3 0,-3 2 0,-2 3 0,-3 0 45,3-14-90,-20 40 90,-3 2-90,-7 23 0,-2 6 0,-1 2 0,5-8 0,0 0 90,1 6 90,7-18-180,4 4 90,14-28-45,7-13 0,3-4-45,5-6 0,-6 5 0,3-5 0,-4 6 0,1-2 0,0-1 0,0 5 90,-7 18 90,2 40-135,-12 0 0,-2 4-45,1 0 0,0 1-180,0 3 0,4-6-1439,26-6-450,4-18 1249,7-14 1,-3-15 0,-4-4 0</inkml:trace>
  <inkml:trace contextRef="#ctx0" brushRef="#br0" timeOffset="163920">16229 7133 9422,'-11'-5'2248,"-12"0"-2068,10 5 450,-25 6-540,23 0 180,-28 17-180,18 0-180,-4 8-540,18 15 45,19-18 1,5 0 314,0-1 0,2 0-45,8 4 0,1-2-44,8 9 449,-11-6 179,-33 4-89,-25-13 0,-9-2-1799,8 1 0,-2-1 963,-6-2 1,3-3-1,4 3 1,36-17 0</inkml:trace>
  <inkml:trace contextRef="#ctx0" brushRef="#br0" timeOffset="164776">16437 7437 9422,'-13'-5'1709,"1"0"-1260,31 0-269,-1 2 0,26-4-135,-16 0 0,-1 0-45,6-4-135,-1-7 0,-3-2 45,-10-3 0,7-14-179,-32 10 179,-23 18 90,-8 9-90,8 16 0,1 7-45,8 1 0,2 3 0,0 0 0,4 1-45,6 2 0,4-2 90,5 1-90,12-4 0,5-3 91,11-3 44,-4-5 0,3-3 90,15-12 0,0-6-45,-14 3 0,0-3 22,3-5 0,6-4 1,-1-2-1,-6 2 23,-4 0 0,-2-2 15,10-9 0,4-4 0,-7 3 120,-13 6 0,-3 1 45,1-2 0,-2 2-135,-7 6 0,-20 31 0,-4 9-90,0 3 0,-5 12 0,0 2-180,3 2 90,5-9 0,2-2 90,2-1-90,17-11 90,19-42 0,-2-2 0,4-3-1093,-3-1 1,2-3 0,-2 3 989,0-2 1,1 2 57,10-6 0,-4 13 45,-21 27-90,1 32 90,-16-9 0,-4 9 0,0 1 0,6 6-45,-1-19 0,5-2-674,27 3 719,1-29 0,4-6 0,-6 2 0,0 0 0,11-7 0,-1 0 0</inkml:trace>
  <inkml:trace contextRef="#ctx0" brushRef="#br0" timeOffset="165462">17669 7504 9602,'-12'2'2968,"19"-5"-2878,0 2 0,34-17-180,-20 4-180,13-16-90,-16-10 270,-9 12-90,-12 0 0,-7 4 0,-19 14 135,1 8 1,-1 6 44,-11 14-180,9 15 0,5 6 45,19-14 0,4 0 90,-6 9 0,8-1-45,17-8 0,8-6 90,15-2-45,-15-9 0,3-4 15,10-10 0,6-8 0,-1-4-1063,-2-4 1,-1-4 0,3-1 950,-4 5 1,2-1 0,0-1 0,-2-2 96,-4-1 0,-2-2 0,-2-2 1,-3-1-42,-4-1 1,-2-4-1,-2 1 1,-2 3 115,0 2 0,-1 1 0,-2-1 0,3-9 0,-2-3 0,-3 9 60,-4 1 180,-22 49-225,4 6 0,-1 7 0,-1 2 0,-2 7 0,-1 1 0,2-3-563,-2 7 1,1 1 539,2-3 1,-2 6 0,1-2-1,4-8 1333,2-10 1,2-1-1356,-1 10 0,1 4 0,3-6-270,10 1 0,-1-10 0,4-3 270,33-4 0,-8-14 0,-9-5 0,-1-1 0</inkml:trace>
  <inkml:trace contextRef="#ctx0" brushRef="#br0" timeOffset="165667">18386 7310 9512,'-10'3'2788,"1"-1"-2428,55-7-1260,-3 1-739,1 0 1,0-1 1389,-17 3 1,-2-1 0,1 1 0,-1-1-1,7-2 1</inkml:trace>
  <inkml:trace contextRef="#ctx0" brushRef="#br0" timeOffset="166599">13963 7824 10141,'13'-1'45,"18"-2"0,5-1 135,11-1-554,-19 3 1,10 1-1,5-1 1,5 1-1,3-1 1,0 1-1,-2 0 1,-3 0 437,1 0 0,-2 1 0,-1-1 1,1 1-1,1 0 0,3-1 1,4 1-182,-13 0 1,2-1-1,2 1 1,1-1 0,2 1-1,1-1 1,1 1 0,1-1-1,0 1 1,0-1-1,1 1 1,0-1 0,0 1-1,-1 0 111,-4 0 1,2 0 0,0 0 0,1 1-1,0-1 1,1 0 0,0 1 0,0-1-1,0 0 1,0 1 0,-1-1 0,0 1-1,-1-1 1,0 0 0,-2 1 0,-1-1-1,-2 0-40,9 1 0,-2-1 0,-3 0 1,0 0-1,-2 0 0,0 0 1,1 0-1,1 0 0,1 0 1,2 0-1,3 1 31,-10-1 1,1 1 0,4-1 0,1 1 0,1 0-1,1-1 1,2 1 0,-1 0 0,1 0 0,0 0 0,-1 0-1,-1 0 1,-2 0 0,-1 0 0,-1-1 0,-4 1 0,-1 0-1,-4 0 1,-3-1 14,16 1 0,-7 0 0,-4-1 0,-2 1 0,2 0 0,6 0 10,-1 0 0,4 0 0,4 0 0,1 0 0,0 0 0,-2 0 0,-3 1 0,-5-2 0,-6 1-70,13 0 0,-10-1 0,-5 1-30,-7-1 0,-4 2 90,14 4 0,-34-4 0,1 3 0</inkml:trace>
  <inkml:trace contextRef="#ctx0" brushRef="#br0" timeOffset="179236">17046 8188 9062,'7'-11'1439,"-1"2"-1349,-10 12 45,-21 24 0,-6 9-135,11-15 0,-1 2 0,-2 2 0,-4 5 0,-1 0 0,3-3-1639,-7 7 1,2-3 1015,3-3 1,1-2 962,1-2 0,11-6-430,20-12 0,10-6 90,12-8 0,2-5 0,2-2-90,-4 7 0,1 0 0,3-2 0,0 2 0,-3 5 0,-1 1-89,22 4 89,-20-3 180,8-4 89,-22-2 3097,3-4-2800,-19 31-386,-6 22-90,-5-4 0,-1 6-1093,5-7 1,0 2 0,1-3 1034,-1-1 1,3 0-1023,6 18 1,7-7 1079,5-24 0,12 15 0,-7-35 0</inkml:trace>
  <inkml:trace contextRef="#ctx0" brushRef="#br0" timeOffset="179496">17268 8471 8882,'17'16'720,"-6"-6"179,26 20-539,-7-5-180,-6-5 0,3 3 44,5 6 1,3 1-1864,1 3 1,-1 0 41,-6-7 1,-1-1-43,3 3 1,-6-7 1288,-13-13 1,12 4-1,-11-9 1</inkml:trace>
  <inkml:trace contextRef="#ctx0" brushRef="#br0" timeOffset="179697">17663 8520 10051,'-28'10'330,"0"-1"0,4 1 0,1 2-240,0 8 0,1 3-360,-3 9 0,2 2-135,4-8 0,1 1 405,-4 9 0,0 0 0,0 1 0,2-2 0</inkml:trace>
  <inkml:trace contextRef="#ctx0" brushRef="#br0" timeOffset="180245">18024 8417 9871,'6'-28'764,"13"13"1,8 1-630,10 1 0,4 3-135,0 1 0,1 4 45,9 3 0,-4 7 45,-9 15-90,-45 19 0,-7-12 0,-3 3-135,0 9 0,6 4 15,14-9 0,6 2 1,0-1 89,0-2 0,1 0 0,-7 0 90,-10 2 0,-7 1 0,-5-5-1699,-16 2 1,-7-6 1091,9-12 1,-1-3 0,4-2 0,-13 8 0,49-11 0</inkml:trace>
  <inkml:trace contextRef="#ctx0" brushRef="#br0" timeOffset="180527">18950 8688 9871,'-6'-7'990,"2"-1"-810,8 3 359,17-2-419,7 4 0,9 2 0,0 0-1213,-2 0 1,1 1 0,0 0 623,3-1 1,2 1 0,-4 1 0,2 0 0,-9 0 0,-19-2 0</inkml:trace>
  <inkml:trace contextRef="#ctx0" brushRef="#br0" timeOffset="180747">18935 8851 12030,'28'5'900,"4"-2"-1170,-1-3 0,2-1-1259,0 0 0,-1-1 1529,1 1 0,-2-1 0,-3-2 0,-3 0 0,12-4 0</inkml:trace>
  <inkml:trace contextRef="#ctx0" brushRef="#br0" timeOffset="181167">19905 8501 9781,'11'-28'1440,"-2"16"-1081,-8 55-269,-1 6-90,-3-13 0,1 5 0,-1-2-1639,2 7 1,-1-2 341,0-1 1,2-1 1014,2-7 0,2-5 0,5-1 1,3-1-1</inkml:trace>
  <inkml:trace contextRef="#ctx0" brushRef="#br0" timeOffset="181586">20289 8467 9781,'-2'-12'540,"1"1"539,0 1-269,33 12-630,-6 5 0,1 1-180,-2-1 0,1 2 90,10 12 0,-5 3-90,-16 1 45,-10 2 0,-6 4-45,-15-4 0,-6-1 0,2 0 0,-2-1 0,-13 9 0,-1-2-45,17-14 0,2 1 45,-5 13 0,7 0-90,16 0 90,18-9 0,11-4-390,5-13 0,6-5 0,0-4 390,3-2 0,1-3 0,-1 0 0,-3 1 0,0-1 0,-4-3 0,2-13 0,-1 1 0</inkml:trace>
  <inkml:trace contextRef="#ctx0" brushRef="#br0" timeOffset="182056">20203 7881 9691,'-35'-29'240,"0"0"0,-9 8 0,-4 3-150,10 1 0,-2 0 0,-3 9-910,3 10 1,-3 7 0,0 5 0,3 5 403,1 7 0,3 6 0,1 3 0,1 2 452,5-6 0,-1 2 0,1 1 0,2 2 0,2 3-186,3 2 1,2 4-1,1 2 1,2 0-1,2-1 1,2-4 171,0 1 0,2-4 1,3 1-1,3 4-72,4-3 0,2 5 0,2 2 0,2 1 0,1-1 1,1-3-1,2-6 50,3 3 0,1-5 0,3-1 0,3 3-185,1 1 1,2 5 0,3 1 0,1 0 0,1-4 0,2-6 161,7 0 1,3-6 0,1-4 0,0 0 45,-6-1 1,0-1-1,1-3 1,4-3-24,5-6 0,5-4 0,2-2 0,-3-3 0,-5-1 0,-6-2 0,-3-1 0,4-4-15,1-1 0,6-1 0,4-2 0,0-2 0,-2-1 0,-4-3-3,-3-2 0,-3-3 0,-2-2 0,1-2 0,1-1 18,2-1 0,1-2 0,2-1 0,-1-1 0,-2-2 0,-2-2 0,-3-1 0,-1-4 0,-2 0 0,-1-2 0,-2 2 0,-2 1-18,-1 2 0,-1 2 0,-2 0 0,-3-2 0,-5-4 18,-7-1 0,-4-5 0,-2-2 0,-4-2 0,-1 2 0,-2 4 0,0 5-30,-3-9 0,-4 7 0,-8-5 7,3 11 1,-6-5-1,-3-2 1,-2-2 0,-3 1-1,-1 1 1,-1 5-1,0 6 4,-4 2 1,-1 6-1,-2 3 1,-1 2-1,-1 0 1,-1-1-117,6 0 0,0 0 0,-2-1 0,0 0 0,-1 1 0,-1 2 0,1 1 1,-1 4 134,-6 2 0,-2 2 0,-1 3 0,0 1 0,1 2 0,3 2 0,2 1 0,0 0 0,2 3 0,2 2 0,1 1 0,-2 1 0,-2 4 0,0 1 0,0-1 0,0 1 0,0-1 0</inkml:trace>
  <inkml:trace contextRef="#ctx0" brushRef="#br0" timeOffset="202349">4113 3126 8252,'10'-18'3148,"-3"8"-2248,2-7-1,-7 12-629,-9 17-180,-10 12 0,-5 7-60,1-1 0,-3 2 0,1 0-643,3-5 1,1 0 0,-1 0 612,-4 5 0,0 1 0,4-6 0,-1 2-184,7-8 0,-1 0 4,-3 8 90,0-2 90,8-9-90,16-8 90,0-9 1757,14-5-1757,0-3 358,-3 1-448,29-5-179,0 3 224,-20 3 0,2 1-45,-1 0 0,0-1 0,11-7 90,-10 2 0,-1-10 180,-12-3-90,-5 5 0,0-3 90,-6 10-180,-4 20 0,-1-3 0,-2 22 0,-1 6 0,-2 13-135,1-6 0,3 3-270,3-10 0,3-1-494,3 15 899,18-10 0,-4-30 0,9-8 0</inkml:trace>
  <inkml:trace contextRef="#ctx0" brushRef="#br0" timeOffset="202745">4566 3206 11221,'-9'-4'2518,"0"5"-1978,-9 25 0,0 9-361,1-1-119,2 0 0,-1 7 0,3-7-60,3 4-45,5 6 0,4 1-135,11-11 180,-2-7 0,5-4-89,29-5-1,-13-12 135,7-19 0,-1-8-45,-10-3 44,2-4 1,-5-7 90,-27-12 0,-8-1-1774,9 21 1,-2 0 1580,-10-20 1,-7 7 147,-12 22-225,7 14 0,-2 5-135,3 2 1,0 5-1370,-9 19 1,6 5-1639,5 2 2621,14-5 1,9-1-1,16-9 1,4 1 0</inkml:trace>
  <inkml:trace contextRef="#ctx0" brushRef="#br0" timeOffset="203317">5078 3265 10411,'-5'-12'1979,"-10"-6"-1349,0 3-181,-8 0 361,-15 16-540,5 7-90,-11 12-90,11 8-180,8 2 0,8 1-180,19-1 90,25-17 180,-3-2-45,11-18 0,1-7-45,-4-4 90,-3 2 0,-1-2 0,-3-9 0,-10 7 0,-4 3 0,-11 30-90,-1 21 45,-1-7 0,0 3-15,2 3 0,2 4 0,0-2-30,1 3 0,2 1 90,1 11 0,0-2 90,0-21 0,-3-3 450,-17 13-585,-23-30 0,-7-7-1125,14 1 1,-1-2 1169,-16-2 0,8-6 0,26-6 0,22 0 0</inkml:trace>
  <inkml:trace contextRef="#ctx0" brushRef="#br0" timeOffset="203754">5577 3269 10951,'0'-15'1439,"2"4"-450,-1 1 1350,0 1-2159,-11 12 90,2 0-180,-13 18 179,0 13 1,1 4-270,-3 5-30,8-13 0,-1 5 0,3-2-240,5 6 1,5-2 224,-2-8 0,4 0-165,7 4 0,3 3 0,1-8 30,8 1 45,11 0 0,4-6 45,0-17 135,-6-2 0,1-5 315,11-22-270,-17 6 45,-19-8 0,-7 0-45,-10 5-45,-13-1 0,-6 3-225,6 12 0,-2 5-225,-3-2 1,0 4-1235,1 7 1,5 4 1400,5 9 0,9 4 1,20-8-1</inkml:trace>
  <inkml:trace contextRef="#ctx0" brushRef="#br0" timeOffset="204784">6298 3431 9961,'-2'-13'2519,"14"13"-2339,-4 4 89,18 16 1,6 6-180,-8-8 0,2 1-1183,7 4 1,3 2 0,-3-3 155,-4-3 0,-1-3-522,13 5 0,-5-6 1459,-16-11 0,7 0 0,-18-7 0</inkml:trace>
  <inkml:trace contextRef="#ctx0" brushRef="#br0" timeOffset="204987">6666 3417 9781,'-16'-33'1530,"7"13"-721,-2-2-89,-4 24-540,3 3 89,-14 18 1,-4 10-1909,4 3 1,0 1 206,-1-3 1,0 2-208,1 4 1,7-5 1288,12-18 0,0 13 0,6-13 0</inkml:trace>
  <inkml:trace contextRef="#ctx0" brushRef="#br0" timeOffset="205531">7376 3259 10411,'0'-14'3058,"1"-2"-2518,-2 8-180,-15 22-270,7-6-90,-13 23 0,-1 6-90,6-5-45,-3 3 0,5 1-225,25 7 270,-3-11-90,23-9 0,5-5 90,-8-7 45,8 3 1,-2 0-46,-18-7 90,7 14 0,-25-10-90,-8 8-630,-24-1 360,11-7-1279,-2-3 1,1-1 1243,8-5 0,-15 1 0,16-7 0</inkml:trace>
  <inkml:trace contextRef="#ctx0" brushRef="#br0" timeOffset="205753">7367 3222 10141,'-14'-15'1439,"18"1"-1169,16 7-270,6 2-495,9 3 1,5-1 25,-9-1 1,1 0 0,8 1 0,-1-1 0,-8-1 0,-1 0 0</inkml:trace>
  <inkml:trace contextRef="#ctx0" brushRef="#br0" timeOffset="206027">7698 3245 11400,'-6'0'3239,"4"36"-3149,1-7 0,1 4-225,1 3 0,0 2-958,0-3 1,-1 1 0,1-4-2185,2 13 3076,-2-14 1,3-5 0,6-11-1,-1-5 1</inkml:trace>
  <inkml:trace contextRef="#ctx0" brushRef="#br0" timeOffset="206463">7966 3283 11400,'-8'-8'2879,"1"1"-2519,9 2-1,7 2-179,2-1 360,33 6-540,-4 7-90,7 4 0,-16 8 0,-40 28 90,-1-18-30,-6-3 0,-7 3 0,3-4-60,-7 7 90,-3 0 0,3 2 90,12 3-90,3-7 90,47 1-90,-10-28 30,4-2 0,9-1 0,-5 0-120,-7-2 0,-1-1-315,22-1 1,-2-1-1755,-2 2 900,-13 1 1259,-14 0 0,-20 7 0,-2 2 0</inkml:trace>
  <inkml:trace contextRef="#ctx0" brushRef="#br0" timeOffset="206851">7935 4131 11940,'21'-26'3058,"-2"11"-2788,5 15 0,5 6-495,10 13 0,-1 5-225,-8-8 1,0 0-1190,13 13 1,-4-2 1265,-13-9 1,3 0-1,-14-13 1</inkml:trace>
  <inkml:trace contextRef="#ctx0" brushRef="#br0" timeOffset="207062">8387 4081 11131,'-7'-26'1709,"-2"2"-90,-14 23-1349,6 1 44,-14 17 1,-1 5-315,3 2-270,4 1 0,-5 5 1,4-2-271,9-5 0,1 0-405,-10 13 1,3 0 944,14-10 0,5-2 0,3 6 0,10 0 0</inkml:trace>
  <inkml:trace contextRef="#ctx0" brushRef="#br0" timeOffset="207376">8832 4008 11760,'-16'-15'3276,"-4"34"-2351,9 16 1,5 10-1556,4-8 1,2 2-1,2 0-463,3 4 1,1 0 0,2-3 545,2 1 1,4-7 0,6-14 0,2-8 0,-1-11 0</inkml:trace>
  <inkml:trace contextRef="#ctx0" brushRef="#br0" timeOffset="207729">9197 4087 13289,'-15'4'2339,"-12"19"-2069,15-7 179,-6 15 1,0 4-270,5 4-225,2-7 0,3 3-90,13-5 1,3-2 44,4 5 0,12-8 0,4-5 0,-2-13 135,9-6 0,3-7 0,-13-8 0,-3-5 45,7 0 0,-5-6-1,-10-18 1,-14-3-45,-16 7 0,-9 1-315,1-1 1,-4 5-946,-12 9 1,-4 11-425,11 14 1,1 7 1091,2 2 1,2 2 0,1 2 0,2 1 0,-13 10 0</inkml:trace>
  <inkml:trace contextRef="#ctx0" brushRef="#br0" timeOffset="-211293.73">11581 5996 9422,'3'-12'1619,"-5"1"-1080,-5 5 181,-20 6-450,-2 11-120,3 3 0,-4 5 0,0 2-91,3 0 1,1 1 0,-1 3-30,-7 6 0,0 3 0,4 2 30,4 3 0,3 1 0,12-1-60,17 11 0,17-5 0,3-17 0,8-5 0,1-4 0,0-5 0,1-4 0,2-4 30,6-7 0,2-4 0,-7-3-30,-10-1 0,-4-1 0,16-9-90,-35-10 90,-9 18 0,-17-4 0,-3 2 0,1 5 0,-3-2 0,-2 0 0,-1 0 0,0 0-90,7 3 0,11 2 90,11-1-90,39-1 90,4 0 0,-11 4 0,-1 1 0,4 1-89,9 3 89,-27 1 0,21 13 0,-33 3 0,-5 30-45,-7-21 0,-3 4-75,0 1 0,0 3 0,1-2 75,0 4 0,2-1-135,0 6 0,5-5-180,11-7-2608,15-12 2148,-3-16 1,10-7 0,-8-7 0</inkml:trace>
  <inkml:trace contextRef="#ctx0" brushRef="#br0" timeOffset="-210656.73">12221 6247 10231,'-1'-21'1349,"-1"1"-989,0 13 180,-3-4-450,-1 11 0,-1 1-1651,-7 19 0,-1 6 1561,-1 2-524,-6 14 1,-2 4 433,9-13 0,1 0-228,-3 4 1,1 0 182,0 2 0,2-3 135,3-5-90,-3 10 2694,19-46-2604,10-23 0,4-13 0,-3 10 0,1-4 0,1-1 0,0 0-30,4-8 0,0 0 0,0 1 551,1-1 0,1 0 1,-5 10-522,3 5 816,5 51-816,-18 9 0,-3 6 0,4-3 0,0 1-1639,-3 16 1,-3-4 1523,0-7 115,1 8 0,0-23 0,5 11-1349,8-11-810,0-8 2159,1-15 0,-7-13 0,-5-3 0</inkml:trace>
  <inkml:trace contextRef="#ctx0" brushRef="#br0" timeOffset="-210418.73">12101 6467 10231,'-3'-6'1799,"11"-3"-1709,6 0 90,10-1 0,2 2-270,0 0-495,12-2 1,2 0-1755,-3 1 2339,-8 2 0,-1 0 0,3-2 0,-4 0 0</inkml:trace>
  <inkml:trace contextRef="#ctx0" brushRef="#br0" timeOffset="-210119.73">12648 6189 10411,'5'-21'2609,"8"45"-2430,-8 4 1,-2 5-135,4-3 0,-1 3-105,-5 3 0,-2 3 0,1-6-1469,4 15 1529,-1-19 0,3-2 0,7-8 0,5-27 0</inkml:trace>
  <inkml:trace contextRef="#ctx0" brushRef="#br0" timeOffset="-209746.73">12726 6186 9602,'-3'-9'1169,"3"1"-809,4 3-1,17-1-134,4 3 0,2 1-225,13-2 90,0 4 0,1 1-90,6 5 0,-20-3 0,0 2 0,14 15-90,-32 3 90,-10 4 0,-29 6 0,-9-7-90,5-3-225,4-8 1,2-3 44,5-2-1369,-6-1 1,2-1 1445,12-5 0,-10 0 1,18-4-1</inkml:trace>
  <inkml:trace contextRef="#ctx0" brushRef="#br0" timeOffset="-208967.73">13446 5956 9332,'-23'-24'30,"0"1"0,-14-5 0,-4 1 15,10 3 0,-7 0-394,3 9 1,-10-2-1,-4 0 1,-1 1-1,3 1 1,6 3 378,-2-2 0,5 3 0,-9 0-218,12 3 1,-6-1-1,-5 0 1,-3 0-1,-3-1 1,1 1-1,1 0 1,2 1 0,4 2-1,6 0 233,-10 0 0,7 2 0,1 1 0,-9 0 18,12 0 0,-5 1 0,-2-1 0,-4 1 0,0 0 0,-2 0 0,1 1 0,2 0 0,1 1 0,3 2 2,-3 1 0,2 2 0,1 0 0,1 2 0,1-1 0,-1 1 0,-1-1-53,1-1 1,-1-2 0,1 1 0,-1 0 0,0 1 0,0 2 0,-2 3-142,3 1 1,-2 3 0,-1 2 0,-1 1 0,1 1 0,1 0 0,2 0-1,5-1 1,3-2 128,-4 3 0,7-2 0,1 2 0,-3 6 33,2 0 1,-4 4 0,-2 4 0,-1 2 0,1 1-1,2 0 1,5 0 0,6-4 32,2 10 1,7-2-1,2 1 1,-1 1-67,-3-3 0,-3 1 0,1 1 0,4 1 0,6 0-36,10 6 0,6 3 0,5 0 0,1-3 0,0-7 6,-1-7 0,1-4 0,4 2-30,3 1 0,3 4 0,4 2 0,1 0 0,2-3 0,1-6 296,9-1 1,2-6-1,3-3 1,1 0-273,-5 1 0,1 0 0,2 0 0,3-2 0,2-3-20,-7-6 1,2 0-1,3-2 1,0-2-1,2 0 1,0-2 0,0 0-1,-1-1 44,1-2 1,1-2 0,-1 0 0,1-2 0,0 0 0,0-1-1,0 0 1,0 1 21,-6 0 0,1 1 0,0-1 0,0 0 0,0 0 0,0-1 0,0 0 0,-1-1 0,0-1-10,5-1 0,-1 0 0,0-1 0,0-1 0,0 0 0,-1-1 0,-1-2 0,0 0 45,-3-1 0,0-2 0,0-1 0,-1 0 0,0-1 0,-2 0 0,-2 1 0,-2 1-27,6-2 0,-4 2 0,-2 0 0,2-2 0,2-5 27,-2 0 0,4-5 0,2-2 0,0-2 0,0 0 0,-4 1 0,-4 2 0,-5 3-15,2-5 0,-6 4 0,0-7 30,-3 0 0,4-7 0,0-3 0,-2-1 0,-5 3 0,-9 4-8,-8-3 0,-9 4 0,-3-3-30,1-4 1,-2-3-1,-5 1 1,-9 2-43,-5 13 1,-8 1 0,-6 2 0,-2 1 0,2 2 0,3 1 19,-2-3 0,3 2 0,-3 1 0,-8 1-76,14 10 1,-6-1 0,-4 0 0,-2 0 0,-3 0 0,-1 1-1,1 1 1,1 0 0,2 2 0,4 0 0,4 2 57,-7 0 0,5 1 0,3 2 0,-3 1 0,-7 0-50,9 1 1,-4 0-1,-5 0 1,-2 0-1,-2 0 1,-2 1-1,1 0 1,1 1 0,1 0-1,3 0 1,4 1-1,4 1 113,-13 2 0,7 1 0,4 2 0,-2 0 0,-3 0-392,1 0 0,-4-1 0,-2 1 0,0 1 0,3 0 0,3 2 0,6 0 158,-12 8 1,8 3 0,5 0 0,0 5 0,7 2 0,8 0 0,0-1 0</inkml:trace>
  <inkml:trace contextRef="#ctx0" brushRef="#br0" timeOffset="-206384.73">15523 2978 9422,'-5'-14'-180,"-2"2"450,-9-4-1,-11 11-89,-3 13 0,-1 6-45,1 3 0,0 7-68,6 4 1,-2 6-1,2 3 1,2-4-1029,3-4 1,2-1 0,1 6 1004,4 1 1,-2 6 0,1 4 0,2 0 0,2-1 0,2-4-45,4 0 0,4-4 0,1 1 0,1 2 18,-1 4 0,0 5 0,2 0 0,1-2 0,4-5-18,6 4 0,4-5 0,6-4 184,7-1 0,6-4 0,4-9-184,-5-16 0,4-6 0,1-5 0,-2 1 0,7 0 0,-2-3 0,0-3 0,-8-1 0,-1-2 0,0-4 0,-5-2-894,3-13 1,-6-4 0,-3 0 893,-1-7 0,-5-4-23,-7 9 1,0-5-1,-3-2 1,-5 2-109,-6 0 1,-6 0-1,-3 0 1,-1 1 152,-1 0 0,-2 1 1,-3 0-1,-5 3-22,-5 3 0,-4 0 0,-4 2 0,-2 4 0,-2 5-72,-4 9 0,-3 5 0,-2 5 0,1 1 1,3-2-19,-2-4 0,3-2 0,1 4 0,-2 7-378,1 9 0,-3 6 1,1 4-1,5 2 0,9 0 414,4 10 0,7 3 0,2-5 0,0 1 0,5 0 1,9 4-1,-1 0 0</inkml:trace>
  <inkml:trace contextRef="#ctx0" brushRef="#br0" timeOffset="-205802.73">17024 2980 8882,'-33'-20'315,"1"1"0,-16 5-270,13-4 0,-2 8 44,6 20 1,-1 11 0,3 2-45,-3 10 0,2 2-15,1-5 0,-2 1 0,1 7-142,8 0 1,0 7 0,2 2-1,3 2 1,5 0 147,4-3 0,4 2 0,4 0 0,0 1 0,1 1-36,-1-1 0,-2 2 0,2 1 0,2-1 0,4-3 0,6-4 0,6 0 0,5-2 0,4-3 0,4-7 0,2-9-735,10-9 0,6-13 0,1-6 0,-4-2 735,2-4 0,-3-6 0,-3-8-18,-11-1 0,0-7 0,-2-4 0,-4 0 0,-5 1-122,-2-8 0,-9 0 0,-7-6 170,-6 8 0,-5-6 0,-4-2 0,-4-1 0,-3 4 0,-4 5 0,-2 9 0,-4 5 0,-3 1 0,-2 2 0,0 0 0,1-2-30,3-4 0,0-4 0,0 0 0,-1 4 0,-2 5 0,-3 9-206,-3 11 0,-5 7 1,-2 5-1,-1 5 1,3 2-1,5 3 1,8 0 205,1 11 0,9 4 0,-2 2 0,-7-4 0,-4 2 0,2 0 0,11 1 0,18 15 0,-1 0 0</inkml:trace>
  <inkml:trace contextRef="#ctx0" brushRef="#br0" timeOffset="-203887.73">17998 4069 8972,'-22'-8'630,"8"3"-361,-1-1 1440,5 3-1439,12-2 135,25 1 0,9 2-315,-11-1 0,4 1-190,6 0 0,11 0 0,7 0 0,1 0 0,-2 0 0,-7 0 144,-5 0 1,-5 1 0,1 0 0,6-1-23,-4 1 1,6-1-1,3 0 1,2 0 0,0 1-1,-1-1 1,-2 0-1,-5 1 32,5-1 0,-4 0 0,-2 1 0,0-1 0,-1 1-9,5-1 0,-1 1 0,-1-1 0,-1 0 225,10-1 0,-2-1 0,-13 1-1,-13-1 91,16-4-270,-32 8 360,-1 1 780,-4-4-1230,-13-22 0,4 6 45,-14-19 0,-5-6-45,7 7 0,-1-2-23,5 9 1,-2-3-1,0-2 1,2-3-140,2-4 1,1-4-1,2-2 1,0-1-1,2 2 144,1 0 0,2 1 0,0 0 0,1 0 0,0 0 0,0 1 0,0-1 0,0 2 0,1 0 1,2 3-13,1-14 0,3 4 0,0 8-15,0 14 0,0 7 45,0-4-90,-2-2 90,-4 22-90,-2-3 180,-19 11 223,-3-1 1,-4 1-314,-9 0 0,-3 0 0,3-1 0,-2 0 0,-4 0-656,7 1 1,-3 0-1,-1 0 1,0 1 0,3-1 626,1 0 0,2-1 1,0 1-1,-3 1 11,-5 0 0,-4 1 0,-1 0 0,3 1 0,5-1-12,6 0 0,4 0 0,-2 1-90,-10 2 0,-1 1 0,7-2 30,-5 3 0,12-2 1,4 0 89,14-4 89,-6 2 3187,5-1-2980,7-2-296,-3 2 0,6 0 0,3 2 90,5 18 0,3 5-90,0 3 67,0 1 1,1 9-1,1 3 1,-2-8-893,0-4 1,-1 2 878,-1 0 0,2 7 0,0 4 0,-1 1 0,-1-3 18,0-3 0,-2-1 0,0 0 0,0 0 0,0-1-739,1 11 1,0-1-1,0 1 1,0 0 666,-1-8 0,0 2 0,0 0 0,0-2 0,-1-4 30,2 6 0,-1-3 0,0-3 60,1 6 0,1-3 0,-1-3 0,1-4-3238,0-2-129,5-27 0,-6-5 3251,5-12 0,-4 1 1,0-3-1</inkml:trace>
  <inkml:trace contextRef="#ctx0" brushRef="#br0" timeOffset="-202329.73">4077 4062 8342,'4'1'2159,"6"-1"-1800,19 0 1,15-3 0,8 1-259,-15 1 0,5 0 0,4 0 1,2 0-1,1-1 0,0 1 1,-2 0-1,-4 0-757,8-1 1,-5 0-1,0 1 1,4-1 0,7 1 516,-19 0 1,5 0 0,2 0 0,4 0 0,1 0 0,2 0 0,1 0 0,0 0 0,-1 0 0,0 0 0,-2 0-1,-2 0 1,-3 0 0,-3 1 215,12-1 0,-4 0 0,-2 0 0,-2 0 1,-1 0-1,2 0 0,3 0 151,-5 0 0,3 0 0,1 0 0,0 1 0,1-1 0,-2 0 0,-1 1 0,-3-1 0,-3 0-102,10 0 0,-1 0 0,-3 0 0,-6 0 0,-8 1 198,-3 0 0,-7 0-773,0 0-1530,-3 0-1298,-13-2 3975,3-3 1,-1-1-1,2-2 1</inkml:trace>
  <inkml:trace contextRef="#ctx0" brushRef="#br0" timeOffset="-201816.73">7384 3936 9422,'-26'-5'2338,"4"1"-2068,30-2-90,20 1 0,10 1-90,5-1 0,5 0-45,-11 1 0,4 0 0,2-1 0,-2 1-138,-1 0 1,0 0-1,-1 0 1,-1 1 92,6-2 0,-2 1 0,1-1-758,-3 2 1,3 0-1,-3-1 1,-6 2 802,-7-1 0,-2 1-1089,26-2 1,-5 1 1043,-25 1-90,15-1-1259,-27 4-1253,-2 6 623,-2-1 1979,-4 3 0,1-4 0,-1 0 0</inkml:trace>
  <inkml:trace contextRef="#ctx0" brushRef="#br0" timeOffset="-201260.73">8122 4560 9781,'-14'7'1799,"18"1"-2892,30-4 1,23-5 0,-4 0 440,-12 3 0,2-1 931,-2-1 0,5 0 1,3-1-1,4 1-202,-10 0 0,3 0 0,2 0 0,2 0 1,0 0-1,0 1 0,-3-1-26,-2 1 0,-2 0 1,0 0-1,-1 0 1,2 0-1,0 0 1,2 0 28,-3 0 0,3 0 0,1-1 0,0 1 0,0-1 0,0 1 0,-1-1 0,-3 1 0,-3 0-45,13 0 1,-2 1 0,-4-1 0,-3 1 0,-7-1-1329,6-1 1,-11 0 1292,-7 1 0,-19-1 0,-1 2 0</inkml:trace>
  <inkml:trace contextRef="#ctx0" brushRef="#br0" timeOffset="-190546.73">21474 6195 8612,'-4'-21'3148,"0"2"-2788,1 11-90,-18 21-180,10-3-90,-14 18 45,10-7 0,1 2 45,-4 21-135,4-17 0,5 2-45,23 8 0,8-3 90,1-7-90,8-7 0,9 2 0,-6-6 0,1-3 0,5-1 0,-2 2-180,-6 9-146,-11-8 326,-7 13 90,-28-13-45,-12 2 0,-6 1-1594,-1-3 1,0-1 1379,-1 1 1,1-1 256,3-2 0,8-7 0,18-9 0,-1-2 0</inkml:trace>
  <inkml:trace contextRef="#ctx0" brushRef="#br0" timeOffset="-190263.73">21616 6227 9332,'-9'-8'0,"0"-1"180,6 4-1,4-4 271,23-3-360,0 1-270,3 3 0,2 1-449,5-2-1620,11 0 2249,-22 5 0,3-1 0,-6 2 0</inkml:trace>
  <inkml:trace contextRef="#ctx0" brushRef="#br0" timeOffset="-189808.73">22078 6155 9242,'6'-6'1349,"0"-1"-450,-3 4 451,1-1-901,-21 25-449,6-5 90,-10 20 0,-1 5-180,5-5 0,7-5 0,1 6 1,3-5-91,7 13 90,2-9 0,3 1-90,7-8 0,4-3-1459,7-3 1,0-1 1163,12 12 458,-11-24 0,-1-5 197,-4-11 0,-2-2 0,-22-16-90,-33 0-90,-3 2-315,11 14 0,0 4-1484,-4 8 270,10 1 1529,11 4 0,17 0 0,2 1 0</inkml:trace>
  <inkml:trace contextRef="#ctx0" brushRef="#br0" timeOffset="-189503.73">22411 6413 10231,'-2'-11'1529,"17"20"-1349,10 9 0,4 3-585,7 7 1,2 0-901,0 2 1,-2-3 1304,-6-8 0,-6-4 0,-10-8 0,-9-5 0</inkml:trace>
  <inkml:trace contextRef="#ctx0" brushRef="#br0" timeOffset="-189313.73">22699 6358 9871,'-18'-20'900,"3"5"-541,-15 33 1,-3 12-315,15-13 0,0 2-435,-12 15 1,-5 6-1,6-4-15,13-12 1,2-1 404,-8 18 0,5-2 0,15-13 0,1 8 0</inkml:trace>
  <inkml:trace contextRef="#ctx0" brushRef="#br0" timeOffset="-188874.73">23254 6256 10231,'-1'-13'1979,"-1"4"-1529,-3 3 89,-15 12-89,-14 16-360,4-4 0,8 4 0,2 1-90,8-1 90,-1 14-180,25-1 45,6-14 0,3-2 45,9 12-45,-3-10 0,-1-3-45,-6 3 90,-11 21 0,-10-17 0,-20 0 0,-8-1-180,-6-6-45,7-3 1,-2-1-1935,-14 0 2159,16-9 0,5-3 0,16-8 0</inkml:trace>
  <inkml:trace contextRef="#ctx0" brushRef="#br0" timeOffset="-188660.73">23220 6285 10231,'-10'-24'2069,"8"2"-1979,1 4 90,9 6-540,19 1 0,9 2-109,0-1 1,1 1 0,6-3 0,-1-1 0,-7 4 0,0 0 0</inkml:trace>
  <inkml:trace contextRef="#ctx0" brushRef="#br0" timeOffset="-188213.73">23625 6113 10861,'8'-7'2698,"-13"13"-2383,-20 25 0,-5 12-255,13-14 0,1 1 0,-1 2-60,-6 6 0,-1 3 0,4-2-45,1 8 0,9-2-90,7-8 0,9-3-90,11-7 0,3-2 225,8 17-180,16-32 0,2-11 180,-12-13 0,0-4 0,-9-5 0,-33-20 0,-11 3-450,-15 23 1,-4 9 449,-10 17 0,22-7 0,2 3 0,6 14 0</inkml:trace>
  <inkml:trace contextRef="#ctx0" brushRef="#br0" timeOffset="-187904.73">23878 6390 10681,'-8'-6'1889,"18"12"-1799,-3 0 90,23 18-1819,-9-5 1,0 0-656,10 9 2641,-5-6 1,0 1-2327,9 4 1979,-6-5 0,-3-4 0,-15-12 0</inkml:trace>
  <inkml:trace contextRef="#ctx0" brushRef="#br0" timeOffset="-187703.73">24079 6369 10321,'-13'-14'1079,"0"9"-899,0 2 180,-5 18 0,0 5-270,0 2-270,-2 4 0,-3 8 0,3-3-809,0 9 989,0 0 0,3-1 0,12-6 0,2 1 0</inkml:trace>
  <inkml:trace contextRef="#ctx0" brushRef="#br0" timeOffset="-186979.73">24609 6217 10591,'-3'-8'2069,"-2"-1"-1709,-1 16-181,-3 7 1,-5 24-45,2 3 0,0 4-180,3-11 0,0 0-1594,-3 16 1,0-3-326,3-8 1834,2-1 130,9-28 90,3 0-90,13-5 90,1-4-90,11 7 3276,-6 1-3160,12 7-26,-7 1-90,-2 2 180,-27 20-90,-14-16-90,-13 11 0,-6-16 0,0-4-450,2-2-1189,-3 1 1,2-4 1288,16-9 0,3-4 0,10-3 0</inkml:trace>
  <inkml:trace contextRef="#ctx0" brushRef="#br0" timeOffset="-186754.73">24681 6224 9602,'-6'-12'1349,"0"0"-90,1 1-1079,5 1-90,1 3 90,15-1-450,7 4-270,6-2-359,2 1 179,-12 3 720,6 1 0,-12 1 0,3 2 0</inkml:trace>
  <inkml:trace contextRef="#ctx0" brushRef="#br0" timeOffset="-186463.73">24863 6235 10501,'6'10'1529,"0"11"-899,-3 19-450,-2-8 0,-1 2-135,-1-2 0,0 1-375,0 1 0,-1 4 0,2-5 330,1-3 0,1-2 0,-3 4 0,2-2 0,4-8 0</inkml:trace>
  <inkml:trace contextRef="#ctx0" brushRef="#br0" timeOffset="-186036.73">24996 6397 9422,'-1'-12'2068,"1"4"-1438,1-2-180,0 5-90,6-1-1,7 2-89,8 1-90,16 11-90,-24 31-90,-15-9 0,-6 3 0,-1-5 0,-5 2-30,-6 6 0,-5 2 0,5-6 30,5 1 0,-4 1 0,9-4 90,37-19-90,14-11 0,-17 1 0,2-2-1080,12-5 1,-2 0-1709,0 1 2788,8 0 0,-33 6 0,-5 1 0</inkml:trace>
  <inkml:trace contextRef="#ctx0" brushRef="#br0" timeOffset="-185735.73">24103 7026 10141,'-33'7'1619,"16"-1"-989,2 5-61,37-8 1,21-3 0,-2 0-480,-10 1 0,3 0-420,3-3 0,8 0 0,6-2 0,2 1 1,-3-1-1,-5 0-490,-1 0 1,-3 0 0,-2 0 0,3 0 521,1 0 0,1-1 0,2 0 0,-3 1 0,-3-1 0,7 0 0,-3 0 0,-7 0 1,-8 0-1,0 1 0</inkml:trace>
  <inkml:trace contextRef="#ctx0" brushRef="#br0" timeOffset="-179580.73">22971 7318 7443,'2'-16'2698,"1"4"-1978,2 4-360,-2 12 89,2 35-224,-3 1 0,-1 4-225,1-12 0,1 2 90,0 12 0,1 5 0,0-7-135,1-18 0,-1-1-165,2 8 0,0 4 0,0-6-3067,4 8 0,-1-7 2792,-4-16 0,-4-14 0,-1 1 0</inkml:trace>
  <inkml:trace contextRef="#ctx0" brushRef="#br0" timeOffset="-179179.73">22765 7806 9691,'13'6'1440,"18"9"-811,9 15-539,-17-14 0,-1 2-90,1 4 0,0 0-180,-4-2 0,-1-2 90,3 5-135,10-13 1,1-7 134,8-15 0,-9-2 0,4-5 0,-1-3-1003,-4-4 1,-3-3 0,0 1 360,8-6 0,-1 0 420,-3-4 1,-8 6 0,-17 21 0,0-2 0</inkml:trace>
  <inkml:trace contextRef="#ctx0" brushRef="#br0" timeOffset="-178432.73">22099 8302 9422,'0'-9'2338,"-5"6"-2158,-6 11-90,-8 14 0,3-2 0,-7 23-90,16-25-45,3 9 0,3 0 45,5-9-180,18 25 90,3-23 0,1 1-90,13 7 90,-26-12 0,0 13 90,-30-8-89,-22 1-271,12-11 0,0-1-629,-18 3 989,4-4 0,28-7 0,4-2 0</inkml:trace>
  <inkml:trace contextRef="#ctx0" brushRef="#br0" timeOffset="-178183.73">22077 8374 9242,'-8'-4'1529,"19"-5"-1079,19 0-405,0 2 0,3-1-270,-3 3 0,1-1-990,7 0 1,-1 1-225,1 0 1439,0 1 0,-16 3 0,0-1 0</inkml:trace>
  <inkml:trace contextRef="#ctx0" brushRef="#br0" timeOffset="-177795.73">22626 8344 10681,'-1'-11'2159,"-30"27"-2069,9-2-30,-1 8 0,-5 6 0,4-3-60,-5 9-270,7-1 0,-2 7 0,11-3-180,16-7 0,8-1 180,1 9 1,4-5 224,4-13 0,4-7 45,11-14 0,-3-6 0,-15-1 90,11-13 0,-39 2-810,-24 0 720,4 5 0,-4 6 0,26 10 0</inkml:trace>
  <inkml:trace contextRef="#ctx0" brushRef="#br0" timeOffset="-177496.73">22888 8522 10141,'-8'-12'3148,"19"14"-6425,28 23 1614,-2 0 1952,-7-3 1,5 5 0,-6-5-650,1 1-1279,9 6 1,-2-2 1615,-20-16 0,7 5 1,-16-13-1</inkml:trace>
  <inkml:trace contextRef="#ctx0" brushRef="#br0" timeOffset="-177299.73">23199 8579 9871,'-8'-26'1080,"-3"6"-631,-1-1 451,-18 19-720,13 7 90,-13 13 0,-2 7-360,10-4 0,2 1-495,-10 10 0,2 1-1054,10-7 1,3-1 1288,1 7 0,12-5 0,5-11 0</inkml:trace>
  <inkml:trace contextRef="#ctx0" brushRef="#br0" timeOffset="-176863.73">23481 8469 12210,'-12'3'720,"-10"8"-361,-6 10-269,4-2-90,-4 2 0,8 4 0,10-12-180,-6 19-179,20-11-1,10 0 0,3 1 270,2 2-45,6-2 0,-1-1 45,-7-6 90,4 12 180,-19-6 0,-34 12-2519,-14-12 2339,21-11 0,1-2 0,-10-4 0,25-9 0</inkml:trace>
  <inkml:trace contextRef="#ctx0" brushRef="#br0" timeOffset="-176646.73">23415 8528 9602,'2'-20'2518,"6"4"-2158,26 3-495,-11 7 0,3 1-1504,16-3 1,0 0 1314,-15 4 1,-1 0 0,10-2 0,-4 1-1,-7 2 1</inkml:trace>
  <inkml:trace contextRef="#ctx0" brushRef="#br0" timeOffset="-176237.73">23913 8437 10681,'1'-9'3058,"-1"1"-2878,-8 8 0,1 3 270,-28 25-270,15-8-91,-2 5 1,-5 8 0,4-3-135,6-5 0,2 0-75,-3 6 0,-2 3 1,5-3-241,2 17 180,9-10-180,11-8-359,19-4 269,10-8 360,2-5 0,2-24 180,-22-11 270,-5-4 0,-32-12-271,-2 24 1,-3 4-225,0-4 1,-1 4 134,-11 9 0,3 4 0,9-1 0,-2 9 0</inkml:trace>
  <inkml:trace contextRef="#ctx0" brushRef="#br0" timeOffset="-175930.73">24072 8669 10681,'-6'-25'3276,"26"20"-2441,5 17 1,4 7-1826,9 7 1,1 3 989,0-1 0,-3 0 0,-11-8 0,-4-3 0,2-2 0</inkml:trace>
  <inkml:trace contextRef="#ctx0" brushRef="#br0" timeOffset="-175746.73">24418 8644 10141,'-15'-15'2879,"-22"24"-2520,9-1 1,-4 7-690,-1 9 0,-3 8 1,2 1 329,6-5 0,1 2 0,0-1 0,1 1 0,0 1 0,3-2 0,5 0 0,0 0 0</inkml:trace>
  <inkml:trace contextRef="#ctx0" brushRef="#br0" timeOffset="-174203.73">24672 8490 9781,'10'-12'2339,"2"14"-1619,-5 32-496,-6 1 1,0 4-225,-1 1 0,0 1-90,-1-2 1,0-1-3188,7 11 1582,-1-26 256,7 2 1283,2-12 0,3 1 0,2-8 0</inkml:trace>
  <inkml:trace contextRef="#ctx0" brushRef="#br0" timeOffset="-173786.73">25025 8567 10861,'1'-22'3276,"-21"34"-2666,1 16 1,0 10-521,1 6 0,1 1-135,-2-4 0,7 0-45,13 3 0,13-9-90,10-27 0,5-7 180,-2 10 0,1-6-30,2-16 0,2-9 1,-8-5-1,-11-6 0,-6-5 0,-9 0-240,-8 2 0,-8 0 0,-6 5-58,-12 6 0,-7 6 0,0 4 1,3 4-1,-1 3 0,1 8 1,4 13-1,-1 0 0,1 0 1</inkml:trace>
  <inkml:trace contextRef="#ctx0" brushRef="#br1" timeOffset="-165966.74">21004 7276 8197,'3'-10'890,"-1"1"-507,-1 2 15,1 1 227,0-1 6,-1 1-120,1 1-402,-1 10-147,3 9 26,-2 9 33,1 7-169,-2 10 110,-2-14 0,-1 2-91,1-2 0,1 0-194,-3 23-220,3-20 15,0-10-1509,3-2 2014,-1-6 1,0-3 0,-1-5 0</inkml:trace>
  <inkml:trace contextRef="#ctx0" brushRef="#br0" timeOffset="-165599.74">21136 7340 8252,'5'-5'630,"0"3"-355,2 5-77,5 8-125,-4-2 56,10 7 0,2 2-135,1 1 139,13 8 1,2 0-113,0-2-145,-3-3 1,0-1-486,5 0 307,-6-5 298,-7-6 0,-17-9 1,3-1-1</inkml:trace>
  <inkml:trace contextRef="#ctx0" brushRef="#br0" timeOffset="-165363.74">21441 7362 7982,'-9'-8'450,"-9"9"-205,-5 19-48,-4 5-49,-5 10-296,3 5-609,11-12 1,0-1 758,-6 10 0,9-14 0,3-2 0,3-5 0</inkml:trace>
  <inkml:trace contextRef="#ctx0" brushRef="#br0" timeOffset="-164939.74">21623 7381 7623,'6'-17'1259,"-2"8"-809,0-4-1,-3 9 250,1-2-562,2 14 34,-1 9-166,0 4 194,1 28-176,-2-27-12,0 9 0,1 1-78,-1-3-168,1-4 0,-1 1-957,3 10 665,-1-11 526,2 1 0,-3-19 0,1 1 1</inkml:trace>
  <inkml:trace contextRef="#ctx0" brushRef="#br0" timeOffset="-164403.74">21955 7480 8972,'13'4'1259,"23"24"-2898,-10-5 1,1 2-1,-3-3 1,-2-2 1362,11 13-1350,-18-20 1626,-6-6 0,6 5 0,-6-6 0</inkml:trace>
  <inkml:trace contextRef="#ctx0" brushRef="#br0" timeOffset="-164146.74">22196 7439 8072,'-13'-16'900,"-2"15"-810,-3 17 0,-1 9-315,0 1 0,1 3 225,-5 9 0,1 0 0,7-12 0,3-1 0,-6 15 0</inkml:trace>
  <inkml:trace contextRef="#ctx0" brushRef="#br0" timeOffset="-163763.74">22404 7377 7892,'4'-23'1979,"-2"10"-1349,1-6-270,-1 47-225,-1-1 0,0 2-180,0 1 0,0 1-450,1 15 0,1-3-2563,3 0 3058,0-1 0,0-23 0,-4-15 0</inkml:trace>
  <inkml:trace contextRef="#ctx0" brushRef="#br0" timeOffset="-163330.74">22604 7457 8612,'4'-9'1709,"-10"25"-1349,-6 24-270,0 8-90,5-19 0,5-2-90,28 15 0,-2-18 90,19-4 45,-15-28 0,-2-7 45,4-10 0,-6-8 0,-5-4-45,-13 12 0,-8-1-15,-8-5 0,-7-2 0,0 5-120,-11-8-675,-15 10 1,-4 11 764,4 31 0,15-7 0,0 2 0,-6 17 0</inkml:trace>
  <inkml:trace contextRef="#ctx0" brushRef="#br0" timeOffset="-151069.74">23042 10479 8252,'10'-8'3276,"-2"2"-1784,-3 1-593,-1 3-719,0 15-90,-1-5 0,-1 13 90,-6 20-180,0-18 45,-1 14 0,-1 3-45,-1 0 0,1 0 0,0 1 0,2 2-45,2-14 0,1-1 45,2 3 0,1-3-90,-1-10 90,0-7 899,1-2-809,2-4-90,0-1 0,6-2 90,18 1-90,-10-1 0,23 1 0,-11-1 0,5-1-1093,1 1 1,3-1 0,-1 1 1079,6-1 1,1 1 12,6-1 0,4 1 0,-11-2 0,-3 1 45,0 0 0,-1 0 45,-12-1 90,1 2-180,-11-1 3276,-6 0-2800,-5-2-386,-4-3-90,-2-2 0,-5-11 90,-5-27-90,4 4 0,0-5 0,1 9 0,0-1 0,1 0 0,0-7 0,0 0-30,1 4 0,1-2 0,0 6-15,0 9 0,1 3 45,-1-14 0,0 3-90,-1 3 0,0 17 0,-1 7 0,-1 1 90,-2 2 0,-9 7 0,0 2 0,-12 5 45,-15-1 0,-13-1 22,13-4 1,-5 0-1,-3-1 1,-2 0-205,10 0 0,-3 0 0,0-1 0,-1 1 1,0-1-1,2 0 83,-3 0 0,1 0 0,1-1 0,1 1 0,1-2-36,-2 1 0,0-2 0,4 1 0,9 0-3187,-9 0 3264,49 12 0,-3-4 1,23 9-1</inkml:trace>
  <inkml:trace contextRef="#ctx0" brushRef="#br0" timeOffset="-135786.74">24604 9215 7263,'-9'-4'1889,"17"-5"-1799,-1 6 45,16-3 0,6 2-45,16 0-46,-7 1 1,5 1 45,1 2 0,4-1 0,-2 1-45,1 1 0,1-1 105,0 1 0,4 0 0,-7 0 165,-14 0 0,-3 1-135,20 0-1,-26 1-89,-9-1-90,-4-1 270,0 1-90,-3-4 90,-14-15-270,3 2 90,-5-11 0,0-3-90,1-9 45,2 13 0,2-5-68,5-5 1,1-7-1,2-1 1,0 4-8,-1 3 0,0 2 0,0-3 30,1-3 0,1-3 0,-1 0 0,1 1-30,2-7 0,0 2 0,-2 4 30,0-1 0,-2 2-30,1 2 0,1-2 0,-1 5-15,-3 3 0,0 5-45,-1-10 90,-8 27-90,-5 9 90,-17 8 0,6 2 0,-3 1 0,-5-1 0,-11-1 0,-7-1-45,11-1 0,-4 0 0,-1 0 0,2 0-91,-3-1 1,2 1 0,-2-1 90,3-1 0,-2 1 0,1-1 0,5 0-135,-9 2 0,5 0 45,2-1 1,2 0 44,5 0 0,4 0 0,2 0 0,7-1 180,13 0 496,10 11-496,1-3-90,10 10 90,-4-4 0,8 23 44,-1 1 1,1 2-1461,-6-12 0,1 1 1356,-1 2 0,1 4 0,-2-4 14,-3-4 1,0 2 45,-1 8 0,2 10 0,-1 2 0,0-4-60,-1 0 0,1-2 0,-1 2-8,0-1 1,0 2-1,0 0 1,-1-6-625,2 12 0,-2-9 692,0-6-90,2 8 0,-2-24 558,1 5 0,-4-17 0,0-5 0</inkml:trace>
  <inkml:trace contextRef="#ctx0" brushRef="#br0" timeOffset="-125753.73">8447 13403 7083,'-11'-1'3058,"1"0"-2878,23 6 270,9-1-181,10 0 1,10 1 0,-1-1-1363,-7 0 1,0-1 0,6 0 1064,0 0 1,5 1-1,4 0 1,2 0 0,1 0-1,-1 0 79,-5 0 1,1-1-1,0 1 1,1-1-1,0 0 1,0 1-1,0-1-205,-4 0 0,-1 1 1,1-1-1,0 0 1,0 1-1,1-1 1,0 0-1,1 1 174,1-1 0,1 0 0,1 1 0,1-1 0,-1 0 0,0 1 0,-1-1 0,-2 0 0,-2 0-64,3 0 0,-2 0 1,-2 0-1,0 0 1,1-1-1,2 1 95,2 0 0,4 0 1,1 1-1,0-1 1,-1 0-1,-4 0 1,-6-1-7,1 1 0,-5-1 0,-2 0 0,2 0 67,6 1 1,3-1-1,-3 0 1,-9-1 516,7 0-89,1 0-450,-13 0 0,-6-1-180,-16 0 2184,2 0-2544,0 1-370,-3-1 1,-25 0 0,-10-2 0</inkml:trace>
  <inkml:trace contextRef="#ctx0" brushRef="#br0" timeOffset="-119236.73">14560 18101 8792,'22'-6'540,"5"-3"-91,15 2-314,-14 3 0,0-1-90,1 1 0,4 0 90,2 1 0,7-1 0,2 1 0,-1 0-955,-4 0 1,-1 0 0,2 1 0,4-1 588,-6 1 1,1 0-1,4 0 1,1 0-1,2 1 1,2-1 0,1 1-1,2-1 175,-8 2 1,2-1 0,1 0 0,1 1 0,1 0 0,2 0-1,0 0 1,1 0 0,1 0 0,1 0 0,0 0 0,1 0 0,0 1 73,-9-1 1,1 0 0,1 1 0,0-1 0,1 1 0,1 0 0,0-1 0,0 1 0,1 0 0,0 0 0,0 0 0,1-1 0,0 1 0,0 0 0,0 0 0,0 0 0,0-1-1,-1 1 1,1 0-19,-3-1 1,1 1-1,0 0 1,0-1-1,0 1 1,0-1-1,0 1 1,1 0-1,-1-1 1,1 1-1,0-1 1,0 1-1,0-1 1,-1 1-1,1 0 1,0-1 0,0 1-1,-1-1 1,1 1-1,-1-1 1,0 1 20,0-1 0,1 1 1,0 0-1,0-1 1,0 1-1,1 0 0,0-1 1,0 1-1,-1 0 1,0-1-1,1 1 1,-2-1-1,1 1 0,-2-1 1,0 1-1,0-1 1,-2 1-1,-1-1 1,0 0-1,-2 0 0,0 1-76,10-1 1,0-1-1,-2 1 1,0 0-1,-2 0 1,-1 0-1,-1-1 1,-1 1-1,-1-1 1,-1 0-1,0 1 1,-1-1 87,8 0 1,0 0 0,-1-1 0,-2 1-1,-1 0 1,-3-1 0,-2 0 0,-4 1 402,8-2 0,-5 0 1,-4 0-1,-5 1-391,-2-1 0,-2 0 180,10-1 0,-6 2 1343,-16-1-1478,12 3 1760,-12 2-3379,2 4 427,-5-1 1102,-9 1 0,-17-9 0,-9-1 0</inkml:trace>
  <inkml:trace contextRef="#ctx0" brushRef="#br0" timeOffset="-116243.73">8520 13477 9871,'12'2'3149,"-1"-2"-2610,12-1-314,2-3 0,3-1-180,-4 1 0,5 0 67,11 0 1,10 0-1,3 0 1,-7 0-705,-8 1 1,-4 1 0,7 0 624,-5 1 1,7-1 0,4 0 0,3 1-1,0-1 1,0 1 0,-3 0 0,-5 0-200,3 1 0,-4 0 0,-2 0 0,1 1 0,6-1 177,-2 0 0,5 0 0,3 1 1,1-1-1,1 0 0,-3 1 1,-3-1-1,-5 1-516,7 0 1,-6 0 0,-1 1 0,3-1 522,1 1 0,4 0 0,0 0 0,-3-1 0,-7 1-18,6 0 0,-2 0-421,-2 0 1,6 0-1,-1 0 1,-7 0 420,-4-1 0,-2 1-118,11-1 1,5 0 0,-10 0 207,-4-1 123,8 0-123,-20 0 1749,17-1-1659,-11 1-180,16-1 2481,-29 2-2391,6 1 1867,-11-1-1957,5 1 794,-6 0-794,-3-1 0,1 0 0,-2 1 0,1-1 0,-17 4 0,-3-1 0,-13 3-90,-13-1 45,7-4 0,-6 0-23,-5-2 1,-8 0-1,-2 0 1,5-1-206,6 1 1,2 0 0,-6 0 249,6-2 1,-7 1-1,-3-1 1,-4 0 0,0 0-1,2-1 1,2 1-1,6 1-758,-9-1 1,7 0 0,-1 0 0,-4 0 767,5 0 0,-4 0 0,-3 0 0,-1 0 1,2-1-1,4 2 0,4-1 13,1 1 0,4-1 0,2 1 0,-3 0-31,-11 0 0,-3 1 0,2-1 0,6 0 31,-1 1 0,2-1 0,-4 1 0,-4 0 0,6 0 0,9 1 0,3-1 0,1 0 0,1 0 45,2 0 0,3 0-45,-6-1 625,-6 1-625,21 0 3276,2 1-3137,3-2-94,40 3 0,22 3-45,-17-3 0,3 1 0,10 0-161,-14-1 0,6 1 0,4-1 0,3 1 0,3 1 1,2-1-1,1 0 0,1 0 0,-2 1 0,-1-1 1,-3 0 133,2 0 0,-1-1 0,-1 1 0,1 0 0,-1 0 0,0-1 0,1 1 0,1 0 0,2-1 0,0 1 14,-5-1 0,1 1 0,1-1 0,2 0 0,0 1 0,1-1 1,-1 0-1,1 1 0,-1-1 0,0 0 0,-2 0 0,-1 0 1,-2 0-1,-1 0 35,11 0 1,-1 0-1,-2 0 1,-2 0-1,-1-1 1,-2 1-1,-1-1 1,-2 0 13,8 0 0,-1-1 0,-3 0 0,-5 0 0,-6-1-36,10-1 0,-23 0 0,-43 1 0,-25 3 0,3-1 0,-9 1 0,-5-1-199,17-1 1,-3 0-1,-3-1 1,0 0-1,-2 0 1,0 1 185,0-1 0,-1 0 0,-2 1 0,0-1 1,-1 0-1,1 0 0,0 0-168,1-1 0,0 1 1,0-1-1,0 1 0,0-1 1,-3 0-1,-1 0 172,8 1 0,-3-1 0,-2 1 0,-1-1 0,0 0 0,1 1 0,0-1 0,1 0 0,2 1 0,3-1 9,-10 1 0,4-1 0,1 1 0,2-1 0,-2 1 0,0-1-157,3 1 0,-3 0 0,0-1 0,1 1 0,1-1 0,4 1 0,3 0 157,-4 0 0,4 0 0,4 0 0,5 0-81,1 1 1,4 0 80,-11 1 676,39 7-676,18-2 0,17-4 0,10-1 0,1 1 0,-8 0 0,3 0 0,2 0 0,3 0 0,1 0 0,1 0 0,0-1-120,-3 1 1,1-1 0,2 0-1,1 1 1,0-1 0,0 0 0,-1 0-1,0-1 1,-3 1 119,4 0 0,-1 0 0,-2-1 0,0 1 0,0 0 0,1-1 0,2 0 0,-5 1 0,4-1 0,1 0 0,0 0 0,0 1 0,-1-1 0,-4 0 0,-2 0 0,-6 0 559,5-1 0,-6 1 0,-2 0 0,4 0-523,8-1 0,5 1 0,1 0 0,-6-1 0,-9 0 57,-2-1 1,-18-1-94,-49-1 0,-27 0 0,17 1 0,-7 0 0,-3 0 0,-3 0 0,-1 1-284,13 0 1,-2 0-1,-1 0 1,-1 0-1,0 0 1,0 0-1,1 0 1,2 0 283,-7 0 0,1-1 0,1 1 0,0 0 0,0 0 0,0 0 0,-1 0 0,0 0 0,-1 0 0,1 1 0,0-1 0,0 0 309,0 1 1,0 0-1,0 0 1,1 0-1,0 1 1,3-1-346,0 1 0,2 0 0,2 1 0,-1-1 0,-2 0-397,-6 0 1,-4-1 0,1 1-1,4 0 1,9 1 387,-7 1 0,23 3-1083,45 3 1,12 1 947,8 0-136,-10-4 0,10 0 0,5 0 0,3 1 0,-1-2 0,-7 0 316,1-1 0,-4 0 0,0-1 0,3 0 0,6 1 0,3 0 0,2 0 0,-3 0 0,-5-1 0,-4-1 0,0 0 0,0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01:24.7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7871 13398 6543,'-6'-8'1080,"1"1"-181,-2 3-359,1 2 89,-2 1-539,10 7 270,38 1-270,-2 2-60,-9-5 0,7 0 0,4-1 15,5 0 0,5 1 0,1-1 0,-2 0-1138,-1 1 1,-1-1 0,7 1 1100,-13-1 0,5 0 0,4-1 0,3 1 0,0 0 1,-2 0-1,-2 0 0,-5-1 10,2 1 0,-4-1 0,-2 0 0,1 0 0,3 1-381,2-1 1,3 1-1,2-1 1,0 1-1,-2-1 1,-2 0 362,0 0 0,-1-1 0,-2 1 0,-1-1 0,-2 0 22,-1 0 0,-3 0 1,0-1-1,4 0-22,-2 1 0,3-1 0,2-1 0,0 1 0,-1 0 0,-5 0 30,15-1 0,-5 1 0,1-1-8,-6 0 1,1 0 0,-2 0-1,-4 0 293,1 1 0,-6-1 315,14-3-450,-13-1-1,-17-1-1078,-12-1-1,-9 9 966,1-2-66,-4 7 0,5-6 0,0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0:57.5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2047 3162 12840,'-3'-12'989,"0"4"-809,-3 3 0,2 3 0,-4 0 0,-4 3 0,0 2-90,-5 3-1,-2 3 1,-3 4 0,-4 2 0,-2 7 0,-1 3-364,-1 7 319,10-5 0,0 3-349,1 3 1,1 0 303,-1 2 0,1 0 45,1 4 0,2 0 0,5-8 0,2-1-51,1 2 1,2 0 5,0 15 0,7-12 90,5-15-90,2-2 0,2-1 90,7-2-90,1-4 0,8-1-557,0-6 377,6-1-90,0-6-180,-4-1 0,0-2-384,11-5-1235,-5 0 1,-1-2 2068,1-3 0,12-9 0,-15 5 0</inkml:trace>
  <inkml:trace contextRef="#ctx0" brushRef="#br0" timeOffset="851">2309 3649 15088,'-3'-11'1080,"0"2"-810,0 4-1,0 1 271,0 0-360,-2 0 90,1 1 0,-7 5 0,0 5-270,-3 4 179,-4 10-89,8-5-90,-5 6 0,7-4 0,2-1-90,0 1-89,3-1-1,0 1-90,1-2 0,2-1 0,2-1-449,4 3 359,1-8-360,10 4 91,4-12 89,7-4 270,-3-5 90,2-13 90,-12 5-113,1-8 293,-8 5 0,-2-2 0,-2 0 90,-3-7 0,-3 8-90,-1-5 0,-2 9 0,0 2-1,-1 2 1,1 2 0,-2 0 180,-1 5-67,8 5-113,8 0-90,5 6 0,7-5 0,-5-2 0,3-1 0,1-1 0,0 1 0,0-2 0,5 0 0,-2-1 0,4 2 0,-10 0 0,-4 1 0,-5 2 0,-1 0 0,-2 1 0,1 1 0,-1 2 0,-1 1 0,-1 2 0,0 2 0,-2 2 0,-1 2 0,-1 3 0,-1 1 0,-2 3 0,0 0 0,-3 4 0,0 0 0,-4 9 0,-1-4 90,1-1-90,1-4 90,4-12 180,1 0-90,2-4 270,2-3 179,-1 0-539,7-12 180,4-6-180,4-7 90,11-18-90,-2 0-634,-6 12 0,0 0 544,8-14-520,2 3 520,-12 18 89,2 1-89,-7 11 0,0 1 0,-1 4 1272,0 2-1272,-1 3 697,1 1-697,-1 4 0,0 2 0,-2 3 0,0 3 90,-1 2-90,0 10 0,0 2 0,0 8 0,0-8-90,1 2-90,0-15 0,2 3-90,0-9-180,0-2-179,1-2-271,1-1-1528,1-2-1170,0-1 3598,3-2 0,4-1 0,3-1 0</inkml:trace>
  <inkml:trace contextRef="#ctx0" brushRef="#br0" timeOffset="1244">3098 3673 17607,'-9'-4'1799,"1"0"-1259,3 1 359,0 1-719,1 5 0,5 5-180,1 3 90,4 3 0,0-1 0,2 0-90,-1 3 0,1-2-270,2 8 180,-3-7-270,3 8 90,-3-9 180,0-1 0,-1-4-89,-2-7 89,4-4 0,-2-3 0,4-6 0,-2-2 90,2-6-90,2-3 90,1-7-90,0 0-694,0-2 784,-1-1-90,0 2 90,1-7 0,-4 12-90,3-6-269,-4 15-91,1 2-1529,-3 7-2069,2 9 1774,-3 2 2274,3 5 0,-2 4 0,0 4 0</inkml:trace>
  <inkml:trace contextRef="#ctx0" brushRef="#br0" timeOffset="1442">3666 3752 17067,'4'-8'2249,"1"0"-1350,-2 5-179,0-2-450,2 2-720,0-2-269,1 2-2430,1 0 3149,0 3 0,-14 3 0,-2 2 0</inkml:trace>
  <inkml:trace contextRef="#ctx0" brushRef="#br0" timeOffset="2267">3968 3692 13199,'-9'-8'2249,"1"1"270,4 4-2159,7 3-91,2 1 1,9 1 0,2-1-90,9-1 0,6 0-1153,10 0 1153,8-1-1698,5-1 1608,-23 2 0,0-1-45,2 0 0,0 1 0,3-1 0,0 1 0,1-1 0,0 0-815,2 1 0,1 0 815,-1 0 0,1 0 0,0 1 0,1 0-45,-2 0 0,0 0 0,-3 0 0,2 0-135,10 1 0,0 0-45,-7-1 1,-1 1 89,-1-1 0,-2 1-422,12-1 242,-27-2 250,-3 0-1869,-9 0 2506,-12-4-3136,-4 2 576,-9-4 1943,3 4 0,-7-2 0,-2 0 0</inkml:trace>
  <inkml:trace contextRef="#ctx0" brushRef="#br0" timeOffset="2658">4948 3550 16258,'-8'-6'1169,"2"0"180,2 3-1259,22 12 0,-7-3 90,19 9-90,-8-4 90,15 7-180,-6-2-1606,-4-3 0,-1 1 1606,6 1 0,7 6-580,-6-4 400,-11-4-186,7 4 276,-15-9-89,2 2 89,-8-4 3102,0-1-3102,-2-1 721,-3 0-721,0 0 155,-4 2-65,-2-1 0,-9 7 0,-1-3 0,-21 14 90,-3 2-1189,-3 3 1189,2-1-90,14-8-330,2-1 330,3 0-90,4-2-180,3-2-179,4-2-361,1-1-539,3 0-21,1-2-2138,2-1 3600,3-1 1,6 1-1,1-1 1</inkml:trace>
  <inkml:trace contextRef="#ctx0" brushRef="#br0" timeOffset="3267">6414 3497 16078,'1'-11'3058,"0"1"-2968,-7 14 90,2-1-90,-7 8-90,3-2 90,-2 0 0,-1 0 0,-1 1-90,0-1 90,1 0-90,0 1 90,1 0-90,2-1 90,0 5 0,6 0-90,6 4 0,4-5 0,6-1 0,0-3 0,1-1 0,2 2-90,0-2 90,0 1-90,1-1 0,-3-1 0,0 0 0,-2 0 90,-1 0-90,-2 0-90,1 2 180,-5-2-90,-2 5 0,-12 1 0,-1-1 0,-7 2-90,1-5 0,-4 3-90,1-2 1,-3 1-181,3-1 0,2-3-179,0 0-361,2-2-1439,1 0-1258,1-2 3687,4 0 0,-1-2 0,3-1 0</inkml:trace>
  <inkml:trace contextRef="#ctx0" brushRef="#br0" timeOffset="3533">6440 3457 15268,'-12'-4'450,"0"1"-270,3 0 90,2 0 180,1 1-91,-1 1 541,2-2-540,18 1-270,-3 0 89,20-1-89,-4 1 90,23-3-315,-21 2 0,1-1-639,7-1 1,0-1-1116,-4 1 1,-2 0-2160,14-5 4048,-14 3 0,-7 1 0,-1 0 0</inkml:trace>
  <inkml:trace contextRef="#ctx0" brushRef="#br0" timeOffset="3808">6894 3570 18596,'6'-5'990,"3"3"-900,0 6 0,5 4 90,2 4-90,3 2 0,2 4-1,0 1-89,1 2-488,1 0 578,0 1-90,0-1-90,0 1 0,-2-2-450,7 7 181,-8-10-181,4 4-1169,-7-9 90,-6-4 1619,3-1 0,-6-9 0,1-2 0</inkml:trace>
  <inkml:trace contextRef="#ctx0" brushRef="#br0" timeOffset="3984">7255 3604 15268,'-4'-10'630,"-1"-2"-450,0 5 270,0 1-1,-10 11-89,-5 12-180,-5 5-90,-1 7 0,6-4-609,1 3 609,-1 0 0,2 0 0,1 1-180,0-2-180,1-1-1169,0 3-5307,5-3 6746,3-4 0,6-2 0,4-7 0</inkml:trace>
  <inkml:trace contextRef="#ctx0" brushRef="#br0" timeOffset="4425">7780 3437 17157,'-8'-5'1619,"-2"3"-1439,4 3 90,-2 3-90,1 1 0,-1 1 0,-1 2-90,0 1 0,-2 1 90,0 1-1,-10 10 1,1 2-180,-2 3 90,6-5-90,7-8 90,1-1-90,2 0 90,0 0-90,2-2 0,2 1 90,1-2-90,3 0 0,2 0 0,1 1 0,4-1-90,7 4 90,-1-3-90,13 8 90,-3-3 0,6 4 0,-7-3-90,-1 3 90,-13-7 0,1 3 0,-7-4 0,-2-1 0,-2 1 0,-2 0 0,-3 0-90,-2 0 90,-10 6 0,3-6 0,-7 4 0,4-6-359,-10 2-541,0-3-1349,-5 0-1888,6-5 809,7-4 3328,7-3 0,3-5 0,1 0 0</inkml:trace>
  <inkml:trace contextRef="#ctx0" brushRef="#br0" timeOffset="4659">7674 3528 15808,'0'-12'1079,"1"1"-719,2 5 90,1 0-90,2 0 359,6-4-449,-1 4 180,11-6-90,6 4-180,-2 0-1,5 2-268,1 2-181,-7 1-180,7 0-511,-10 1-208,-1 0-540,3 0-720,-1-2-1438,6-1 3867,0-1 0,12-3 0,0 0 0</inkml:trace>
  <inkml:trace contextRef="#ctx0" brushRef="#br0" timeOffset="5302">8688 3461 15988,'9'-3'3598,"-2"1"-3418,-15 9-90,1-3 90,-12 7-90,5-5-1,-2 0 1,-2-1 0,-3 1 0,0-1 0,0 0 0,0 0-90,0 0 90,2-2-90,3 1 90,1-2-90,2-1 90,2 0-90,-2-1 90,3-4-90,1-4 0,6-3 0,8-10 90,2 5-90,15-23 0,-7 14-630,9-11 630,-6 13-300,0 2 300,-2 3-90,3-1 90,-2 7 0,-2 4 90,-1 11-90,-5 13 0,0 16 0,-5 22 0,-4-6-574,-1 9 574,-1-16 0,0 0 0,0 0 0,-1 1 0,0-2-632,0 2 632,0-2 0,-1-2 0,0-1-410,0-6 410,-1-3 0,-1 2 0,1-11 0,-1 3 1043,2-11-953,-5 1 895,-1-4-985,-3-2 518,-1-5-518,2-4 0,0-1 0,-1-2 0,-1-2 0,2-1 0,-1 0-90,1-3-270,-3-1-359,3-3-901,0-1 1,7 4-2428,6-1 809,4 4 3238,5-1 0,9-3 0,3 0 0</inkml:trace>
  <inkml:trace contextRef="#ctx0" brushRef="#br0" timeOffset="5667">9258 3443 15988,'-1'-14'989,"1"1"-449,1 4-90,-1 0 539,2 2-629,-3-1 360,2 3 629,0-3-1259,-4 15 90,0-1-90,-5 19 0,-1 1-1,-2 7-1200,-4 8 1111,-3 4-685,8-18 1,0-1 684,-1 2 0,-1 1 45,-4 14 0,-2 1-428,4-7 0,0 1 413,-1 0 0,-2 2 0,1-2 15,-6 12 0,0-2-75,5-11 0,-1 0 0,1-2-15,-4 5 0,1-2-45,1-4 0,1-3-90,-2 2-180,3-5-81,5-8-8,4-4 612,3-4-6640,1-4 3878,11-10 2599,1-5 0,15-15 0,0-2 0</inkml:trace>
  <inkml:trace contextRef="#ctx0" brushRef="#br0" timeOffset="5933">9310 3710 16618,'2'4'2698,"-1"-2"-2518,2 17 0,-2-5-90,0 2 90,-1 4-90,-1 3 0,0 2-1,-2 5-657,0 2 568,-1 4 180,-2 16-180,2-15 0,-2 8-90,3-20-450,0 4-449,-1-3 269,1-3-449,1-6 1169,0-11 0,1-2 0,0-2 0</inkml:trace>
  <inkml:trace contextRef="#ctx0" brushRef="#br0" timeOffset="6251">9333 3697 14908,'0'-14'90,"1"0"90,-1 5 0,0 0 270,1 3 90,-2-1 89,2 1-359,1 0 0,1 2 0,3 2 0,0 1-90,2 1 179,7 1-179,-2-1 0,14 2 0,-2 2-90,1 1 0,0 2 0,-8 0 0,3 6 0,-6-2-90,0 4 0,-8-3 0,-4 0 90,-3 0-90,-3 1 0,-3 1 0,-3 0 0,-3 0 0,-5 1 0,-13 4 0,2-4 0,-12 3 0,13-8 0,0-1-180,12-3-5757,4-3 1890,17-8 4047,0 2 0,18-10 0,-1 2 0</inkml:trace>
  <inkml:trace contextRef="#ctx0" brushRef="#br0" timeOffset="7050">10507 3649 15628,'9'-5'990,"0"0"-451,-3 5-359,1 0 180,5 3-180,-1 0-90,3 2 90,-3 1 0,1 1-91,2 2 1,-1 0 0,2 3 0,0 0 0,1 5 0,2 0 0,1 2-90,0 2 90,-1-1-90,7 8-180,-1-2-359,4 2 89,-8-9-989,-2-5-1170,-8-7-1708,1-2 4317,-3-3 0,4-4 0,0-1 0</inkml:trace>
  <inkml:trace contextRef="#ctx0" brushRef="#br0" timeOffset="7300">10970 3685 15898,'-3'-11'90,"0"1"180,0 2 0,0 1-1,1 2 271,-1 1-270,-1-1 180,1 2-1,-2 0-269,-2 4 0,0 1 0,-1 2 0,0 2 90,-6 7-90,-6 9-90,-1 2 0,-3 4 0,5-5 0,1 1-660,-1 0 660,0 1-90,0-1-180,1 0 0,2-3-720,-2 4 181,4-7-361,0 3-3057,2-5 719,3-5 3418,1 2 0,0-4 0,1 1 0</inkml:trace>
  <inkml:trace contextRef="#ctx0" brushRef="#br0" timeOffset="7927">10927 3526 14549,'0'-14'90,"1"2"90,-1 4-1,-1 1 91,1-2 270,-3-2 0,-2-4-270,0 1 89,-9-7-179,3 9 0,-9-5 0,0 6 0,-2 2-404,-3 1 404,-5 3-90,-2 5 0,-4 3-1056,-4 7 1056,-1 6 0,-2 3-1154,2 7 1064,1 3 90,1 5 0,4 4-45,12-9 0,0 4 0,4 2 0,2 2-317,-2 9 0,3 1 317,6-10 0,4-1-45,3-2 0,3-2-669,7 14 669,3 0 90,6 1-90,2-2 0,4-3 0,5-2 0,3-4 0,5-4 0,1-5 0,4-4 0,1-3 90,-1-6-90,0-3 624,0-5-624,-12-4 0,2-3 0,4-3 0,1-3 204,10-5 1,0-3-205,-7 1 0,-1-3-553,-4-3 1,-1-4 0,-2 1 552,-1-3 0,-3-1 0,10-11 0,-2-1-204,-14 9 1,-2 0 203,-2 0 0,-2-1 0,-2 3 0,-3-3 0,1-12 0,-3-1 0,-4 10 0,-1-1 0,0-9 0,-4 2 0,-4 12 0,-3 3-620,-12-25 620,-9 6 8,-7 7-8,4 17 0,-4 4-90,-7 3 0,-3 4-292,6 4 1,-2 1 0,1 2 21,-11 2 1,-1 3-961,11 4 1,-2 3 0,5 0-685,3 0 0,1 2 2004,-9 2 0,0 1 0,5 1 0,-1 0 0,-2 1 0,1 0 0</inkml:trace>
  <inkml:trace contextRef="#ctx0" brushRef="#br0" timeOffset="10358">11923 3446 12840,'3'-8'539,"1"-1"-359,-1 5 0,0-1 0,1 1 0,0 0 90,4-2-90,1 1-90,2-1 90,5 1-91,-4 2 1,4 1-90,-3 1 90,0 0 0,1 1-90,-1-1 90,1 1-90,0 0 0,-1 1 90,0 0-90,-1 1 0,-1 0 90,0 1-90,0 2 0,0 2 90,-1 2-90,-5 2 0,-4-2 90,-4 2-90,-3-3 0,-2 1 0,0 0 0,-2 1 90,0-1-90,0 1 0,0 0 0,0 0 0,2-1 0,1 0 0,1 0 0,0 2 0,4-1 0,4 8 90,11-1-90,14 9 0,-1-5 0,8 1-516,-11-6 516,-2-1 0,-3-1 0,-3-1 0,-3-2 0,-3 1 0,-2-2 0,-3 0 0,-4-1 516,-4 1-516,-4 1 0,-11 5 0,-2-3 0,-20 8 90,5-6-90,-10 3 0,16-7-360,0 1 0,16-6-89,-3 1-181,9-3-1529,1 0 2159,2-1 0,3-1 0,1-2 0</inkml:trace>
  <inkml:trace contextRef="#ctx0" brushRef="#br0" timeOffset="10658">12599 3662 14279,'-10'-10'899,"1"0"-179,0 0-360,2 3 0,0 0 179,3 4 631,0-3-1081,11 14 91,0-3-90,21 25 0,-9-10 90,20 21-180,-15-16 90,-4-4 0,0 1-90,4 4-587,5 6 497,-11-14-90,-2-1-90,-2-2-270,-2-4 1,-1 0-361,-2-4-629,-2-1-809,0-1-313,-1-2 2651,-1-2 0,0-2 0,0-2 0</inkml:trace>
  <inkml:trace contextRef="#ctx0" brushRef="#br0" timeOffset="10852">12881 3641 15538,'-3'-11'630,"0"2"-91,1 5-359,-4 5 0,-1 2-90,-3 5 90,0 2-90,-2 3 0,-3 4 0,-2 2 90,-10 14-90,5-8-787,-5 10 518,9-12-91,0 1-422,3-3-207,1-2-1620,3-2-1528,2-4 4047,1 0 0,-1 3 0,-1 0 0</inkml:trace>
  <inkml:trace contextRef="#ctx0" brushRef="#br0" timeOffset="11343">13173 3548 16078,'-3'-14'1169,"0"1"-629,1 5-90,-1 0 89,2 1-179,0 0-270,4 4 0,1 0 0,5 4 0,1 0 0,3 1 0,11 1-90,-2-1 90,8 2 0,3 2-90,-8-2 0,13 4 90,-18-3-90,2 1 0,-10-3 0,-2 1 0,-3 1 0,-2 0 0,-2 1 90,-4 1-90,-3 2 0,-3 0 0,-4 2 0,-1 0 0,-3 1 0,-3 1 0,1 1 0,0-1 0,3-1 0,-2 4 0,5 1 0,1 2 0,5-2 0,5-4 0,4 1-90,2 0 0,2 2 0,2 0 0,0 0 0,3-1 90,-3 0-90,1-1 0,-2-1 90,-1 0-90,-1 4 0,-3-6 90,-4 9-90,-6-9 90,-3 3-270,-12 0 0,5-4-179,-10 3-181,7-6-539,-2 0-1350,0-2-1798,-1 0 4317,3-2 0,-9 1 0,0-1 0</inkml:trace>
  <inkml:trace contextRef="#ctx0" brushRef="#br0" timeOffset="12043">11941 4197 15448,'-8'-2'2339,"15"0"-2159,0 0 180,28-1-181,-7 3-1118,14 0 1029,-2 0 0,-3 1 0,3-1-45,-8 0 0,0 0-417,15 1 0,3-1 417,6 0 0,0 0 0,-8 0 0,2-1-15,-1 2 0,5-1 0,-2 0 0,-6 0 0,-1 1 0,-1-1-823,-1 0 0,-2 0 0,1 1 793,-3-1 0,1 1 0,-4 0 45,4-1 0,-2 0-204,0 0 1,-1 1 158,-1-2 0,-1 1 0,-1 0 0,-2 0-53,24-1 143,-7 1-90,-12 0 0,-6 0 736,-8-1-736,-4 1 2616,-4-1-2616,-3 0 499,-2 0-499,-1 0 941,-3-1-941,-1 0-180,-1 0 180,0 0 0,1 0 0,0 0 0</inkml:trace>
  <inkml:trace contextRef="#ctx0" brushRef="#br0" timeOffset="12559">14031 3485 15448,'-7'-1'1259,"2"1"-1079,6 11 0,0-1 0,0 3-90,0 3 90,-1 4-90,-1 3 0,0 3 90,0 6-90,-1 3 0,-2 3-90,-1 1-1108,-4 15 1108,1-16 90,-2 12 0,0-12-180,3-12 0,-1 2-179,4-13-1,0-1-270,0-2-90,1-3-629,0-1-3210,2-1 4469,1-3 0,0-1 0,2-2 0</inkml:trace>
  <inkml:trace contextRef="#ctx0" brushRef="#br0" timeOffset="13025">14279 3641 16168,'-5'-1'1799,"1"0"-1709,-9 15 0,2-4 0,-3 3 0,-2 2-90,-2 1-242,-2 3 332,1-2-90,-2 1 0,2-1 0,0-1 0,3-1-8,3-3-172,-1 1 90,3-3 0,1 0 0,4-5-90,2 0 250,1-1-160,10-4 90,-2 0 0,8-4-90,-3 0 90,7-4-90,2-1 90,0 1 0,4-1-90,-12 6 90,4 0 0,-2 5 0,-4 1 0,6 9 0,-8-1-90,2 7 90,-4-3 0,-1 3 0,0-1 0,-1 3 0,0 1 0,0 1 0,1-1 0,1-1 0,6 6 0,-3-9-90,12 8-809,-2-12-2249,9-1-360,-5-7 3508,0-5 0,3-5 0,3-3 0</inkml:trace>
  <inkml:trace contextRef="#ctx0" brushRef="#br0" timeOffset="13800">14615 3932 15358,'4'-3'2969,"-3"2"-2790,13-4-89,-6 2 0,1 0 0,0-1 0,1 0 0,-1-1 0,0-1 0,0 0-90,-1-1 90,0-1-90,0-2 90,-1 0-90,1-5 0,-3 3 0,-1-6 0,-5 4 0,-2 2 0,-2 4 0,-1 5 0,-8 5-90,0 3 90,-5 6 0,2 4 0,2 3 0,-2 5 0,3 2 0,1 1-306,2 0 306,2-3 0,3-2 0,3 5 0,2-6 0,5 11 0,4-9 0,8 4 0,-1-11 0,2-2 0,-2-9 0,0 0 0,1-3 396,0-1-396,0-2 0,2-2-90,-1-3 90,3-4-90,0-4-394,0-4 394,0-4-90,3-13 180,-7 6-180,3-16 180,-10 11-90,-2 0 0,-3 9 0,-3 5 90,-1 10-90,1-3 1,-1 6 573,1 0-484,5 6 0,-1 1 0,8 4 0,1-1 0,4 1-90,-1-1 90,0-1 0,-5 0 0,0-1 0,0 0 0,-1 0 0,0 0 0,-2 1 0,-1-1 0,-1 1 0,0 0 0,-2 1 0,0 1 0,-2 6 0,-2-2 0,-3 14 0,-7 7 0,-3 11 0,-1 0 0,2-5-284,4-10 284,1-3 0,2-2 0,0-1 0,1 0 0,0-3 0,3 0 0,0-2-90,1-1 284,1-2-554,1-2-90,0 0-179,2-3-541,0 0-4676,6-3 5846,-2-1 0,11-4 0,-1-3 0</inkml:trace>
  <inkml:trace contextRef="#ctx0" brushRef="#br0" timeOffset="14310">15285 3898 15448,'-4'-9'1259,"1"-1"-629,0 5-90,1 0-360,-2 10-90,2-1 0,-1 9 0,-1 3-1,1-2 1,-2 6-90,2-3 90,-1-1 0,0 0-90,1 0 0,0-1 90,-1 0-90,1-2-90,-1 0 0,2-2 0,-1-1 0,0-2 90,2 0-179,-1-2-1,2 0 180,6-9 0,3-6-90,12-17 90,-4 0 0,5-7-711,-5 7 621,2-2 90,-1 2 0,2 0 0,8-2 0,-9 9 0,3-2 0,-10 14-90,3 1 90,0 8 0,-3 1 0,-1 7 711,-6 1-711,-1 9 0,-1 5 0,0 1 0,-2-2 0,-1-6 0,0-1 0,0 0 0,0 0 0,0-1 0,0-1 0,1-1 0,1-1 0,-1 0 0,2-2 0,0 0 0,2-1-180,0-2-90,1-1-180,0-1-179,1-1-2969,6 0 450,-2-2 3148,4-1 0,7-4 0,1-1 0</inkml:trace>
  <inkml:trace contextRef="#ctx0" brushRef="#br0" timeOffset="14992">15773 4029 15268,'-7'-7'1170,"0"2"-91,3 1 900,0 1-1889,9 2 0,-2 0 0,8 1 90,0 1-90,-4-1-90,4 0 90,-3-1-90,1-1 89,-1-2-89,1 0 0,0-3 0,-1-1 0,1-2 0,-2-2 0,2-9-89,-3 4 89,0-13-90,-6 6 90,-2-3-90,-4 9 90,-1 6 0,0 7-90,-2 4 90,-2 3 0,-2 4 0,0 3 0,-5 6 0,2 3 0,-3 5-446,4 2 446,1 2 0,3-2 0,3 0-90,2-3 90,2-1 0,3 6 0,2-7 0,3 4-90,5-3 0,1-7 0,3 3 0,0-8 0,1-3 0,1-1 356,-1-2-446,2-2 0,-1-3-90,3-2 91,3-5-91,2-2 0,2-8 0,-2-1-670,2-8 670,-2-2-303,3-6 303,-9 9 0,1-2 45,1-2 0,-1-1-891,3-7 1,-1 0 1070,-5 10 0,-1 0-331,-2 1 0,-1 2 286,-2 2 485,0-1-485,-4 14 332,-2 3-242,0 3 1909,-4 11-1819,-1 3 781,-2 11-601,-9 21-3572,2-7 3392,2-6 0,0 0 0,-4 11-131,3-10 0,-1 1 131,1-1 0,1 0-45,-1 0 0,0 0 45,-4 21 0,7-20 0,2-2 0,2-5-102,2-1 102,0-3-90,3-1 90,1-1 3122,2-1-3301,1-2 344,2-2-615,1-1-432,1-3-1546,3-1-900,-2-4 3238,3-1 0,6-4 0,2-1 0</inkml:trace>
  <inkml:trace contextRef="#ctx0" brushRef="#br0" timeOffset="15192">16517 4054 16078,'-7'0'0,"1"0"0</inkml:trace>
  <inkml:trace contextRef="#ctx0" brushRef="#br0" timeOffset="26839">16949 3915 15628,'-9'-4'3598,"20"4"-3598,-9 3 90,18 3-90,-11-6 0,2 1 90,2-1-90,14 0 0,-3 0 90,31-1-90,-26 0 0,1 1-846,4-1 0,0 0 846,2 1 0,-1-1 0,-6 1 0,0-1 0,1 0 0,0 1 0,0-1 0,0 0 45,1 0 0,-1 0-669,-1 0 1,1 0 623,-1 0 0,1 0 0,21-1 0,-2 1 0,-7-1-673,-1 1 673,-3-1 0,6 1 90,-14 0-293,1 0 203,-15 1 1272,2-1-1272,-1 1 1315,1-1-1315,-6 1 914,-1 1-914,-6-1 314,4 1-314,-4-1-270,2 0-6566,-2 1 6836,-6-6 0,0 2 0,-7-5 0</inkml:trace>
  <inkml:trace contextRef="#ctx0" brushRef="#br0" timeOffset="27462">17933 3704 13829,'-11'-2'3418,"0"1"-3238,12 5 0,1-1 0,8 3 0,-1-1-90,5 1 90,4 3-90,5 1-356,3 1 356,1 1 0,-1-1 0,1 2 0,-2 0 0,0 0-90,0 1 90,-2-2-90,0 2 0,-2-2 90,-2 0-90,-3-3 0,-2-1 0,4 3 0,-1-2 0,-1-1 0,-2 0 355,-7-4-355,2 1 90,-5-3 0,0 0 180,0 0-180,-11 2-90,1 1 0,-12 4 0,-13 7 0,3-1 0,-16 10-420,9-5 330,7-4 0,0 0-1327,-16 10 1237,18-11 1,1 0-451,-7 5-850,4-3-229,4 0-630,2-2-1259,5-2 3598,4-3 0,1 2 0,2 0 0</inkml:trace>
  <inkml:trace contextRef="#ctx0" brushRef="#br0" timeOffset="28654">19174 3658 14189,'-4'-8'809,"1"-1"-359,1 3 90,0 0-270,2-1-180,2 2 90,1-1-90,2 3-90,0 0 89,1 0 91,8 0-90,-2 0-90,7 1 90,-3 0-90,2 1 90,2 1-90,1 0 90,2 1-90,1 0 0,0 1 0,-2 1 0,5 2 0,-9 1 90,7 3-90,-14 1 0,-2 1 0,-7 1 0,-5-1 0,-4 2 0,-6 3 90,-4 0-436,-3 4 346,-1-2 0,0 0 0,3-1 0,2-1-98,-1 2 98,7-4 0,-2 3 0,8-1-90,7 2 90,3 0-269,13 5 179,-3-10 0,6 4-90,-9-6 343,0-1-253,-3 1 101,-1 0-191,-1-1 90,-3 1 0,-1-1 0,-3 1 90,-2 1-90,-2 0 0,-3 1 90,-2 1 0,-2 1-90,-12 6 0,-10 2 90,-1-1-90,-11 2-90,13-10-415,1-1 145,8-5-539,9-4-3059,0 0 4048,5-2 0,1 0 0,6-2 0</inkml:trace>
  <inkml:trace contextRef="#ctx0" brushRef="#br0" timeOffset="28939">19758 3874 14819,'-9'-9'1619,"2"1"-900,3 4 810,1 1-1439,24 22 90,-8-6-90,9 9 0,0 0 0,1 3-180,-3-5 0,1 2-270,11 14-763,-11-14 0,0-1 673,10 13 1,-3-9 2,-11-10-902,-4-4-990,-1-3-1079,-2-2 3418,1-1 0,2-3 0,0 0 0</inkml:trace>
  <inkml:trace contextRef="#ctx0" brushRef="#br0" timeOffset="29154">20208 3898 15268,'-2'-14'630,"-1"3"-360,0 2 0,0 2-1,0 3 361,-1 0-360,-5 4-90,-1 2 90,-6 5-90,-3 3-1,-3 4 1,-2 3-90,-1 1 90,1 2 0,-12 12-180,1 0-90,1 2-539,-2 3-1,19-17-270,-4 5-809,11-11-629,1-2-900,3-1 3238,1-1 0,2 3 0,1 1 0</inkml:trace>
  <inkml:trace contextRef="#ctx0" brushRef="#br0" timeOffset="29639">20479 3753 15448,'-3'-13'900,"0"2"-1,1 5-449,0-2 359,1 4-179,-1-4-180,2 2-270,2-1 0,3 1-90,4 2 89,4 1-89,2 1 90,3 0-90,1 1-90,1 0 90,2 1 0,0 1 0,-1 0-90,0 1 90,-3 0-90,6 3 0,-2 1 0,-1 1-90,-6 1 90,-8-2-90,-2 5 90,-5-2 0,-3 5 0,-5-3-90,-3 3 90,-4 2 0,-2 1 0,-1 0 0,3-1 0,-3 3 0,4 0 0,1 1-90,6 1 0,8-2 0,7 5 0,3-3-89,12 6 89,-8-10 0,5 5 0,-8-9 0,-3 0 90,-1-2-90,-2 2 0,-2-2 90,-3 0 0,-3 1-90,-3 0 90,-5-1-90,-5 4 90,-5-2 0,-4 3-90,-3-2-270,-11 2-629,4-1 269,-1-1-629,11-2-1080,9-7-1528,4 1 3957,0-2 0,1 2 0,0-1 0</inkml:trace>
  <inkml:trace contextRef="#ctx0" brushRef="#br0" timeOffset="30464">21748 3709 15718,'8'-8'2069,"-2"-1"-1440,-5 3-269,-2 0-180,-3 0 0,-2 6-90,-4 2 90,-5 7-90,-5 2 0,-5 8-861,-5 2 861,-1 6-1065,-2 2 1065,1 3 0,3 1-851,6-2 851,1 0-90,6-4 90,-2 11 693,8-4-783,2-1 1146,13-2-1146,10-11 0,13 2 0,-1-9 0,16-7 90,-14-7 111,10-4-201,-7-4 0,-2-6 0,0-2 0,0-5 0,-3-7-965,0-4 965,-4-3 0,-5 0-45,-1-14 45,-7 14 0,-4-15 0,-12 17 0,-11 1-90,-2 13-270,-6 10 91,-10 13-91,7 5-253,-12 6-107,13 4-359,2 1-162,3 4-1188,3 0-989,5 0 3418,4-2 0,2 5 0,2-1 0</inkml:trace>
  <inkml:trace contextRef="#ctx0" brushRef="#br0" timeOffset="30820">22372 3757 15268,'0'-16'900,"0"2"-450,1 3-1,-1 2 631,1-1-271,-1 2-179,0-2 539,0 3-1079,-4 13 0,0 1 90,-7 19-90,0 1-338,-6 11 293,3-9 0,-1 1-319,-3 5 0,-1 1 318,1-2 1,0 1-782,-1-1 0,0-2 827,-5 13-90,-2 0 0,8-15 0,1 1 0,-9 16-45,11-18 0,0 0-1156,-2 7 1021,2-6 231,2-3-681,1 2 303,2-5-303,4-2-382,4-4-697,4-10 713,3 1 996,4-6 0,3-3 0,4-2 0</inkml:trace>
  <inkml:trace contextRef="#ctx0" brushRef="#br0" timeOffset="31128">22499 3986 14819,'5'-13'809,"0"3"-359,-1 1 90,-1 3-91,-1 0 451,-1 2-271,1-2 631,1 1-1170,-1 10 0,-1 1 89,-1 11 1,-5 8-90,1-4 0,-5 13-90,1-7-454,-2 3 544,-1 1-90,0-2 90,-1 0-90,1-4-198,0-2 198,2-3 0,0-2-90,2-2 0,0-1-90,1-3 1,1 0 531,1-2-981,1 1-152,1-3-748,2 1-2338,4-6 269,3-2 3598,1-4 0,4-7 0,0-1 0</inkml:trace>
  <inkml:trace contextRef="#ctx0" brushRef="#br0" timeOffset="31446">22543 4060 14639,'2'-12'0,"0"1"269,0 1 1,0 1 90,0 1 0,0 0 0,0 1 0,0 0-91,1 0 271,2-3-270,0 1-90,2-1 90,-1 3-1,6-1-89,-2 2-90,3-1 0,-2 4 90,8 3 0,3 4-90,1 3 0,6 10-90,-14-2 0,4 6 0,-8-3 0,-3 0 0,-2 2-90,-4 7 90,-4-6-90,-4 6 90,-3-9 0,-5 1-90,-3-1 90,-4 0 0,-12 1 0,-3-5 0,0-1 0,6-7 0,11-3-90,-3 0 0,7 0-270,-2-2-1708,9 0 2068,1-2 0,16-5 0,3-3 0</inkml:trace>
  <inkml:trace contextRef="#ctx0" brushRef="#br0" timeOffset="31637">23212 4281 18327,'-6'-11'3418,"0"0"-7826,4 7 1620,-2 5 2788,-3 1 0,-7 4 0,-4-2 0</inkml:trace>
  <inkml:trace contextRef="#ctx0" brushRef="#br0" timeOffset="41337">1775 4683 13739,'-3'-10'2429,"-1"0"-2249,7 13-90,0 10 0,2 2 0,-2 8-90,-2-4 89,-1 4 1,-2 20 0,0-8-90,1-3 0,-1 2-1071,0 16 1071,-1 1 90,2-13-390,1-14 300,-2-3 0,1 0 90,0-3-90,-1-1 0,1-1 1123,0-3-1123,1 0 428,-1-3-428,1 2 270,0-5-180,-2-16-90,2-2 90,-1-19-90,2 1-728,1-3 728,1-6 90,0-2-984,0 1 894,0-1 0,0 3-604,0 1 604,1 4 0,1-6 0,-1 13-132,-1-2 132,0 11 603,-1-2-603,1 3 790,0 0-790,1 6 706,2 7-706,0 5 169,0 2-169,0 2 0,0 0 0,1 3 0,0 0 0,1 1 0,0 0 0,0-1 0,5 3 0,-3-3-90,8 2 90,-2-6 0,6-4 0,-3-4 0,2-5-90,-6-1 90,3-5 0,-1 1 0,2-7 0,-3 3 0,-1-3 0,-3 2 0,-2 0 0,0 3-90,2-5 90,-5 6-90,4-3 90,-6 11 0,2 14 0,-5 6 0,0 21 0,-4 0-1367,-2 14 1367,-1 3 0,2-25 0,0 2 0,-1 11 0,-1 0-209,2-12 0,0 0 209,-1 17 0,0 0 0,3-14 0,0-3 0,0 1 0,1-2 90,2 18-90,2-21-90,2 5-90,1-7-360,5-1 1392,-4-12-2291,6-10-326,-5-5-1203,3-5 2968,-3-2 0,1-9 0,1-2 0</inkml:trace>
  <inkml:trace contextRef="#ctx0" brushRef="#br0" timeOffset="41853">2449 5084 15988,'-5'-8'1259,"1"1"-899,-3 2 180,-3 1-271,1 1 91,-7-2-90,0 5-90,1 0-90,-1 4 0,4 1 0,0 2 0,0 1 0,1 1 0,2 2-90,0 1 0,2 1 0,0 0 0,2 1-180,1 5 0,1-5 90,3 3-180,4-3 90,1-3-90,7 3 180,-3-8 0,4 1-89,-4-5 179,1-1-90,-1-2-90,5-3 180,-3-1-90,1-3 90,-3 1 0,-2-1 90,0-2-90,-1 0 180,1-5 89,-1 0-89,1-3-90,-2 7 90,-2 2 0,1 1-90,5 12-90,0-3 0,3 12 90,0 3-90,3 5 90,0 0-90,2-1 0,-4-5 0,5 2 90,0 0-90,1-3-270,2-1-360,-5-9 1,1 1-91,-3-6-629,-4 0-1080,-1-4-1438,0 0 3867,-1-2 0,2-6 0,1-1 0</inkml:trace>
  <inkml:trace contextRef="#ctx0" brushRef="#br0" timeOffset="42095">2746 5066 16258,'-2'-12'2788,"1"3"-2608,5 6-90,1 3 90,7 5-90,1 2 90,6 4-90,3 2-415,3 3 415,1 0 0,-1 2 0,10 7-90,-10-5-180,5 4 0,-12-9-179,-2-2-1,-3-2-180,0-2-90,-3-2-179,-1-1-2969,0-1 3778,-3-3 0,-1 0 0,-4-2 0</inkml:trace>
  <inkml:trace contextRef="#ctx0" brushRef="#br0" timeOffset="42279">3060 5025 15448,'-5'-17'450,"1"2"-270,1 4 0,0 2 180,0 2-181,-2 5 91,-2 4 180,-16 21 0,-11 21-1495,10-12 0,0 2 1090,2-3 0,1 0 90,-3 9 0,2-1-1083,-2 4 948,9-15 0,1-1-180,-1 5-457,0-2 98,3-4-181,1-4-719,3-4 949,2-4 490,4-1 0,2-7 0,4 1 0</inkml:trace>
  <inkml:trace contextRef="#ctx0" brushRef="#br0" timeOffset="42946">3734 4745 15718,'-11'-9'1259,"1"0"-899,-1 2 0,3 0 0,1 2-1,1 1 1,1-1 0,1 2-90,-1-1 180,2 1 89,-1 0-449,0 7 180,1 9-90,0 22-90,0 1-1203,-1 13 1203,-1-8 0,-2 5-90,0-2 90,-3 6-90,2-7 0,-4 5 0,2-8-90,-1 1 50,2-5-140,-4 8 90,5-14-90,-2 3-89,4-14 89,3-8-1080,-1 3 2099,2-20-1109,0 1 135,1-14-45,0-1-90,1-3-503,-1-9 683,1-3-90,-1-6-250,1-2 340,0 13 0,1 0-90,0-24 90,0 23 0,0 0 0,1-7 0,3 2 90,0 17-90,3-5 90,1 10 0,2-1 0,1 2 0,3 2 668,2 0-668,2 2 90,1 1-90,5 1 355,0 1-265,13-1-90,-2 4 90,6-1-90,-8 4 0,-9 1 90,-7 1-90,-7 1 90,0 0 0,-2 1-90,-2 2 90,-2 1 0,-2 1 0,-1 2-90,-2 0 90,-4 4 0,-2 1 0,-5 6-90,-2-2 90,-5 3-90,-1-2 90,-12 7 0,-3-1 0,-6 2-90,10-10 0,5-5-450,10-7-90,1-1-2878,3-3 3418,6-3 0,3-9 0,1-3 0</inkml:trace>
  <inkml:trace contextRef="#ctx0" brushRef="#br0" timeOffset="44055">4152 5018 18776,'-10'-8'630,"2"3"-450,-3 10-90,0 1 0,-3 3 0,0 3 0,-1 0 0,-1 6 0,1-3-90,1 5 89,0 0-89,2 2 0,-3 7-89,5 0-1,1-2-90,7-1 90,4-10 0,2 2-90,2-7 90,2-2 0,1-2-90,2 0 90,1-3 0,1 0 0,3-4 0,-2-1 0,3-3 90,-1-2-90,0-2 90,2-5-90,-2 0 0,4-10 90,-4-4 0,-1-1 0,-7 1 0,-4 8 90,-4 3-90,0-1 0,-3 3 90,-1-1-90,-1 1 0,-2 3 0,1 0 0,-2 2 90,1 3-90,0 1 0,0 1 0,1 2 0,0 0 0,-1 2-90,3 1 90,3 3-90,4-1 90,5 1 0,1-4-90,2 1 90,0-1 0,3-1 0,1 0 0,1-2-89,2 2 89,-1-1 0,1 0 0,-2 1-90,-1 0 90,-2 1 0,-1-1 0,-2 2 0,0 0 0,-1 0-90,2 2 90,-2 3 0,-1 0 0,-3 2 0,-4-2 0,0 3 0,-1 2 0,-2 1 0,0 2 0,-2 1 0,0 1 0,0 0 0,0 0 0,-1 1 0,1-1 0,0 5 0,3-6 0,-1 7 0,5-7 0,1 2 0,1-6 90,2-3-90,-1-4-90,2-2 90,-1 0 90,1-3-90,0 1 0,0-2 0,1-2 0,-1-1 0,0-1 0,-2-2 0,0-1 0,-2-2-90,-1-1 90,-1-1 0,-2-7 0,-3-3 0,-4-6 0,1 6 0,-2 3 90,3 7-90,-1 1 0,1-1 0,0 3 0,0 0 0,1 2 0,0 1 0,1 0 0,0 1 0,1 1-90,0 0 90,2-2 0,0 1 0,3-2 0,3 1 0,5-4 0,7-2 0,4-4 0,4-3-612,-2 2 612,2-1 0,1-1 0,-1 0 0,0-1 0,-3-1 0,-1-1 0,4-12 0,-4-2 180,-1-6-90,-9 13 90,-5 2-180,-6 16 90,0-3 0,-1 7 611,-1 1-701,-3 11 0,-1 3 0,-2 17 90,-1 5-1268,-1 13 1178,-2 5 45,3-9 0,0 1-45,2-9 0,0 0 0,0 8 0,0-1 0,-1 11 0,3-3 0,1-2-129,2-1 219,2 6-180,4-4 90,3 0-90,2-15-179,5-7-91,-3-14-90,3-1-180,-2-6 803,0-4-2692,2-1-1563,-1-3 4082,1-3 0,3-5 0,2-3 0</inkml:trace>
  <inkml:trace contextRef="#ctx0" brushRef="#br0" timeOffset="44287">4898 5130 19046,'0'11'360,"0"0"-270,-1-4 0,1 3 0,-1 0 0,0 2-90,1 2 0,0 0-180,0 1-90,0-1-180,1 1-269,0-1-541,0-1-449,1-1-629,1-2-990,0-1 3328,1-1 0,-1-4 0,-1 0 0</inkml:trace>
  <inkml:trace contextRef="#ctx0" brushRef="#br0" timeOffset="44579">4957 4758 15628,'0'-13'1619,"1"-2"-1259,-2 5 270,0 0-91,1 4 91,-1-1-90,2 1-540,2 8 0,0-1-360,1 7 180,-2-3-360,0-1-539,2 4 449,-1-4 360,1-4 1,0-2-1,-1-5-180,-1 2 0,0 0-809,0 0 1259,0 0 0,-1 2 0,0 0 0</inkml:trace>
  <inkml:trace contextRef="#ctx0" brushRef="#br0" timeOffset="45046">5123 5150 15358,'3'-9'1349,"-1"1"1,0 0-991,0 0 181,0 1 360,1 2-720,-2 12-90,0-2-1,-2 18-178,-2 1-181,-1 12 90,0-7-180,0 8 270,2-17-90,0 5 90,0-11-90,2-2 90,-1-3-90,2-2 1,1-4 179,6-5-90,4-11 0,3-6 0,14-25 90,-14 19 0,1-2-833,5-7 1,0 1 832,-4 5 0,0 2-90,12-15-382,-11 20 472,-3 5 0,-2 4 0,-3 5 0,-1 4 0,-1 4 1573,-2 3-1573,1 5 564,-2 3-564,-2 4 90,-1 3-90,0 14-90,-2-5 0,0 10 0,1-12-90,1 1 0,1-3-450,4 8 271,-1-11-91,5 4-270,-1-12-179,2-2-1260,-1-5-539,2-2 2698,0-3 0,7-4 0,4-1 0</inkml:trace>
  <inkml:trace contextRef="#ctx0" brushRef="#br0" timeOffset="45680">5894 5105 14998,'-2'-11'1530,"-1"3"-1081,-2 3 1,0 0-90,-1 1 359,-6-3-179,-1 1-270,-1 0-90,1 2 0,4 3 180,-5 3-270,2 2-1,-4 4 1,4 2-90,1 3-90,-2 6-269,1 11 89,2-3-419,3 5 329,6-8 0,2-2 1,3 1-1,3-2-180,6 5 0,5-5 181,6-2 269,-4-10 0,5-10 270,-4-9-1,1-2 91,-1-8-90,-8 2 270,5-14-270,-6 8 0,2-6 0,-8 11 0,1 4-1,-3 2-89,0 3 270,-1 3-180,-10 31-90,-1-2-45,-3 15 0,-1 5-45,4-14 0,0 0-862,-3 14 0,0 1 862,2-10 0,1 0 45,0 1 0,0 1-45,1-1 0,0 3 45,-1 14 0,2 1-45,2-13 0,1-1 0,0 12 0,1-2 0,2-16 0,1-2-180,3 23-57,1-5 57,1-10-270,3 0 180,-3-14 0,1-2-629,-2-14 719,-4-15 90,-2-1 0,-6-15 90,-4 0 1421,-3-5-1331,-3-3 180,-10-12-180,6 11 135,3 8 0,1 1 45,1-1-90,-5-3 67,11 13 203,-1-2-180,3 2-91,2-1-89,5 3 90,12-4-90,5 4 0,10-6-354,5 0 264,4-1-90,6-3-90,3 0-270,-10 5 1,1 0-46,-7 5 0,0-1-1146,11-5 0,-1 0 427,-11 6 0,1 0 1214,12-6 0,2-1 0,2 1 0,0-1 0,-6 3 0,0 0 0,-1-1 0</inkml:trace>
  <inkml:trace contextRef="#ctx0" brushRef="#br0" timeOffset="45995">7282 5215 17247,'-6'-10'1619,"1"2"-539,3 2-811,4 0 1,1 2 0,5-2 90,11 3-180,-1 0 0,10 0-90,1 1 90,22 0-46,-19 2 1,2-1-1292,12 1 1,2 0 1201,-8 1 0,-1 0-45,1-1 0,-1 0-585,-9 1 1,-2-1 584,25 0-180,2-2 0,-4-1-90,-2-1 0,-3 0-800,-7 0 531,-2-1-181,-8-1-2248,1-4 1259,-13 2 1342,-2-3 367,-13-2 0,-7-4 0,-3-5 0</inkml:trace>
  <inkml:trace contextRef="#ctx0" brushRef="#br0" timeOffset="46328">7987 4959 16348,'-4'-9'2428,"11"13"-2248,0 1-90,12 13 0,-2-5 0,3 1 0,5 1 0,2 1 0,0-2-90,14 6-90,3-2 0,-2-1-492,-6-3 582,-16-8-90,-4 0 0,-3-2 90,-2 0-90,-2-1 90,-3 0-90,-3 0 90,-5 3 402,-4 0-402,-4 3 0,-6 3 0,0 0 0,-7 3 0,1 0-705,-1 2 705,-1 2 0,2-1-270,-7 7-180,10-8-269,-2 2-900,12-9-810,1-3-1259,2 0 3688,1-2 0,2-1 0,-2-1 0</inkml:trace>
  <inkml:trace contextRef="#ctx0" brushRef="#br0" timeOffset="49287">10152 4808 12390,'7'-7'1709,"1"0"-1079,-5 3 269,0 0-89,0 1-630,-5 10-91,-1 2 1,-9 14 90,0 2-90,-8 10-1452,-1 5 1452,-6 8-902,10-20 0,0 0 857,-2 1 0,0 0-45,-2 4 0,-1-1 45,3-4 0,-1 1-356,0 1 1,-1 2 355,-3 4 0,0 0 0,-2 4 0,-1 1-45,-2 4 0,1-1 45,7-11 0,1-3-45,4-4 0,2-3 0,0 1-111,3-4 21,3-4 868,3-3-1047,1-3 1160,2-2-7638,5-3 7003,5-6 1,7-4-1,3-7 1</inkml:trace>
  <inkml:trace contextRef="#ctx0" brushRef="#br0" timeOffset="49779">10170 5253 14908,'5'-10'270,"-1"3"-90,0 0 0,0 3 0,1-1 0,1 0 0,3-1 0,1-1 0,3 2-90,1-2 89,2 2-89,1-2 0,3 2 0,2-1 0,0 2 0,0 0 0,-2 1-90,-1 1 90,-1 1-90,-2 2 90,5 6 0,-9 0-90,3 5 90,-11 1 0,-9 20-90,-6-2 0,-10 17 90,-5-7-1473,-2-1 1383,-3-2 90,-1-1-90,0-4-954,1 0 954,5-6 90,1-2-90,0 1 0,9-9 0,-1 2 0,10-9 1324,1-2-1324,2 0 1103,4-2-1013,8 0 0,15-2-90,23-3 90,0-2-90,-11-2 0,2 0 44,-6-1 1,0 0-647,-1 0 1,0 0 601,25-4 0,-19 2 0,0 0-179,-5 2-91,-3-1-270,-3 1-270,-5 1-899,-2 0-539,-3 0-900,-1 0 3148,-2 1 0,3-2 0,1 0 0</inkml:trace>
  <inkml:trace contextRef="#ctx0" brushRef="#br0" timeOffset="50015">11435 5628 18327,'6'-10'1709,"1"1"-1709,-3 4-450,0 2-2159,1 0 2609,0 1 0,-11-8 0,-1-2 0</inkml:trace>
  <inkml:trace contextRef="#ctx0" brushRef="#br0" timeOffset="51912">6397 5859 15808,'-3'-10'989,"2"1"-719,2 4-90,4 0 0,-1 3-90,2-3 90,-1 3 0,3-2-90,0 1 0,2-2 0,1-1 0,2 1 0,0 1-1,-1 0-89,0 0 90,-1 1 0,1 0-90,-1 2 90,6 1-90,0 4 90,2 5-90,-6 3-90,-9 15 0,-8-1-820,-10 13 820,-5-2 90,-7 3-90,-3 0 90,-4 0-1320,-1-3 1320,-1 0-90,0-3 90,1-2-80,-5 5-10,11-11 90,-6 5 0,18-12 773,3-3-773,15-3 1435,4-8-1525,9-2 193,2-5-103,3-1 0,6-2 0,3-1 0,3-1-682,2 0 682,-2 1-90,1 0-90,-3 2 0,-2-1-180,-4 1-629,5-2-2159,-2 2 3148,2-1 0,-6 1 0,-3 0 0</inkml:trace>
  <inkml:trace contextRef="#ctx0" brushRef="#br0" timeOffset="52205">6837 6040 15448,'-2'-8'990,"0"-1"-541,1 3 91,-1 0-270,5 2-180,4 4 0,2 2 0,3 4 0,-1 0 0,1 2 0,1 1-90,1 0 90,0 3-90,1 0 89,0 1-89,-1 0 90,0 1-90,0-1 0,-1 2-179,0-2-451,3 5 180,-5-5-1079,5 4-4677,-5-6 6206,-2-2 0,-2-2 0,-2-4 0</inkml:trace>
  <inkml:trace contextRef="#ctx0" brushRef="#br0" timeOffset="52404">7107 6057 15358,'-3'-12'360,"1"3"90,-2-1-90,0 4-91,-2 1-89,-3 9-90,0 2 0,-5 6 0,-1 4 0,-2 3 0,-4 5 0,-2 4-1038,-1 3 1038,-1 2-90,0 1 0,0 0-90,2-2-180,2-2-90,2-2-180,2 0-449,1-2-4858,-1 4 5847,6-10 0,-2 6 0,6-8 0</inkml:trace>
  <inkml:trace contextRef="#ctx0" brushRef="#br0" timeOffset="52888">7244 5964 16078,'-3'-10'1889,"-1"0"-1619,3 3 89,-1 1-89,3-1-90,1 2 270,7-4-180,8 0-90,0-1-90,7 0 0,-6 5-1,3 0 1,-1 2 0,0 0-90,0 2 90,-1 2 0,0 0-90,-2 3 0,0 2 0,-3 2 0,-1 3 0,-4 2 0,-3 2 0,-5 3-90,-7 16 90,-11 8-872,2-13 1,-1 0 871,-13 17 0,7-18 0,1-3-90,-3 3-512,-6 6 602,12-15-22,3-2 22,3-4 0,3-2-90,2-2 1623,2-1-1533,1 1 716,5-1-716,3-1 28,11-3-28,6-2 0,10-1 0,-4-1 0,3 0 0,-7 0 0,1 0-89,0 0-1,0 1-180,-2-1-90,-1 1 0,1 0-270,-3 1-179,1-2-450,-3 0-1350,-2 0-1618,-2 0 4227,-2 0 0,5-1 0,0 1 0</inkml:trace>
  <inkml:trace contextRef="#ctx0" brushRef="#br0" timeOffset="53453">6102 6678 15898,'-10'-2'1349,"0"0"-989,11-3-90,3 1 90,9-3-91,2 3 91,10-2 180,26-5-270,-3 1-1054,-13 4 1,0-1 873,-5 2 0,-1-1-815,6-1 0,2 0 815,2 0 0,1-1 0,6-1 0,1 0-45,0 0 0,1 1 45,0-1 0,3 1-30,-3 0 0,4 0 0,1 1-15,-12 1 0,1 1 0,1 0 0,1 0-390,11-1 0,2 0 1,1 0-1,-4 1 345,-9 0 0,-2 1 0,0 1 0,1-1 45,4 1 0,3 1 0,-2 0 0,-3 0-15,-1 0 0,-3 0 0,1 1-212,5 0 0,1 0 0,-4 0 227,3 1 0,-5-1-45,-10 1 0,-4 0 0,0 0 976,-7 1-886,-5-1 1339,-4 1-1429,-3-1 2124,-3 2-2303,-2 0 1174,-5 4-1085,-2-3-44,-3 4-46,1-4-90,0 1 0,-1-1-180,2 0 1,-1 1-181,0-1-180,1 0-359,-1-1-540,-1 1-4317,1-1 6026,-3 0 0,2-1 0,-2 0 0</inkml:trace>
  <inkml:trace contextRef="#ctx0" brushRef="#br0" timeOffset="55511">12372 5452 14819,'3'-10'1079,"0"1"-359,1 0-271,3-2-179,-1 2 180,7-3-90,7 4-1,24-3-179,-2 4-45,1 2 0,2 1-1094,-15 3 1,0 0 1003,14-1 0,0 1 0,-11 1 0,0 0 0,2 0 0,1 0 0,1 1 0,0-1 0,0 1 0,3-1-925,3 0 1,4 1 0,-2-1 879,7 0 0,0 1 30,-7-1 0,2 0 0,0 0-608,-1-1 0,0 1 1,-3-1 577,2 1 0,0-1-161,4 0 1,3-1-1,-2 0 161,2-1 0,-2 0 45,7 0 0,-1-1-45,-16 1 0,-3-1 0,15-1 591,-26 2-591,-7-1 1833,-3 1-1833,-3 1 2562,-3-1-2742,-2 0 1519,-2 1-2058,-1-2-546,-2 1 366,-6-1-5667,-3 1 6566,-3 0 0,-6 2 0,0 1 0</inkml:trace>
  <inkml:trace contextRef="#ctx0" brushRef="#br0" timeOffset="55920">13990 5218 14908,'-3'-8'90,"-1"0"270,1-1-90,0 3 0,0-2 180,1 3-270,-1-2 449,1 3-449,10 2-90,-1 4 0,18 8 0,5 8 0,3-1-867,3 4 867,-10-7-90,0 1-403,-1-2 403,2 1 90,-3-3-90,-1 0-110,-2-2 110,-2-1 90,-3 0-90,0-1 728,-2-1-638,1 0 436,0 0-526,-1-1 126,-6-1-126,-8 1 0,-6 0 0,-11 5 90,-5 3-90,-10 7 0,-4 4-1410,-6 4 1410,-2 3 0,-1 0 0,0 2 0,14-10 0,0 1-238,8-6 0,0 0 58,-12 11 0,0 1-270,13-11 0,1 0-1349,-1 3 0,1 0-2262,-4 5 4061,13-8 0,9-5 0,1 1 0</inkml:trace>
  <inkml:trace contextRef="#ctx0" brushRef="#br0" timeOffset="58220">15201 5254 14459,'-5'-9'-450,"2"0"450,2 3 0,0-2 90,2 1-90,0-2 180,4-2-90,-1 3 0,4-1-90,0 3 90,0 0 0,1 1 90,1 0-1,9-2 1,5 0-90,11 1 57,-6 1 36,8 4 0,-14 2-94,5 1-4,-9 2 122,-3 0-98,-1 1 82,1 6-170,-6-1-36,-3 5-38,-8-2 78,-7 5-40,-5 2-14,-7 3 113,-6 4-71,-4-3 57,7-7 1,-1 1-332,0-1 1,-1-1 310,-5 3 0,1 0 65,-10 7-44,4-2 67,20-12-114,2 1-26,8-4-35,3-1-54,3-1-44,3 1 46,6-1 48,2-1 694,5 0-646,4 0 27,2-1-62,5 0-130,0-2-399,15 0-1121,-1-3-2022,10-1 3719,-10-4 0,2-2 0,-9-2 0</inkml:trace>
  <inkml:trace contextRef="#ctx0" brushRef="#br0" timeOffset="58664">15842 5295 13289,'0'-13'900,"-1"3"-270,1 2-181,-1 1-89,1 0 0,-2 0-270,-4 4 0,0 3 0,-6 4 0,2 1-90,-2 3 90,-3 1 0,0 0 0,-1 2-90,0-1 89,1 1-89,-1 1 90,2-2-90,2 0 0,1 1 90,3-1-90,2 1 0,3-1 0,2 1 90,4 0-90,7 6 0,8 2-90,1-1 90,2-2 0,-6-6 0,1 0 0,-2-1 0,1 0 0,-2-1-90,-1 0 90,-1 1 0,-2-1 0,-1 0 0,-2-1 0,-3 2-90,-1-2 90,-3 2 0,-3 1 0,-2 1 0,-3 2 0,-17 10 0,-9 4-150,11-10 0,-2 0 60,-15 8-649,6-6 559,15-8-180,4-4 0,4 0-180,1-2-359,2-1-1260,2-1 2208,2-2 1,3 0 0,0-1 0</inkml:trace>
  <inkml:trace contextRef="#ctx0" brushRef="#br0" timeOffset="58911">15794 5352 13919,'-4'-7'1439,"6"-1"-1169,2 5 0,7 1-90,0 2 90,4 0-90,1 0-1,4 1-89,3 0 90,2 1-90,2-2 90,-1 1-363,1 0 273,-3-1-90,0 0-90,-2 0-179,-2-1-811,5-3-2338,-2-1 3418,3-4 0,-5-1 0,-3 0 0</inkml:trace>
  <inkml:trace contextRef="#ctx0" brushRef="#br0" timeOffset="59295">16367 5263 14639,'7'-10'2338,"-2"1"-2248,-13 11 90,-1 2-90,-11 10 0,1 2 0,-5 4 0,-3 6-1018,-1 3 1018,-1 6 0,8-8 0,1-1-90,-8 17 45,5-8 0,2 1 45,9-9 0,2-1-90,-9 26 0,9-10 90,10-19 154,1-1-244,4-2 90,2-1-90,4-2 0,1-3 0,4-2 0,0-2 90,3-3 683,9-3-773,1-5 0,7-7 0,-9-3 0,-5-4 0,-11 2 0,-2-1 0,-4 1 0,-1-1-90,-4 1 90,-3 1 0,-2 0-89,-3 1-1,-3 1-270,-8 1 0,4 3 0,-5 1-179,6 3-1171,-5 3-628,6 1-720,-3 2 3058,7-1 0,-1 4 0,0 0 0</inkml:trace>
  <inkml:trace contextRef="#ctx0" brushRef="#br0" timeOffset="59571">16584 5539 14549,'3'-11'359,"-1"2"-89,0 2 90,-1 2 450,0 0-630,6 6-90,-1 2 89,8 8-89,-3 1 180,14 14-180,-6-6 0,9 10 90,7 9-90,-11-15-639,10 12 459,-19-21-90,-1-2-270,-3-2-90,0-3-2788,2 1 3328,-2-4 0,3-4 0,-1-4 0</inkml:trace>
  <inkml:trace contextRef="#ctx0" brushRef="#br0" timeOffset="59762">16989 5494 15178,'-9'-5'990,"1"3"-720,-2 7 269,-10 10-359,2 0 180,-19 17-180,13-9-1190,-9 9 1100,9-9 0,-3 3-180,2-2-180,-1 0-180,2-1-269,1-2-2105,0 1-1493,3-3 4317,2-1 0,0 1 0,1 0 0</inkml:trace>
  <inkml:trace contextRef="#ctx0" brushRef="#br0" timeOffset="60245">17336 5446 15898,'1'-14'450,"0"1"-180,1 6-91,-1-1 91,1 0-90,2 1 0,1 0 0,3 0 0,2 1-90,1 1 90,4 0-90,2 0 0,3 2 0,1 0-1,2 1 1,0 0 90,10 1-90,1-1-90,1 2 90,1 0-90,-17 1 90,8 1-90,-16 1 0,2 2 0,-9 1 90,-4 2-90,-5 1 0,-6 6 0,-6 2 0,-6 4 0,-6 2 0,-1 1 45,8-7 0,-2 2-1347,-19 17 1302,1 0 0,9-6-491,13-9 491,4-3-9,2-1 9,5-3 0,1-2 0,2-2 1320,2-1-1320,2 0 561,2-1-561,3-1 11,2 1-11,2-2 0,4 0 0,2-1-90,3-2 0,4 0-270,13-2 90,-1-2-697,9-2 607,-5-3-90,-2-1 1,1-2-91,-2 0-270,-1-2-1618,-3 0-1559,-1-1 3987,-5 0 0,5-3 0,-2 0 0</inkml:trace>
  <inkml:trace contextRef="#ctx0" brushRef="#br0" timeOffset="60679">18243 5386 15088,'-4'-10'180,"0"1"360,-1 0-90,1 3-270,0-3 269,1 6-179,-1-1-180,-1 5 0,0 1 0,-1 4-90,0 1 90,-2 1 0,0 2-90,-1 1 90,0 1-90,0 1 90,-4 6-90,4-5 90,0 4-90,5-6 90,0 5-90,5 0 90,1 0-90,4-1 0,1-5 0,2 0 0,1 0 0,1 1-90,2-1 90,0 0 0,0 0-90,-2-1 90,0 0-90,1 3 90,-3 1-90,-3-2 90,-6 3 0,-9-3 0,-1 1-90,-5-2 90,2-3 0,-9 1 0,4-1 0,-6 1-180,8-3-90,1-1-180,1 1-359,0-1-5577,-2 0 6386,4-2 0,-1-1 0,5-1 0</inkml:trace>
  <inkml:trace contextRef="#ctx0" brushRef="#br0" timeOffset="60931">18156 5346 15448,'-9'-8'360,"0"0"-90,4 2 270,0 2 89,2 0-359,6 0-180,1 2 90,7 0 0,2 2-90,3 2 0,4 0 90,17 3-91,-5-1 1,11 2-90,-2-3-269,-12-1-721,18-3-89,-21 0-1930,8-3-1038,-12-1 4047,0 0 0,7-4 0,2-1 0</inkml:trace>
  <inkml:trace contextRef="#ctx0" brushRef="#br0" timeOffset="61312">18870 5297 17067,'-7'10'630,"-1"-1"-450,-2-2-90,-5 5 90,-4 1-90,-5 5 89,-21 17 1,11-6-135,4-2 0,-1 3-1080,9-6 0,1 0 1035,0 0 0,1 0 90,-11 19 421,14-14-601,4 15 90,7-15-89,5 11-1,17-9 0,0-8-90,23 12 90,0-16 0,10-3 0,-9-9 0,1-9 90,-14-5 1444,3-4-1444,-10-1-90,-8-2 90,-2 0 0,-7-8 0,-3 4-90,-5-5 90,-5 7 0,-6-1 0,-4 3 0,-6 0-90,0 5-89,0 2-427,-10 6-2812,-5 6-359,5 1 3777,0 5 0,11 0 0,-2 2 0</inkml:trace>
  <inkml:trace contextRef="#ctx0" brushRef="#br0" timeOffset="61871">17564 6178 15808,'0'-10'2608,"0"1"-1168,3 4-1350,-9 23-90,1-8 90,-8 20 0,6-11-90,-1-1 89,1 4-89,0-1 0,1 1 0,0 1 0,2-1 0,0-1 0,1-1-89,2 6 89,0-8 0,1 9 0,3-9 0,0-1 0,4-5 0,0-6-90,7-1 90,-1-3 0,7 0 0,-2-5 0,7-1-556,4-2 556,5-4 0,19-4 0,-8 2-966,-14 4 0,0 0 966,18-2 0,3 0 0,2 2 0,-16 3 0,1 1 0,-1 1 0,-1 0-45,1-1 0,-1 1-452,-6 1 0,-2 1 317,6-2-772,4 1 412,-14 0 375,1 0-555,-12-1 1270,-4 1-3068,-3-2-518,-2 0 3036,-3-1 0,-1 2 0,-1 1 0</inkml:trace>
  <inkml:trace contextRef="#ctx0" brushRef="#br0" timeOffset="62272">18251 6282 15448,'-7'-8'1799,"13"8"-1709,-1 1 0,13 7 0,-5-3 0,2 2 0,1 0 0,2 0 0,9 4 0,-1 0 0,0 0 0,1 2 0,-5-4-90,-2 0 0,-2-2 0,-8-2 0,1 1 90,-4-1-90,0 2 0,-4-2 0,-2 1 0,-2 1 0,-2 1 0,-1 1 0,-2 2 0,-7 6 0,2-2 0,-5 5 0,4-5 0,0 1 0,-1-1 89,-5 7-178,-1 2-1,1-2-90,3-2-180,7-8 0,0-2-180,2-1-179,0-1-451,1 0-1078,1-1-900,2-1 3148,1-1 0,2 1 0,0 0 0</inkml:trace>
  <inkml:trace contextRef="#ctx0" brushRef="#br0" timeOffset="62574">19007 6408 14908,'-5'-12'810,"0"2"-90,3 5-361,0-1 901,0 3-1080,-4 3-1,3 5 1,-3 4-90,3 4 90,0 0-90,-2 5 0,1 0 90,-3 13-90,0 2 0,0 1 0,-2 8 0,3-19-90,1 6-90,1-10 0,2-2-180,1-1-90,0-1-179,1-1-91,1-2-180,0-1-449,2 0-1169,0-2-1170,0-3 3598,2 0 0,0-2 0,0-1 0</inkml:trace>
  <inkml:trace contextRef="#ctx0" brushRef="#br0" timeOffset="62970">19087 6563 14729,'6'-17'-90,"-1"2"180,1 3 179,-2 1 1,-1 2 0,0 2 0,0-1 90,0 2 90,1-2-181,1 0-89,0 0 0,1 3 0,0 1 0,0 1 90,6 0-90,-2 1-90,4 0 179,10 4-179,2 3 0,5 2-90,-6 1 90,-7-1 0,3 7-90,-6-3 90,2 10-90,-13-3 90,-8 9-90,-6-4 0,-9 1 0,1-4-343,-3-2 343,1 0 90,1-2-90,2-1 0,2-2 0,2-1 0,1-2 0,2 1 0,1-2 0,2-1 343,1-1-343,2 0 0,1-1 90,1-1-90,7 3 0,-1-2 0,6 2 0,4-3-90,-1-2-90,6 1 0,-2-3-179,1 1-1,3-1-90,3-1-180,7-1-269,3-1-1620,6-3-2658,5-2 5177,0-3 0,-9 1 0,2-2 0,2-1 0,0 1 0</inkml:trace>
  <inkml:trace contextRef="#ctx0" brushRef="#br0" timeOffset="63572">20166 6545 15178,'-2'-9'450,"0"1"-270,1 1 450,-2-1-361,0 1 91,0-2-90,1 3 90,-2-1-180,1 1 180,-4-3-270,1 5 89,-3-1-89,0 2 0,-2 1 0,-1 1 0,-9 4 0,-3 5 0,-1 1 0,-6 7-90,9 0 90,-3 5-90,8 2 0,8-4 90,5-2-90,5-5 0,2 0 0,4 2 0,1-2 0,3 2 0,1-1 0,2 0 0,6 5 0,1 2 0,4 5-90,-7-6 90,-3-2-90,-8-4-90,0 3 180,-4-3-90,-1 2 0,-3-6 0,-2 1 0,-3 0 0,-1-1 90,-1-1-90,-1-2 1,0 0 89,-1-2-90,-1 0 0,-6 0 90,-1-2-90,-4-2 90,5-2 0,0-5 0,8 2 0,1-3 0,3-2 0,5 1 0,1-4 0,5 2 0,3-1 0,7-4 0,5-3-842,7-4 932,2-2-90,5-3 0,-1-1 0,0-2 0,-1-1 0,-5 2 0,-3 1 0,-6 3 0,-1-7 0,-7 11 0,-5-9 0,-11 14 0,-4 2 0,-6 4 752,1 7-1022,0 2-180,-2 1-180,0 3-539,1 0-1259,1 3-1170,1 1 3598,2 0 0,-1 5 0,1 1 0</inkml:trace>
  <inkml:trace contextRef="#ctx0" brushRef="#br0" timeOffset="63886">20549 6597 15808,'-10'-9'270,"2"2"629,4 3-809,5 8 180,1 0-180,8 12 0,-2-3 90,9 15-180,-5-6 90,5 9 0,3 8 0,0 3 0,1-2-815,-3-4 725,-6-14 0,0-1-180,-1-4 0,-2-2-90,1-2-180,-3-2-89,1-3-2789,2 0 3509,-3-5 0,4-5 0,-1-6 1</inkml:trace>
  <inkml:trace contextRef="#ctx0" brushRef="#br0" timeOffset="64079">20826 6688 14908,'1'-17'360,"0"1"-90,-1 2 90,0 3-90,-1 1 269,-1-1-179,-3 3-180,-1 2 90,-10 8 0,-9 10-180,-2 1 90,-19 17-90,3 5-180,0 1-1414,4 0 1054,14-8-89,3-4-451,1 1-1528,2-1-1514,3-1 4032,3-3 0,1 4 0,1 1 0</inkml:trace>
  <inkml:trace contextRef="#ctx0" brushRef="#br0" timeOffset="64403">21159 6586 15628,'-1'-11'450,"0"1"179,0 2-89,2 0 629,-2 2-989,5 12 0,-3-1 0,1 27-90,-4-12 0,-3 12-460,-2-7 460,0-1 0,-2 4-90,0-2 0,0-2 90,1-1-186,1-3 6,-1-1-90,1-1 1,1-2-181,1-2-720,0 3 457,1-5-6393,0 3 7041,1-8 0,2-1 0,1-4 0</inkml:trace>
  <inkml:trace contextRef="#ctx0" brushRef="#br0" timeOffset="64820">21197 6528 13829,'8'-14'-180,"-1"2"540,4-2-180,-3 5 90,3 0 0,-3 2-1,1 3 1,0-1 0,1 2 0,1 0 0,0 2-90,0 0 90,1 1-91,1 2-89,1-1 90,1 2 90,12 3-180,-6 0 90,16 6-90,-8 1 90,5 5-90,-5 3-90,-10-3 90,-7-2-90,-9-4 0,-2 0 90,-4 2-90,-4 1 0,-5 2 0,-3 3 90,-5 0-90,-11 9 0,8-7 0,-8 5 90,4-1-90,8-10 0,-5 9 0,10-10 90,3 0-90,3-4 0,4-4 0,2-1 0,3 2 0,3-2 0,2 2 0,3-3 0,1 0 89,3 0-178,13 2-181,6-1-360,20 1 0,-20-6 1,0-1-3202,24 0 1762,-27-3 0,0 0 1805,17-3 1,-12-1-1,4-1 1,3-1-1,1 0 1</inkml:trace>
  <inkml:trace contextRef="#ctx0" brushRef="#br0" timeOffset="65446">22286 6479 15268,'-1'-13'1170,"0"2"-721,0 6-179,-1-1-90,-1 2-180,-4 1 90,-1 1 0,-2 3-90,0 0 90,-3 1 0,-1 1-90,-4 1 0,0 1 90,-2 0-180,0 2 90,2 1 0,-2 1-90,3 0 90,1 0 0,1 1-90,3 1 90,2-2-90,1 7 90,6 0-90,3 2 90,12 6 0,0-8 0,8 7 0,-4-8 0,2 0-90,-1-2 90,-1 0 0,5 4 0,-3-3 0,2 3-90,-2 1 90,-6-4 0,1 4 0,-7-7 0,0 6 0,-3-6 0,-2 5 0,-3-6-90,-2 0 90,-1 0 0,-3-1 0,-2-1 0,-2 0 0,-1-2 0,-3 0 0,-1-2 0,-2-1 0,-1-1 0,0-1 90,2 0-90,0-1 0,2-1 90,1 0 0,-2-4-90,3-1 90,2-1-90,6-1 90,5 1 0,6-7-90,2 1 90,7-8-90,3 3-461,4-5 461,2 0 0,4-4 90,2 0-1363,3-5 1273,-3 1 0,-1-2-560,-5 4 560,-4 0 0,-6 7 0,-5 3 442,-5 3-442,-10 1 1242,-11 4-1602,-13 4-90,-4 8-90,-3 6-259,4 2-1720,4 3-1169,0 2 3688,4 2 0,0 5 0,0 1 0</inkml:trace>
  <inkml:trace contextRef="#ctx0" brushRef="#br0" timeOffset="65663">22446 7030 16887,'-4'-12'1889,"0"2"-1259,2 1 989,-1-1-630,3 0-809,0 0-5217,3 2 2339,-9 9-2249,1-3 4947,-8 2 0,-6-10 0,-2-4 0</inkml:trace>
  <inkml:trace contextRef="#ctx0" brushRef="#br0" timeOffset="79487">13308 10980 16788,'9'-3'882,"-2"0"-401,-1 2-273,1 0-55,1 0 43,1 0 250,5 2-150,-1-1 8,6 1-10,-2 0 199,17 0-60,-2-1-1109,15 1 1172,-4-1-1477,7 0 1343,4 0-193,-24 0 0,1 0 8,1 0 0,1 0-60,1 1 1,2 0 72,1-1 0,4 2 0,1-1-11,7 1 1,2 1-1,0-1-40,0 0 0,-1 1 0,4-1-42,-3 1 1,3 1 0,1 0 0,-2-1-27,-7 0 0,-1 1 0,0-1 1,0 1-623,0-1 0,1 1 0,-1-1 0,0 0 622,-1 1 1,0-1 0,-1 0 0,-2 0-183,-1 0 0,-3 0 1,3 0 55,13 1 1,3 0 0,-4-1-507,4 1 0,0 0 516,-10-1 0,2 0 0,-5 0-11,-4-1 0,-3-1-9,-2 1 1,-1 0 23,-2-1 1,-3 0 1838,24 0-1661,-10 0 11,-7-1 863,3 0-588,-11 0-203,-1-1 2771,-6 1-2761,-8-2 1746,-1 1-1780,1-1-1547,-6 2 285,-6 2-2355,-2 0-837,-9 4 4313,1-4 1,-9 2-1,-2 1 1</inkml:trace>
  <inkml:trace contextRef="#ctx0" brushRef="#br0" timeOffset="81339">18360 11116 22702,'-7'-10'-3948,"1"1"2671,2 3 704,-1-1 174,1 1 206,-1 0 17,1-2 95,-1 2-571,-2-5 870,-1 1 214,-2-4-282,2 5 120,3 1 86,1 4-87,1-1 114,0 1-40,-1-2-143,5-1 186,2 2 195,5-2 397,4 3 260,4-1-224,8 0 528,23-1-903,-17 5 1,3 0-490,15 0 0,3 0 257,-8 2 1,-1 0-1463,12 1 0,0 0 922,-8 1 0,0-1-1160,8 1 0,2 0 1114,-16-1 0,1 0 0,0 0-605,3 0 0,1 0 0,1 1 577,2-1 0,0 0 0,3 0-38,-9 0 1,2 0 0,-1 0 0,1 0 65,11 0 0,-1 1 0,3-1-12,-7 0 0,1 1 0,1-1 1,-1 1 132,-3-1 0,-1-1 1,0 1-1,0 0-2,0 0 1,0 0-1,0 0 1,0 0 4,-1 0 0,0 1 1,-1-1-1,-1 0-20,10 0 1,-1 1 0,-1-1 0,1 0 0,0 1 0,0-1-138,-2 0 1,-1 1-1,3 0 71,-4-1 1,3-1-1,0 0 1,-1 1-1,-6-1 1,0 1 0,0-1 0,1 1 22,4-1 0,1 0 0,0 0 0,-5-1-9,-3 1 0,-3 0 0,-2-1 37,12 0 0,-7-1 634,-6 0-982,2-2 1983,-20 0-1530,-3 0 2362,-3 0-2364,0 0 2193,-3 0-2194,-2 1 725,1-1-737,-3 0 191,3 1-101,-3-1-180,3 2-90,-3 0-1259,1 4 450,-2 2-5577,-2 0 6566,-5 5 0,-4 0 0,-3 3 0</inkml:trace>
  <inkml:trace contextRef="#ctx0" brushRef="#br0" timeOffset="84478">13536 12086 21264,'-10'4'3987,"1"-1"-2197,4-1-711,0 0 45,1 1 369,-2-2-981,1 2 463,0-1-432,0 1-543,1 0 0,13 2 0,11-3-348,14 3-42,-1-4 1,4-1 161,-9 0 1,2 1-145,12 0 1,2-1 69,-3 0 1,1 1 1,3 0 0,1 0-82,8 0 1,2-1 708,-18 2 0,1-1 0,2 1-255,4-1 1,3 0 0,2 1-1,-3-1-17,4 2 1,-1-1-1,2 0-975,-2 0 1,3 0 0,1-1 0,-4 1 937,3 0 0,-3 0 0,0 0-13,3 0 0,-1 0 1,1 0-21,0 0 1,0 1-1,3-1 23,-13 0 0,4 0 0,0 0 1,2 1-1,-1-1-47,1 0 1,0 0 0,1 0 0,1 0-1,2 1 13,-2-1 1,2 0-1,1 1 1,1-1 0,-2 0-1,-3 0 95,0 0 0,-2 0 1,-1 0-1,1 0 1,0 0-81,7 0 1,1 1 0,1-1 0,-3 0 0,-5 0-33,3-1 1,-6 1-1,3 0 10,-4-1 0,2 1 0,-1-1 0,-3 1-232,15-1 0,-4 1 145,-4 0 1,-2-1 612,-3 1 1,-1-1-552,-6 0 1,1 1-6,12 0 1,0 0-206,-3 0 0,-1-1 136,-1 1 0,-2 0-62,-9 0 0,-3-1 1616,3 0-1609,1 1 1734,-8-1-1911,-1 0 11,-11-1-392,-5 0-274,-17 2 2580,1-1-6512,-15 1 4928,8-1 0,-11 0 1,3 0-1</inkml:trace>
  <inkml:trace contextRef="#ctx0" brushRef="#br0" timeOffset="86361">19790 12264 17365,'10'-10'-1402,"0"3"1097,-1 3 419,4-1 157,4 0-120,2 0 100,12-1 0,-9 3-829,14-2 991,-4 2-101,5 1-979,2 0 856,3 0 7,3 1-19,6 2 21,-12-1 1,3 1-320,7 0 0,0 0-1,0 1 1,2 0 35,-7 0 0,2-1 0,0 1-1,0 0 0,0 1 0,0 0-967,-1-1 1,0 0 0,1 1 931,4 0 0,0-1 0,-3 1-64,6-1 0,-3 1-261,2-1 1,-1 0 475,-3-1 1,-2 1-2,0-1 0,-1-1-421,-4 1 0,-1 0 419,-1-1 0,0 0-1,-2 0 0,1 1-156,-3-2 0,-1 1 155,-4 0 0,-1 0 1432,22-1-1465,-13-1 0,-7 1 726,-7-1-731,2-1 1570,-4 0-1701,-2 0 1399,-6 0-1668,-8 3-4342,0-1 4698,-9 6 1,-2-2-1,-8 5 1</inkml:trace>
  <inkml:trace contextRef="#ctx0" brushRef="#br0" timeOffset="87495">13777 13337 25047,'-10'-1'-841,"1"0"624,2 1 396,-1 0-65,1 0 179,-2 0-48,1 0 79,-1 1 90,0 1 385,-4-1-100,0 1-70,-2 0-19,5 0 182,1 0-165,19-1-953,0 1 40,22-2 107,1-1-1277,14-1 1225,5-1-683,-20 2 0,1-1 788,1 1 0,1 0-45,8 0 0,1 0 325,2 0 1,4 0-30,2 1 1,5 0-1,2-1-77,-10 1 1,0 1-1,3-1 1,1 0-546,1 1 0,3 0 0,1-1 1,0 1-1,-2 0 453,-5 0 1,-1 0 0,0 0 0,1 0-1,2 0-287,1 1 0,2-1 0,2 0 0,-1 1 0,-1-1 0,-4 1 235,-4-1 1,-3 0 0,-1 1-1,1-1 1,2 0-191,8 1 1,4-1 0,0 0 0,-2 1 0,-3-1 138,-5 1 1,-3-1 0,-1 0 0,1 1-121,0-1 1,0 0-1,0 0 1,-1 0 81,9 1 0,-1 0 0,0 0-22,0 0 1,1-1 0,-1 0 2,0 1 1,-1-1 0,0 1 121,-1-1 1,0-1 0,0 1-8,-2 0 1,0 1 0,0-2 131,-3 1 1,0-1 0,1 0-105,-4 0 0,3 0 0,-2 0 1,-2 0 173,-2-1 1,-2 0 0,1 1-131,15-2 0,4 1 0,-7-1 53,-9 0 1,-3 0 49,5-1 1,-4 0-180,5-3 1188,-13 0-1440,-18 3 2315,1-1-2204,-7 2 1709,0 0-1812,-2 0 790,0 1-3877,-1 2 1499,-7 4-1146,0-1 3069,-8 3 0,-6-2 1,-2 1-1</inkml:trace>
  <inkml:trace contextRef="#ctx0" brushRef="#br0" timeOffset="92103">14383 14535 27924,'-1'-12'-6742,"0"1"4694,1 4 1346,0 0 770,3 1 758,0 2 431,1 0 101,1 2-500,-1 0 1816,4 1-718,-3 3-846,1 2-866,-1 2-1232,-3 3-636,0 1-165,0 14-462,-2 11 154,0 4 1442,-1-9 1,0 1-21,-2 23 561,0 0 582,0-10 303,1-16-267,0-2-166,-1-1-277,1-1-150,1-2-177,-1-2-559,2 4 169,0-8-444,1 2-1319,2-8 2471,2-3 1,4-5 0,2-2-1</inkml:trace>
  <inkml:trace contextRef="#ctx0" brushRef="#br0" timeOffset="92470">14400 14468 27346,'-6'-10'-7969,"1"2"5314,0 0 1670,2 2 313,7-3 2191,1 4 329,7-2 287,0 4-1552,5 0 1810,3 1 53,7-2-23,19 1 45,3 1-1677,1 0-702,-21 4 0,1 1-909,18 6 421,-18 1 1,0 1-552,13 10-54,-5 18-792,-22-9 658,-8-2 1,-3 1-703,-5 10 524,-9 15 346,-7-11 905,0-11 1,-4 1 235,-4 0 1,-1 0 208,-1 0 1,-1-1 355,-1-3 1,0-2 1507,-12 9-365,0-4-279,2-1-229,2-3-411,5-4-362,4-3-269,6-5-217,5-1-341,4-4-331,5-2-3537,2-2 944,11-4 3287,1-3 0,14-9 0,1-3 1</inkml:trace>
  <inkml:trace contextRef="#ctx0" brushRef="#br0" timeOffset="92911">14880 14965 30340,'7'-9'-2331,"1"-1"1896,-1 6 1504,5-3-328,-2 2 128,4 0-145,-3 2-23,1 0-196,2 1 79,1 0-584,0-1 0,1 1 0,8-3 0,6-1 0,0-1 0,9-4 0,-10-3 0,6-7 0,-12 2 0,-2-9 0,-13 10-485,-2-5-1338,-5 6-416,-5 0-682,-3 1 342,-4 0 650,-3 3 654,-3 3 1011,-16 8 1240,-13 19 915,-2 6-942,15 4 1,1 4 26,13-9 1,1 0-146,-4 9 1,1 2-378,4 3 0,4 1-333,3-9 0,1 1-311,-1 7 0,3-1-1158,1 11-794,5-6 229,3-1 290,2-4 111,3-2 82,3-4 204,2-4 387,11 1 531,-4-9 443,9 0-116,3-12 861,-7-4-1064,12-4-332,-8-5 1222,2-3 1,4-5 0,0-2 0</inkml:trace>
  <inkml:trace contextRef="#ctx0" brushRef="#br0" timeOffset="93255">15709 15014 30455,'0'-13'-6767,"1"3"4749,-1 0 1251,1 5 860,-1-4-212,0 3 51,-1-1-628,-4 3-474,-3 2 2625,-4 5 849,-2 2 76,-6 5-360,-2 4 8,-4 4-160,-2 6-99,1 4-1769,1 5 0,3-2 0,4 2-894,-3 11-713,6 1 32,3-2 88,7-8-125,8-16-630,8 5-79,8-2 950,3-2 163,4-6 650,-5-9 235,0-2-723,0-2 498,1-2 1213,-1-3 0,9-6 1,0-2-1</inkml:trace>
  <inkml:trace contextRef="#ctx0" brushRef="#br0" timeOffset="94171">15962 15068 32011,'-4'-10'-7601,"-1"3"6149,-2 7 4291,0 3-823,-3 3-979,1 0-621,0 3-230,-1 2-1056,-1 3 2590,0 1-783,-2 5-1940,2-1-195,-1 3 291,2-2 20,2 0 170,-1 8-51,3 0-46,1 6-131,6-9-232,2-5-154,2-6 29,2-2 409,0-2 341,3-1 621,1-3 486,2-1 535,-1-2 384,1-1 664,1-3 264,6-3 124,4-8-596,-2-1-700,1-14-768,-10-1-985,-2 0-296,-6-1-663,-5 11-692,-5-6-669,0 6 201,-3-4 309,0 9 947,0 1 706,0 3 372,-1 1 388,1 1 718,1 3 476,0 0 217,2 1-253,-1 0-98,13-5 181,-2 4-205,11-5 458,-4 4 131,3 0-287,0-1-72,2-1-511,9-4-835,-5 2 0,6-2 0,-10 3 0,7-4 0,-7 4 0,3-1 0,-9 4 0,1 0 0,0 0 0,-1 2 0,-2 3 0,-4 2 0,0 5-432,-3 2-2200,-1 3 330,-2 3 151,-2 3 71,-2 7 25,-1 4 403,-2 4 1179,-2 0 830,-5 13 640,4-11-240,-6 17-303,5-19-39,-1 5-152,6-14-74,-2-1-2,7-12-244,-3 0 118,4-5-269,10-10 1909,-2-1-472,11-13-312,-2-1-150,5-9-233,1-4-211,-5 5 0,0-2-126,2-1 0,0-2 148,4-5 0,-1 0-895,-4 9 1,0 1-141,11-14 379,-12 20 297,-1 4 258,-4 4 181,0 5 340,-2 2 224,-2 4 398,3 5-1226,-4 4-836,0 6-735,-3 1-526,-1 15 199,-2-4-137,-1 22-186,-2-18-335,0 10 1162,0-1 769,1-10 586,1 7 344,1-13-386,1-3-318,1-1-166,2-2-203,1-2 111,2-2 156,2-1 151,0-3 210,1-2-1261,0-3-635,1-4 2546,2-1 0,7-8 1,2-3-1</inkml:trace>
  <inkml:trace contextRef="#ctx0" brushRef="#br0" timeOffset="94570">16770 15096 32020,'-3'-10'-9781,"1"2"6823,1 1 2486,0 2 658,0-3-406,4 10 1329,0 0-281,3 9-2808,-2 0 2277,0 2-231,0 3-373,0 2 403,3 13-412,-2-7-1025,3 9-9,0-1 798,-2-8 577,4 13 29,-5-18 49,2 3 9,-4-9 1,2-2 337,-1-2 16,2-2 355,0-2 416,1-1 463,0-4 718,2-1 460,0-4-462,3-5-639,3-5-332,1-5-593,2-7-745,-4 2 1,0-3-383,1-4 0,-1 0-385,0 0 0,0-2-311,0-6 0,-2 2-678,0-11 188,0 2 221,-5 16 73,-6 18-748,0 6 409,-5 4 264,0 5 292,-3 4-1074,2 3 2049,1 1 1,-1 9 0,0 2 0</inkml:trace>
  <inkml:trace contextRef="#ctx0" brushRef="#br0" timeOffset="95286">17407 15132 32595,'-1'-12'-9300,"0"0"6406,0 6 1449,-1-3 520,0 3 801,-2-1 157,-1 3 875,0 3-1448,-4 1 3296,1 4-206,-4 2 38,0 2-282,-9 13-557,-3 9-420,1 3-999,2 2-921,9-11-816,3 7-338,5 2-184,3-2 99,6-3-91,1-8 262,13 11 702,-5-14 264,9 7 398,-4-15 1125,-4-5 778,12-5 588,-1-12 204,5-15-693,-6-2-661,-4-21-777,-13 21-465,-1-10-1001,-9 5-867,-1 10-555,-3-6 120,-1 13 784,1 3 280,-2 0 909,2 6 351,-2-1 251,5 7 1017,8 6 375,2-2 996,12 2-450,-4-5 513,2-2-169,-4-3-445,9-6-399,-4-2-693,8-6-821,-5-1-105,0-2-384,3-6-679,-1-1 504,-5 6 0,0-2 103,-2-1 1,-1-1 114,3-7 0,-1 1-2,-5 7 1,-1 0-9,-1-4 1,0 1 468,1-11-869,0 0-35,-4 14-7,-5 14 574,2 0-537,-1 5 246,2 10 555,-4 7-745,1 13 44,-4 5 1574,0 7-1276,-3 7 298,-3 5 178,1-10 0,-1 1 8,1-7 0,0-1-165,-2 11 0,0-1 794,-4 15-296,4-18 0,0 1 180,-2 16-322,4-20 1,1 0 183,1 7-362,2-3-487,2-4 25,2-5-3447,6 6 2546,0-10-218,5 5-1179,-2-13-793,1-2 3754,1-3 1,7 0 0,2 0 0</inkml:trace>
  <inkml:trace contextRef="#ctx0" brushRef="#br0" timeOffset="95986">18037 15156 32767,'0'-10'-4001,"1"0"2099,-1 3 683,-5 9 4170,1 0-1469,-5 8-1264,3-1-147,0 6-1522,0-3 2239,0 5-138,3-4-338,0 7-2379,2 1 10,0 0 759,4-2-155,1-7 406,6 4 586,-2-5 242,4 1 551,-2-6 532,0-2 605,1-1 164,0-2 769,6-4 245,-4-3-1291,4-4-1356,0-14 0,-3 1 0,6-22 0,-8 8-331,-1 1-1319,-4 7-454,-3 13 441,0 1 292,-1 2 632,0 2 329,-1 1 81,2 1 460,-3 3 421,2 0-185,-1 2 94,3 1 964,1 2 597,2 2-420,-1 1-314,-1 1-539,1-2-749,1 2 0,-1-2 0,1 1 0,1-2 0,0-1 0,3-1 0,0-3 0,3-2 0,5-4 0,2-4 0,7-5 0,2-5 0,2-3 0,1-4 0,-1-3-1141,-1-5 249,-1-3 28,-1-2 344,-12 11 0,0-1-9,-5 8 1,0 0 2,3-9 0,-2 1-721,1-9 658,-7 15 0,0 1-677,0-7 106,2-5-10,-6 21 940,-2 5-654,-7 21 260,-3 6-114,-6 20 242,-2 7 184,1 5-292,-2 9 550,6-14 1,0 2 64,2-10 0,1 0 29,-3 10 1,1 0-42,3-13 1,1 0 79,1 0 0,0 0 48,-2 24-3,4-17 0,1-1 60,1 15-682,2-19 0,0-1 534,5 9-647,9 8 616,-2-13 254,13 6-401,-9-23 109,4-3-1507,-7-11 1940,5-6 0,1-10 1,6-5-1</inkml:trace>
  <inkml:trace contextRef="#ctx0" brushRef="#br0" timeOffset="96211">18678 14859 32767,'4'8'-5537,"2"-1"4203,2-5 3172,10 1-422,-3-2-354,8-1-90,-4-2-121,2 1-630,3-3 290,3 1-511,2-2 0,0 0 0,8-2 0,-3-1 0,5-1-3029,-10 1 2968,-7 2 1,-4 1 0,1-1 0</inkml:trace>
  <inkml:trace contextRef="#ctx0" brushRef="#br0" timeOffset="96471">19176 14870 32767,'9'7'0,"-2"0"-1167,-3-1-437,-1 1 353,0 1 238,1 3 324,-2 0-9,1 2-1495,-1 1 1083,0 10 48,-2 4 458,0 1 119,-1-1 207,-1-8 92,0 0-61,0-2-21,0 1-76,2-2-290,-1-1-834,1-3-1000,0-1-1198,1-1 3602,-1-2 1,1-2 0,1-1 0</inkml:trace>
  <inkml:trace contextRef="#ctx0" brushRef="#br0" timeOffset="96712">19376 14643 32767,'0'-12'-6094,"1"2"3281,-1 2 1885,1 2 539,0 0 455,-1 0 208,1-1-659,-4 16-1689,1-7 2886,-2 12-1230,2-9 333,0 3-3271,1-3 3423,0 2 0,4-5 0,2-1 1</inkml:trace>
  <inkml:trace contextRef="#ctx0" brushRef="#br0" timeOffset="97594">19568 15069 11352,'8'-7'9693,"-1"2"-7973,-3 1 424,-1 1-1444,2-1 724,-2 1-717,1-1 556,-1 1 15,-8 7-1035,0 1 73,-17 16-232,6-3 324,-8 9-378,1 9 359,6-8-699,-1 9 810,9-13 259,3-3-692,3-1-67,1-3 0,3 8 0,2-8 0,4 5 0,1-10 0,2-2 0,2-2 0,8-3-130,-3-4-1557,5-4-669,-4-3 656,2-7 522,0-5 758,7-18 697,-9 5-421,3-12 1535,-13 13 566,-2-7 209,-6 10-342,-1-5-1824,-5 11 0,-6-4 0,-3 4 0,1 1 0,-2 6 0,8 9 0,-1 1-824,10 8 646,2-2-926,7 4 152,1-4-243,2 0-144,2-1 332,12-1 141,-4-2 217,14-1-1446,12-4 1322,-8 0-853,14-1 1490,-20 2 239,-3 2-196,-6-1 334,-5 2-95,-4 0-48,-2 1-39,-3 0-131,2 2-57,-4 4 1535,-2 1-649,-7 7 1527,-5 1-515,-9 17-131,1-3-1404,-7 13 1392,4-7-185,-6 15-254,1 3-1138,1 0-269,5-9 199,7-18 150,0 2-17,3-10-112,0 2 0,2-8 0,1-2 0,3-3 0,4-5 0,2-3 0,4-6-351,10-18-406,-1 1 445,-1-3 1,2-3-17,-3 2 0,1 0-853,0-1 0,1 0 989,-2 2 0,-1 1 1696,7-6-1414,8-4 257,-12 16-697,10-1-121,-18 19-614,1 3-458,-8 9 3015,-3 14-810,-4 17-191,-1-10 1,-1 1 496,-4 25 102,-1 1 456,3-18-1526,1 12 0,2-15 0,2 7 0,4-18 0,8 9 0,-1-10 0,7 4 0,-2-13 0,0-4-1269,2-3-2100,1-3-2094,14-8 5046,1-9 0,5-5 1,-7-6-1</inkml:trace>
  <inkml:trace contextRef="#ctx0" brushRef="#br0" timeOffset="98144">14888 15892 14009,'-17'-6'-270,"1"-1"360,0 2 90,-1-1 90,1 1 90,-2-1-1,1 2 1,1 0 0,2 0-90,2 2 1259,0-1-1259,15 0 0,1 1 0,18-1-1,5 3-941,7-2 852,13 1-1581,6-2 1535,-22 1 1,3 0-45,4-1 0,2 0 0,5 0 0,2 0 0,7-1 0,2 0-863,-16 1 1,1 0 0,0 0 802,2 0 0,1 0 0,5 0 24,-1-1 0,5 1 0,3-1 0,0 1 0,-3 0-381,1 0 0,-3 0 1,1 0-1,7 0 349,-11 0 1,4 1-1,3-1 1,1 0-1,2 0 1,0 0-1,-1 1 1,-2-1-118,-4 1 1,-2 1 0,-1-1 0,1 0 0,0 0 0,0 1-1,2-1 1,1 1 103,-1-1 0,1 1 0,1-1 0,1 1 0,1 0 0,-1-1 0,1 1 0,-2 0 0,0 0 0,-2 0-71,4 0 0,-1 0 0,0 0 0,-1 0 0,-1 1 0,0-1 0,0 1 1,0-1 73,6 1 1,1 0 0,-1 1 0,0-1 0,-1 0 0,-2 1 0,-2 0-13,4 0 0,-2 1 0,-1 0 0,-2 0 0,2 0 17,-1 0 1,1 0 0,-1 0 0,0 1 0,1-1-51,-2 1 0,0 1 0,-1-1 0,1 0 0,-1 1 51,0-1 0,-1 0 0,0 0 0,0 0 0,-1 1-18,-1-1 0,0 1 0,-1-1 0,0 1 0,-1 0 0,11 0 0,-1 0 0,0 1 0,-2-1 82,-5 0 0,-2 0 0,0-1 1,0 1-83,-3 0 0,0-1 0,-2 0 0,0 0 0,6 1 0,-2 0 0,0-1 0,-3-1 0,0 1 0,-2-1 0,11 1 0,0 0 159,3-2 0,-3 0-159,-19-1 0,-2-1 539,7-2 1,-5-3-989,-10-8 484,-15-7-2463,-35-7 809,-8 6-900,-16-2 171,12 10 2348,-5 0 0,13 6 0,-1-1 0,-5-1 0,0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2:52.5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3065 14935 12348,'-20'-9'983,"3"0"0,50 2-340,-15 2-598,28-2 0,4 0 45,-8 0-90,-8 2 0,7-1 0,-3 0 45,3 0 0,0-1-45,-9 2 0,2 1 0,1-1 29,9-1 1,2 0 0,0 0-30,-5 2 0,-1-1 0,-1 1 0,-5 0 0,-1 0 0,0 0 45,14-1 0,-6 0 225,-11 1-90,0 0 270,-7 3-450,-23 4-90,-16 9 0,0-3 90,-8 4-90,19-8-238,1 0 0,1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2:53.1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138 18091 13068,'-23'33'-23,"-1"-1"1,0 1-1,-5 6 1,1 0-1,18-21 12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01:38.50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6737 3714 8252,'4'-7'2339,"-1"0"-1619,1 1-91,0 3-539,-4 9 90,-23 36-135,5-9 0,-2 3-45,-3 6 0,-1 1-1639,4-5 1,2-4 1523,1 5 115,14-18 0,5-18-90,22 0-90,21-11-45,-7 4 0,3-1 90,3-2 1,1 0 89,-2-1 0,-4 0 45,8-3 179,-26-6 1,-4-3 180,-9-5-180,6-8-90,-30 78-135,8-3 0,1 3 0,-4-1 0,1 1-285,5-5 0,2 1 1,6-9 329,21-6 0,-1 9 0,13-28 0</inkml:trace>
  <inkml:trace contextRef="#ctx0" brushRef="#br0" timeOffset="477">7472 3901 9871,'-5'-26'3276,"-10"14"-2710,-7 19 0,-2 7-476,-6 6-30,9 11 0,-1 10 0,8-1-285,13 1 0,6-1 105,-3-6 0,0 1 0,5-4 75,9 3 0,8-11 0,21-18 0,2-18 0,-11-18 0,-8-12 75,-13 7 0,-5-5 0,-8 2-90,-9 0 0,-7 1 0,-6 6-990,-7 7 1,-7 4 0,1 8 1049,-5 8 0,4 11 0,12 10 0,9 4 0,15 12 0</inkml:trace>
  <inkml:trace contextRef="#ctx0" brushRef="#br0" timeOffset="1092">8035 3826 10141,'-26'-27'1439,"4"6"-269,-12 21-856,7 10 1,0 5-180,-5 4 0,1 2-135,3-2 0,4 2 0,8 5 0,6-1-180,10-7-269,27 14 224,-2-30 0,5-7 135,8-3 0,0-4 0,-3-6 0,-3 0 90,8 2 0,-35 37 0,-6 13 0,0-1 0,-2 4 0,-1 2 30,-3 5 0,0 1 0,-4-1 90,0-6 0,-3-2 0,-2-5-30,-9-4 0,-2-7-90,-18-8-945,15-21 1,8-8 124,20-7 1,-4-13 0,29 7 0</inkml:trace>
  <inkml:trace contextRef="#ctx0" brushRef="#br0" timeOffset="1543">8537 3918 11221,'9'-26'3276,"-16"12"-2576,-15 36 1,-6 19-701,8-6 0,1 4 0,2 3-248,3-1 1,0 3 0,3 1-1,5-1-112,6 7 1,6-1-1,7-8 180,8-12 0,5-5 0,1-6 135,6-2 0,0-10 45,9-19 0,-15-9 0,-37 0 0,-10 0-89,-10-16-586,-4 20 0,-5 9 675,10 13 0,3 6 0,0 6 0,13 7 0</inkml:trace>
  <inkml:trace contextRef="#ctx0" brushRef="#br0" timeOffset="2404">10852 4158 8432,'-13'-5'2609,"-3"-1"-1980,3 0 721,-2-1-901,25 5 1,16 2-315,2 1 0,8 2-23,1 0 1,8 0-1,1 1 1,-4-1-1206,-4 0 1,-3 0 0,7-1 1114,-2 1 0,7 0 0,4 0 0,2 1 0,-1-1 0,-4 0 0,-8-1-194,4 1 1,-7-1-1,6 0 172,-3 0 0,7 0 0,5 0 0,0 0 0,-1-1 0,-4 1 0,-8-1-30,2 0 0,-7-1 0,3 0 30,4 1 0,4 0 0,-1-1 0,-6 0-90,3-2 0,-7-1-1169,4-2-540,-15-4 1799,-30 0 0,-10-1 0,-4 2 0</inkml:trace>
  <inkml:trace contextRef="#ctx0" brushRef="#br0" timeOffset="2805">12093 3986 10681,'-10'-13'2249,"16"6"-2069,3 9 89,19 13 1,8 5-180,-1 1 0,1 0-120,-7-3 0,1 0 0,-1 0-15,15 7 0,-2-2 0,-9-8 0,-2-1-45,10 4 0,4-2 90,-19-8-90,-8-2 90,-11 0-90,-32 0 90,-3 3 0,-4 3-270,-10 6 1,-2 2-271,8-2 0,2 2-1099,0 5 1,7-1 1310,12-2 1,10 4-1,8-12 1</inkml:trace>
  <inkml:trace contextRef="#ctx0" brushRef="#br0" timeOffset="3862">10534 3288 9422,'5'-10'90,"-1"0"359,-1-1 1,-1 5-270,0-2 450,0 4-451,4 10-89,-3 10 0,3 22 0,-7 4 0,-2 2-45,2-17 0,-1 1-105,-1 9 0,-1 3 0,0-6-120,0-1-450,-1 3 1,1-3-1260,3-11 1889,2 8 0,3-21 0,3-5 0</inkml:trace>
  <inkml:trace contextRef="#ctx0" brushRef="#br0" timeOffset="4187">10857 3403 9781,'15'14'1260,"19"14"-1170,-15-13 89,12 8 1,0-1-180,-8-4-270,5 3 1,0 0-451,-9-4-359,8 6 1079,-13-13 0,-5-4 0,-1-2 0</inkml:trace>
  <inkml:trace contextRef="#ctx0" brushRef="#br0" timeOffset="4387">11167 3457 8882,'-8'-27'809,"3"14"-359,-3-8 0,-11 35-360,8-4 90,-13 21 0,-1 5-90,5-4-120,4-5 0,-2 5 0,1-2-1609,1 2 1,2-1-1,1-4 1,1-2 1131,0 1 1,3-3 0,8-8 0,-1 0 0</inkml:trace>
  <inkml:trace contextRef="#ctx0" brushRef="#br0" timeOffset="4696">11633 3188 9691,'2'-13'1799,"-6"38"-1619,0 6-180,0-1 0,-2 7 0,1 0-1639,0 11 1,1 0-1,-2-5 1,3-2-1,3 1 1,3-8 1292,2-15 1,11 12 0,-2-15-1</inkml:trace>
  <inkml:trace contextRef="#ctx0" brushRef="#br0" timeOffset="4970">11892 3393 9961,'13'6'1979,"-4"-3"-1709,8 13 0,2 4-180,-4-2-45,6 2 0,1 1-315,9 10-450,-10-11 1,0 1 719,-2-3 0,-1-2 0,10 8 0,-10-10 0</inkml:trace>
  <inkml:trace contextRef="#ctx0" brushRef="#br0" timeOffset="5186">12217 3442 9961,'-9'-13'900,"0"1"-540,-4 12 179,-19 29-449,10-6-90,-7 12 0,-1 4-629,0-2-46,8-9 0,0 0 675,-2 6 0,10-12 0,3 0 0</inkml:trace>
  <inkml:trace contextRef="#ctx0" brushRef="#br0" timeOffset="5662">12551 3295 10411,'-4'5'2788,"2"-4"-2518,-10 24-90,2-5-90,-5 10 0,4 0-180,5-9-180,13 9 180,0-18-269,24 21 269,-11-17-90,14 10 0,-7 1 90,-13-9 0,-5 16 90,-16-15-90,-21 15 90,-10-5-90,16-16 0,-1 0-675,-5-1 1,1-2-2513,0-2 3196,-2-3 1,24-8 0,0-2 0</inkml:trace>
  <inkml:trace contextRef="#ctx0" brushRef="#br0" timeOffset="5896">12514 3336 10051,'-7'-9'1439,"4"0"-1079,10 3-270,2 1 180,14-3-450,17-2-1349,-16 4 0,2-1 1529,-1 1 0,-1 0 0,17-2 0,-18 4 0</inkml:trace>
  <inkml:trace contextRef="#ctx0" brushRef="#br0" timeOffset="6154">12884 3260 11490,'5'0'2249,"-2"1"-1709,-3 31-360,-3 0-90,-2 6 0,-1 3-180,3-14 0,-1 1-180,-2 8 0,1-1-2249,4 14 2519,6-15 0,3-4 0,6-14 0</inkml:trace>
  <inkml:trace contextRef="#ctx0" brushRef="#br0" timeOffset="6629">13241 3288 8814,'-16'-5'1349,"6"2"699,-8-3-519,11 5-572,31-5-507,17 4-450,-13 1 0,2 1 0,3 3 0,-4 5-90,4 15 0,-9 0 45,-33 17 0,-15 5 0,-5-11 0,-5 0 15,9-4 0,-1 2 0,-1-2 30,-12 4 0,2-5-90,3 2 165,14-11-165,34-3-360,34-17 180,-18 1 0,1 0-180,8-5 1,1-1-1190,-1-2 1,-2 0-1022,10-2 2660,-20 3 0,-3 0 0,0-2 0,3 0 0</inkml:trace>
  <inkml:trace contextRef="#ctx0" brushRef="#br0" timeOffset="6820">13953 3632 14009,'5'-5'-653,"-1"2"1,-12 9 0,-7 2 0</inkml:trace>
  <inkml:trace contextRef="#ctx0" brushRef="#br0" timeOffset="10663">14103 4085 7263,'8'-8'1439,"0"3"-1169,-2 2 90,-3 19-180,-1 3-61,-2 11 1,-3 10 0,0-2-75,0-5 0,0 2-23,0 0 1,0 6 0,-1 1-1,1-5-1628,-2 11 0,0-4 1606,1-5 0,1 0-45,0-1 0,2-7-405,2-16-2248,2 11 2698,2-29 0,-3 0 0,1-6 0</inkml:trace>
  <inkml:trace contextRef="#ctx0" brushRef="#br0" timeOffset="11716">14146 3882 8252,'-13'-21'2429,"39"7"-3249,4 10 1,12 4 0,5 0 0,-2 1 425,-2-1 1,0 1-1,3 0 1,8 0 420,-19 0 1,3-1 0,4 1-1,2 0 1,2 0 0,3 1 0,0-1-1,2 0 1,0 0 0,0 1-1,1-1 1,-2 1 0,0-1-100,-4 0 0,2 1 0,0-1 0,0 1 0,1 0 1,0-1-1,1 1 0,-1 0 0,1 0 0,-1-1 1,1 1-1,-1 0 0,0-1 0,0 1 0,-1-1 72,2 1 0,0-1 0,-1 1 0,0-1 0,0 0 0,0 1 0,0-1 0,0 0 0,1 0 0,-1 1 0,1-1 0,0 0 0,0 1 0,2-1-2,-3 1 0,1-1 0,2 1 0,0-1 0,2 1 0,-1-1 0,1 1 0,-1 0 0,0-1 0,-2 1 0,0-1 0,-1 1 1,-3-1-1,-1 0 0,-3 0 0,-2 0 40,15 1 1,-5-1-1,-3-1 1,-2 1-1,-1 0 1,0-1 0,1 1 12,1 0 0,0-1 1,0 1-1,-1 0 1,-1-1-1,-1 1 0,-4-1 264,13 0 0,-3 1 0,-5-1 0,-8 0-228,-9-1 1,-4 1 226,12-1 1,-6 1 1492,-15 1-1538,13 1 2388,-12 0-2567,-2 1 2387,-1 0-2477,-8-1 14,2 6-14,-5 25 0,-1-11 30,-3 7 0,-2 8 0,0-1-30,-2 4 0,1 2 22,0-8 1,0 3 0,0 2-1,0 1-93,1-2 0,-1 2 0,1 0 0,0 1 0,0 0 89,0-1 0,1 1 0,0 0 0,0-1 0,0 1-553,0 6 1,0 0 0,0 0-1,0-3 565,1 4 0,1-1 0,1-7 15,0-8 0,0-5-45,1 3-279,-25-4 279,6-25 0,-27-1-45,12-5 0,-7-3 0,-5-2 0,-6 1-224,13 3 1,-3 1 0,-2-1-1,-3 0 1,-2 1 0,-3-1-1,-1 0 1,-1 0 0,-2 0 262,13 1 1,-2 0 0,-2 0-1,-1 0 1,-2 0 0,-1 0 0,0 0-1,-2 0 1,1-1 0,-1 1-1,-1 0 1,1 0 0,1 0 0,0 0-1,0 0 1,2 0 0,1 0-109,-1 1 1,0-1 0,1 0 0,1 1 0,0-1 0,0 1-1,0 0 1,0-1 0,0 1 0,0 0 0,0 0 0,-2 0-1,0 0 1,-1 0 0,0 0 113,5 0 0,-1 1 0,-1-1 0,-1 1 0,0-1 0,-1 1 0,-1 0 0,1-1 0,-1 1 0,0 0 0,0-1 0,1 1 0,0 0 0,0 0 0,1 0 0,1 0 0,1 1 0,1-1 0,2 1 0,1 0 0,-11-1 0,1 1 0,2-1 0,1 1 0,0 0 0,2 1 0,0-1 0,2 1 0,-1-1 0,2 0 0,0 1 0,0-1 50,-5 0 0,1 0 0,1 0 0,1 0 0,1 0 0,0 0 1,0 0-1,0 0 0,-1 1-120,-1 0 0,-3 0 0,-2 0 0,1 0 0,1 1 0,3-1 0,4 1 0,6-1 0,7 1-97,-7-1 0,5 0-763,-12 1 1,-4 1-1,19 2 1436,24-1-506,8-4 0,20-1 0,8-6 0</inkml:trace>
  <inkml:trace contextRef="#ctx0" brushRef="#br0" timeOffset="12466">15429 4044 8792,'-5'-7'989,"0"-1"1080,4 3-1169,-1 0-810,1 20 0,-2 14 0,-2 11 0,-1 4-55,0-5 1,-1 3 0,0 4 0,0 0 0,1-1-288,0 2 1,0 1 0,0 0 0,1 0 0,-1-2 71,0-1 0,-1 1 0,0-2 1,2-2-1,1-5-360,1 2 0,2-5 1,4-7 539,13-1 0,5-19 0,4-11 0</inkml:trace>
  <inkml:trace contextRef="#ctx0" brushRef="#br0" timeOffset="12832">16652 4037 9961,'-2'-25'1080,"2"0"-4357,8 46 1343,-4-11 2276,-1 18 1,0 16 0,-1 5 0,-1-7-298,-1 4 0,-2 1-27,1-8 0,0 6 0,0 3 0,0-1 0,0-4-348,0 8 0,0-3 1,0-2 509,0-9 1,-1-3 0,2 1-181,3 3 0,2 0 0,1-9 0,8-8 0,8 13 0</inkml:trace>
  <inkml:trace contextRef="#ctx0" brushRef="#br0" timeOffset="17916">3328 3819 8522,'-11'-6'1979,"1"1"-1889,19-2 0,20 0-90,6 0-90,3 5 0,1 3 0,4 6 90,-14-4 0,-4 4-90,-13 19 0,-33 14 90,6-10 0,-6-2 0,2-1 0,11-10 0,8 24-90,28-13 90,-4-3-45,-7-1 0,-8 4 45,-29 6 0,-13 1-390,13-8 0,0 2 1,-2-3-80,-3 0 1,-1-2 0,1-2 0,-3-1 0,8-6 0,14-9 0</inkml:trace>
  <inkml:trace contextRef="#ctx0" brushRef="#br0" timeOffset="18380">3839 3872 8702,'-1'-20'1619,"1"9"-1079,34-8-360,-5 17-90,-1 8 0,-1 4 0,-2 4-90,-13 11 0,-8 6 29,-15-1 1,-9 2 0,0 0-30,-1 8 0,-1 0 0,-2-2 0,-4 1 0,5-6 0,4-11 0,8-2-89,20 17-91,20-26-1459,17-6 1,4-3 1085,-23-2 1,0-1 552,12-2 0,4-1 0,-6 0 0,6-3 0,-9 2 0,1 0 0</inkml:trace>
  <inkml:trace contextRef="#ctx0" brushRef="#br0" timeOffset="18665">4207 4053 9242,'-4'-17'1889,"10"1"-1620,2 11 271,28 3-90,9 12-315,-2 6 0,2 2-225,-17-8 0,-1 1-1035,18 12 1,-5 1 1124,-17-10 0,8 6 0,-18-12 0</inkml:trace>
  <inkml:trace contextRef="#ctx0" brushRef="#br0" timeOffset="18865">4626 3985 9422,'-16'-16'269,"-8"14"1,-5 6-135,1 1 0,-2 6 15,-9 10 0,-3 7 0,1 3-970,13-6 1,2 2 0,0 1 0,1 0-245,-9 7 0,1 0 0,2 1 918,1 0 0,2 2 0,4-6 0,7-10 1,1-1-1,0 1 0,-1 0 0</inkml:trace>
  <inkml:trace contextRef="#ctx0" brushRef="#br0" timeOffset="20571">5227 3588 0,'-19'29'0,"-1"6"0,-2 4 0,2-1 904,9-16-904,-1 0 0,5-7 0,-2 3 0</inkml:trace>
  <inkml:trace contextRef="#ctx0" brushRef="#br0" timeOffset="21230">4806 3794 6453,'-9'-5'1709,"1"1"-269,-3-3-541,5 5 90,-5-4-899,16 3 180,18 0-270,9 1-90,6 1-90,-9 2 0,0 2-89,16 6 134,-19 1 0,-2 1 135,2 4 0,-32 16 90,-3-20 0,-27 23 0,22-23 0,-20 21-450,59-4 270,-17-1 0,16 1 0,-5 0 180,-33 14 0,-3-8 0,-7-2-45,-10-3 0,-4-4-315,4-2 0,2-2 270,-8 4 0,38-23 0,17-11 0</inkml:trace>
  <inkml:trace contextRef="#ctx0" brushRef="#br0" timeOffset="21682">5247 3699 10411,'2'-14'900,"6"0"-631,5 6-179,6 2 180,11 6-270,-11 2 90,7 5 0,-12 19-90,-7-9 0,-7 12 0,-7 6 30,-11-2 0,-7 0 0,1 0-30,6-4 0,2-1 0,-3 1 0,-5 1 0,-3 3 0,1-1 0,6-4 45,1 1 0,9-2-90,12-1 0,6-2-45,14 0 90,3-18 0,4-5-180,2-2 0,1-2-225,-4 0 1,1 0 179,3 0 0,-1 1-225,9-3 450,-17 3 0,-3-1 0,8 0 0</inkml:trace>
  <inkml:trace contextRef="#ctx0" brushRef="#br0" timeOffset="21972">5686 3863 10951,'-13'-16'2878,"-1"-1"-2338,44 31-450,-15-7-510,12 9 0,9 8 0,-4-2-659,-11-7 0,0 1 1079,17 12 0,-2-2 0,-14-9 0,-9-7 0</inkml:trace>
  <inkml:trace contextRef="#ctx0" brushRef="#br0" timeOffset="22149">6045 3777 10861,'-30'-9'989,"-3"27"1,-8 16-1,1 2-1147,11-13 1,0 2 0,0 0-1,0 2-220,0 0 0,0 1 1,0 2-1,0 0 1,4 0 377,-1 3 0,1 1 0,4-1 0,2-5 0,2-2 0,2-2 0,-2 2 0,0 0 0</inkml:trace>
  <inkml:trace contextRef="#ctx0" brushRef="#br0" timeOffset="29863">14135 3779 6813,'24'-13'720,"2"-2"-406,11-6 1,5-4-180,-8 3 0,1-1-90,5-2 0,1-1 105,-10 2 0,0 0 0,-3 1-1789,-5 1 1,0 2 536,5-5 0,0 1 1454,4-11 0,-26 29 1,4-6-1</inkml:trace>
  <inkml:trace contextRef="#ctx0" brushRef="#br0" timeOffset="30775">14641 3424 7803,'35'2'224,"-1"-1"1,0 1 0,7 0 0,4 0 0,2 1 0,4 0-174,-11 0 0,4 0 1,2 1-1,1-1 1,0 1-1,-1 0 1,-3-1-666,5 1 0,-3-1 0,-1 0 1,3 1-1,6 0 630,-11 0 0,5 0 1,4 0-1,2 1 1,1 0-1,1-1 0,0 1 1,-3 0-1,-3-1 1,-4 1-1,-6-2-16,13 2 0,-10-1 0,0 0 0,7 1 10,-9-1 0,3 0 0,4 1 0,2-1 0,0 1 0,1 0 0,-1-1 0,-2 1 0,-3-1 5,8 0 0,-2 0 0,-2 0 0,0 0 0,-1-1 0,-1 1-15,3 0 0,-1-1 0,-1 1 0,0-1 0,4 1 0,-6-1 0,2 1 0,3-1 0,-1 0 0,-2 0 0,-2 0 0,-4 0 45,3-1 0,-4 1 0,-3-1 0,0 0 293,7 0 1,-1 1 0,-2-1-309,-4 0 0,-2 0 0,-5-1 60,4 2-45,6 0 0,4 0-45,-8 1 0,0 0 0,-1 0 0,4 0 0,2 0 0,5 0 0,-4 1 0,1-1 0,-1 1 169,-2-1 0,3 0 1,-3 0-126,5 0 1,-6-1-45,8 1 45,-18-2 0,-3-1 1500,-8 1-2085,10-1-179,-10-1 179,-8 0-90,0 1 1,-1-1 359,-1 0 270,6 0 0,-4-1 0,4 0 0</inkml:trace>
  <inkml:trace contextRef="#ctx0" brushRef="#br0" timeOffset="31232">18682 3768 7263,'9'-5'2788,"-18"7"-2698,-22 9 0,-10 7 0,-5 1-135,18-7 0,-1 1-255,-9 5 0,-5 2 1,8-3-421,0 0 720,3 0 0,4-1 0,15-8 0,3 0 0</inkml:trace>
  <inkml:trace contextRef="#ctx0" brushRef="#br0" timeOffset="32016">18818 3825 8342,'3'-11'2069,"0"0"-1169,-2 15-676,-5 31 1,-2 19-153,4-17 0,0 6 0,0 2 0,0 3 0,1-1-207,0-3 0,-1 2 1,2 1-1,-1 1 1,1-1-1,0 1 165,0 2 0,1 1 0,1 1 0,-1-1 0,1-2 0,1-3-8,0 4 1,1-2-1,1-3 1,0-6 96,3 8 0,0-10-209,0-7-450,-5-25 90,5-5-89,-4-4 629,-2-5 1019,-16 7-1019,2 1 270,-32 11-270,22-5-23,-5 2 1,-11 3-1,-4 1 1,1 0-248,1 0 0,0 0 0,0 1 0,-2-1-94,3 0 1,-2 1 0,-1 0 0,2-1 0,2 0 0,-1 0 0,0 0 0,4 0 0,4-2 0,-1 2 0,0 0 0</inkml:trace>
  <inkml:trace contextRef="#ctx0" brushRef="#br0" timeOffset="34368">14855 5358 10051,'-1'-13'630,"1"4"-270,25-2-270,2 5 90,18-4-136,-15 7 1,0 1-45,17 2 0,-18 1 0,-4 4 0,-8 12 0,-16 2 0,-17 2 0,-4-4 0,-2-1 0,1 1 0,-3 3 0,3 1 0,11-1 0,2 12-179,34 3 89,3-3 0,-5-6 0,-2 1 90,-2 16 0,-13 3 0,-21-21 0,-7-1 0,-4-3 0,-2-2-135,0 0 0,0-1-1035,-1-2 1,2-3 1169,7-4 0,3-1 0,15-7 0</inkml:trace>
  <inkml:trace contextRef="#ctx0" brushRef="#br0" timeOffset="34810">15394 5477 9691,'11'-11'1709,"15"2"-1349,5 5-90,-1 4 0,2 1-90,12 5-90,-16-2 0,-2 3 90,6 19-1819,-37 2 1,-7 3-476,2 10 2269,-9-16 1,-9 3 0,1-4-111,-1-1 0,1-3 364,0 0 0,0 1-409,-2 4 0,10 0 0,26 0-90,3 6 45,11-20 0,6-5-360,19-1 0,3-3-1169,-2-1 0,0-2 1574,-13 0 0,0 1 0,-1-2 0,4-2 0,-4-1 0,5-4 0</inkml:trace>
  <inkml:trace contextRef="#ctx0" brushRef="#br0" timeOffset="35060">16014 5675 10591,'-4'-12'2159,"4"4"-1710,10 7-89,9 8-135,9 11 0,2 2-2700,6 5 2430,-3 0 0,1 0-232,0 2-803,-11-8 1,0-1 1079,9 8 0,-6-5 0,-15-12 0</inkml:trace>
  <inkml:trace contextRef="#ctx0" brushRef="#br0" timeOffset="35260">16370 5681 10681,'-9'-25'719,"-2"6"451,-25 21-766,5 13 1,-2 5-270,-1 0 0,-1 3-195,4 1 0,-1 2 0,3 0-525,0 3 1,3 0-1055,1 0 1,3-1-1639,0 5 3297,16-14 1,12-11-1,4-2 1</inkml:trace>
  <inkml:trace contextRef="#ctx0" brushRef="#br0" timeOffset="35768">16589 5640 10951,'-4'-15'2069,"1"4"-1620,13-4-179,3 9-90,7-2 0,5 7 0,1 1-180,-2 0-45,8 2 0,-1 2 45,-15 1-180,16 10 180,-28-4 0,0 3 180,-29 9-90,10-12-45,-7 6 0,0 0 45,5-1-90,-8 10 0,29 2-90,9-8 0,4 0 0,6 12 90,-1-9 0,-4 1-90,-12 3 90,-7 8 0,-16-10 0,-9-1-1639,1-3 1,-2-2 1355,1-1 1,0-1-496,2-3 1,3-4 777,10-6 0,4-6 0,9-6 0</inkml:trace>
  <inkml:trace contextRef="#ctx0" brushRef="#br0" timeOffset="36217">17158 5701 10681,'6'-14'1709,"-2"5"-810,14-4-719,-7 9 360,34-2-360,-15 7-135,-5 0 0,0 1 225,18 13-270,-19-3 45,-18 11 0,-7 3-45,-12 0 0,-8 2 0,-9 7 0,1-4-45,-4 3 0,-1-2 15,7-6 0,-2 1 0,4-1-15,-6 7 0,11-3-45,22 3 0,10-6 0,30-7-45,-17-16 0,1-3-45,18 3-585,-6-5 1,-3-1 44,-4 0 720,8-1 0,0-2 0,-5-2 0,-7 1 0,1 0 0</inkml:trace>
  <inkml:trace contextRef="#ctx0" brushRef="#br0" timeOffset="36518">17850 5834 10861,'-9'-13'2788,"7"3"-2248,16 12-180,9 9-136,5 10 1,3 5-1864,1 2 1,-2 1 836,-2-4 0,-1 1 306,1 1 0,-3-3-2781,-7-7 3174,1 0 0,-9-8 0,-6-7 1</inkml:trace>
  <inkml:trace contextRef="#ctx0" brushRef="#br0" timeOffset="36727">18240 5813 10591,'-6'-23'1169,"-4"8"-539,-10 8-181,-7 12 1,-3 6-270,5-1 0,-1 1-90,-6 3 0,-2 3 0,-7 11 0,3 1-180,0-1-135,2 1 0,-1 2-989,10-8 0,3-1-425,5-4 1,1-1 1483,-3 3 1,3-2 0,3 0 0,4-4 0</inkml:trace>
  <inkml:trace contextRef="#ctx0" brushRef="#br0" timeOffset="37856">18641 5764 9602,'5'-10'1169,"-1"-1"-719,-1 3 89,0 1 181,-1 2-180,0 1-361,-12 9-89,-2 2-90,-13 13-90,-9 14-89,6 3 89,2 1 0,13-6 0,17-14 90,0-5-90,19 6 90,-11-11-90,23 19 90,-21-11-90,7 16 90,-17-10 0,-4 0 0,-5-6-90,-24 15 0,-3-8-45,11-7 0,0-2-135,-9-1-809,9-12-1080,10-4 2159,-2-5 0,10-7 0,2-3 0</inkml:trace>
  <inkml:trace contextRef="#ctx0" brushRef="#br0" timeOffset="38104">18646 5757 9691,'-7'-10'2879,"2"-2"-2160,8 1-269,11 0-270,10 1-360,0 4 0,3 1-1459,4 1 1,-1 0 58,19-1 1580,0 2 0,-31 2 0,4 0 0</inkml:trace>
  <inkml:trace contextRef="#ctx0" brushRef="#br0" timeOffset="38404">19056 5720 11221,'9'-6'3276,"-2"9"-2954,-7 10-98,-3 12 1,-3 4-225,-2 8 45,-3 8 0,1 1-225,-1 1-45,3-10 1,0 0-766,2 10-179,1-7-2108,10-11 2702,-2-17 0,10-6 0,-4-9 0</inkml:trace>
  <inkml:trace contextRef="#ctx0" brushRef="#br0" timeOffset="38866">19341 5804 11131,'-3'-22'3238,"22"2"-3148,0 9 134,11 4 1,2 7-314,6 21 44,-26 7 0,-10 8 15,-11-4 0,-7 3 0,-3-1-1063,-1 2 1,-2 0 0,-1-2 1143,-2-5 1,0-3-1,8 0-793,16 22 742,12-35-270,27-3 1,11-5-1370,-6-7 1,0-2 1091,4 2 1,0-2 0,-5-3 0,-5-1 0,-8-4 0</inkml:trace>
  <inkml:trace contextRef="#ctx0" brushRef="#br0" timeOffset="39065">20089 6153 12840,'-7'-14'299,"-10"3"1,-2 3 0</inkml:trace>
  <inkml:trace contextRef="#ctx0" brushRef="#br0" timeOffset="44081">20152 4455 8882,'-8'4'3276,"14"-5"-2414,40-15-737,-12 4 1,10-3 0,5-3 0,-1 1 0,-5 1-1219,2-1 1,-4 2 0,11-5 1042,-19 7 1,7-2 0,5-3 0,3-1-1,3-1 1,1-1 0,0 1 0,-1-1 0,-1 1-1,-4 2 1,-5 1 0,-5 3 49,13-5 0,-10 3 0,1 0 0,8-4 22,-13 5 1,5-2-1,4-1 1,4-2-1,1-1 1,1 0-1,0-1 1,-2 2-1,-2 0 1,-4 2-1,-5 2 1,-6 3-178,12-6 0,-9 4 1,3-2 261,2-1 1,6-2 0,0-1 0,-3 2 0,-9 2 27,-4 2 0,-6 2-135,13-7 131,-6 2-131,-21 15 0,-13-1 0,-13 5 0</inkml:trace>
  <inkml:trace contextRef="#ctx0" brushRef="#br0" timeOffset="45359">548 2633 7623,'-8'-3'1709,"0"-1"-270,3 2 180,0 0-989,27-1-361,6 3 1,5 1-1909,3 4 1,1 0 1625,0-3 1,-3 5 12,-8 10 0,-11 7 45,-24 8 0,-11 5-45,6-7 0,-1 0 0,-1 1 0,-5 2 0,-2 0 0,2-3-90,-4 4 0,11-6-359,27-3 1380,10-23 0,7-8-931,8-4 0,1-2 0,-8 1 0,-2 1 0,-2-1 0,0 0 0</inkml:trace>
  <inkml:trace contextRef="#ctx0" brushRef="#br0" timeOffset="45875">1049 2719 9332,'-7'-17'2068,"9"-2"-1348,39 8-630,-11 4-45,9 8 0,-3 10 45,-20 36-90,-16-8 0,-7 2 0,-12 4 0,-5-1-1639,-2-3 1,0-4 1625,7-15 1,9-2-2256,22 3 2268,0-18-90,23-4 0,8-3-1549,0-6 1,1-2 1346,0 2 1,0 0 0,0-2-1,-5-1 1,-8 2 0</inkml:trace>
  <inkml:trace contextRef="#ctx0" brushRef="#br0" timeOffset="46566">1706 2708 10231,'-10'-24'2609,"-5"13"-2250,-21 39-299,14-3 0,-2 6 0,1-1-15,-3 5 0,0 1-135,2-2 0,-1 2 0,6-7-89,6 0 89,21-10 0,28-28 90,-9 0 0,-1-2 0,18-8 0,-13 6-90,11-3 90,-17 2 0,1 0 0,-2 3 0,-1-1 45,0-3 0,-4 0 225,-9-1-91,-3 5-89,-26 50-90,11-14 0,1 4 0,-8 16 0,2 3-360,9-12 1,6-5-2918,16 5 3196,0-24 1,5-19 0,-7-6 0</inkml:trace>
  <inkml:trace contextRef="#ctx0" brushRef="#br0" timeOffset="46849">1925 2840 10591,'10'-4'1169,"-3"0"-719,23 25-270,-6-4 0,3 1-540,12 8 0,2 1-1279,-5-4 1,-2-1 1322,-5-4 0,-5-3 0,-7-5 0,-15-9 0</inkml:trace>
  <inkml:trace contextRef="#ctx0" brushRef="#br0" timeOffset="47066">2217 2812 9602,'-13'-17'1169,"2"6"-540,-6 16-269,-2 15 0,-2 8-420,1-1 0,-1 2 0,0 1-1033,1 0 1,0 1 0,1-1 758,-6 10 0,3-4 0,5 0 0,14-25 0</inkml:trace>
  <inkml:trace contextRef="#ctx0" brushRef="#br0" timeOffset="47560">2441 2774 10231,'-2'-12'3276,"3"5"-2774,28-4-232,14 7-225,-11 7 0,-2 7-45,-8 8 0,-8 8-45,-10 15 0,-11 6 45,-6-11 0,-6 0 0,-1-1 0,0-3 0,-1 0 0,2-3 0,-5 5 0,6-5 0,10-8 0,14-12-90,16-10 0,7-6-495,4-2 1,3-2-1055,12-4 1,-1-1 1194,-11 4 1,-4-1 0,-8 0 0,-4 0-1,-5 1 1</inkml:trace>
  <inkml:trace contextRef="#ctx0" brushRef="#br0" timeOffset="48008">2882 2840 10321,'-4'-19'2609,"8"1"-2429,1 5 449,27-2-359,-7 11 0,0 2-270,15-4 90,-9 6 0,-7 9-90,-29 38 0,-10-9 0,-5 4-30,3-10 0,-3 1 0,0-2 0,-1-1 0,-1-2 0,3-2 30,-2 0 0,11-4-90,27-2-90,18-19-90,15-2-720,-10-8 1,0-1 989,-12 2 0,-1 0 0,6-3 0,-3 1 0,4-6 0</inkml:trace>
  <inkml:trace contextRef="#ctx0" brushRef="#br0" timeOffset="48327">3387 2913 10591,'-8'-13'1439,"1"1"-359,2 4-271,2 2-539,9 0 270,34 23-450,-10-6-180,9 9 0,-1 0 0,-11-4-315,1 1 0,0-1-1214,-2-4-1658,6 4 2814,-15-9 1,-8-4-1,-7-2 1</inkml:trace>
  <inkml:trace contextRef="#ctx0" brushRef="#br0" timeOffset="48901">3642 2820 10231,'-6'-8'450,"1"1"-270,-3 8 0,2 0-90,-3 6 90,-2 5 89,-3 4-179,2 0-90,-1 0 90,8-10-180,-2 1-180,0-5 181,1-1 178,0-4 1,0 3 0,-2 9 0,2 0-90,-20 27 90,1-3-90,4-6 0,1 0-3277,-7 8 3162,6-8 115,14-17-449,-4 5-361,4-5 810,-2 4 0,14-15 0,4-2 0</inkml:trace>
  <inkml:trace contextRef="#ctx0" brushRef="#br0" timeOffset="49627">3192 2754 8522,'-6'-18'1169,"3"7"-89,-1-3-361,4 8-629,-3 7 180,-1 11-180,-1 11 90,-4 18-90,3-16-90,-4 10 90,2-1-90,-5 4-90,3 0 0,1-10-270,6-11 270,4-11 0,5 2-90,11-10 180,-1 0-179,9-6 89,-5 4 0,-4 0-90,10-2 0,-8 2 90,4-3 0,-5-3 90,-7-1 0,-3 1 90,-2-8-90,-5 5 90,0-2-90,-13 28 0,6-2 90,-10 28-90,6 1-270,4 6-225,4-20 1,1-1-2025,6 12 2519,0-12 0,7-6 0,-1-5 0</inkml:trace>
  <inkml:trace contextRef="#ctx0" brushRef="#br0" timeOffset="50344">4045 2767 9062,'-7'-8'809,"-1"-1"541,2 1-721,2 2-89,2-6-270,8 6 0,12-3-90,2 7-1,14 4-89,-11 7-90,-4 1 0,-16 8 90,-28 7-90,1-4 0,-12 8 0,11-8 0,11-1-90,6-3-179,25 8 89,0-10 90,10 6-180,4 4 180,-18-9 0,-3 19 0,-37-2 45,7-14 0,-3-2-135,-17 10-1459,15-13 1,4-2 1602,10-6 1,-6 4 0,16-9 0</inkml:trace>
  <inkml:trace contextRef="#ctx0" brushRef="#br0" timeOffset="50527">4336 2987 11760,'9'-3'1529,"-1"1"-1529,-1 0 0,-4 1 0,-1 1 0</inkml:trace>
  <inkml:trace contextRef="#ctx0" brushRef="#br0" timeOffset="52126">22142 2855 8162,'-7'-13'1170,"2"2"-721,3 5 91,6-2 90,10-1-450,4 1 89,19 2-179,-1 6 0,-4 0 0,9 15-90,-38 11 0,-13 2 0,-4 2 0,1-9 0,-3-1 0,-11 6 0,-6 1 0,4-3-1639,10-6 1,2-1 1625,-10 4 1,5 0 12,16 4-90,45-12 0,1-1-180,3-5 1,2-1 89,-1-2 45,-15-3 0,0 0-2384,7-1 2519,-15-2 0,8 0 0,-18 0 0</inkml:trace>
  <inkml:trace contextRef="#ctx0" brushRef="#br0" timeOffset="52616">22622 2924 8972,'1'-26'2428,"-3"11"-2248,21 1 90,3 14 0,10 10-270,-9 6 0,-7 12 45,-27-3 0,-10 2-90,-10 7 0,-2 0 45,7-6 0,3 1 0,0 4 0,13-5-180,46-11 90,1-4-675,3-10 1,1-3 764,2-2 0,-13 1 0,-1 0 0,6-2 0</inkml:trace>
  <inkml:trace contextRef="#ctx0" brushRef="#br0" timeOffset="53377">23097 2941 9152,'6'-13'1979,"0"3"-1889,-7 8 179,-12 18-179,-5 7-45,1-3 0,0 1-135,-7 11-90,7-11 1,1 1-451,-4 6 360,6-4 180,12-11-90,17-12 90,-1-4 90,4-1-90,-5 0 0,15-6 90,-10 5-90,23-8 90,-18 6 0,7-4 0,-13 2 0,0-2 270,-4-4-180,-5 6 270,2-8-360,-6 10 360,0-1-270,-10 22 0,-9 18-1729,4 0 1,0 1 1613,-7 12-176,11-14 1,2-3-610,4-7 450,2 0 360,6-6 0,2-13 0,4 1 0</inkml:trace>
  <inkml:trace contextRef="#ctx0" brushRef="#br0" timeOffset="53668">23432 2948 10501,'26'18'674,"-5"-3"1,1 1-540,-1 0 0,0 1-90,2 1 0,0 0-405,2 2 0,-2-1-2917,7 5 2972,-6-3 0,-11-10 0,-10-8 0</inkml:trace>
  <inkml:trace contextRef="#ctx0" brushRef="#br0" timeOffset="53879">23717 2984 10051,'-9'-18'630,"2"8"-270,-3-4 89,-15 22-179,-9 14-225,11-7 0,-1 3-90,-7 10 0,1 2-1594,7-5 1,1 0-1,2-2 1,2-1 1029,-4 10 1,18-20-1,0 4 1</inkml:trace>
  <inkml:trace contextRef="#ctx0" brushRef="#br0" timeOffset="54362">23896 2925 9871,'2'-10'1709,"0"2"-1259,2 3 180,6 0-180,9 2-271,-1-1 181,23 7-270,-23-2 0,14 3 0,-5 8 0,-15-5-90,10 12 90,-33 14-180,-8 2 90,5-14 0,-1-1 0,-16 11 0,1-7 0,-1 0 0,-3 4-45,1 0 0,4-2 135,14-6-90,8 3 0,22-12 0,1-3-360,31-4 90,-23-4-360,6-2 1,1-1-1170,1-2 1799,17-5 0,-19 2 0,0-3 0</inkml:trace>
  <inkml:trace contextRef="#ctx0" brushRef="#br0" timeOffset="54837">24346 2992 9781,'4'-16'2069,"2"-2"-1619,-3 11 180,8-6-271,-3 9 1,13-2-90,0 6-180,-3 0 0,6 8 0,-13 2 0,-4 19-180,-17 1 45,-1-8 0,-4 1-45,-12 8 0,-3-2 45,12-11 0,0 0 0,-16 14 0,3-3-45,14-13 0,-10 15 90,29-20-90,5 2 0,29-7 0,-11-5-405,10-3 1,1-2 44,-6 0-1124,7-3 0,-1 0 1574,-4-2 0,14-7 0,-14 2 0</inkml:trace>
  <inkml:trace contextRef="#ctx0" brushRef="#br0" timeOffset="55504">24867 3001 10141,'-1'-19'2159,"-2"-4"-1170,2 15-629,-17 15-180,-4 12-180,-8 13 90,1 0-135,5-5 0,-1 0-45,-1 4-225,-3 2 1,1-1-316,4-1 90,-2 2 180,18-12 91,23-13 179,10-9 90,23-7 0,-20 1 0,0 1 0,18-4 90,1 0-90,-10 6 0,-16 1 0,23-2 89,-29 2 1,22-5 90,-13-4 180,8-9 270,-4-3-540,-23 24 0,-20 30 0,-6 5-90,2 5 0,2 1 90,4 4-135,4-12 0,2-1-495,3 9 90,3-16 450,5-6 0,-2-15 0,1 2 0</inkml:trace>
  <inkml:trace contextRef="#ctx0" brushRef="#br0" timeOffset="56349">16708 4711 9871,'13'-6'3276,"1"1"0,-5 4-3081,5-3-1288,18-8 1,14-6 0,3-3 952,-12 4 0,1-2 0,2-2 0,1-1 0,1 1 0,-2 2 0,2 0 0,1-1 0,0 0 0,0-1 0,1 0 0,-5 0 0,1 0 0,-1 0 0,0 1 0,1-1 0,-1 0 0,1 0 0</inkml:trace>
  <inkml:trace contextRef="#ctx0" brushRef="#br0" timeOffset="76812">307 3493 7173,'7'-5'2698,"0"1"-1708,-2 2-810,1 1-90,0 1 90,8 2-91,-4-2 181,33 1-270,-12-2 45,3 0 0,4 0 45,2-1 0,1 1-45,6 0 0,4 1-45,-4 1 0,2-1 0,1 1 0,-4 0 0,-1 1 0,-1 0 0,-6-1 0,-2 0 0,2 0 22,-1 0 1,2 0-1,0 0 1,-1 0-181,5-1 1,-1 0-1,1 0 180,-3 0 1,1 1 0,1-1-1,0 0 0,0 0 1,1 0 0,0 0-1,-4-1 8,1 1 0,-3-1 0,1 1 0,6-1 0,0 1 0,2 0 15,-6-1 0,0 0 0,2 1 0,0-1-27,-2 0 0,2 0 0,1 0 0,-1 1 0,0-1-642,-1 0 1,0 0 0,0 1 0,0-1 0,0 0 645,9 0 1,1 0 0,-2 0-1,0 0 0,-5 0 1,-2 1 0,0-1-1,-1 1 4,-3 0 0,0 0 1,-1 0-1,1 0 41,6-1 1,0 1-1,1 0 1,-2-1-8,8 0 0,-1 0 0,-3 1-30,-12-1 0,-3 1 0,3 0 60,15-2 0,4 0 0,-9 0-45,-15 1 0,-1 1-16,10-1 1,5-1 0,-4 1 243,1 0 1,-3 1-229,-3-1 0,0 0 0,-1 0 0,0 1 1593,1 0 0,-1 0-1429,11 0-209,-15 0 0,-1 1 351,15-1-171,-10 2 0,5-2 90,-12 1 0,-6-1-90,-6 0-90,-3 0-910,-3-1 1,-38-3 0,-10-1 0</inkml:trace>
  <inkml:trace contextRef="#ctx0" brushRef="#br0" timeOffset="83411">5442 5323 7533,'-5'-27'2069,"-4"-12"-1530,2 20 1,-5-12 359,-7 6-719,5 12 135,-12 4 0,-3 5-225,-3 7 0,1 2 0,-7 3 0,0 2 0,6 3 0,1 2 0,-2 1-666,-4 1 0,-2 1 1,2 3 605,-4 7 0,2 4 0,5-3-30,6-5 0,5 2-714,-4 13 1,7-1 713,20-3-383,9-6 1,7 1 337,5-8 0,5-1-224,1 0 1,2-2 268,8-3 0,-1-4 0,11-1 90,-8-4 1197,-44 5-1287,-12-4 0,-8 6 0,-8 7 0,4 0-45,3 3 0,1 2 15,0-1 0,0 3 0,5-1-60,5 3 0,11-1-90,19 4 0,11-3 0,11-10 0,6-4 90,-12-4 0,1 0 1,1-4-181,8-5 0,1-4 0,-1-4-935,8-6 0,-4-4 1205,-6 3 0,-3-2 0,-3-3 0,-3 0 0,-1-6 0</inkml:trace>
  <inkml:trace contextRef="#ctx0" brushRef="#br0" timeOffset="83963">5549 5769 10051,'-1'-9'1889,"1"-3"-809,0 3-811,2 10-89,-9 42-180,5-12-45,-5 10 0,-2 1-45,-3 6 90,6-24 0,0 1-45,-2 3 0,1-4 45,2-8 0,-2 12 90,12-38-90,21-33 90,-5 6-90,-2 5 0,5-5 0,-3 5 0,6-7 0,-6 12 0,4-4 0,-3 7-90,5 3 90,18 4 0,-19 37 0,-6 3 0,-10 9 0,-5 1 0,-1-3 0,-3 4 0,1 2-90,3-1 90,3 6-719,19-10 359,-9-19-1279,10-9 1,1-5 1268,-4-3 0,2-3 0,0-1 0,2-5 0</inkml:trace>
  <inkml:trace contextRef="#ctx0" brushRef="#br0" timeOffset="84308">6343 5794 10951,'4'-26'3276,"-29"34"-2684,8 2-473,-6 14 1,-4 12 0,5-2-165,7-3 0,2 1 45,-10 9 0,5-1-180,16-9 1,8-5-451,17-8-1009,9-9 1,3-3-1625,9-3 2884,2-13 1,-3-5 0,-6-6 0,-10 4 0,0 0 0</inkml:trace>
  <inkml:trace contextRef="#ctx0" brushRef="#br0" timeOffset="84726">6715 5838 10681,'-6'-17'2518,"0"6"-1258,-23 6-1170,14 7 134,-9 13 1,1 5-225,5 2 0,-1 6 0,2 3-269,4 9-46,11-8 0,8-2-135,33 1 405,-14-20 0,1-5-45,5-13 0,-1-8 45,-10-6 0,-5-3 45,2-9 0,-12-3-90,-41 2-1798,-8 34 1888,18-3 0,0 4 0,-10 25 0,24 4 0</inkml:trace>
  <inkml:trace contextRef="#ctx0" brushRef="#br0" timeOffset="85935">7206 5930 10501,'-13'-18'1979,"-16"-10"-1709,15 18-90,-14-9 629,-6 9-629,15 8 0,-25 2 0,19 13 0,0 3-90,-10 5-180,4 8 0,3 1 0,12-6-135,4 1 0,4 2-315,11 5 181,5 2-181,23-6-1099,2-30 1,4-5 1355,-11 5 1,0-3-277,7-10 1,2-7-1,-3-2 514,0-12 0,-3-4 15,-5 10 0,0-1 0,-1-5 30,-3-2 0,-1-6 0,-2 0 0,-1 5 45,2-6 0,-3 0-391,-4 5 0,0-6 1,-1 2-1,-2 9 436,0-13 0,-1 7 0,-4 6 90,-8 24-90,0 7 0,-13 35 0,-1 15-45,10-22 0,0 2-45,-3 12 0,-3 9 0,1 2 0,3-5 0,1 4 0,3 0-23,1-12 1,-1 1-1,1 2 1,3-2-38,3 6 0,3 0 0,1-5 60,0-3 0,2-1-90,8 1 0,4 2 0,-1-9 0,8-4 356,6-4 0,5-7-311,-4-15 0,1-7 45,6 0 0,3-6 0,-8-3 0,2-5 0,0-1 0,-3 1 0,6-7 0,-2-2 90,-1-3 0,0-5 0,-8 6 1816,-5-2-1636,-18-12-180,-19 36 0,-18-1 0,-13 22-90,7 4 45,6 14 0,3 4-45,7-1-45,0 11 0,5 1-45,14-5 45,4-4 0,5 0-45,21 4 90,-1-8-45,5-21 0,1-5 2996,0-5-2951,-2-6 0,5-4 0,-3-2 0,-3-4 0,-2-3 0,5-5 0,2-4 0,-4-1 0,-8 4 0,-3-2 0,-1 1 0,5-8 0,-2 1 45,-6-5 0,-6 5 898,-7 14-853,-15-13-90,-2 30 389,-10 4-389,-1 19 90,12-5-90,-2 17 0,18-16 0,10 9 0,15-8 0,-4-4 0,5-5 0,1 1 0,8 7 0,-13-6 0,-1 2 90,4 14 0,-17 10-90,-4 13 0,-2-10 89,0 10-178,5-25-451,6 6-2698,7-9 3238,1-9 0,5-10 0,-2-4 0</inkml:trace>
  <inkml:trace contextRef="#ctx0" brushRef="#br0" timeOffset="86127">8877 6072 13110,'-8'2'-820,"-5"-2"1,-7 5 0,-7-4 0</inkml:trace>
  <inkml:trace contextRef="#ctx0" brushRef="#br0" timeOffset="86711">3514 6738 10141,'-17'1'1394,"53"-2"1,20-1-1737,-29 0 1,4 1 475,1-1 1,7 0 0,5-1 0,2 1 0,0-1 0,-1 1-405,-3 0 0,-1 0 0,1-1 0,1 1 0,3 0 0,3 0 330,-9 1 0,2-1 0,3 1 0,1-1 0,2 1 0,1 0 0,1-1 0,0 1 0,0-1 0,-1 1 0,-1 0 0,-2 0-207,1 0 0,-1-1 0,0 1 0,-1 0 0,0 0 0,0 0 0,0 0 0,1 0 0,1 1 0,1-1 0,2 0 165,-5 1 0,1-1 0,2 1 0,0-1 0,1 1 0,1-1 0,0 1 0,1 0 0,-1-1 0,0 1 0,-1 0 0,0 0 0,-1 0 0,-1-1 0,-1 1-2,6 0 0,-1 0 1,-2 0-1,1-1 1,-2 1-1,0 0 0,0 0 1,0 0-1,1 0 1,-1 0-1,2-1-24,-2 1 1,0 0-1,0 0 1,1 0-1,0 0 1,0 0-1,0 0 1,0-1-1,-1 1 1,-1 0 0,0-1-1,-1 1 8,4-1 0,0 0 0,-1 0 0,0 0 0,-1 0 0,0 0 0,-2 0 0,0 0 0,-2 0 0,-2 0 0,12 0 0,-3 0 0,-1 0 0,-2 0 0,-1 0 0,1-1-200,-2 0 1,2 0 0,0 0-1,-3 0 1,-5 0 0,-7 0 289,1-1 0,-3 1 52,5-1 1,2 1 0,-7-1 217,-2 0 528,-2 0-1428,-5 0-179,-13 3-2286,1 1 3005,-19 5 0,-8-5 0,-15 2 0</inkml:trace>
  <inkml:trace contextRef="#ctx0" brushRef="#br1" timeOffset="93539">10168 3988 8478,'25'-5'711,"-2"1"-601,6 1 69,16-1-2,-8 0 0,3 0-133,0 0 1,1 0-15,-6 0 0,2-1 0,3 1 37,0 0 0,2 0 1,1-1-1,-4 2-1160,-4-1 1,-2 2 0,3-1 914,0 0 0,4 0 0,2 0 0,0 0 0,-1 1 170,4 0 0,0 1 0,1 0 0,3 0 45,-7 0 0,2 1 0,3 0 1,1 0-1,0 0 0,0 0 1,-2 1-163,-2-1 0,-1 0 0,-1 0 1,1 1-1,0-1 0,0 1 1,2 0 116,-2 0 0,1-1 0,1 1 1,0 0-1,1 0 0,-1 1 1,0-1-1,0 0-185,0 1 0,1-1 0,0 1 0,-1 0 0,0 0 0,-1-1 0,-2 1 0,-3-1 162,5 1 1,-3-1 0,-3 0 0,2 1 0,2-1 34,5 1 1,2 0 0,2 0 0,0 0 0,-2 1 0,-3-2 364,4 1 0,-2 0 0,-3 0 0,-1 0-387,1 0 0,-3 0 0,1 0-66,-4-1 1,2 1 0,0-1 0,-4 1 147,15 0 0,-4 0 26,-10-1 0,0 1-61,0-1 1,2 1 0,-5-1 304,-7 0 0,-1 0-244,11 0 0,0-1 0,5 0-90,-15 0 0,-1 1 2568,5-1-2568,-15 0 90,-4 1 402,4-2-3769,-4 1 3437,-9 4 0,-8-1 0,-13 3 0</inkml:trace>
  <inkml:trace contextRef="#ctx0" brushRef="#br0" timeOffset="180591">15997 1085 6633,'-5'-7'3276,"1"0"-1335,2 2-1311,21 16-90,10 5-316,5 5 1,3 3-135,-5-5 0,4 2 0,-1 0 0,6 2 0,0 1 0,-4-3-1546,2 1 1,3 1 1500,-9-6 0,6 2 0,3 2 0,1 0 0,-2-2 0,-4-2-15,7 2 0,-4-3 0,5 3 0,-6-4 0,5 3 0,2 0 0,1 0 0,-2-1 0,-4-1-30,1-1 0,-4-1 0,1 0 0,1 0 18,1 0 0,2 1 0,0 0 0,0 0 0,-1 0 4,5 3 1,-1-1-1,-1 1 1,-1 0-600,-2-1 0,-1 0 0,-1 0 0,-1-1 577,6 4 0,-1-1 0,-2 0 30,2 3 0,-1 1 0,-7-5 60,2 1-90,-1-1 0,2 1 89,-15-9 1,0 0 0,8 3 0,2 0-45,-1 0 0,0 1-45,4-1 0,-3 0 2097,-1-2-2097,-6-1 180,13 5 1458,-15-7 0,1 2-1490,5 2 0,-1-1-103,-3-1 0,-2-1-45,5 4 90,-11-5 0,-3-1-90,-4-2 270,0 0-3547,-8-3 0,-7-3 3071,1 1 1,-9-4-1,4 2 1</inkml:trace>
  <inkml:trace contextRef="#ctx0" brushRef="#br0" timeOffset="181225">18775 2344 9332,'-15'-18'1439,"3"4"-899,7 7 629,-2 1 270,2 0-1169,-4 15 0,3 24-180,2-2 0,2 5-693,0-3 0,0 2 0,0 0 603,1 7 0,0-2-161,0-1 0,0-3 161,1-7 0,0-3 0,1 3-360,-1 16-1079,0-29-180,5-16 1619,-2-21 0,3-11 0,-4-6 0</inkml:trace>
  <inkml:trace contextRef="#ctx0" brushRef="#br0" timeOffset="182168">18698 2368 9512,'-3'-9'1259,"2"-2"-809,5 5 89,4-2 451,22 8-720,-8 0 134,24 3 1,7 0-360,-24-2 0,2 0 22,2 1 1,4-1-1,4 1 1,1 0 22,3 0 0,2 0 0,2 0 0,0 0 0,-1 0-680,-4 0 0,-2 0 0,1 0 1,0 0-1,3 0 602,-6 0 1,2 0 0,2 0 0,0 0 0,0 0 0,0-1 0,0 1 25,0 0 1,1 0-1,1 0 1,-2 0-1,0 0 1,-3 0 0,-3 0-39,5-1 0,-5 0 0,-1 1 0,4-1 53,6 1 1,5 0 0,1 0 0,-5 0 0,-9 0 261,-6-1 0,-5 0-180,5 0 0,-1 0 944,15 0-539,-26 0-360,3 0-90,-9 1 180,-7 2 3006,2 2-3154,-1 5-32,-3 2-90,-4 7 90,-3 3-90,-3 12 0,1-7 0,0 1 0,0 2 0,0 1 0,0 5 0,0 3 0,1 8 0,1-1 0,0-12 0,1-1 0,0 0 0,0 2 0,1-4 0,-1 16 0,1-18 0,0-2 90,-2-2-90,-2-4 0,-4-10 90,-10-11-180,-22-10 90,3-1-30,-3 1 0,-9 0 0,4 0-251,10 3 0,-3 0 266,1 0 0,-7 0 0,-6-1 0,-1 0 0,3 0 1,4 2-213,3 0 1,3 1 0,0 0-1,-4 0 212,-4 0 0,-4-2 0,-3 1 0,-1-1 0,2 1 0,3 1-3,2 1 0,1 0 0,2 1 0,1-1 0,1 1 18,-3 0 0,2-1 0,0 1 0,-2 1-18,1-1 0,-3 1 0,0 0 0,3 0 1,4 1-43,3 0 0,3 0 0,-1 0 30,-11 0 0,-2 0 0,6 0-97,6 0 0,5 1-232,-11 0-91,1-2 360,9 0-360,0-3-989,17 1 360,-1 0-2198,5-1 2875,14-2 1,4 1-1,9-4 1</inkml:trace>
  <inkml:trace contextRef="#ctx0" brushRef="#br0" timeOffset="183087">20983 2319 9152,'-13'4'-360,"-1"-2"450,1 1 0,2-1 719,-2 0-89,2 0 1439,-5 0-1350,5-1-629,9-7 180,9-5 0,27-19-180,-3 4 0,1 0-91,-3 3 1,3-3-36,0 1 0,5-6 0,3-1 0,-1 0 0,-5 5-349,-4 3 1,-3 2 0,6-4 316,-5 3 1,6-4-1,2-3 1,3-2-1,0 0 1,-1 1-1,-3 2 1,-4 4-1,5-5 1,-5 4-1,0 1 1,3-3-8,-2 1 0,2-2 0,2 0 0,0-1 0,-1 1 0,-3 2 30,5-4 0,-2 1 0,-2 2 0,-3 2-45,8-5 0,-2 0 90,-3 4 0,1-2 0,-8 6 0,-4 6 0,15-13-90,-25 20 0,2 1-360,0 1-720,-7 5 91,4 2 433,-7 3-2721,-2 6 2769,-3-3 1,-11 8-1,-1-4 1</inkml:trace>
  <inkml:trace contextRef="#ctx0" brushRef="#br0" timeOffset="185162">18942 2605 9602,'1'-10'3148,"-3"20"-2968,-1 8-540,-4 31 180,1-22-360,-2 12 180,5-28-2917,-1 10 2972,1-12 0,1 3 0,1-10 0</inkml:trace>
  <inkml:trace contextRef="#ctx0" brushRef="#br0" timeOffset="185667">18833 2616 9152,'-3'-9'629,"2"0"-449,5 3 0,4-1 90,15-2-180,-3 2 0,11-2 0,-6 5 90,12 4-180,-15 3 0,4 2 90,-28 11-90,-2-6 0,-9 12 0,6-9 0,1 4 0,7-4-180,13 8 180,-3-9-180,23 16 90,-21-18 0,12 15 0,-25-10 0,-8 4-270,-11-4-1619,-15 1 1080,16-9 899,-6 2 0,13-4 0,0 0 0</inkml:trace>
  <inkml:trace contextRef="#ctx0" brushRef="#br0" timeOffset="186411">19273 2787 8702,'-4'-12'1619,"1"3"-1349,-2 3-180,-4 7 180,-4 8-270,1 4-180,2 9 0,8-3-180,9 1 180,7-6-180,9-6 271,-5-11 89,-2-4 0,-14-8 0,-11 0 0,-2 0 0,-6-2 0,8 10 0,9-2-90,6 8 90,18-2 0,-3-1 0,12-5 90,7-17-1,-14 8 1,7-18 0,-24 20 360,8-28-450,-11 27 180,5-17 180,-9 27-270,-2 12-90,-1 2 270,-6 40-181,3-20 1,0 1-90,0 3 0,-1 1 45,2 0 0,1-1-135,4 17-629,8-13-1710,3-5 2429,5-21 0,-3-16 0,-1-6 0</inkml:trace>
  <inkml:trace contextRef="#ctx0" brushRef="#br0" timeOffset="186639">19432 2734 9422,'-1'-6'899,"1"2"-809,9 0 0,10 0-630,3-1-269,6-2-361,-6 2 780,-4-2 1,-6 1 0,3-2 0</inkml:trace>
  <inkml:trace contextRef="#ctx0" brushRef="#br0" timeOffset="186925">19605 2610 8882,'1'-10'2339,"-1"-1"-630,1 5-1529,2 10 89,-1-1 91,-1 18-180,-4 11 0,-2 7-225,1-4 0,0 1-225,0 12-135,2-14 1,2-3-316,4 0-2518,5-2 3238,-2-17 0,4-4 0,-3-9 0</inkml:trace>
  <inkml:trace contextRef="#ctx0" brushRef="#br0" timeOffset="187120">19608 2790 10681,'10'-13'450,"7"0"-1080,4 3-1709,4-3 2339,-4 1 0,-5-4 0,-6 2 0</inkml:trace>
  <inkml:trace contextRef="#ctx0" brushRef="#br0" timeOffset="187392">19784 2580 10321,'1'3'3058,"-1"-1"-2698,-1 36-630,-3 10 0,0-7-1369,4-4 1,1-2 905,1-16 1,5 23 0,-2-29 0</inkml:trace>
  <inkml:trace contextRef="#ctx0" brushRef="#br0" timeOffset="187819">19870 2838 10951,'1'-15'2518,"9"6"-2428,2 5 0,3 4-180,5-6 0,-10 3-449,11-14 449,-16 8-270,0-13 0,-13 5 180,-7 1 180,-7 8 0,2 12 90,0 19 180,11 9-270,11 15 0,17-5-180,0-12-1619,19-7 270,-24-19 1529,18 1 0,-12-10 0,6-3 0</inkml:trace>
  <inkml:trace contextRef="#ctx0" brushRef="#br0" timeOffset="188321">20150 2760 10321,'-5'-10'2968,"0"1"-2788,3 21 0,-1-1-180,-2 18-180,-3 9 90,3-14-449,-7 22 359,9-31 90,-3 6-180,5-13 180,5-14 90,3-4-90,11-20 0,2-4 90,-3 5 0,11-5 0,-12 28 90,4 1-90,-10 15 90,-7 30-90,-1-16 0,1 21-270,1-18-1079,5-2 1349,4-8 0,5-11 0,1-10 0</inkml:trace>
  <inkml:trace contextRef="#ctx0" brushRef="#br0" timeOffset="188726">20390 2865 9512,'3'0'2698,"0"-1"-2518,17-5-180,-6-2-180,6-8 90,-9 1-90,1-7-90,-11 2 180,-7 4 90,-6 6 0,-10 16-90,-2 21 90,5-6 0,2 17 90,17-6-180,3-4-359,12 6-271,2-18 720,18-5 0,-10-10 0,9-4 0</inkml:trace>
  <inkml:trace contextRef="#ctx0" brushRef="#br0" timeOffset="189058">20693 2848 10321,'-4'-8'3276,"-20"15"-3134,9-1 38,-17 17-90,19-6 90,-1 27-540,16-9-719,15 7 89,9-24 361,2-13 629,2-8 0,-8-5 0,9-4 0</inkml:trace>
  <inkml:trace contextRef="#ctx0" brushRef="#br0" timeOffset="189334">21066 2639 10681,'-5'-14'1979,"1"3"-1709,-2 17 89,-3 20-269,2-1 0,-1 5-405,0 7 1,-1 0 179,3-9 0,1 0-900,-3 8 1,1-3 1034,1-6 0,-4 11 0,4-18 0</inkml:trace>
  <inkml:trace contextRef="#ctx0" brushRef="#br0" timeOffset="189787">21074 2858 10591,'3'-8'3148,"-11"7"-2968,-8 8-450,-15 9-539,-3 7 539,10-7-900,-2 5 1,16-13 1169,7-1 180,4-5-90,10-4 180,-3 5-180,-2 0 0,0 5 90,3 5 0,0 1 89,16 19-179,-4-9 0,9 6-719,8-11 629,1-9 0,1-6 0,-7-10 0</inkml:trace>
  <inkml:trace contextRef="#ctx0" brushRef="#br0" timeOffset="191454">6650 4677 9422,'-14'-5'2158,"3"2"-898,3 0-91,2 1-899,13-1 270,22 0-271,10-1 1,8 1-180,-12 1 0,1 0 0,6-1-282,-5 1 1,5 0 0,3-1-1,3 1 1,0-1 0,0 1 224,-7 0 1,2 0 0,1 0-1,0-1 1,0 1 0,1 0 0,0 0-1,-1 0-222,1 0 0,0 0 0,0 0 1,0 0-1,0 0 0,0 1 1,0-1-1,1 0 200,1 0 0,1 0 0,0 0 1,0 0-1,0 0 0,0 0 1,-2 0-1,-1 0 4,8 1 0,-1-1 0,-1 1 0,-2-1 0,-2 1 0,-2 0 7,0-1 1,-4 1-1,0 0 1,2 0 120,0-1 1,3 1 0,0 0 0,-5 0 0,-9 0 126,11-1 180,-5 0 0,-4-1-180,-17 0-1,3-2 1,-7 0 313,-4 1-1662,6 2-173,-5 3-2025,-6 8 0,-4-5 3049,-7 3 0,-3-3 0,-2 0 0</inkml:trace>
  <inkml:trace contextRef="#ctx0" brushRef="#br0" timeOffset="199608">12244 4043 6903,'-9'0'1259,"-3"0"990,0 0 0,-1 1-1889,23 3-181,-2-1 136,30 2 0,13 0-1326,-8-2 0,2-1 1,-1 0 1010,-5 0 0,-2 0 0,6 0 54,3-1 0,7 0 0,3 0 0,-5 0 0,-9 0-564,-3-1 0,-1 1 528,0-1 0,9 0 0,2 1 0,-2-1 0,-8 0-939,5 1 1,-4-1 920,9 0 0,0 1 45,-10-1 0,-8 1-45,-16-1 1931,21 2-1931,-23-1 0,2-1 1020,0 3-1020,-7-2 3276,3 3-3070,1 0-206,-4-1 89,1 1 1,-2-3 90,3-1-90,4 0-90,5-1 0,5 1 90,18 2-90,-17-1 0,1 2 0,0-1 0,-7 0 0,18 3 180,-15-3 450,4-1-450,-10-1 90,-3-5-1,-8-4-269,0 2 270,0-23-270,-5 8 45,-3-8 0,-1-8-1138,0 3 1,-1-3 0,1 1 1079,-3-5 1,1 0-290,2 6 1,1-1 0,0-1 271,0-7 0,2-1 0,-1 4-15,1 2 0,0-1 45,0 3 0,0-6 0,-1 1 0,1 5-1030,1-3 1,-1 5 1029,0 6 0,0 1-90,0-20 90,1 34 2059,-1-11-2149,0 11 90,0 3 994,-1-2-994,0 6 3276,-5-5-3160,-3 2-116,-14-2-45,-23 4 0,-5 1 45,22 3 0,0 1-779,-5 0 1,-4 1-1,-1 0 749,-5 2 0,-2 0 0,-2 1-15,6 1 0,-1 0 0,-1 0 0,0 0 22,-3-1 1,-1 0 0,0 1-1,-2 0 5,4 0 0,-4 1 0,1 0 0,4 1 0,5-1-531,-7 0 1,3 0 548,0 0 0,-2 1 0,8-1-316,-5-2 316,15 1 0,1-1 0,-17-2 0,8-1 0,-7 1 0,17-2 1810,-1 2-1810,12 0 1159,5 2-1159,10 11 0,-2-7 511,19 38-376,-5-8 0,0 5-1206,-2-3 0,0 2 0,0 1 1101,-1-1 0,0 0 0,-1 4 15,-1 4 0,-1 6 0,-1-1 0,0-6-523,0-8 1,-2-4-1,1 3 500,1 11 1,1 5 0,-1 1-1,0-6-580,0-9 0,-1-3 0,1 0 558,-1-1 0,1 0 0,-1 0 0,3 13 0,-1-5 90,1 2-90,1-1-180,-3-22-754,-1-13 934,5-19 0,-9 5 0,3-14 0</inkml:trace>
  <inkml:trace contextRef="#ctx0" brushRef="#br2" timeOffset="-147536.74">3435 4657 24575,'37'0'0,"-5"0"0,5 0 0,2 0 0,3 0 0,4 0-458,-5 0 0,2 0 1,3 0-1,3 0 458,-4 0 0,5 0 0,1-1 0,1 1 0,-2-1 0,-2 1-470,-3-1 1,-2 0-1,-2 0 1,1 0 0,2 0 469,-1 0 0,2 0 0,1 0 0,-2 0 0,-2-1 0,-4 0 0,6-1 0,-5-1 0,-1 1 293,-2-1 1,-2 0 0,0 1-294,9-3 0,-2 1 0,-3 0 0,-1 0 0,-4 1 0,-1 0 412,-5 0 0,-1 1-412,14-1 2384,-12 3-2384,-10 0 89,-10 1-89,-5 0 0,-3 0 0,-2 0 0</inkml:trace>
  <inkml:trace contextRef="#ctx0" brushRef="#br1" timeOffset="168981.27">15322 6490 20975,'-4'-11'-3277,"-2"-7"0,5 4 0,-1-5 2330,3 5 1075,2 15 1165,-2 20-1375,0 19 1,0 7-709,-1-1 0,-1 0 1000,1-13 1,-1 1 0,1 0 71,-1 16 1,2-3-367,-1-19 1,0-1-61,1 9 1,0 0-1034,2 10 848,0-13 0,2-16 0,2-4 1</inkml:trace>
  <inkml:trace contextRef="#ctx0" brushRef="#br1" timeOffset="169281.27">15757 6662 22621,'6'-12'-3277,"-1"4"2319,18 6 879,9 20 1,6 12-459,-8-5 1,1 2 0,0 1 96,2 1 1,0 1 0,-2 0 317,0 4 0,0 1 1,-6-5-1,-6-9 1,-3-2-1,3 0 1,-1 1-1</inkml:trace>
  <inkml:trace contextRef="#ctx0" brushRef="#br1" timeOffset="169486.27">16334 6703 22441,'-15'-17'-3277,"5"7"0,-21 0 960,14 12 3848,-14 14 0,-2 5 87,3 3-1456,0 8 0,-6 10 0,6-6-134,14-15 1,1 1-458,-9 15 1,-2 6 0,5-8 628,5-1 0,4-6 0,1 0 0,1 0 0</inkml:trace>
  <inkml:trace contextRef="#ctx0" brushRef="#br1" timeOffset="169785.27">16687 6700 17371,'-1'-11'-3277,"-3"-5"1446,3 9 1267,-13 48 1159,6-15-597,0 5 0,-2 10 0,0 3 1,2-6-301,0 5 0,1-2-36,-1 2 1,-1 3 0,3-5 164,3-11 1,3-4-1,5 9 1,1-10 0</inkml:trace>
  <inkml:trace contextRef="#ctx0" brushRef="#br1" timeOffset="170157.27">17259 6902 14755,'-10'-30'-2228,"31"45"2127,6 18 1,2 8-167,-5-9 1,2 1 159,-3-2 0,1 3 1,-2-5-275,-5-9 1,-1-2 417,2 1 0,0-1 1,13 10-1,-8-13 1</inkml:trace>
  <inkml:trace contextRef="#ctx0" brushRef="#br1" timeOffset="170307.27">17704 6895 21936,'-17'-14'-3277,"2"5"3783,-20 16 0,-9 13-72,5 4 0,-1 7 0,-2 1-405,6-3 1,-2 0-1,1 2 1,1-1-1,4-2 1,1 0-1,1-1 1,4 0-1,4 1 1,0 0-1,0 0 1</inkml:trace>
  <inkml:trace contextRef="#ctx0" brushRef="#br1" timeOffset="171127.27">18244 7282 19783,'20'-7'1831,"-3"2"-1314,13 3-566,13 0 0,7 1-10,-17 0 1,-1 1 0,5-1-120,6 0 1,5 0 0,1 1 0,-4-1-23,-2 0 0,-2 1 1,-1-1-26,1 1 0,-1-1 0,-4 0-465,-2 0 0,-6-1 530,1-3 1,-12-2 0,-22-1 0</inkml:trace>
  <inkml:trace contextRef="#ctx0" brushRef="#br1" timeOffset="171499.27">18655 6683 17281,'2'-14'-2307,"2"-3"1568,-2 3 852,-2-14-388,-30 19 873,0 15 0,-5 8 0,1 4-276,4 7 0,3 4 0,-1 1-161,-6-1 0,0-1 1,7 3-849,5 15 0,17-2 303,19-15 1,12-4 123,4-5 1,6-3 0,-2 0 0,8 7 0,1-2 0,-3-10 0,1-1 0,-1 0 0</inkml:trace>
  <inkml:trace contextRef="#ctx0" brushRef="#br1" timeOffset="178656.27">15026 6167 21536,'-19'-19'-3277,"-1"2"0,7 7 2412,-4 1 1142,1 4 191,1 0 36,-7 1 65,11 3-688,34 8 1088,-6-3-672,10 1 1,12 0 0,4 1 0,-2 0 77,6-2 1,0 0-1,3 0-213,-7-1 1,2 1 0,2 0 0,4 1 0,4-1-89,-15 0 1,3-1-1,3 1 1,2 0-1,2 0 1,0 0-1,1 0 1,-1 1-1,0-1 1,-1 0-1,-2 0-24,3 1 1,-1-1 0,-2 1-1,0-1 1,1 1 0,0 0-1,1 0 1,2 0 0,3 0-31,-11 0 0,1-1 0,1 1 1,2-1-1,0 1 0,1 0 1,1 0-1,0 0 0,1 1 1,-1-1-1,1 0 0,-1 1 0,-1-1 1,0 1-1,0-1-18,0 1 0,1 0 1,0 0-1,1 0 1,-1 0-1,0 0 1,0 1-1,-1-1 1,0 0-1,-1 0 1,0 1-1,-1-1 0,0 0 1,-2 0-256,8 0 1,-1 1 0,-2 0 0,0-1 0,-2 1 0,1-1 0,-1 0-1,1 1 1,1-1 0,0 1 217,-2 0 0,2-1 1,1 1-1,0 0 0,1 0 1,-1 0-1,-2 0 0,0-1 1,-3 0-1,-3 0 0,-3-1 38,11 2 0,-7-1 0,-1 0 0,-1 0 0,5 0 9,-2 0 1,3 0 0,2 0 0,0 1 0,-1-1 0,-3 0 0,-2-1 8,5 0 1,-3 0 0,-2 0-1,4 0 255,-6-1 0,2 0 0,2 1 0,-1-1 0,-3 0 0,-5-1-218,7 0 1,-5 0 0,-5-2 855,0-1 1,-5 1-2489,10 5 2162,-19-2 0,-5 4 0,-13-3 0</inkml:trace>
  <inkml:trace contextRef="#ctx0" brushRef="#br0" timeOffset="-181297.46">3783 7672 7623,'6'-43'-28,"0"0"0,-1 0 0,1 0 1,0 0-1,0 0 0,-1-1 1,1 2-1,0-3 0,0-2 1,-1 0-1,1 0 0,0 1 1,-1 2-1,0 2 0,0 4 1,0-12-1,-1 6 0,0 0 1,1-3-1,-1 1 0,1-1 1,-1 0-1,1 1 0,-1-1 1,0 1-1</inkml:trace>
  <inkml:trace contextRef="#ctx0" brushRef="#br0" timeOffset="-158888.46">22192 3370 7533,'-9'3'1439,"2"0"90,2-1-1349,10 1 0,1-2 45,18 3 0,8 0-91,5 0 1,6 1-742,-8 0 1,6 1 0,3 0-1,2 1 1,-3-1 642,-1 0 0,-1-1 0,1 0 0,3 1 0,4 1-9,-10-2 0,3 1 0,2 0 0,2 0 0,2 1 0,0-1 0,1 1 0,0 0 0,-1-1 0,-1 0-236,1 0 0,-1 0 0,1 0 0,-1 0 0,1 0 1,0 0-1,-1 0 0,1 0 0,0 0 0,-1 0 218,1 0 0,1 0 0,-1 0 0,1 0 0,-1 0 0,0 0 0,0 0 0,0 0 0,-1 0 0,0-1-44,2 1 1,1 0 0,0 1 0,-1-1 0,0 0-1,-2-1 1,-2 1 0,-2-1 0,-4-1 34,12 2 0,-6-1 0,-2 0 0,2-1 161,-3 1 1,3 0 0,-1 0 0,-3-1 0,-6-1 63,3 0 0,-4 0-105,4 1 0,2-1 0,-9 0 150,-5-4-180,-8 0 1441,-2 0-1531,-6 0 0,-14-2 0,-8 1 0</inkml:trace>
  <inkml:trace contextRef="#ctx0" brushRef="#br0" timeOffset="-153814.46">13368 11003 7263,'-8'-4'719,"-1"-1"-539,2 2 180,-1-1 0,2 2 360,1 0 89,-1 0 540,1-1 90,-2 3-1169,10 2-180,0 0 360,38 1-2011,4-4 0,6-1 1621,-12 1 0,0 0 0,3 0-60,0 0 0,1 0 0,3-1 0,1 1-418,1 0 0,3 0 1,1 0-1,-1 0 0,-4 0 418,0 1 0,-4-1 0,1 1 0,2 0-304,-1-1 1,1 1 0,1 0 0,3 0-1,3 0 314,-12 1 0,2 0 0,3 0 0,1 0 0,0 1 0,1-1 0,0 1 0,-2 0 0,-1-1-126,0 1 1,-2 0-1,-1-1 1,1 1-1,-1 0 1,2 0-1,1 0 1,3 0 115,-6 0 0,3-1 0,2 1 0,1 0 0,1 0 0,0 0 0,0 0 0,0 0 0,-1 0 0,-1-1 0,-2 1 0,-2 0 11,7 1 0,-1-1 0,-2 0 1,0 1-1,-2-1 0,-1 0 0,-1 1 1,-1-1 3,4 0 0,-1 0 0,-1 0 0,-2-1 0,-2 1 0,-2 0 383,15 0 0,-4 0 0,-2-1-158,-7 0 0,-2-1 0,-5-1 119,14-1-224,-10 1 0,-4 0 1562,-11-2-1607,-2 2 2268,-10 0-2448,3 1 3303,-7 0-3483,2-1-450,-1 1-1709,-1-1 2429,0 0 0,-3 0 0,-1 0 0</inkml:trace>
  <inkml:trace contextRef="#ctx0" brushRef="#br0" timeOffset="-149231.46">13404 12171 7533,'-9'-2'3238,"24"0"-3238,-7 0 90,17 1 90,-5 0-90,-11 0 0,26-1-90,-20 0 45,10 0 0,2 0-45,5 0 0,-6 0 0,2 1 0,3 0 0,2 0 0,6 1 0,1 1 0,1-1 0,2 1 0,-7 0 0,3-1 0,-1 1 0,-2 0 0,-1 0 0,0 0 0,10 0 0,3 0 0,-9-1 0,6 1 0,-1 0 0,-1 0-1093,-1 1 1,-1-1 0,1 1 1040,-3-1 1,2 0 0,0 0 0,-1 0 51,10 1 0,-1 0 0,-3 0-22,-8-1 0,-2 1 0,-1 0 22,9-1 0,2 1 0,1 0 0,2 1 0,-5-1 0,-16-1 0,2 0 0,4 1 0,7-1 0,1 1 0,-6-1 0,-1 1 0,-1-1 0,0 1 0,3-1 0,0 1 0,2 0 0,0-1 0,-3 1 0,-2-1 0,1 0 0,3 0 0,7 1 0,0-1 0,-8 0 0,-5-1 0,0 1-434,9-1 0,6 1 0,-2 0 434,-6-1 0,-1 1 0,-3-1-471,5 1 1,1 0 470,7 0 0,4 0 0,-8 1 0,3 0 0,-11-1 0,7 0 0,-6 0 0,-10-1 0,-1 1 0,7-1 0,3 1 0,0-1 45,8 0 0,2-1-15,0 1 0,4 0 0,-3-1-30,-1 1 0,-1 0-173,1 0 1,4 0 0,-6 0 172,-7 0 0,-3 1 217,2 0 0,2 0-217,-1-1 0,2 1 0,-4 0 90,12 0-90,-7-1 0,7 1 0,-6 0 0,-16-1 0,0 1 30,7-1 0,4 0 0,-1 1-30,4-1 0,-1 0 45,-5 0 0,2 0 15,1 0 0,3 1 0,-3-1 30,-2-1 0,-2 1-1,11 0 1,-1-1 0,-6 1 0,-5-1 0,1-1 2163,0 1-2073,-7 0-90,-6 0-360,0 0 992,-3 1 0,-28 2 0,-4 1 1</inkml:trace>
  <inkml:trace contextRef="#ctx0" brushRef="#br0" timeOffset="-144131.46">20262 13461 9691,'7'-15'1260,"-2"5"-900,2-1-91,-4 7 1,3 0 0,4 15-90,-4 3-135,-3 15 0,-4 8-1116,-4-2 0,-2 4 1,1-2 1070,-1 6 0,0 2 20,0-5 1,-3 6 0,1-2-1,3-8-20,1-10 0,1-1-120,-1 8 0,-1 4 1,1-7-511,3 0 630,0-3 0,7-29 0,1-11 0</inkml:trace>
  <inkml:trace contextRef="#ctx0" brushRef="#br0" timeOffset="-143698.46">20077 13478 9691,'6'-22'540,"3"1"0,19 9-270,5 3-180,-6 4 0,1 1-1,0 3 1,1 3 45,17 7 0,0 3-90,-12 1 0,-1 2-45,6 1 0,-4 6-30,-17 8 0,-5 8 0,-4-5 30,2 15 0,-9-7 0,-2 6 0,-5-5 0,-6-11 0,-7-1 60,-7 5 0,-6 2 0,1-3 30,-3-1 0,-2-4-90,4-4 0,-3-1 0,1-3-135,-5 1 0,3-4-135,-7 5-630,14-9 1,5-2 899,14-6 0,-4 0 0,12-5 0</inkml:trace>
  <inkml:trace contextRef="#ctx0" brushRef="#br0" timeOffset="-143198.46">20726 14062 10591,'3'-7'2339,"7"-2"-2249,-5 5 359,19-4-359,-4 4 0,15-4-90,12-7 0,-18 5-45,-2-5 0,-3-1 45,-9 3-180,4-26 90,-26 19 90,-3-6-90,-38 16 1,17 11 89,0 10 0,-7 6 0,5 2 0,7 2 0,2 3-30,-4 5 0,-1 4 0,6-1 30,10 7 0,6-2 0,0-5 0,5 0 45,21 13 0,9-5-45,-6-22 0,4-4-150,2 2 0,4 1 0,-1-6-345,6-8 0,0-7 495,-4-2 0,1-4 0,-3 0 0,-2 0 0,-2-2 0,6-5 0,0 0 0</inkml:trace>
  <inkml:trace contextRef="#ctx0" brushRef="#br0" timeOffset="-142831.46">21566 13993 10861,'-2'-16'899,"-2"3"-269,-11 5-450,3 5 90,-12 5 0,-3 4-181,0 3-1182,-3 7 1,-5 6 0,5-3 658,-5 9 771,1-1 1,2 3-203,16-3 0,7 1-225,11 0 0,9 1-810,13 5 1,10-6 657,-1-15 0,6-7 0,-1-1 0,-4-3 0,-1-2 0,0-2 0,13-11 0,-1 1 0</inkml:trace>
  <inkml:trace contextRef="#ctx0" brushRef="#br0" timeOffset="-141893.46">22045 14055 10411,'-22'-16'2699,"-15"22"-2610,7 0 46,0 16 0,1 5-45,5 3-270,1 10 0,2 1 1,9-6-136,13 3 0,7-2-225,17-13 315,-4-5 0,4-4-90,7-13 1,-1-9 224,-7-10 0,-3-4 90,1 0 0,-5-2 90,-12-7 0,-7 1 0,-10-5 0,-7 2-90,14 9 90,26-3 0,-1 12 0,3 2-45,1 3 0,1 1 44,16-8 271,-10 4 0,-9 5-270,2 1 180,-10 15-90,-19 36-180,2-13 45,-5 6 0,-1 2 45,-1 7-45,1-9 0,0 1 314,-1 2-269,13-20 0,17-51-1183,-3 4 1,3-6 0,-1 2 1034,-2 1 1,0 0-400,5-5 0,1-1 1,-3 7 456,2 9-90,12-5 90,-11 49-45,-14 6 0,-2 4 45,0-11 0,0 3 0,-3 9 0,-1 5 0,0-7 0,2 0-225,2 2 0,7-5-3052,21-21 2657,-6-1 0,12-20 0,-20 0 0</inkml:trace>
  <inkml:trace contextRef="#ctx0" brushRef="#br0" timeOffset="-141511.46">22736 14090 11041,'-9'-8'1979,"-3"-2"-1080,4 11-539,0 3-180,4 6 269,6 39-584,3-14 1,3 2-181,3 7 0,1-2 270,-4-5 0,4-8-225,32-20 270,-27-25-45,8-14 0,-1-5 0,-10 4 0,-2 0-90,4-7 0,-2 1-315,-4 6 1,-2 4-2828,-1-2 3241,-7 28 1,-1 14 0,-2 12 0</inkml:trace>
  <inkml:trace contextRef="#ctx0" brushRef="#br0" timeOffset="-140697.46">23283 14128 10051,'-18'-8'1170,"-1"2"-811,-4 3 181,-8 9-90,-4 9-270,5 2 44,-2 9 1,1 5-225,17-9 0,1 1-45,-9 9 1,4-1-46,10 8-360,32-3 90,18-23 270,-3 6 45,-6-26 0,-3-9-45,-7-9 90,-5 4 0,-3-2 0,-9-21 0,-7 13 45,-7 6 0,-2 2 45,-3 2-90,-8-8-270,6 14 180,7 5 90,10-8 0,3 10-45,13-8 0,2 0 45,1-2 0,1-1 0,6-6 0,-2 1 45,-4 1 0,0 0-15,1-1 0,1-2 0,-1-2 90,-3 1 0,-1-2 0,-2 1-1501,3-8 0,-2 2 1426,-1 1 0,-3 3 224,0-5-179,-21 48 0,-5 17-60,0 2 0,-1 7 0,1 2-30,1 3 0,1 2 0,0 0-23,2-10 1,0 1 0,0 0-1,2 0-37,0 12 0,3 0 0,3-4-75,5 1 1,3-5 89,-4-8 0,5-2-855,11 2 1,5-9 899,18-17 0,-17-1 0,1-3 0,-3-10 0,0-1 0</inkml:trace>
  <inkml:trace contextRef="#ctx0" brushRef="#br0" timeOffset="-140023.46">23788 14156 10321,'-7'-9'2789,"-2"19"-2700,4-5 181,-3 28-270,6-10-90,-1 4-90,3 0-449,11 7 539,-3-12-450,28 6 270,0-42 180,7-1 135,-20-5 0,-2-4 135,2-16-3457,-5 1 3342,-9 11-9,-4 3-56,-2 13-90,4-10 90,-2 14 0,14-11-90,-2 4 90,17-19 0,-10 8 0,0-3 0,-4 6 0,-1-2 0,10-14 0,-1-3 45,-4 2 0,-3 2 0,-4 6 0,1 0 134,3-12 1,-2 4-90,-6 13 3186,1-7-3041,-20 44-191,-8 22 1,-2 9-45,3-9 0,0 1 0,0 3 22,0 3 1,-2 4 0,2 0-1,0-3 40,1 0 0,2-1 1,0 1-93,2 5 0,2 1 0,2-5-15,3-8 0,1-4-45,2 1 0,3-3-900,13 6-539,-2-18 0,5 2 1176,0-13 1,0-8-1,4-2 1</inkml:trace>
  <inkml:trace contextRef="#ctx0" brushRef="#br0" timeOffset="-139817.46">24246 13976 10681,'1'-5'1439,"0"1"-989,29-2-2609,16 1 520,-20 2 1,-1 0 982,1 0 1,-1 0-1,9-6 1,-8-1 0</inkml:trace>
  <inkml:trace contextRef="#ctx0" brushRef="#br0" timeOffset="-132807.46">24595 14138 7263,'1'-10'2069,"0"-2"-270,1 2-630,0 0-1079,0 14 180,-3 4-180,1 22 0,-2-10-135,0 6 0,-1 0-45,1-3-180,-2 26-3007,1-8 3196,2-15 1,-2 4 0,4-26 0</inkml:trace>
  <inkml:trace contextRef="#ctx0" brushRef="#br0" timeOffset="-132552.46">24804 13735 9781,'-7'-25'1170,"3"8"-451,1-1-809,3 10-899,3 2 989,6 11 0,-1 2 0,1 9 0</inkml:trace>
  <inkml:trace contextRef="#ctx0" brushRef="#br0" timeOffset="-131687.46">24804 14249 10231,'-6'-10'1439,"0"4"-1349,-2 4-90,2 5-180,-13 18 90,10-8-179,-11 18-361,10-2-90,2 6 271,4 0-271,13-2 630,-2-19 0,7 0 0,7-15 90,-8-2 180,18-14 0,-15-4 135,-5-2 0,-2-2-46,-1-13 91,-4-8 90,-6 9-360,0 18 180,1-10-180,3 20 0,13-9 0,-1 10-90,7-1 180,11-2-180,-17 6 179,19-6 1,-19 7-180,2 0 90,-6 12-90,-7-1 0,-10 35-90,-1-16-90,-4 10 1,-1 0 89,2-6-45,-1 0 0,1-1 135,3-12 0,-2 6 90,29-46 0,-7 7-90,11-14 0,2-5 45,-9 13 0,1 0-1684,8-8 1,0 2 1523,2-1 115,-1 21-90,-26 49 45,-1-13 0,-2 3-90,-4 12 0,-1 0-45,1-9 0,0 0-360,3 1 1,2-3 89,3-2-1439,14 5 1889,-5-26 0,14 1 0,-2-5 0</inkml:trace>
  <inkml:trace contextRef="#ctx0" brushRef="#br0" timeOffset="-122910.46">18233 10928 6453,'-9'-4'1799,"0"2"360,3 1-2024,31 4 0,12 2 45,-5-2-55,-4 0 1,9 1 0,6 0 0,3 0 0,1-1-454,-5 0 1,2 0 0,2 0 0,2 0 0,2 0-1,1 0 1,2 0 0,0-1 361,-10 0 1,0 0-1,2 0 1,1 0 0,1 0-1,0 0 1,1 0 0,1 0-1,-1 0 1,1 0-1,-1 0 1,1 0 0,-1 0-154,0 1 1,1-1 0,-1 0 0,0 0-1,1 1 1,-1-1 0,1 0 0,0 1 0,1-1-1,1 0 1,0 0 0,1 0 0,1 1 137,-6-2 1,2 1 0,1-1 0,1 1 0,2 0 0,0-1 0,1 1 0,0-1 0,-1 0 0,1 1 0,-1-1 0,-1 1 0,-2-1 0,-1 0 0,-1 0 0,-2 1 0,-3-1 0,-2 0-231,13 1 0,-4-1 0,-3 1 0,-3-1 0,0 1 0,1-1 1,1 0-1,3 1 219,-2-1 0,4 0 0,1 0 0,3 1 1,-1-1-1,1 0 0,-3 0 0,-2 0 0,-3 0 1,-6 0-1,-4 0 75,16-1 0,-9 1 1,-2-1 5,-1-1 1,-1 0 0,-2 0 45,7-1 0,-6-1 45,-2-4-989,-21 2-2468,-6 1 2769,-14 0 0,-1 2 0,-11-2 0</inkml:trace>
  <inkml:trace contextRef="#ctx0" brushRef="#br0" timeOffset="-120463.46">5273 14255 8702,'-3'-9'450,"4"15"-270,1 3 0,2 16 44,-3 8 1,-2 6-75,-1-3 0,-1 3 0,-1 5-697,1-6 1,0 5 0,-1 2 0,0 1 0,-1-1 0,1-3 135,0 4 0,-1-3 0,0 1 1,0 2 456,1-6 0,-1 4 0,1 1 0,-1-1 0,1-2 0,0-5 438,0 7 1,1-6-1,0 4-409,1 4 1,1 4 0,1 0 0,-1-3-36,1-4 0,0-2 0,1 1-31,0 7 0,2 2 1,0-6-269,3-7 0,0-6 793,1 6-3811,11-13 3133,-11-29 1,11-18-1,-6-5 1</inkml:trace>
  <inkml:trace contextRef="#ctx0" brushRef="#br0" timeOffset="-119663.46">5329 14175 8792,'4'-21'540,"-2"7"-270,12-1 359,30 5-404,-8 5 0,6 2-135,-8 1 0,4 0 0,2 1 0,-1 0-910,0 1 1,0 0 0,1 1 0,3-1 731,-2 2 1,3-1-1,2 1 1,0 0-1,1 0 1,-1 0-118,0 0 0,-1 1 0,0-1 0,1 0 1,0 1-1,0-1 220,3 1 0,1 0 0,0-1 0,0 1 0,0 0 0,0-1-268,-2 1 0,-1-1 0,1 0 0,-1 0 1,0 0-1,0 1 283,0-1 0,1 0 0,-1 1 0,0-1 0,-3 0 0,-2 0-205,1 0 0,-3-1 1,0 1-1,1-1 229,1 2 0,4 0 0,0 0 0,-5 0 0,-8-1 621,-7 0 1,-2 0-496,18 2 0,-4 0 0,-17-1 1751,9 12-1841,-23 11 0,-4 7-30,0 0 0,0 3 0,-2 3-38,0 3 1,-2 5-1,-1 2 1,1 0-5,-1-2 0,0 2 0,-1 1 0,0 0 0,0-1 17,0-2 1,0-1 0,0-1 0,-1 2 0,1 1 163,-1-1 0,-1 1 0,1 2 0,-1-1 0,1 0 0,0-1-169,0-3 0,1 0 0,-1-1 0,1-1 0,0-1 0,0-1-8,-1 9 1,0-3-1,1-1 1,0 1-1,0 2 1,0 2-1,1-3 1,0-10 111,1-10 1,1-4-95,-1 2 0,1-2 230,-3 5-180,-3-25 90,-25-20-90,-6-9-90,5 2 0,-6-2 0,-4 4 0,-6 0 0,2 2 8,15 5 1,2 2 0,-6-1-9,1 3 0,-7-1 0,-4 0 0,-2 1 0,2 0 0,2 1 0,6 1 0,-7 1 0,6 1 0,-8 1 0,10 0 0,-5 1 0,-4-1 0,-3 0 0,-2 1 0,0-1 0,1 2 0,2-1 0,3 2-288,-6 0 1,1 1 0,2 0-1,0 1 1,1 0 0,-2 0 272,-2-1 0,-1-1 0,1 1 0,-1 0 0,2 0 0,1 1-18,-1 0 0,1 0 0,1 1 0,2 0 0,5 0-57,0 1 0,4-1 0,0 1-120,-4 0 0,-1 0 0,2-1 30,-10 1 0,2 0-630,-4 1 1,7-2-2468,15-2 2769,2-2 1,22-5 0,10-3-1</inkml:trace>
  <inkml:trace contextRef="#ctx0" brushRef="#br0" timeOffset="-118039.46">5520 13475 9062,'3'8'180,"-1"2"-90,-4 9 0,0 17-90,-1-6-90,0 6-990,0-5 271,3-15 809,0 15 0,3-18 0,1 3 0</inkml:trace>
  <inkml:trace contextRef="#ctx0" brushRef="#br0" timeOffset="-117622.46">5661 13585 8162,'2'-10'900,"-1"-2"-181,6-6-539,-2 5 360,9-10-180,-1 11-180,3-1 90,5 6-181,-7 7-89,0 3 180,-11 20-90,-23 18-90,10-19 0,-1 1 0,-4 2 0,-1-2 0,-11 14 0,15-21-90,-2 8 90,13-16-90,11 6-179,13-5-1,7-1-315,-5-5 0,0-1-235,17 2 1,0-2 0,-11 0 0</inkml:trace>
  <inkml:trace contextRef="#ctx0" brushRef="#br0" timeOffset="-116996.46">6153 13625 8972,'-3'-16'989,"-4"-7"-809,5 14 360,-7-11-90,-2 11-360,0 0 179,-23 9-179,18 2 90,-30 15-180,29-6 90,-9 11-90,29 6-90,7-4 90,10 4-90,12-3 0,-8-8 0,1 1 90,9 6-90,-3-1 1,-5 0 89,-13-9-90,6 20 0,-24-13 90,-27 12 0,-9-9 0,13-14 0,2-4-90,-7-10-90,30-35 90,18-4 45,6 2 0,2-2 45,-8 17 0,0 0 0,3-5 0,-3-1 90,-10-16-90,-5 20 0,-11 3 0,-5 3-90,1 9-180,-9 0 0,-2 3-359,2 8-1080,-10 4 1709,19 6 0,10 4 0,5 2 0</inkml:trace>
  <inkml:trace contextRef="#ctx0" brushRef="#br0" timeOffset="-116697.46">6517 13687 8702,'-6'-11'1979,"-1"-1"-720,3 3-899,9 13-180,10 16 0,12 17-270,-5-6 0,2 2-810,-2-4 1,0-1-136,-3-2 1,0-2 1034,8 6 0,-18-24 0,-3-4 0</inkml:trace>
  <inkml:trace contextRef="#ctx0" brushRef="#br0" timeOffset="-116498.46">6715 13764 9332,'-5'-17'629,"-5"-6"-449,7 12 630,-11-5-540,1 18-91,-8 5-89,-3 14 0,0 6-135,6-7 0,0 2-375,-3 4 1,-1 4-1,4-2-127,5-1 1,4 0 0,-2-1 0,5 0 0,10 6 0</inkml:trace>
  <inkml:trace contextRef="#ctx0" brushRef="#br0" timeOffset="-116222.46">7028 13580 9691,'-13'9'810,"3"2"-540,4 16-90,1 3-90,0 7-90,1-8-360,3-3 0,1 0-90,0-4-2428,5 25 2878,0-34 0,6 7 0,-1-11 0</inkml:trace>
  <inkml:trace contextRef="#ctx0" brushRef="#br0" timeOffset="-115814.46">7155 13620 8792,'2'-16'1259,"0"5"-539,6-4-1,6 6-269,15-5-270,-4 6 0,3 3 0,0 1-90,-5 2 45,4 3 0,-1 3-135,-12 8 90,0 14-45,-27 1 0,-12 3-495,2-4 0,-5 1 1,0 1 478,-4 4 1,-1 2 0,1-2-30,4-7 0,0 0 0,4-2 45,-3 6 0,11-4 45,24-7-90,3-5-180,17-7 1,5-4-181,-8-2 0,2-1-270,13 1 1,0-1-1,6-3 630,-1-1 0,-25 2 0,10-3 0</inkml:trace>
  <inkml:trace contextRef="#ctx0" brushRef="#br0" timeOffset="-115181.46">7751 13607 9691,'1'-13'990,"-2"-1"-720,0 5 90,-10-2-91,-8 11-89,-7 2-90,3 8 0,0 3-90,-3 2 90,2 6 0,3 1-90,9-6 0,-1 25-90,24-12 0,7 8 0,3-10 0,3-1 90,9 8-45,-7-6 0,-1-1-45,-6-4 180,0 14-90,-23-19 90,-9 6 180,-21-1-180,12-10 180,-20 3-180,25-14 90,-11-7-90,18-6 0,14-24-90,12 7 0,7-3-1093,-1 0 1,2-3 0,-1 1 1023,-2 4 1,-1 2 0,0-2-296,1-2 1,-1-1 0,-6 2 363,-7 3 0,-9 2-135,-18-1 0,-10 5-540,1 8 1,-3 7 674,-17 4 0,1 6 0,17 5 0,4 3 0,2 2 0,0 1 0</inkml:trace>
  <inkml:trace contextRef="#ctx0" brushRef="#br0" timeOffset="-113589.46">5435 16844 9602,'0'-7'-270,"2"1"270,28 0 0,-12 3 45,8 0 0,6-1 44,2 1 1,5 1 0,2-1-910,1 0 1,2 1 0,2-1 0,0 1 268,1 0 0,0 0 1,0 0-1,0 0 551,1 0 0,1 0 0,-1 1 0,-3 0 482,1 1 1,-3 0 0,-3 0-483,4 0 0,-1 1 179,-1-1 1,-3 1 360,6 2-180,-11 1 686,-11 2-956,-13 2 90,-7 13-90,-1 19-90,-3-16 0,0 3 45,-1 7 0,0 4-15,-3 2 0,-1 3 0,1 1 15,1-7 0,0 0 0,0 1 0,0 0 593,-1 1 1,1 0-1,-1 0 1,1-2-639,0 6 0,1-2 0,1-5 75,0-9 0,1-3 194,1 19-89,-1-23 90,-5 10-180,-8-23 0,-16-5-90,-15-3 45,5 0 0,-2 1-45,12 0 0,-3 0 0,-3 2 0,-7-1 0,-1 1 0,4 0-524,6 0 1,3 0 0,-5-1 523,-3 1 0,-5 0 0,-2 1 0,0-1 0,3-1 0,-1 1 0,2-1 0,1 0 0,0 0 0,-7 0 0,2 0 0,-3 0 0,2-2 0,-4-1 0,3-1 0,8 1 0,12 0 0,1-1 0,-12-1 0,-6-1 0,9 0-180,3-3 90,-1-4 0,15 0 0,18-8 0,2 5 90,10-12-90,11-17 0,-8 13 1,0-3-1,5-7 0,0-5-101,-5 8 1,1-5-1,0 1 1,-1 4 190,2-5 0,0 0-261,-2 3 0,1-7 1,0 2-1,-2 9 216,-3 9 0,-1 3 2,3-11 0,-1 2-317,3 1-719,-9 21-810,6 6 1889,-7 14 0,5 13 0,-2 0 0</inkml:trace>
  <inkml:trace contextRef="#ctx0" brushRef="#br0" timeOffset="-112856.46">5692 17057 9422,'-19'-6'989,"3"2"-539,10 8-180,3 3 269,1 22-449,3-10 90,-4 22 0,-4 7-180,4-23 0,-1 0-45,1 2 0,0-1-45,-2 15-90,3-24-90,1 1-45,7-35 1,4-13-1325,0 0 1,-1-1 1445,3-4 1,0-1 102,1-7 0,-3 7 90,-4 18 90,5-14-90,-6 29 0,5 7 0,1 6 90,4 5-90,5-6 0,-6-4 3276,6-5-3250,11-12-26,-7 2-90,19-8 90,-23 8 180,9 8-90,-20 10 90,5 18 0,-13 7-135,-2-5 0,0 1-90,2-1 0,-1-1-90,1 0 0,-1 0-495,5 19-179,2-19 809,5-5 0,0-11 0,5-4 0</inkml:trace>
  <inkml:trace contextRef="#ctx0" brushRef="#br0" timeOffset="-112589.46">6297 17183 9512,'-9'-9'1259,"1"2"-719,-1 18-271,2 3-89,0 11 0,0 2-90,1 5-135,3-8 0,-1 1-315,0 16-179,2-8-811,0-7 1,0-1 1349,0-2 0,2-3 0,1-16 0</inkml:trace>
  <inkml:trace contextRef="#ctx0" brushRef="#br0" timeOffset="-112286.46">6280 17067 9871,'2'-7'990,"0"3"-1215,20 4 0,8 5-90,-5 3 0,0 0 270,2-4 0,-3 4 135,-3 26 90,-46-11-45,-3-1 0,-3-1-135,1-4 0,0-1-450,-2 1 1,3-2-811,-4 4 1260,15-5 0,15-11 0,1 0 0</inkml:trace>
  <inkml:trace contextRef="#ctx0" brushRef="#br0" timeOffset="-111148.46">7001 17315 8972,'-8'-3'719,"1"0"181,-2-1-270,3 1-181,-3 0 91,5-1 180,34-1-586,6 2 1,5 0-45,-8 1 0,3 1 0,5-1-241,-4 2 0,5 0 0,3 0 0,0 0 0,-1 0 0,-6 0 151,8 0 0,-4 0 0,5 1-30,-6 0 0,7-1 0,2 1 0,-1 0 0,-4 0 0,-8 0-15,6 0 0,-4 0-15,5 0 0,2-1 0,-8 1 60,2-3 0,-13 0 0,-19 0 0</inkml:trace>
  <inkml:trace contextRef="#ctx0" brushRef="#br0" timeOffset="-110677.46">8048 17153 9332,'-9'-16'3238,"2"4"-3148,13 12 180,29 22-225,-1-1 0,4 1-225,4 4 0,1 0 180,-1-2 0,-3-1 180,3 0-180,-31-12 180,-28-5-180,-10 3-1639,-3 5 1,0 2 1433,-4 2-740,-3 7 1,3 4 944,14 2 0,5-10 0,3 0 0,11 9 0</inkml:trace>
  <inkml:trace contextRef="#ctx0" brushRef="#br0" timeOffset="-110011.46">9061 17122 9422,'4'-8'1259,"2"-4"-90,-3 2-449,-22 8-540,6 3 0,-20 22 0,-2 8-180,7-1 89,2 5 1,-4 10 0,7-2-45,10-3 0,6 1-105,0-1 0,0 2 0,8-4-165,14 2 1,10-8 44,5-12 0,3-10 45,-4-14 0,-5-10 135,-18-30-450,-17 21 1,-8 2 449,-6 5 0,-2 5 0,-9 2 0,20 13 0</inkml:trace>
  <inkml:trace contextRef="#ctx0" brushRef="#br0" timeOffset="-109315.46">9493 17160 9602,'-4'-17'2698,"1"-1"-2428,-7 26-180,2-5 90,-8 17 0,-1 6-1,-11 15-119,8-12 0,-3 4 0,3-3-60,2-4 0,1 0-45,-11 17 0,2-3-134,7-9 44,5-8 0,2-1-225,2-4 180,5-2 90,11-17-3187,16-8 2802,-8 1-1484,16-9 1869,-20 13 0,18-2 0,-13 9 0,16 4 0,-9-1 2286,16 2-2376,7-11 2886,-8 1-2751,-7-10 0,-2-3 45,-8 1 45,2-6 0,0 0 135,-6 1-90,5-8 359,-10 14-359,-4 10 90,-4 10-90,-3 4 0,-2 6 360,-4 22-360,3-16 45,1 10 0,-1 0-45,3-10-135,0 5 0,3 1-3232,9-5 797,-2 1 2480,6-14 0,-1-16 0,2-1 0</inkml:trace>
  <inkml:trace contextRef="#ctx0" brushRef="#br0" timeOffset="-109048.46">9971 17346 10591,'1'6'2608,"15"11"-2338,16 17 0,-1-6 0,3 2-1909,-5-5 1,0-1 131,-1-1 1,-1-1 341,-3-4 0,-2-2-814,-10-9 2239,6 4 0,-11-12 0,0-1 0</inkml:trace>
  <inkml:trace contextRef="#ctx0" brushRef="#br0" timeOffset="-108855.46">10301 17393 10231,'-5'-22'180,"-1"-1"450,3 12-181,-3 3 181,-23 22-360,10 1 0,0 3-135,-11 8 0,-1 5-405,8-4 0,1 2 0,1-1-315,-1 0 1,2 0 584,1 5 0,5-2 0,12-8 0,6-2 0</inkml:trace>
  <inkml:trace contextRef="#ctx0" brushRef="#br0" timeOffset="-108302.46">10724 17228 10861,'-2'-14'2968,"-25"42"-2833,5 0 0,-2 5-165,3-4 0,1 2 0,-1 1-60,1 0 0,0 0 0,4-2 45,0 1 0,7-3-45,14 8 0,22-14 90,-4-11 0,3-2 90,22 4-180,2-13 0,-23-9 0,-11-18 90,-17 3-90,-12-10-180,-6 15 1,-4 2-811,-3 5 1,-1 3 1079,-3 0 0,1 4 0,-13 12 0,20 5 0</inkml:trace>
  <inkml:trace contextRef="#ctx0" brushRef="#br0" timeOffset="-107594.46">11140 17315 10321,'4'-27'2609,"-1"5"-2250,-28 47-359,12-10-135,-14 23 1,-3 5-91,14-16 0,0-1 90,-6 9 0,1-1 45,2 2 0,17-22 0,20-20-90,14-1-90,9-1 90,2 6 91,-3 2 89,-8-1 0,-10-3 0,8-13 0,-12 2 179,12-12 181,-9 5 90,-12 29 90,-14 33-405,-2-5 0,0 2-360,-1-1 0,2-1-270,2-7 0,3-4-764,4-2 1259,6-10 0,-5-8 0,3-1 0</inkml:trace>
  <inkml:trace contextRef="#ctx0" brushRef="#br0" timeOffset="-106661.46">12389 17494 9781,'-9'-3'2429,"2"0"-1709,24-4-630,16 2 0,11 0-690,2 0 0,5 1 1,0 0 599,-2 0 0,0 1 0,-2 0 0,0 0 0,-2 1 0,-5 0 0,-11 1 0,0 0 0</inkml:trace>
  <inkml:trace contextRef="#ctx0" brushRef="#br0" timeOffset="-106248.46">12862 17302 9512,'-5'-8'179,"1"1"271,1 2 0,1 1-180,22 9-90,1 6-180,18 8 0,-3 1-90,4 1 0,-17-10 0,-1 0 0,15 7 90,-8-4 180,-12-2-90,-15-4 270,-9 14-181,-16-1-44,1-1 0,-2 3-1774,-2 2 1,2 1 1490,4-6 1,2 0-1492,-1 9 1,7-1 1596,12-6 0,8 11 1,11-14-1</inkml:trace>
  <inkml:trace contextRef="#ctx0" brushRef="#br0" timeOffset="-105854.46">13777 17022 9691,'3'-19'810,"-1"7"809,0-3-1439,0 19 225,-2 28 0,-2 15-256,0-8 1,0 2 0,0 2-970,0-1 1,0 3 0,0 0 0,0-2 732,-1 7 1,1-1 0,0-3-75,0 6 1,1-6-380,5 1-1297,4-21-1440,4-20 3039,1-9 1,7-13-1,-2-1 1</inkml:trace>
  <inkml:trace contextRef="#ctx0" brushRef="#br0" timeOffset="-105187.46">13821 16932 10321,'-18'-13'1169,"34"-2"-989,12 8 0,12 3 0,-2 0-90,1-3 0,5 2-486,-8 3 0,5-1 0,5 1 0,2 1 0,0 0 1,0 0 395,-7 0 0,1 1 0,1 1 0,0-1 0,0 1 0,1-1 0,2 1-45,0 0 0,1 0 0,2 1 0,0-1 0,0 1 0,0-1 0,-1 1 0,-1 0 96,1-1 0,0 1 1,-1-1-1,0 1 1,-2 0-1,-1 0 1,-2 1 281,14 2 1,-2 0 0,-5 1-1,-10 1-153,7 10-90,-36 1 90,-13 11 0,0 2 0,-1 5-90,0 10 0,0 6 22,1-12 1,0 4-1,0 2 1,1-1-112,0 3 0,2 1 1,0 0-1,0-2 21,0-4 1,-1-1 0,1-1-1,1-1 8,1 10 0,1 0 0,1-6 60,0-3 0,-1-6 1310,-8 12-1400,-8-16 0,-13-30 0,-5-7 0,1 2 0,-3-3 0,-6 0 0,-5 0 0,-5-1-325,6 3 0,-4 0 0,-3 0 0,0 0 1,-1-1 309,3 1 0,0 0 0,-2 0 0,0-1 0,0 1 0,1 0 15,-1 1 0,1-1 0,-1 1 0,1-1 0,-1 1 0,-1-1-65,5 1 1,-1 0 0,-1-1 0,0 1-1,2-1 1,2 1 0,5-1-303,-5 1 1,5 0 0,2-1 0,0 0 366,-13-4 0,2 0 0,9-1 0,3-10 0,60-1 0</inkml:trace>
  <inkml:trace contextRef="#ctx0" brushRef="#br0" timeOffset="-104668.46">14400 17186 9781,'4'-11'1350,"7"-9"-181,16 0-989,-6 1 90,5 6 0,2 3-1,18 7-224,-15 7 0,-5 7 0,-16 17 0,-10 6-15,-6-3 0,-6 2 0,-2-1-30,-5 4 0,-3 0 0,1-1 0,1-5 0,0 0 0,7-2-719,8 22-1710,34-24 2429,12-14 0,-4-7 0,-13 0 0</inkml:trace>
  <inkml:trace contextRef="#ctx0" brushRef="#br0" timeOffset="-104451.46">14650 17718 10861,'-15'-1'809,"3"1"-809,6 2 0,2 1 0,-1 0 0</inkml:trace>
  <inkml:trace contextRef="#ctx0" brushRef="#br0" timeOffset="-102848.46">13677 16283 9871,'-1'4'1440,"-2"2"-1261,-14 34-89,8-11-45,6 1 0,3 1-45,8 0-45,4-8 0,4-2-45,16-6 0,5-6 1,10-16 89,-19-5 89,7-13 1,-21 5 90,-3-5-90,-6 8 90,-3 0-90,5 7-90,-3 3 0,4 3 90,16 1-90,-2-2 0,13-4 0,4-10 0,-20 8-90,12-8 90,-27 28-90,-11 20 90,-4 3 0,-5 8 0,-1 0 0,3-5 45,2-3 0,2-2-45,4-13 270,6-1-180,20-35-90,-3 5-90,1-8 0,4-9 0,-1 2 0,2-2 0,-1 2 45,5-10 0,0 3 0,-7 13 0,0 7 45,-2 16 90,1 16-90,-10 2 90,-4 28 0,-6-19-90,2 21-90,-1-23-809,16 3 449,-8-18-2827,26-7 3196,-18-8 1,18-9 0,-10 2 0</inkml:trace>
  <inkml:trace contextRef="#ctx0" brushRef="#br0" timeOffset="-102528.46">14639 16349 9691,'-8'-14'3276,"2"2"-2684,-1 22-277,0 16 0,1 9-255,-1-1 0,-1 3 0,0 0-90,2-2 0,0 0 0,-1 0-150,-1 1 0,1 1 0,1-6-1079,0 14-270,3-16 1529,3-16 0,8-20 0,2-5 0</inkml:trace>
  <inkml:trace contextRef="#ctx0" brushRef="#br0" timeOffset="-102201.46">14602 16373 10321,'-8'-5'1169,"1"-2"-1079,17 4 180,14 0-180,2 2 0,2 2 0,1 2-90,-2 1-45,11 9 0,-2 4-45,-15 6 90,-1-5 0,-7 2 270,-42 14-180,5-16-90,-16 3 180,0-11-1349,7-3 1169,8-3 0,19-4 0,23-5 0</inkml:trace>
  <inkml:trace contextRef="#ctx0" brushRef="#br0" timeOffset="-100774.46">14933 16536 9781,'-1'-15'2969,"-5"7"-2250,-15 13-449,-3 17-360,3 6-270,15 4-539,34-12 629,-7-9-45,7-7 0,2-6-134,6-16 449,1-3 90,-17-9 90,-32 1-91,-1 11-89,-11 0 0,14 13-179,24-1 89,2 3-90,29-3 0,-8 3 90,-1-2 360,3-3 179,-15-1-89,-1-2-180,-10 0-180,-5 3 90,7 1-90,-4 2 0,3 0 0,-5 3 0,-1 5 0,-3-1 0,0 6 0,-4 2 0,-1-2 0,-2 13 0,0-10 0,-1 7 0,2-1 0,2-2 90,3 10-90,-1-13 0,9 10 90,2-11 0,10 3-90,-4-7 0,0-7 0,-11-7 0,0-8 0,-3-4 0,-3-5 0,-4-7 90,-4 6-90,0 2-90,-14-6 90,6 15 0,-15-9-180,4 13-180,3 2 270,14 0 90,8 5-90,23-4 90,-6 3-90,29-10 90,-5-3 0,-2 0 0,-12-1 90,-5-7 0,-9 4 0,0-3 45,3-3 0,-1-1-135,-3 5 0,-2 0 90,5-10 90,-12 26 0,5 11 0,-4 13 0,-3 15 0,-1 7-31,-2-5 1,-1 1 0,0-1-150,0 9 0,0 0 90,0-5 0,0 1 0,2-5-630,12 13-1099,-1-22 1,2-2 1445,13 2 1,7-24-1,-11-8 1</inkml:trace>
  <inkml:trace contextRef="#ctx0" brushRef="#br0" timeOffset="-100548.46">15874 16454 10681,'-5'-12'3276,"2"3"-2504,-4 18-682,4-2-450,-8 31 0,7-22-809,-2 16-2108,4-14 3151,1-3 1,3-2 0,1-8 0</inkml:trace>
  <inkml:trace contextRef="#ctx0" brushRef="#br0" timeOffset="-100337.46">15989 16093 11131,'4'1'0,"3"3"0</inkml:trace>
  <inkml:trace contextRef="#ctx0" brushRef="#br0" timeOffset="-99857.46">16071 16419 10321,'-3'-12'3276,"0"0"-2504,4 18-592,-8 29-270,5-6-45,-4 3 0,-1 1-315,-2 2 270,0 0-449,3-2 449,8-26-180,24-14 180,-7-7 0,1-4-45,10-7 0,1-1 180,-5 4 0,-2 1 135,9-7 90,-11 29 0,-16 16 0,2 9-90,-5 4 0,1-2 90,6 4-180,-3-13-1259,19 3 1259,2-23 0,4 0 0,2-10 0</inkml:trace>
  <inkml:trace contextRef="#ctx0" brushRef="#br0" timeOffset="-99221.46">16606 16503 11221,'-2'-16'2338,"-2"-2"-1708,-11 15-450,1 3-180,-12 20-90,11 3-450,-2 17 360,12-19 90,1 5-539,14-12 449,-3-6-270,27-5 270,-8-16 135,-4 0 0,-2-2 45,3-7 180,0-15 720,-12 14-900,-7 14 269,-14 38-179,-5 7-60,5-8 0,-1 6 0,0 1 30,2-1 0,-1 1 0,2-1-276,-4 11 0,0 0 246,4-8 0,0 0 0,1-3-30,2-3 0,1-4 0,-3 19 0,1-11 0,1-33 0,-4-20 0,0-11 90,0 3 0,-1-1-517,-1-8 1,2 0 471,2 6 0,6 3-45,19-6-180,-1 14 1,5 2-376,3 1 0,3 1-1084,16-3 1,-1 2-1,-18 6 1,-1 1 1231,6-2 1,-2 2 0,-5 0 0,-2 1 0</inkml:trace>
  <inkml:trace contextRef="#ctx0" brushRef="#br0" timeOffset="-98680.46">15573 17320 10411,'6'3'2429,"0"-3"-2205,16 3 1,10 1-1318,9-2 1,7-1 0,-2-1 507,-9 1 1,-2 0 0,3 0 606,3 0 1,2-1-1,4 0 1,2 0 33,-6 0 0,2 0 0,3 0 0,0 0 0,-1-1 0,-2 1-38,0-1 0,-2 1 0,0 0 0,2-1 0,4 1-43,-8 0 1,4-1-1,3 1 1,2 0 0,0-1-1,-1 1 1,0-1 0,-4 1-1,-3 0 25,9-1 0,-4 1 0,-2-1 0,0 0 0,2 0 30,1 1 0,3-2 0,0 1 0,-1 0 0,-3 0 0,-6-1 0,1 1 0,-5-1 0,1 0 120,10-2 0,0-2 0,-11 1-60,-11-1-3367,6-8 2665,-30 6 0,2 2 1,-7 2-1</inkml:trace>
  <inkml:trace contextRef="#ctx0" brushRef="#br0" timeOffset="-98318.46">17979 17086 10141,'-1'-12'1799,"1"-3"-719,5 11-271,3 13-629,-2 1 135,-6 23 0,-6 10-315,0-2 0,-2 2-270,2-6 0,1 2 0,0-2-225,-2 10 1,3-5-451,4-13 1,2-5 944,8-4 0,-5-11 0,3-7 0</inkml:trace>
  <inkml:trace contextRef="#ctx0" brushRef="#br0" timeOffset="-97708.46">18227 17139 10501,'0'-10'1619,"1"-2"-629,2 2-91,7-4-179,21 4-720,10 10 0,-2 3-135,-15 10 0,-8 5-45,-26 30 180,9-4 30,-15-14 0,-10 2 0,3-3-30,5-9 0,1-1 90,-12 14 0,4-2 0,13-3-90,10-13 0,24-4-270,3-9-270,15 0-270,-14-3 1,1-1-830,3 0 1,0 0 1091,-4-1 1,-1 0 0,3-1 0,-3 0 0,8-4 0</inkml:trace>
  <inkml:trace contextRef="#ctx0" brushRef="#br0" timeOffset="-97107.46">18898 17081 11131,'2'-24'1619,"-1"9"-1080,0-1 181,-4 5-630,-3 6 90,-16 5-180,-2 15-180,-5 9 90,10-1-450,11 16 181,14-11 179,4 13-135,10-12 0,2-2 135,0 1 45,6 4 0,0-1 45,-4-4 0,4 6 0,-7-1 0,-15-13 180,-3 13 180,-26-7-180,5-8 180,-20-1 450,2-16-540,11 0 539,-20-16-449,43-8-270,5 0 0,6-4-45,13-3 0,6 0-292,1 0 0,0 1 382,4-3 0,-2 3-394,-2-1 484,-14 8 0,-6 0-45,-16-3-270,-10-9-1439,-26 13-1658,8 12 3219,4 6 0,19 7 1,9 1-1</inkml:trace>
  <inkml:trace contextRef="#ctx0" brushRef="#br0" timeOffset="-96787.46">19400 17118 11490,'-4'-8'3149,"0"0"-2880,14 15 721,17 33-810,-3-8-120,-7-5 0,3 5 0,-1-3-465,0-3 0,-1-1 0,6 7 0,0-1-225,-6-11 0,0-4-1799,6-1 2429,0-9 0,-7-9 0,3-6 0</inkml:trace>
  <inkml:trace contextRef="#ctx0" brushRef="#br0" timeOffset="-96582.46">19734 17154 11041,'-15'-9'2428,"-5"9"-1664,-4 14 1,-2 5-630,6-4 0,-1 2-225,-3 4 0,-2 3 0,2-1-675,-2 3 1,2 0-875,-1 1 1,2-2 58,-5 11 1580,15-11 0,15-12 0,3 2 0</inkml:trace>
  <inkml:trace contextRef="#ctx0" brushRef="#br0" timeOffset="-96306.46">20100 17115 10591,'2'-9'899,"1"1"900,-1 0-809,1 4-810,0 8 359,-6 22-359,-3 8-225,0-3 0,-2 2-404,-5 15-226,5-15 0,1 0-944,-1 7 1619,11 7 0,5-24 0,9 3 0</inkml:trace>
  <inkml:trace contextRef="#ctx0" brushRef="#br0" timeOffset="-95902.46">20266 17194 10321,'4'-20'2878,"20"5"-2518,-1 10 0,4 4-270,8 5 0,-1 6-180,-1 6 0,-9 7 45,-20 13 0,-10 2 45,2-11 0,-6-2-30,-15 4 0,-9 0 0,2-4-15,9-8 0,2-2-90,-9 8 0,11 0-854,33 2 989,21-16 0,6-4 0,-5-2 0,0-1 0,9-3 0,0 0 0</inkml:trace>
  <inkml:trace contextRef="#ctx0" brushRef="#br0" timeOffset="-95320.46">21061 17149 10771,'1'-32'3276,"-2"3"-1695,-21 17-1446,-3 16 0,-3 8-270,-1 6 0,0 3 135,0-4 0,5 4-90,14 12 0,13 2 45,28 0 0,11-2 45,-16-7 0,-1 1 0,2-1-30,11 4 0,3-1 0,-4 0 120,2 1 0,-12 0 90,-23 18-90,-28-27 0,-10-7-30,1-7 0,-4-5 0,1-2 0,0-2 0,0-3 0,8-8-195,3-19 0,15-9-105,19 4 0,14-4 0,3 1 105,-3 7 0,3-1 0,1 1 1,0 1 89,-2 1 0,1-1 0,-1 2 0,-2 3 45,13-8 0,-14 5-90,-48-13-180,-17 32-823,11 6 1,-6 2 0,3 1 978,-1 4 1,2 2-1,-6 1 1,2 2 0,3 7-1</inkml:trace>
  <inkml:trace contextRef="#ctx0" brushRef="#br0" timeOffset="-95108.46">21765 17402 13829,'-18'-5'-3277,"2"2"2837,-9 3 0,-6-3 0,-12-2 0</inkml:trace>
  <inkml:trace contextRef="#ctx0" brushRef="#br0" timeOffset="-91814.46">14756 16949 7623,'-10'-7'539,"1"0"181,-5-5-270,1 1-270,-3-2 809,-17-10-539,2 9-315,8 4 0,-2 1 134,-22 2-89,2 12 0,-3 5-446,12-3 0,-1 3 326,0 1 0,-3 2 0,3 2-15,-2 5 0,3 3 14,8-2 1,-1 3 0,4 4 30,6 3 0,2 6 0,2 0 0,1-4-45,-9 10 0,7 2 0,12-3 0,4 5 0,6 1 0,7-6 15,13-1 0,9-6 0,-2 1-30,-7-1 0,-1 0 0,3-2-30,6 0 0,3-2 0,3-6 30,2-9 0,2-5 0,4-4-703,-1-4 0,3-3 0,1-1 0,-1 1 673,-1 2 0,-1 1 0,1-1 0,-1-4 0,-6-1 0,0-2 0,0-1 0,-2-3 0,-3-2-219,7-9 1,-4-5 0,-5-3 247,-8 0 1,-3-3 0,-1 1-30,1 1 0,-1 0 0,-6-3 60,-9-11 0,-8-5 0,-5 3-30,-5 8 0,-5 1 0,-1-1-456,3 2 1,-1 0 0,-3-1 0,-4 2 425,-4 1 0,-3 0 0,-5 1 0,-3 4 0,-5 6-349,2 9 1,-6 5-1,-4 4 1,-3 2-1,0 1 1,1 1-1,2-2 1,5-1-63,-4-5 0,4-2 1,1 1-1,-1 2 0,-4 4 118,6 4 1,-4 3 0,-4 1 0,0 3-1,2 0 1,4 2 0,6 0 0,7 0 165,-5 9 0,7 4 0,-10 6 0,0 2 0,1 1 0,0-1 1</inkml:trace>
  <inkml:trace contextRef="#ctx0" brushRef="#br0" timeOffset="-88488.46">8246 14731 10501,'21'28'720,"10"10"-631,-13-18 1,0-1 0,14 17 0,3-2 0,-1-1-90,-6-7-60,-4-5 0,5 2 0,-4-3-389,8 3 44,-8-5 0,0-2 405,4-2 0,-17-9 0,0-2 0</inkml:trace>
  <inkml:trace contextRef="#ctx0" brushRef="#br0" timeOffset="-88247.46">8694 14773 9512,'-11'-30'1888,"1"11"-1708,-1 11 180,-3 15-45,-5 10 0,-3 6-315,-9 10 0,-2 3-240,9-10 0,1 1 0,-2 0-630,-1 3 1,-2 1 0,3-2 869,-2 1 0,1-2 0,4-4 0,0-1 0,4-4 0,0 0 0</inkml:trace>
  <inkml:trace contextRef="#ctx0" brushRef="#br0" timeOffset="-86881.46">8355 14402 9871,'-20'-19'-269,"-8"0"358,6 8 1,-12 2 225,-2 24 0,-1 9-135,2 5 0,2 5-90,8-6 0,-1 3 0,1 2 0,4 2-23,3 3 0,4 2 1,2 1-1,2-3-1160,-2 4 1,3-2 0,4 3 1084,4-4 1,4 4-1,1 2 1,1-3 0,0-7 52,3 7 0,4-2-45,3 2 0,4 6 0,4 0 0,2-8 96,4-10 1,3-6 0,1 1 20,3 5 1,3-1 0,3-5 176,0-10 1,4-6 0,0-2 0,-4-2 220,6 0 0,0-7-219,-10-6 0,4-5 0,2-2 0,-3-2 0,-7 2 371,2-5 1,-3-3-260,6 0 1,4-5 0,-7-6-310,-16-1 1,-5-7-1,-2 0 1,-3 4-981,4-3 1,-7-3 836,-6 7 0,-3-10 0,-2-4 0,-2-1 0,-1 5 0,-2 9-250,-2 4 1,-2 7 0,-4-4 151,0 0 0,-4-5 1,-2-3-1,-1 1 1,-1 4-1,0 5-352,-11-3 1,0 8 0,-4 0 159,2 1 0,-2 0 1,-1 3-1,-1 6 369,3 5 1,-2 5 0,2 4-1,1 6-80,2 9 1,2 7 0,2 3-1,3-1 1,2-1 0,3 1-1,3 3 1,9 11 0,0 1 0,0-1-1</inkml:trace>
  <inkml:trace contextRef="#ctx0" brushRef="#br0" timeOffset="-85410.46">9557 14349 9422,'3'-21'2248,"-9"23"-2038,-2 20 0,0 17 0,0 6-138,1-6 0,-1 4 0,1 4 0,-1 1 0,1 1-541,0-7 1,0 1 0,1 1 0,-1 1 0,0 0 0,1-1 0,0-2 51,-1 9 0,1 0 0,-1-2 0,2-1 0,-1 0 420,1-3 1,1 0-1,-1-1 1,2-3-1,0-5 793,0 10 1,1-6-689,0-1 1,2-3 881,11 3-795,0-37 1470,8-14-328,-2 8-326,5 5 1,7 3-586,8-1 0,8 2 1,5 0-1,3 0-241,-12-1 1,4 0-1,3-1 1,1 1 0,2 0-1,-1 0 1,-1 0 0,-1 0 47,1 0 1,-1 0 0,-1 0 0,0 0 0,1 0 0,2 0 0,1 0-249,-5-1 0,2 0 1,2 0-1,0 0 1,2 0-1,-1 0 1,-1 0-1,0-1 0,-3 0 1,-2 0 14,3-1 1,-2 0-1,-1-1 1,-1 1 0,-1-1-1,0 0 1,-1 0-93,3 0 1,0 0-1,-1 0 1,-1 0-1,0-1 1,-2 0 103,3 0 0,0-1 1,-2 0-1,-4 0 0,-5 0-662,5-2 1,-9-1-706,-2-1 56,-13-3 151,-12-10 2829,-5-20-1213,0-2 1,-2-9 0,1 4 422,1 4 0,0-4-646,3 11 1,0-6-1,0-4 1,0-1-1,1 1 1,1 4-92,2-5 1,0 3-1,1-1 1,0-3-226,-1 1 0,0-4 0,1-2 1,0 0-1,-1 1 0,1 4 4,-1 3 1,0 1 0,0 3 0,0-1 0,0 0-101,0-9 1,0-1-1,0 2 1,-2 3-448,-1 1 0,-1 4 1,0 3-324,0 4 1,-1 1-44,-1-11 0,-3 8-989,-3 23 613,-6-2 4555,-12 38-3221,7-9 0,-5 1-22,-11-3 1,-7-2 0,-2-1 42,9-4 0,0-1 0,-3-1 0,-6-1-196,6-1 1,-4-1 0,-3 0 0,-3-1 0,-2-1 0,0 1 0,-1 0 0,2 0 0,1 0 115,2 1 1,0 1 0,0-1 0,0 1-1,0-1 1,0 1 0,0-1 0,1 0 0,-1 0 57,-4 0 0,0-1 0,1 0 0,-1-1 0,0 1 0,1 1 1,0 0-1,-1 2-330,-1 0 1,-4 2 0,0 1 0,0 0 0,3 1 0,3 0 0,6 0 0,7-1 5,-12 6 1,5 1 0,4-4 0,-6 0 0,4 1 0,13 0 0,10 6 0</inkml:trace>
  <inkml:trace contextRef="#ctx0" brushRef="#br0" timeOffset="-84965.46">10481 14159 10141,'5'-10'899,"-15"29"1,-4 13-810,1 2-45,-4 6 0,-1 9 22,7-11 1,1 6-1,1-1 1,0-4-270,-2 5 0,0 3 220,2-6 0,-1 8 0,-1 3 0,1 0 0,1-6-159,3-6 0,0-3 0,0-2 0,1 2 111,-3 12 0,1 0 0,1 1-790,2-9 1,1 1 0,1-2 0,1-4 541,1 0 0,3-2-1162,1 12 0,2-4-1515,8-3 2990,1-16 1,5-19-1,-2-6 1</inkml:trace>
  <inkml:trace contextRef="#ctx0" brushRef="#br0" timeOffset="-84660.46">10984 14194 10411,'1'-16'1979,"-2"6"-1739,0 34 0,0 27 0,0-1-196,-1-4 1,-2 4-268,1-13 1,0 4 0,-1 5 0,0 2 0,1-1 0,0-1 222,0 1 0,0 0 0,1 1 0,0-1 0,-1 0 0,1-1-656,0 5 1,-1-1-1,1-1 1,0 0 0,1 0 339,0 2 0,0 2 0,2-1 0,-1-3 0,2-7 319,3 11 0,1-9 0,2 5 0,-2-27 0</inkml:trace>
  <inkml:trace contextRef="#ctx0" brushRef="#br1" timeOffset="-84264.46">9649 14657 17857,'-30'-14'-3277,"10"5"2550,-1-3 541,24 4 524,30 0-322,5 4 13,-8 3 1,5 2-1,7 1-136,-2-1 1,7 1 0,4 0 0,2 0-1,-1 1 1,-3-1-49,1 0 0,-4 0 1,1 0-1,3 1 1,5-1-29,-14 0 0,3 1 0,4-1 0,3 1 0,0 0 0,1 0 0,-1-1 1,-1 1-1,-2 0 0,-4-1 0,-4 1 165,12 0 0,-7-1 0,-2 1 0,1-1 0,4 1-370,-7 0 1,4 0-1,3 0 1,0 1-1,-1-1 1,-2 0-1,-5 0 1,-4 0 207,7 0 0,-7 0 0,2 0-913,14 1 1,1 0 0,-15-1 955,-21 0 1,-22-2 0,-29-2 0,1-1 0</inkml:trace>
  <inkml:trace contextRef="#ctx0" brushRef="#br0" timeOffset="-83969.46">9717 15045 9961,'-25'6'1008,"0"-1"1,44 4 0,22-2-489,-5-2 1,9-3 0,6 0 0,4 0-1,2 0 1,-1 1-798,-11-1 0,1 1 0,2-1 0,2 1 0,-1 0 1,1-1-1,0 1 0,-1 0 0,-1-1 495,3 0 0,0 0 1,0 0-1,0 0 0,-1 0 1,0 0-1,-2 0 0,0 0-75,0 0 1,1 0 0,-1 0 0,-1 0 0,-3 0 0,-1 0 0,-4 0-544,4 0 1,-3-1-1,-4 1 1,-1-1-694,0-1 1,-3 1 0,1 0 975,11-1 1,1 0 0,-5 0 0,-8-2 0,-5-1 0,16-5 0</inkml:trace>
  <inkml:trace contextRef="#ctx0" brushRef="#br0" timeOffset="-82948.46">10318 13319 9961,'-11'-5'540,"1"0"270,6 2-721,11 1 271,19 1-180,9 2-135,-9-1 0,2 2-45,5 0 0,-1 2-1639,0 2 1,-2 1 574,19 3 1833,-25 11-679,-39-1-90,-13 6 0,2-8 0,-1 2 0,5-3 0,1 1 0,1-1 0,3 1-180,9 17 90,26-5 0,6 0 45,-4-13 0,-3 2 135,-6 11 0,-9 1 0,-36 1-180,-9-8-90,5-4-1798,-1 1 1978,29-14 0,7 5 0,18-8 0</inkml:trace>
  <inkml:trace contextRef="#ctx0" brushRef="#br0" timeOffset="-82660.46">10751 13583 9422,'-5'-12'1349,"3"1"-540,19 15-629,-7-1 0,15 17 0,3 8-315,-9-5 0,0 0-135,6 7 1,-1-1-181,-5-5 0,-3-2 450,5 3 0,-9-11 0,1-2 0</inkml:trace>
  <inkml:trace contextRef="#ctx0" brushRef="#br0" timeOffset="-82487.46">11031 13586 9152,'-14'-12'360,"-13"4"-181,2 13 1,-3 4-135,3 1 0,0 2-45,-11 14 0,3 4-405,11-3 1,3-1 89,3-3 0,2-1 315,4 3 0,4-2 0,6 0 0,2 8 0</inkml:trace>
  <inkml:trace contextRef="#ctx0" brushRef="#br0" timeOffset="-81985.46">11250 13451 8522,'-6'-18'2159,"4"1"-1889,5 2 90,20 3-271,3 9-89,15-1-45,-15 6 1,0 0-46,5 2 0,15 12 90,-39-5 90,-12 18 0,-24 1-90,9 9 0,3-9-180,38 5 90,4-10 90,-9-3 0,-3 1 0,3 6 270,-34 18-91,-22-22-1818,5-2 1,-1-1 591,14-9 1,1-1-450,-22 14 1496,37-16 0,5 0 0,2 2 0</inkml:trace>
  <inkml:trace contextRef="#ctx0" brushRef="#br1" timeOffset="-80823.46">12285 14801 25193,'-2'-11'-3277,"1"0"0,2 5 1490,8-6 3064,14 2 554,15-3-902,3 6 1,2 0-294,-11 2 1,3 1-492,4 0 1,8 0-1,1 0 1,-4 1 413,-5 1 1,-2 0 0,3 1-176,-2-1 1,5-1-1,1 1 1,-1-1 0,-4 1 157,7 0 0,-3 0 0,-3 1-35,12-1 0,-4-1-819,-8-1 0,-12-2-1179,-26-2-1251,2-3-262,-27 2 2520,1 3 0,11 3 0,0 0 0</inkml:trace>
  <inkml:trace contextRef="#ctx0" brushRef="#br0" timeOffset="-80415.46">13139 14449 9242,'-15'-14'539,"4"2"-89,7 7-90,21 4-270,1 7 90,24 9-135,-10 6 0,-1 2-45,-10-9 0,0 1-120,4 6 0,4 3 0,-6-3 30,0-1-90,1 4 0,-2-1 0,-8-9 90,4 8 90,-17-5 90,-31 20 0,8-9-120,0-6 0,-6 3 0,3-1-105,5-4 0,0 0 135,-5 9 0,-3 5 0,5-4 0,9-8 0,2-1 0,-3 10 0,1-1 0</inkml:trace>
  <inkml:trace contextRef="#ctx0" brushRef="#br0" timeOffset="-79406.46">13826 14338 7713,'-3'-10'-540,"0"0"360,1 3 1529,5 3-359,1 4-720,1 5-181,0 2 361,-3 24-360,-2-11 90,-2 22 0,-2 6-135,1-18 0,-1 0-15,0 4 0,1 2 0,-1 1-30,0-4 0,1 1 0,-1-2-270,1 13 0,1-2-45,-1-2 1,2-2-991,1-9 1,1-5 1304,2-5 0,4-2 0,0-11 0</inkml:trace>
  <inkml:trace contextRef="#ctx0" brushRef="#br0" timeOffset="-78735.46">14145 14454 8702,'-2'-15'630,"3"4"-271,4-4 271,23 1-540,-8 6 90,15 2 0,2 6-90,-14 14 0,-5 8-1729,-2 15 1,-7 5 1625,-3-9 1,-9 3-91,-14 0 0,-11 6 0,-3-1 0,5-7 103,4-7 0,1-2 89,-9 11 1,0 3 0,18-9-359,47-9-1370,-2-12 1,4-3 786,-2-5 0,1-3 852,2 0 0,-4 0 0,-6 0 0,6 0 0</inkml:trace>
  <inkml:trace contextRef="#ctx0" brushRef="#br0" timeOffset="-77765.46">14792 14429 9152,'6'-13'1709,"-5"-4"-1170,-12 7-269,-8 4-90,-17 16 45,2 16 0,-1 6-180,12-13 0,0 2 45,-7 16 0,-2 7 0,6-5-45,13-16 0,1 1-45,-2 6 0,0 4 0,4-2-45,8 0 0,5-1 0,1-1 0,4 0-45,10 5 0,7-4 0,3-13 0,3-6 45,-2-1 0,0-4 0,-1-6 0,-2-5-45,7-14 90,-14 3-90,-18-30 90,-9 27-90,-21-21-359,-13 25-91,6 6-1099,10 8 1,1 4 1512,8 3 1,-1 7 0,17-7 0</inkml:trace>
  <inkml:trace contextRef="#ctx0" brushRef="#br0" timeOffset="-77424.46">15111 14735 9691,'-4'-9'1350,"1"1"-1080,5 4-181,3 3 361,22 11-360,-2 7 0,1 2-90,13 6-225,-2 4 0,-2 0-404,-9-8 89,-6-4 0,0 0 540,1 1 0,-6-5 0,0-1 0</inkml:trace>
  <inkml:trace contextRef="#ctx0" brushRef="#br0" timeOffset="-77197.46">15390 14708 9512,'-15'-15'719,"7"8"-179,-15-1-90,1 18-91,-19 18-269,16-5 0,-1 4-1183,4 0 1,-1 3 0,3-2-160,-1-1 1,3 0 1251,-4 12 0,5-3 0,12-13 0,0 11 0</inkml:trace>
  <inkml:trace contextRef="#ctx0" brushRef="#br0" timeOffset="-76641.46">15772 14602 9781,'-3'-12'1799,"1"2"-1079,-6 50-450,2 1-225,1 3 0,1 2-45,2-8 0,0-3-270,1-1 0,2-1-585,2-2 1,2-2-2423,5 8 3241,2-11 1,0-16 0,-1-4 0</inkml:trace>
  <inkml:trace contextRef="#ctx0" brushRef="#br0" timeOffset="-76186.46">15998 14653 9961,'7'-18'900,"-2"8"-1,29-10-359,12 16-540,-1-3 180,-4 14 0,-3 5-180,-17 4 90,-11 21 0,-10 8-90,-15-15 0,-9 0 0,0 1-1093,3 5 1,-1 1 0,0-3 1034,-13 7 1,7-4 57,20-9 0,12-4-304,19-14 0,9-4-1335,9 5 1,2-1 987,-3-6 0,-1-3 654,-2-1 1,-3-3 0,2-3 0,2 0 0</inkml:trace>
  <inkml:trace contextRef="#ctx0" brushRef="#br1" timeOffset="-75723.46">16864 14727 26183,'-8'-16'-3277,"-1"1"374,3 5 2805,-9 2 921,5 7-213,-14 9 1,-5 6-402,8 0 1,0 3-184,-7 4 0,-2 5 1,2 1-277,4-1 1,2 2-1,2-2 536,-8 8 1,4 3-405,9-3 0,2 4 0,7-4-293,10-3 1,5-2-295,-4 10 1,5-3 45,7-13 1,4-7 254,20-4 919,-11-7 53,1-6-2760,1-14 3178,-16 5 282,7-27-181,-29 13-1273,-10-13-77,-5 20 0,-4 4-1376,0 4 1,-1 2-1607,-18-6 3213,12 14 0,29 3 1,1 2-1</inkml:trace>
  <inkml:trace contextRef="#ctx0" brushRef="#br1" timeOffset="-74371.46">17516 14987 5326,'-16'-13'3276,"5"5"0,6 0 0,22 3-2843,6 4 0,5 2 966,4-1 0,2 1-524,10 2 1,5 2-540,-5-2 1,3 2 0,-5-1 1032,-2-1 0,1 0-1054,-1 0 1,5 0-1,0 0 1,-9 0 429,-10-2 0,-2 1-531,10-1 1,4-1 0,-7 1 2239,-6-2-2473,7-2 1,-23 1-1,-6 0 1</inkml:trace>
  <inkml:trace contextRef="#ctx0" brushRef="#br1" timeOffset="-73931.46">18165 14889 28722,'-3'-15'-3277,"2"2"0,0 1 0,3 5 1494,6 5 4045,4 7-1206,17 17-1018,-7-4 1,1 0-768,0 1 0,0-1 1188,1 1 1,-1-2 519,11 7 419,-15-13-537,0 0-1426,-22 0-735,0-4 641,-12 5 673,-3 3 0,-3 2-1653,1 4 1,0-1 1091,-1 0 1,0 0 0,3 2 0,3-3 0,4-2 0</inkml:trace>
  <inkml:trace contextRef="#ctx0" brushRef="#br1" timeOffset="-72923.46">18849 14830 28310,'7'-12'-3277,"-2"1"0,-1 4 0,-1 11 3396,0 21-1613,1 22 1180,-4-11 0,-1 6 0,-1 1 107,0 3 0,-2 1 1,1 0 634,-1 1 0,1 0 1,-2 0-848,0 2 1,-1 0 0,1-6-139,0-12 1,1-4 86,0 3 1,1-3-2808,3-6 2883,3-14 1,-1 0 0,1-7 0</inkml:trace>
  <inkml:trace contextRef="#ctx0" brushRef="#br1" timeOffset="-72224.46">18956 14818 29553,'-3'-9'-3277,"4"0"0,12 0 1225,21-1 3260,-8 6 1,4 0-617,5 0 0,4 1 0,-1 0-405,3 0 1,5 1-44,-9 2 1,7 0-1,5 0 1,0 0-1,-3 0 1,-6 1-286,0-1 1,-5 1-1,6-1 501,-2 2 0,7-1 0,3 1 0,0 0 1,-1 1-1,-3-1 122,5 2 0,-3-1 0,-1 1 0,0 0-409,2 1 1,1 0 0,-2 0-1,0-1-23,-3 1 1,-1-1-1,-2 0 1,-2 0-101,-1 0 0,-3 0 0,-6-1-138,1 1-6,-3-1 62,-8 2-257,-11-1 228,8 12-916,-8 9-894,0 14 1231,-6-10 0,-1 5 1,-1 3 245,-2 4 0,0 3 0,-1 1 0,0 0-326,2-4 1,0 0 0,0 0 0,1 2 163,-2-3 1,0 3-1,1-1 1,-1-1 0,2-4-128,2 4 0,1-5 0,0-1-99,2 11 0,0-3 304,3-7 1,-4-5 293,-11-8 854,-26-13 560,-6-18 1,-12-7-898,11 7 0,-8-1 1,-3 0-1,-1 1 0,5 0 244,0 0 1,3 1 0,-1 0 0,-6 0-241,11 2 0,-5-1 0,-3-1 0,-1 1 0,0 0 0,2 0 0,2 1 0,5 0 272,-8 0 0,5 1 0,1 0 1,-4-1-265,5 1 1,-5-1 0,0 0 0,0 1 0,4-1 0,5 2 413,-2-1 0,6 0 1,-2 1-1753,-14-4 1,-3 1 0,11 0 859,2-1 0,5 0 1,4 0-1,11 0 1</inkml:trace>
  <inkml:trace contextRef="#ctx0" brushRef="#br1" timeOffset="-69479.46">19280 15080 27808,'-8'-10'-3277,"12"-1"0,3 7 3270,11-2 1451,22 5-1029,6 0-341,-19 0 1,0 1-1034,17 0 949,-22 0 1,-9 1 0,-2 0-1</inkml:trace>
  <inkml:trace contextRef="#ctx0" brushRef="#br1" timeOffset="-69226.46">19398 15077 28284,'-13'8'1529,"-5"12"-4098,3 20 1164,7-13 0,-1 1 303,1 3 0,1 1-66,2-4 0,2 0 348,1 19 1,7-16 0,5-6 0</inkml:trace>
  <inkml:trace contextRef="#ctx0" brushRef="#br1" timeOffset="-68838.46">19941 15124 9062,'9'-12'3276,"-10"1"0,-25 19 0,-9 6-3047,10 1 0,-1 3-91,-6 13 0,3 2 63,8-9 0,2 2-249,-4 12 0,5 0 1201,12 6-1178,18 1-1098,11-20-287,4-15 0,1-3 1285,3-2 1,-4-3 0,0-2-1,2-3 1</inkml:trace>
  <inkml:trace contextRef="#ctx0" brushRef="#br1" timeOffset="-67556.46">20734 15361 8522,'-14'-6'3276,"23"3"-2453,35 6-1016,-3 0 1,6 0 858,-7 0 0,4-1 1,1 1-1,-4-1-121,-4 0 1,-2 0 0,1-1-257,3 1 0,2-1 0,-1 1 0,-4-2-36,6 1 0,-5-1 447,-5 1 1,-1-1-417,0-1 1,-6 1 0,-10-1 0,-10 0 0</inkml:trace>
  <inkml:trace contextRef="#ctx0" brushRef="#br1" timeOffset="-67041.46">21401 15180 23753,'-6'-7'-3086,"0"1"2357,4 3 161,13 6 1397,8 8-696,6 4 15,14 13-163,-18-11 0,1 1-864,17 13 813,-12-9 0,3 3 0,-2-2-14,-7-5 0,0-1 80,11 11 0,-1-2-606,-5-2 268,-11-8-44,-12-3-413,-6 0 148,-33 5 1127,2-3-295,12-5 1,-2 1-291,-2 3 0,3-1-78,-4 4 201,5-1 0,2 1 0,4 3 0,-4 7 1</inkml:trace>
  <inkml:trace contextRef="#ctx0" brushRef="#br1" timeOffset="-66531.46">22210 15268 8342,'-6'-17'3276,"1"2"0,1 14-229,-1 21-1584,0 21-860,-1 2 0,0 8-888,1-5 0,0 3 1,1-2-91,1-13 0,-1-1 0,1 0 696,0 7 1,1 0-1,3-9 1,5-8-1,2-5 1</inkml:trace>
  <inkml:trace contextRef="#ctx0" brushRef="#br1" timeOffset="-66085.46">22358 15363 24203,'0'-12'-3277,"9"-2"0,14 2 4205,4 8 0,1 3 551,15 2-3118,-8 16 1,-4 5 1146,-11 1 414,-15 7 1,-7 8 0,-5-1-588,-17 4 1,-5-1 875,10-5 0,0 2 1,-2-2-158,-11 7 1,3-5-502,16-12 1,4-2-1033,2 2 57,30 5 768,0-22 500,15-2 1,4-2 385,-15-5 0,0 0 0,11-2 0,-1-1 0,7-6 0</inkml:trace>
  <inkml:trace contextRef="#ctx0" brushRef="#br1" timeOffset="-65438.46">23037 15437 8702,'0'-12'3276,"-1"-5"0,-2-1 0,-3 1 0,-2 3-2152,-12 13-2607,-4 13 914,-10 18 1024,20-4 1,3 4-752,3-5 1,4 2 153,3 6 1,6 2-83,10 3 1,4-3 67,-8-10 0,2-2 45,14 17 1,0-3 1154,-3-8-805,-6-6 1,-2 0-56,-1 5-373,-6-6-114,-18 6 252,0-17-146,-31 14-283,12-17-257,-20 3-39,14-13-356,9-1-283,7-17 974,16 7 334,13-19 1,7-6 198,-3 11 1,3 0 66,1-3 1,1-3 0,0 1 251,3-3 0,-1 0-241,1-8 1,-3 1 598,-10 11 0,-4 1-75,3 1 0,-7 2-434,-17 4 1,-6 6-1289,1 5-519,-10 6 1,0 3-615,11 8 2007,-14 6 0,20 2 1,2 1-1</inkml:trace>
  <inkml:trace contextRef="#ctx0" brushRef="#br1" timeOffset="-65108.46">23486 15628 26978,'22'32'-3277,"-8"-10"2184,3 4 1,5 7 0,-4-5-2185,6 8 2391,2 4 0,1-1-771,3-3 1450,-8-10 248,8 1 1,-20-22 0,5 1-1</inkml:trace>
  <inkml:trace contextRef="#ctx0" brushRef="#br1" timeOffset="-64893.46">23785 15639 9691,'-15'-7'3276,"-16"21"-2385,5 5 1,-2 4-374,1 2 0,1 2-255,-4 5 0,0 3-1272,3 2 0,3-1 999,8-11 0,1-1 1,-3 7-1,3-1 0,4 1 1</inkml:trace>
  <inkml:trace contextRef="#ctx0" brushRef="#br1" timeOffset="-64561.46">24118 15523 9691,'2'-8'3276,"2"-2"0,2 11-498,-2-2-3004,3 38 965,-9-4 0,-3 5-2378,2 10 1,-1 2 1798,-2-10 0,1 0-23,1 5 1,2-7 0,5-15 0,1 17 0</inkml:trace>
  <inkml:trace contextRef="#ctx0" brushRef="#br1" timeOffset="-64105.46">24299 15567 9422,'4'-10'3276,"4"-1"-1958,18-1-1320,-8 5-36,10 2-179,-16 4 3,15 6 45,-12-1 1470,15 15-1130,-30 18-335,-9-1 1,-6 4-330,-4 0 0,-3 2 546,1-8 1,-1 2-1,2-4 135,-1-1 0,3-3 109,1 1 1,5-3 56,10-1-1472,4-7 182,32-3 1309,10-11-154,-17-2 0,-1 0-168,2-2 1,-2-2 151,20-2 0,-10-1 0,6-3 0</inkml:trace>
  <inkml:trace contextRef="#ctx0" brushRef="#br1" timeOffset="-63473.46">24910 15591 9242,'-6'-19'3276,"1"7"-2258,-8-1-501,0 12 607,-16 7-417,-5 14-489,-1 7-191,14-2 0,2 2 357,0 13-788,11-5 1,5 4-1236,14 4 1,3-2-1,-6-11 1,2 0 1109,13 16 1,0-5-132,-9-13 156,-3-2 1,-1 1 282,-6-6 205,-11 9 289,-14-21 941,-19 0-581,14-10 0,0-1 304,-14-3-311,9-4 0,3-3 1736,10 1-1577,-17-22-223,38-6-587,3 13 0,1 0 665,4-1 0,3 1-827,7-5 1,4 0 35,-2 3 1,2-1 0,-2 1-34,5-8 0,-1-1 64,6-4 0,-8 1-372,-20 10 1,-8 4 544,-13-4-1692,-11 12 1,-4 4 1352,-8 8 0,10 5 0,1 4 0,-1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55:13.17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6342 4525 6723,'-45'-15'-90,"0"1"0,0-1 0,7 2 0,-2 0 0,1-1 0,3 2 0,4-1 0,-1 1 1,0 0-1</inkml:trace>
  <inkml:trace contextRef="#ctx0" brushRef="#br0" timeOffset="2146">7454 4092 7533,'-11'-6'2158,"2"0"-1168,3 1 449,1-1 360,1 0-180,2 0-1439,2 16 0,3 8-60,0 12 0,-2 9 0,0 1-90,-1-6 0,-2 0 0,0 4-833,-1 5 0,0 4 0,-2 1 0,1-6 803,-1-6 0,0-4 0,-2 0 30,-1 3 0,-1 1 0,1-5-406,2-5 0,0-3 376,-6 13 0,3 0 90,8-26 0,7-7-90,21-42 0,-11 10 0,0-5 0,0-5 0,0-4 0,-2-1 811,-2 3 1,-2 1 0,-1 0-812,-1 3 0,-1 0 0,0 3-45,0-8 1,-1 7 44,0 8 958,20 37-958,-13 4 0,5 9 0,2 3 0,0 3 0,1-1 0,-4-6 0,2-1 0,13 11 0,0-5 0,-4-11 0,3-9 0,0-4 0,-5-6 45,7-5 0,3-5-45,-7-5 0,0-2 0,-2 4 0,1-2 0,7-17 0,-3 1 0,-6 4-45,-6 3 0,0 5 45,-1 18 0,-8 36 0,-4 4 303,-7 0 1,-1 3-304,2 1 0,1 0 26,1-5 1,0 0-207,2 9 0,2-3-540,4-2-1259,3-14-1298,10-28 3084,-4-8 1,7-16-1,-8-1 1</inkml:trace>
  <inkml:trace contextRef="#ctx0" brushRef="#br0" timeOffset="2462">8766 4278 11940,'-25'-12'3276,"1"1"-2774,20 16-142,7 16-225,3 4 0,2 4 0,0 11 0,0 1-135,-2-9 0,-1 0-90,-3 11 0,-3-2-630,-3 2 360,-1 2-1349,-3-5 1709,6-21 0,-2-3 0,3-8 0</inkml:trace>
  <inkml:trace contextRef="#ctx0" brushRef="#br0" timeOffset="2795">8703 4273 10951,'-29'-23'1979,"0"2"-900,-4-2-90,10 6-719,29 6-45,26 4 0,9 4-180,-10 0 0,4 0-335,4 2 0,7-1 1,2 2-1,-3 0 350,0 1 0,-2 2 0,2 1-38,-5-1 1,2 1 0,-1 0-1,-4 0-22,16 3 0,-7 4 45,-12 6 0,-14 5 45,-44 20-90,1-19 0,-8 0 0,-2-1-152,-4-2 1,-3-2 0,-1 0-187,6-5 1,-3 1 0,2-2-1,2-1 338,-11 2 0,10-3 0,22-5 0,41-8 0</inkml:trace>
  <inkml:trace contextRef="#ctx0" brushRef="#br0" timeOffset="3012">10105 4450 12930,'8'4'3276,"3"-2"-1155,-1 0-2931,5 0-2467,0 2 2961,-29 10 0,-9-1 0,-4-3 0,1-1 0</inkml:trace>
  <inkml:trace contextRef="#ctx0" brushRef="#br0" timeOffset="3747">10057 4608 11850,'13'-5'1619,"8"-2"-449,13 0-856,-6 3 1,0-1-225,-3 1 0,1 0-233,10 1 0,6 0 0,1 0 262,1 0 1,2 1 0,-1 0-346,1-1 1,-1 1 0,5-1 261,-5 2 0,4-1 0,2 0 0,-2 1 0,-6 0-1129,0 0 1,-5 0 0,2 0 997,-2 0 0,3 0 0,-1 0 0,-5 0-445,11 1 1,-10 0 539,-12-1 0,-24 0 0,-27 0 0</inkml:trace>
  <inkml:trace contextRef="#ctx0" brushRef="#br0" timeOffset="3995">10174 4797 11670,'-7'10'1709,"20"1"-1439,0-6 180,34 2-181,-8-6 1,8-2 0,-1 0-925,-7 1 1,-1 0 0,5 0-2,0-1 1,7-1-1,1 0 1,-1 0 0,-7 0-438,-1 0 1,-4 1 0,0-2 859,8 1 0,0-1 0,-5-1 1,-7 1-1,-3-1 0,-1-1 0,0 1 1</inkml:trace>
  <inkml:trace contextRef="#ctx0" brushRef="#br0" timeOffset="5595">12321 4700 13649,'19'-2'540,"9"-2"-540,-4-6-180,-1 0 0,0-5 45,-2-3 0,-2-2 90,-1 3 0,-2-2 0,-2-10 0,-5-3-45,-8 5 0,-2 0 45,-1-3 1,-3 0 44,-4 2 0,-3 3-90,-11 4 90,-1 19 0,12 9 0,11 16 0,34 0 45,-9-11 0,4-1-45,19 2 0,3-2 44,-2-3 1,-1-1-45,1 2 0,-4 2 45,-15 0 0,-6 3 45,-4 31-135,-18-20 0,-2 0-674,4 25-920,10-27 1,4-4 1286,7 0 0,1-11 0,1-4 0,10-2 0</inkml:trace>
  <inkml:trace contextRef="#ctx0" brushRef="#br0" timeOffset="6029">13363 4599 11490,'-10'5'2789,"2"-1"-2339,12 0-91,28-7 1,7-1-180,-6-4 0,-2-1-180,3-3 180,-4-11-90,-40-6-90,3 9 0,-28-11 45,3 26 0,-5 6-90,-1 5 0,-2 5 45,8 1 0,0 3 0,3 3-45,1 9 0,10 5-135,20 10 0,14-1-90,6-13 0,9-5-330,0-4 1,5-3-1,0-5-1039,11-4 1,-1-5 1091,-6-2 1,-3-3 0,-1-4 0,-2-2 0,9-6 0</inkml:trace>
  <inkml:trace contextRef="#ctx0" brushRef="#br0" timeOffset="6496">14231 4554 12210,'-26'0'719,"0"0"1,-7 1-270,-15 2-180,14 5 0,-1 3-136,4 2 1,0 1-75,1 2 0,-1 1 0,4 0-60,4-1 0,5 1 0,-6 22-180,36-16 91,14-10 89,14-15 0,4-6 0,-16 1 0,0-3-112,4-3 1,3-4-1,-4-4 82,-6-6 0,-3-4 0,-3 2 30,4-2 0,-2-1 0,-2-5 0,-1-5 0,-7 0 0,-9 4 0,-5 1 0,1 1-45,4-5 0,-3 3 45,-8-6 0,-3 13-90,2 28 90,-7 42-90,16 5 1,4 3-1,-4-15 0,2 2-180,4 8 0,3 4 0,2-4-315,6-2 1,3-3-46,3 4 0,4-2 325,5-5 0,3-7 0,-9-13 0,2-5 0,1-2 0,0 0 0</inkml:trace>
  <inkml:trace contextRef="#ctx0" brushRef="#br0" timeOffset="6895">14714 4541 10951,'-13'1'899,"1"0"-89,3 0-540,0 9-90,5-3-1,-1 12 271,6 16-360,-1-12-180,5 22-270,15-12 270,-4-9-90,6-6 1,5-4 44,4-11 0,3-5 135,6 0 0,2-5 120,-6-6 0,0-4 0,-3 1-75,-2 0 0,-5-2 44,3-10 1,-7-1 270,-15-9-360,-1 11-1619,-8-3-270,-8 28 1889,4 5 0,-5 9 0,8 2 0</inkml:trace>
  <inkml:trace contextRef="#ctx0" brushRef="#br0" timeOffset="7179">15668 4488 12300,'-18'-11'1259,"3"2"-899,0 3 270,-26 21-540,21-4-90,-22 15 179,21-2 1,2 1-180,1 0 45,-1 2 0,3 3-494,16 5 179,1-10-360,16 7-2647,31-21 348,-13-3 2665,-8-5 0,1-2 1,12-5-1,3-1 1</inkml:trace>
  <inkml:trace contextRef="#ctx0" brushRef="#br0" timeOffset="7879">15942 4641 11760,'-11'4'1619,"2"0"-1349,20-1 90,11 1-270,4-2 90,1-2 0,1 0-180,12-5 0,7-1-180,-5-10-90,-22-6 270,-3 2-270,-21-18 180,-10 23 0,-8 5 0,-4 4 90,-6 8-45,-1 10 0,1 5 45,6 3-45,5 5 0,4 2-45,10-3-89,4 23 44,18-26 0,3-1 45,3 9 45,3-9 0,6-5-45,4-10 0,0-4 90,-8 1 0,1-2-30,10-4 0,5-2 0,-5-2-241,-11 1 0,-1-2 241,13-7 0,5-3 0,-3-3-423,-10 1 0,-1-1 0,-1 0 453,0 1 0,0 1 0,-1-3 30,2-5 0,-1-2 0,-5 4 149,-1-6-179,-5 1 0,-25 37 90,-8 25-90,7-7 467,17 17-377,25-9 627,-12-13 1,2 0-718,4 2 0,-1-2 0,6 4 0,-17 11 90,-35-10-90,-5-3 0,-4-1-180,6-6 0,-1-2 180,-9 1 0,4-2 0,12-4 0,5-3 0</inkml:trace>
  <inkml:trace contextRef="#ctx0" brushRef="#br0" timeOffset="8628">18153 4484 11580,'-41'-2'1889,"11"0"-1079,-14 2-91,5 3 1,-3 1-450,2 2 0,-2 1-1363,1 2 1,-3 2 0,4 0 1133,6 0 1,2 1 265,-2 3 1,7 4-937,14 11 359,6-9-450,32 11 181,21-20-971,1-9 1,2-2 1464,-16 0 0,1-4-45,4-4 0,3-5 0,-4-3 113,-3-9 0,-2-2-23,4 3 0,-3-5 13,-11 0 0,-2-4 0,-5-2 76,-7 0 1,-4 0 0,-1-2 60,2-5 0,0-1 0,-2 1-60,-2 4 0,-1 1 0,-2 4-45,1-3 0,-3 10 45,-3 14 90,-4 44-180,1-2 45,2 13 0,3 5 0,4-8 0,2 1 1055,-3 0 1,3 1-1101,5 7 0,5-3 1281,1-16 1,4-4-1372,8 7 0,6-4 90,0-9 0,2-6 0,-4-5 0,2-5-45,8-8 0,1-6 45,-3-6 0,0-3 0,-2 3 0,-1-1 45,8-13 0,-4-2 45,-19 11 0,-1 1 0,16-18 102,-17 29-102,-17 36-90,-2 1 0,-3 18 0,6-27 229,6 19-859,17-4 360,-5-6-1381,22-4-1626,-12-26 2837,0 1 0,1-13 0,-13 0 0</inkml:trace>
  <inkml:trace contextRef="#ctx0" brushRef="#br0" timeOffset="8845">18710 4118 11580,'-24'-15'2159,"4"3"-990,13 8-359,-1 2-1350,4 14-1798,2 1 988,5 8 1350,7 2 0,2-8 0,6 7 0</inkml:trace>
  <inkml:trace contextRef="#ctx0" brushRef="#br0" timeOffset="9496">19301 4392 12750,'12'-12'3276,"-2"3"-616,-2 7-2300,-4 16-810,-3 20 91,-2-3-181,-4-3 0,-2 1-989,-3 14 1259,-1-4-809,4-3 1259,24-43-90,0-10 0,9-11-45,-8 0 0,-1-1-45,-3 6 0,0 1 0,0-1 0,0 1-180,16-12 90,-13 34-360,5 14 0,-2 15 270,-6 4 630,0-6-270,1-20 270,20-19-360,-11 0 90,17-15-46,-16 12 1,2 1-135,-3 2 0,2 1 45,13-4 0,1 6 0,-14 12 0,-2 2-45,14 9 0,-23 30 90,-22-1-90,1-1 0,-1-12 0,2-2-629,6-2-2648,24 9 3043,12-23 1,-6-9-1,4-3 1,-2-2 0,-1 0-1</inkml:trace>
  <inkml:trace contextRef="#ctx0" brushRef="#br0" timeOffset="9679">21272 4508 13469,'13'8'2969,"1"-1"-2520,0 2-1258,-6-4-2468,-16 9 3172,-20-5 1,-11-3 0,0 1 0,-5 0 0,-2 0 0,-1-2 0,0 0 0,0 1 0,1-1 0</inkml:trace>
  <inkml:trace contextRef="#ctx0" brushRef="#br0" timeOffset="10846">7461 5419 8972,'5'-16'1979,"-5"1"-1350,-20 0-449,5 8 0,-11 5 0,-8 5-30,-3 6 0,-6 6 0,3 0-714,-6-1 0,-1 2 586,9-2 1,-4 4-1,1 2 1,3 1 67,2 8 0,3 3 0,2-2-45,-7 2 0,3 1-15,6 0 0,0 3 0,13 0 70,19 7 0,12-1-235,4-8 0,7-3-315,6-3 0,7-3 1,2-6-644,1-10 1,2-6 0,-1-2 727,-6 0 1,-1-1 0,0-2 0,-2-2 0,1-1 0,-4-1 0,0-1 0,-1 1 0</inkml:trace>
  <inkml:trace contextRef="#ctx0" brushRef="#br0" timeOffset="11662">7697 5774 13020,'-39'21'809,"15"-7"-719,3-1 0,0 3 180,-10 18-270,9-11 0,-1 15-360,27-10 180,0-8-180,17 5-180,3-21 1,2-4 449,6 2-45,0-3 0,0-6-225,8-19 360,-10 6 0,0-19 270,-35 0-180,-1 9 0,-16-14-90,10 31 90,13-5 0,38 7-90,-11 3 0,3 1 45,10-3 0,0 1-45,-14 3 0,0-1 0,10-2 0,-5 1 0,-8 3 0,20-3 0,-26 14 0,-10 18-90,-11 17-1549,-9-7 1,-2 0 1523,-5 11 115,4-15 0,1-3 270,1-5-180,0 0 360,4-9-450,16-19 269,22-22-269,-3 2 45,5-7 0,4-2 0,-7 6 0,0 1-45,5-3 0,0 2 0,2 7 0,-3 5 0,1 7 0,-1 25 0,-23 15 0,-4 7-45,2-7 0,0 2-45,1 1 0,-1 2 1,2-4 1560,2-3 0,3-4-2281,8-5 1,4-5 809,22-14 0,-22-4 0,-1-4 0,-2-3 0,1 0 0</inkml:trace>
  <inkml:trace contextRef="#ctx0" brushRef="#br0" timeOffset="12062">8780 5655 11311,'-37'-9'3276,"9"2"-2145,47 18-861,14 12-1909,2 4 1,1 3 1240,-12-11 1,-2 2 262,4 7 0,-1 2-296,-8-8 0,-2-1 341,10 10-180,6 7-180,-2-30 450,-10-5 0,10-7 90,-8-19 0,-2-6 2345,3-1-2390,2-8 0,-1-4-90,-7 10 0,-3 1-45,-3 7 0,1 1-270,4-7 0,2 4-2917,13 11 2567,-7 4 0,14 12 0,-15 9 1</inkml:trace>
  <inkml:trace contextRef="#ctx0" brushRef="#br0" timeOffset="13179">10072 5664 10681,'-7'7'809,"4"2"-449,8 0-180,0 0 180,6 2 270,14 9-451,3-4-59,-1-4 0,6 1 0,0-3-30,11 0 0,5-4-893,-5-1 0,7-1 0,1-1 0,-5-2 803,-6 0 0,-3-1 0,4-2 18,-5 0 0,3 0 0,1-1 0,2-2 0,0 0-301,-1-2 1,0-1 0,2-1 0,-1 0 0,0-1-1,0-1 301,5 0 0,-1-1 0,0 0 0,1-2 0,3-1-7,-11 2 0,4-1 1,1-1-1,0-1 0,0 0 1,-1-1-1,-3 1 0,-3 0-11,5-4 0,-4 0 0,-1 0 0,-3 0 0,1 0 0,2-2 0,-1 0 0,-1 0 0,-4 0-8,1-3 1,-4 1 0,-2 2 7,-3 1 0,-1 2 0,4-4 0,-2 0-90,12-10 2228,-15 14-2588,-8 7 2476,-6 5-3915,-1 2 1900,-5 0 0,0 2 0,-2 0 1</inkml:trace>
  <inkml:trace contextRef="#ctx0" brushRef="#br0" timeOffset="13662">12321 5090 9871,'12'-13'2339,"-2"3"-1350,0 0-899,-18 12 270,-26 15-360,0 1 45,0-1 0,-6 1 15,7-3 0,-3 0 0,3-1-167,-2 0 1,0 1 106,0-1 0,-1 1 0,4-3 0,-11 2 0,13-5 75,16-11-165,41-16 90,4-2 0,-1 4 0,6-1 0,-4 2 0,11-6 0,-13 7 0,5-1 0,-1 2-45,4 1 0,-2 3 45,-10 2 0,1 0 0,9-1 0,-2 5-90,11 17 90,-15 8 0,-11 2 0,-3 3 0,-6 7 228,1 14-857,9-14 89,-5-10-2737,20 7 2837,-21-22 0,16 2 0,-7-4 0</inkml:trace>
  <inkml:trace contextRef="#ctx0" brushRef="#br0" timeOffset="38962">13061 10946 8792,'-33'3'839,"-1"0"1,1-1 0,8 1-481,15-1 1,4 2-90,16 5 180,33 3-360,-1 0-862,-2-5 1,11 0 0,4-1 831,-15-3 0,3 0 0,2 0 0,3-1 0,1 1 0,4-1-228,-12-1 1,1 1 0,3-1 0,1 1 0,1-1 0,2 0 0,0 0-1,1 0 1,0 0 0,0 0 0,0 0 180,-3 0 1,1-1 0,1 1 0,0 0 0,1-1 0,0 1 0,0-1 0,1 0-1,-1 1 1,1-1 0,-1 0 0,0 0 0,-1 0-147,0 0 1,0 0 0,0-1 0,0 1 0,0-1 0,0 1 0,-1-1 0,1 1-1,-1-1 1,0 0 0,-1 0 0,0 0 0,0 1 156,3-1 1,0 0-1,0 0 1,0 0-1,0-1 1,-1 1 0,-1 0-1,-2 0 1,-1-1-1,-1 1 1,-3 0 18,12-1 0,-4 1 0,-2-1 0,-1 0 0,-2 0 0,-1 1 137,2-1 0,0 0 0,-2 0 0,-3 0 0,-7 1-90,5-1 0,-7 0 585,-2 0 1,-5 0-946,-6-3 1173,1 2-4051,5 4 3888,-11 3 1,2 3 0,-9 0 0</inkml:trace>
  <inkml:trace contextRef="#ctx0" brushRef="#br0" timeOffset="40546">17748 11072 10321,'6'-7'1889,"35"-2"-1649,0 6 0,11 0 0,-2 1-1333,-12 0 1,0 0 0,5 0 1049,-6 1 0,4 0 1,4-1-1,1 1 0,1-1 1,0 1-1,-3 0 88,4 0 0,-1 0 0,-1 0 0,1 0 0,0 0 0,0 0-307,-5 0 0,0 0 0,0 0 1,0 0-1,1 0 0,2 0 1,3 0 279,-4 0 0,2 0 0,2 0 0,2 0 0,0 0 0,0 0 0,1 0 0,-1-1 0,0 1 0,-2-1-79,1 1 0,0-1 1,-1 1-1,0-1 1,-1 0-1,1 0 1,0 0-1,-1 1 1,1-1 60,-1 0 0,0 1 0,0-1 0,-1 1 0,1-1 0,0 0 0,1 1 0,1-1 0,1 0 7,-6 0 1,2 0-1,1-1 1,1 1-1,0 0 1,1-1-1,-1 1 1,0-1-1,-2 1 1,-2-1-1,-1 1 1,-3 0-190,14-1 0,-5 0 0,-2 0 0,-1 0 0,1 0 0,1 0 182,-2 1 0,1-1 0,1 0 0,0 1 0,-1-1 0,-2 0 0,-2 0 110,6 0 0,-2-1 1,-1 1-1,-4-1 0,-4 1-20,12-1 0,-6-1-45,4 0 0,0 0 45,-3 0 0,-4 0 1501,6-1-1547,-12 2 1,-1 0-45,7 0-359,-10 1 1658,-10 2-4576,-11 5 3288,-7 1 0,-10 7 0,-10-1 1</inkml:trace>
  <inkml:trace contextRef="#ctx0" brushRef="#br0" timeOffset="42896">13850 12147 7083,'-14'1'630,"-5"0"-361,5 1 1,-4-2 90,7 2 540,-5-1-361,3 0 361,-7 2-540,9-1 179,-3 2-89,8-2-360,6 3 270,38 2-270,-1-1-516,-4-4 1,10 0 0,4 0 0,2 0 455,-8-1 0,1 0 0,1-1 0,3 1 0,3-1 0,4 0-227,-14 0 0,2 0 0,3 0 0,1 0 0,2 0 1,1-1-1,2 1 0,0 0 0,0-1 0,1 1 0,-1-1 1,0 1-1,0 0 203,-5-1 0,1 1 0,-1-1 0,0 1 0,0-1 0,1 1 0,0-1 0,0 1 0,1-1 0,1 1 0,0-1 0,1 0 0,1 1 0,1-1 0,1 0-82,-7 1 0,0-1 0,2 0 1,1 0-1,0 1 0,1-1 0,1 0 1,1 0-1,0 0 0,1 0 0,-1 0 1,1 0-1,0 0 0,0 0 1,-1 0-1,1 0 0,-2 0 0,1 0 1,-2 0-1,0 0 0,-1 0 0,-1 1 1,0-1 80,4 0 0,0 0 0,0 0 1,-2-1-1,0 1 0,-1 0 1,0 0-1,0 0 0,-1 0 1,1 0-1,-1 0 0,0 0 0,0 0 1,1 0-1,0 0 0,1 0 1,0 0-55,0 0 1,1 0 0,0 0 0,2 0 0,0 0 0,0 0 0,0-1 0,0 1 0,0 0 0,0 0 0,-2 0 0,0 0 0,-1 0 0,-1 0 0,-2 0 0,-2 0-1,-1 0 1,-3 0 138,13 0 0,-4 0 0,-1 0 0,-3 0 0,-1 0 0,-2 0 0,0 0 0,-2 0 0,0 0 133,8 0 0,0 0 1,-2 0-1,-3 0 0,-4 0 1,-5 0 450,11 0 1,-11 0 859,-6-3-1624,-30 3 1485,-18-1-2744,6 3 3207,1-1-5135,-9 3 3017,-1-1 0,-17 1 0,1-1 0</inkml:trace>
  <inkml:trace contextRef="#ctx0" brushRef="#br0" timeOffset="45495">20230 12233 10141,'-6'-8'180,"6"-1"0,23 4-45,12 1 0,5 1-45,-5 0 0,4 1-450,-3 0 1,5 1-1,4-1 1,2 1 0,0-1 423,-6 1 0,1 0 0,1-1 1,1 1-1,1 0 0,2 0 0,2-1-245,-7 1 0,1 0 0,2-1 1,0 1-1,2-1 0,0 1 1,1-1-1,0 1 0,0-1 1,0 1-1,0-1 203,-3 1 1,1-1-1,-1 0 1,1 1-1,-1-1 1,1 1-1,0-1 1,1 0-1,0 1 1,0-1-1,1 0 1,0 0-146,-3 1 0,2-1 0,0 0 0,0 0 0,2 0 1,-1 1-1,0-1 0,1 0 0,-1 0 0,-1 0 1,1 0-1,-2 0 0,0 1 0,-2-1 131,5 0 0,-2 0 0,0 0 0,-1 0 1,0 0-1,-1 0 0,0 0 0,0 0 1,1-1-1,-1 1 0,2 0-103,2 0 1,1 0 0,1 0 0,0 0-1,0-1 1,0 1 0,-1 0 0,-1 0-1,-1 0 1,-2-1 0,-2 1 145,6 0 0,-2 0 1,-3 0-1,0 0 1,-1-1-1,-1 1 1,1 0 81,4-1 1,2 1 0,-1-1 0,-2 1 0,-3-1 0,-5 1-75,2 0 1,-6 0 0,-1 0 766,9-1 0,-5 0-4103,-1 1 3589,-38 4 1,-15-1 0,-33 5-1</inkml:trace>
  <inkml:trace contextRef="#ctx0" brushRef="#br0" timeOffset="46446">12823 13466 10411,'-30'-2'360,"-4"0"-90,20 2 1079,-6 0-1079,26 4 224,24 1 1,10-1-360,-9 0 0,4 1-554,2-2 1,6 1-1,5-1 1,4-1 496,-10 0 1,5-2 0,4 1-1,1-1 1,1 0 0,0-1 0,-2 1-1,-3 1-454,-3-1 1,-3 1 0,-2-1-1,1 1 1,1-1 0,2 0-1,5 0 389,-9 0 1,2 0 0,2 0 0,2-1 0,1 1 0,1-1 0,2 0 0,-1 1 0,1-1-1,1 0 1,-1 1 0,0-1 0,-1 0-119,0 0 1,0 1 0,1-1 0,1 0 0,0 0 0,1 0 0,-1 1 0,0-1 0,0 0 0,-1 0-1,0 0 1,-2 0 0,0 0 0,-2 0 104,3 1 0,-3-1 0,-1 0 0,-1 0 0,-1 0 0,1 0 0,0 0 0,1 0 0,1 0 0,3 1 0,2-1-58,-7 0 0,1 0 1,3 0-1,1 0 1,2 1-1,0-1 1,2 0-1,-1 0 1,2 0-1,-1 1 1,0-1-1,-1 0 1,0 0-1,-1 0 1,-1 1-1,-2-1 1,-1 0-1,-3 0 66,11 0 0,-2 1 0,-2-1 1,-1 0-1,-1 0 0,-1 1 0,0-1 1,-1 0-1,0 0 0,1 1 0,0-1-49,1 0 0,1 0 1,-1 1-1,0-1 1,0 0-1,-1 1 1,0-1-1,0 1 1,-1-1-1,0 0 51,2 1 0,1-1 0,0 0 0,0 0 0,-1 1 0,-2-1 0,-2 0 0,-4 1 0,-4 0-10,19-1 0,-9 1 0,-2-1 30,-8 1 0,-2-1 0,0 1 477,16 0 1,-6 0-418,-2 0 1337,-7 1-2237,1 2 2089,-22 0-4556,-4 2 3280,-15-1 0,4-1 0,-7-1 1</inkml:trace>
  <inkml:trace contextRef="#ctx0" brushRef="#br0" timeOffset="47912">17350 14635 11311,'3'-10'-180,"3"-6"449,-1 9-179,2-7 360,-1 4-270,1 3 180,11 5-270,-6 6 270,18 29-270,-15-8-1,1 10 1,0 5 0,-7-9 0,0 0-45,0 0 0,0 1 0,-3 2 0,-1-2-135,0 6-90,-1 0-1349,-1 1 1529,-6-24 0,-4 3 0,-3-13 0</inkml:trace>
  <inkml:trace contextRef="#ctx0" brushRef="#br0" timeOffset="48279">17266 14673 10501,'-29'-23'1619,"4"2"-1079,12 9-180,22 1-271,15 4 1,7 2-30,3 2 0,4 2 0,3 0-376,-3 1 1,3 1 0,1 1 0,1 1 337,5 4 1,2 1-1,-1 2 1,-3 2-1,-7-1 1,-2 1-1,-3 2 1,-3 3 83,3 9 1,-4 5 0,-14 0-62,-27 15 0,-18-1-45,0-14 0,-7-4 0,-1-2-215,3-3 1,-1-3 0,-2-2 214,-6-1 0,-2-3 0,4-2-225,7-2 0,2-1 90,-3 0 1,2 0 134,0-1 0,48-18 0,12-4 0</inkml:trace>
  <inkml:trace contextRef="#ctx0" brushRef="#br0" timeOffset="48746">18407 14825 11760,'9'7'360,"18"-1"-270,23-7-45,-20-1 0,-1-2 45,19-1 0,-5-11-90,-25 0 0,-2 1 90,-19-9-90,-28 8 0,7 3 0,-6 8 0,-4 6 45,2 9 0,1 4-45,2-5 0,-1 3 90,-9 13 0,4 5-45,19-6 0,4 0-45,-4 0 0,5 0 45,9 8 0,10-1 44,14-3 1,8-3-90,10 2 0,5-3-1093,-9-9 1,1-2 0,0-3 853,9-2 1,-1-5-842,-10-5 1,0-2-1,-2-2 871,3-3 1,0-1-1,6-2 1,0-1-1,-7-1 1,0 1-1</inkml:trace>
  <inkml:trace contextRef="#ctx0" brushRef="#br0" timeOffset="48996">19357 14897 11131,'-18'5'1799,"21"0"-1530,16-5-269,7 0-179,17-4-3098,-1-4 1067,-4 2 1989,0-4 0,-19 3 0,0-1 0</inkml:trace>
  <inkml:trace contextRef="#ctx0" brushRef="#br0" timeOffset="49513">20324 14636 10411,'-12'-1'630,"-2"1"-181,-5 3 91,-22 13-450,10-3 45,-6 8 0,-2 3-45,13-4 0,2 0-45,-5 2 0,2 1 0,4 4 0,8 2 45,21 19-45,5-21 0,6-1-1684,19 0 1,5-5 1085,-12-8 1,2-4-348,2-3 1,4-4 0,-5-1 721,-6-2 1,-1-2 0,12-1 0,1-2-1,-10 0 1,1 0 0</inkml:trace>
  <inkml:trace contextRef="#ctx0" brushRef="#br0" timeOffset="50396">20683 14825 10501,'-6'-12'2069,"-2"-1"-1619,2 8-1,-17 13-449,11-2 180,-16 18 0,10 8-180,5-10-90,0 16-360,20-5 360,-2-13-269,13 10-181,7-23 450,-6-1-90,13-7-180,-4-14 270,-12 0-90,-10-24 180,-13 21 0,-16-13-89,5 14 89,3 4 0,1-1 0,8 1 0,5 5 0,8-9 0,19 0 0,13-3 0,-7 6 0,3 1 0,-8 3 0,0 1-45,4-2 0,-1 2 135,2 2-1,-8 12 1,-19 22-90,-5 15 0,-7-3 45,2-13 0,0-2-45,0-3 0,-3 14 90,2-12 0,1-7 0,14-14-90,12-24 0,4-3 0,1-4 0,0-2 0,2 2 0,-7 6 0,5-3 0,-2 3 0,0 4 0,0 2 0,9-4 0,0 2 0,3 4 0,0 24 0,-24 16 0,1 1 0,-4 19 0,-2-6-360,6 5-2248,12-7 1259,-8-20 1349,7-8 0,-5-10 0,4 0 0</inkml:trace>
  <inkml:trace contextRef="#ctx0" brushRef="#br0" timeOffset="50780">21551 14717 9871,'-7'-15'2429,"3"5"-1170,-1-3-1169,12 35 0,4 10-90,-4-10-90,7 17 0,0 1-180,-4-16-225,2 2 1,2-1 44,3 0 45,5-5 1,0-4 314,-1-9-90,17-13-90,-7-33 270,-5 9-45,-10 1 0,0-2-45,-1 4 0,-3 0 0,5-10-180,-5 12 1,0 4 269,8 5 0,-11 5 0,5 4 0</inkml:trace>
  <inkml:trace contextRef="#ctx0" brushRef="#br0" timeOffset="51479">22298 14779 9871,'-5'-26'2429,"-2"6"-1619,-24 17-451,1 16-224,5 5 0,0 4-180,8-1 0,4 3-225,1 5 1,4 0-91,11 11 0,19-9 270,-3-18-90,15-12 90,-10-13 0,-1 1 0,-1-13 90,-15 2 0,1 0-90,-7-1 0,1 14 90,2 1 0,4 5 0,8-2 0,15-12 0,-6 2 45,7-10 0,2-6-45,-5-2 0,1-5-820,-8 8 1,3-4 0,-1 0 0,-2 2 780,-2 2 1,-2 2 0,-1-2 8,3-6 0,-1-2 0,-5 6-692,2-13 722,-4 11-90,-4 8 90,-10 45-1015,-7 15 1,-1 4 1014,3-10 0,0 2 0,-5 11 0,-2 6 0,1-3 118,2 0 1,0-1-119,-1 1 0,1 2 255,4 2 0,5-4-255,5-16 0,3-3-90,5 23-450,3-24 1,5-5 539,18-3 0,8 1 0,2-9 0</inkml:trace>
  <inkml:trace contextRef="#ctx0" brushRef="#br0" timeOffset="52162">22959 14768 10411,'-13'-8'1439,"2"1"-1259,-2 10 90,7 14-180,2 11-90,6-1-270,10 8-360,5-12 451,-1-1-451,14-3 180,-3-15 360,0 0-360,21-18 361,-18-4 89,8-5 89,-11-5 1,-10 5 0,2-1-90,-1 2 90,-7 11-180,7 0-90,9-4 91,-6 4-1,2-4 0,2-3-90,0-2 0,1-5 60,-1-4 0,1-5 0,-1 0-86,-1-1 1,-1 0 0,-2-2 355,1-7 0,-1-2 0,-4 5-105,-4 2 0,-2 4 179,1-2 1,-8 13-135,-8 23 0,-1 2 0,-7 21 0,-2 11 0,-2 10 0,0 4-60,3-11 0,0 3 0,2 1 0,0 6 0,1 1 0,2-4-30,0-3 0,4-2 45,4 5 0,6-4 45,9-5-90,1-1 166,15-12-2774,-3-22 2608,-4 3 0,-3-17 0,-15 2 0</inkml:trace>
  <inkml:trace contextRef="#ctx0" brushRef="#br0" timeOffset="52346">23529 14667 8972,'-12'0'1349,"17"-4"-989,16-3-720,27-3 360,-12 3 0,2 1 0,-6 2 0,1-1 0,3 1 0,-1-1 0</inkml:trace>
  <inkml:trace contextRef="#ctx0" brushRef="#br0" timeOffset="52580">23958 14656 10141,'-18'-2'3276,"5"3"-2414,2 7-502,8 11-450,3 6 0,1 2-630,4 13-919,-1-9 1,1-2-1291,2-7 2929,2 1 0,-3-17 0,0-1 0</inkml:trace>
  <inkml:trace contextRef="#ctx0" brushRef="#br0" timeOffset="52797">24249 14389 11041,'-1'-24'2248,"0"4"-1438,-1 0-90,-1 7-1,2 3-2878,11 17 2159,7 6 0,5 12 0,2 2 0</inkml:trace>
  <inkml:trace contextRef="#ctx0" brushRef="#br0" timeOffset="53629">24527 14567 12480,'17'5'2608,"-6"1"-2158,-19 11-225,-10 4 0,-4 2-225,-11 12-90,4-1 0,1 2-360,4 6 90,13-15 1,4 0-91,10 11 0,41-20 360,-20-18 0,2-5 0,11-10 0,-2-5 90,-14 1 0,-5-2-45,-5-6 0,-7 1-45,-17-8 1,-19 6-1,9 18 90,12-1 0,28-2 0,6-2 0,4 3 0,2-1-90,4 1 90,-6 7 0,-2 4 0,-2 3 0,-2 20 0,-17 27 0,-1-14 0,-5-3 0,-2 2 0,0-4 0,-1-1 90,-1 10-1,1-12 1,3-3 90,7-10-90,4-5 0,9-9-45,4-12 0,2-5-45,9-5 30,-9 3 0,5-4 0,-1 2-30,5-3 0,0 1 0,4-2 0,-1 2 0,-9 5 0,-1 5 0,8 10 0,-20 19 0,0 0 45,-10 9 0,-2 4-45,3 18 0,1-9 0,3 0 0,1-10 0,1-2-90,11 13-1259,10-14 1349,-2-17 0,7 1 0,1-5 0</inkml:trace>
  <inkml:trace contextRef="#ctx0" brushRef="#br0" timeOffset="54029">25399 15448 15978,'-23'1'-488,"-18"1"-255,-5 0 0,-6 1 805,13-2 1,-6 1 0,-3 0 0,-4 0 0,-1 0 0,0 0 0,-1-1 0,2 1 0,2 0 0,4 0-379,-4 0 0,5-1 0,1 1 1,0 0-1,-1-1 0,-3 1 0,-6 0 328,15-1 0,-3 0 0,-2 1 0,-1-1 0,-1 1 0,-2-1 0,-1 1 0,-1-1 0,0 1 0,-2-1 0,1 1 0,-1 0 0,0-1 0,0 1 0,0 0-46,7-1 1,-1 1 0,-1-1 0,-1 1 0,0 0-1,-1 0 1,0-1 0,-1 1 0,0 0 0,1 0-1,-1 0 1,0-1 0,1 1 0,0 0 0,0 0-1,2-1 1,0 1 0,0 0 0,2-1 0,1 1 33,-7 0 0,2-1 0,2 1 0,1 0 0,0-1 0,1 1 0,1-1 0,-1 1 0,-1-1 0,0 1 0,-2 0 0,-1 0 0,-3 0 0,-2 0-45,13-1 1,-3 1-1,-1 0 1,-1-1-1,-2 1 1,-1 0-1,-2 0 1,1 0-1,-2 0 1,0 0 0,-1 0-1,1 0 1,-1 0-1,0 0 1,1 1-1,0-1 1,0 0-1,1 0 1,2 0-1,0 0 1,1 0 0,2 0-1,1 0 1,2-1-1,2 1 1,2 0 52,-17 0 0,4 1 0,4-1 0,2 0 0,1 0 1,2 0-1,-2 0 0,0 0 0,-2 1 0,-4-1 1,-4 1-31,13-1 1,-1 0 0,-2 0 0,-2 0-1,-1 1 1,-1-1 0,-1 1 0,-1-1 0,0 1-1,-1-1 1,-1 1 0,1 0 0,-1-1-1,0 1 1,0 0 0,1-1 0,0 1 0,1 0-1,1-1 1,0 1 0,2 0 0,1-1 15,-6 1 1,1 0 0,1 0-1,0 0 1,1 0 0,0 0 0,1-1-1,0 1 1,0 0 0,0 0-1,1 0 1,-1 0 0,0 0 0,0 0-1,0 0 1,0 0 0,0 0-1,-1 0 1,0-1 0,1 1-1,-1 0 1,0 0 0,0 0 0,1 0-1,-1 0 1,0 0 0,1 0-1,-1-1 1,0 1 0,0 0 0,1 0-1,-1 0 1,0 0 0,0 1-60,2-1 0,-2 0 0,0 0 0,-1 0 0,0 0 0,-1 1 0,1-1 0,0 1 0,0-1 0,0 0 0,2 1 0,0-1 0,2 0 0,1 0 0,2 0 0,2 0 0,2-1 0,2 1-269,-16 0 0,5 0 0,3 0 0,3 0 0,0 0 0,-2 0 0,-2 0 164,3 0 0,-2 0 0,-2 0 0,-1 0 0,1 1 0,1-1 0,3 0 0,3-1 1,4 0-651,-11 1 1,4-1 0,6-1 0,8 0 341,-7-1 0,2-1 0,29 0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2:47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9251 3810 14908,'13'-14'540,"-4"4"-360,1 0 0,-5 5 180,-2 2 179,1-1-179,-1 1 720,1-1-990,0 6 179,-2 7-179,-1 7 0,-2 7 0,0 8-956,0-1 0,-1 4 911,1-5 0,0 1-45,-1 14 0,-1 0-857,1-8 0,0 0 857,0 2 0,-1 1 45,0 6 0,-1 0-45,0 1 0,0 1 45,0 3 0,-1 2-45,1-8 0,0 3 0,0-3-857,-1 5 1,0 0 856,1-9 0,0 1 0,0-3 0,0-2 0,0-2-429,0 0 0,1-1 429,1-4 0,-1-1 154,0 23-154,1-11 695,1 5-695,1-17 1655,2 5-1834,0-17 1472,3 0-1563,0-7 1256,2 0-1436,-1-8 611,0-2-1061,0-3-1535,0-3-1792,-1-5 4227,0-3 0,-2-15 0,0-4 0</inkml:trace>
  <inkml:trace contextRef="#ctx0" brushRef="#br0" timeOffset="1249">9303 3592 15808,'-12'-14'-360,"0"2"360,2 2 0,0 2 90,1 2 0,1-1 0,-1 2 90,2 0 180,-2-2-90,0 2 89,1-1-89,2 0-180,7 2 90,2-1 90,23-4-90,24-3-135,-21 5 0,3 0-479,5-1 0,4 0 0,-1 0 479,3 0 0,0-1-894,-3 2 0,2-1 0,-2 0 849,6-1 0,2-1 60,-2 2 0,4-1 0,-2 1-60,-10 1 0,-2 0 0,4 0 22,8 0 1,6-1-1,1 0 1,-2 0-508,-6 2 1,-1 0 0,0 0-1,0 0 485,2 0 0,1-1 0,-1 1 0,0 0-317,-1 0 1,0 1-1,0-1 1,-3 1 316,2-1 0,-2 1 0,1 0-98,-1-1 0,1 1 0,2-1 98,0 1 0,4-1 0,-1 0 0,-2 1 30,3-1 0,-4 1 0,3-1-57,-4 1 1,3-1-1,-2 1 1,-3 0 26,-2 0 0,-3 1 0,-1-1 0,18-1 0,-3 0 169,-5 1 0,-2 0-169,-5 1 0,-1 1 659,2-2 0,-1 1-569,-7 2 0,-2 0 0,-1-1 0,-3 0 1210,8 1-1120,-20 0 2533,0 0-2533,-5 1 2255,2 0-2435,-5 1 427,0 1-427,-2 2 180,1 6-90,-3 8-90,0 4 0,-1 8 90,-1 2-1495,-1 0 0,1 3 1450,-1-4 0,0 1-45,0 13 0,0 2 0,-2-8 0,0 0 0,0 7 0,-1 1 45,0 0 0,-1 4-45,-1 1 0,-1 3 0,1-1-821,0-12 1,0-1 0,0 2 850,-1 10 0,0 3 0,-1 1-30,-1 0 0,0 0 0,0-2-549,3-11 1,-1-2-1,0 3 549,-1 11 0,-1 2 0,0-3-479,1 4 0,1-3 479,-1 1 0,0-1 0,2-1 0,-1-1 57,1-5 0,0-2-12,1-1 0,0-1-45,1-5 0,1 0 0,0-1 0,1 0 0,0 0 0,0-1 0,1-2 0,1 0 380,-1-2 0,0 0-380,1-1 0,-1-2 0,2 25 0,0-6 0,-1-6 0,0-5 90,-2 8 1075,0-14-1165,-3 6 1946,0-14-1946,-3 8 0,-1-10 0,-6 12 0,4-17 1929,-3 3-1839,0-4-90,0-1 0,0 0 1358,0-1-1358,5-5 783,-2 1-783,4-4 0,-1-1 0,1 0 0,-3 1 0,2 0 0,-1 0 0,2-2 0,1 0 0,0 0 0,-2 0 0,1 2 0,0-1 0,1-1 0,-1 1 0,2-1 0,0 1 0,0 1 0,1-2 0,-1 2 0,2-2 0,-2 2 0,2-1 0,-2 0 0,1 0 0,0-1 180,0 1-90,1 0 90,-2-1-90,-1-1-1,0-1-89,-3-1 0,-1 0 90,-2 1-90,-1-1 0,-2 2 90,-3-1-90,-4 1 0,-6 0 0,-4 0 90,-26 2-918,6 0 873,4-2 0,-4 0-45,0-2 0,0 0 0,-2 0 0,1-1-1332,-3 0 1,1-1 1331,9 1 0,-3-1 0,-1-1 0,-3 1 0,1-1 0,8 1 0,0 1 0,-1-1 0,-13-1 0,-2 0 0,2 0-736,14 0 1,2 1 0,0-1 735,-2 1 0,1-1 0,0 0 30,1-1 0,-1 1 0,1-1-457,1 0 1,-1 0 0,1 0 471,-16-3 0,-1 0-9,9 0 0,-2-1 1,1 0 23,4 0 0,1 1 0,1-2-30,-1 1 0,1 0 0,2-1 292,-10-2 1,5 0-278,14 4 0,3-1-45,-27-6 90,4-1 0,8 2 1673,3 0-1763,-1-1 90,13 5-180,-2-2 90,14 6 2317,3 0-2497,1 1 709,-2-1-1068,1 1 1610,2 0-2060,2 0 450,3 1-2699,2 0-719,1-3 449,5-4 3508,1 0 0,6-9 0,-1 1 0</inkml:trace>
  <inkml:trace contextRef="#ctx0" brushRef="#br0" timeOffset="2032">10436 3495 15448,'3'11'630,"0"0"-450,-3-3 90,2 3-91,0 4 1,0 4 0,1 9-713,0 8 713,0 12 45,-3-4 0,1 1-1489,-1-6 1,-1 2 1323,0-2 0,0 4 0,-1-2 30,-1 9 0,0 1-30,1-13 0,-1 1 0,1 0-771,-1 0 1,0 0 0,1 0 770,-1 2 0,0-1 0,0 0-30,0 0 0,-1 1 0,1-1-498,0 1 0,0 0 0,0 0 498,0-1 0,0 0 0,0 0 0,0-1 0,1 0 0,0 3-192,0-1 0,0 3 0,0 1 1,1-3 191,-1 2 0,1-2 0,-1 4-20,2 6 1,-1 6 0,1 0 0,0-7 19,0-7 0,1-4 0,0 1 206,0 9 1,1 1 0,-1-3-237,2 3 0,0-1 59,0-13 1,0 1 0,0 1-30,0 1 0,1 0 0,0 0 76,1 5 1,-1 0 0,1-3-62,0 5 0,0-4-45,-1-6 0,1-4 1336,-2 1-1336,1-7 0,-1-6 2054,-1-4-2054,0-3 907,0-5-1626,-1-2 3128,1-16-3219,0-6-177,2-21-2971,-1-16 181,-2 6 3450,2-5 0,-4 5 0,1 0 0</inkml:trace>
  <inkml:trace contextRef="#ctx0" brushRef="#br0" timeOffset="3072">9339 4767 15268,'3'-10'630,"1"2"-450,2 6 0,1-1 90,2 0-180,1-1 89,3 1 91,11-4-180,1 2 0,3 0 0,3-1-323,17-2 278,-13 2 0,2 0-513,-7 2 0,2-1 513,22-2 0,3 0-1493,-11 2 1,2 0 1477,-5 1 0,2-1 0,2 1 0,8-1 0,1 0 0,-2 0-527,-10 1 1,-3 0 0,6 0 514,-3 0 0,5-1 0,3 1 0,-2-1 0,-5 1-385,5-1 0,-4 1 0,4 0 385,-3 0 0,5-1 0,2 0 0,-2 0 0,-4 1-18,2 0 0,-4 1 0,4-1 0,-4 0 0,4 0 0,2-1 0,-3 1 0,-4 0 0,1 0 0,-4 1 0,3 0 22,4-1 0,3 0 1,0 0-1,-7 1-22,5-2 0,-4 1 0,11 0 0,-4 1 338,-1-3-248,-9 2-90,-7-1 0,-15 1 1807,-2-2-1807,-15 0 1834,-5 1-2104,-6 0 2707,0 1-4057,-3 0 600,3 2-4376,-1 0 5396,0 1 0,3 1 0,-3 0 0</inkml:trace>
  <inkml:trace contextRef="#ctx0" brushRef="#br0" timeOffset="3815">9900 3506 14189,'-8'-8'1169,"-1"8"-989,6 3 0,0 6 0,2 1 0,0 1 0,-1 4 0,2 2 0,-1 4-1,0 3 1,0 7 90,2 22-741,0-7 561,0-6 0,1 1 0,-1 9-45,0-17 0,0 0 45,1 13-1679,-1 0 1679,0-1 0,1-1-90,-2 0-48,1-1 48,-1-2 90,0 9-90,0-14-333,0 2 423,0-15-90,-1-3 351,0-1-531,0 4 1493,1-8-1852,-2 7-283,1-9 102,-2 0-1279,1-4 1999,0-4 0,-2-2 0,0-1 0</inkml:trace>
  <inkml:trace contextRef="#ctx0" brushRef="#br0" timeOffset="4354">9276 4000 14459,'14'5'629,"1"-1"-359,-1-2-90,3-1 270,20 1-270,-4-2 0,18 1 0,-8-2-46,-6 0 1,4-2-1343,3 0 0,2 0 1253,2-1 0,1-1 15,-7 1 0,2-1 0,-1 0-30,-3 0 0,-1-1 0,0 0 0,-2 1 0,1 1 0,0-2 0,8 0 0,2-1 0,-6 0-30,-6 2 0,-2 0 45,11-2 0,-3 0-293,7 0 203,-19 2 0,-1 0-135,7-1 0,5 0 0,-23 2-90,-6 0 0,-4 1-1978,-4 1 89,-7-2 2159,0 1 0,-7 0 0,3 1 0</inkml:trace>
  <inkml:trace contextRef="#ctx0" brushRef="#br0" timeOffset="5094">11054 3331 12570,'9'-6'1259,"-2"0"90,-3 3-809,-1 1-360,1 4-90,-1 0 90,0 4 0,-1 0-90,0 2 90,-1 2-91,1 4 91,-2 1-90,1 3 90,0 17 0,0 17-1671,1 2 1536,-1-23 0,-1 1 45,3 19-90,-2 3 45,0-26 0,0 1-1,1 11 1,1-1-45,-2-8 0,1 0 0,1 6 0,-1-1 90,2 14-398,0-4 353,-2-15 0,0 0-45,1 16 44,0-11 1,-1 0-45,1 1-3,0 14 3,-2-18 90,0-5-90,-1-5-90,0-11 0,1-1 1524,-1-2-1614,0 0-84,-1-2 264,0-1 0,-5-15 0,-2-4 0</inkml:trace>
  <inkml:trace contextRef="#ctx0" brushRef="#br0" timeOffset="5826">10509 3912 13649,'-9'1'1080,"17"1"-990,-2-2 89,18 1-89,-7-2 0,5 0 90,3 0-90,6-1 90,23 0-1234,-9-1 1099,-14 2 0,0-1 135,13 0-90,6-1 0,3-2 0,-11 1 0,2 0-46,-9 0 1,-1 1-934,12-2 0,0 0 934,-12 2 0,-1-1 0,2 0 0,0 0-45,1 1 0,-1-1 45,1 0 0,0 0 0,-1 1 0,1-1-342,-3 1 1,2-1 341,10-1 0,1 1 0,-3-1 0,-1 1-45,-1 0 0,0 0-510,1 0 1,-4 1 509,2-1 90,6 1 616,-22 2-706,-3-1 0,-5 1 0,-1-1 1724,-2 1-1724,-2 0 711,2 0-621,-2 1 1483,1-2-1663,-3 2-7645,-3 0 7735,-6 5 0,-1-1 0,-6 2 0</inkml:trace>
  <inkml:trace contextRef="#ctx0" brushRef="#br0" timeOffset="6706">9868 4665 13919,'-8'-4'2159,"1"0"-1979,6 8 0,0 0 0,1 10-1,0 1 1,-1 5 0,0 10-1163,-1 6 1073,-1 9 89,1 7-89,0-11 0,1 1-45,0-8 0,0 1-45,-1 10 0,1 1-817,2-13 0,0-1 862,-1 0 0,0 1 0,1 0 0,0 0-45,0 0 0,0-1-547,-1 1 1,1-1 546,-1-1 0,0 0 45,0 0 0,0-1-45,-1 0 0,0-1 45,0 0 0,0 0-836,-4 27 791,0-1 90,-2-7-90,1-3 0,-1-7 0,1-4 700,-2 6-700,2-13 0,-3 9 0,4-18 1498,0 3-1498,0-5 1415,3-6-1595,-2 5-1500,3-9-659,-3-7-1208,2-3 3547,-2-8 0,0-5 0,-2-3 0</inkml:trace>
  <inkml:trace contextRef="#ctx0" brushRef="#br0" timeOffset="7266">9321 5360 15358,'-7'-10'1260,"4"-1"-1081,6 6-89,5-2 180,8 1-180,0 1 90,9-1 0,16-4-90,-6 3-245,3 0 1,1 0 244,14 0-1024,-17 2 0,1 1 1024,19-2-90,0-1-296,-5 2 341,-17 2 0,-1 0-45,15-1 45,-18 2 0,-1-1-45,5 1 0,3-2 90,-13 2-123,7-1 33,-17 2 369,1 0-369,-6 0 1856,-2 1-2036,0-1 325,-1 1-954,0-1-585,0 0-4722,2 1 6116,-3 1 0,-1-1 0,-1 0 0</inkml:trace>
  <inkml:trace contextRef="#ctx0" brushRef="#br0" timeOffset="7996">11009 4548 13829,'9'-7'900,"-1"0"-721,-2 8 1,-3 0 180,3 7-180,-4-1 0,1 3 0,1 1 90,2 12 0,2 15-180,-1 3-2124,0 15 2214,-3-6-90,-1-10 0,-1 5-636,-2 3 1,0 3 604,0-6 1,0 3 0,-1-2-15,-1 9 0,-1 2 15,1-9 0,0 3 0,-1-5-15,1-3 0,-1 0 15,1 3 0,0 4 0,1-4-60,-1-5 0,1-2-658,0 12 0,0-1 658,0-16 0,0-3 45,1-2 0,0-1-302,1 25 302,0-22 0,1 0-45,0 11 45,0-11 0,1-3-45,-1-2 1294,1 3-1294,-2-14 1203,-1-2-1293,1-3 1625,-1-2-3694,1-2 210,-4-13 1949,-1-4 0,-4-16 0,0-2 0</inkml:trace>
  <inkml:trace contextRef="#ctx0" brushRef="#br0" timeOffset="8589">10321 5321 14099,'-9'-8'989,"1"0"1,5 4-720,4-3-90,1 3-1,7-1 91,1 3-90,5-1-90,4 1 90,9-2 0,6 0-90,13 0-2483,5-1 2483,-23 3 0,2-1-45,18-1 0,1 0 0,-10 1 0,1 0-15,-3 0 0,3-1 0,-2 1 15,6 0 0,0-1-45,5 0 0,0 0-1068,0 1 1,0-1 1067,1 0 0,-1 0 45,1 0 0,0 0-45,0 0 0,-2 0 45,-3 1 0,-1 0-294,-3-1 1,1 0 248,10 0 0,-1 0-510,-13 0 1,-1 0 509,9-1 0,-2 1 0,5-1 0,-10 1 90,-11 0 1167,-7 2-1257,-6-1 2084,-3 0-1994,-3 0 628,-2 0-718,-3 0 0,-3 1 0,-1 1 0</inkml:trace>
  <inkml:trace contextRef="#ctx0" brushRef="#br0" timeOffset="9833">9160 5032 14549,'10'9'719,"-2"-1"-539,-6-4 0,1 0 0,-1 0 0,1 1 0,-1 1 0,1 0 0,0 1-90,-1 3 89,1 0 1,1 10-90,-2-2 90,3 19-90,-2-7 0,0 10-90,-1-3 90,-2-1-1080,1 5 1080,-2 0 0,1 0-90,-1 0 0,0-1 90,-1 0-90,0-2 90,0 14-90,-1-12 45,2-10 0,-1-1-45,-1 4-398,-1 5 398,2-17-77,0 6 167,0-10-90,0 9 0,1-13 939,0 6-939,1-10 437,-1 2-437,0-3 179,0-3-179,0 3 0,1-2 0,-1 2 0,1-1 0,-1-1 0,1 2 0,0 0 0,-1 0 0,0 1 0,-1 0 0,1 0 0,-2 0 0,0 3 0,1-4 0,-2 6 0,2-7 0,-1 1 0,1-1 0,0-3 0,0 2 90,0-2-90,0 0 0,0-2 0,1-1 0</inkml:trace>
  <inkml:trace contextRef="#ctx0" brushRef="#br0" timeOffset="11900">9402 3648 13649,'6'-9'1709,"1"5"-1529,-3 5-90,1 4 0,-2 0 0,0 2 90,0 2-180,0 1 90,0 2 0,0 2 0,1 8 0,0-3 0,2 15 0,-2-13-90,0 6 0,0-7 90,1 5-180,-2-7 0,1 5-270,0-5 0,-2-5-90,1 2-269,-1-7-4318,1 2 5037,-2-3 0,2 0 0,-1-3 0</inkml:trace>
  <inkml:trace contextRef="#ctx0" brushRef="#br0" timeOffset="12462">10060 3575 15268,'7'5'810,"-1"0"-630,-3 5-90,-2-1 90,1 3-90,-1 1-1,2 3 1,-1 0 90,2 11-90,-1 4 0,1-1 0,-1-1-90,0-11 0,0 5-90,-1-6-90,0 3-90,-2-8-809,0 2 90,-2-4-4138,0 4 5127,0-7 0,-2 1 0,0-4 0</inkml:trace>
  <inkml:trace contextRef="#ctx0" brushRef="#br0" timeOffset="13392">9513 4250 14279,'5'-9'1799,"-1"1"-270,-1 5-1439,-11 17-90,5-9 0,-9 15 90,8-14-90,1 0 0,0-1 90,0 1-90,2-1 0,0 1 0,2 0 90,3 2-90,2-1 0,7 1 0,-2-2-90,3 0 90,-3 0 0,5 2 0,-4-1 0,7 6 0,-9-4-90,2 9 90,-8-9 0,-2 6 0,-3-5 0,-3 1 0,-2 1 0,-2 1 0,-3 0 0,-10 4-90,-5 1 0,-1-2-90,2-3 0,8-7-449,-3 1-451,2-3 1,1-1-1170,5-3-449,7-2 2698,2-2 0,1-2 0,2-1 0</inkml:trace>
  <inkml:trace contextRef="#ctx0" brushRef="#br0" timeOffset="13614">9504 4330 13469,'11'-10'450,"0"0"-180,-1 3-90,3-1 0,1-1 0,2 0-1,1 0-89,1 0 180,7-4-360,-7 4-90,5-4-359,-9 6-541,-1-1-2787,6-2 3867,-5 2 0,10-5 0,-5 3 0</inkml:trace>
  <inkml:trace contextRef="#ctx0" brushRef="#br0" timeOffset="14023">10192 4177 14549,'-2'-8'2698,"-2"7"-2518,-2 4-90,-3 8 0,2 0 0,-1 2 0,0 2 0,-1 2 0,1 1 0,0 2-90,0 1 90,0 10-90,3-8-90,0 5-90,5-5 90,1-5 0,2 2 0,1-7 0,2-2 0,1-2-90,7-2 180,-2-3-90,9-3 0,-8-2 90,3-3 0,-5-2 0,0-4 0,-3 1 90,0-3-90,-5 2 90,-2 1-90,-2 0 90,-5-4-90,-6 3 0,-1 0-270,-12 7-90,6 4-269,-10 4-2879,-7 10 450,8-1 2968,-8 7 1,11-3 0,0 2-1</inkml:trace>
  <inkml:trace contextRef="#ctx0" brushRef="#br0" timeOffset="14958">9476 4930 14459,'0'-12'180,"1"1"-180,3 5 90,0 1 0,1-1-1,2 1-89,1-1 90,2 0 0,6-3-90,-2 3 90,10-4-90,-11 5 90,5-1-90,-10 4 0,0 0 90,1-1-90,-3 4 0,-3 3 90,-3 2-90,-9 7 0,-2 0 0,-1 1 0,1-1 0,4-4 0,0-1 0,0 4 0,2-4 0,0 3 0,4-5 0,0 1 0,1-2 0,2 1 0,0 0 0,1 0 0,4 2 0,-2-2 0,3 1 0,-2-2 0,-1 0 0,-1 0 0,1 2 90,-3-1-90,-1 5 0,-3-3 90,-2 2 0,-5 2-90,2-3 0,-4 3 0,2-4 0,-4 3-540,-1 1-89,1-2-271,2-1-1169,4-4 1,1 0 2068,1 0 0,1-2 0,0 1 0</inkml:trace>
  <inkml:trace contextRef="#ctx0" brushRef="#br0" timeOffset="15445">9936 4904 13919,'4'-8'450,"0"1"-270,-1 4 90,0 0-91,0-1-89,2 2 90,0-2-90,1 0 90,0 0-90,1 1 0,2 0 90,5 0-180,-3 1 90,5-1 0,-1 4 0,-3 0-90,2 2 90,-5 0-90,-1 2 0,-3-1 90,0 6-90,-3 1 0,-2 3 90,-12 12-90,-11 4 0,-8 9-521,4-7 521,6-10 0,10-9 90,3-2-90,-2 4 0,4-4 90,0 1-90,6-4 90,4-1 430,2-1-520,4-1 90,7-2-90,-3-1 0,8-1 0,-7-2 0,1 0 0,0 0-269,4-1-1,-5 0 0,3 0-90,-8 1-180,-1-1-179,-1 1-1440,-1 0 2159,-2 0 0,1 2 0,0-1 0</inkml:trace>
  <inkml:trace contextRef="#ctx0" brushRef="#br0" timeOffset="15991">9442 5545 14639,'11'-3'1619,"-1"1"-1259,-3 4-181,-1 1 1,-2 1 0,-1 1-90,-1 2 90,1 1-90,-3 1 0,2 3 0,-1 0 0,0 3 0,-1 3-90,0 0 90,0 2 0,0 0 0,0 11-90,0-8-90,2 7 0,0-11-180,0 0 0,1-2-180,0-3-179,0-1-361,1-2-4856,2 0 5846,-1-4 0,5 1 0,-1-3 0</inkml:trace>
  <inkml:trace contextRef="#ctx0" brushRef="#br0" timeOffset="17455">10019 5496 14099,'5'-12'809,"0"3"-629,0 4 270,-3 2-180,2-2 180,-1 2 269,0-1-629,1 8 0,-2-1 90,-1 6-90,-1-1 0,0 2 0,0 3-90,-1 2 90,0 2 0,-1 2 0,1 2 0,-1 10-90,0-6 90,0 16-90,1-17 0,2 6 90,-1-9-90,2-1-180,0 5-90,-1-7-450,1 8 1,-1-15-361,1 2-1258,-1-7 2338,1-1 0,-2-2 0,1-2 0</inkml:trace>
  <inkml:trace contextRef="#ctx0" brushRef="#br0" timeOffset="18598">10614 3516 16168,'9'-4'360,"1"2"-270,-2 1-1,2 0 1,1 0 0,2 0-90,0-1 90,0 1 0,0 1 0,6-2-90,-5 2 0,2 0 90,-5 0-90,-3 1 90,2 1-90,-2 0 0,0 3 0,-6 3-90,-3 4 0,-6 3 90,0-2 0,-3 0-90,3-4 90,0 0-90,-1 2 90,3-2 0,-1 1 0,2-2-90,3-3 90,-1 2 0,4 0 0,1-2 0,3 1 0,1-2 0,6 0 0,-1-1-90,4-1 90,5-2 0,-4-1 0,6-1-90,-5 0-359,8-1 89,-7 0-899,10-2-990,-14 2-629,2-1 2878,-7 0 0,2 0 0,2-2 0</inkml:trace>
  <inkml:trace contextRef="#ctx0" brushRef="#br0" timeOffset="19266">11443 3454 14279,'9'-5'1439,"-2"0"-809,-2 3-1,-1 0-359,-1 4-180,-2 4 0,-2 3 0,-1 3 0,-2-1 0,0 2 0,-6 9 0,2-5-90,-9 16 90,7-14-90,-5 7 0,7-9 0,-5 4-90,5-6-90,-4 6 90,6-10 0,0 2-90,3-5 0,0-1 90,3 0 0,4-5 0,3-1 90,0-2 0,1-3-90,2-1 90,-3 1-90,7-5 90,-6 5 0,9-6 0,-8 5 0,5-2-89,-5 3 89,2-1 0,-1 0 0,0 0 0,-1 1 0,0 0 0,-1 0 0,-2 0 0,0 0 0,1-1 0,-2 0 0,3-2 0,-2 1 0,0 1 0,0 0 0,-1 9 0,-2 4 0,-2 4 0,-2 3 0,-2 0 0,-2 21 0,1-11 0,-1 23 0,4-24 0,0 4-90,2-2-90,1-8-450,3 9 90,-2-15-269,2 3-1350,-2-8-539,0-1 2698,1-2 0,-1-1 0,0-1 0</inkml:trace>
  <inkml:trace contextRef="#ctx0" brushRef="#br0" timeOffset="19849">10731 4173 13739,'7'-10'990,"-1"2"-541,-2 4-359,2 1 90,-2 0 0,3 0-90,-1 1 0,2-1 0,1 1 0,2-1 0,0 1 0,3-1 0,0 0 0,0 0-90,0 0 90,0 1-90,0 0 90,3 0 0,-4 1-90,0 1 0,-5 0 0,-2 0 0,-1 1 89,-1 1-89,-2 3 0,-1 1 90,-7 10-90,0-2 0,-5 6 0,1-3 0,0 0 0,-2 3 0,1-1 0,0 3 90,-1 3-180,3-8 90,0 8-179,6-14 89,0 3-180,3-7-630,1 1 1,2-2-1260,1-1 2159,3-3 0,4-3 0,3-1 0</inkml:trace>
  <inkml:trace contextRef="#ctx0" brushRef="#br0" timeOffset="20499">11511 4134 14639,'-11'-5'989,"0"0"-629,5 5-270,-3 1 0,1 0 0,-1 2 90,1-1-90,-1 1-90,0 1 90,0 0-1,0 1 1,0 0 0,-3 5-90,3-3 0,-1 3 90,5-4-90,2 1 0,0 0 0,1 0 90,1 0-90,1 0 0,3 1 0,6 5-90,0-3 90,12 8 0,-4-8 0,6 5-90,3-2 90,-1 0 0,0 0 0,-4-3-90,-9-3 90,-1 0 0,-1 0 0,-1-1 0,-3 2 0,2 2 0,-4-1 0,-1 1 0,-5 1 0,-3-3 0,-6 4 0,1-4 0,-6 2 0,3-3 0,-9 1 0,5-4 0,-5 2 0,7-3-90,2-1 90,-2-1 0,4 0 0,-1-2 0,7 0 0,1-2 0,2-5 0,1-1 0,3-4 0,2 0 0,2-3 0,3-5 0,7-14 0,-3 8 90,5-17 0,-8 13 0,-1-5-90,-5 9 90,-7-1 0,-2 14-90,-12-6 0,-7 12-180,-2 3-90,-3 6-89,3 5-1260,-15 9-1592,7 0 242,-8 6 2796,17-5 1,0 5 0,1 0 0</inkml:trace>
  <inkml:trace contextRef="#ctx0" brushRef="#br0" timeOffset="20983">10558 4789 14099,'4'-9'540,"-1"1"-271,-1 3 361,0 1-270,0-2 180,-1 2 539,2-1-989,0 9 0,-2 0 0,0 9 0,-2-1 0,-1 2-90,0 1 90,-1 2 0,1 1-90,-1-1-90,0 1 0,0 0-90,0-2-450,1 6 91,0-6-91,0 2-360,0-6-4496,1 1 5486,1-3 0,0 1 0,2-6 0</inkml:trace>
  <inkml:trace contextRef="#ctx0" brushRef="#br0" timeOffset="21378">10776 4819 14729,'5'-9'359,"-1"-1"1,1 2 0,-3 2 719,1 0-809,-8 17-270,-6 6 90,-2 8 0,-3 0-90,6-9 90,1 1-90,0 1 90,0 0-90,1 0 90,0 5-180,2-5 0,1 8 90,5-12-90,3 2 0,2-6 0,2-1 0,2-1 0,1-2 90,1-2-90,1-1 0,0-3 90,0 0-90,0-2 90,3-3-89,-4-1 89,2-2 0,-7 0 0,-3 0 0,-1-1 89,-2 0-89,-1-1 0,-3 1 0,-1 0 90,-2 0-90,0 1 0,-3 0 0,-3 1 0,3 3-179,-5 1-181,5 3-90,-2 2-360,1 0-1528,0 0-810,1 2 3148,1 0 0,-3 2 0,1 1 0</inkml:trace>
  <inkml:trace contextRef="#ctx0" brushRef="#br0" timeOffset="21903">11326 4837 14459,'11'-5'539,"-2"1"-539,-3 6 90,-1 0 0,-2 2-90,1 2 90,-1 1-90,1 2 90,-2 2 0,0 1-90,0 1 90,0 11-90,-2-6 0,2 8 0,-2-8 0,0 1-450,0 4 1,0-5-2340,-1 9 451,1-13 2338,0 2 0,2-2 0,0 0 0</inkml:trace>
  <inkml:trace contextRef="#ctx0" brushRef="#br0" timeOffset="22498">11619 4881 14369,'3'-8'1169,"1"0"-449,-3 3 269,1 0-449,-3-2-180,-1 2-91,-3 1-89,-5 4 0,-1 3-90,0 0 0,-4 5 0,7-3 0,-2 3-90,4-1 90,1-1-90,2 2 0,0 2 0,3-2 0,1 2 0,3-2 0,1 0-90,2 1 90,7 2 0,-1-2-90,4 2 90,5 1 0,-6-2-90,7 2 90,-8-3 0,-1-1 0,-1 0-90,2 3 90,-5-3 0,1 3 0,-5-5 0,-2 4 0,-2-3 0,-3 2 0,-3-3 0,-1 0 0,-3 0 0,-8 1 0,2-2 0,-14 1 0,5-1 0,1-3 0,3 1 0,8-3 0,1 0-90,2-1 90,-1-1 0,3-2 0,2-6 0,4 2 0,4-6 0,5-7 0,2 1 0,12-20 0,-8 15 0,5-7 0,-9 16 0,-1 0 0,0-2 0,-5 5 0,0-1 0,-6 5-90,-7 0 0,-2 3-179,-7 1-1,-1 3-90,-3 1-90,-2 2-90,-6 1-449,0 2-1893,-3 3-896,4 0 3778,4 1 0,-2 3 0,0 2 0</inkml:trace>
  <inkml:trace contextRef="#ctx0" brushRef="#br0" timeOffset="23102">11358 5618 15448,'-7'-9'1259,"1"0"-719,3 2-90,1 1-90,2-2-180,2 0-90,2 2 89,2-2-89,0 3 0,1-1 0,2 1 0,1-1 0,6 0 0,-3 2 0,2 1-90,-5 3 0,-1 0 90,-1 1-90,-1 1 90,1 4-90,-3 0 90,-2 8-90,-8 4 0,-9 11 0,0-4-374,-5 2 464,4-8-90,-4 5 0,3-5-30,-1 2 30,8-8 0,1-1 0,2-1 0,1-2 0,1 3 373,3-5-373,1 3 0,2-5 0,2 0 31,1-2-31,3-1 0,1-1-90,2-1-90,2-1-90,3 0 0,1-2-89,3-1-271,2-2-605,2-1-384,4-3-720,-4 2-989,3-2 3328,-5 1 0,4-4 0,-2 1 0</inkml:trace>
  <inkml:trace contextRef="#ctx0" brushRef="#br0" timeOffset="23499">11776 5583 15628,'-2'-12'1349,"0"-1"-629,0 9-90,-1-2-91,-1 3-359,-3 1 180,-3 4-180,0 2-90,0 2 0,1 1 90,0 1-90,-1 2 0,2 0-90,-1 2 89,2 1 1,1 0 0,1 5-180,3 0 90,5 5-90,4-7-179,9 1 89,-2-9 90,5 0-90,-4-5-90,7-2 180,-4-3-90,3-2 90,-7-1-90,2-6 180,-5 0-90,1-3 0,-7 2 0,-5-8 90,-2 4-89,-9-12 89,-11 5 0,-1 3-319,-6 4 229,7 10 90,1 2-180,1 3-270,0 1-184,0 3-535,0 0-1260,1 2-1438,2 1 3867,1 1 0,-4 3 0,-1 1 0</inkml:trace>
  <inkml:trace contextRef="#ctx0" brushRef="#br0" timeOffset="24142">10684 5605 15178,'8'-9'630,"-2"2"-360,0 3 180,-3 1-271,2-1 181,-2 1-180,4-1 0,0 1-90,1 1 0,1 0 90,3 0-90,-2-1 0,6 3-90,-5-1 90,0 2-90,-4-1 90,-1 3-90,-1 0 90,-2 4-90,-2 0 0,-2 4 90,-4-1-90,-1 1 0,-4 4 0,-12 11 0,-5 5 0,0 1-90,2-4 90,8-5 0,3-7-90,0 5 90,5-9 0,0 2-90,1-1 90,1-1 0,3-4-90,4-2 90,2-2 0,3 0 0,5-3 0,1-1 0,1-1 0,0 0 0,0-1 90,2 0-180,0-1 90,1 0 0,0 1 90,-1 0-90,0 0 0,-2 0 0,0 0-90,2-1-90,-4 2 0,1-1-90,-4 1-719,-2 0-2160,2 0 3149,-2 0 0,2-1 0,-2 0 0</inkml:trace>
  <inkml:trace contextRef="#ctx0" brushRef="#br0" timeOffset="24626">10959 5597 15178,'8'-9'450,"-2"1"90,-3 3-1,1 1 91,-1 0 0,1 1-540,-5 9 180,-3 3-91,-10 16-179,1-7 90,-2 5-90,6-9 0,0 0 90,0-2-90,1 2 0,-1 0 0,3-2 0,0 0 0,5-4-90,0-2 90,4 0 0,0-1 0,3 0 0,0-2 0,1 1 0,0-1 0,0-1 0,-1 1-90,1-1 90,0 1 0,1 1 0,-2 0 0,2 3 0,-4 1 0,-1 0 0,-2 1 0,-1-2 0,-2 1-90,0-1 90,-4 6-89,1-4 89,-3 4-90,1-5 0,1-1 0,-2 0-180,-4 1 90,3-2-90,-5 1-180,6-3-179,-1-2-361,1-1-1348,0-1-1080,1-1 3418,2-1 0,-3-5 0,-1 0 0</inkml:trace>
  <inkml:trace contextRef="#ctx0" brushRef="#br0" timeOffset="24851">10933 5637 14998,'-1'-14'720,"1"2"-540,2 5 90,1 2-90,1-1-90,1 0 90,1 0-91,2-1 91,2 0 0,9-6-180,5 0-180,1 0-1619,8-3-3777,-10 5 5576,0-2 0,-2-1 0,-6 3 0</inkml:trace>
  <inkml:trace contextRef="#ctx0" brushRef="#br0" timeOffset="25901">12851 4393 14819,'-13'-11'539,"1"1"181,3 5-360,3 0 899,-3-1-899,3 2 359,0 0-179,0 0 539,3 2-989,9-4 180,16 0-180,10 0 0,22-2-2456,1 2 2411,-22 2 0,2 0 0,7 0 0,2 0-1218,3 0 1,2-1 1217,5 0 0,2 1-45,-19 0 0,1 1 0,2 0 22,1 0 1,4-1-1,-1 1 1,-1 0-23,1 0 0,-1 0 0,5-1 0,-5 1 0,4 0 0,2 0 0,-2 0 0,-4 0 0,4 0 0,-5 0 0,5 0 0,5-1 0,6 1 0,-1-1 0,-6 1-320,-8 0 1,-5 0 0,3 0 289,15-1 0,4 0 0,-7-1 30,-10 1 0,-2 0 0,12-1 0,-5-1 0,-3-1-216,0-2 216,-25 3 1150,2-4-1150,-9 2 2372,4-5-2372,-11 5 1504,1-4-1684,-5 6 305,1-2-1115,-2 4-4752,0-1 5742,-3 0 0,-3 2 0,-3 0 0</inkml:trace>
  <inkml:trace contextRef="#ctx0" brushRef="#br0" timeOffset="26287">14716 3930 15718,'-9'-12'450,"0"1"-180,5 6 629,-2 0-449,1 0 359,-1 1-539,2 6 0,12 11-180,0 4 0,13 7-670,0-2 670,5 3-90,3-1 90,5 3 0,2-2-45,-9-8 0,1 0 45,14 9-751,-13-10 1,0-1 660,7 3 90,16 2-90,-17-6 65,18 5 25,-22-9-90,0 0 90,-14-4-90,-6-3 0,-25 3 0,-5 2 0,-22 9-102,8-2 1,-2 2 56,-4 3 0,-2 1 45,1 0 0,-1 1-270,-7 6 0,3 0 45,20-12 0,1 0-585,-13 9 1,2-1-900,1 3-719,-6 2-601,22-13 3029,1-3 0,1-2 0,0 0 0</inkml:trace>
  <inkml:trace contextRef="#ctx0" brushRef="#br0" timeOffset="27214">13333 3269 15448,'4'-11'540,"-1"1"-270,0 5 90,-2 0 269,1 0-359,-1-2 270,0 2-270,-1-4-91,-2 4 1,-2-1 0,0 1 0,-2 2-90,-1 0 90,-1 2-90,-1 0 90,-7 2-90,4 3 0,-12 8 0,10-1-90,-4 8 90,6-4-90,2 3 90,2 1-90,2 2 0,2 1 90,2 0-90,3 1 0,2-1 0,1-1 89,9 7-89,-2-9 0,15 8 0,-9-16-89,7 0 89,-7-7 0,0-4 0,0-1 0,7-9 0,-7 1 0,5-8 0,-11 2 0,1-12 0,-6-4 0,-2-3 0,-8-2 0,-3 8 0,-4-2 0,-2 1-409,-2 3 409,-3 4 0,-2 2 0,0 6-103,0 3 13,2 5-90,1 3-450,-9 7 270,7 1-719,-13 11-1080,11 3-269,2 1-1170,8 1 3598,8-8 0,5 6 0,1 2 0</inkml:trace>
  <inkml:trace contextRef="#ctx0" brushRef="#br0" timeOffset="27520">13716 3072 14998,'0'-15'180,"1"-4"90,0 5 0,0-3 0,0 7 180,0-3-270,0 4-1,0-2 1,0 4 450,0 1-450,-3 17 0,-8 19-90,-3 12 0,2-15 0,-1 1-2221,-10 23 2176,10-24 0,-1 0 0,-1 5 0,-1 0-1,1-2 1,0 0 0,-2 7 0,-1-1-45,4-4 0,-1-2 45,0 3 0,-1 0 0,-2 9 0,0-1-45,5-10 0,-1 0-45,-2 8 0,2-1-206,-3 7-198,3 7-271,5-12 90,2-3-2698,6-11-630,1-16 3958,2 0 0,1-7 0,0-2 0</inkml:trace>
  <inkml:trace contextRef="#ctx0" brushRef="#br0" timeOffset="27861">13826 3288 15718,'3'7'2249,"-2"-5"-2069,-2 20-90,-2-9 89,-1 12-89,1-5 90,-2 20-180,2-15 90,-1 9-90,2-11 90,0 0-90,-1-1 90,2-1-90,-1 6-180,1-1 0,-1 0-89,2-5-1,0-8-630,0 2 361,0-4-361,0 2-1529,1-6 2429,-1 0 0,0 0 0,-1 1 0</inkml:trace>
  <inkml:trace contextRef="#ctx0" brushRef="#br0" timeOffset="28231">13791 3375 14639,'-5'-13'0,"2"1"90,0 5 0,2 1 269,-1 1 1,1-1-90,0-1-180,2-2 0,2 3 0,1 0 0,2 1 0,1 1 0,2-1-90,1 2 90,1-1-90,1 2 90,2 0 0,2 0-90,8 2 89,3 2-89,-2 2 0,-3 2 90,-10 0-90,-3-1 0,-2 3 90,-1 0-90,-3-1 0,-3 3 0,-3-1 90,-8 6-90,-1-2 0,-13 8 0,6-10 0,-6 5-90,6-7 0,1-1-539,-5 2 179,6-2-1439,-7 3-2428,9-4 4317,2 1 0,3-2 0,6-2 0</inkml:trace>
  <inkml:trace contextRef="#ctx0" brushRef="#br0" timeOffset="29095">13219 4786 13919,'-2'-9'540,"0"0"-270,1 3 89,-1 1 361,0 0-270,0-3 179,0 2-89,0-1 449,0 2-899,-2 8 0,2 2 0,-1 10 0,1 0 0,1 4-90,-3 6 90,1 2 0,-3 5-90,3-3 90,-2-1-90,0 10 90,0-2-90,0-2-133,0-5 133,2-13 0,1-2 0,-2 3 90,3-6-90,-1 1 0,6-20 0,1-9 0,2-10 0,-1-7 0,0 4 0,4-24-1085,-2 12 1085,-4 14 0,1 0 0,0-9 0,2 1 0,-2 4-90,0 6 90,-1 4 0,-1 5 0,1-2 0,-2 8 0,2-2 0,-1 8 1308,3 8-1308,-2 0 0,3 6 0,-1 3 0,-2-3 0,5 8 0,-3-9 0,2 2-90,-2-6 90,1 0 0,4-3 0,3-3 0,1-3 0,5-7 0,-1-5-90,3-3 90,3-6 0,-10 9 0,1-1 0,-7 10 0,-1 1 0,-1 2 0,0 3 0,-2 3 0,1 3 0,-2 5 0,1 5-90,-2 5 180,-1 5-511,-1 9 421,-3 4 45,1-7 0,-1 2-45,0 1 0,0 1 0,0-1 0,0-1 0,0-1 0,1-3 0,-1 7 0,1 5 0,2-6-90,0-5 0,2-7-450,3-9 0,-1-5-1798,5-3-91,-3-6-1169,3-3 3681,-4-3 0,4-9 0,0-3 0</inkml:trace>
  <inkml:trace contextRef="#ctx0" brushRef="#br0" timeOffset="29369">13814 4735 15538,'4'-9'630,"0"1"-1,-2 4 271,1 1-1,0-1-629,1 9 0,0 1-90,0 9 0,-1 0 0,-1 6 0,0 2 90,-1 28-181,-1-10-44,0-10 0,-1 0 45,0 13-809,0-12 0,0 0 809,-2 16-90,2-17 0,-1-1-98,0 8-82,1-6 0,0-5-539,0 0 179,0-10 540,0-1 0,0-34 0,0-8 0</inkml:trace>
  <inkml:trace contextRef="#ctx0" brushRef="#br0" timeOffset="29680">13825 4697 15358,'-3'-13'-90,"1"1"90,0 2 180,1 4 180,1-2 360,0 3-271,5-1-89,3 3-270,4 3 90,3 1-90,0 0 0,2 1 0,3-1 0,2 2 0,5 0 90,20 5-1519,5 4 1339,-1 2 90,-8 1-479,-15 1 389,-10-2 0,-2 8 90,-14-8-90,-5 6 0,-9-3 180,-19 11-91,-2-6 1,-1-3 0,-2-2 373,-11 3-418,17-8 0,1-2 45,-7 2-90,8-2 0,6-2 415,5-2-595,5-1-2788,5-1 449,10-1-1438,3-2 3957,9-1 0,9-5 0,4-1 0</inkml:trace>
  <inkml:trace contextRef="#ctx0" brushRef="#br0" timeOffset="29875">14307 5063 22194,'9'-2'-3778,"-2"1"2159,-6 8-989,-4-3-2069,-5 5 4677,-2-2 0,-11 1 0,-3 0 0</inkml:trace>
  <inkml:trace contextRef="#ctx0" brushRef="#br0" timeOffset="38169">16433 3356 11580,'12'-10'630,"1"-2"-360,-3 2 270,5-5-271,-8 6 91,4-2 450,-2-1-450,-2 4-1,1-3 1,-3 4 90,-1 1-90,-1 1 629,0-1-539,1 0 90,-1 0-361,-10 8-89,-2 1 0,-13 10 90,-1 2-1133,-6 7 953,-2 5 90,-2 4 0,9-5 0,0 1-90,-10 16-729,13-14 0,1 0 729,-5 13 90,7-2-845,3-1 845,4-1-180,4 15 90,3-11-90,6-8 0,1-1-18,6 6 18,1-10 0,2-1 0,5 2 860,8 4-950,4-10 180,-5-10-90,6 1 90,-10-11-90,0-1 90,0-4 0,1-2 1439,7-5-1439,-9-2 0,8-12-89,-16 6 89,-2-15 0,-10 11 0,-16-20 0,-1 17 0,-3 3 0,-1 2 374,-8 1-374,-8-2 0,15 11 62,4 3-511,-1 4 89,6 1-180,-1 3-179,8 1-451,2 2-540,3 0-1528,4 2 3238,3 1 0,9 4 0,3 2 0</inkml:trace>
  <inkml:trace contextRef="#ctx0" brushRef="#br0" timeOffset="38807">17814 3521 14459,'11'-13'180,"-1"2"0,-2 0-1,-2 3 91,-1 0 0,-1 0 90,0 0-90,-2-1 0,-1 1-90,-2-1 89,0 0 91,-4-4 0,-4 1-270,-3 0 90,-4 3-90,1 5 90,-13 4-90,0 2-90,-9 4 90,4 4-1,2 3-89,2 2 90,-8 12 0,12-3-90,-3 8 90,15 1 0,6-7-783,6 11 693,9-7 0,6 5 0,7 1 45,-3-10 0,2 1-45,12 12-698,-11-14 0,0-1 698,10 7 0,-3-4-138,9 9 138,-10-9 0,6 5 588,-12-10-588,3 6 0,-9-9 0,2 5 0,-12-12 1489,-1-2-1489,-2 0 60,-4-1-60,-2 0 0,-2 0 0,-4-1 0,-2-1 0,-3-1 0,-4-1 0,-12-1 0,5-2 0,-20-2 0,20-2 0,-7-1 90,14-1-90,2 0 0,4 0 0,3-1 0,3-1-90,3 0 90,5-2 0,3-2 0,17-16 0,0 1 0,14-12 0,-3 4-459,-8 7 1,1 0 458,12-16-1166,-6 4 0,-1-1 1166,1-7 0,-11 15 0,-3 0-482,0-8 482,-5-14-90,-15 7 90,-6 0 0,-19 10 0,-1 17-90,-8 3-93,0 8-87,-3 4-269,0 5-91,1 4-539,-2 6 503,6 1-3201,0 6 3867,6-1 0,-1 7 0,1 1 0</inkml:trace>
  <inkml:trace contextRef="#ctx0" brushRef="#br0" timeOffset="39595">15756 5244 15088,'-8'-7'450,"1"-1"0,4 4-90,0-2-180,3 0-1,1-1 1,2 1 0,1 1 0,0-1-90,3 1 90,1-1-90,3 0 0,2 0 0,3 0 0,3 0 90,12-1-180,-5 3 90,7-1-90,-10 3 90,-1 1-90,-2 0 90,-1 1-90,-3 1 0,-1 0 89,1 2-89,-4 1 0,0 1 90,-7 3-90,-4-2 0,-2 3 0,-4-1 0,-2 0 0,-2 1 90,-2 1-90,-1 0 0,0 1 0,0 0 0,0 0 0,2 0 0,1 0 0,2 1 0,1 5 0,3-4 0,2 3 0,5-2-90,1-1 90,3 3-90,7 6 90,-3-4-89,6 4-1,-6-7-90,4 7 0,-4-5 90,0 4-90,-7-2 90,-3-5 0,-4 5 90,-5-5-180,-13 7 180,2-3 0,-10 2-90,5-5-141,1-4 141,0 0-90,2-2 1,0-1-181,4 0-180,-1-2-2518,0 1-180,6-2 3238,-1 1 0,8-4 0,0 1 0</inkml:trace>
  <inkml:trace contextRef="#ctx0" brushRef="#br0" timeOffset="40112">17221 5162 14549,'5'-12'90,"1"2"0,-2 4 179,1 1 1,1 0-90,1 0 90,1 0 0,0 0-90,3-1 90,1 0-90,3 2-91,0-1 91,4 1-90,1 1 180,13-1-180,-6 2 90,15 1-90,-17 2-90,4 0 90,-11 2-90,-1 0 90,-2 1-90,-1 1 90,2 5 0,-7 4 0,-5 9-90,-10 0 0,-9 4 0,-5-3 90,-16 11-1239,8-8 1149,-11 8 0,15-12-606,0 1 696,2-2-90,3 1-169,3-3 169,4-1 0,4-2 0,2-2 0,3 0 0,5 3 90,2-4 960,6 3-1050,2-6 0,4-1 0,6 0 670,2-1-670,19 0 0,-11-5 0,-3-3 0,0-1 204,6-3-249,-5-2 0,1 0-45,5-4-315,-7 0 0,-2 0-225,1-4-3057,10-11 179,-21 10 3508,1-5 0,-5 0 0,-2-1 0</inkml:trace>
  <inkml:trace contextRef="#ctx0" brushRef="#br0" timeOffset="40531">18205 5092 15628,'3'-11'720,"-1"1"-361,1 2 1,-1 1 90,0 1-90,0-1 269,0 2-89,1-1 270,-1 2-630,-8 14-90,0-1-1,-11 15 1,1-6 0,-4 3 0,0 0 0,-1 1-90,1 1 90,1 0-90,1 2 0,3-2-208,2-1 118,3-1 0,3-3 0,3-1 0,2-1-90,4 0-90,7 7 90,1-6 0,6 5 0,-2-9 1,2 0-1,0-1 90,1-1-180,7 4 180,-5-4-90,8 7 90,-14-10 209,1 3-119,-8-5-90,-2 0 0,-3-1 0,-5 1 90,-2-1-90,-12 2 90,3-2-90,-5 0 90,3-1-90,1-1-180,-2-1-180,2 0-179,-1 0-2879,-4 0 270,6-2 3238,-3-1 0,2-3 0,-1 0 0</inkml:trace>
  <inkml:trace contextRef="#ctx0" brushRef="#br0" timeOffset="40742">18152 5083 14729,'6'-16'449,"-2"2"-269,0 3 90,0 1 90,-1 1-90,1 1 90,1 0-1,1 1-89,2 0 180,10-2-90,10 0-90,23-1-181,-5 3-772,11-1 233,-17 2-720,-12 0 1,0 0-1259,13-6-1170,11-7 3598,-22 2 0,2-9 0,-1-2 0</inkml:trace>
  <inkml:trace contextRef="#ctx0" brushRef="#br0" timeOffset="41370">17406 3378 14459,'-3'-16'-450,"0"1"360,-1 2 90,0 1 0,-1 0 90,0 2 90,0-2-90,-1 2 90,1 1-90,-1-1 0,1 3 179,0-1-179,0 4 0,-2 7 0,-2 21 0,2 2 0,1 4-782,-4 14 0,-1 5 752,1-4 0,-1 4 0,0-2 0,1-6 0,0-1 0,-1 2-579,-1 2 0,-1 4 0,-1 0 0,0-1 586,1-5 1,0-1-1,0 1 1,-1 2-14,0 0 0,-1 2 0,0 1 0,-1 0 0,2-2-10,-2 3 1,1-1 0,0-1 0,0 0-23,0-1 1,0 1 0,0-1-1,1-1 45,-1 1 1,1 0 0,0-1-1,1-2-736,0 3 0,0-3 0,0 2 691,2-3 1,-2 1 0,2 1-1,0-4-73,-2 13 1,2 1 110,1-1 0,1 4 0,2-3-30,2-10 0,1-2 0,-1 0 26,1 6 0,-1 0 0,2-4-56,2-1 0,1-5-90,4 17 577,1-11-756,0-4 2234,1-17-2595,-3-15-2250,1-4-268,0-7 3484,0-3 1,-1-17-1,-2-2 1</inkml:trace>
  <inkml:trace contextRef="#ctx0" brushRef="#br0" timeOffset="41793">15626 4554 14549,'-5'-10'90,"1"1"0,2 0 179,0 2 181,2 0-90,0-1-90,2 1 0,2-1 89,0 3-89,3-2 0,2 2 180,16-1-180,2 2-90,21 0 0,4 4-1316,-19 1 0,1 0 1226,6 2 0,5 0 0,3 1 0,4 0 0,0 0-920,-8 0 0,-2 0 0,3 1 852,-1-1 1,3 1-1,0-1 1,-3 1 7,2 0 0,-1 0 0,2 0-417,4 0 1,3 0 0,2 0-1,-2-1 409,-7 0 1,-2 0-1,1-1 1,4 1-8,-4-1 0,4 0 0,2 1 0,0-1 0,-1-1 0,-5 1-281,5-1 0,-3-1 0,-2 1 0,2-1 266,8 1 0,1 0 0,-1-1 0,-3 0-64,0-1 0,-3-1 1,-1 0 63,0 0 0,0 0 0,-1 0 0,-1-1 0,-1 0 0,0 0 0,-3-1 0,-1 0 0,0 0 43,15-1 1,-2-1-89,-9 0 0,-3 0 517,-5 0 0,-2 0-562,15-6-180,-5-6 1516,-23 4-1516,-5-4 2187,-21 5-2817,-26-8 181,2 5-271,-19-4 1294,9 8-304,-17 0 0,7 3 0,17 3 0,-1 1 0</inkml:trace>
  <inkml:trace contextRef="#ctx0" brushRef="#br0" timeOffset="43236">15882 3165 14369,'9'-8'-630,"0"1"540,-4 5 90,0 0 90,2 2 0,-1 1 90,0 1-90,0 2 90,-1 1-90,0 3 90,-1 2 0,0 4 179,-1 23-179,-4-2-135,-1-6 0,0 2-896,-3-4 1,0 2 895,-3 7 0,0 1 0,-2 3 0,-1 3-908,-3 2 0,-1 4 0,0-1 893,2-10 0,1-1 0,-1 2 30,-4 13 0,-2 2 0,1-3-618,3-10 1,1-2 0,-1 1 617,-1 5 0,0 0 0,-2 4-292,2-4 1,0 3 0,-1 1 0,2-2 291,-3 4 0,0-1 0,0 4-24,4-10 0,-2 3 0,1 1 0,0-1 0,0-1 9,1 0 0,0-1 0,1-1 0,0 0-142,-1 0 1,1 0-1,0 0 1,0-2 126,-2 11 0,0-1 0,2-4-30,-2 1 0,2-4 224,2-3 1,0-2-180,1-1 0,0-2 268,2-5 1,0 0-269,1-3 0,0 1 0,-2 6 0,0 0-45,-2 12 696,4-15 1,0-4-697,1-2 2203,0 0-2113,2-10 0,1-5 1785,0 2-1875,2-7 1678,-1 0-1588,1-1-53,0 2 53,0-3-90,0 2 90,9-5-90,2-1 0,7-2 0,3-2 0,0 2-90,9-1 90,1 1 0,3-1-503,-5 1 1,3 0 502,6 0 0,6-1 0,-3 1-1407,6 0 1,1-1 1406,-6 1 0,3 0 0,-1 0 0,12 0 0,3-1-532,-14 2 0,4 0 0,1-1 0,-3 1 532,5-1 0,-3 1 0,6-1-15,-11 0 0,4 1 0,3-1 0,1 1 0,-2-1 0,-3 0-325,6 0 0,-4 1 0,1-1 0,1 0 304,-2 0 0,1 0 0,1 0 0,-1 0 0,-2 0-178,1 0 0,-3 0 1,1 0-1,1 1 160,-2-1 0,0 1 0,2 0 0,0-1 0,0 1-19,0 0 1,0 0-1,0 0 1,0 0-1,0 0 37,-1 0 0,1 1 0,-1-1 0,0 0 0,-1 1 13,7-1 1,-1 0 0,-2 1-1,-3-1-7,-2 1 0,-4 0 1,1-1 29,-2 1 0,1 0 0,-2-1-11,13 1 0,-2-1 11,-3 0 0,-1 1 90,7-2 0,-3 0 45,-15 1 0,-1-1 439,8 0 1,-2-1 55,13-3-271,-17 1 181,10-4-270,-26 4 1631,2-2-1631,-9 2 2350,-1 1-2441,-2 0 2595,2 0-2595,-4 1 283,3-1-372,-5 2 0,0-1 90,1 1-90,-1-1 0,1 1 0,1-1-90,-2 1 90,1 1 0,0 0-90,-1-2 0,-2-6 90,-3-8-90,-4-13 0,-2-2 0,-9-23-848,5 9 848,3 15 0,-1-2 0,2-6 0,0-2 0,2-5 0,0-1 0,1-1 0,1 0 0,1-2 0,2 2-1556,1 8 1,2 2 1555,0-6 0,0-1-45,1-2 0,1-3-649,0 0 1,0-4-1,1 2 664,-1 11 0,0 2 0,0-2-182,1-12 1,1-2 0,0 3 211,1-3 0,2 0-30,-2 3 0,1-4 0,-1 3-322,0 11 0,-1 2 0,0-1 352,2-12 0,0-2 0,0 3-15,2-3 1,0 3 14,0-1 0,-1 0 308,1 3 1,2-2-309,-3 7 0,2-1 0,0 2-229,0-1 0,1 0 229,4-10 0,-1 2-45,-7 25 0,0 1 1531,9-21-1486,-2 8-90,-1-1 1908,-5 17-1818,-1-3 1144,-5 14-1234,1-2 2494,-1 1-2494,-1 1 90,-1 4 0,-3 1 298,-2 4-298,-5-2 0,0 4 0,-5-1 0,0 2 0,1 0 0,-2 0 0,3 1 0,-2-1 0,-2 1 0,-2 0 0,-19 1 0,4-1 0,-2 0 0,-2 0-392,-18 0 392,16 0 0,0-1-906,5 0 0,-2 0 906,-4 0 0,-3-1 0,1 1-1175,-10-1 0,-2 0 1175,5-1 0,-4 1 0,2 0 0,9-1 0,0 1 0,0 0 0,-3-1 0,-1 1 0,0-1-638,-3 1 0,0-1 1,-2 1 637,7-1 0,-2 1 0,0-1 0,0 1-393,-11-1 1,0 2 0,-2-1 392,6 0 0,-1 0 0,-1 0 0,1 0-128,2 0 1,2 1 0,-1-1 0,-1 1 127,-3 0 0,-2 0 0,0 0 0,2 0 38,3 0 1,2 0 0,-1 1-1,1-1-38,2 1 0,0 0 0,0 0 0,-2 0 22,-7 1 1,-2 1 0,0-1-1,3 1-22,-3 0 0,3 1 0,-1-1 0,4 1 0,-2-1 0,1 1 0,4 0 0,3 0 0,4 0 0,1 0-30,1 0 0,1 0 0,1 1 130,-16 2 1,2-1-236,8 1 1,1-1 34,4 1 1,2 0-216,5 0 0,2 0-944,-25 6-450,9 1-719,5-1-1530,9-5 4224,5-2 0,-1-8 1,1-4-1</inkml:trace>
  <inkml:trace contextRef="#ctx0" brushRef="#br0" timeOffset="52741">15062 6421 29637,'-4'-13'-7609,"-2"-1"5221,3 5 1356,-3-4 502,4 7 439,0-1 326,0 0-181,1 3-2071,2-2 2120,3 4 1532,8 2 607,2 2-470,5 1 90,-1 1-80,6 0 130,4 1-19,5 2-100,14 3-3311,-11-1 1092,9 4 277,-18-3-308,-5 0 119,-3 2-297,-5 1-268,-2 0-223,-4 2-312,-3-1-356,-9 12 243,-3-4 484,-10 10 456,-1-6 1253,-7 2-411,-4 0-362,-4 1 1274,-2-2 430,-1-1-144,2-3-839,-9 9 244,14-10-341,-6 7-202,17-11-309,4-1-284,6-2 364,4-1-1195,4 1-611,9 5 231,4-2 264,23 12 312,-7-12 752,-2-4 0,1-2 263,5 1 58,-5-4 0,-1 0 1537,1-1-164,7 1-259,-15-6 480,-2 0-2104,6-1 614,-6-2 0,10-1 1,-7-2-1</inkml:trace>
  <inkml:trace contextRef="#ctx0" brushRef="#br0" timeOffset="53027">15578 6655 31219,'3'-11'-9831,"0"1"6588,0 2 2039,0 1 721,0 1 581,5-1 516,-1 2 290,5 0-1460,-1 3-1012,12 3 4231,-3 3 148,12 4-235,-6 2-334,3 2-817,0 2-309,-3 3-421,8 8-793,-12-5-603,4 6-420,-14-9-196,-1-1 63,-2 1-276,1 6-839,-3-1-484,-2-1 1443,-3-6 970,-2-6 1,-2 2 0,-1 1 0</inkml:trace>
  <inkml:trace contextRef="#ctx0" brushRef="#br0" timeOffset="53241">15966 6707 27681,'5'-14'-9555,"-1"4"6434,-4 3 1258,-7 7 5024,0 1-1558,-10 7-1099,0 5-423,-4 1-1269,-4 6 2329,-16 12 3867,9-4-4375,10-10 0,0 1-2097,-10 9 922,9-7 0,0-1 108,-10 8 251,6-5 0,0 1-4789,-12 10 3900,1-3 201,7-4 794,14-12 0,0 2 0,1-1 1</inkml:trace>
  <inkml:trace contextRef="#ctx0" brushRef="#br0" timeOffset="53699">16500 6699 23347,'11'-23'-4813,"-2"5"3314,0-2 789,-1 7 569,0-1 321,8-5 116,-1 5 63,9-5-1007,-5 8 1233,6-1 486,1 4 103,2 2 12,0 2 203,-2 3-220,4 2 11,15 5-17,-8 0-89,10 4-113,-19-2-214,7 8-697,-15-5 65,6 8-220,-16-7-267,-2 1-354,-5 1-479,-11 15-831,-3-3-282,-13 15 1030,-4-8 372,-6 3 366,-5-1 358,7-11 0,-1 0 211,9-6 1,-1 1 288,-16 9 0,-1 0 101,14-7 1,1-2-1032,1 0 0,1 0 1479,-15 18-482,26-18-378,4 8-819,11-13 217,6 5 479,5-7 898,19 9 172,-5-7 268,16 5 282,-10-10 638,2 0 602,3-1-307,1-1-563,1-1-1068,2-1-669,-1-3-588,0 1-1482,-1-4-140,0-1 1905,-1-3 1,6-4-1,1-2 1</inkml:trace>
  <inkml:trace contextRef="#ctx0" brushRef="#br0" timeOffset="53866">17595 7091 32628,'8'5'-339,"0"1"-211,-5-3-72,0 3-4976,-1-1 3740,-4 5-1750,-2-3 3548,-11 5 0,-6-4 0,-8 2 0</inkml:trace>
  <inkml:trace contextRef="#ctx0" brushRef="#br0" timeOffset="60477">11214 11218 17461,'-2'-10'-4016,"0"0"2815,0 4 880,1-1 452,0 1 111,0 0-271,-1-1 78,0 2-546,-1-1 759,1 1 243,1 0-190,-3 0 57,2 0-154,-1 0 146,5 1 355,1 1 222,6 0 543,1 2-293,3 0 149,2 1-339,9 0-8,27 2-115,3-1-2140,1 1 1,2-1 1342,-17-1 1,2 1-202,-3 0 1,4-1 0,-2 1 42,8 0 1,2 1 26,-11 0 1,4 0 0,2 0 0,-4-1 35,5 1 1,-2 0-1,4 0 9,-3 0 1,6 1-1,2-1 1,-2 1 0,-5-1-792,8 0 0,-6 0 1,4 0 790,-3 1 1,3-1-1,0 1 1,-4-1-504,2 0 1,-4-1 0,1 1 637,0 0 0,1-1 0,2 1-50,0-1 0,3 1 0,1-1 0,0 0 5,2 0 1,-1 0 0,1 0-1,0 0-248,-1 0 0,0-1 0,0 1 1,2-1 218,-7 0 0,2 0 1,1 0-1,-3-1 1,-5 1 99,4-1 1,-6 0 0,4 0-57,6-1 1,4 0 0,-1 0-1,-6 0 102,4 0 0,-4 0-201,-7 0 0,1-1 1,-5 1 678,-7 0 1,-3-1-396,3 1 1,-1-1 281,10-1 11,-1 0-10,-23 1 1511,-4 0-1565,-2 1 1954,-5-1-2833,-12 2 2325,-3 2-3030,-11 1-887,-13 7 1958,4-2 1,-20 6 0,7 0 0</inkml:trace>
  <inkml:trace contextRef="#ctx0" brushRef="#br0" timeOffset="61155">11227 12552 11221,'-15'-5'359,"1"1"-179,2-1 90,1 1 270,-2 0-270,5 1 0,-2 0 179,4 2 91,0-1 90,2 0-451,9-3-89,5 0 180,35-4-90,-2 2-1170,-9 2 1,2 1 1079,-2 0 0,0 0-1093,7 0 1,2 0 1092,4 1 0,1-1 0,6 1 0,4-1-526,-15 2 0,4 1 1,1 0-1,-3 0 466,6 0 0,-2 0 0,2 0-344,-1 0 0,4 0 0,-1 1 0,-3 0 344,4 0 0,-3 0 0,0 1-177,2 0 1,0 0-1,0 1 177,1-1 0,-1 0 0,0 1-77,1 0 1,-1 1 0,0 0 46,-1-1 0,0 1 0,3-1 22,-3 1 1,3 0-1,1 1 1,-4-1 7,2 0 0,-3 1 0,2-1-30,-5 0 0,2 0 0,0 0 0,-5 1 0,-4-1 0,-3 0 0,-1 1 432,12-1 0,-1 1-432,-5-1 0,-1 0 45,1 0 0,-2 0-45,13-1 0,2 0 90,-34-2 1308,-2-4-1398,-8-1 2090,-4-4-2090,-9 0 3037,-3 2-3577,-1 2-7,-1 3-1791,0 3 2338,-3 3 0,0 2 0,-1 2 0</inkml:trace>
  <inkml:trace contextRef="#ctx0" brushRef="#br0" timeOffset="63799">9522 6709 14189,'-8'-5'1259,"2"8"-1169,2 2-90,1 9 0,-4 1 90,-4 6-925,-3 4 925,-6 8-90,-2 3 0,-3 3 45,7-11 0,0 0-45,-12 15 45,7-9 0,0 0-45,-3 3 0,-4 6 0,11-15 90,2-2-90,3-4 202,2-2-202,0 0 90,5-7-90,0 3 0,4-8 0,2-1 0,4 1 633,6-4-633,3 0 0,3-4 0,-1-3 0,11-4 0,-5 0 0,7-2 0,-7 1 0,9-2 0,-9 3 0,6-3 0,-9 6 0,-2-1 0,0 1 0,-1 1-90,1 0 90,-2 2 0,0-1 0,-1 1 0,6-1-90,0 0 90,5-1 0,-6-1 0,6-3 0,-10 1 0,6-4 0,-5 2 0,7-9 0,-2 1 0,6-6 0,-7 5 0,2-3 0,-6 6 0,1-2 0,-7 8-90,2-2 90,-4 4 0,2 1-90,-2 6 90,-3 3 0,0 13 0,-4 0 0,-2 9 0,-3 2-90,-6 20 90,5-21 0,-1 2-1696,-2 9 0,0-1 1741,2-8 0,1 0-45,-5 23-505,6-19 505,2-4-163,1-2 163,2-4 0,-1-1-180,3-3-179,0-1 2880,2-2-3960,1-1-1513,6 1 2952,-1-6 0,9 1 0,-1-7 0</inkml:trace>
  <inkml:trace contextRef="#ctx0" brushRef="#br0" timeOffset="64058">10119 7207 13919,'-2'-10'1439,"8"9"-1349,-1 3 0,8 10 90,-1-1-90,6 4 0,1 1-694,5 3 694,-1 1 90,12 11-180,-7-7-540,6 7 540,-10-9 90,-4-4-180,0 2-90,-3-5-180,-1 0-1439,-1-1-2188,-3-4 3987,-3-4 0,-4-3 0,-3-3 0</inkml:trace>
  <inkml:trace contextRef="#ctx0" brushRef="#br0" timeOffset="64261">10488 7234 13379,'1'-13'450,"0"1"-270,-1 3 180,0 2 90,0-1-181,-3 5-89,-6 5-90,-2 5 0,-9 10 90,-12 16-90,2-4-45,10-8 0,0 1-1220,-10 11 1175,-2 3 90,1 0-45,9-9 0,0 0-225,-10 14 45,12-15 0,0 1-2653,-10 16 719,10-13 1926,-5 10 0,13-19 0,-1 4 0</inkml:trace>
  <inkml:trace contextRef="#ctx0" brushRef="#br0" timeOffset="64888">11069 7052 14369,'1'-10'899,"0"1"-269,0 2-180,-1-1-91,0 1-89,-2 2-180,-4 5 0,-3 4 0,-8 9 0,-1 3 90,-23 20-1738,9-6 1603,8-9 0,0 1-424,0 2 1,0-1 422,0 3 1,-1-1-45,2-1 0,0 0 45,-2 3 0,3 0 45,0-1-90,-3 8 0,10-10 90,6-6-90,1 1 1406,6-9-1316,2 4 910,7-3-1000,1-2 90,12-4-90,-4-6 0,8-4 0,-1-1 0,2-3 0,5-2 0,13-6 0,-1 0 0,-1 0 0,-8 5 0,-14 5-90,7 0 90,-7 2 0,3 0 0,-9 2 0,4 0 0,-1 1 0,1-1 0,0 0 0,-3-3-90,-1 1 90,0-2 0,0-2 0,-2 2 0,9-8 0,-8 5 0,4-4 0,-4 5 0,-1-1 0,-1 3-90,0 0 90,-2 3 0,0 3-90,-4 5 90,-5 14 0,-5 2 0,-5 13 0,-10 13 0,11-20 0,0 2-235,-3 6 0,1 1 235,3 0 0,2-2-776,-1 15 776,6-7 0,5-17-449,13 11-91,0-12-1075,11 9-814,-1-17-1439,2-4 3868,5-4 0,7-5 0,4-2 0</inkml:trace>
  <inkml:trace contextRef="#ctx0" brushRef="#br0" timeOffset="194314">10126 4518 7892,'0'0'0</inkml:trace>
  <inkml:trace contextRef="#ctx0" brushRef="#br0" timeOffset="196022">19777 4184 10771,'-4'9'4227,"5"0"-4047,2-6 0,7 0 0,2-2 0,3-1 0,6 1 0,8-1-90,7-1-1892,11-1 1982,6-2-135,-22 1 0,1 0 45,6 0 0,2 0-1170,2-1 0,3 0 1125,5-1 0,1 0 0,3 0 0,0-1 0,2 1 0,1 0-709,-18 1 1,0 1 0,1 0 693,0 0 0,0 1 0,2-1-8,1 1 1,3-1-1,1 1 1,-3 0-169,1 0 1,-1-1 0,3 1 167,6 0 1,6 1 0,-1-1-1,-6 1 7,-12 0 1,-4 0-1,2 0-7,5 1 1,4 0 0,-1-1-1,-6 1-22,4 0 0,-2-1 0,1 1 0,1-1 0,-4 1 568,-8-1 0,-2 0-523,10 0 0,-4 1-45,-4-2 0,5-2 0,-22 1 2336,1-2-2336,-8 2 791,1-3-1151,-3 3 531,1-3-171,-3 2 0,-2 1 0,0 1 0</inkml:trace>
  <inkml:trace contextRef="#ctx0" brushRef="#br0" timeOffset="196409">21939 4001 13829,'-2'-10'360,"0"2"-90,1-1-90,2 1 89,0-1-89,0 2 0,2 1 0,0 1-90,0-1 90,1 2-90,1 0 90,0 2-90,3 1 0,-1 3 0,3 1 0,-1 1-90,1 3 90,3 5 0,-2-1-90,3 4 90,-3-3-1,4 7-89,-4-5 90,7 9-90,-8-10 0,1 2 0,-4-5 90,1 1-90,-2 1 90,-1 1-90,-5-3 0,-5 0 0,-4 0 90,-16 8 0,-12 5-90,-5 3-1332,-6 2 1422,10-7-90,-1 1 0,2 0 90,3-2-90,3-1 0,4-1-539,2-2 89,4 0-1349,-3 1-449,10-5-900,-2 1 3148,8-6 0,-3 0 0,0-1 0</inkml:trace>
  <inkml:trace contextRef="#ctx0" brushRef="#br0" timeOffset="196996">20633 3439 14998,'-8'1'1170,"3"0"-990,4 10 0,0 0-90,-1 2 89,-1 2-89,0 2 0,-1 1 90,-3 12-90,2 3 0,-1 0 0,3 6-90,3-17 90,1 5-90,2-8 90,5 6-90,-1-8 90,10 10-90,-5-17 90,5 3-90,-4-9 0,1-1 0,1-4 90,2-2-90,3-5 0,2-4 0,2-4 90,5-13-90,-4-10-1037,-2-2 1037,-10 0 0,-6 5 0,-5 10 89,-1-4-89,-3 11 0,0 1 0,0-3 0,0 7-89,-1-2-1,2 7-3059,0 3-1030,3 1 4179,3 6 0,5 2 0,1 5 0</inkml:trace>
  <inkml:trace contextRef="#ctx0" brushRef="#br0" timeOffset="197321">21159 3430 14459,'1'-12'449,"0"0"-269,-1 2 90,1 2 0,-1 1 0,1 1 90,-1 0 179,1 0-449,2 13 90,0 8 0,-1 20-180,-1 4 90,-1 4-689,-2-5 689,0 1-90,-3-2 90,0 15-90,0-14 90,-1 8-90,4-20-90,-2 3-180,2-1 90,0-5-179,1-4-1,0-9 360,1-2 0,2-17 0,2-5 0</inkml:trace>
  <inkml:trace contextRef="#ctx0" brushRef="#br0" timeOffset="197641">21149 3416 14279,'4'-9'629,"1"1"-359,-2 5-90,2-1 0,2 0 0,2-2 0,3 2-90,2-2 90,3 1-90,2 0 90,15 0-90,3 2 0,0 0-1,-5 3 1,-6 3-90,-7 2 90,2 1-90,-9 1 90,-2 5-90,-7 3 90,-10 7-90,-17 7 0,-3-7 90,-8 2-90,8-10 0,-12 2 0,12-5-360,-12 4-89,21-8-1,-2 1-270,9-4 720,4 0 0,2-2 0,2 0 0</inkml:trace>
  <inkml:trace contextRef="#ctx0" brushRef="#br0" timeOffset="200325">22257 2745 14099,'-1'-11'1349,"2"2"-809,0 2 449,2 2-539,-3 13-360,-5 15 90,0 10 0,-6 16 0,0-4-1835,-1 7 1835,0 2-90,6-25 0,0 1-45,1 0 0,0 2 44,0 0 1,1 2-45,0 0 0,0 1 45,0-1 0,1 3 0,0 17 0,0 2 0,1-10 0,-1 4-23,2-10 1,-1 5-1,0 1 1,0-4-8,0-3 0,-1-2 0,1 2-30,-2 10 0,0 2 0,0 0 60,-3 1 0,0 1 0,-1-3-671,2-10 1,0-2-1,0 4 648,-2 6 1,-1 6 0,0-1-1,1-5-773,1-7 0,0-4 1,1 2 735,-3 11 0,0 1 0,1-3 15,0 3 0,0-4-575,0-3 0,1 0 620,1-2 0,0-1-190,1-3 0,0-1 145,1 0 0,1 0 0,-1-2 0,1 1-45,0-2 0,0 1 45,1-4 0,0 2 92,-2 8 0,2-1-137,0-12 0,1 1 807,-1 11 1,0 0-718,1 6-90,0 5 90,1-22 1441,0-3-1441,0-11 1717,0-1-1717,-1-3 1694,1-5-1784,-1 0 391,-1-1-391,0 0 0,0-1 90,-2-1-90,10-4 0,-3 1 0,16-6 0,-8 5 0,8-1 0,-4 0 0,15 0 0,0 0-1187,11-1 1187,-3 1-45,-6 0 0,1 0 45,23-1 0,-2 1 0,2 0 0,-19 1 0,-1 0-1060,14 0 1,0 1 1059,-11 0 0,-2 0 0,2 0 0,2 0 0,5 1 0,1 0 0,1-1 0,0 1 0,4 0 0,3 1 0,-4-1 0,2 1 0,-2 0-766,-10-1 1,-3 0-1,2 0 766,11 1 0,1 0 0,-2 0-105,2 1 1,-1-1 134,-10 0 0,2 0 0,1-1-30,-1 1 0,1 0 0,-1 0-43,-2 0 1,-2-1-1,2 0 43,5 1 0,0-2 0,-4 1 0,-5 0 0,-3-1 0,9 0 0,-2 0 0,6 1 0,1-2 1315,-16 2-1315,8-2 2781,-22 1-2781,8 0 396,-12 0-396,6 2 1448,-2 0-1448,-2 1 0,-1 0 0,-4-2 0,4 3 0,-4-1 0,5 2 0,-2-2 0,-2 0 0,1 0 0,1 1 0,-5-3 0,4 2 0,-4-2 0,3 0 0,-3 0 0,3 0 0,-4-1 0,-1 0 0,-1 0 0,0 0 0,1 0 0,-2 0 90,3 0-90,-3 0-90,2-1 90,-2-1 0,0 0 0,-1 0 0,3 1 0,-2 1 0,3 0 0,1 2 0,2 0 0,1 0 0,-1 0 0,-2-1 0,7 1 0,-2 0 0,4 0 0,3 1 0,1-1 0,0 0 0,-3 0 0,-6 0 0,-2-1 0,0 0 0,-1 0 0,2 0 0,-2 0 0,0 0 0,0-1 0,-5 1 0,3 0 0,-2-1 0,0 1 0,0-1 0,-1 0 0,1 1 0,-1 0 0,0-2 0,-2-2 0,-1-3 0,-1-1 0,-1 2 0,1-4 0,-1 3 0,0-5 0,0 2 0,0-1 0,0-6 0,0 3 0,-1-5 0,-1 1 0,2-1 0,-1-3 0,-1-20 0,-1 5-1203,1 2 0,0-2 1203,-1-11 0,1 16 0,1-1-1136,-1-19 1136,2-4 0,0 11 0,1-2 0,0 12 0,0-1-768,1-13 1,0 1 722,0 14 0,1 0 90,-1-1 0,1 0-515,0 0-1,0 0 426,1 0 1,-1 0 44,1 1 0,-1-1-266,2-14 0,0 1 266,-1 11 0,0-1 0,1-10 0,-1 0-330,-1 15 0,0 1 330,1-1 0,-1 1-201,1 0 0,-1 0 201,0 0 0,0 0 0,1 2 0,-1-2-47,1-12 0,0-1 47,-1 11 0,0 0 477,1-9 1,0-1-478,-1 1 0,0 1 0,-1 10 0,0-1-45,1-19 0,-1 2 45,-1 19 0,-1 1 0,1-6 0,0 0 0,-2-18 0,1 3 800,-1-2-800,0 4 0,1 2 1363,0 1-1363,0-1 1513,1 3-1558,0 14 0,1-2 45,0 2 0,1-1-80,0 0 1,0 2 79,4-20 0,-1 20 1114,1-1-1114,2-4 0,-2 5 881,2-2-881,-3 12 0,-1 1 2,2-4-2,-2 6 1000,1-4-1000,-3 7 0,1 1 0,-2-1 0,1 2 0,0-4 237,-1 3-327,2-3 90,-2 5 0,1 0 0,-2 2-90,1 1 90,-6 7 0,2-1 0,-6 6 0,3-4 0,-1 2 0,-2-1 0,-6 4 0,0-1 0,-7 3 0,-10 1 0,4-1 0,-28 6 0,19-7 0,-15 2 0,13-4 0,-3-1-477,-1 0 477,7-2 0,-5-1-1617,-3 0 0,-2-1 1617,-2 1 0,0-1 0,1 0 0,1 0-875,-6-2 0,2 1 875,11 0 0,-1 0-30,-5-1 0,-5 0 1,3 0 29,4 1 0,0 0 0,6 0 0,-2-1 0,-1 1-528,-4 0 0,0 0 0,1 0 528,-10 0 0,0 1 0,8-1 0,-1 0 0,2 1-357,-9-1 0,2 0 357,7 1 0,1-1 0,-3 0 0,-1 0 383,5 0 1,0 1-414,3-1 0,-3 0 0,3 0 30,-6 1 0,-1 0 0,-2-1 0,-4 1 0,4-1 0,6 1 0,2 0 0,-11 0 0,-1 0 0,7 0 0,3 0 0,11 0 0,0 0 0,-16 0 0,2 0 0,-2 0 0,17 0 0,0 0 0,-4 0 918,-6 1-918,13-1 1986,-4-1-1986,13 0 0,-1 0 2157,2 0-2157,-1 0 0,0 0 1184,-9-1-1184,6 0 0,-7 0 0,9 0 0,-9-1 0,6 0 0,-5-1 0,8 1 617,0 0-617,1-1 129,0 1-129,-8-2 0,8 1 0,-11-2 0,10 2 0,0-1 0,5 2 0,5 1 0,-1-1 0,2 0-180,-3 0-6207,3 0 4049,18 2-720,-5 0 3058,16 1 0,1-2 0,1-1 0</inkml:trace>
  <inkml:trace contextRef="#ctx0" brushRef="#br0" timeOffset="201300">22964 2802 13829,'6'-8'810,"1"2"-630,0 7-91,-3 0 91,2 5 90,-4 6 0,-1 13-180,-1 8 90,0 9-90,-3 6-1814,0 7 1814,1-24 0,-1 2-45,0 1 0,0 3 45,-1 4 0,-1 5 0,0-3-1426,0 9 1,-1 1 1365,0-4 0,0 3 0,0-2-508,0 5 1,-1 1 567,0-5 0,-1 4 0,0 0-45,2-11 0,0 0 0,0 1 0,-1 1 8,1-2 1,-1 2 0,0 1 0,0-1 0,1-1-288,-1 0 0,1 0 1,0-2-1,-1 3 279,0 7 0,0 2 0,0-1 0,1-5-198,0-7 0,1-4 0,1 1 183,-1 10 0,-1 0 0,2-3 15,-1 0 0,0-2 361,1 0 0,1 0-361,-1-4 0,1 0 0,-1 1 0,0 1 0,-1 8 0,1 0-45,1-14 0,-1-1 45,0 8 0,0-2-45,0 7 504,1-6-504,1-7 1397,0-4-1397,1 2 90,0-12 0,0 9-90,1-17 2551,0 2-2461,0-8 1330,1-1-1510,2-11 869,0 2-1049,1-9-539,-1-2-810,-1-3-900,2-1 2519,1-8 0,1 1 0,1-9 0</inkml:trace>
  <inkml:trace contextRef="#ctx0" brushRef="#br0" timeOffset="202109">23599 2959 14639,'8'7'719,"-1"0"-89,-2 6-270,0 6-180,1 5-1,-2 3 1,-1 1 180,1 24-180,-2-5-569,-1-13 0,0 3 613,-2 9 1,0 0-875,-1-7 0,1 1 739,-2 11 1,-1 7 0,-1-5-45,1-2 0,-1-1-877,-1-2 1,0 2 0,0-3 876,-1 4 0,0-2 0,-1 0 0,-1 3-561,2-4 0,-2 5 0,1-3 546,2-11 0,0-2 0,-1 2-245,-1 12 0,0 3 0,0-4 215,0 5 0,0-3 45,1 0 0,0 1-15,1-5 0,0 3 0,0-3-224,0 3 1,1-1 193,0-6 0,0 1 0,0-3 45,1-1 0,0-3-45,0 1 0,0 0 45,0-1 0,0 0 171,0-1 0,1 0-216,-1-1 0,1-1 369,0-1 1,0 0-370,1-2 0,0 0 399,0-2 0,0 0-399,-2 23 0,1-4 0,-1-6 1827,2-4-1827,-1 8 1493,2-15-1403,-1 12 1413,2-18-1503,0 4 0,0-10 1358,0-6-1358,1-5-7,-2-2-83,2-1-180,-1 1-270,0-1-2788,2-1 899,4-7-1348,-2-1 3777,4-9 0,-2-7 0,0-2 0</inkml:trace>
  <inkml:trace contextRef="#ctx0" brushRef="#br0" timeOffset="202875">24152 3006 14279,'5'-10'809,"0"1"-629,1 11-90,-1 0 90,1 4 0,-1 1 0,0 3-90,1 2 270,5 16-270,-2-1 90,1 15-91,-4-5 46,-2-5 0,-2 3-1391,-1 9 0,-1 1 1346,1 2 0,-1 0 0,-2 5 0,-1 0 0,0-8 0,0 0-45,-1 2 0,-1 2 44,0 2 1,0 2 0,0-3 0,-1 2 0,0-2-60,2-10 0,0-3 0,-1 4 15,-1 7 0,0 4 0,-1 1 0,1-5-849,1-7 1,0-3 0,0 2 833,-1 11 0,-1 2 0,1-2-752,-1 3 1,1-2 766,1 1 0,-1-1-597,2-4 0,-1-1 597,1-1 0,1-1-45,0-3 0,0 0-67,1-2 0,-1 0 67,1 1 0,0-1 258,1-2 0,0 1-258,0-2 0,1 0 0,0 9 0,0-1 44,0-13 1,1 0-45,-1 6 0,1-2 834,2 20-834,-1-19 0,2 11 90,-3-28 1572,1 2-1662,-1-10 2396,-1-2-5004,1-2 2969,-4-16-6028,1-4 5878,-3-10 1,0-9-1,0 2 1</inkml:trace>
  <inkml:trace contextRef="#ctx0" brushRef="#br0" timeOffset="203666">22314 3601 13199,'-11'-2'-449,"1"1"629,4 0 89,0 0 1,0-1-90,-1 1 90,2-1 90,-4 1 90,4-1 359,-3 1-719,22 2 0,-1 1 0,24 1 90,-3-1-90,12 2-1704,6-1 1659,-23-1 0,3 0 90,18 0 0,3 0-1488,-7 0 0,2 0 1383,-6-1 0,3 1 0,-1-1-30,-5-1 0,-1 1 0,0-1-604,3 1 0,-1-1 0,2 0 634,1 0 0,0 1 0,1-1 0,0 1 0,1-1 0,0 1-30,1-1 0,0 1 0,1 0-394,-1 0 0,1 0 1,0 1 393,0-1 0,1 0 0,0 0-140,-1 1 1,1 0 0,-1 0 139,0 0 0,0 0 0,0 0 26,-2 0 0,0 0 0,0 0-26,-2 0 0,0 0 0,-1 0 0,-2 1 0,-1-1 0,0 0 45,16 0 0,-1 1 83,-7 0 0,-2-1-128,-3 0 0,-2 0 314,-6-1 0,-2 0-314,22-1 1053,-1 1-1053,-21-3 1748,5-1-1748,-22 1 1830,1-2-1830,-9 2 1200,-2 0-1200,-2-1 0,1 1 0</inkml:trace>
  <inkml:trace contextRef="#ctx0" brushRef="#br0" timeOffset="204538">22247 4288 14549,'9'-1'809,"0"0"-359,5-1-270,-1-1 0,7 0 180,15-2-181,-3 2-1337,18-2 1248,-3 1 0,5 2-45,-23 0 0,2 0 90,19 0 0,2 0-929,-7 0 1,3 0 815,-7 1 1,4 0-1,3-1 1,-1 1 22,-2 0 0,0 0 0,1 0 0,3 0-27,-1 1 0,3-1 0,0 1 0,1 0 0,-3 0-617,4-1 1,-1 1 0,-1-1-1,0 1 621,-1 1 1,0-1 0,0 1-1,0 0 0,1-1 1,1 1 0,-1 0-1,-2 1-298,3-1 0,-3 0 0,3 1 276,-4 0 0,3-1 0,-1 1 0,-3-1-276,-2 1 1,-4 0 0,1-1 275,-2 1 0,1 0 0,-1-1 0,17 2 0,-1 0 45,-7-1 0,-2-1 139,-3 1 1,-3-1-185,-5 1 0,-2-1 0,23-1 0,-9 1 90,-12-2-90,-7 0 1772,-4-3-1772,-10 1 1063,-1-2-1063,-9 1-1718,-2 0 1718,-7 4 0,0 2 0,-6 5 0</inkml:trace>
  <inkml:trace contextRef="#ctx0" brushRef="#br0" timeOffset="205226">22145 4938 14819,'9'2'809,"0"-1"-449,1-1-90,1 0 90,3-1 359,12 1-449,-4-1 0,10 0 269,17 0-359,-9 1-1304,-10-1 0,1 0 1214,21 1 0,-23-1 0,0 0-609,4 0 0,4 0 609,4-1 0,6 1 0,-2-1-808,9 0 1,3 1 752,-16 0 1,4 0 0,2-1 0,2 1 0,-3 0-349,9 1 1,-1-1-1,1 1 1,-1 0 312,2 0 0,-1 0 0,1 0 0,3 1-52,-12-1 0,2 1 0,1 0 0,0 0 0,0 0 0,-2 1 70,2-1 0,-1 1 0,-1 0 0,0 0 0,1 0-130,-1 0 0,1 0 1,0-1-1,-1 1 1,-1 0 111,9 0 0,0 0 0,-2 0 0,-4 0-76,-2 0 1,-3 0 0,-1-1 75,-1 0 0,0 1 0,-1-1 0,-3 0 0,-1-1 0,-1 1 179,12 0 1,-3 1-180,-5-2 0,-2 1 0,-9-1 0,-2 0 0,20-1 90,-14-2 1039,-4-3-1129,-13 0 1773,-4-3-2133,-13 0 2652,-4 2-3192,-2 0 1187,-2 6-1996,2 1-480,0 2-1409,1 2 3598,2-1 0,0 1 0,0 0 0</inkml:trace>
  <inkml:trace contextRef="#ctx0" brushRef="#br0" timeOffset="210307">23257 3766 12120,'7'-8'4857,"-11"4"-4857,-1 5 90,-9 3-90,6 1 0,-2 0 90,1 0-90,-1 1 0,0 0 90,0 1-90,-1 2 0,1 0 0,-2 3 0,1 0 90,-7 8-90,5-4 0,-8 12 0,6-5 0,0 1 0,4-3 0,5-5 0,0 5 0,2-4 0,1 4 0,2-7 0,2 0 90,2 1-90,4 6 0,0-5 0,9 8 0,-4-11 0,5 3 0,-3-6 0,0 0 90,0-3-90,1 1 0,6-1 0,-4-2 0,4 0 0,-7-2 0,0-1 90,-2-1-90,0-1 0,0 0 0,0-2 0,0-1 0,-1 0 0,-1-2 0,-1-1 0,0-1 90,-1 0-90,1-7 0,-2-1 0,-2 0 0,-3-1 0,-6-1-90,-2 4 90,-5-5 0,-3 7-90,-5-1 0,-3 1-450,-20-2-359,-2 4-671,-1 2 581,6 5-1830,12 3 121,-3 1 2698,3 2 0,-8 2 0,3 0 0</inkml:trace>
  <inkml:trace contextRef="#ctx0" brushRef="#br0" timeOffset="213236">24757 3852 14549,'-2'-10'449,"-1"1"-359,-2 6 0,0 0 0,-2 0 0,0-1 90,-4-1-180,2 1 90,-7-1 0,6 2-90,-2 1 90,4 0-90,-1 1 90,0 0-90,-5 2 0,4-1 0,-3 1 0,5 1 0,0 1 90,-1 1-90,2 0 0,0 2 0,0 3 0,2 0 0,1 2 0,3-2 0,2 6 0,2-2 0,1 5 0,3-5 0,1 2 0,2-1 90,4 4-90,11 8 0,-4-4 0,6 4 0,-10-11 0,9 7 0,-8-8 0,7 6 0,-10-8 0,-2 0 0,5 3 0,-6-3 0,5 4 90,-10-8-90,1 1 0,-4-4 0,-1-1 0,-5 2 90,-2-2-180,-5 0 90,-2-3-90,-2 0-90,-10-4-90,-7 0 0,-6-3 0,-2-2 180,12 2 0,2 0 1,7 0-1,0-1 90,1-1 0,6 1 0,4-1 90,8-5-90,1 2 89,5-6-89,8-1 90,9-8 0,2 2 0,4-5 0,1 4-3392,3-1 3392,-2 1 0,-5 4 0,-9 4 90,-5 2-90,-1-5 0,-11 2-180,-11-3 0,-4 6 0,-10-2-180,2 5-90,-4 2 3303,0 1-3573,1 3-1439,2 3-359,-2 1 2428,2 1 0,-9 1 0,0 0 0</inkml:trace>
  <inkml:trace contextRef="#ctx0" brushRef="#br0" timeOffset="-213800.73">22260 4516 9602,'-7'-8'3148,"0"2"-2159,4 1 91,1 0-541,1-1-359,3 0-90,0 1 0,3 1 90,0 1-90,1 0 0,5-1 0,-1 2 0,9-3 0,-7 3-90,5-2 90,-5 2-90,7 0 90,-3 0-90,11 0 90,-10 1-90,9 1 0,-11-1 0,6 1 89,-9-1-89,1 2 0,-5-1 0,2 1 0,-3 0 0,2 1 90,-5 2-90,-3 2 0,-7 4 0,-2-1 0,-5 1 0,0-2 0,0 0 0,-6 3 0,5-3 0,-6 4 0,10-5 0,-1 0 0,5-1 0,2-1 0,1-1 0,2 2 0,2-1 0,6 4 0,0-3 0,6 3 0,-2-3 0,1 0 0,0 0 0,-1 0 0,1-1 0,-1 0 0,5 6 0,-4-4 0,5 8 0,-9-7 0,3 9 0,-6-8 0,1 6 0,-4-6 0,-1 2 90,-5 4-90,-2-3 0,-4 3 0,-9 0 90,-8-3-90,-2 1-520,-2-5 520,8-2 0,0-3-90,-5 2-90,8-3-180,-4 1-180,11-2-449,1 0-1260,2-2 2249,0 0 0,3-1 0,-1 0 0</inkml:trace>
  <inkml:trace contextRef="#ctx0" brushRef="#br0" timeOffset="-210160.73">23599 5244 14459,'-1'-12'899,"-2"3"-719,0 5 0,-2 2 360,1-2-91,2 0-449,6 1 0,-1 0 90,6 2-90,-3 1 90,1-1-90,6 2 0,-3-1 90,9 2-90,-6-1 0,3 1 0,-3-1 90,-2 2-90,1-1 0,-1 1 0,3 1 0,-5-1 0,2 2 0,-6-2 90,-1 2-90,-2 0 0,-2 2 0,-3 0 0,-3 3 0,-10 6 0,-2-1 0,-7 5 0,-5 2 0,6-4 0,-4 3 0,4-2 90,9-6-180,-2 3 180,7-8-180,0 4 90,3-5 0,-1 3 0,5-5 0,0 1 0,1-1 0,2 3 0,3-2 0,-1 1 0,6-1 0,-3-3 0,2 1 90,3-1-90,2 0 0,1 0 0,1 0 0,-3-2 0,-1 1 0,2-1 0,0 0 0,0 0 0,0 0 0,1 0-90,-1 0 0,0 0-359,3-1-1,-4 0 0,2-2-2608,-2-2-90,-3 1 3148,1-3 0,-1-3 0,0-1 0</inkml:trace>
  <inkml:trace contextRef="#ctx0" brushRef="#br0" timeOffset="-209655.73">23905 5305 13649,'8'-8'270,"-1"1"-90,-3 2 270,-2 1-180,2-1 449,-2 1-629,-6 5-90,1 1 180,-6 6-180,-2 4 0,4-2 0,-3 5 90,6-5-90,-1-1 0,2 1 0,0-1 0,2 1 0,1-1 0,0 2 0,2-1 90,1 1-90,1 0 0,2-1 0,1 1 0,1 0 0,0 0 0,4 4 90,-3-4-90,2 3 0,-4-4 0,1 3 0,-3-3 0,1 4 0,-3-6 0,-2 5 0,-3-3 90,-4 6-90,-2-6 0,-4 2 0,1-3 0,-7 1 0,4-3 0,-4 2 0,7-3 0,1-1 0,0-1-90,0 1-90,2-2-450,-1 1-539,3-3-3418,1-2 4587,0-4 0,3 3 0,1-2 0</inkml:trace>
  <inkml:trace contextRef="#ctx0" brushRef="#br0" timeOffset="-209450.73">23897 5353 13469,'0'-13'360,"0"3"-270,0 1 90,1 2-90,1 1 0,1-1 0,2 1 90,8-3-90,-1 2 0,7-2-270,10 1-2159,7-2 630,0 2 1709,7-3 0,-15 2 0,4-3 0</inkml:trace>
  <inkml:trace contextRef="#ctx0" brushRef="#br0" timeOffset="-207064.73">22699 3048 12210,'-3'-8'2159,"-1"-1"-1799,3 3-1,-1 0-89,-1 1 0,-1 0 0,-1 1 0,-1-1-90,-2 1 0,-2-1-1,-2 1 1,-1 2-90,-3 0 180,-11 4-180,6 2 0,-23 10 90,6 10-180,-1 1-797,6 7 797,14-8 90,1 12 0,6-8-90,2 7 0,8-10 90,8 12-90,2-7 0,14 20 0,-4-23 0,6 4 0,-7-16 0,6-1 0,-6-7 0,16-1 0,3-14 0,1-3 0,-12-2 0,-1-3 113,2-7-113,8-11 0,-15 6 0,-1-3 0,-4-1 0,-2-3 0,-3-1 0,-2-1 0,-3 3 0,-4-9 0,-3 14-371,-4-11 371,-2 22 0,-3 0-90,-1 12 0,-1 5-179,-7 5-91,-2 5-720,-16 14-89,9-2-1530,8-1 1,0 1 2698,2 4 0,-3 13 0,12-11 0</inkml:trace>
  <inkml:trace contextRef="#ctx0" brushRef="#br0" timeOffset="-206539.73">23390 3217 14189,'-2'-10'450,"-1"0"-270,1 4 269,-1 0-179,0-1 0,1 2-90,-3-2 0,2 4-90,-5 1 0,3 3 0,-4 2 0,1 1 0,-6 7-1,3 0-89,-3 6 90,3-3-90,3 2 90,-1-1-90,3 0 0,1 1 90,1 6-90,2-5 0,1 3 0,1-7 0,3-2-90,1 1 0,5 0 90,0-4 0,3 0 0,-1-5-90,1-1 90,-1-2 0,1-2 0,7-7 0,-5 1-89,9-13 89,-12 4 0,2-6 0,-8 5 89,-2-12-89,-4 7 0,-4-12 0,-3 7 0,-5-1 90,-2 1-90,-11-5 0,6 11 0,-7-2 0,10 14 0,0 4 0,1 3-90,-7 3-89,5 3-91,-2 3-540,1 7 181,8-1-451,-2 4-989,9-3-89,3-1 2158,3 2 0,4 7 0,2 4 0</inkml:trace>
  <inkml:trace contextRef="#ctx0" brushRef="#br0" timeOffset="-206031.73">23926 3225 13559,'2'-9'720,"0"0"-91,-2 3 1,-1 0-360,-1-2 180,-1 2-270,-1 1 89,0 2-179,-5 2 0,1 1 0,-4 4 0,1 0 0,-2 3 0,-2 3 0,-3 3-90,-1 3 90,-1 4-473,1 1 473,1 2-90,4-2 0,2 0 90,3-2-90,0 0 90,3 6-90,3 2 0,2-2 0,4-3 0,2-9 0,3 0 0,0-3 0,8 2 0,3-5 0,1 0 383,1-6-293,-5-3-90,2-2 0,0-3 0,12-13 0,-9 2 0,7-10 0,-13 7 0,1-15 0,-8 10 0,0-19 0,-10 11 0,-7-6 0,-1 12 0,-8 2-90,6 17-270,-12 0 0,10 8-179,-5 2-1530,2 6-90,3 0-539,-1 3 2698,8-2 0,1 6 0,1 1 0</inkml:trace>
  <inkml:trace contextRef="#ctx0" brushRef="#br0" timeOffset="-205551.73">24791 3222 14549,'-5'-12'359,"0"1"-179,2 6 180,1 1 0,-5-2-180,3 3-90,-8 0 0,4 4 0,-5 2 0,1 1 0,-9 7 0,4-1 0,-18 14-90,14-7 0,-8 7 89,12-7-89,4 0 0,3 0 90,1 2-90,3 0 0,3-2 0,2 0 0,3-1 0,3 0-90,3 1 90,2-2-89,3-1 89,2-2-90,11 0 0,-5-6 0,18 0 90,-14-7-605,10-3 605,-9-4-92,13-10 92,-2-7-45,-15 6 0,-2-1 45,6-13 0,-5-11 0,-15 20-90,-3-15 90,-7 18 0,-4-7-90,-3 12 0,-2 1 0,-5 6-629,-14 2 179,0 7-1328,-13 3-111,3 6 0,-1 5 1979,-3 4 0,17-2 0,-2 0 0,-1 3 0,0-1 0</inkml:trace>
  <inkml:trace contextRef="#ctx0" brushRef="#br0" timeOffset="-204958.73">23923 3887 13020,'2'-9'359,"-1"0"-179,0 3 360,-1 0-180,1-2 179,-1 2 361,0-7-720,-2 5 180,-2-3-180,-1 6-91,-2 1 91,0 3-90,-2 2 0,-2 1 0,-2 3 0,-1 1 0,-8 8 0,4 0-90,-5 5 90,7-2 0,-1 5-90,3 2 0,1 6 0,6-7-90,6-3 90,3-7-90,3 0-90,7 2 90,8 1 0,9-1 0,-2-6 90,10-6-90,-14-5 90,10-5 0,-10-2-90,7-10 90,-8-1-552,1-5 552,-10-1 0,-3 1-178,-3-1 178,-3-10-90,-4 0 90,-4 1 0,-9-1 0,-6 17-90,-2 2-89,-3 10-91,5 8-360,-6 4-359,-2 5-1260,-2 4-539,0 3 2593,1 1 1,-2 7 0,-1 1 0</inkml:trace>
  <inkml:trace contextRef="#ctx0" brushRef="#br0" timeOffset="-204370.73">22709 3728 14099,'-4'-10'90,"1"1"90,-1 3 90,-5-1-90,1 1-1,-6-1-89,4 4 0,-3 0 0,-1 3 90,-10 4-90,1 2-90,-8 4 180,-4 12-90,9-4-789,-5 9 699,11-6 90,-2 14 0,7-10-90,0 17 0,10-21 90,7 12-90,1-16 0,5 7 90,1-9-90,3 0 90,10 0-90,-4-5 0,9-1 699,-8-5-609,14-5-90,8-8 0,-1-3 90,2-7-90,-17 2 0,-1-4 0,-4-1 90,3-17-90,-9 7 0,1-8 0,-11 13 90,-6-8-327,-2 10 237,-6-6 0,-3 10 0,-5 4 0,-5 2 0,-3 6 0,-23 11 0,8 6-853,13 0 0,-1 2 673,-12 11-90,3 6-630,13-6 1,2 2-1260,-6 11 493,10-12 1,3 1 1665,2 6 0,2 5 0,2 0 0</inkml:trace>
  <inkml:trace contextRef="#ctx0" brushRef="#br0" timeOffset="-203741.73">23118 4574 13829,'1'-11'270,"1"1"0,-2 1 0,1 1-1,-1 0 541,0-2-450,-2 2-90,0-1 89,-1 3 91,-3-2-270,0 4 180,-8-2-270,4 4 90,-6 1-90,1 3 90,-9 6-1,-10 9-89,1 0-90,-2 7 90,2 5-276,11-4 231,4-3 0,1 2-45,2 6 0,-2 8 90,12-2-90,4-10-90,10 22 0,6-12 0,4 0 90,1-9-90,4-11 0,-4-5 90,9-1-90,-9-6 90,2-3 0,4-4-90,-2-2 90,16-12 0,-13 2-239,8-9 239,-15 2-90,-3-3 90,-3-3 0,-3-3 0,-1-18-1170,-8-3 1170,-2-2 0,-9 10-519,-3 14 519,-2 5 0,-5 5 197,-10 3-287,-9 11 90,0 5-90,0 8-757,9 4 397,2 4-270,2 1-1664,1 8-854,9-6 3238,3 4 0,10-2 0,4 2 0</inkml:trace>
  <inkml:trace contextRef="#ctx0" brushRef="#br0" timeOffset="-203160.73">23869 4625 14009,'-3'-10'0,"-1"0"180,1 3 270,-1-4-270,0 4 89,-1-3 181,-3 1-180,2 2 90,-5-4 0,2 6-91,-6-3-89,-1 5 0,1 2-90,-1 2-90,3 1 90,-2 2 90,-10 4-180,5 0-289,-10 6 289,8-2 90,-7 8 0,4 3 0,0 19-90,12-15 0,8 9 0,16-8-90,10 0 0,3 1 379,12-3-469,-2-13 90,-1-2 0,12-7 0,1-8 45,-18-1 0,0-2 45,21-7-45,-23 0 0,-2-1 45,2-7-45,-7 1 0,-2-2 45,3-22 0,-3 1-1092,-10 0 1092,-8 12 0,-3 0 90,-4-1-586,-2 2 496,-4 4 0,-7 1 0,3 9-93,-6 2 93,6 12 0,-3 3-90,-3 5-540,-11 13-1349,-1 10-192,2 2-348,8 3 2516,14-10 0,2 5 1,3 0-1</inkml:trace>
  <inkml:trace contextRef="#ctx0" brushRef="#br0" timeOffset="-202684.73">24834 4636 14549,'2'-13'809,"0"2"-449,-1 0 0,-1 3 0,-1 0-1,0 1-89,-2 0 0,1 1 0,-2 0-90,-1 0 90,-1 1-180,-2 2 90,-2 0-91,-2 3 181,-12 4-90,-4 4-90,-5 4 0,0 3-90,9 1 90,-1 1 0,-5 11-90,8-6 90,-4 9-90,12-10 90,3-1-90,3-3 0,3 0 0,1-2-90,3 1 90,2 0-90,3-2 0,4 1 0,2 0 0,4-2 0,1 0-90,12-1 0,6-4 180,1-2-179,10-8 179,-15-4-90,16-12 0,-18 0 90,3-9 0,-15 4-289,-4-1 289,-4-1-43,-4-6 43,-6-4 0,-17-13 0,3 18 0,-20 3 0,15 24-180,-11 6-90,7 6-788,-2 4 68,1 2-1528,3 3-1620,0 3 4138,3 2 0,-1 5 0,-1 3 0</inkml:trace>
  <inkml:trace contextRef="#ctx0" brushRef="#br0" timeOffset="-202219.73">24635 5431 16438,'4'-14'539,"0"1"91,-3 3-360,-1 1-90,0 0 90,-1 1-91,-1 2 1,-2 0 180,-6-1-270,2 2 0,-6 1 0,2 3 0,-1 4 0,-3 1 0,0 3 0,-5 3-90,1 4 90,-9 13 0,10-5-475,-2 9 295,12-11 84,3-2-84,3 2-89,2-2-1,7 10 90,2-8-202,5 6 202,3-9 0,1-4 0,2 0-90,11-3 180,-6-5 287,18-3-377,0-13 0,8-10-1026,-9-3 1116,-8-6 0,-14 5-656,-3-4 656,-4-2 0,-4 0 121,-6-9-121,-14-5-90,-2 5 90,-13 2 0,-12 14 0,6 10-225,1 7 1,0 3-316,-8 4-539,-14 5-5578,3 10 6427,13-1 1,11-3 0,0 1-1,-11 8 1</inkml:trace>
  <inkml:trace contextRef="#ctx0" brushRef="#br0" timeOffset="-201482.73">23158 5300 15088,'-9'-8'180,"1"0"-90,3 5 0,-1 0 90,1 0 0,-1 0 0,-3 1 0,1 1-90,-2 0 0,2 2 90,0 1-90,-1 1 89,-2 1 1,-8 6-90,4-2 0,-6 6-90,7-4 90,0 3 0,0 0-90,2 1 90,-2 8 0,2 1 0,2 1-90,3-4 90,7-2 0,4-1-90,3-1 0,3-3 90,1-6-90,9-1 90,-5-3-90,8-1 0,-6-5 0,1-1 90,8-9-90,-7 2 90,14-20-90,-12-1 0,1-3 0,-9 2 0,-8 3 0,-2 7 90,-3-14-90,-3 18 0,-2-5 0,-8 6 0,1 5 0,-7 1 0,3 7-180,-12 5 0,2 3-180,-8 4-809,-6 7-181,13-1-4136,-13 8 5486,22-8 0,-9 8 0,8-4 0</inkml:trace>
  <inkml:trace contextRef="#ctx0" brushRef="#br0" timeOffset="-200947.73">22210 5329 14639,'0'-8'449,"2"-1"181,-1 3-270,1-1 269,-1 2 91,1-1 539,-1 1-449,1-1-630,-7 7 0,0 0 0,-6 6-1,-1 2-89,-3 5 180,-11 12-180,5-2-905,-6 9 905,10-7-278,-1 10 188,6-8 90,1 6 0,8-5-90,5-7-90,8 11 0,2-16 90,7 3-89,-1-10 89,2-3-90,12-1 0,-6-4 481,13-5-481,-12-3 474,3-7-474,8-12 90,-4-11-770,-4-3 770,-9-3-90,-15 10 90,-4 4-417,-5-3 417,-3 3 0,-13-13-90,1 13 90,-10-4 0,7 18 0,-1 4-90,2 5 257,-2 3-617,1 4-179,-4 3-541,0 5-3057,-13 11 179,11-3 4107,-7 8 1,12-1-1,-1 0 1</inkml:trace>
  <inkml:trace contextRef="#ctx0" brushRef="#br0" timeOffset="-110255.73">22638 3041 13559,'-9'-4'1349,"1"0"-1259,3 0 270,2 1-270,-2-2 0,1 2 90,-1 0-90,1 0 0,-4-2 0,2 2 0,-3-2 0,2 3-90,-1 0 90,-4 1-90,2 0 0,-5 2 90,3 0-90,-2 2 0,-1 2 0,-9 7 0,5-2-219,-8 7 219,8-2 0,-1 4 0,1 1 0,4 1 0,2-1 0,3-1-90,1 1 90,3 1 0,1-2-90,3 11 90,2-8-90,2 7 90,2-8-90,2-2 90,2 0-90,2-2 90,1 0-90,3-3 90,0 0 0,3-3 0,1-2 0,1-1-90,10-1 90,1-5 0,1-1 309,6-9-309,-14 1-90,7-8-305,-9 0 395,-1-4 0,-1-3 0,-3-2 0,-2-3 0,-1-3 90,-2-1-746,-1-1 656,-1-1 90,-3 2 0,-2-9 0,-4 1 0,-1 3 0,-8-5-90,1 20 0,-3-3 90,0 10-90,-8 0 90,3 4-90,-14 0-90,11 8-360,-16 4 180,14 3 190,-7 3-1270,4 5-718,8-3 501,-3 5 1567,11-6 0,-2 5 0,1-1 0</inkml:trace>
  <inkml:trace contextRef="#ctx0" brushRef="#br0" timeOffset="-109404.73">23357 3158 13199,'-3'-8'1080,"-1"0"-630,3 2 359,-2 1-359,1-1 180,0 2-181,-2-1-269,0 2-90,-3 1 0,0 3 0,-1 2 0,-4 5-90,2 1 90,-3 4-90,3-1 90,0 3-90,0 1 0,0 2 90,-1 12-90,3-7 0,-2 17 0,6-6 0,2-2 0,3-1 0,2-12-90,4 8 90,0-9 0,2 4 0,0-9 0,5 2 0,-1-6 0,5 1 0,3-5 0,-4-3 0,6-2 0,-6-3-90,11-11 180,-7 1-90,9-10 0,-6-10 0,-7 6 0,3-19 0,-11 7 0,-4-8 90,-6 9 0,-7-4-90,2 19 0,-5-5 0,1 11 90,-6-2-90,3 5 0,-5 0 0,4 7 90,-7 0-90,-2 4 0,-1 2-90,1 3 0,8 2-90,-1 2-180,1 1-90,1 1-179,-1 2-451,2-1-1258,1 1 2338,-4 7 0,2 0 0,-4 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5:07.69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6146 1882 6723,'-9'-3'720,"-1"1"269,4 1 181,-2 0-991,17 2-89,11-3 0,7 2-90,6-2 90,-8 0-30,11 1 0,13 1 0,3 0-685,-11 0 1,4 1 0,1 0-1,1 1 1,1-1 639,-2 1 0,1-1 0,1 0 0,0 1 0,2-1 0,0 1-3,-3 0 1,1 0 0,0 0 0,1 1 0,1 0 0,0-1 0,2 1-170,-5 0 1,2 0-1,2 1 1,0-1-1,0 0 1,0 1 0,-2-1-1,-1 1 1,-4-1 156,5 0 0,-4 0 0,-2 0 0,0 0 0,4 0 0,4 1-131,-9-1 1,4 0 0,2 0 0,2 0 0,3 0-1,-1 0 1,2 1 0,-2-1 0,-1 0 0,-1 0-1,-3-1 1,-3 1 155,7 0 1,-4-1 0,-1 0 0,-2 0 0,0 0-1,1 0 1,3 1-51,-2-1 1,1 0 0,2 0 0,0 0 0,1 0-1,-1 0 1,-1-1 0,-1 1 0,-2-1 75,2 1 0,0-2 1,-1 1-1,-2 0 1,-1-1-1,-1 1 1,-2-1 150,14 0 0,-4 0 1,-2 0-1,-3-1-112,1 1 0,-4-1 0,-3 1 313,4 0 0,-8 0 317,-7 0 1315,-13 0-1856,8-1 541,-5-1-540,-7 1 625,6-1-895,-8 2-90,-3-1 2679,2 0-2499,-3 0 0,-9-2 0,-3 0 0</inkml:trace>
  <inkml:trace contextRef="#ctx0" brushRef="#br0" timeOffset="4558">2858 4194 8882,'3'-8'1799,"11"3"-1664,16 5 0,4 3-180,-5 0 0,1 2 0,13 3 0,-3 2-45,-3 9 90,-24 7-45,-23-1 0,-6 0 45,-1 4 0,-4-1 0,-2 0 0,-8 10 0,7-11 0,1 9-90,31-12-90,3-1 45,7-2 0,1 0 135,0 0 0,-9 6 0,-9 1 90,-14-7 0,-8-1-30,-2 2 0,-3 3 0,0-4-60,-2 0 0,0-3-180,-12 5 0,5-3-1079,11-6 1259,2 0 0,27-9 0,13-7 0</inkml:trace>
  <inkml:trace contextRef="#ctx0" brushRef="#br0" timeOffset="5067">3484 4242 8882,'4'-15'1619,"0"4"-1079,-1 0 89,1 3 181,20-7-675,-1 7 0,3 4-90,5 4 0,-6 9-45,-15 24 0,-14 10-30,-10-6 0,-9 1 0,-2 2 30,4-8 0,-3 1 0,-1-1 0,2-1 0,-4 5 0,1-3 0,4-4 0,-5 12-45,55-29 0,16-8-315,-10-4 0,1-4 0,1 1-120,1 1 1,-1 1-1,1-1 480,1-2 0,0-1 0,-6 0 0,7-2 0,-11 0 0</inkml:trace>
  <inkml:trace contextRef="#ctx0" brushRef="#br0" timeOffset="5408">3976 4340 9781,'1'-21'1799,"4"4"-1619,0 6-90,3 6 360,20 10-360,-11-1 0,20 12 0,4 4-135,-16-5 0,-1 0-1196,10 5 0,-2 0 1061,5 7 522,-23-16-2861,14 17 2519,-14-12 0,7 9 0,-17-17 0</inkml:trace>
  <inkml:trace contextRef="#ctx0" brushRef="#br0" timeOffset="5626">4329 4341 8792,'-4'-16'270,"-1"1"0,0 3 89,-9 10 91,-7 19-225,-7 12 0,-3 5-180,8-8 0,0 1-285,-5 5 0,-2 4 0,4-5-908,8-9 0,1-2-112,-8 11 1,3-4 1259,7-8 0,-4 7 0,6-9 0</inkml:trace>
  <inkml:trace contextRef="#ctx0" brushRef="#br0" timeOffset="7616">4686 4183 9062,'-6'-10'1259,"-1"-3"-899,2 6-270,4-6 180,13 5-135,17 1 0,6 1-91,-4 1 1,0 2-45,9-1 0,-2 1 0,9 6-89,-24 8 89,-10-3-90,-16 20 90,-4-16 0,-8 8 0,-2 2 0,1-1 0,-7 10-180,13 1 90,8-15 0,1 9-90,16 2 90,-6-13 0,13 21 0,-16-18-90,-14 23 180,-15-8-1639,-11 1 1,-4-2 1355,18-16 1,-1-2-1357,-18 14 1,4-4 1514,19-11 0,-6 3 0,17-9 0</inkml:trace>
  <inkml:trace contextRef="#ctx0" brushRef="#br0" timeOffset="8120">5269 4183 9062,'7'-17'2518,"4"0"-1978,11 5-450,-4 3 90,12 4 0,4 3-90,11 7-45,-14-3 0,-2 4-45,1 23 0,-32-4 0,-8 3 0,-7 17 0,-5-13 0,-6 2 0,2-2-1251,3-7 0,0-1 1221,0 1 0,-3 2 0,4-2-424,1-1 1,5-3 453,-3 8 0,15 1 0,27-17 0,8-3-90,2-6 0,4-2-270,2-2 0,1-2-45,0 1 1,-1 0-676,-1-2 1,-4 0 1079,6-2 0,-8 1 0,-4-2 0</inkml:trace>
  <inkml:trace contextRef="#ctx0" brushRef="#br0" timeOffset="8413">5780 4336 10321,'22'-16'1259,"3"13"1,5 6-1170,15 10 0,3 5-690,-15-5 0,1 2 1,-1 1 599,11 7 0,-6 0 0,3 6 0,-31-14 0</inkml:trace>
  <inkml:trace contextRef="#ctx0" brushRef="#br0" timeOffset="8658">6198 4287 10141,'3'-19'450,"-1"8"539,-1-5-449,-23 34-90,-13 16-360,8-7 0,-3 3-240,3-2 0,-1 3 0,-1-1-943,-1-1 1,1 1 0,1-1 753,-6 6 1,1-2 0,2-1 0,5-5-1,9-8 1</inkml:trace>
  <inkml:trace contextRef="#ctx0" brushRef="#br0" timeOffset="10018">6656 4106 10051,'9'0'1619,"-1"5"-1349,3 38-315,-5-13 0,-1 2-135,1 4 0,1 0-315,0 5 1,1-2-1145,1-9 1,0-3 818,5 13 1,2-7 0,-5-15 0</inkml:trace>
  <inkml:trace contextRef="#ctx0" brushRef="#br0" timeOffset="10492">7057 4193 9781,'1'-14'990,"0"3"269,17-14-989,1 13-45,7 0 0,3 2-45,11 4-135,-14 4 0,1 1 134,20 13-268,-15 8-1,-6 19 0,-32-4 0,-9 2 45,2-8 0,-3 1-211,-2-2 0,-3 1 0,1-2 166,0-2 0,1-2-299,2-1 1,1-2 388,0 4-180,9-8 90,10-3 90,1-3-179,24-1-271,8-7 180,3-1-750,-7-5 1,5-2 0,-3-1 934,-5 0 0,0 0 0,3-1 1,3-1-1,-4 1 0,-5-1 0,-1 0 1</inkml:trace>
  <inkml:trace contextRef="#ctx0" brushRef="#br0" timeOffset="11093">7928 4150 9512,'-2'-16'1169,"1"5"-360,-7-3-539,-2 9 90,-15-1-90,-9 14-180,-5 5-45,10 4 0,2 3-90,10 0 0,3 1-45,-2 2 0,5 0 0,13 4 0,8 0-90,7-4 0,5-1-913,3 1 1,3 1 0,-2-3 810,0 0 0,0-2-160,14 9 0,-4-2 262,-10-3 180,1 1-180,-18 9 90,-36-12 180,-5 4-45,3-14 0,-3-4 225,-13-2-180,5-5 0,16-11 0,21-9-90,18-16 0,9-5 1202,-5 8 1,1-1-1143,1 1 0,2-3 0,-2 2 75,1-1 0,-4 2 179,-3 1 1,-6 1-135,-9 4 0,-3 3-90,-11-13 0,-25 20 0,-5 7-180,-2 6-450,7 6 0,-6 2 1,6 4 539,14 4 0,2 3 0,-10 0 0,5 1 0,9 14 0</inkml:trace>
  <inkml:trace contextRef="#ctx0" brushRef="#br0" timeOffset="11313">8681 4293 11850,'5'-22'599,"-9"17"1,-6 10 0</inkml:trace>
  <inkml:trace contextRef="#ctx0" brushRef="#br0" timeOffset="16233">1396 2805 8342,'-2'-11'810,"2"0"-720,1 4 629,11-10-539,-1 8 90,22-12-270,-13 12 180,22-2-180,-24 8 90,16 0-90,-7 4 0,1 7 0,-7 3 0,-18 17 90,-18 1-1729,-11 7 1,-2 0 1523,-2 1-172,3-5 0,3 0 197,13-3 75,3-4-165,25 21 90,1-28 0,3-1 0,1 4 0,0 1-45,6 1 0,-2-2 135,-6 5-89,-15 10 89,-20-16 0,-7 0-1352,-10 7 1,-2-1 1126,8-7 0,-1 0 319,-6 4 0,5-4 0,17-10 0,-3 4 0</inkml:trace>
  <inkml:trace contextRef="#ctx0" brushRef="#br0" timeOffset="16692">1939 2907 8972,'12'-21'989,"1"3"-539,15-3-180,1 6 0,16 0 0,0 9-270,-8 8 90,-10 5-1,-28 33-1728,-12-13 1,-6 3 1241,-1 6 0,-3 2-73,-1-6 1,-3 2-1,3-4 470,3-5 0,1-1-804,-6 15 1,7-4 803,13-14-160,6 18 25,20-24 0,7-4-45,12-1 1,3-3 89,-5 3 0,3-3-420,4-7 0,3-3 1,-8 0-661,6-2 1170,-2-1 0,-2 0 0,-12 0 0,7-2 0</inkml:trace>
  <inkml:trace contextRef="#ctx0" brushRef="#br0" timeOffset="16967">2660 3132 9152,'-2'-18'2069,"0"-2"-1890,3 5 451,21 6-360,7 11-135,5 6 0,2 3-135,-8-1 0,0 2-180,11 5 0,0 2-630,-10-2 1,-3-1-1260,16 10 540,-15-6 1529,-19-13 0,-5-5 0,-2-1 0</inkml:trace>
  <inkml:trace contextRef="#ctx0" brushRef="#br0" timeOffset="17160">3051 3000 9691,'-9'-25'900,"-7"2"-540,-2 24-180,-5 8 0,-2 5-91,-6 12 1,0 4-135,-1 2 0,-1 4-345,5-2 1,1 3-1,3-3 75,4-5 1,3-2-361,-3 9 0,2-4 675,7-2 0,3-6 0,0 3 0</inkml:trace>
  <inkml:trace contextRef="#ctx0" brushRef="#br0" timeOffset="17679">3208 2939 9961,'1'-11'2789,"7"-8"-2160,28 3-494,-5 6 0,3 0-180,-1 4 0,-1 3 0,4-1 0,-6 6-135,-10 20 90,-30 13 90,0-4-45,-7-8 1,0-2-46,8 2-90,2 6 0,19 6-90,6-8 135,0-5 0,0 0 45,2 1 0,5 20 90,-24-27 0,-19 14 0,-9 2-675,0-12 1,-2-1 674,-4 6 0,0 0 0,-9-1 0,34-20 0</inkml:trace>
  <inkml:trace contextRef="#ctx0" brushRef="#br0" timeOffset="18183">3838 2939 10051,'0'-18'2069,"10"2"-1529,18-6-270,5 8-90,10 4-1,-2 10 1,-4 6-90,-1 16-90,-17-5 45,-19 13 0,-9 4-45,-15 9 0,2-9 0,-6 6 0,3-4 0,3-8 0,0-2-60,-1 2 0,-1 2 0,9-3-30,19 17 90,0-11-1639,23-14 1,7-6 484,-4-8 700,1-2 0,7-1 0,-4-2 49,-8-1 0,0-1-620,18-1 0,1-1 1025,-15 0 0,-2-1 0,16-6 0,-1-3 0</inkml:trace>
  <inkml:trace contextRef="#ctx0" brushRef="#br0" timeOffset="18461">4525 3031 10231,'-3'-12'1349,"1"1"-359,0-1 89,39 18-809,-1 4-180,-7 2 0,5 4 0,-1 1-1183,-3 0 1,0 1 0,-2 0-70,8 3 0,-2 1 396,1 1 1,-8-2-2512,-15-10 3061,3 3 1,-11-8 0,-4-4 0</inkml:trace>
  <inkml:trace contextRef="#ctx0" brushRef="#br0" timeOffset="18663">4897 3005 10591,'-9'-20'899,"-14"26"1,-3 7-720,0 0-180,-4 11 0,-6 9 0,3 1-1215,2 2 1,2 0 745,5-7 1,0 1 0,2-2 0,-1 4 0,6-3 0,5-1 0</inkml:trace>
  <inkml:trace contextRef="#ctx0" brushRef="#br0" timeOffset="19720">5305 2747 10231,'7'7'2789,"3"36"-2730,-5-11 1,-1 6 0,1-1-240,0 3 1,0 0-914,-1-2 1,0 2 0,0-10-2185,-1-6 2457,1 4 1,-5-22 0,1 0 0</inkml:trace>
  <inkml:trace contextRef="#ctx0" brushRef="#br0" timeOffset="21649">1086 3752 9781,'-18'-3'270,"2"-1"1439,-2 0-1079,37 3 0,15 0-421,-2 0 1,5-1 0,1 1-678,4 0 0,1 0 0,10-1 533,-17 0 0,5 0 1,6 0-1,3-1 1,2 1-1,1-1 1,1 0-1,-2 0 1,-1 1-1,-5-1 1,-3 1-436,4 0 0,-5 0 0,-3 0 0,1 0 0,5 0 1,8 0 373,-19 1 0,5-1 0,2 1 1,4-1-1,2 1 0,2-1 1,2 0-1,2 0 0,0 1 0,2-1 1,-1 0-1,1 0 0,-1 1 1,0-1-1,-2 0 0,-1 1 0,-2 0 1,-3-1-1,-2 1 0,-3 0 1,-3 0-265,14 0 1,-7 0 0,-3 1 0,-3-1 0,0 1 0,3-1 0,3 1 0,7-1 250,-13 1 0,3-1 0,3 1 0,2-1 0,2 1 0,2-1 0,2 1 0,0-1 0,2 1 0,0-1 0,0 0 0,0 1 0,-1-1 0,0 0 0,-2 1 0,-1-1 0,-2 0 0,-2 0 0,-2 1 0,-4-1 18,12 0 0,-3-1 0,-3 1 0,-2 0 0,-1 0 0,-1-1 0,0 1 0,0-1 0,2 1 0,2-1-70,1 0 0,2 0 1,1 0-1,1-1 1,0 1-1,0 0 1,-1-1-1,-1 1 1,-2-1-1,-3 0 1,-2 1 75,10-1 0,-2 0 0,-2 1 0,-4-1 0,-4-2 0,-6-1-50,16-9 0,-18 0 125,-25 7 968,2-10-1147,-4 11 1653,2 2-1654,2 2 2518,-2 6-2068,-1 0 2910,-4-7-3181,-6-4-89,-2-7 90,-14-15-180,8 5 1,0-1 44,-1-3 0,0-3-15,4 1 0,1-4 0,2-1 0,2-4 0,2-1 0,1-2-113,0 5 1,1-2-1,1-2 1,0 1 149,1-5 1,0-1 0,1 0-1,0 0-797,0-3 1,0 0 0,1 0 0,-2 4 807,1 2 0,-1 4 0,0 0-154,0 1 1,-1 2-1,0 3 256,-1 3 0,-1 5 0,0-6-45,0 3 0,0 2-45,-1 10 315,0-4-315,-1 12 3133,-3 10-3133,-5 8 0,1-1 0,-11 13 0,5-11 0,-10 8 0,-9-8 0,-11-2-675,6-3 0,-5-1 0,-4-1 0,-2 1 660,6-1 0,-2 0 0,-2 0 0,-1 0 0,1 0 0,1 0 15,4-1 0,1 0 0,0-1 0,0 1 0,-3-1 0,-3 1-236,4-1 0,-4 0 0,-3 0 0,-1 0 1,-2 0-1,1 0 0,1 0 0,3 0 0,2-1 1,6 1 235,-7-1 0,7 1 0,1-1 0,-1 1 0,-8-1-127,11 0 1,-4 1-1,-3-1 1,-2 1-1,-2-1 1,-1 1 0,-1-1-1,0 1 1,2 0-1,0-1 1,3 0 0,2 1 114,-6-1 1,1 0 0,2 1 0,1-1-1,0 0 1,1 0 0,-1 0 0,0 1-116,0-1 0,0 0 0,1 0 0,-1 0 1,1 1-1,-2-1 0,-2 0 0,-1 0 127,7 0 0,-2 0 0,-2 0 0,-2-1 0,0 1 0,0 0 0,0 0 0,0 0 0,2-1 0,2 1 0,1-1 0,4 1 0,-14-1 0,5 0 0,2 0 0,1 0 0,-1 0 0,-3 0 0,3 0 0,-3 0 0,-1 0 0,0 0 0,-1 0 0,3 0 0,2 0 0,3 0 82,-4 0 1,2 0-1,3-1 1,4 1 0,2 0-143,0 0 0,5 0 0,1 0 568,-7 0 1,2 1-554,-2-1 0,6 1 45,7 0-45,-3-1 0,-1 1-45,7-1 1857,-14 0-1857,1-2 90,-9-2 0,10 1 0,-15-2-90,31 2 2733,-10 0-2643,9 1 1602,3 1-1692,1-1 750,5 1-750,3 1 90,3 3-89,9 40 178,2 5-67,-2-16 1,1 6 0,1 3-1,0 0-196,-1-2 1,0 0 0,1 1 0,-1 2 0,0 1 203,0 1 0,0 3 0,0 1 0,0-1 0,-1 0 0,1-3-30,0-1 0,-1-3 0,1-1 0,-1 1 0,0 2-15,-1 2 0,1 3 0,-1 2 0,-1-3 0,1-4 0,-2-9 15,1 0 0,-1-3 0,1 14 0,0 5 0,0-13-90,-2-21 90,2 16-89,-1-10 89,-1 3 0,0-9-90,-2-9 776,-1 0-3205,-1 0 2519,1-1 0,1-1 0,0-1 0</inkml:trace>
  <inkml:trace contextRef="#ctx0" brushRef="#br0" timeOffset="22858">6504 3020 9871,'5'-23'2249,"2"-3"-1349,-2 8-541,5 5-179,-3 14-180,2 9 180,-2 21-180,-2 0-45,-1-5 0,-1 3-90,-1-4 0,-1 1-45,1 23-179,0-2-91,-3-20 360,2-28 90,-1-4-45,-1-31 0,-1-12 135,1 14 0,-1 0-45,0-9 0,0 1-45,0 7 0,0 5 0,0 2 0,2 7 90,8 23-90,1 11 0,4 8 0,9 10 0,1-18 90,8 3-90,9-23 0,-2-13 90,0-7 0,-17 9 0,-3-2 0,7-7-90,-5 5 90,-3 22-1,-9 31-44,-1-4 0,-1 3 0,-1 9 0,0 3-1684,1 4 1,0 0 1535,-1-11 1,-1-2-252,3 0 0,1-3-545,7-2 899,12-9 0,-4-15 0,4-13 0</inkml:trace>
  <inkml:trace contextRef="#ctx0" brushRef="#br0" timeOffset="23511">7073 2896 10231,'0'-15'1439,"0"-7"-899,5 20-360,-1 5 0,13 38-90,-8-6-30,-1-5 0,2 6 0,-2-3-60,-1-6 0,-1 0-45,4 15 0,0-1 45,-2-6-360,0-11 0,-4-31 270,-1 3-90,-4-32 0,-3-12 180,1 10 0,1-1-1093,0 5 1,0-2 0,0 4 1124,-2-3 1,6 9 237,18 19-135,2 28 0,0 8-135,-4-11 0,2 1 0,8 14 0,5 6 0,0-5-495,-1-7 1,1-2 494,-5-4 0,2 1 0,-2-5 0,1-4 0,-4-8 0,1-16 0</inkml:trace>
  <inkml:trace contextRef="#ctx0" brushRef="#br0" timeOffset="23750">7557 2739 10231,'-1'-10'1709,"1"32"-1259,2 21-315,0-2 0,-1 4-135,1 1 0,1 0-270,-1 0 0,1-2-90,-1-11 0,1-1-944,2-3 0,0-4-495,1 0 1799,4-2 0,-1-14 0,1-1 0</inkml:trace>
  <inkml:trace contextRef="#ctx0" brushRef="#br0" timeOffset="24009">7914 2783 10231,'2'-11'1889,"3"37"-1439,0 18-360,-1-13 0,0 2-135,1 5 0,0 0-180,0-7 0,0-2-90,1-1 0,0 0-1034,2-2 0,1-1 529,6 0 1,4-2 0,-1-13 0</inkml:trace>
  <inkml:trace contextRef="#ctx0" brushRef="#br0" timeOffset="24450">8445 2747 10321,'3'-9'2699,"-2"2"-2340,-3 1-269,-10 5 0,1 1-90,-22 10-360,0 9 1,-2 6 89,7 3-360,27 11 450,7-17-90,14 9 1,3-1 179,-2-7 0,2 2 0,-1 1 0,1 13 180,-9-12 45,-13 3 0,-7-2-45,-8-6-1,-16 6 1,-4 1-269,-8-4-316,7-7 0,2-1 495,3-5 0,11-13 0,15-10 0</inkml:trace>
  <inkml:trace contextRef="#ctx0" brushRef="#br0" timeOffset="24702">8710 2783 11850,'9'-11'585,"21"5"0,12 3-1678,-4-2 1,3 0 0,0 1 699,-7 2 0,0 0 0,-1-1 0,19-6 1,-10-2-1,-26 0 0</inkml:trace>
  <inkml:trace contextRef="#ctx0" brushRef="#br0" timeOffset="24895">8809 2711 11940,'-6'21'674,"3"14"1,-1 10-1003,0-2 0,-1 4 0,0-2 1,1-5-1,1-1 0,-1 0 1,-3 3-1,0 0 0,1 1 1</inkml:trace>
  <inkml:trace contextRef="#ctx0" brushRef="#br0" timeOffset="28618">9994 2884 8072,'1'-10'1709,"-1"1"-899,1 1-180,0 3-361,9 8 1,10 10-135,1 3 0,3 2-90,-1-1 0,2 2-225,14 10 0,0-1-90,1 0-1369,-7-4 1,-4-2 1333,-16-13 0,7 7 0,-19-15 0</inkml:trace>
  <inkml:trace contextRef="#ctx0" brushRef="#br0" timeOffset="28827">10263 2898 9512,'-7'-20'1169,"3"6"-809,-1 5-180,-5 15-90,-6 7-135,-5 10 0,-4 5-585,1-1 0,1 2-315,-3 1 1,1-1 288,6-5 1,2-3-1,1 1 1,3-4 0</inkml:trace>
  <inkml:trace contextRef="#ctx0" brushRef="#br0" timeOffset="29295">10282 2669 9152,'-18'-14'90,"1"3"629,-29 3-509,15 15 0,-5 5 0,1-2-165,-2-4 0,-1 3-865,2 10 1,-4 6 0,2 3 0,8-4 556,10-3 1,2 2 322,-5 12 0,-2 7 0,7-4 414,9-6 1,7 1-445,5 9 0,5 5 0,3-3-75,5 1 0,9-3 45,-1-13 0,5 3 0,4 0 0,3-4 0,0-6-107,8-5 0,2-6 0,3-5 0,2-3 122,-10-1 0,2-1 0,2-1 0,-1-4 0,-2-4 0,-5-5 3,2-10 0,-2-6 0,-4-5 0,-5-3 0,-7-1 0,-8-3 0,-7-4 0,-5-1 0,-4-1 0,0 4-18,-1-3 0,-3 0 0,-4 3 0,-11 4-150,-7 8 0,-9 1 0,-6 2 0,-2 4 0,2 5 0,6 6 150,-3 9 0,3 8 0,-2-1 0,-2-6 0,-3-4 0,1 3 0,7 7 0,0 18 0,1-1 0</inkml:trace>
  <inkml:trace contextRef="#ctx0" brushRef="#br0" timeOffset="36325">11241 2785 9512,'1'-12'449,"3"2"-269,5 0-90,3 3 0,17 1-90,-13 3 90,32 4-90,-32 0-90,22 7 90,-23 2-90,0 3 90,-10 8 0,-7-8 0,-11 14 0,-2-5 0,-2 5 0,2 4-90,13-2 0,9 3 0,14 4-90,3-9 1,1 0 134,-9-6 0,-2 0 90,5 4 0,-7-1 44,-26 8-44,-9-17 0,-4-3-45,-16 8-180,6-5 1,0-1-631,7-1 810,-6 4 0,28-8 0,6-2 0</inkml:trace>
  <inkml:trace contextRef="#ctx0" brushRef="#br0" timeOffset="36611">11818 2980 9961,'24'-6'2069,"-8"2"-1829,11 14 0,8 10 0,-1 1-510,-5-2 0,-1 0 0,2 1-823,7 4 1,3 0 0,-4-1 436,1 3 1,-5-4-1,0-3 1,-22-14 0</inkml:trace>
  <inkml:trace contextRef="#ctx0" brushRef="#br0" timeOffset="36801">12301 3037 9602,'-12'-33'629,"-1"6"-89,-6 9-180,-20 22-270,7 7 89,-7 16 1,-1 3-180,5 0-150,9-6 0,-3 4 1,3-2-571,5-1 0,3-1 45,-2 0 1,1 0 674,-6 18 0,20-24 0,0 4 0</inkml:trace>
  <inkml:trace contextRef="#ctx0" brushRef="#br0" timeOffset="37445">12598 2834 9242,'-12'-18'1439,"2"1"-90,0-1-719,17 1-180,37 5-450,-12 4 44,7 8 1,-1 5-45,-16 0 0,19 10 0,-30-7 0,0 16 0,-17 5-89,-1 9-91,-7 3 180,6-17-270,11 16-180,21 1 315,-12-11 0,0 0 135,11 13 0,-30-14 0,-7-4 0,-8-7-120,-6-2 0,-7 3 0,4-4-149,-3 0-1370,-8 3 1,4-2 1043,25-10 1,-7 4 0,17-8 0</inkml:trace>
  <inkml:trace contextRef="#ctx0" brushRef="#br0" timeOffset="38083">14363 2733 9422,'1'-8'1439,"2"-8"270,-1 3-1529,4 7 90,0 22-136,0 9 1,1 7-180,2 15 0,1 3-135,-2-15 0,0-1 1,0 1-181,1 0 0,-1 0 0,0-3-315,2 1 1,-2-4-2564,5 9 3238,-7-21 0,-1-5 0,-1-7 0</inkml:trace>
  <inkml:trace contextRef="#ctx0" brushRef="#br0" timeOffset="38525">14740 2784 9871,'-3'-10'1350,"2"3"-991,6-1 361,16 2-270,21 1-360,-15 4 0,1 1 0,6 3 0,-1 1-90,-5 2 0,-1 2 0,12 16-90,-21 6 90,-14-2 0,-27 12-45,4-17 0,-2 0 45,4-4 0,-2 1-45,-14 13 0,0-1-135,3 5 180,10-15 0,6 0-180,23 13 0,17-20 0,-2-6 0,3-2-135,0-4 1,2-3-991,5-1 1,1-1 1304,-1-2 0,-1 0 0,-1-2 0,0 0 0,-7 0 0,1-1 0</inkml:trace>
  <inkml:trace contextRef="#ctx0" brushRef="#br0" timeOffset="39145">15476 2834 10411,'-28'-31'1979,"-13"14"-1889,17 21 0,0 8-180,4 11 0,3 3 90,0-4 0,8 3-150,15 9 0,10 6 0,3-3 15,10 1 0,1 0 75,-6-3 0,0 2 0,-7-1 60,-6 5 0,-10-6 0,-22 1-45,-18-20 0,-7-7 90,9-4 0,2-6 0,4-3 0,11-8 0,28-24 0,17-10 135,-8 16 0,4-2 0,1 0 0,-1-2 0,1-2 0,1-1 0,-2 0 0,-5 0-240,-2-6 0,-5 0 0,-10 6-1335,-18 6 1,-8 9 1394,0 10 0,1 6 0,-6 9 0,25 1 0</inkml:trace>
  <inkml:trace contextRef="#ctx0" brushRef="#br0" timeOffset="39825">15063 1550 9152,'14'-14'1529,"-7"5"-270,4-2-1169,-16 12 270,-19 18-270,4-2 0,-4 9 0,0 5 0,10-1 0,2 1-45,-3 6 0,2 4-75,8-3 0,3 5 0,4-1-90,4 0 0,4 1 0,1-1 60,-3-1 0,1 0 0,2-1 0,2-1 0,2-1 0,-1-2-75,0 6 0,-3-5 45,2 8 0,-12-11 0,-4-5 90,-7-13-180,-25 16-359,0-21-766,6-7 1,-1-1 45,-8-1 1259,1-9 0,20-2 0,-1-3 0</inkml:trace>
  <inkml:trace contextRef="#ctx0" brushRef="#br0" timeOffset="40051">14821 2039 9512,'-7'-11'1259,"1"1"-630,15 1-449,-2 3-1819,19-2 1,6 2 1294,1 0-165,2 1 1,9-1-1,-6 0 14,-10 1 1,0 0 290,11-5 1,6-3-1,-7 0 1,-12 1 0,-1 0-1,9-9 1,1 1-1</inkml:trace>
  <inkml:trace contextRef="#ctx0" brushRef="#br0" timeOffset="40562">15237 1021 9062,'-38'-24'-135,"-1"8"0,-1 4 225,0 6 0,-9 4 0,-2 5 90,15 10 0,1 7-284,3-2 0,-3 5 0,2 7 238,8 0 1,-1 7 0,1 5 0,1 1 0,0-2 0,3-4-306,-2-1 1,2-4 0,2 2 0,1 8 232,6-6 1,0 5 0,-1 4 0,1 3 0,1 2 0,1 2 0,2-2 0,3-1 0,2-2 0,3-5 12,6 8 0,5-3 0,4-2 0,2-1 0,2 1 0,0 2-42,-2-2 1,0 2 0,1 3 0,2-1-1,1-1 1,2-3 0,4-4 0,3-6-22,5-4 1,4-2 0,4-4 0,1-4 0,2-4 0,0-6 0,0-6-25,-3-6 1,2-6 0,1-5 0,0-4-1,0-4 1,-1-2 0,-3-2 0,-2-1-376,-2-3 0,-3-4 0,-1-4 1,-1-1-1,-2-2 0,0 0 1,-2 1-1,-1 0 374,2 1 0,1 1 0,-1 0 0,-1-1 1,-5-1-1,-5-3 0,-6-2-7,-8 0 0,-4-4 0,-5-4 0,-3-1 0,-4 0 0,-3 1 0,-2 3 0,-2 4 0,-3 6-335,-7 0 0,-7 7 1,-3 4-1,-2 1 0,1-1 1,2-4 341,7-2 0,0-4 0,1-2 0,0 1 0,-1 2 1,0 3-1,-3 6-239,-10 1 1,-3 5 0,0 4 0,0 5 0,4 4 11,-9 4 0,4 8 0,-2 5 188,12 2 1,-1 4-1,0 3 1,-1-1 0,3-1-1,-5 0 1,0-2 0,2 1-1,0 4 1,0 9-1,-1 0 1,0 0 0,1 0-1</inkml:trace>
  <inkml:trace contextRef="#ctx0" brushRef="#br0" timeOffset="41892">11200 3758 7623,'-30'-15'3276,"6"5"-2325,13 4-501,37 1 0,23 4-325,-11 0 1,6 1 0,5 0 0,1 1 0,0-1-659,-7 1 1,0-1 0,0 0 0,2 0-1,4 0 1,5 1 551,-13-1 0,4 1 0,2 0 1,4 0-1,1 0 0,2 0 1,1 1-1,0-1 0,-1 0 1,0 1-1,-3-1 0,-1 0 1,-4 0-1,-3 0-19,10 0 0,-4 1 0,-4-1 0,-2 0 0,3 0 0,2 0 0,6 0-6,-14 0 0,3 1 0,3-1 0,2 0 0,1 0 0,1 0 0,2 1 0,-1-1 0,1 0 0,-1 1 0,-2-1 0,0 0 0,-2 0 0,-3 0 0,-3 0-17,12 0 1,-4 0-1,-3 0 1,-1-1-1,0 1 1,0 0 0,1 0-1,3-1 6,-4 1 1,0 0 0,1 0-1,1 0 1,1 0 0,0 0-1,1-1 1,-1 1 0,0 0 0,-1 0-1,-1 0-1,2 0 0,1-1 0,-1 1 0,1 0 0,-1-1 0,-1 1 0,0 0 0,-2-1 0,-1 1 0,-1 0 18,3-1 0,-2 1 0,-1-1 0,-2 1 0,1-1 0,0 1 0,1-1-251,5 1 1,2-1 0,2 1 0,-1-1 0,-3 1 0,-4-1 0,-6 1 250,0-1 0,-6 0 0,3 0 18,4 1 0,6-1 0,1 0 0,-3 0 0,-6 0 116,4 0 1,-4-1-298,9 1 0,-1 0 253,-16 0 0,-2 0-1407,19 2 1407,-22-2 1007,0 0-1097,-14 0 1950,-1 0-2130,2 0 600,-5 0-780,1 1 2673,-1-1-4022,-2-2 90,-5-4 1619,-3-3 0,-6-6 0,0 0 0</inkml:trace>
  <inkml:trace contextRef="#ctx0" brushRef="#br0" timeOffset="42309">16486 2087 9062,'-15'10'854,"20"25"1,11 15-631,-3-9 1,3 5 0,1 3 0,-2 2-772,-5-12 1,0 1 0,0 1 0,-1 2 0,-1 0 0,-1 1 244,-1 1 0,0 2 0,-1 2 0,-1 0 0,-2-1 1,0-1-1,-3-3 248,-2 5 0,-3-3 0,-2 0 0,-1-2 0,-1-1-283,-2 7 0,-2-1 0,-3-2 1,-4-5-24,-4-6 0,-3-3 0,-3-3 1,1-4-716,-2-2 0,0-4 1,-2 0 1074,-4 4 0,-2 1 0,-1-4 0,-2-5 0,-1-4 0,0 0 0,7-3 0,-1 0 0,1 0 0</inkml:trace>
  <inkml:trace contextRef="#ctx0" brushRef="#br0" timeOffset="42913">11320 2265 13110,'-33'36'194,"-1"1"1,8-4 0,-3 5 0,-1 3 0,0 3 0,1 1-522,6-9 0,0 1 0,-1 1 0,2 1 0,1 2 0,3 2 0,2 3-1,6-4 0,1 4 0,3 2 1,1 2-1,1 1 0,2-1 1,0 0-1,1-2 0,-1-2 1,1-4 134,-2 5 0,-1-4 0,1-2 1,2-1-1,4 1 0,5 0 0,5 2 1,6 3-1,4 1 0,2-1 0,1-4 1,0-5-1,-2-7 0,8-9 0,-1 1 1,1 0-1</inkml:trace>
  <inkml:trace contextRef="#ctx0" brushRef="#br0" timeOffset="45417">2930 4919 10411,'40'-1'540,"-5"-1"-420,3 0 0,11-1 0,-3 0-1119,-12 1 0,-2 1 1,5 0 1016,-1-1 0,3 0 0,3 0 0,1 0 0,0 0 18,0 1 0,-1 0 0,2 1 0,2-1 0,2 1-14,-4 1 1,2-1-1,3 0 1,1 1-1,1 0 1,-2 0-1,-1-1 1,-2 1-23,0-1 0,-2 1 0,-2-1 0,1 0 0,2 1 0,4 0-214,-7 0 0,5 0 1,2 0-1,2 1 1,2-1-1,-1 1 1,0 0-1,-3-1 1,-2 1-1,-4-1 0,-6 0 214,12 1 0,-8-1 0,-1 1 0,8 0 9,-8-1 0,6 1 0,4 0 0,3 0 0,1 1 0,1-1 0,-1 0 0,-2 0 0,-4 0 0,-5-1 23,10 1 0,-7 0 0,-1-1 1,0 0-1,5 1-21,-5-1 0,1 0 0,3 1 1,1 0-1,0 0 0,1-1 1,-1 1-1,-1-1-134,-2 0 0,0 0 0,1 0 0,-1 0 1,0 0-1,-2-1 0,-1 1 0,-3 0 123,6-1 0,-4 1 0,-2-1 0,2 1 0,4-1-86,-2 1 0,5-1 0,3 1 0,0-1 0,0 1 0,-3-1 0,-4 0 0,-7 0 86,7 0 0,-9-1 0,6 0 0,-3 1 0,6 0 0,2-1 0,-1 1 0,-3 0 0,-7-1 308,8 0 1,-2-1-309,0 1 0,6 0 0,0 0 0,-9 0 324,-9 1 1,-2-1-325,5 0 0,2 1 0,-3-1 45,-6 1 0,-3-1-45,3 1 0,0-1 45,1 0 0,1-1-45,16 1 0,-14 0 1106,-3 2-1016,-2-1 2628,-3 1-2808,0-1-1293,-9 1 1383,-28 1 0,-6-1 0,-20-1 0</inkml:trace>
  <inkml:trace contextRef="#ctx0" brushRef="#br0" timeOffset="65019">10862 4913 8432,'-2'-21'1979,"-1"2"-720,4 8-719,-1 1 629,1 1-809,5 22-1741,-4 19 0,-2 8 1516,1 3 0,-1 5-46,0-12 1,-1 4 0,-1 1 0,-1 4-142,0-4 1,-2 4-1,1 2 1,-2 0-1,2-1 1,-1-1 104,1 0 1,0-2 0,0 0 0,1 2 0,-1 4-99,1-9 0,-1 3 1,0 2-1,1 2 0,-1 1 1,1-1-1,-1 0 0,2-2 1,-1-2 88,1 8 1,0-1 0,1-2 0,-1 0 0,1-1 0,1 1-15,-1 1 0,0 0 0,0 0 0,1-1 0,0 0 0,1 0 0,0-4 0,0-1 0,1 1 0,0-2 0,0-1 0,0-2-8,2 6 1,0-3 0,1-2-1,-1-1-22,1 4 0,0-1 0,-1 0 0,2 5 0,0 1 0,-2-9 0,1 2 45,-2 1 0,0-3 45,-2-17 2370,0 11-2460,-3-16 1181,-2-4-1181,0-2 1633,-1-5-1723,2-2 90,-1-1 0,1 0 0,-1 1 0,0-1-90,0 0 180,11 0-90,6-1 0,37-3 45,-7-1 0,5-1-45,-10 0 0,2 1 0,5-1-656,-2 0 1,6-1-1,2 1 1,-1-1 0,-4 1 648,-4 0 1,-4 1 0,2-1 0,6 0 6,-9 1 0,4-1 0,3 0 0,3 0 0,1 0 0,1 0 0,0 1 0,-1-1 0,-2 0 0,-3 1-217,4-1 1,-2 1-1,-2 0 1,0 0 0,1 0-1,1 0 1,4 0 216,-7 0 0,2 0 0,2-1 0,0 1 0,2 0 0,0 0 0,1 0 0,0 0 0,0 0 0,0 0 0,-1 0-126,-2 1 1,1-1-1,0 1 1,0-1-1,1 1 1,-1 0 0,1 0-1,-1 0 1,0 0-1,-2 0 1,0 0-1,-1 0 126,6-1 0,-2 1 0,-2 0 0,0 0 0,0 0 0,0 0 0,1 0 0,1 0 0,3-1 0,-5 2 0,1-1 0,2 0 0,1 0 0,1 0 0,1 0 0,0 1 0,-1-1 0,-1 0 0,0 0 0,-3 0 0,-1 1 0,-3-1-13,12 0 0,-3-1 0,-3 1 1,-1 0-1,0 0 0,0 0 0,1-1 13,-2 1 0,1 0 0,1 0 0,0 0 0,-1 0 0,-2 0 0,-3 0 0,-4 0 22,8-1 1,-4 0 0,-3 1-1,-3-1-214,17 0 1,-10 0 191,-10-1 1706,-3 2-1526,-16-1 1206,2 1-1386,-4 1 2466,-5 2-2466,1 2 1508,-6-1-1418,6 3-90,-6-2 90,-2 1 180,-3-1-181,-8-6 1,-1-16-90,-3-9 0,2-7 0,1-7 0,2 7 0,0-1 0,1-2-1093,-1-4 1,0-1 0,1-5 1065,1 3 1,0-3 0,1-4 0,-1 0-1,2 0-3,0 5 0,0 0 0,0-1 0,1-1 0,0 1 0,0-1 30,-1-1 0,0 0 0,1-1 0,-1 1 0,1-1 0,0 0-13,0 6 0,1 1 0,-1-1 1,1 0-1,-1 0 0,2 1 1,-1 0-18,1-5 0,-1 2 0,2-1 0,-1 1 0,1 0 0,0-1 0,0-2 0,1-2 0,0 1 0,1 0 0,-1 1 0,0 3 30,0 0 0,0 1 0,0 2 0,0 0 0,1 0-18,-1-4 0,1-2 0,1 0 0,-2 6 0,0 9 18,-1 7 0,0 3 0,-1-14 0,0 2-90,-4-1 90,2 17-90,-3-7 90,4 18 0,-4-7 0,3 8 3276,0-2-3143,-2 2-133,2 3 0,-3-5 90,1 5-90,-9-7 0,-13-2 0,3 4 0,-2 1 45,0 0 0,-2 0-45,-6 0 0,-2 2 0,4 1 0,-3 2 0,-3-1-820,-4 0 1,-6 1 0,0 0 0,3-1 810,0 1 1,2 0 0,-9-1 8,13 2 0,-5 0 0,-6-1 0,-3 0 0,-1-1 0,0 1 0,3 1 0,2-1 0,6 1-454,-3-1 0,6 1 1,1 1-1,-2-1 0,-7 0 454,11 0 0,-4 0 0,-2 0 0,-3 0 0,-1-1 0,-1 1 0,-1 0 0,2-1 0,0 1 0,3 0 0,2 1-217,-10-1 0,3 0 1,2 1-1,0 0 1,1 0-1,-2-1 0,-2 1 217,6 0 0,-2 0 0,0 0 0,-2 0 0,1 0 0,0-1 0,1 1 0,2 1 0,0-1-145,0 0 0,1 0 0,2 1 0,1-1 1,-2 1-1,-1-1 0,-3 1 154,3 0 0,-3 0 0,-2-1 0,-2 1 0,-1 0 0,2 0 0,0 0 0,4 0 0,2 1 0,5-1 114,-13 0 0,8 1 0,1-1 0,-10 1-123,12-1 0,-5 1 0,-5 0 0,-3 0 0,-1 0 0,0 0 0,2 0 0,1 0 0,5 0 0,5 0 0,-4 1 0,6 0 0,2 0 0,-1 0 0,-3 0 0,0 0 0,-4 0 0,-1 0 0,-1 0 0,1 0 0,2 1 0,4 0 0,-13 0 0,3 2 0,4-1 0,3 1-30,4-2 0,3 1 0,1 0 0,-2 0 0,1 1 0,3-1-150,3 1 0,3-1 1,-3 1 898,-18 4-1349,35-4 520,0 2-1149,7-2-290,5 0-1728,3 1 4019,4-2 0,9-1 0,3-1 0</inkml:trace>
  <inkml:trace contextRef="#ctx0" brushRef="#br0" timeOffset="65600">12694 4603 9781,'-3'-19'1530,"-1"-1"-991,3 9 631,-2-1-811,12 21 1,5 19-180,-1 1 0,1 8-23,-1 4 1,0 8-1,0 2 1,-1-4-1251,-1-4 1,-2-3 0,1 9 1073,-3-12 1,0 5 0,0 5-1,0 3 1,0 2 0,0 1-1,-1-1 1,0-2 0,-1-3 82,-1 4 0,-1-2 0,-1-1 1,0-1-1,0 1 0,0 1 0,0 2-114,1-6 0,0 2 0,0 1 0,1 0 1,-1 1-1,0 0 0,0 0 0,0 0 0,0 0 70,-1 1 0,0 2 0,0 0 0,0 0 0,0 0 0,-1-1 0,1-3 0,0-1 0,0-4-20,0 9 0,1-5 0,-1-2 0,1-1 0,0 2-18,0 3 0,0 1 0,0 0 0,0 0 0,1-2-90,0-2 0,1-1 0,0 0 0,1-2 1,-1-4-343,2 3 0,1-5 0,-1 3 180,0-1 0,-1 3 1,1-1-1,0-7-135,0 0 1,3-10 404,5-18 0,-7-17 0,5-9 0</inkml:trace>
  <inkml:trace contextRef="#ctx0" brushRef="#br0" timeOffset="66412">10949 6026 9781,'-9'4'-90,"-10"4"360,9-4 360,-7 5 719,13 3-899,9-4-1,18-2 1,13-2-270,4-4 0,8-1 0,4-2 0,0 1-506,-9 0 0,-1 1 0,2-1 0,2 1 0,4-1 362,-10 0 0,1 0 0,3 1 0,1-1 0,2-1 0,1 1 0,0 0 0,1 0 0,-1 0 0,-1-1-271,-1 1 0,-1 0 0,2 0 1,-1 0-1,1 0 0,-1 0 0,1-1 1,1 1-1,-1 0 0,1 0 0,-1-1 235,-1 1 0,-1 0 0,0 0 0,0 0 0,1 0 0,-1 0 0,2-1 0,-1 1 0,2 0 0,0 0 0,2-1 0,0 1-114,-6 0 0,2 0 0,1 0 0,0 0 0,1 0 0,1-1 0,1 1 0,-1 0 0,1 0 0,1-1 0,-1 1 0,0 0 0,-1 0 1,0 0-1,0 0 0,-1-1 0,-1 1 96,2 0 0,0 0 0,0 0 0,-1 0 0,0 0 0,0 0 0,0 0 0,0 0 0,-1 0 0,0 0 0,0 0 0,-1 0 0,0 0 0,0 0 0,-1 0-32,7-1 1,-1 1 0,0 0 0,-1 0 0,0 0 0,-1-1-1,0 1 1,0 0 0,0 0 0,-1-1 0,1 1 0,-1-1 65,3 0 0,3 1 1,1-1-1,0 1 0,0-1 1,-1 0-1,-3 0 0,-4 0 1,-4-1-1,-5 0 1,-7-1 340,17-8 1,-8-1-808,9 4 0,2 0 0,-24-2 741,-39-7-291,-15 14 0,17 6 0,-6 2 0</inkml:trace>
  <inkml:trace contextRef="#ctx0" brushRef="#br0" timeOffset="67133">11665 4645 9422,'-8'-11'1079,"1"0"-449,3 3 719,0 0-630,14 45-359,-4 4-1453,0-5 1,2 7 0,-1 2 1007,-2 2 0,-2 2 0,1-1 115,0-5 0,-1-1 0,0 4 133,-1 0 0,-1 4 1,0 3-1,0-1 1,-1-4-187,0-2 1,0-3-1,-1-1 1,1 1-1,-1 4 1,0 1-1,1 0 1,-1-3-218,0 4 0,1-3 0,0-9-1199,0-2 450,2-1 989,1-14 0,-2-16 0,1 0 0</inkml:trace>
  <inkml:trace contextRef="#ctx0" brushRef="#br0" timeOffset="67609">10990 5286 11400,'43'3'292,"1"-1"1,-1 0-1,-5 1 1,6 0-586,-12-3 1,7 0-1,4 0 1,4-1 0,1 0-1,2-1 1,0 1 0,-2-1 292,-2 1 0,0-1 0,2 0 0,-1 1 0,1-2 0,1 1 0,0 0 0,0 0 0,1 0-298,-5 0 0,1 0 0,1 1 0,0-1 0,0 0 0,1 0 0,-1 0 0,0 1 1,-1-1-1,0 0 0,-2 0 219,3 0 1,1 0-1,-1-1 1,0 1-1,-1 0 1,-1 0-1,-3-1 1,-1 1-1,-3 0 7,9 0 0,-1 0 0,-4 0 0,-6 0 1,-5 1 322,15-3 1,-26 3 0,3-2 0</inkml:trace>
  <inkml:trace contextRef="#ctx0" brushRef="#br0" timeOffset="68115">14129 4592 8972,'-6'-9'1079,"-2"-4"-629,4 6 539,-7 4-359,4 17 0,-2 24-406,6 0 1,0 4-135,1-9 0,0 4 36,0-2 0,-1 8 0,0 2 0,1-1 0,-1-7-1280,-1 7 1,0 2 1198,1-9 0,-1 7 0,0 4 0,-1-1 0,2-3 0,-1-8-1,0 5 1,0-2-23,0 1 1,0 5 0,0 1-1,2-6-67,0 4 0,2-3-45,-2 0 1,1 0-676,3 5 0,1-4 765,-2-12 0,-1 10 0,-4-32 0</inkml:trace>
  <inkml:trace contextRef="#ctx0" brushRef="#br0" timeOffset="68620">12706 5174 9871,'30'-4'689,"6"5"1,11 2 0,7 0-562,-15-1 1,3 1-1,4 0 1,2-1-1,2 1 1,1 0 0,2 0-427,-10-1 0,1-1 0,2 1 0,1 0 0,2 0 0,-1 0 0,2 0 0,0-1 1,0 1-1,1 0 0,-1 0 225,-2 0 0,0-1 1,1 1-1,1 0 1,0-1-1,1 1 1,-1 0-1,1-1 1,-1 1-1,0-1 1,-1 1-1,0-1 1,-1 0 55,4 1 1,0-1 0,0 0-1,-1 0 1,0 0 0,0 0-1,-1 0 1,-2 0 0,0 0-1,-2 0 1,-2-1 16,10 1 0,-3 0 0,0 0 0,-3 0 0,-1 0 0,-3 0 0,-1 0-225,14 0 0,-3 0 0,-6 1 0,-10-1 469,5-1 0,-13 1 0,-4 0 0,-17-1 0</inkml:trace>
  <inkml:trace contextRef="#ctx0" brushRef="#br0" timeOffset="69342">11610 6082 9961,'12'-8'1350,"1"0"-1081,-7 5 451,8 2-180,-4 12-181,3 21-224,-8-8 0,-2 4 15,0 13 0,-2 7 0,0 3-721,0-11 1,-2 3-1,1 2 1,-1-1 0,1-2 592,0 1 1,0-1-1,0 0 1,0 3-5,-1 3 0,0 3 0,0 1 0,0-3 0,0-6 12,0-2 0,1-4 0,0-1-60,-1 3 0,0 0 0,1 0-60,1 1 0,0 1 0,-1-7 0,1 4-1549,3 1 1,-4-7 818,-5-24 1,-1 1 0,-7-29 0</inkml:trace>
  <inkml:trace contextRef="#ctx0" brushRef="#br0" timeOffset="69828">10694 6831 9512,'-6'-7'3276,"42"2"-3086,-6 4 0,8 0 0,7 0 1,4 1-1,1-1-555,-10 0 1,3 1 0,2-1 0,1 1 0,2-1 0,1 0 0,1 1 0,1-1 0,1 0 308,-8 1 1,1-1 0,2 1-1,1-1 1,0 1 0,1-1-1,0 0 1,1 1 0,-1-1 0,1 0-1,-1 1 1,-1-1 0,0 0 34,-1 0 0,1 0 0,-1 0 1,1-1-1,-1 1 0,0 0 0,1 0 1,-2-1-1,1 1 0,-2-1 0,0 1 1,0-1-1,-2 1 1,10-1 0,0 0 0,0 0 0,-1 0 0,-2-1 0,-1 1 0,-2 0 0,-3-1 0,-2 0 152,5 0 1,-2-1 0,-3 0-1,-5 0 1,-7-1 0,2-2-1,-11 0 1,-16 1 0</inkml:trace>
  <inkml:trace contextRef="#ctx0" brushRef="#br0" timeOffset="70460">14167 6011 9871,'-6'-9'2789,"1"1"-2609,0 10 90,3 5-1,0 17-44,2 13 0,1 11-135,-1-2 0,-1 4 0,1 1-285,-1-11 1,1-1 0,0 2-1,-1 3 240,1-4 0,-1 2 0,0 3 0,1-1 0,-1-2 0,1-3-45,0 13 0,0-3 0,0-1 22,0-8 1,-1 1-1,1 0 1,2 0-1,3 5 1,2 1-1,1-1 1,1-4-83,1-3 0,1-4 0,1 3 50,-3-2 0,0 3 1,1-1-1,0-5-350,8 8 0,-2-10-2917,-3-9 2457,-11-19 1,-9-14 0,-9-13 0</inkml:trace>
  <inkml:trace contextRef="#ctx0" brushRef="#br0" timeOffset="70965">12977 6655 11400,'10'4'1350,"16"1"-811,7-3-1632,3 0 1,9 0 0,-4 1 440,-1-1 0,2 0 742,-5-1 0,7 1 0,4 0 0,2 0 0,0 0-15,-6-2 0,0 1 1,3-1-1,0 1 1,0-1-1,1 0 1,0 0-99,-4-1 1,-1 1-1,1 0 1,1 0-1,0-1 1,0 1-1,1-1 1,2 0-16,-4 0 1,3 1 0,1-1 0,0 0 0,1 0 0,0 0 0,-2 0-1,-1-1 1,-2 1 0,-2 0 22,5-1 0,-3 0 0,-3 0 0,0 0 0,1-1 0,1 1-235,1-1 0,3-1 0,1 1 1,-1-1-1,-2 0 0,-3 1 1,-6 0 249,3-1 0,-7 1 0,4-1 45,13-2 0,6-2 0,-2 0 0,-12 2 1523,3-3-1838,-8 0 0,-6-1 270,-20 5 0,0-1 0,-7 4 0</inkml:trace>
  <inkml:trace contextRef="#ctx0" brushRef="#br0" timeOffset="72442">11253 4824 8972,'3'-9'2159,"4"-4"-1710,-4 7 541,4-5-540,-2 8-181,2 7-89,0 9 90,1 29-270,-3-13-135,-1 8 0,-1-1-45,1-7-720,1 5 1,0 0-1799,5-9 2698,4 11 0,1-20 0,1-4 0</inkml:trace>
  <inkml:trace contextRef="#ctx0" brushRef="#br0" timeOffset="72784">12268 4666 10501,'-5'-7'2698,"0"0"-2428,7 27 180,-5 19-405,3-11 0,0 4-315,-2 15 0,-2 0-135,3-15 1,-1-1-361,0 7 1,1-1 764,5 12 0,0-12 0,2 3 0</inkml:trace>
  <inkml:trace contextRef="#ctx0" brushRef="#br0" timeOffset="75591">8842 14108 10141,'3'-23'450,"1"-9"0,0 8 539,4-17-89,0 14-451,2-1 451,7 11-720,-8 13 539,22 36-359,-13 10-210,-8-9 0,1 5 0,-1 2 30,-3 6 0,-2 2 0,0 0-1273,0-7 1,-1-1 0,0 6 928,-3-7 1,1 4 0,-1 4-1,-1 2 1,1 0 0,-1 0-1,0-2 228,0-2 0,0 0 1,0 0-1,-1 0 0,0-1 1,1 1-1,-1 0-52,1-1 1,0 1 0,0 0 0,-1-1 0,1 1 0,-1 0 0,1 0-1,-1 3 1,0 2 0,-1 1 0,1-2 0,0-1 0,-1-3 0,1-4 17,-2 13 0,0-7 0,1 1-60,-1 1 0,0-1 0,0 2 146,1-6 1,-1 2-1,0-2 1,1-9-207,0-8 0,0-2-585,-1 26 1,1-8-989,2-30 583,3-2-1978,-1-20 3058,1-12 0,-7-7 0,-3-5 0</inkml:trace>
  <inkml:trace contextRef="#ctx0" brushRef="#br1" timeOffset="76245">7585 14792 9781,'-9'6'3116,"7"4"160,8 3-253,29 12-3146,-10-9 196,2-5 1,10 2 0,6 0 0,2-2 153,-8-4 1,3-1 0,3-1 0,1 0-1,2-1 1,0 0 0,1 1-587,-5-1 1,2 1 0,1-1 0,1 0 0,0 1-1,1-1 1,0 0 0,-1 0 0,1-1 567,0 0 1,2 1-1,-1-1 1,1 0 0,-1-1-1,0 1 1,0-1-1,-1-1 1,-1 0-65,0 0 1,0-1 0,-1 0 0,-1-1 0,0 0 0,-1 0 0,0-1 0,-2 1-69,8-1 0,0-1 0,-1 1 0,-2-1 1,-2 0-1,-2 0 45,1 0 1,-3 1 0,-1-1-1,2-1 113,1 0 1,4-1 0,0 0-1,-4-1 1,-8 1 471,-4 0 0,-3-1-716,8 0 1,-2-1-283,-4-5-625,-20 7 775,6-3 0,-13 7 1,-1 0-1</inkml:trace>
  <inkml:trace contextRef="#ctx0" brushRef="#br0" timeOffset="78419">8207 14210 9332,'24'-14'449,"17"-1"-89,5 5-270,3 2 0,-6 4 0,-12 11-90,-17-1 90,0 15 0,-13-11 90,-6 15-180,1-14 180,-8 13-180,8-15 0,-5 14-90,17 2 90,-4-6-90,12 1 0,2 2 180,-3 7 0,5 8 90,-30-1-90,-14-13 0,-6 0-360,1-1 0,-1 1-1369,-5 1 1,2 0 843,-4 2 0,23-14 0,14-11 0</inkml:trace>
  <inkml:trace contextRef="#ctx0" brushRef="#br0" timeOffset="79133">9531 14258 9242,'0'-11'1079,"0"0"-629,-2 3-90,0 1 359,-11-8-539,6 9 180,-19-8-90,-7 12-180,-3 2-45,11 6 0,1 4-225,-8 14 180,8 0-450,16 20 360,14-24-90,21 12 90,0-25 90,21-11-90,-9-14 180,-7 1 0,-2-8-90,-14 5 90,-1 0-90,-1 4 0,-5 18 90,-6 22-90,-1 2-1639,-8 17 1,-2 2 1523,0-10-188,-1 9 1,-2-1 302,-3-11-28,2-1-332,-13-3 0,13-20-2917,-33 5 2994,26-11 0,-29 1 1,20-2-1</inkml:trace>
  <inkml:trace contextRef="#ctx0" brushRef="#br1" timeOffset="80225">8285 15284 26896,'14'-7'2465,"-22"11"-2783,-4 4 395,-9 8 1,-2 4-436,-4 12 116,10-12 0,2 0-282,2 11-332,14-1-1185,2-9 956,12 3 1,5-1 265,0-6 1,2-1 344,0 3 1,0 0-146,16 6-166,-10-5 526,-14-9 202,11 14 776,-26-14-769,-5 3-99,-21-5 1172,-12-5 102,6-2-173,-16-6-256,30-4-544,-5-13-175,27-4 102,7 2 1,5-2 82,0 0 0,1 1-548,3-5 1,-3-1-169,-4 3 1,-5 1-820,-4-16-23,-27 1 459,-3 17-702,1 12 1,-1 4 1845,-2 3-443,3 9 1,2 4-1,8 3 1,-8 9-1</inkml:trace>
  <inkml:trace contextRef="#ctx0" brushRef="#br1" timeOffset="80742">9317 15436 29884,'1'-16'-3277,"1"4"0,-1 15 0,-5 23 2210,-2 17 438,-1 6 182,4-20 1,1-2-762,7 11-2069,13 7 2603,-3-23 1,14 0 0,-9-14 0</inkml:trace>
  <inkml:trace contextRef="#ctx0" brushRef="#br1" timeOffset="81169">9806 15393 10771,'-10'4'3276,"-12"31"-1638,11-12 0,0 3 0,-1 3 0,3 0-834,6-1 0,4-2 304,7 3-1029,19 1-748,1-23 1,1-6 679,13 4-381,-11-9 1,-2-3-931,-4-5 913,1-14 1,-2-6 289,-13 8 1,-3-3 195,4-21 0,-11-1 138,-24 11 1,-10 4-123,6 7 0,-3 4 222,-2 4 1,-2 7-1622,1 11 1,2 5 1300,-6 5 1,10-1 0,1 0 0,-6 9 0</inkml:trace>
  <inkml:trace contextRef="#ctx0" brushRef="#br0" timeOffset="86358">6151 10309 8972,'-2'-25'899,"1"11"-269,4-19-450,2 20 135,10-6 0,7-1-136,19 1-89,-13 8 0,5 0 0,1 2 0,0 4 0,1 2 0,0 1-60,1 1 0,0 0 0,1 3 0,6 7 0,1 3 0,-5 1 15,-7-2 0,-5 5-75,-5 10 0,-3 7 0,-7-4 30,-14 10-30,-15-1 0,-8 7 0,-2-5 30,-3-10 0,-3-2 0,-2 4 0,-2 2 0,0-3-1093,8-8 1,0-1 0,3-2 841,-1 0 0,2 0 635,1-1 1,6-1-475,13 12 90,5-13 0,15 15 0,15-19 0,4-3 0,9 7 0,-6-9 0,7-1 0,-7-2-90,7 0-45,1-3 0,1-2-494,2-3 179,-2 0 450,-14 1 0,-3 0 0,-3-1 0,19-1 0</inkml:trace>
  <inkml:trace contextRef="#ctx0" brushRef="#br0" timeOffset="86642">7157 10407 9242,'-3'-22'1169,"2"-6"-629,3 15 269,14-5-449,6 16 0,22 13-180,-7 11 0,1 5-135,-12-11 0,-1 1-15,4 7 0,3 3 0,-4-2-75,-8-6 0,-1 0-450,11 13 0,-1-1-404,0 2-1260,-3 1 2159,-17-22 0,-3-4 0,-1-4 0</inkml:trace>
  <inkml:trace contextRef="#ctx0" brushRef="#br0" timeOffset="86833">7669 10578 9512,'-10'-36'479,"1"1"1,-15 18 0,-6 9-2119,-6 11 1,0 9 581,0 4 0,4 5 1716,2 7 1,4 5-2299,0 11 1,4-1 1184,3-6 0,-2 7 0,3-2 0,13-19 1</inkml:trace>
  <inkml:trace contextRef="#ctx0" brushRef="#br0" timeOffset="87294">7900 10249 9242,'-9'-27'2608,"17"9"-2338,23 15 0,10 8-135,0 7 0,1 3-135,6-5 0,-7 8 60,-23 10 0,-7 8 0,-12 0-30,-18 0 0,-15 0 0,-1 2-30,10-2 0,0 2 0,-1 0 0,1-2-45,-3-3 0,-2 0 0,5-2 0,10-1-540,14 10 0,16-7-508,14-18 1,13-7 0,-1-2 682,-5-2 0,1-1 1,0-2-1,4-1 1,1-3-1,-6 1 0,10-2 1</inkml:trace>
  <inkml:trace contextRef="#ctx0" brushRef="#br0" timeOffset="88375">11220 12498 10051,'-23'-11'2069,"-3"0"-1439,16 5 539,-4 0-899,18-1 0,4 3 89,23 0 1,20 1 0,4 2-907,-14 0 1,4 1 0,3 1 0,1 0 0,-1-1 0,-1 1 477,1-1 0,-2-1 0,1 1 0,2-1 0,5 2 87,-12 0 0,5-1 0,3 2 0,2-1 0,1 1 0,0-1 0,-2 1 0,-1 0 0,-4-1 0,-4 1-24,8-1 0,-5 1 0,-3 0 0,1 0 0,3 0 6,-4-1 0,2 1 0,1 0 0,1 0 0,0 0 0,1 0 0,-2 0 0,1 0 0,2 0 0,0 1 0,-1-1 0,-2 0 0,-3 0 0,-5 0 0,7 0 0,-6 0 0,4-1 60,-3 1 0,7 0 0,2-1 0,-1 1 0,-6-1 0,-10 0 30,14-2 0,-7-1 0,-2-2-270,-14-1-989,0-2-2108,-9 4 2675,-15 5 0,-3 1 1,-11 3-1</inkml:trace>
  <inkml:trace contextRef="#ctx0" brushRef="#br0" timeOffset="95078">5305 11642 6543,'4'-8'1889,"-2"1"-989,-2 2-630,6-1-91,-3 2 91,12 0 0,5 2-180,0-1 135,20 1 0,6-1-135,-15 2 0,2 0-23,7 0 1,8-1-1,3 0 1,0 1-693,-6 1 1,2 0-1,1 1 1,-1-1-1,-2 0 625,2 0 0,-1 0 0,-1 0 0,3 0 18,0 1 0,1 0 0,2-1 0,-1 1 0,-2 0-130,-5 0 0,-2 0 0,0 0 0,0 0 0,-1 0 112,6 0 0,-2-1 0,1 1 0,3 0-328,-5 0 1,3 0 0,1 0 0,0 0 0,-4 0 0,-4-1 327,5 1 0,-5 0 0,2 0 0,6 1 0,5-1 0,-3 0 0,-8 0 0,-9 0 0,-2 0 0,11 1 0,5-1 0,-9 1 0,-4-1 2053,15 2-2053,-16-2 650,-7 0-650,4-1 3276,-13 0-3160,-1 1-206,-5-1 90,1 0 0,-2 1-90,1-1 90,-8 4 0,-3 4 0,-2 0 45,-7 30 0,0 7-45,3-7 67,1 1 1,-2 11-1,1 4 1,1-4-1139,2-2 1,2-2-1,0 2 1093,-1-4 1,0 2-1,1 1 1,-1-1 22,2-1 0,0 0 0,0-1 0,1-2-45,0 1 0,0-2 1,1 0 29,-2 0 0,0 0 0,0 0 30,1 4 0,-1 0 0,1-4-60,-1-4 0,0 0 60,0 6 0,1 4 0,0-6-60,1-10 0,0 0 29,-1 4 1,1 4 0,0-4-30,1-2 0,1-2 0,-1-5 0,0-1 45,2 10 0,1-2 45,2 5-90,1 10 0,-3-20 0,-2-7 180,-1-3-90,-1 1 3186,1-4-3158,-4-2 149,1-2-87,-3 6-180,1-4 0,-1 4 90,2-7-90,-1 5 0,1-3 90,0 10-90,0-7 0,0 3 0,1-9 180,-1 2 90,0-5-180,-1 0 0,-6-5-90,1 0 0,-14-1 0,10 1 0,-36 4 0,25-2 0,-5 2 0,-6 0 0,-8 0 0,1 1 0,11-1 0,-2 0 0,-14 1 0,-8 0 0,8 0 0,17-3 0,1 0 0,-9 1 0,-5 0 0,1 0 0,4-2 0,1 0 0,-3-1-132,-3-1 0,-4 0 0,0-1 0,2 1 132,0 0 0,2 0 0,-2-1-797,-1-1 0,-4-1 0,2 0 0,7 0 752,2 0 0,1 0 22,-2 0 1,-6-1 0,-3 1 0,4-1 52,-4 2 0,2-1 0,-1 1-30,2 0 0,-2 0 0,1 0 0,2 1 0,-1-1 0,3 2 0,2 0-45,-10 0 0,5 2 248,8-1 1,4 1-114,-16 2 3186,8 1-3027,13-1 163,5-1-322,3-6 0,8-13-180,5-7 0,2-6-60,-2-10 0,1-8 1,0-3 77,2 7 0,0-2 0,0-3 0,1-1 0,-1-1-397,1 8 1,1-3 0,-1 0 0,0-1 0,1 1 0,0 1 0,-1 1 391,1-6 0,0 1 0,-1 1 0,2 1 0,-1-1 59,2 0 0,0-1 0,0 1 0,1 1 0,0 4-12,0-5 0,0 3 0,1 2 30,-1 6 0,1 1 0,-1-3 0,1-9 0,0-5 0,0 0 0,0 7 0,1-4 0,0 3 0,-1 5 0,0-1 0,0 2 0,0-1 0,0 6-90,0 2 0,0-12 3302,-3 18-3482,-2 13 1,-1 5-181,0 4-360,-1 1-449,2 1-450,0-2 1709,5-4 0,-2 3 0,3-4 0</inkml:trace>
  <inkml:trace contextRef="#ctx0" brushRef="#br0" timeOffset="96303">6259 11545 8342,'-10'-3'1080,"-2"-1"-541,6-1-359,-1-4-180,7-2 180,9-8-180,5 1 0,7-6 0,-2 4 0,2-1-1639,7-7 1,1-1 1580,-5 6 1,3-2-321,8-3 1,6-1 0,-2 4 377,1 6 0,2 2-54,-1-1 0,2-1 0,1 5 54,-2 8 0,-1 4 0,-2 5-905,4 7 0,-4 4 905,-2-3 0,-4 4 0,-8 13 0,-6 1 0,-8-9 905,6 12 0,2 3-995,2 5 54,-6-12 0,0 0 36,2 3 0,-9-16 0,-6-12 0</inkml:trace>
  <inkml:trace contextRef="#ctx0" brushRef="#br0" timeOffset="97208">7164 11487 8162,'19'-19'180,"-7"7"-90,5-11 0,14-13-90,-11 12 0,8-8 0,1 1 0,-9 11 45,6-4 0,2 1 135,7 2-90,-13 8 0,2 1 45,9-1 0,-1 1-135,6 0 90,-6 4 0,5-1 0,-1 2 44,1 1 1,-1 0-75,-3 1 0,1-1 0,0 0 30,9 0 0,-1 1 45,-1 1 0,0 1-1696,5 1 0,-1 1 1606,-10-1 0,-1 2-87,-2 1 1,-1 2 131,5 6 0,-2 2 0,9 9-90,-22-8 90,15 15-90,-19-10 90,16 19 0,-9 0-90,-1 5 45,-11-18 0,-2-1-45,2 5 0,2 5 90,-6-15-90,5 9 0,-4-7 3276,0-6-6553,0 3 3021,-13-12 1,7 3-1,-10-7 1</inkml:trace>
  <inkml:trace contextRef="#ctx0" brushRef="#br0" timeOffset="97649">8446 11497 9691,'19'5'630,"8"5"-540,-9 0 0,9 3-90,-7-4 0,4-6-90,3-12 0,0-7 45,-8-4 0,0-4 45,-3-4 0,0-1-135,4-9 0,0 0-90,-6 8 1,-2 2 224,0 2 0,-5 4 0,-7 8 0,-5 3 0</inkml:trace>
  <inkml:trace contextRef="#ctx0" brushRef="#br0" timeOffset="98399">6169 10983 8432,'8'-12'1709,"0"-3"-1259,-3 7 539,3-1-539,2 14-90,-1 10-180,2 12-90,-5-1 0,-2 0-270,2 14-450,-1-8 1,1 0 629,12 13 0,-1-7 0,8-12 0</inkml:trace>
  <inkml:trace contextRef="#ctx0" brushRef="#br0" timeOffset="99232">8599 10836 9152,'-9'-4'1259,"1"-2"-629,16-2-271,17 4-89,13 15-180,-11 18-90,-11-1 45,-26 2 0,-8-1-45,4-7 0,-3 3 0,1-1 0,9-10-180,8 6 90,5-15-539,23 2-1,-8-10-1529,23-3 2159,-15-3 0,5-5 0,-9 2 0</inkml:trace>
  <inkml:trace contextRef="#ctx0" brushRef="#br0" timeOffset="99736">8616 10585 9242,'-37'-25'1034,"4"30"1,-2 14-826,9 5 1,1 9 0,5 4-120,6-1 0,3 3 0,4 3 0,5-1-113,6 0 1,5 2-1,5-2 1,6-5-46,8-5 1,6-4 0,4-6-1,1-9-45,6-11 1,3-11 0,-1-7-1,-6-5 45,-8-4 1,-4-5 0,-3-4 0,-2 1 67,7-9 0,-3-1 0,-17 0-68,-20 4 1,-12-2-1,-7 4 1,-3 11-1026,-12 18 1,-5 13 0,0-4 1023,5-13 1,0-4 0,0 9 0,5 13 0,-2 8 0,2 3 0,5-1 0,1 3 0,0 0 0</inkml:trace>
  <inkml:trace contextRef="#ctx0" brushRef="#br0" timeOffset="102368">7717 11681 8522,'0'-13'720,"-1"-1"1079,0-1-1619,-1 17-1,0-3 226,0 33 0,2 26-261,1-23 0,1 3 0,-1 3 0,1 2 0,-1 2-303,-1-3 1,0 2-1,-1 1 1,0 2 0,0 1-1,0 1 1,0 0 188,1-5 0,-1 1 0,1 1 0,-1 1 0,1 0 0,-1 0 0,1 0 0,-1 0 0,1-2-348,-1 4 0,0 0 1,0 0-1,0 0 0,0-1 1,-1-1-1,1-2 0,0-2 318,-1 8 0,-1-2 0,1-3 0,0 0 0,1-1 22,1 10 1,1-1 0,0-3-1,0-12-287,1 10 265,0-1 0,-1-4 0,0-18 0,-1 17 750,1-32-750,-2 16 3193,1-16-3193,0 2 602,0-4-602,0-1 0,0-3 0,4 1 0,12-4 0,2-1 0,21-4 0,-13 2 0,0 0 0,-2 0 0,3 0 0,8 1 0,8-1 0,4 1 0,-2 0-820,-3 1 1,0 0 0,1 1 0,1 0 796,-1-1 0,1 0 0,2 0 0,0 0 0,-1 2 23,3-1 0,1 2 0,-1 0 0,0 0 0,-2 0-109,4 0 1,-3 1 0,1 0-1,2 0 94,-9-1 0,2 0 0,2 1 0,-1-1 0,-1 1 0,-2-1 15,8 0 0,-3 1 0,-1-1 0,2 0 0,-6 0 0,2-1 0,0 1 0,-2 0 0,-4-2 0,2 1 0,-3-1 0,-1 0-45,12 0 0,-3 0 45,-8 0 0,-5-1 0,-3-2 90,9 1 0,-21 1 3087,4-1-3087,-3 1 559,-6-1-649,4 1 90,-7 0-90,-1 0 0,-1 2 90,0-1 0,2 2 0,-3-2-90,1 2 0,0-2 180,0 1 269,1-1-179,3-4-180,-5-3 90,3-13 0,-5 3-180,3-23-45,-2 10 0,-2-2 45,1 5 0,-1-3-60,0-9 0,-1-7 0,0 2-104,0 9 1,-1 1 0,0-3 118,0-10 0,0-4 0,0-2 0,0 0-130,0 9 0,0 0 0,0 0 1,0 0-1,0 1 152,0-4 1,0 1-1,1 0 1,-1-4-525,1 3 1,-1-4 0,1-3 0,0 1 0,0 4 0,0 6 488,0-1 1,1 5 0,-1-5 27,1-1 0,0-7 0,0-5 0,0 1 0,1 3 0,-1 8-34,0-2 0,0 6 0,1-3 41,0-5 1,0-2 0,0-1-1,-1 3-7,0 2 0,0 3 0,-1 2 75,-1-4 0,1 3-45,-1 0 0,0 4 279,-2-4-279,1 15 404,-1 0-404,0 7 3276,1 5-3174,0 5 213,-1 3-225,1-1 0,0 1-180,0-1 90,-15 14 0,-4 0 0,-19 13 45,7-8 0,0-2-45,8-2 0,-2-1-23,-8 1 1,-9 0-1,-1-1 1,6-1-112,0-1 0,-2-1 134,2 0 0,-7 0 0,-4 0 0,1-1 0,1 0-282,-3-2 1,2-1 0,-1 0 0,-2 0 281,4 1 0,0-1 0,-2 0 0,-1 0 0,-2-1-166,5 0 0,-3 0 0,-2 0 0,0-1 0,2 0 0,2 1 0,4-1 166,-5 1 0,5-1 0,1 0 0,-5 0-347,8 0 0,-4 0 1,-2 0-1,0 0 1,1-1-1,3 1 1,5 0 376,-8-1 0,5 1 0,-5-1-15,6 0 0,-6 1 0,-3-1 0,1 0 0,2 0 0,7 1-234,-3-1 0,5 0 0,-3 1 183,-1-1 0,-5 1 0,-1-1 0,4 1 0,10 0 29,-16 0-53,16 1 0,-5 0 0,6 0-119,-3 1 3,3-1 0,2 1-1263,3 0 2076,-4-1 0,23 1 0,4 0 0</inkml:trace>
  <inkml:trace contextRef="#ctx0" brushRef="#br0" timeOffset="106009">11144 11280 8972,'23'-3'180,"20"2"0,6 1-90,-22 0 0,4 1-23,9 0 0,9 0 1,4-1-1,-1 1-519,-9 0 1,0-1-1,1 0 1,0 1-1,2-1 482,-3 0 0,0 1 0,1-1 0,1 0 0,2 0 0,2 0-187,-5 0 1,2 0 0,2 0 0,1 0-1,1 0 1,0 0 0,0-1 0,0 1 0,-2-1 166,-1 1 0,-1-1 0,0 0 0,-1 0 0,1 0 0,0-1 0,-1 1 0,1 0 0,-1 0-1,0 0 1,0 1 0,0-1 0,0 0 0,0 0 0,0 0 0,0 1 0,-1-2 0,1 1-10,5 0 0,2-1 0,0 0 0,0 0 0,-1-1 0,-3 1 0,-2 0 0,-4 0 22,9 0 1,-5-1 0,-3 1-1,2-1 23,2 0 0,1 0 0,-3-1 0,-4 1 420,8-2 0,-8-1-465,-11 2 0,-5 0 0,-5 3 0,-26 3 0</inkml:trace>
  <inkml:trace contextRef="#ctx0" brushRef="#br0" timeOffset="106598">11399 12594 10861,'27'2'809,"-1"0"1,17 0-1,5-1-599,-7 1 0,3 0 0,-1 0-1303,-5-1 1,-1 0 0,6 1 932,-1 0 1,7 1-1,3 1 1,1-1 0,-4 0-1,-5 0 190,2 0 0,-5-1 0,8 1-10,-11-1 0,6 0 0,4 1 0,3 0 0,1 0 0,0-1 0,-2 1 0,-3-1 0,-4 1-2,4-1 0,-4 0 0,-2-1 0,0 1 0,3 0-18,-3 0 0,1-1 0,1 1 0,0 0 0,1 0 0,0 0 0,0 0 0,1 0 0,1 0 0,0 0 0,0 0 0,-2 0 0,-1 0 0,-3 0 45,8 1 0,-4-1 0,-1 1 0,2-1 233,-1 1 1,2-1 0,0 0 0,-3 1-1,-4-1-233,16 1 0,-13-1-225,-21-1-851,2 2-2246,-13-1 2499,-10 1 1,-9-4 0,-6-1 0</inkml:trace>
  <inkml:trace contextRef="#ctx0" brushRef="#br0" timeOffset="113511">7397 12959 8612,'0'-14'1889,"-3"2"-1619,-10 1 0,-5 0-90,0 1-90,-3-1 89,-7-1-3391,-16-5 3302,11 5-234,6 3 1,0 2 143,-5 1-117,-7-2 207,-10 5-90,4 5 0,9 1 0,-11 12 0,11 7 0,13-6 0,-2 2 0,-9 12 0,-2 6-702,12-7 1,1 3-1,0 0 702,1-3 0,0 2 0,1 3 456,2 7 0,0 6 1,1-1-1,4-6-456,1-2 0,3 0 0,2 3 0,0 7 0,1-1 0,3-10 354,4 9-324,3-7 0,1 7 0,3-7-30,0-12 0,3-3 0,4 18 0,6-2 0,13-11 0,1-4 0,-12-9 0,2-3 0,8 0 0,5-2 0,-2-4 104,-2-4 0,1-3-104,11-2 0,7-2 0,-5-1 0,-6-1 0,-1-1 0,-4 0 0,2 0 0,-3-2-337,-2-3 0,0-3 337,-1-3 0,2-4 0,-2 1 45,3 0 0,1-3-45,-5-4 0,3-6 0,-1-1 0,-7 5 0,-5 3 0,-3-1 0,3-9 0,2-9 0,-1-1 0,-5 5 0,-6-2 0,-4-1 22,0 10 1,1-3-1,-3-1 1,-4 1 37,-5-9 0,-7 0 0,-9 2-6,-1 14 0,-6 1 0,-4 1 0,-2 1 0,-2 2-114,2 3 0,-2 1 0,-3 1 1,0 2-1,-1 1 0,-1 2-120,-1 3 0,-2 1 0,-1 1 0,0 3 1,1 1-1,2 2 45,-9-1 0,1 3 0,2 3 0,4 7 135,-4 9 0,5 8 0,10-2 0,3 9 0,9-5 0,0 0 0</inkml:trace>
  <inkml:trace contextRef="#ctx0" brushRef="#br0" timeOffset="115126">16324 12896 6903,'7'-16'1349,"-1"3"-449,-2 3-271,-3 3-269,1-2 90,-1 3-90,-1-1-90,-1 2-1,0-1-89,-3 2-180,-4 4 90,-2 4-90,-2 3 0,0 2 0,-10 11 90,0 1-90,-1 4 0,0 2 0,-5 10 0,11-16 0,2 1 0,2 8 0,4-2 0,1-3-45,1 12 0,4-1 45,4-14 0,4 4 0,2 0 0,10-1-90,6 4 90,9-10 0,-11-11 0,28-9 0,-20-11 0,11-3 0,-23-6 90,-13-7-90,-5 10 0,-15-23 0,4 27-90,-24-16-180,15 23-179,-12-2-2828,0 14 3106,16-1 1,-7 8 0,15-4 0</inkml:trace>
  <inkml:trace contextRef="#ctx0" brushRef="#br1" timeOffset="117354">6094 14046 6531,'-18'-6'767,"7"1"-243,-20-6-79,6 4 93,-17-2-86,7 4 0,0 2-357,-5 0 57,4 4 0,-8 2 1,4 3-60,-1 6 1,1 6 41,-3 0 0,-2 3 0,2 3-782,10-2 0,2 2 0,3 5 773,4 3 1,1 3 0,2 3 0,5 1-52,6-2 0,3 1 0,3 1 0,0 1-13,-1 0 0,1 1 1,2 0-1,3 0-42,3-3 1,4 0 0,2 0-1,3-3-2,5 0 1,2-2 0,4-2 0,3-2 128,6 0 1,4-1 0,4-4 0,2-4-40,-1-8 0,3-3 0,2-4 0,0-1 0,-2-1 195,3 1 0,-2 0 0,0-5 0,-1-8 23,-3-8 0,2-6 1,-2-6-1,-4-2 0,-5 0-182,-7-5 1,-6-2 0,-3-2 0,0 0-101,1 0 1,0 0 0,-2-1-1,-4-2-19,-6 3 0,-2-2 0,-2-1 0,-3 2 1,-3 1-9,-4-3 1,-4 2-1,-3 2 1,-1 0-220,0 0 0,-2 0 1,-2 2-1,-5 3-10,-3 5 1,-3 2 0,-4 2 0,-1 4-1,-2 5-20,-3 7 0,-3 6 1,-2 4-1,1 1 0,3-1-158,-1-5 1,2 0 0,0 2 0,-1 8-75,-1 9 0,-3 8 1,0 4-1,6 1 0,9-4-19,6 2 1,6 1 509,-4 4 1,-1 4 0,6-4 0,6 16 0,3-1 0</inkml:trace>
  <inkml:trace contextRef="#ctx0" brushRef="#br0" timeOffset="118784">15982 14617 8702,'-8'-3'720,"4"-4"-540,6 3 269,10-4 91,7 1-90,12-4-91,10-1-89,6-1-90,-5 3-90,-3 3 90,-1 5-90,-14 3-90,1 1 90,-18 5-90,-7 4 0,-8 6 90,-11 5-180,-13 8 90,11-13-90,-5 11 90,23-20 0,5 9-90,17-5 90,-2-3-90,6 0-360,3 2 360,-11-4-269,14 14 89,-22-2 180,-2 3 90,-30 10 45,1-17 0,-4-2-45,1 2 0,-1-2-180,-9 1 0,0-2-2069,-9 6 990,10-4 1259,11-3 0,15-2 0,0 1 0</inkml:trace>
  <inkml:trace contextRef="#ctx0" brushRef="#br0" timeOffset="119760">17080 13823 8702,'-25'-8'2519,"9"-2"-2250,7 3 1,15 0-1909,18 5 1,5 3 1203,11-3 25,0 2 1,10 2 0,1-1 438,-4 0 1,2 0 0,1-1-334,-12 1 1,1 1 0,1-1 0,2 0 0,1 0 303,4 0 0,2-1 0,3 0 0,-1 0 0,0 0 0,-2 0-203,1 0 0,-2 0 0,-1 0 0,2 1 0,0-2 203,-1 0 0,2 0 0,1 0 0,-1-1 0,-2 1 0,-5 0 62,-1 0 1,-3 0 0,-3 0 0,1 0-63,9-2 0,-1 0 0,-8 0 1138,10-3-4415,-1-2 3127,-37 6 1,-13 2 0,-19 7 0</inkml:trace>
  <inkml:trace contextRef="#ctx0" brushRef="#br0" timeOffset="121724">9626 12958 9691,'-4'-15'0,"-7"-7"180,0 3 90,-9-6 90,-15 4-360,11 8 90,-4 6 0,-2 3 0,-13 6-30,10 6 0,-5 4 0,1 1-15,-4 4 0,0 5-45,4-1 0,-2 3 0,3 4-172,10 1 1,3 4 0,1 0 0,3-2 171,-9 8 0,6 4-36,10-7 0,2 7 0,1 3 0,4-2 0,5-4-54,10 5 0,6-4 1,1 2 44,-5-3 0,0 3 0,2-1 0,2-5 45,4-1 0,3-4 0,5-4-45,3-7 0,4-2 0,1-3 0,-5-3 45,-1-1 0,2-2 0,7-1 0,9 0 0,0-2 0,-10-4 94,-10-5 0,-2-3-72,9-3 1,6-4-1,0-2 1,-6 0 22,-1-5 0,-2-4-23,-3 3 1,3-3-1,0-1 1,-5-2 6,-3-4 1,-4-2 0,-3-4 15,-2-5 0,-3-4 0,-1 0 0,-2 2-45,0 5 0,-3 3 0,-3-4 22,-5-6 1,-4-4 0,-4 1-1,-4 5-84,-5 7 0,-4 5 0,-3-1 84,1 1 1,-4-1 0,-1 0-1,-1 4 23,-2 3 0,-1 2 0,-1 2 0,1 2-45,0 0 0,1 3 0,-1 3-120,-7 3 0,-1 3 0,4 6 42,4 5 1,2 5 77,-5 4 0,-3 4 0,4 0 0,4 2 0,2 2 0,-5 8 0,1 1 0</inkml:trace>
  <inkml:trace contextRef="#ctx0" brushRef="#br0" timeOffset="123026">18417 12928 8882,'-9'-18'809,"-17"-11"-629,4 10 0,0 4 0,-4 3-45,-2 11 0,-1 4-90,2-1 0,0 3-45,-6 6 0,4 5-1639,13 10 1,6 1 843,0 12 419,19-9 0,7 4 0,2-4 376,1-5 0,4 1-113,3 3 0,5 5 1,1 0-1,-5-5 68,-3-4 0,0-1-45,5 7 0,3 1 0,-9-6 0,-10-9-90,2 20 2497,-55-17-2137,-2-11 0,-3-2 1258,12-1 0,0-3-1393,-16-11 0,12-7-45,32 1 0,19-19 0,10-3-45,-2 12 0,4-2 45,3-3 0,5-7 0,0 1 0,-4 4 0,-2 2 0,-3 0-1008,-1-10 0,-2-5 0,-11 8 1008,-23 6-375,-6 6 0,-7-2 0,-3 5 330,-11 4 0,-7 5-775,10 5 1,-6 0 0,1 2 0,3 1 558,-11-1 0,2 5 0,9 2 0,-1 3 0,7 1 0,-4 7 0</inkml:trace>
  <inkml:trace contextRef="#ctx0" brushRef="#br1" timeOffset="124299">10283 14905 27075,'-45'-14'-2251,"14"5"1705,-10-3 635,17 7 1,-3 2 298,-19 0 1,-2 2-180,12-1 1,-3 2-41,0 3 1,-5 2 0,-1 2 0,6 1 84,-7 3 1,1 2-225,9-3 1,-3 0 0,-1 2 0,2 2 72,1 3 1,1 2 0,0 1 0,2 3-110,0 2 1,1 3 0,0 1 0,1 0-88,1-1 0,-1 1 0,2 1 0,2 1-136,4 0 1,1 1 0,3 2 0,3-1-346,3 12 1,4 1 0,3-3-534,-1 0 1,4 0 414,7-4 0,3 5 1,2-2-1,0-7-663,1-5 1,4-2 878,5 1 1,5 5 0,3-1-1,-3-7 36,6-5 0,1-4 314,1 2 1,4 0-1,2-4 385,8-9 1,2-6 0,-2 0 605,-2 0 1,2-2-331,-1-3 1,6-3 0,0-1 0,-5 0 342,-9 0 0,-3-1 0,3-1-418,2-2 0,3-2 0,2-2 1,-2 1-1,-3-1 95,5-3 1,-4 0 0,1-3-343,0-2 0,2-2 0,-2-3 1,-6 0-228,-4-7 1,-5 0 0,-2-1-327,-2 7 0,-1 1 0,-5-4-267,-5-13 0,-4-4 0,-6 3-763,-7 1 0,-7 0 767,1 8 0,-4-4 0,-3 0 0,-3 4 221,-4 5 1,-3 2 0,-2 3 0,-1 0 107,-2-2 0,0 1 1,-2 3-1,-4 3 271,-1 6 0,-3 1 0,-3 4 0,1 5 0,0 4-155,3 7 1,0 5 0,0 4 0,1 1-1,1-3 327,-2-2 1,1-2 0,2 2 0,1 5-40,3 6 1,0 4 0,4 2 0,7 0 0,5 7-1,6 1 1,-3 2 0,0 1 0</inkml:trace>
  <inkml:trace contextRef="#ctx0" brushRef="#br0" timeOffset="125219">17798 14599 8882,'4'-14'1439,"-1"-1"-809,0 1-181,1 62-359,-3-2-60,0-4 0,0 8 0,0-3-75,0-4 0,1 1-354,0-8 0,1 4 1,0 0-1,1-5-148,4 1 1,0-3 0,1 10 0,3-5 0,8-13 0</inkml:trace>
  <inkml:trace contextRef="#ctx0" brushRef="#br0" timeOffset="125651">18381 14625 9602,'-7'-15'539,"-1"2"-89,-8 13 0,-16 25-360,14-9 0,0 3 29,-2 9 1,-1 6 0,3 1-1213,3-1 1,3 1 0,0 0 827,-1-1 0,1 0 1,3 0 202,1 17 1,7-4 86,10-19 0,2-4-58,9 14 265,14-22 1,8-10-461,0-19 0,1-6 668,-9 7 1,0 1 0,-2-6 163,3-10 0,-3-7 0,-6-1-431,-11 3 0,-5 0 1,-3-2-150,-1-2 0,-3-1 0,-5 1-10,-6 2 1,-4 0 0,-4 4-91,-12-10 1,-9 6-320,-5 15 0,-8 4 1,2 5-626,9 4 0,1 4 0,-1 2 200,0 3 1,-1 1 0,0 3 0,6 1 449,-7 8 1,6 4-1,-3 8 1,4 2-1,9-3 1,0-1-1</inkml:trace>
  <inkml:trace contextRef="#ctx0" brushRef="#br0" timeOffset="131859">6346 16720 8252,'10'-18'900,"-3"3"-450,-1 0-1,-3 7-449,0 9 180,-5 22-90,-5 19 0,-1-5 0,-2 4-1729,-3 5 1,-2 0 1625,1-1 1,-2 0-284,5-13 1,-2 0 0,1-3 295,0-1 0,0-1-116,1-3 1,2-2 25,-4 6 90,15-19 0,1-3 2794,11-12-2884,-4 1-1766,18-4 1766,-14 5-227,23-3 47,6 3-917,-2 0 1,2 0 1186,-13 1 0,0 0-90,8-2 0,3-1 0,-8 0 90,-1 0-45,3-6 0,-2-1 2149,-18 2-2104,10-18 180,-16 4 90,2-7-91,-6 5 317,-2 9-136,-1 6 2916,-13 49-2858,3-12 0,0 4-329,0 4 1,-2 4 0,2 1 30,-1 4 0,1 2 0,1-3-120,0 5 0,2-3-135,3 6 0,3-7-134,6-14-2520,21 7 2789,-8-27 0,18 1 0,-7-14 0</inkml:trace>
  <inkml:trace contextRef="#ctx0" brushRef="#br0" timeOffset="132141">7308 17027 10411,'-3'-12'1349,"16"13"-1259,1 5 135,22 22 0,3 7-180,-19-18 0,0 2 22,7 7 1,6 7-1,2 1 1,-3-2-1161,1 0 1,-3-1 0,1 0-1,4 4 1,1 0 0,-2-1 898,-6-6 0,0-2 0,-3-5 194,12 5 0,-18-16 0,-4-8 0</inkml:trace>
  <inkml:trace contextRef="#ctx0" brushRef="#br0" timeOffset="132342">7875 16954 10321,'-18'-24'360,"-4"13"-90,-15 9-1909,6 19 1,0 9 761,2-1 0,0 6 899,5-2 1,-2 4-1,1 1 1,2-2-183,2 0 0,3-2 1,-1 2-411,-5 11 0,0 2 0,4-4-178,6-8 1,2-3 747,3-5 0,3-2 0,5 2 0,4-10 0</inkml:trace>
  <inkml:trace contextRef="#ctx0" brushRef="#br0" timeOffset="132967">8441 16739 10321,'7'-24'2699,"-3"11"-2340,-14 29-269,-3 7 0,-1 3-45,-1 4 0,-2 2 22,-1-1 1,-4 5-1,0-1 1,3-4-762,0 2 0,0-2 664,-4 5 0,-2 3 0,5-5-105,6-9 1,4-5-46,-4 8 92,21-12-1,1-14 265,23-12-266,5-9 1,9-1-1,1 5 90,-9 10 0,-11 13-180,12 8-1246,-11-11 1,0-1 1335,18 6-641,-8-15 0,-2-6 641,4-16-155,-15 7 0,3-4 1,-2-1 334,3-7 0,-3 0-795,0 1 1,-2 3 794,3-9 1589,-20 30-1230,-3 10 1188,-6 14-1457,-6 24 0,-3 11-90,6-18 0,0 1 0,1 3-68,0 2 1,1 2-1,0 1 1,2-3-83,1 2 0,2-2 0,3-1-300,5 0 0,2 0 0,2-5-196,5-2 0,3-5-1083,5-1 1,1-6 1673,14-5 1,9-17-1,-11-6 1</inkml:trace>
  <inkml:trace contextRef="#ctx0" brushRef="#br0" timeOffset="133934">16484 16465 7982,'-19'-11'2429,"6"-4"-1170,4-10-899,19 4-135,19 11 0,8 4-135,-5 3 0,3 3-90,3 2 0,5 1 0,-3 3-45,8 5 0,-3 4-45,3 4 0,-9 7 90,-19 7 0,-11 3-45,-8-4 0,-8 0 45,-16 6 0,-8-1-759,-4 0 1,0-3 758,11-8 0,1-2 178,0 2 1,4-3-179,9 5-180,38 6 90,-7-13-120,9-8 0,9-2 0,-3-3-60,-1-4 1,1-3-824,8 1 1,6-1 0,-4-1 783,-1-2 1,-3-1-1,4-1 1,-3 0-1,-12 0 1,-1 0-1</inkml:trace>
  <inkml:trace contextRef="#ctx0" brushRef="#br0" timeOffset="134210">17563 16507 9781,'-16'-15'720,"-2"-2"-360,9 11-180,7 17-90,5-1 0,19 24 0,10 8-90,-5-9 0,2 0-90,-6-5 0,2 0 0,-1 0-270,9 8 0,-3-5-1889,10-1 1170,-12-9 1079,-3-12 0,-9-10 0,2-4 0</inkml:trace>
  <inkml:trace contextRef="#ctx0" brushRef="#br0" timeOffset="134399">17983 16632 8702,'-9'-32'1439,"-8"0"-629,-12 12-451,1 17 1,-3 4-270,7 2 0,-2 4 90,-11 13 0,-6 8 0,6-2-1819,11-6 1,0 3 1410,-3 5 0,-6 6 1,1 2-1,6-4-537,1 4 1,4 0 48,1-5 0,-1 1 1,4-3 715,4-4 0,4-4 0,2 5 0,6-11 0</inkml:trace>
  <inkml:trace contextRef="#ctx0" brushRef="#br0" timeOffset="134832">18308 16421 10051,'-4'-13'2699,"-2"-3"-2250,1 3-269,5 0 360,32 7-450,-7 3 30,6 3 0,8 1 0,-4 1-120,-9 1 0,1 2 45,23 3 0,-3 5-45,-15 16-1639,-35 9 1,-11 3 1150,-3-5 1,-6 0 487,2-7 0,-5 2 0,0 1 0,0-2 273,-3 3 1,2-2 0,-1 0-274,3-1 0,0 0 0,2-1-45,-2 12 0,6-3 45,12 4 0,21-6-45,17-21 0,10-6-887,-8-5 0,3-3 1,0 0 631,1 2 0,1-1 0,-1-2 153,1-2 0,0-1 1,-2-1 146,3 0 0,-3-1 0,-8 1 0,-1 0 0,2-1 0,0 1 0</inkml:trace>
  <inkml:trace contextRef="#ctx0" brushRef="#br0" timeOffset="135008">19363 17026 11850,'-43'-11'1889,"19"5"-4317,-3 5 1258,27 8 1170,1 4 0,3-3 0,-1-3 0</inkml:trace>
  <inkml:trace contextRef="#ctx0" brushRef="#br0" timeOffset="142241">18313 2889 7263,'-1'-12'719,"1"0"-359,-1 5-180,0-1 630,0-1-720,-2 19-90,-2 2 45,-2 18 0,0 6 0,1-9 0,0 2-45,-1 9 0,-1 6 0,2-2-90,0 5 0,1 0-360,2-11 0,0 0 0,1-2-90,2-1 1,2-5 539,4 2 0,4-17 0,-2-4 0</inkml:trace>
  <inkml:trace contextRef="#ctx0" brushRef="#br0" timeOffset="142683">18752 2923 8072,'0'-21'1440,"2"4"-721,-3 10-359,-10 15-90,-4 6-45,-7 13 0,-4 9-1318,8-5 1,0 2 0,1-1 784,-6 8 1,1 2 227,8-6 1,1 2 0,7-3 79,10-6 0,4-2-253,1 3 0,3-1 208,12 1 0,7-7-914,4-13 1,2-5 958,-9 2 0,0-4 667,8-11 0,-4-7-757,-12-13-381,-21-1 1,-7-2 470,-6-4-600,-26 9 0,-7 7 510,-1 17 515,10 3 1,1 3-3703,-5 21 3051,21-8 1,8 10 0,15-14 0</inkml:trace>
  <inkml:trace contextRef="#ctx0" brushRef="#br0" timeOffset="143032">19186 3132 8882,'-4'-14'720,"10"8"-361,9 10-89,13 13-90,7 10 0,1 3-135,-16-14 0,0 2-75,8 7 0,4 4 0,-7-4-240,-3-3-1369,2 4 1,-2-2 1625,-11-13 0,5 8 1,-12-14-1</inkml:trace>
  <inkml:trace contextRef="#ctx0" brushRef="#br0" timeOffset="143233">19598 3128 8702,'-28'-6'315,"-6"15"0,0 5-225,-1 6-1,5 1 1,-5 6 0,4-1-45,11-5 0,1 1-135,-14 16 1,2 0-181,5-2 270,12-10 0,3-1 0,3-4 0,-2 11 0</inkml:trace>
  <inkml:trace contextRef="#ctx0" brushRef="#br0" timeOffset="143559">19958 3046 8522,'-1'-14'720,"0"0"179,0 8-719,-9 13-90,5 0 45,-9 24 0,0 11-90,5-3 0,2 1-225,-4 7 0,1 1-405,5-1 1,2-4 584,7 6 0,2-8 0,4-9 0</inkml:trace>
  <inkml:trace contextRef="#ctx0" brushRef="#br0" timeOffset="143976">20361 3009 8792,'2'-18'540,"0"6"-1,-17 12-269,3 13-45,-11 12 0,-3 7-105,8-5 0,0 2 0,0 0-120,-7 7 0,2 1 45,-2 3 0,4 0 45,9-10 0,4-2-90,-3 16 45,13 2 0,8-1-225,12-5 0,15-11 0,3-6 180,3-15-90,-9-12 0,6-5 0,-9-3 0,0-18 45,-11 0 0,-8-1 45,-27-5-30,-13 18 0,-11 4 0,2 4-105,5 7 0,0 5 135,-3-1 0,-3 2 0,8 4 0,-2 17 0,19 9 0</inkml:trace>
  <inkml:trace contextRef="#ctx0" brushRef="#br0" timeOffset="144310">20893 3226 9062,'-13'-22'2428,"5"5"-2158,11 16 0,23 30-180,0 1 30,-2 0 0,5 7 0,-2-2-165,-1-4 0,0 1-225,0 1 0,2 2 0,-2-4-1369,0-3 1,-3-4 1310,4 4 1,-8-16-1,-12-11 1</inkml:trace>
  <inkml:trace contextRef="#ctx0" brushRef="#br0" timeOffset="144511">21335 3276 9602,'-27'-20'329,"1"0"1,-21 22 0,-2 12-285,5 1 0,1 7-105,4 4 0,-2 7 0,4 0-1033,9-4 1,4 1 0,2-2 545,-3 1 1,3-1 0,-1 5 0,5-4 0,10-10 0</inkml:trace>
  <inkml:trace contextRef="#ctx0" brushRef="#br0" timeOffset="144851">21609 3127 8972,'-5'-17'719,"2"6"541,0-8-990,5 27 89,-1 18-179,3 16-90,-4-5 0,1 2-45,0-10 0,1 0-45,0 12 0,0-1-360,2-8 1,1-2-1280,1 3 1,1-3 1377,3 8 1,3-10 0,-5-19 0</inkml:trace>
  <inkml:trace contextRef="#ctx0" brushRef="#br0" timeOffset="145260">21864 3141 9422,'-4'-11'449,"1"1"-179,10 1-180,1 3 180,37 1-180,-19 3-45,4 1 0,3 1 90,5 5 0,-1 0-135,4 0 90,-11 10 0,-12 6-45,-38 8 0,-12 2-45,16-7 0,-2 1 0,-10 5 0,-5 3 0,6-4-90,1 12 45,9-9 0,6-1 45,17 2-180,18-7-45,5-17 0,2-4-45,8 1-780,2-8 1,9-3 0,-7-1 639,-16 0 0,1-1 1,12-4-1,7-2 1,-6-1-1,-8-2 0,1 0 1</inkml:trace>
  <inkml:trace contextRef="#ctx0" brushRef="#br0" timeOffset="145861">22739 3036 8882,'-8'-18'899,"-2"-7"-629,6 15 180,-3-10 270,-4 9-451,-7 8-89,-9 10 0,-2 8-45,2 6 0,1 5-90,-4-1 0,3 5 0,9 6 0,9 2-45,16-5 0,5 0-1540,-3-6 1,3 0 1539,10 6 0,4-2-322,-1-8 1,1-1 276,4 3 0,1 1-268,2 0 0,-3-1 268,-7-7 0,-8 0 45,-20 18 0,-19-23 0,-8-4 0,-5 2 0,-2-2 920,3-4 0,1-1-920,3-3 0,3-2 0,1-7 0,11-9-45,38-19 0,15-4 538,-17 17 0,2-1-493,6-7 0,6-8 0,0 0 0,-7 3 461,-3 1 0,-6-3-461,-4-3 0,-1-8 0,-6 0 0,-10 7-60,-15 8 0,-11 5 1,0 1-361,3-6 0,0 1 0,-5 10 17,-9 15 0,-4 10 0,6 6 0,7 6 1,5 5-1,6 3 0,0 0 0</inkml:trace>
  <inkml:trace contextRef="#ctx0" brushRef="#br0" timeOffset="147791">16962 4632 7443,'-9'2'-390,"2"-2"0,7 3 0</inkml:trace>
  <inkml:trace contextRef="#ctx0" brushRef="#br0" timeOffset="148510">16202 5437 6903,'-14'9'630,"-1"4"-450,9-2 269,8 10-359,3-9 270,22 14-180,-13-16-45,7 1 0,4 0-45,0-6 0,6-4-18,2-3 0,6-3 0,5-1 0,1-2 0,1-2-519,-7 1 1,2-3 0,1-1 0,0-1 0,1 0 0,-1 1 0,-1 0 461,3 0 0,0 1 0,-1 0 0,0 0 0,2-2 0,0-2 7,-4 0 1,2-2-1,1-2 1,1 0-1,-1-1 1,-2 1 0,-2-1-1,-3 1-156,3-3 0,-4 0 0,-1 0 0,-2 0 0,2 0 151,1 0 1,-1 2 0,1-1 0,0-2 0,1-2 7,-2-1 1,1-3 0,2-2 0,-1-1 0,0 0 0,-3 1-1,-2 3 42,5-7 1,-5 2 0,0 0-1,2-2-52,-5 6 0,2-1 0,0-2 0,1 1 0,-3 1 0,-2 2 75,2-3 0,-2 0 0,-3 3 0,-2 3 0,2-5 0,-3 4-90,11-12 180,-11 8-2609,-14 21 2136,-1 4 1,-13 14 0,-7 13 0</inkml:trace>
  <inkml:trace contextRef="#ctx0" brushRef="#br0" timeOffset="149788">18498 4942 8702,'-1'-25'270,"1"3"449,0 1-539,1 9 450,3-17-450,-2 20 90,1-5-90,4 24-90,-4-3 0,6 35-1,-8 5-89,1-18 0,-1 2 45,-2 7 0,0-2-45,0 5 45,-1-10 0,-1-1 45,2-8-90,-3 8 0,3-20 0,3-47 0,0 14 0,2-11 0,1-5 0,1-3 0,1 2 0,-2 13 0,-1-1 0,5-21 0,-1 4-90,-2 19 90,5 2 0,-4 36-449,6 25 269,-2-7-90,10-1 90,3-21 90,8-10 45,-3-13 0,2-6 0,-5 0 0,0-3 45,6-4 0,-2 0 0,-9 3 0,-2 9 0,1 23 0,-11 11 0,-7 5 0,-3 5 0,-1 5 0,0 3-1639,1 2 1,0 0 1580,0-7 1,0 0-1277,3 1 1,3-6 1333,4-16 0,7 0 0,0-13 0</inkml:trace>
  <inkml:trace contextRef="#ctx0" brushRef="#br0" timeOffset="150049">19253 4774 9961,'2'19'1799,"-1"8"-1754,1-3 0,0 3 90,-2 17 0,-3 1-1774,0-11 1,0-1 311,0 3 1,-1 0 734,0-7 1,-1-6 591,3-13 0,-1 1 0,2-9 0</inkml:trace>
  <inkml:trace contextRef="#ctx0" brushRef="#br0" timeOffset="150379">19242 4772 9691,'-7'-29'810,"9"10"-4087,44 0 1253,-10 15 2421,-2 7 0,9 2 1,1 3-1,-7 1-352,0 5 0,-8 7-570,-4 12 1,-13 3 614,-30 11 0,-12-26 0,-16-1 0,0-2 0,10-1-1729,14-1 1,2-2 1304,-24 5 0,15-2 0,52-3 0,9-13 0</inkml:trace>
  <inkml:trace contextRef="#ctx0" brushRef="#br0" timeOffset="150552">20085 5087 11760,'-10'-25'337,"19"2"1,-6 2-1,17 0 1</inkml:trace>
  <inkml:trace contextRef="#ctx0" brushRef="#br0" timeOffset="-203671.73">19488 12485 10051,'1'-13'-765,"1"3"1,0 4-1,0 4 1</inkml:trace>
  <inkml:trace contextRef="#ctx0" brushRef="#br0" timeOffset="-202088.73">19282 14748 10771,'43'2'1259,"-14"-2"-1079,12 3 0,6 0-45,0-1 0,6 2-431,-13 0 0,6 0 1,3 0-1,-1 1 0,-3-1 228,0 1 1,-3-1 0,1 0 0,0 1-23,-1-1 0,2 1 0,0 0 0,-3-1 0,-5 0-135,12 3 0,-8-1-135,-12-3 1,-5 1 475,2 0 1,-13-1 0,-10-2 0</inkml:trace>
  <inkml:trace contextRef="#ctx0" brushRef="#br0" timeOffset="-201655.73">20092 14718 9332,'-6'-11'1799,"1"-2"-630,1 2-629,1 0-181,14 9-359,-2 4 90,11 7-180,21 17 1,-19-12-181,13 9 0,2 0-90,-6 0 180,-5-6 0,0 1-449,7 8 269,-12-4 360,-8-1-90,-27 3 45,-5-8 0,-3 1 45,-14 11-270,-5 1 0,1 0-90,8-4 360,-5 5 0,1 1 0,11-6 0,6-5 0,0-1 0</inkml:trace>
  <inkml:trace contextRef="#ctx0" brushRef="#br0" timeOffset="-200845.73">20919 14193 8702,'-5'-18'3058,"0"0"-1798,3 10-931,-2 26 1,-1 24 0,1 2-195,0-5 0,0 2 0,1 3 0,-1 3-348,0-6 1,0 3-1,0 2 1,0 2-1,-1 0 1,1-2-1,1-2 249,-2 6 0,2-3 0,-1 0 0,0 1 0,0 6-90,0-11 0,0 2 0,0 3 0,0 2 0,0 1 0,-1 0 1,1 0-1,0-1 0,0-1 0,0-3 121,1 1 1,0-1-1,0-2 1,1 0-1,-1 0 1,1 0-1,-1 1 1,0 2-50,0-3 0,-1 0 0,1 1 0,-1 1 0,1 1 0,-1-1 0,1 1 0,0 0 0,0 1 0,0-1 22,1-1 1,0 0 0,0 2 0,1-1 0,0 1 0,-1 0 0,1-1 0,1-1 0,-1-1 0,0-1-1,1-3-331,-1 7 1,1-2-1,1-1 1,-1-2-1,1-1 1,-1 1-1,1 1 278,-1 1 0,0 0 0,0 0 0,0 0 1,0-1-1,1-1 0,0-2-185,1 5 0,0 1 0,0-3 1,0-5-1,0-9-162,0 8-2917,-3 10 0,-7-79 3165,-1-1 1,-1-5 0,2 6 0,0-2-1,0-1 1,-2-5 0,0 0 0,1 1-1</inkml:trace>
  <inkml:trace contextRef="#ctx0" brushRef="#br0" timeOffset="-199488.73">20701 14233 9422,'-27'-22'2068,"7"-7"-1708,19 12 270,38-6 0,16 4-451,-11 8 1,9 3-565,-16 3 0,8-1 0,4 1 0,2 0 1,0 1-1,-2 0 0,-6 1 407,5 0 1,-5 2-1,1 0 1,8 0-218,-12 0 1,5 0 0,4 0 0,2 0 0,3 0-1,1 0 1,-1 0 0,-2 1 0,-2-1 0,-3 0-1,-6 1 213,9 0 0,-9 0 0,-1 0 0,4 0 0,8 0-7,-14-1 0,5 1 0,4-1 1,2 1-1,4-1 0,2 0 1,1 0-1,1 1 0,0-1 0,0 0 1,0 0-1,-3 0 0,-1 0 1,-3 0-1,-3 1 0,-4-1-137,13 0 1,-6 0 0,-4 0 0,0 0-1,0 0 1,4 0 0,5 0 131,-11 0 0,2 0 0,4 0 0,2-1 0,1 1 0,2 0 0,1-1 0,0 1 0,-1-1 0,0 1 0,-1-1 0,-2 0 0,-2 1 0,-3-1 0,-3 0-174,14-1 1,-3-1-1,-4 1 1,-1-1-1,-2 1 1,1-1-1,1 0 180,-1 1 1,1 0 0,1-1 0,-2 1 0,-1-1 0,-2 0 0,-2 0-39,12-2 1,-2 0 0,-5 0 0,-3-1 145,-5-1 0,-4 0 0,-4 1 199,-3 1 1,-2 0-230,4-2 0,-2 0 1574,-4 1-1664,-5 1 180,9-2-180,-18 6 2310,7-2-2220,-3 4 0,1 2 0,0-1 1999,0 4-1999,-7 6 0,-1 12 0,-1 7-45,-4 4 0,-2 7-15,0-4 0,1 5 0,-1 3-365,-1-7 0,0 2 1,0 3-1,0 2 0,0 0 350,0 0 0,-1 1 0,1 1 0,-1 1 0,0 2 0,0 1 75,0-8 0,0 1 0,0 1 0,-1 2 0,1 0 0,-1 0 0,1-1 0,-1-1 0,1-1-186,-1 6 1,1-2 0,-1-1 0,1 1 0,0-1-1,-1 1 1,1 0 140,-1-1 0,1 0 0,-1 1 0,0 0 0,1 0 0,-1 1 0,1-1 0,0 0 33,1 0 1,0 1 0,0 1 0,0-1-1,1 0 1,-1-2 0,1-1 0,-1-3-44,0 5 1,0-3 0,1-2 0,-1 2 0,1 7-178,0-9 0,0 5 0,1 4 0,0 3 1,0 0-1,1 0 0,-1-2 0,0-3 0,0-5 0,0-7 164,1 5 1,-1-8 0,0 0-1,1 5-10,0 2 1,0 6 0,1 3 0,0 2 0,0-2 0,0-3 0,1-6-281,0 0 1,1-5 0,-1-2 0,1 1 297,0 6 0,0 0 0,1 2-8,0 2 0,2 4 1,-1-2-1,0-7 23,-1-2 0,1-3-11,-1 1 1,0 3 0,0-6 55,2 10 1166,-2-15-1166,-3-6 1878,-3-15-1968,-2 2 2809,-4-8-2809,-8-3 1670,1-2-1805,-12-1 0,-8 0-958,2 1 1,-3 1 0,-2-1 963,-3 0 1,-2-1 0,-1 1 128,3 1 0,-1 0 0,-2-1 0,0 1-287,-5 0 0,0-1 1,-3 1-1,-3-1 274,13 1 0,-3 0 0,-1-1 0,-1 0 1,-1 1-1,1-1 0,2 1 13,-5-1 0,2 1 0,0 0 0,0-1 0,-1 1 0,-2-1-13,3 1 0,-2-1 0,-1 0 0,0 0 1,0 0-1,0 0 0,1 0 13,2 1 0,1-1 0,0 1 0,0 0 0,0 0 0,0 0 0,-1-1-23,3 1 1,0 0-1,-1 0 1,0 0-1,0 0 1,-1 0 0,2 0-1,-1 0-3,-5 0 0,1 0 1,-1-1-1,1 1 0,0 0 1,0 0-1,0 0-26,0 0 1,1 0 0,0 0-1,0 0 1,1 0 0,0 0 0,0 0-24,-3 0 0,1 0 0,0 0 0,1 0 0,-1 0 0,1 0-105,-2 0 0,1-1 0,-1 1 0,1-1 0,1 0 0,2 1 126,-1-1 0,1 1 0,2 0 0,0 0 1,1-1-307,-11-2 0,-1 0 0,5-1 0,10-2-764,12-2 0,5-3-380,-6 1 1,6-4 1503,14-31 0,20 11 0,1 11 0,-1 0 0</inkml:trace>
  <inkml:trace contextRef="#ctx0" brushRef="#br0" timeOffset="-198787.73">22890 14059 2129,'-1'-19'1080,"0"3"2196,-2-5-1862,-1 54-1144,4-6 0,-1 8-68,2 2 0,-1 6 1,0 3-1,1-3 120,0 1 0,-1-2 0,1 8-199,0-14 1,-1 6 0,1 3-1,-1 3 1,1 0 0,0-1 0,0-2-1,0-3-30,0 6 0,0-4 0,0-1 0,1 2 0,0 5-30,-1-11 0,1 4 0,0 1 0,0 2 0,0 2 0,0-1 0,1 1 0,0-1 0,0-2 0,0-1 137,0 2 1,1-2 0,0 0 0,0-1 0,1 0 0,-1 0 0,1 2 0,0 3-136,0-5 0,0 2 1,0 2-1,1 1 1,0 1-1,-1 0 1,1-1-1,0 0 1,0-3-1,-1-1 1,0-2-41,1 4 1,-1-3 0,1-1-1,-1-2 1,0 1 0,1 1 0,0 3 3,-1 1 1,2 4 0,-1 2 0,1 1 0,0 0 0,-1-2 0,0-3 0,0-4 0,-2-6-30,2 15 0,-1-10 0,0 4-18,-1-6 0,1 3 0,0 1 0,-1-2 0,0-5-282,0 4 0,-1-5 1,1-2-1095,0 4 0,2-6-1579,6-1-304,1-71 3101,-8 13 1,-1-4 0,0-5 0,0-4 0,-1 1 0,2-8 0,-1 1 0</inkml:trace>
  <inkml:trace contextRef="#ctx0" brushRef="#br0" timeOffset="-197996.73">21196 15718 9422,'-16'2'-360,"6"-1"630,-3 1 719,4-1-449,1 0 359,-7 2-629,7-1 899,-12 5-989,11-3 90,-5 0 270,3 2-270,5 0 0,4 7-270,5-5 90,19 5-61,8-9 1,11-2 0,6 0-566,-8-1 1,6 0 0,3 0 0,1-1 0,2 1-1,-2 0 536,-6 0 0,1-1 0,-1 1 0,1 0 0,2 0 0,1-1 0,2 1 0,-7-1 0,2 0 0,2 0 0,0-1 0,2 1 0,0 0 0,1-1 0,-1 1 0,0 0 0,-1-1 0,0 1-193,1 0 0,0-1 0,0 1 0,0 0 0,0 0 0,0-1 0,-1 1 0,-1 0 0,0-1 1,-1 1 192,5 0 0,-2-1 0,-2 1 0,1 0 0,-1-1 0,2 1 0,1-1 0,3 1-164,-6-1 1,3 1 0,2-1 0,1 0-1,2 1 1,-1-1 0,0 0 0,-1 1 0,-2-1-1,-3 0 1,-3 1 0,-4-1 163,10 0 0,-7 1 0,-3-1 0,2 0 0,6 0-18,-7 1 0,4-1 0,4 0 0,2-1 0,1 1 0,0 0 0,-2-1 0,-3 1 0,-3-1 0,-5 0-6,10 0 0,-6-1 1,-3-1-1,2-1-336,4-2 0,1-3 1,-2 0-1,-7 1 933,4 0 1,-17-3-3851,-49-27 3202,1 30 1,-1 0-1,-2 0 1,-2 1-1</inkml:trace>
  <inkml:trace contextRef="#ctx0" brushRef="#br0" timeOffset="-197148.73">21875 14180 9242,'-38'-8'1799,"7"16"-180,17 31-1230,9-8 1,2 5 0,0-2-488,0 5 0,2 6 265,0-12 0,1 6 0,0 4 0,1 3 0,0 1 0,0 1 1,1-1-440,1-2 1,0 2-1,1 0 1,0 1-1,0 0 1,1 0-1,-1-1 1,-1 0 283,0 2 1,0-2 0,0 0 0,-1 0 0,1 2 0,0 2 0,1 4 42,0-12 0,0 3 1,0 2-1,1 1 0,0 2 1,0 1-1,1 1 0,-1-1 1,0 0-1,0-1 1,-1-1-1,0-1 0,-1-3-48,0 3 0,0-2 0,-1-1 0,-1-2 0,1 0 0,-1 1 0,1-1 1,-1 2-1,1 1 0,-1 2 89,1-5 0,0 1 1,0 1-1,-1 1 0,1 1 1,0 0-1,0 1 1,0 0-1,-1 0 0,1-1 1,0 0-1,-1 0 1,0-2-1,0-1-56,0 7 1,0 0 0,0-1 0,-1 0 0,0 0 0,1-1 0,-1-1 0,0-1 0,0-1 0,-1-1 0,1-1-106,-1 10 1,-1-2 0,0-1 0,0-1-1,1-3 1,-1-2 0,1-2-161,0 10 0,1-3 0,0-5 1,-1-7-766,0 3 1,-1-13 632,2-19-1622,0-20 3813,-1-7-3093,2 1-2018,0-7 2724,1 7 1,0-20 0,1 9-1</inkml:trace>
  <inkml:trace contextRef="#ctx0" brushRef="#br0" timeOffset="-196288.73">23724 13996 10231,'12'0'1799,"-1"20"-1439,-5 13 0,-2 7-180,0 3 0,-1 8-1,-1-12 1,0 5 0,0 4 0,-1 1 0,1-2-727,-1-6 1,0 0 0,1 0 0,-1 1 0,1 1 0,-1 2 450,1-3 1,0 2-1,0 2 1,0 0-1,0 1 1,1-1-1,-1 0 1,1-1 172,-1 1 0,1-2 0,-1 0 0,1 1 0,0-1 0,0 2 0,1 1-97,0-1 0,0 1 0,1 1 1,0 2-1,0-1 0,0 1 1,0-2-1,-1-2 0,1-3 95,0 6 0,0-4 0,-1-1 0,1-1 0,0 3 0,1 4-17,-2-9 0,1 3 0,0 3 0,1 1 1,-1 2-1,1-1 0,-1 0 0,0-2 1,0-2-1,0-3 0,-1-4-22,1 9 0,0-6 0,-1-2 0,0 1 0,0 3-143,1 2 1,0 3 0,1 2-1,-1 0 1,1 0 0,-2-4-1,0-3 219,-1 5 1,-1-3-1,0-3 1,0-1-7,1 8 0,-1-2 0,0 2-61,-2-3 0,0 2 0,-1-2 0,0-6 563,-1-2 1,0-3-609,-2 4 0,1-2-45,-1-7 0,0-2 1551,-2 15-1776,1-7 0,-1 0-179,0 3-91,0 7-899,2-8 3510,2-17-4500,-8 16 1530,5-26-2378,-15 6 3084,4-20 0,-9-10 1,2-7-1</inkml:trace>
  <inkml:trace contextRef="#ctx0" brushRef="#br1" timeOffset="-195451.73">20866 14932 25373,'-16'-2'517,"6"1"143,27-4-42,18 2 1,8 2-397,-6-2 1,2 1-1,8-1-632,-9 1 0,5 1 1,3-1-1,5 0 1,1 1-1,3-1 0,0 0 1,0 1 448,-10-1 1,1 0 0,2 0 0,2 1-1,0-1 1,1 0 0,1 0 0,-1 0 0,0 0-1,0 0 1,-1 0 0,-1 0 0,-2 1-183,0-1 1,-1 1 0,-1-1 0,-1 1 0,-1 0 0,1-1 0,0 1 0,1 0 0,1-1 0,2 1 0,2-1 155,-5 0 1,2 1-1,3-1 1,1 0-1,1 0 1,2 0-1,0 0 1,0 0-1,0 0 1,0 0-1,-1-1 1,-1 1-1,-2 0 1,-2 0-1,-2 0 1,-3 0-1,-3 0 53,15-1 0,-5 1 0,-3-1 0,-3 0 1,0 0-1,1 1 0,4-1 41,-3 0 1,2 1 0,2-1 0,0 1 0,0 0 0,0-1 0,-2 1 0,-1-1 0,-3 0-65,9 0 0,-1-1 0,-1 1 0,-4-1 1,-4 1-1,-6 0 70,9 0 0,-3 1-188,-2 1 0,4 0 0,1 1 0,-4 0-762,-5 3 1,-3 0-1,-1 1-46,1-1 1,0 0 0,-2 1 841,13 1 0,-12 1 1,-24-3-1,-6-1 1</inkml:trace>
  <inkml:trace contextRef="#ctx0" brushRef="#br0" timeOffset="-194680.73">20872 16999 9871,'8'-6'1709,"29"-1"-1439,-5 3 0,-3 2 0,6 0 0,1 0-31,2 0 1,2-1 0,7 1-709,-6-1 1,6 0 0,4 0 0,2 0 0,0 0 0,-2 0 0,-5 1 207,0-1 0,-3 1 1,-2-1-1,3 1 0,5-1 288,-7 1 0,4 0 0,2-1 0,4 0 0,0 1 0,1-1 0,0 0 0,-1 1 0,-2-1 0,-3 1-111,1 0 1,-2 0 0,-1 0 0,-1 1-1,0-1 1,0 1 0,2-1 0,0 0 83,1 1 0,1-1 0,0 1 0,1-1 0,0 0 0,1 1 0,0 0 0,0-1 0,1 1-59,-6-1 1,1 1-1,1 0 1,1 0 0,0-1-1,0 1 1,-1 0 0,-1 0-1,-1 0 1,-2 0-1,-3 0 59,11 0 0,-4 0 0,-2 0 0,0 0 0,1 1 0,3-1-20,-5 0 0,2 0 0,2 0 0,2-1 0,-1 1 0,0 0 0,-2 0 0,-2-1 1,-3 1-70,10-1 0,-5 0 1,-1 0-1,0 0 0,0-1 71,3 1 0,-1 1 0,1-1 0,0-1 0,-2 0 36,-1 0 0,1-1 0,-2-1 0,-4 1 0,-6 0 749,-2 0 1,-3 0-738,7-2 0,4 0 0,-8 0-30,-3 1 1656,9-3-4933,-14 4 3930,-12 4 1,-13 2 0,-15 4-1</inkml:trace>
  <inkml:trace contextRef="#ctx0" brushRef="#br1" timeOffset="-189763.73">22317 15051 27073,'-5'-8'-3277,"0"-1"0,-14 0 3795,8 5 878,-23 12 1,-7 12-1224,18 3 1,2 6 0,-1-1-154,-4-5 0,-1 0 0,3 2-109,2 4 1,3 3 0,3 1-1083,1 13 1,7 0 1013,3-13 0,4 1-51,0 4 1,1 4 0,5-3-811,11-1 1,3-2-165,-2-3 1,5-3 604,12-6 1,0-6 417,2-5 496,5-12 1,-1-5 1608,-12-5-911,6-9 0,-4-4 782,-13-6-1226,-8-2 0,-6-2-829,-14 4 1,-7 1 67,-1-1 1,-3 1-106,-7 1 1,-4 4-1223,-4 8 0,0 4 1480,8 6 1,0 3-1,-1 2 1,2 3-1,-4 12 1</inkml:trace>
  <inkml:trace contextRef="#ctx0" brushRef="#br0" timeOffset="-187813.73">21281 16261 7892,'-13'-9'1530,"-1"-4"-1261,8 7 541,-1-4 359,1 1-719,6-2-270,1 2 0,11-1 180,19 2-225,-7 3 0,2 1-135,0 1 0,0 0-45,1 2 0,-2 2-135,0 15 180,-15-3-45,-20 12 0,-9 4 45,-5-1 0,1 0 0,0 0-180,1 9 0,13 0 90,5-7-180,22-1 0,7-1-1369,-7-9 1,0-1 1311,6 6 0,-1 0 237,3 4-90,-34 2 135,-9-13 0,-3 1 45,4 1 0,-2-1 0,-8 0 0,-2-1-45,6-5 0,0 0-810,-9 5 1,1 0-316,-12 8 1170,17-10 0,5-1 0,11-3 0,0 1 0</inkml:trace>
  <inkml:trace contextRef="#ctx0" brushRef="#br1" timeOffset="-184763.73">24644 15130 23902,'0'-10'-3277,"-1"2"0,-4 1 0,-7 0 4142,-3 2 411,-12 2 31,4 5 78,-14 12-963,17-4 1822,-9 23-574,23-18-2497,9 11 0,5 4 36,5-9 0,4 0 103,7 11 1,2 1-199,0-6 1,0-3-43,-4-4 1,0-2-712,2 2 1,-2-1-672,1 0 2870,3 3-309,-13-8 2858,-7-7-2743,-9 5-1,-23-13 861,2 2-425,-4-7 0,0-4-129,8-1-163,-11-17-581,33 5 78,12 1 1,6-2 381,3 0 1,4 0 106,4-4 0,1 0-691,-6 7 0,-3 0-112,8-17 144,-26 14-624,-23-10 146,-8 18 1,-3 3 149,-12-8 118,7 12 1,2 3-1,0 6 1,-10 1-1</inkml:trace>
  <inkml:trace contextRef="#ctx0" brushRef="#br0" timeOffset="-183167.73">24326 17290 8432,'5'-12'540,"-1"2"-270,-2 4 359,0 1 361,0 0-900,-1 9 180,0 9-91,-2 17 1,1 5-90,-1 8-60,0-5 0,2 7 0,-1-4-120,2-11 0,0 1-180,1 7 0,1 4 1,1-4-1036,3-3 1,0-2 719,-1-3 1,1-3 584,8 5 0,-4-23 0,2 0 0</inkml:trace>
  <inkml:trace contextRef="#ctx0" brushRef="#br0" timeOffset="-182747.73">24645 17507 9062,'1'-17'1529,"1"6"-1079,-2-4 629,1 8-809,-13 19-1909,1 17 1,1 4 1023,-8 9 544,5 0 1,5 1-110,8 0-271,5 0 181,7-17 0,3-3 180,4-2-180,10-11 0,1-5 270,-4-9-135,13-12 0,1-9 135,-20 1 0,-3-2 90,9-6 0,-4-4 0,-15-7 0,-9 0-45,-5 13 0,-6 2-92,-12-10 0,-6 3-448,-2 15 0,-2 6-584,-4 2 0,0 6 1079,1 8 0,2 4 0,9 2 0,1 2 0,4 1 0,-1 0 0</inkml:trace>
  <inkml:trace contextRef="#ctx0" brushRef="#br1" timeOffset="-180912.73">21281 14304 8152,'-4'-14'1137,"-9"-11"-1098,8 15 385,-11-12-127,6 16 75,-17 5-123,3 11 98,-15 18-214,18 9 1,4 3-180,5-13 0,2 2-111,5 3 0,2 4 1,5-4-124,9-5 0,4-2 121,1 1 0,3-3-31,6-3 1,5-6-39,9-11 1,1-5 110,-6-1 1,0-2 33,3-2 1,-1-7 217,-5-11 0,-5-3-135,-5-3 135,-3-5 0,-7-3 0,-18 10 0,-6 2-45,0-3 0,-5 3-46,-19 0 1,-3 7-134,-6 3-136,6 15 0,1 8-1304,2 16 981,-1 2 26,13 3 0,12-2 0,3 1 1</inkml:trace>
  <inkml:trace contextRef="#ctx0" brushRef="#br0" timeOffset="-180361.73">22319 14423 8432,'-9'-30'1709,"-11"7"-1349,-23 19-270,8 7-135,-1 26 0,3 9-225,20-14 0,5 2-135,-4 17 1,10 0 134,18-17 0,10-7 135,12-6 0,4-10 225,-1-9 0,-2-7 0,1-9 0,-6-9-1561,-15-10 0,-8-3 1516,-2 16 0,-6 0-1000,-17-21 1,-8 5 954,1 22-196,1 1 0,-3 5 196,-1 15-990,2 13 1,0 5 989,-5 8 0,7-1 0,4 1 0,11 10 0</inkml:trace>
  <inkml:trace contextRef="#ctx0" brushRef="#br0" timeOffset="-179797.73">23265 14351 8252,'-9'-11'630,"-4"-4"-180,4 7-1,-4-4 361,-10 0-90,-13 6-541,-6 6-44,10 8 0,0 5-45,4 5 0,1 3-45,0 1 0,3 3-45,4 4 0,4 0 0,4 6-180,12-9 0,5-1-269,23 14 269,-12-18 0,4-2-45,8 1 0,4-6 45,-4-7 0,2-5 90,3-1 0,1-4-45,9-12 1,-3-4 89,-11 1 0,-3-2 45,3-1 0,-5-6 0,-13-12 0,-10-3-1639,-15 5 1,-3 1 1625,9-1 1,-4 3-99,-16 2 0,-7 14-474,1 28 0,0 9-135,8-9 1,1 2 719,-7 8 0,5 4 0,14 8 0,7-7 0</inkml:trace>
  <inkml:trace contextRef="#ctx0" brushRef="#br0" timeOffset="-179313.73">24448 14323 8252,'-14'-24'1889,"-6"-4"-1349,-1 23-360,-1-2-45,-6 19 0,-3 9-225,9 3 0,1 3-90,-6 1 0,2 3-45,7-1 0,8 1-584,15 19 449,8-18 90,10-11 0,5-6-1369,1-15 1,1-4 1580,-1 5 1,1-6 87,-3-13 0,0-8 0,-6 1 60,0-17 0,-12 10 0,-3-6 0,-8 5-1269,-18 7 0,-6 4 1089,7-5 0,-5 7-79,-11 18 0,-6 10 1,4 4-1,6 5 1,0 4-1,-5 2 1,0 0-1,0 0 1</inkml:trace>
  <inkml:trace contextRef="#ctx0" brushRef="#br1" timeOffset="-178754.73">23425 15052 24914,'-12'-7'-3277,"0"2"2498,-12 11 3211,-16 21-2272,20-13 1,0 3-399,-3 10 1,4 2-555,5 13-169,19-4 0,10-1-152,8-14 1,7-7 1322,1-3 1,5-4 0,-2-3 80,2-2 0,0-9-275,0-11 1,1-8 0,-8 2-41,-4-9 26,-2-12 0,-9-3-1381,-25 0 1231,-7 19 1,-7-1 0,-2 6 157,-10 8 0,-2 6-385,-7-3 0,1 4 603,13 13 1,3 4-297,-12 14 0,8 0 0,13-8 1,0 0-1</inkml:trace>
  <inkml:trace contextRef="#ctx0" brushRef="#br1" timeOffset="-178053.73">21334 15139 25169,'-19'-1'1334,"-1"5"-1122,-4 11 1,-5 10 0,5 2-1235,5 11 0,8 5-57,1-3 0,3 4 0,10-5 166,13-8 1,9-4 0,5-6 964,12-6 1,5-7 0,-2-10 420,-5-11 0,-3-8 0,-7-6-688,-9-5 0,-7-4 1,-11 0-590,-12 2 1,-12 1-1,-5 8 853,-12 14 0,-6 10 0,1 3 0,7 0 1,2 4-1,2 5 0,5 15 0,0 1 0,-1-1 1</inkml:trace>
  <inkml:trace contextRef="#ctx0" brushRef="#br0" timeOffset="-177480.73">22242 16362 8882,'-4'-14'899,"-1"-3"-179,0 5-90,-1-1-540,-1 5 269,-11 18-179,2 7-90,-10 21-180,14-10 0,3 0 0,-3 9-270,14 4 1,7-2 89,6-13-45,15 5 0,6-4 45,9-15 180,-14-8 0,4-2 1,-1-3 89,8-9 0,-1-5 60,-8 2 0,0-3 0,-2-3 119,-3-9 1,-2-4 0,-4 1-135,0 0 0,-4-2 90,-4-14 0,-12-2 135,-17 11 0,-7 4-225,4 4 0,-3 3 45,-9-5 0,-3 8-270,2 18 0,0 8-495,1 9 1,1 6-965,4 2 1,2 2 1093,4 1 0,5 1 0,6 18 1,7-10-1</inkml:trace>
  <inkml:trace contextRef="#ctx0" brushRef="#br0" timeOffset="-176970.73">23417 16278 9602,'-9'-24'1619,"-9"1"-900,-24 30-494,8 14 0,0 9-255,12-6 0,2 4 0,6 4-480,8 12 0,7 5 1,9-5 149,6-12 0,6-3 0,6-5 247,3-6 1,6-2 0,2-6 0,-2-7 172,6-11 0,-1-11 0,-7-8 119,-11-2 1,-4-7 0,-4-3 0,-7 1 0,-7-7 0,-7 0 0,-8 3-240,-8 2 0,-7 3 0,-3 13 60,-15 21 0,1 16 0,15 5 0,7 8 0,12 11 0,-1 0 0</inkml:trace>
  <inkml:trace contextRef="#ctx0" brushRef="#br0" timeOffset="-176530.73">24749 16269 9781,'-39'-30'765,"11"11"0,-3 4-451,0 15 1,-2 5-180,-12 4 0,-2 4-90,3 6 0,2 7 15,12 1 0,0 4 0,5-1-105,3-1 0,4 0 0,-2 4 0,6-1-315,16-2 0,7-3 45,8-9 1,4-2 134,1 6 0,4-4 0,18-9 0,2-10 90,-12-4 0,1-7 30,3-5 0,2-6 0,-5-1 105,-2-4 0,-5-4 15,-6-7 0,-2-5 0,-7 4-60,-8 10 0,-5 0 45,-3-11 0,-8 4 0,-12 16 0,-4 7-135,-6-3 45,4 6 0,-4 5-795,0 14 1,-4 9 0,3 1 511,-4 3 0,-1 3 0,9-5 1,-4 3-1,1 0 0,3 1 1,5 2-1,-1 1 0,1-1 1</inkml:trace>
  <inkml:trace contextRef="#ctx0" brushRef="#br0" timeOffset="-175829.73">23797 17270 8432,'-13'-10'1349,"-3"0"-1169,6 5 180,-1 1 180,-10 7-1,-10 7-404,8-1 0,-2 2 90,-12 14 0,0 3-135,11-6 0,1 2-1183,2 4 1,-1 4 0,5-4 387,-4 15 1135,12 4 0,11-1-610,12-19 0,7-4 45,13 4 0,6-7 90,3-11 0,1-11-15,-8-9 0,-1-6 0,-3-6 0,-1-14 0,-6-7 0,-2 3 60,1 2 0,-5-1-546,-8-6 0,-5-6 0,-5 10 546,-11 3 882,-4 5 1,-7 3-883,-5 16 0,-5 7-225,-11 2 1,-4 6-676,10 7 1,-1 3-1,2 3 618,5 0 1,2 2 0,1 2-1,-8 10 1,4 1 0,15-8 0,1 1-1</inkml:trace>
  <inkml:trace contextRef="#ctx0" brushRef="#br0" timeOffset="-175301.73">22492 17409 9781,'-10'-20'1619,"1"4"-989,-10 22-180,-4 32-405,10-3 0,4 4-405,5 6 0,7-1-180,8-4 1,9-7-1,10-16 0,4-13 300,-8-21 0,-1-12 1,-2 0 284,5-5 0,-6-4 75,-10-6 0,-5-4 0,-8 4 59,-14 5 1,-7 6-45,-1-1 0,-7 9-135,-6 18 0,-7 10 0,2 7 0,6 8 0,2 7 0,1 0 0,-3-4 0,0 0 0,4 3 0,11 4 0,0 0 0,1 0 0</inkml:trace>
  <inkml:trace contextRef="#ctx0" brushRef="#br0" timeOffset="-174787.73">21350 17410 9152,'-19'-18'1349,"9"8"-809,-7-7-1,8 11-89,-11 8-270,2 7 90,-15 23-90,12 3-1819,12 0 1,4 2 393,4 4 544,15-4 0,6-3 252,16-10-775,9-11 0,2-6 1134,-21-4 0,1-5-35,13-11 0,5-6 1,-8-1 34,1-10 120,-13-2 0,2-9 0,-10 3 60,-12 9 0,-8-1 633,-4-7 0,-3-4 1,-8 7-634,-18 8 0,-5 8 677,6-5 1,-2 8-1638,-4 21 1,-4 10-1,8 1 3078,-3 10-2208,5 0 0,3 0 0,16 1 0,3-1 0</inkml:trace>
  <inkml:trace contextRef="#ctx0" brushRef="#br0" timeOffset="-111629.73">22832 13845 8702,'9'-7'1079,"0"4"-989,-4 8 0,0 3 90,-1 6-90,0 4 0,-1 11-90,-1-11 90,0 7 0,3-17 0,6-3 0,32-16-453,-4-4 327,-5 0 0,10-5 0,7-4 0,0 0 0,-5 1-784,-2 1 1,-3 0 0,0-1 0,5-2 350,-8 4 1,4-1 0,2-2 0,0 0 0,-1 0 0,-2 2 0,-4 1 439,3-2 0,-3 1 1,-2 1-1,-1-1 1,8-7-1,-2 0 1,-3 3-1,-5 2 1,1 0-1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56:34.81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10646 10184 6813,'-28'-8'2249,"15"-1"-2159,-3-4 90,21 3-90,7 1 0,3 3 89,31-3-89,-8 5-1003,-5 1 0,6 1 0,2 0 973,5 0 0,1 1 0,4-1-442,-11 2 1,3-1 0,2 1-1,0-1 1,2 1 411,0-1 0,3 1 0,0-1 0,1 1 0,-1 0 0,-1 0-324,-6-1 0,-1 1 0,-1 0 0,1 0 0,1 0 1,3 0 304,-2 0 0,2 0 0,1 0 0,2 0 1,0 0-1,0 0 0,-1-1 0,-2 1-167,2 0 1,-1 0-1,-2-1 1,1 1-1,0 0 1,1-1-1,1 1 166,-5 0 0,2 0 0,0-1 0,1 1 0,0 0 0,0-1 0,-1 1 0,-1 0 0,-2-1-66,10 1 1,-2 0-1,-1-1 1,-1 1 0,1-1-1,1 0 68,-5 1 1,2-1 0,0 1 0,-1-1 0,0 0 0,-1 0 0,-1 1-13,6-2 0,-2 1 0,-1 0 0,0 0 0,2 0 0,-1 0 0,1-1 0,2 1 0,-1 0 0,-1-1 0,-3 1 39,0 0 0,-3-1 0,0 1 0,-1 0 0,0 0-21,2-1 0,1 1 0,0 0 0,-3-1 0,-3 1 230,5-1 0,-3 0 0,-1 1-128,3-1 0,0 1 0,-4-1-75,-1 0 0,-4 0 582,-1 0 1,-4-1-538,-7 1 1790,13-2-1701,-24 3 2194,3 3-2822,1 3 1509,-3 0-2679,-1 8 325,-7-7 1294,-1 6 0,-12-4 0,-4 1 0</inkml:trace>
  <inkml:trace contextRef="#ctx0" brushRef="#br0" timeOffset="2034">5963 11722 8612,'-10'-6'630,"0"-1"-540,2 3 90,0 0-90,-7-1-1,-1 2 1,-7-2-90,3 2 90,-7 1 0,0 3-90,-15 5 0,8 0 0,8 2 0,-2 3 45,-6 14 0,1 3-45,8-9 0,0 2 30,2 3 0,0 4 0,5 4-30,10 11 0,7 4 0,0-3-720,-3-1 1,3 0 719,3-5 0,1 4 0,4 0 0,4-4 30,9 2 0,6-3 0,-2-3-30,0 5 0,2-1 30,2-2 0,5 0 0,1-5 0,-2-10 0,1-5 0,-2 0-30,1 3 0,2-2 0,4-1 0,5-2 0,-3-3-491,-5-8 1,-1-3 490,2 2 0,0-1 0,-4-4 0,-2-2 45,-4-3 0,-1-2-45,1-2 0,-1-4-676,5-5 0,-3-2 676,-6 3 0,-3-3 0,-3-9 0,-6-3 173,-9 0 1,-6-2-174,-1-11 0,-6-1 0,-4 14 0,-3-1 0,-2 2 0,-2-6 0,-7 0 0,2 12 0,-7-2 0,-3-1 0,0 1 0,3 3 0,3 5 0,1 2 0,1 0 0,-3-1 0,1-1 0,-1-2 0,-1 0 0,0 2 0,1 2-30,-10-2 0,1 3 0,6 5-15,10 7 0,1 2 0,-4-3 0,-1 4-360,-3 14 1,3 7-46,3 3-90,1 1 0,3 1 1,9 5 629,5-1 0,4 7 1,2 1-1</inkml:trace>
  <inkml:trace contextRef="#ctx0" brushRef="#br0" timeOffset="2734">7301 11876 8522,'-17'-12'180,"0"2"-90,6 3 90,-7-2 0,-2 1 0,-11-1 0,-7 1-90,-7 3-243,19 4 0,-3 2 198,-15 6 0,-2 5 14,13 1 1,1 4 0,0 0-30,-1 2 0,1 1 0,2 2-277,4 5 0,3 2 1,4-1 246,4 1 0,6 2 45,4 7 0,7 1-45,4-8 0,4 0 45,7 10 0,2-1-1,-2-10 1,3-2-45,11 7 0,3-3 0,-5-9 0,3-2 30,2-1 0,4 0 0,-3-2-30,-1-1 0,1-1 45,13 1 0,-2-4-45,-20-8 0,-1-3 45,7 0 0,0-1-45,18-4 0,-17-4 0,0-4 0,-5-2 0,-2-3 0,6-7 0,-2-5 45,-6-5 0,-4-2-45,-6 4 0,-5-1 0,-6-15 0,-9-4 0,-6 13 0,-6-1 0,-2 0-586,-2-3 1,-3 1 0,-1 1 585,-1 0 0,-2 1 0,-3 4 0,-6 3 0,-3 3 0,0 4 0,7 6 0,0 3 0,-1 1 0,-7-1 0,-3 0 0,3 2-510,-4 1 0,0 5 510,10 6 0,-1 4 0,1 3 0,-9 10 0,1 5-150,6-3 0,0 3 0,1 1 0,7-2 0,2 2 1,2 2-601,-2 5 0,2 4 1,3-3 749,5-1 0,1 2 0,1 1 0,-1 4 0,1-1 0,-1 8 0,-1 0 0</inkml:trace>
  <inkml:trace contextRef="#ctx0" brushRef="#br0" timeOffset="3467">5559 13193 9332,'-26'-21'-90,"8"7"270,-8-4 0,13 10 269,-27-11-269,13 11-90,-18-3 90,-4 20-180,14 4-312,12-1 0,1 2 312,5 5 0,2 3 45,5 12 0,3 2 0,0-7 0,4 0-45,10 19 0,9 0-1009,4-13 0,5-2 979,-2-3 0,3 1 0,-1-2 30,7 5 0,3-1-30,-3-8 0,2-1 0,0-2 0,-4-6 0,-1-2 0,4 0-513,2 0 0,3-1 0,0-1 0,-2-1 543,-3-1 0,-1-2 0,1 0 0,3-2 0,2 0 0,-3-3-166,0-2 1,0-3 165,-1-3 0,1-3 0,0 1 45,4 0 0,1-2-133,-3-4 0,2-2 1,-6-2 132,-5-2 0,-5-5 44,4-16 1,-6-6-45,-11 0 0,-9-2 67,-5 9 1,-5-2 0,-6 1-113,-4 5 0,-7-1 0,-2 2 0,2 3 30,-3-2 0,1 4 0,-3 0-30,2 4 0,-2 0 0,-1 1 0,0 3 0,-8 0 0,-1 4 0,-5 2-293,4 3 1,-4 2 0,-2 1 0,0 1-1,2 0 293,-3-1 0,1 2 0,1 1 0,-2 0-67,6 1 0,-2 0 0,1 1 0,0 2 0,3 5-46,-1 4 1,1 5 0,4 2-1,3 1-157,-5 8 0,5 5 270,1 4 0,0 4 0,8-1 0,11 2 0,8 0 0,8 5 0,-1 1 0</inkml:trace>
  <inkml:trace contextRef="#ctx0" brushRef="#br0" timeOffset="4034">7079 13204 9512,'-18'-15'0,"3"4"179,-7-4 181,-1 1-90,0 1-180,-1 2 90,0 5-90,5 5 90,-28 11-180,14 4-355,2 3 0,0 4 400,9 1 0,1 3-45,-3 6 0,2 4 44,6 1 1,4 1-45,3-8 0,5 1 0,13 16 0,10 0-90,4-14 1,6-1 29,-1-1 0,3 1 0,2-4 0,0-6 0,2-3 0,1-2-481,9 1 0,3-2 0,-4-2 496,1-2 0,-1-2 15,-4-3 0,3-1 0,-3-4-15,5-4 0,0-3 15,-7 0 0,2-1 0,-1 0 30,-6 0 0,0 0 0,1-6 0,0-4 0,3-6 0,0-2 0,-2-1 0,-5 4-1325,3-8 1,-2-2 1301,-1 4 1,4-4-1,-2-1 1,-11-2 52,-12-4 0,-10-2 0,-4 0-291,-2 3 0,-5 1 1,-6-3 278,-2 3 0,-6-3 0,-3-2 0,-1 3 0,1 4-187,1 4 0,0 3 0,-2 2 0,-6 1 194,2 4 1,-5-1 0,-3 1 0,-2 1-1,0 1 1,1 3 0,4 2-204,-11 0 1,4 4-1,-1 3 1,-1-1 195,5-1 0,0-2 0,-2 2 0,0 2 0,-1 4-3,2 4 0,-3 4 0,0 2 0,1 2 0,3 0 0,6-1 61,-2 1 1,6 0 0,-3 4-203,-3 2 0,-5 2 0,-1 3 0,5 0 1,8-2-84,2 5 0,9 3 209,3 5 0,3 4 0,4-3 0,8-3 0,4-1 0,4 13 0,0-1 0</inkml:trace>
  <inkml:trace contextRef="#ctx0" brushRef="#br0" timeOffset="6183">10193 12544 7892,'15'-2'1710,"14"-2"-1081,-3 2 1,20-3-361,-21 3 1,0 1-792,1 0 1,1-1 701,4 1 0,5 0 0,2 0-23,1 0 0,2 0 1,3 0-1,0 0-85,-4 0 0,1 0 0,1 0 0,1 0 0,1 0-486,1 0 1,2-1 0,1 1 0,0 0 0,-1 0 0,-2 0 431,-2 0 0,-3-1 0,0 1 0,2 0 0,1 0 27,4 0 0,2 0 0,2-1 0,0 1 0,0-1 0,-1 1-356,-2 0 0,-1 0 0,-1 0 0,1 0 0,1 0 0,1 0 323,-2 0 1,2 0 0,1 0 0,-1 0 0,1 0 0,-2 0 0,-1 0-160,1 0 0,-1 0 0,-2 0 0,1 1 0,-1-1 0,1 0 162,0 0 0,1 0 0,0 1 0,-1-1 0,-2 0 0,-1 0-197,6 1 0,-2-1 0,-2 0 1,1 0 181,-1 1 0,0-1 0,1 0 0,0 0 18,-3 0 0,1 0 0,0 0 0,-3 0 0,-5 0 491,10 1 0,-2-1-442,-2-1 1,5 1-1,-1-1 1,-9 1 112,13 0-135,-13-1 0,-3 1 134,-15 0 1936,9 1-2025,-10-1 1544,7 1-2623,-6 1 2354,-11 2-4333,-8 3 2968,-14-1 0,-16 0 0,-4-3 0</inkml:trace>
  <inkml:trace contextRef="#ctx0" brushRef="#br0" timeOffset="11108">5321 11643 9242,'9'-9'629,"-1"1"-89,-5 2-90,-2 1-180,-2-2-90,-2 1 89,-2 1 1,-1 0 180,1 1-450,-3 8 90,3-3-90,0 8 180,2 11-90,4-2-90,-2 9 90,4-1 0,1 2 0,3 18-90,-2-15 0,0 2 90,1 10 0,0-1-90,2 2 44,-3-2 1,1 2-45,-3-16 0,-1 0 45,1 12 0,0 2-343,0-6 0,-1-1 298,0-2 0,0 1 45,3 13 0,0-2-45,0 0-665,-1-7 0,0-1 665,0-4 0,-3 9 0,-1 1 45,0-17 0,0 0-45,-2 8 0,1 4 0,-2-4-48,-1-5 0,-2-2 48,-1 12 0,-2 0 0,2-7 0,-1-2 0,1-3 0,0-1 0,-5 18 90,2-9-90,0 8 503,3-11-503,3-6 0,1-1 0,-1-2 1490,-2 25-1490,1-26 0,-3 12 0,0-7 119,-1-2-119,-5 4 0,7-15 0,-6 8 0,9-14 0,-3 2 0,-1 2 0,-3 3 0,3-4 0,-7 8 0,6-8 0,-3 4 0,-1 1 90,6-8-90,-3 6-90,4-7 180,-1 4-90,1-3 0,-3 4 0,5-6 0,-6 8 0,4-5 0,-5 5 0,2-2 0,1-3 0,1 0 0,0 1 0,2-5 0,-2 4 0,3-4 0,-1 2 0,2-2 0,0 3 0,2 2 0,1-2 0,1 1 0,0-3 0,0 0 0,0 1 0,-1-1 0,1 1 0,-1-2 0,1 3 0,-1-3 0,1 3 0,-2-2 0,3 2 0,1-2 0,4 0 0,3-4 0,0 0 0,12-2 0,-8-1 0,19 1 0,9-2 0,-16 1 0,3 0 0,18-1 0,4 0 0,-6 1 0,1-1-1093,-5 1 1,2-1 0,-2 1 1034,6 0 1,0 0 57,-5 0 0,3-1 0,-1 1-470,-5 0 1,0 0 0,1 0 469,-3 0 0,0-1 0,2 1 0,1 0-451,6 0 1,2 0 0,-1 0-1,-3 0 481,-1-1 0,-3 1 0,2 0-53,0 1 1,2-1 0,0 0-1,-7 1 58,-2-1 0,-1 1-35,1 0 0,5 0 0,0 0 0,-4 0 0,5 0 0,-1 1 0,1 0 0,4-1 0,-4 1 0,2 0 0,-4-1 537,-12 1 0,-1-1-537,2 0 0,-3 0 0,12 0 379,-8 0 0,0 1-289,19-1-90,-22 1 0,0-1 2361,21 0-2271,-17 0-46,16 2-44,-8-2 0,-13 1 1230,2-1-1230,-9 0 613,13 0-613,-6 0 0,5 0 362,-9-1-362,-6 1 0,3-1 0,-6 1 0,-1-2 0,0 2 90,1-1-90,-3-1 0,-7-3 0,-3 0 0,-6-5 0,3 1 0,-1-3 0,1-4 0,1 2 0,-1-10 0,4-2 0,0-13 0,2 4 0,-1-4 0,-1-1 0,-2-5-328,0 2 1,-2-9 0,-1 4 282,-1 3 0,-1 1 45,0-1 0,-1-4 0,-1 2 0,-1 5 0,-1 1 0,0 3-1143,0-3 0,-1 3 1143,-2-5 0,-1 1 0,4 14 0,-1 0-205,-5-17 0,-2-3 205,3 8 0,0-1 0,0-3 0,1-1-45,0 3 0,2 2 45,0-8 0,2 13 0,0-2-91,2 7 1,2 2 90,-2-8 677,-3-11-677,8 24 2315,-2-5-2315,2 8 585,-3-3-585,-4-8 0,3 10 282,-4-13-282,4 13 0,2 4 0,-1-4-90,4 10 90,-2-4 90,1 2-180,0 1 90,0 0 0,2 3 0,-2-2 0,3-2 0,0 4 0,4-9 0,-1 9 0,2-3 0,-1 3 0,-1 2 0,1-1 0,-1 0 0,2-1 0,-1-1 0,5-4 0,-3 6 0,2-1 0,-4 5 0,8-5 0,-7 4 0,7-6 0,-6 4 0,-1 1 0,0-1 0,-1 1 0,0 2 0,1-2 0,-1 1 90,-1-1-90,-3 0-90,-3 1 90,-5 1 0,-6 2 0,-6 1 0,-4 1 0,-5 0 0,-8 0 0,-3 0-658,5 0 1,-1 1-1,-2 0 658,-8-1 0,-1 0 0,2 1 0,8-1 0,3 1 0,-3-1 0,1 0 0,-2 0 0,-2 0 0,-2 0-457,3 0 1,-4 0 0,-1-1-1,-1 1 1,3 0 0,2-1 456,-3 1 0,4-1 0,0 0 0,-3 1 0,-4-1 0,-3 1 0,-1-1 0,0 1 0,2-1-367,3 1 1,0-1 0,1 1 0,3-1-1,3 1 367,2-1 0,4 1 0,-4-1-54,-3 1 1,-5 0 0,-2-1 0,2 1-1,5-1 54,0 1 0,4-1 0,3 1 0,-5-1 0,1 1 0,-11 0 0,3-1 0,8 1 0,-4 0 0,0 0 0,2 0 0,3 0 0,1 0 819,-1 1-999,10-1 2015,-9 1-2375,14-1 2967,10 1-2427,1 1 0,6 0 0,1-1 0</inkml:trace>
  <inkml:trace contextRef="#ctx0" brushRef="#br0" timeOffset="15634">7212 13066 9062,'-11'5'1259,"1"0"-1259,-5-4 90,1 0-90,0 1 0,-2 3 90,-4 4-90,-5 5 0,-6 14 0,8-6 0,-2 8 0,7-2 0,-6 13 0,5-7-300,6-10 0,1-2 300,0-1 45,0 1 0,1 2-45,-2 0 0,-5 16 0,10-13 0,4-6 0,4 1 600,8 1-510,3-7-90,2 1 0,16-2 0,-4-7 90,15 3-90,-6-8 0,-7-1 0,16-3 0,-11-2 0,12-2 90,-16 0-90,-4-1 0,-4-2 0,7-11 0,-5 0 0,0-8 90,-15 0-90,-5 4 0,-4-5 180,-9-2-90,3 11 0,-12-8-1,-8 5 1,-1 3 0,-11-3-45,15 14 0,0 2-45,-18-4 0,-1 2 0,16 6 0,10 1 0,-10 1 0,6 0 0,-4 1 0,12 1 0,-2-1 0,4 1 0,20 0 0,-3-1 0,30 1 0,2-2 0,-6 0 0,16 2 90,-16 0-90,12 3-90,3 3 90,-10-1 45,0 4 0,-1 2-45,-5-1 0,2 2 0,-3 2 0,-6 12 0,-8-8 0,-8 13 0,-42 1 0,14-19 0,-2 0 0,-4 2 0,-5 0 30,-13-3 0,-8-2 0,7-2-613,15-3 1,-1-1 582,-13 2 0,-7 2 0,8-3 45,17-5 0,4-1-104,-6-1 1,1 1 58,-14-3 90,0-4-90,12-4 0,-3-12 90,14 5-90,8-8 0,15-6 0,5-2 0,3-4-125,2-6 0,5-4 125,1 19 0,2 1 0,0 2 83,0-4 1,3 0-114,2 1 0,3-1 0,2 3-195,9 0 0,-2 3 45,-10 5 0,-2 0-90,9-1 1,-6 2-1146,-12 8 1415,5-1 0,-4 2 0,7-3 0</inkml:trace>
  <inkml:trace contextRef="#ctx0" brushRef="#br0" timeOffset="17754">16267 12876 9512,'10'-6'-270,"1"-1"270,-6 3 180,1-2 0,1 2 89,-3-1 1,3 1 90,-4 0 360,2-1-361,-3 0-89,-6 1-90,-16 5-180,3 1 90,-20 10 0,14-2-45,-10 9 0,-3 5 0,13-6 0,0 2-45,-10 5 0,2 3 45,0 10 0,6 1-45,12-17 0,2 0 0,-9 14 0,3 0 90,8 10-90,5-14 0,4-2 0,4-9 0,9 6 0,3-5 0,9 3 0,-6-16 0,6-1 0,-5-5 0,8-1 0,10-4 90,-9-1-90,3-2 0,2-5 0,-15 2 0,10-6 0,-12 0 0,-4 1 0,-2-4 0,-2-5 0,-6-2 0,-1-4 0,-4 4 0,0 7 0,1 6 0,-1-1 0,-1 2 0,0-2 0,-5-1 0,-4-1 0,2 4 0,-11-3 0,7 7 0,-9-2 0,-4 2 0,3 2 0,-3 1 0,1 2 0,-1 0 0,5 0-90,0 0 90,10 1 0,20 2 0,3-2 0,24 2 0,-11-1 0,22 1 0,-13 0 0,9-1-90,-4 2 90,-8 0 0,3 3 90,0 6-90,-12-1 0,-3 7 0,-14 0 0,-13 13 0,-4-2 0,-16 6 0,7-17 0,-1-2 0,1-2 0,0-1-678,-9 2 0,1-2 678,-8 2-63,14-7 0,-1-2 63,-15 3 0,16-4 0,-2-2 0,-7 0 0,-1-3 90,-15-2-90,20-1 0,1-2 0,-11-15 0,17-19 0,5 7-45,23-4 0,8-1 45,-1 12 0,3 2 0,2-8 0,4 0 0,3 3 0,5-1 0,-2 3 0,1 0 0,2 1-484,1-1 1,3-2 0,-3 3 483,-1 5 0,-2 2 0,8-3 0,-1 0-196,-5 7 1,-1 1 150,4-3 0,1 1 6,5 0 1,-1 1 38,-11 5 0,-1 0-45,-1 1 0,-2 1-134,1 0 179,-15 5 0,-22 6 0,-5 2 0</inkml:trace>
  <inkml:trace contextRef="#ctx0" brushRef="#br0" timeOffset="24450">5151 11302 8972,'-1'6'2428,"-5"10"-2428,-5 1 0,1 9 90,10-12-90,2 3 0,2-3 0,3 3 0,2-4 90,7 6-90,-4-7 0,3 0 0,15 1 0,-14-7 90,20 6-90,-11-10 0,-1-2 0,4-2 0,4-9 90,-13 3-90,4-6 0,-16 4 0,-2-24 0,-6 15 0,-11-30 90,-10 22-439,-13-7 349,14 18 0,-1 1 90,-14-4-135,2 7 0,1 2-45,4 4 0,5 1 0,-1 2-3187,-15 13 3084,24-4 1,-20 11-1,27-6 1</inkml:trace>
  <inkml:trace contextRef="#ctx0" brushRef="#br0" timeOffset="25184">6519 11241 10051,'3'-9'990,"-3"16"-990,0 3 0,-3 11 180,2 16-270,2-18-270,1 20-2069,1-13 1620,0-7 809,-1 2 0,-1-13 0,-1 0 0</inkml:trace>
  <inkml:trace contextRef="#ctx0" brushRef="#br0" timeOffset="25930">7468 11263 9152,'-2'-10'899,"1"3"-719,9 1 180,8 0-270,-3 3 180,15-3-180,-11 4 180,21-1-1,2 5-179,1 6 0,-9 5 0,-18 8-90,-13-4 0,-9 9 90,-9 0-90,-12 12 0,-2 0 0,5-5 0,9-4 0,14-14 0,9-2 0,8-8 0,3-2-90,8-3-180,1-2-2428,23-6 1349,-17 2 1349,7-3 0,-16 1 0,1 0 0</inkml:trace>
  <inkml:trace contextRef="#ctx0" brushRef="#br0" timeOffset="27067">5176 11166 9422,'6'-8'809,"-1"1"-539,0 1-90,0 0 180,0 2-90,1-2-91,-1-2 91,2-2-180,4-7 90,5-4-90,8-8-45,-8 9 0,2-2-408,2-2 0,0-1 408,5-5 0,-1 2-45,-5 5 0,1 1 0,6-6 0,1 1 45,-5 6 0,0 1-45,9-6 0,0 1 0,-6 7 0,-1 0 0,5-1 0,-1 2 0,-4 5 0,-1 1 0,5-2 0,0-1 0,1 3 0,-2 0 0,15-6-131,-17 9 0,0 1 131,10-4-15,9 0 15,-11 3 0,2 1 0,-8 3 0,14 1 0,-16 2 0,11 4 704,-19-1-704,22 8 0,-19-4 0,24 11-90,-13-4-659,11 8 659,-9-4 195,7 7-105,-19-9 0,-1 1 0,1 1 0,0 1 0,2 2 0,-1 1 0,9 14 90,-4 5-90,-10-12 0,0 13 0,-12-17 90,2 8-90,-5-13 1123,0 1-1123,-1-9-180,2 9 0,-1-10-270,1 7-179,-1-10-451,1 2 1080,-2-3 0,0 1 0,0-2 0</inkml:trace>
  <inkml:trace contextRef="#ctx0" brushRef="#br0" timeOffset="28075">6775 11045 9512,'-7'-9'719,"3"1"-629,4-5 0,1 1 0,3-8 0,-1 5 0,3-9 90,0 1-90,4-9 0,3-4-90,-1 7 90,4-9-90,-3 15 0,2-1 0,10-18 45,-7 15 0,1 0-45,5 1 0,-1 3 0,5-5-150,-4 7 0,1 2 150,2 1 0,10-4-11,-9 7 11,7-2 0,7 0 0,-11 5 0,9-2 0,-22 10 0,25-2 0,-20 4 0,25-1-90,-25 5 90,4 3 0,-6 0 299,3 4-299,14 15 0,-14-7 12,11 11 78,-8 13-90,-14-19 45,0 2 0,0 2-45,-2 0 0,-1 7 0,3 1 0,-7-7 44,1-2 1,0 0-45,-2-4 0,5 19 90,-2-6-90,-4-12 0,3 11 0,-3-14 0,0-6 0,-1 4 0,-1-6-90,0 1-89,-2-1 89,1-1-90,-2 0-540,0 0-539,-1-4 1259,-3 5 0,4-7 0,-3 1 0</inkml:trace>
  <inkml:trace contextRef="#ctx0" brushRef="#br0" timeOffset="30921">7645 11671 8792,'1'-10'1169,"2"1"-719,-1-1 90,1 3 449,-1-2 91,-1 3-1,1 0-809,6 17-180,-3-5 0,13 21 90,2 7-90,-3-2-46,-4 6 1,-2 2-45,-4 3-401,-1-1 1,-1 2 445,-3-13 0,-2 0-45,2 18 0,0 0 44,-2-14 1,-1-1-45,1 4 0,0 0 0,-1-9 0,0-2 0,0 16 45,3 3 0,0 0-45,2 2 0,0-1 0,2 1 0,-1-17 0,0-1 0,-1 1 0,1 2 45,3 13 0,0 0-45,-3-14 0,-1 0 0,3 16 0,-2 2 45,-5-1 0,-2-4-45,2-13 0,-1-2 0,-4 9 0,0-3 0,0-9 0,-3-1 0,0 0 0,0 0 0,-1 0 0,-2 2 0,-5 14 0,5-18 0,1-1 0,-7 16 0,3-14 0,7-7 0,-8 8 0,6-4 0,-10 10 0,12-17 892,-9 14-892,8-13 0,-6 11 0,5-9 0,-2 3 90,3-4-90,1-1 0,3-4 0,-3 7 0,3-8 0,-2 4 0,2-7 0,1-1 0,-2 3 0,2-6 0,0 3 0,-1 1 0,1-1 0,-1 4 0,2-4 0,0 2-90,2-3 180,3-1-90,2-1 0,8-1 0,13 0 0,-4-2 0,9 0 0,-12 0-1639,19-1 1,5-1 1523,5 2 115,-9-2 0,6 0 0,2 0-567,-6 0 0,2 0 0,-1-1 0,-2 1 567,1 0 0,-2-1 0,2 1 0,2-1 0,3 0 0,-1 0 0,-6 1 0,-2 0 0,0 0-380,6-1 1,8-1 0,1 0 0,-7 1 379,4 1 0,-1-1-35,-7 0 0,5 0 0,0 0 1,-1-1 34,7 0 0,-2 0 0,-7 0 0,-9 1 0,-1 0 0,2-1 0,5 0 0,1 0 0,-4 0 0,9 0 0,-5 0 0,-9 0 0,-1 0 0,11 0 0,-5 1 0,-8 1 0,1-1 0,2 1 0,3-1 0,-6 1 0,0-1 0,-5 2 0,21-2 0,-16 1 674,5-1 1,-1 0-675,-3 0 0,-3 1 0,0 0 0,7-1 2116,5 0-2116,-1 0 0,5 1 0,-16 0 3165,7 1-3165,-17 0 454,-1-1-454,0 2 142,-4-2-142,0 0 0,0 0 90,-1 1-90,-15-12 90,4 7-90,-14-9 90,11 8 90,-6-8 0,0-2 0,-9-20-90,0-4-45,5 11 0,0-3-45,-1-11 0,1-2-612,3 13 0,1-2 612,2-2 0,-1-3 0,2 4 0,3 7 0,0-2 30,-1-10 0,0-6 0,0 4-30,1 7 0,1 0-479,0-7 0,0-5 1,-1 3 433,0-3 0,-1 2 45,1-2 0,0-1-30,0 11 0,0-3 0,0 3-15,0-11 0,2 0 15,0 9 0,0-1 0,1-1 0,2 2 0,0 0 0,0 3 30,0-7 0,2 2-30,2 4 0,1-1 0,0 5-15,-3 7 0,1 1 45,7-21 0,0 1-2,-1 6-43,-2 5 0,2 0 45,3-8-45,-5 14 0,0 2 45,2-6 0,3-3 0,-7 10 1102,4-6-1102,-4 10 1647,1-5-1737,-2 9 93,0-6 87,-2 9-180,-2-1 90,2 4 0,-2-3 0,1 2 0,-2 2 0,0 1 0,0 0 0,-2-1 0,2 1 0,-2 0 0,0 1 0,-1 2 0,0 0 0,-1 0-90,0 1 90,-6 1 0,-4 5 0,-5 3 0,-9 4 0,7-2 0,-3 1 0,-1-2 0,-2 2 0,-14 0 0,-8 2 0,6-4-373,4-1 1,-8 0 0,2 0 372,8-2 0,2 0 0,-4 1-557,1-1 0,-3 1 0,-1-1 0,-2 1 0,2-1 557,-7 1 0,1-1 0,-1 1 0,-1-1 0,5 0 0,-2 1 0,1-1 0,0 1 0,1-1 0,-5 0 0,3 1 0,-2-1 0,-1 0 15,10 0 0,-1 0 0,-1 0 0,-1 0 0,-2 0 0,-1 0-4,2-1 0,-3 1 1,-1-1-1,-2 1 0,1-1 1,0 0-1,2 0 0,2 1 4,-4-1 0,3 0 0,2 1 0,-2-1 0,0 0 0,-4 0-15,5 0 0,-4 0 0,-3 1 0,0-1 0,-1 0 0,3 0 0,2 0 0,5 0 0,6-1 0,-10 1 0,8 0 0,-1-1-30,-12 1 0,-1-1 0,10 0-277,7 2 37,-5 0 0,14 1-359,5 2-2648,6 5 3277,5-2 0,4 6 0,8-4 0</inkml:trace>
  <inkml:trace contextRef="#ctx0" brushRef="#br0" timeOffset="39967">18063 12700 9152,'-12'-6'2698,"-5"4"-2698,-10 3 90,-7 5 0,-4 6-90,7-3 0,-7 5 90,8 5-90,11-6 0,-11 18 0,22-17 0,1 15 0,16-8 0,13 7 0,1-5 0,-1-9 0,1-1 0,1-1 0,0-1-294,6 1 1,2 1 293,1 0 0,0-1 0,-1-1 0,0 0 0,14 6 0,-11-4 0,-3-1 0,1 1-128,-4-1 1,0 1 127,3 2 0,3 5 0,-9-1 90,-11-5-90,-6 3 571,-21 4-571,-7-1 0,-8 3 135,-2-10 1,-4-2-136,1-2 0,-2-1 45,-13 3 0,1-1-162,13-3 0,3-3 162,1-1 0,4-3 135,5-5 0,-3-5 0,10-7-90,9-10 0,10-2-45,9-2 0,4-1 45,8-7-492,-7 13 0,4-3 0,-1 3 447,1 0 0,0 1-45,8-10 0,-2 2 29,-9 11 1,-3 0 15,-1-1 0,-3 1 45,-3-6 0,-8-6 0,-20 4 0,-7 8-1044,-1 11 1,-4 2 953,-12 0-274,-6 4 0,-4 1-446,15 4 1,-1 2-374,0 0 1,-3 0 0,4 1 741,0 1 1,1 1 0,-5 2 0,2 0 0,9-1 0,1-1 0</inkml:trace>
  <inkml:trace contextRef="#ctx0" brushRef="#br0" timeOffset="42850">6000 14229 10141,'-2'-12'-90,"0"3"270,-9-2 0,4 7 0,-4-3 0,4 4 90,-5-3-90,0 1-90,0-1-1,1 1 91,-2 1 0,-13-1-90,-3 2-90,-2 1 0,5 2 90,-15 8-90,14-1 45,-9 10 0,-1 3-45,5 3-408,1 4 0,1 4 408,14-6 0,3 1 0,0-1 0,1 3 0,3 6 0,4 3 0,5-3 0,4 0 45,0 7 0,3 1-45,3-8 0,2 2 0,0-4-45,1 1 0,2-1 90,11 10 0,0-3-45,3-7-45,-2-7 0,0-2-113,2-1 158,5-5 0,2-2 45,-11-8 0,0-2-45,19 2 0,1-2 0,-17-4 0,-2-1 0,4-2 0,0-1 0,17-9 0,-12-4 0,-1-2 0,-7 6 0,-1-3-587,10-12 0,-3-2 587,-9-3 0,-8 3 0,-3-2 0,-9 3 0,-4-1 0,-1-13 0,-5-2 0,-7-2 0,-6-2-894,-2 7 1,-5-2 0,1 3 893,5 11 0,2 2 0,-3 0 0,-4-4 0,-3 0 0,0 4-591,-12-2 0,1 4 546,9 6 0,-4 0-178,3 5 0,-6 0 1,-1 0-1,3 3 163,-2 1 0,2 3 0,-3 0-226,1 0 1,-2 1-1,-1 0 1,4 1 105,-12 1 0,2 2-405,-2 3 1,4 3-295,17 2 1,2 3 878,0-2 0,2 3 0,-15 21 0,14-1 0</inkml:trace>
  <inkml:trace contextRef="#ctx0" brushRef="#br0" timeOffset="47567">7064 16566 9062,'18'-37'2968,"-3"9"-2878,-14 31 90,-6 15-135,-1 4 0,-2 4 0,-1-3 0,0 2-647,-6 17 1,-1 2 646,-3-2 0,0 0-621,2-7 0,-1 2 0,0-2 576,-5 8 0,-1-1 30,5-10 0,-1 0 0,0-1-128,-1 1 0,-1 0 98,-5 9 0,1-2 0,9-15 0,2-2 0,-12 17 90,16-22 549,0-2-639,11-12 2257,-2-1-2347,18-23 411,-3 7-501,12-12 90,-7 12 90,4-1-180,1 5-180,16-4 270,-7 3 0,12-1-180,-6 4 90,-8 2 1,1 0 89,-4 0 0,1 0-556,5-2 1,-2 1 645,1-2-90,0-3 0,-8-1 90,3-4 90,0-8-90,-13 9 90,2-4 90,-11 12 1201,-4 26-1202,-1 30-134,0-14 0,1 2 0,1 8 0,1 0 0,4 4 0,1-3-420,-3-14 0,1-1 420,4 10 0,0-3-45,1-6-90,3 5-360,2-5-269,-1-10 89,1 2 630,-1-14 0,6-15 0,5-2 0</inkml:trace>
  <inkml:trace contextRef="#ctx0" brushRef="#br0" timeOffset="47825">7694 17067 10051,'-10'-9'1349,"26"10"-1259,-3 2 0,13 7 0,5 2-994,-2-1 1,1 2 947,13 4 1,0 1 0,-7-3 0,1 0-45,7 4 0,0-1-135,-12-4 1,-1 0 67,4 1 1,-1 0-429,-7-3 0,-1-2-2023,10 5 2407,-13-7 1,-6-4 0,-6-3 0</inkml:trace>
  <inkml:trace contextRef="#ctx0" brushRef="#br0" timeOffset="48034">8237 16972 9691,'-34'-24'1170,"0"15"-766,-2 14 1,-2 11-180,3 14 0,2 8-1319,0-4 1,1 2 1153,13-4 0,1 2 0,4-1-105,3-1 0,2 0 70,-1 4 0,3 2-1284,4-1 0,2-2-630,0 10 1889,7-6 0,3-18 0,2 0 0</inkml:trace>
  <inkml:trace contextRef="#ctx0" brushRef="#br0" timeOffset="48700">8884 16865 11400,'-11'-8'720,"0"0"-450,2 5 180,-19 13-360,10-1 0,-3 6 0,-1 3-1,0 6 1,2 0 0,1 1-90,-5 8-1095,1 4 0,2 1 1185,-3 1-299,6-4 0,1 0 299,-1 2-90,1 3-90,4-7-180,4-2 181,7-15-91,4-1 180,8-14 2154,7-2-2244,3-4 90,-1-1 454,6-2-544,-6 1 90,8-2-90,3-1 90,7 3 0,4 1 0,5 2-90,-17 3 0,0 0 45,-2 1 0,-2-1 0,1 1 0,1 0-90,8-1 0,-2-1 45,-1 0 45,-4 0 0,-2-1 45,-6-1-90,9-4 0,-2-9 90,1-4 0,-8 0 0,-8-11 90,-9 15-90,0-7 90,-3 15 0,-7 19 135,1 22 0,1 7-225,0-15 0,-1 2 60,1 8 0,1 5 0,1-4-259,3-3 1,2-2 243,-1 10 0,2 0-90,3-1 0,1-1 0,-1-8 0,2-2-765,5 8 1,3-4-810,2-5-180,12 8 1799,-11-28 0,14-8 0,6-3 0</inkml:trace>
  <inkml:trace contextRef="#ctx0" brushRef="#br0" timeOffset="49667">16030 16544 10051,'6'-8'90,"4"-4"0,-4 6 180,4-6 360,4 1-91,0 0-359,3-1 180,-2 0 0,-1 4-90,7-3-180,-3 3 90,13 0-1,7 3-134,-9 2 0,2 1-112,-3 1 1,1 1 111,10 0 0,2 2-947,-3 2 1,1 2 901,6 2 0,-1 0-45,-10 0 0,-3 2 0,-2 3 0,-6 2-45,-12 14 45,-12-3 0,-7 0-346,-13 5 0,-6-1 346,2-1 1,-4-1 44,1-4 0,-4-1 0,0 0-30,-1-1 0,0 0 0,0-1 30,-6 5 0,0 0 0,-3 1 0,1-2-45,13-6 0,4-1-45,-11 8 257,-4 4-256,25-11 1776,14-7-1777,9 2 90,5-4-90,17 0 0,7-4-45,-5-2 1,2 0 44,-10-2 0,2 0-270,21 0 0,-1-1-255,-1 0 120,-2-3 0,0 1-764,3-2 1259,-10 0 0,2-1 0,-9 0 0,0-1 0,8 0 0,0-1 0</inkml:trace>
  <inkml:trace contextRef="#ctx0" brushRef="#br0" timeOffset="49950">17232 16606 9691,'11'2'450,"5"6"-450,13 10 90,-5-2 0,0 2-728,0-1 1,0 1 682,10 5 0,1 1 0,2 0 0,-1 0-180,-1-2 0,0 0-315,3-1 1,-3 0-541,-9-6 1,-2-1 989,15 7 0,-17-8 0,-8-5 0</inkml:trace>
  <inkml:trace contextRef="#ctx0" brushRef="#br0" timeOffset="50150">17777 16682 9242,'-3'-15'449,"-1"3"-269,-4 2 90,-2 8 180,-19 16-270,3 1 0,-4 1-776,-10 10 1,-2 1 685,4-3 0,-1 2-30,3 1 0,-1 3 0,4-1-240,3 1 0,2 0 60,4-7 0,0 2 0,2-2-825,-2 8 1,3-2 944,-6 10 0,13-17 0,1 0 0,-6 12 0</inkml:trace>
  <inkml:trace contextRef="#ctx0" brushRef="#br0" timeOffset="50650">18248 16504 10501,'-11'-13'360,"0"1"0,8 4-270,8 2-1,14-3-89,11 6 90,3 1-90,-7 2 0,0 1 90,3 1-90,-1 0 0,-1 1 0,-1 2 0,12 14 0,-29 4 90,-6 9-90,-17-7 0,-9 0 0,-5 2 0,-4 1-1015,6-5 0,-2 1 0,1 0 1015,-8 3 0,1 1 0,-4 2 0,3 0-238,11-8 0,2 0 238,0 2 0,2 1 90,-6 10 52,34 9 127,13-21-179,12 8 90,-9-21 0,2-3-90,-1-1 0,0-2 0,8 2 0,1-1-45,-9-2 0,1-1 0,3 0 0,1 1 135,14-1-270,-9 0 0,2-1-270,-6 0 0,1 0 914,4-1 0,1 0-554,-2 0 0,-1-1 0,13-1 0,-21 1 0,-1 0 0</inkml:trace>
  <inkml:trace contextRef="#ctx0" brushRef="#br0" timeOffset="50950">14051 17889 12120,'-41'-2'1799,"40"-3"-1574,28-3 0,16 2-1864,1-2 1,10 0 1522,-19 4 1,5-2 0,5 1 0,3-1-1,0 0 1,1 0 0,-4 1 0,-3 0-167,4-1 1,-5 1-1,0 1 1,2-1 0,6-1 305,-11 2 1,4 0-1,3-1 1,1 0-1,2 0 1,1 0-1,1-1 1,-1 1-1,-1 1 1,-1-1-1,-3 1-89,3-1 0,-2 1 0,0 0 0,-1 0 0,-1 0 0,1 1 0,-1-1 0,1 0 0,0 0 45,1 0 0,-1 0 0,-1 1 0,1-1 0,0 0 0,0 0 0,2 0 0,2 0 0,1-1-215,-6 2 1,2-1 0,2 0 0,1 0 0,1 0 0,1 0 0,0 0 0,1 0 0,-2 0 0,0 0 0,-2 1 0,-1-1 0,-3 0 0,-2 1 5,14-2 0,-5 1 0,-4 0 0,0 0 0,1 0 0,3-1 0,4 1-6,-12 0 1,2 0 0,2 0 0,3 0 0,0-1 0,2 1 0,0-1 0,0 0 0,-1 1 0,-1-1 0,-1 1 0,-3 0 0,-2-1 0,-4 1 229,16-1 0,-5-1 0,-3 1 0,-2 0 1,2-1-1,4 0 0,-6 0 0,3 1 0,1-1 1,1 0-1,1-1 0,-1 1 0,-1 0 1,-1 0-1,-2-1 0,-1 1 0,0-1 0,0 1 1,0-1-1,0 1 0,-1-1 0,1 1 1</inkml:trace>
  <inkml:trace contextRef="#ctx0" brushRef="#br0" timeOffset="61437">20627 16899 8162,'-12'-2'150,"5"1"0,3 0 0</inkml:trace>
  <inkml:trace contextRef="#ctx0" brushRef="#br0" timeOffset="63556">16330 11894 7982,'10'2'1170,"7"2"-631,-9-1 1,8 3 0,-10-4 89,2 2 181,-1-1 0,2 0 89,-1-1 270,2-1-269,5-7-450,-2-6 179,8-26-449,-14 12 0,-1-1-135,0-1 0,-1-2 135,-1-16 0,-1-4-892,-1 17 0,0 0 0,0-3 757,1-2 0,1-4 0,0-1 0,0-1-525,0-3 1,0-1 0,1 0 0,-1 1 501,1 5 1,-1 1-1,1-2 1,0-2 7,-2 2 0,0-3 0,0-3 0,0 1 0,0 0 0,-1 3-417,-1 2 1,1 2 0,-2 1 0,1-1 0,0-3 398,-1 2 1,0-4 0,1-1 0,-1-1 0,0 1 0,0 2 0,-1 2-13,1-1 0,0 2 0,-1 2 0,0-1 0,1-1-201,-1-1 1,-1-1 0,1-2 0,0 2 0,-1 1 0,2 3 200,-1 0 0,1 4 0,0-1 0,0-4 33,0 2 1,0-2 0,1-3-1,-1-2 1,1-1 0,1-1-1,0 1-11,2 0 1,0-1-1,1-1 1,1-1-1,-1 0 1,1 0 0,-1 1-1,0 0-54,-1 4 1,0 0 0,0 1 0,-1 0 0,1-1 0,0 1 0,0 0 0,0-1 42,2-1 0,-1-2 0,1 0 1,1 1-1,-1 0 0,0 1 0,-1 1 1,-1 3 6,2-8 0,-2 3 0,0 2 0,-1 1 0,0 0-18,-2-3 0,0 1 0,-2 1 0,1-3 18,-1 3 0,1-2 0,-2-1 0,1 0 0,-2 2 25,-1 0 0,-1 0 0,-1 0 0,0 2 1,1 1-44,-1 0 0,1 1 0,-1 1 0,-2-1 106,-2-5 0,-1-2 1,-1 1-1,1 3-106,0 1 0,0 1 0,-1-2 18,2 7 0,-1-3 0,-1-1 0,1 2 0,1 2-18,-1-4 0,0 3 0,1-2 0,-1 0 0,0-2 0,1 0 0,0 4 16,3 3 1,1 3 0,0-1-17,-2-8 0,1-1 0,0 2 637,1-4 1,1 0-638,2 7 0,0-2 0,1 5 0,1 8 0,1 2 0,0-18 0,-1 2 0,2 7 0,0 8 0,1 0 0,0 3 0,1-21 0,-1 28 1649,0-11-1649,0 12 1994,0-2-1994,-1 5 1551,1 3-1551,1 0 578,-2 2-578,3-4 90,-2 4-90,2-1 0,-2 1 0,-2-1-90,0 1 90,-3 1 0,-3 9 0,-5 6-90,-8 16 135,4-5 0,-2 1-323,-3 4 1,-1 1 277,1-2 0,0 1-45,-4 5 1,0 2-339,2-7 1,0 1 382,-3 6 0,0 0-45,5-8 0,0-1 0,-4 6 0,1-1-135,-1 0 90,-7 10 90,19-23-180,2-2-90,5-7 691,12-23-511,-1 5 449,6-10 1,5-5-405,5-7 0,1-2 45,0 4 0,-1 0-45,6-9 0,-1 2 45,-5 11 0,-1 4-90,5-6 90,2 1 0,-11 14-90,-2 1 90,0 3 0,2 4 0,4 13 0,5 6 0,0 6 0,3 11 0,-1-1-727,-11-9 0,0-1 727,11 11-172,7 4 82,-6-11-90,11 2-90,4-8 0,-9-7-359,13-6-271,-21-8 1,-1-2-361,1-1 1,-2-2 269,1-1 1,-4-1 989,4-23 0,-22 5 0,-5-10 0</inkml:trace>
  <inkml:trace contextRef="#ctx0" brushRef="#br0" timeOffset="64221">15230 4692 7263,'-45'9'-270,"-1"-1"0,6-1 0,-2 1 0,2 0-95,5-2 1,2 0 0,-2 0 0,-5 2 0,-1-1 0,3-1 0,6 0 0,0 0 0</inkml:trace>
  <inkml:trace contextRef="#ctx0" brushRef="#br0" timeOffset="65974">14680 4793 6723,'-44'8'150,"0"0"0,18-3 0,0 1-60,-10 1 0,1 0 0,0 1 0,-8 1 0,6-1-90,-7 1 179,19-4 1,0 0-45,-2 1 0,1 0-90,1-1 0,1 1 315,-21 4 90,8 0-1061,-6 0 791,8-2 446,-4 1-86,10-4-1,-6 3 1,5-2-90,3 0-180,6-1 179,0 0-89,10-3 1240,-7 3-1150,10-1-266,3 3 265,19-2-359,7 1 90,11-3 0,8-1-1101,-4-1 0,5 0 0,3 0 975,-6 0 0,2-1 0,3 1 0,2-1 0,2 0-29,-4 0 1,2 0 0,2 0 0,1 0 0,0 0-1,2-1 1,0 1-282,-6 0 1,0 0 0,1-1 0,1 1 0,0 0-1,1-1 1,0 1 0,1-1 0,1 1 263,-4 0 0,0-1 0,1 0 0,1 1 0,0-1 1,1 1-1,-1-1 0,1 0 0,0 1 0,1-1 1,-1 1-135,-2-1 0,1 1 1,1-1-1,0 1 1,0 0-1,0-1 1,0 1-1,0-1 1,-1 1-1,0 0 1,-1-1-1,0 1 135,2-1 0,-1 1 0,0-1 0,-1 0 0,-1 1 0,1-1 0,0 1 0,1-1 0,0 1 0,2-1-98,-2 1 0,2-1 0,0 1 0,1 0 0,0 0 0,1-1 0,-1 1 0,1 0 0,-1-1 0,-1 1 0,0 0 0,-1-1 98,2 1 0,0 0 0,-1-1 0,-1 1 0,0-1 0,0 1 0,1-1 0,0 1 0,1-1 0,1 0-18,-6 1 1,2-1 0,0 1 0,1-1-1,1 1 1,-1-1 0,1 1 0,0-1 0,-1 1-1,0-1 1,-1 1 0,-1-1 0,-2 1 8,5-1 0,-1 0 0,-1 1 0,-1-1 0,0 1 0,-1-1 0,1 0 0,0 1 0,0-1 0,1 0 0,-1 0 0,1 0 0,0 0 0,1 0 0,0 0 0,0-1 0,-1 1 0,0 0 0,-1 0 0,-2-1 0,-1 1 0,5 0 0,-1 0 0,-2 0 0,-1 0 0,-1 0 0,1 0 0,1 0 0,0 0 20,3 0 0,2-1 1,0 0-1,0 1 1,-1-1-1,0 1 1,0-1-1,-2 0-20,0 1 0,1 0 0,-2-1 0,0 1 0,-2 0 0,-1-1 0,-1 1 54,3 0 0,-1-1 0,-2 0 0,-2 1 0,-1-1 6,8 0 0,-3 0 0,-1 1 180,-6-1 0,-2 0 0,-5 0 991,9 0-1096,-11 0 0,-1-1 224,-6 0-179,-2 0 1662,-7 0-1752,-5-1 2283,2-1-2283,0 1 3186,1-1-3070,-14 0-116,-2 0-90,-6 0 0,-13-17 0,14 12 0,-18-24 0,9 3-496,5 7 1,-1-4 495,-4-8 0,0-2 0,4 5 0,0-2-30,2 2 0,1-4 0,0 0-491,3 3 0,1 1 0,0-4 503,1 0 0,-1-4 0,0-1 0,1-2 1,1 2-442,-1-5 0,1 0 0,1-1 1,1-3 432,2 11 0,1-3 0,0-2 1,0-1-1,1 1 0,1 0 1,1 3-387,0-7 0,2 1 1,1 1-1,0 1 1,1-1 393,0 2 0,0 0 0,1 0 0,1-1 0,2-2-8,1 3 0,3-4 0,1-2 1,1 1-1,0 1 0,-1 2 1,-2 5-256,1-1 1,-1 4 0,0 1-1,1-4 281,1-2 0,2-4 0,0-2 0,1 0 0,-1 2 0,-1 3-100,1-2 0,0 2 0,-1 3 1,-1 0 99,1-3 0,0 2 0,1-3-36,-3 5 0,2-3 0,0-1 0,0-1 0,0 2 18,-2 3 0,-1 0 0,1 1 0,-1 1 0,-1 0 18,2-1 0,-1 1 0,0-1 0,1-2-36,-1-2 0,1-5 0,0 0 0,-1 3 0,-3 7 36,1-5 0,-2 4 0,1-3 0,0-1 0,-3 6 773,-1-4-863,-3 7 1777,-2 12-1687,0-2 0,-1 6 2522,0 1-2612,-1 4 2716,2-2-2716,-2 3 90,2 3 0,-2 3 0,1 1 0,-1 0 0,-2 0 0,-1 2 0,-3 0 0,-10 3-90,-10 2 90,-5 2 0,2 0 0,-5 2-989,-9 1 1,-5 1 988,4 0 0,-4 1 0,0 0 0,5-1 0,0-1 0,-3 2 0,10-3 0,-2 2 0,-2-1 0,-2 1 0,-1-1-391,2 0 0,-1 0 0,-3 0 0,0 0 0,-1-1 0,0 1 0,0 0 391,2-1 0,1 0 0,-1 0 0,-1-1 0,0 1 0,0 0 0,0 0 0,0 0-204,3-1 1,0 1-1,0 0 1,0 0 0,0 0-1,-1 0 1,1-1 0,-1 1-1,0-1 204,-3 1 0,0-1 0,0 0 0,-1 0 0,1-1 0,0 1 0,0 0 0,1-1 0,0 1-153,1 0 0,2-1 0,-1 1 0,2 0 0,-1-1 0,0 1 0,-2-1 0,-1 1 153,3-1 0,-2 1 0,-1 0 0,0-1 0,-1 1 0,0-1 0,0 1 0,0 0 0,1-1 0,0 1-43,0-1 1,0 1 0,0-1-1,0 1 1,0-1 0,0 1 0,1-1-1,0 1 1,1-1 0,2 0 42,-4 1 0,2-1 0,2 0 0,0 0 0,0 1 0,-2-1 0,-1 0 0,-3 1 0,6-1 0,-2 1 0,-2-1 0,-1 1 0,-2 0 0,0 0 0,-1 0 0,1 0 0,1 0 0,2-1 0,2 1 0,2-1 0,3 0 0,-13 2 0,6-2 0,2 1 0,1-1 0,-2 1 0,-5 0 0,6-1 0,-4 1 0,-2 1 0,-2-1 0,0 0 0,0 0 0,1 1 0,3-1 0,3-1 0,5 1 0,-5 0 0,7-1 0,1 0 0,0 0 0,-5 1 11,1-1 0,-3 1 0,-2-1 1,-2 1-1,0 0 0,1-1 1,2 1-1,4-1-11,-4 1 0,4-1 0,2 1 0,-3-1 0,-5 1-10,4-1 0,-5 1 0,-3 0 0,-3 0 0,0 0 0,1 0 0,3-1 0,5 1 0,5-1 10,-3 0 0,7 0 0,0 0 0,-4 0 12,-1 0 1,-4 1 0,-4 0 0,-1-1 0,3 1 0,4 0 0,7-2-13,-1 1 0,7 0 0,-2 0 223,-17 1 1,-3 0 0,9 0-224,-1-1 1392,19-1-1482,-20 2 90,28-2 2081,-15 1-2171,13-1 3201,2 0-3111,0 0 847,6 0-847,1-1 0,0 0 0,0 1-90,-1-1 90,7 3 0,12 11 0,1 0 0,12 18 0,-4 12-742,-5-10 1,-1 3 741,-2-2 0,-1 2 30,-1 1 0,-1 4 0,-1 0-855,-3 3 0,0 2 0,-1 2 825,1-4 0,-1 4 0,1 0 0,-1-2 22,-1-4 0,0-1 1,0 1-1,1 1-22,-1-2 0,1 2 0,-1 1 0,1 0 0,0-2 22,0 4 1,-1-2 0,2 1-1,0 4-7,1-6 0,1 4 0,0 2 0,0-1 0,0 0 0,0-4-15,1 5 0,-1-2 0,0-1 0,2 3 15,-1-9 0,1 3 0,1 1 0,0 0 0,1-2 0,-1-4-15,1 3 0,1-3 0,0-1 0,0 1 22,2 8 1,0 2 0,0 0-1,1-4-22,0 3 0,0-4 0,1 1 0,-1-9 0,0 0 0,0-1 0,0-1-320,1 0 0,0-3 0,0 2 320,3 7 0,1 0 0,-1 0 0,-1-5 0,-1-1 0,0-2-179,2 5 1,-1-2 223,0-1 0,-2-3 510,2 6-1095,2 7-89,-9-19-2648,-2-7 4122,1-19-3813,-2-14 2968,4-16 0,-3-10 0,0-6 0</inkml:trace>
  <inkml:trace contextRef="#ctx0" brushRef="#br0" timeOffset="66468">17544 1449 9871,'-12'-4'-539,"2"1"629,-2 1 0,-2 3 179,4 0-89,-6 2 0,6 0 0,-5 1-90,3 1 90,-1 1 0,2 0 0,1-1 0,-7 5-90,2-4 0,-5 3-90,4-3-90,-3-1-180,1-2-270,-8 0 90,4-1-1978,-9-1 2428,10 0 0,-22-1 0,2 0 0</inkml:trace>
  <inkml:trace contextRef="#ctx0" brushRef="#br0" timeOffset="67075">14958 1398 9062,'10'-12'270,"-2"3"-90,-2 2 179,-2 3-89,1-1 630,2 0-541,7 12 91,3 9-270,-3 6 0,1 6-906,3 8 0,0 5 905,-2 1 1,0 4 0,-1-1-853,-2-4 1,0-1 0,-1 3 761,-3-4 1,0 3 0,0 2 0,-2 1 0,0-2-425,-1-2 0,0-1 1,-2 0-1,1 2 0,-1 1 380,0 1 0,1 1 0,-2 2 0,1 1 0,0 0 0,-1-1 0,1 2 0,-1-1 0,0 1 0,0 0 0,0 1 0,-1-1-227,1 0 0,-1 1 1,0 0-1,0 0 0,0 0 1,0-1 211,1 0 0,0 1 0,0-1 0,0 0 0,0-2 0,-1 0-25,1-1 0,0-2 1,-1-1-1,1 1 1,1 0 9,0-2 0,0 0 0,1 0 0,0 0 0,1 0 0,0-3-36,2 9 1,0-2-1,1 0 1,1 1 56,-2-3-1,2 2 1,-1 0 0,1 0 0,-1-3-36,1-1 0,1-2 0,-1 0 0,0 0 22,-1 1 1,1 1 0,-1-1-1,0-3 202,-1 2 1,-1-3-1,0 2-194,-1 5 0,0 1 0,-1-2-30,0 6 0,0-1 0,-2 2 0,-1-2-45,1-8 0,0-3-45,-1-6 0,0-2 586,1 3 1,1-3-1216,4-4-361,4-1-1078,-1-11 1664,5-10 494,-3-11 0,5-10 0,1-5 0</inkml:trace>
  <inkml:trace contextRef="#ctx0" brushRef="#br0" timeOffset="67875">16762 1621 9871,'-6'-28'-719,"1"4"719,1 2 180,1 3 0,2 3 179,-1-2-179,1 5 180,0-2 90,1 8-270,-1-4 179,1 6 1,0-3 90,-1 2-90,15 18-180,-4-2 0,8 19 0,3 6-1,-4-1 1,-1 3-1161,-1 5 1,0 6-1,-1-2 1041,-2-7 0,-2-1 0,-1 3 30,-2 4 0,-1 5 0,-1 1 0,-1-2-568,-2-2 1,0-2 0,-1 2 0,-1 2 522,0-9 0,-1 3 0,-1 0 0,1 1 0,-1-1 0,0-1-192,0-1 0,0-1 1,0-1-1,-1 2 0,0 2 198,-1 0 1,0 2-1,-1 3 1,-1 0-1,1-1 1,0 0-1,0-4-264,-1 5 0,1-2 0,-1-2 1,0 1-1,1 2 228,-1-3 0,1 2 0,0 0 0,-1 0 0,1 0 0,0-1 3,-1 6 0,-1 0 0,1-1 0,1-1 0,0-2 4,0 2 1,1-2-1,1-1 1,0 3 13,0-4 0,1 1 0,0 1 0,0 0 0,0-2 62,1 6 1,0 0 0,0-2-1,1-3-98,1 4 0,0-3 0,0 1 14,-1 0 0,0 0 0,-1-1 16,-1-10 0,0 0 0,-1 0-30,-1 7 0,1 2 0,-2-3 586,-1 7 1,-1-1-617,1-10 0,0 1 0,-1-4-105,2-2 0,-1-2 1043,-1 5 0,1-1-1357,1 9-181,5-19-180,6 0 2032,2-11-4499,0-6 2577,8-12 700,-6-3 0,12-14 0,-6-2 0</inkml:trace>
  <inkml:trace contextRef="#ctx0" brushRef="#br0" timeOffset="68858">18119 1188 9691,'15'6'1170,"-9"-3"-900,28 20-180,-20-10 269,15 22-796,-14-15 0,-1 3 572,6 12 0,0 2-45,-3-5 0,-2 2 30,-1-2 0,0 4 0,-1 1-682,-3-1 0,-2 1 0,0 2 1,0-2 591,2 5 0,0 0 0,-1 3 23,-2-5 1,0 4 0,-1 1 0,-1 0 0,0-3-364,0 0 1,-2-2 0,1 0 0,-1 2 363,1 0 0,-1 1 0,1 1 0,-1 0 0,0-2-32,1 0 1,0 0-1,-1-2 1,1 3-5,-1-4 0,1 2 0,-1 0 0,1 0 0,0-2 27,0 3 0,1-3 0,-1 1 0,1 0-413,1 7 0,-1 0 1,0 1-1,1-3 398,0 3 0,-1-2 0,1 1 0,1 2 0,-1 0 0,0-1-44,0-9 0,-1-2 0,0 3 36,0 3 1,0 3-1,0 0 1,-1-1-1,0-7 1,-1-1-1,0 0 1,0 2 133,-1 10 0,-1 2 1,-1 0-1,-1-3-126,0 0 0,-1-2 0,-1-2-30,-1-1 0,0 0 0,-1-2 30,-1-2 0,0-2 0,0-1 262,-3 5 0,0-1-292,2-6 0,-1 1 0,0-1 806,0 2 1,0-1-762,-2 6 0,0-1-45,4-12 0,1-1-45,-2 4 0,1-1-45,-1 12 692,1-3-1591,3-11 1513,0-1-3313,0-7 3074,-1-12 1,-11-13 0,-5-4 0</inkml:trace>
  <inkml:trace contextRef="#ctx0" brushRef="#br0" timeOffset="69675">13776 2519 10321,'-23'-5'-1169,"-5"-2"1079,10 3 0,-4 0 90,3 0 180,-2 0 0,-5-1 90,2 1 989,-1 0-899,47 6-181,3-2 1,4-1-682,11 3 1,8 0 590,-5-2 1,7-1 0,3 1 0,1-2 0,-5 1-795,-6 0 0,-3 0 0,2 0 0,7 0 732,-8 0 0,4-1 0,5 1 0,3-1 0,1 1 0,1-1 0,-1 0 0,-1 1 0,-4-1 0,-4 0-347,3 0 1,-5 1 0,-1-1-1,-1 0 1,3 0 0,5 0 335,-7 0 0,4 0 1,3 0-1,1 0 0,2 0 1,1 0-1,-1 0 1,1-1-1,-2 1 0,-2 0 1,-2 0-157,0 0 1,-2-1 0,-1 1 0,0 0 0,-1 0 0,0 0 0,1 0 0,1-1 0,2 1 147,-1 0 0,2-1 0,1 1 0,0 0 1,2-1-1,-1 1 0,1-1 0,-1 1 1,-1-1-1,-1 1 0,-1 0-72,3-1 1,-1 1 0,-1-1-1,-1 1 1,-1 0 0,1-1-1,1 1 1,1 0 0,1-1 71,-2 1 0,1 0 0,1-1 0,0 1 0,1-1 1,0 1-1,1 0 0,-2-1 0,1 1 0,-2 0 1,-1 0-9,-2 0 0,0 0 0,-1 0 0,-1 0 0,-1 0 0,1 1 0,0-1 0,1 0 0,1 0 0,1 1 7,-2-1 1,2 0-1,0 0 1,2 0-1,-1 0 1,1 1-1,0-1 1,0 0-1,-1 0 1,-1 0-1,-1 1 1,-1-1-8,5 0 0,-2 1 0,-1-1 0,-1 1 0,0-1 0,0 1 0,2-1 0,2 1 0,1-1 6,-6 1 0,2-1 1,2 1-1,1 0 1,2-1-1,0 1 1,0-1-1,0 1 0,-1 0 1,-1-1-1,-2 1 1,-2 0-1,-3 0 1,-3 0-7,14 0 0,-6 0 0,-3 0 0,-1 0 0,2 0 0,7 1 0,-12-1 0,3 0 0,4 0 0,2 0 0,2 0 0,-1 0 0,0-1 0,-1 1 0,-3 0 0,-2 1 0,-5-1 0,-5 0 118,13 1 1,-9-1 0,-2 1 0,5 0-119,4-1 0,3 1 0,2 0 0,-1-1 0,-4 1 45,-3 0 0,-2-1 0,-1 1 0,1 0-23,6 0 1,1 0-1,-1 0 1,-2 1 7,0-1 0,-2 0 0,-1 0 0,1 0 0,-1 1 0,-3-1 484,-1 1 1,-2-1-470,3 1 0,-2-1 832,-9 1 0,-2-1-787,14 1 0,-15-1-3040,-7 0 2950,-33 2 0,0 1 0,-24 3 0</inkml:trace>
  <inkml:trace contextRef="#ctx0" brushRef="#br0" timeOffset="70617">14268 3381 10861,'-14'0'-810,"-3"-1"540,-7 0 180,5 0 1,-23 0 89,19 1 0,-20-1 89,5 1-2221,-8 1 2312,9-2 662,-7 2-662,13-1 89,-4 0-89,11 0 296,3 0 64,9 0-360,27 1 90,24-1-181,-8 0 1,6 0 0,3-1-403,0 1 0,4-1 1,1 0-1,-1 0 358,-2 0 0,0-1 0,2 1 0,3 0-349,-6 0 1,4-1 0,1 1 0,3 0 0,0-1 0,-1 1 0,0-1 341,-2 1 1,0-1-1,-2 1 1,2-1-1,2 1 1,2-1-1,5 0-124,-14 1 0,2-1 0,1 1 1,3-1-1,0 1 0,3-1 0,0 0 1,1 0-1,0 1 0,1-1 0,1 0 0,-1 0 1,0 1-1,0-1 0,-1 0 96,-3 1 1,0-1-1,1 1 1,0-1 0,0 0-1,1 1 1,-1-1 0,1 0-1,0 1 1,0-1-1,0 0 1,0 1 0,0-1-1,0 1 1,0-1 0,0 0-1,0 1-67,-2-1 1,0 0 0,0 1 0,1-1 0,-1 1 0,1-1-1,0 0 1,0 1 0,0-1 0,-1 0 0,0 1 0,0-1 0,0 1-1,0-1 1,-1 0 0,-1 1 0,0-1 0,-1 1 62,6-1 0,0 0 1,0 1-1,-1-1 1,0 0-1,-1 1 1,0-1-1,0 1 0,-1-1 1,-1 0-1,0 1 1,-1-1-1,-1 1 1,0-1-16,8 0 0,-2 0 1,0 0-1,-1 1 1,0-1-1,-2 0 1,0 0-1,-1 0 1,-1 0-1,-1 0 9,2 1 0,-2-1 0,-1 0 0,0 0 0,-2 0 0,2 0 0,-1 0 0,2-1 11,3 1 0,2 0 0,0 0 1,0 0-1,0-1 0,-1 1 1,-1 0-1,-2-1-11,2 1 0,-1-1 0,-2 1 0,0 0 0,-2-1 0,0 1 54,2 0 0,0-1 0,-2 1 0,-1 0 0,-3 0 142,7-1 0,-3 0 1,-2 1-107,10-1 0,-4 0 431,-8 0 1,-5 0-253,-3-2-89,1 0-90,-7 1 1511,-3 0-1961,-7 2 1630,-4 1-1270,7-1 0,-11 2 0,0 0 0</inkml:trace>
  <inkml:trace contextRef="#ctx0" brushRef="#br0" timeOffset="71434">14074 4206 10861,'19'-2'90,"6"1"90,-3-1 89,11 0 181,3 0 0,4 0-180,4 0 0,2 1-1021,-11-1 1,1 1 0,3 0 884,1 0 1,3 0 0,1 0 0,0 0-725,1-1 0,1 1 0,0-1 0,5 1 641,-10 0 0,3 0 1,2 0-1,1 0 1,1 0-1,0-1 0,0 1-131,-1 0 0,1-1 0,0 1 0,1-1 0,0 0 1,0 0-1,0 1 0,-1-1 102,-3 1 1,0-1-1,-1 1 1,0 0-1,0 0 1,1-1-1,2 1 1,1-1-128,-5 1 1,1-1 0,1 0 0,1 1 0,1-1 0,0 0 0,1 0 0,-1 1 0,0-1 0,-1 0 0,-1 0 131,2 1 0,-2-1 0,0 0 0,0 0 0,-1 0 0,1 1 0,1-1 0,-1 0 0,2 0 0,2 0-69,-6 1 1,1-1 0,2 1 0,-1-1-1,2 0 1,-1 1 0,1-1 0,0 1-1,1-1 1,-1 0 0,0 1 0,0-1-1,-1 0 55,0 1 1,1-1 0,-1 0 0,0 0 0,0 0 0,1 1 0,-1-1 0,0 0 0,0 0 0,0 1 0,0-1-1,0 0 1,0 1-7,2-1 1,1 0-1,0 1 1,-1-1-1,1 1 1,-1 0-1,1-1 1,-1 1 0,0-1-1,0 1 1,-1-1-1,0 1 1,2-1 0,0 1 0,0-1 0,0 0 1,-1 0-1,0 1 0,0-1 0,0 0 1,-1 1-1,0-1 0,-1 0 1,1 1 0,0-1 0,-1 0 0,1 1 0,-2-1 0,1 0 0,-2 1 0,0-1 0,-2 1 0,0-1-9,5 0 0,-2 1 0,0-1 0,-2 1 0,-1-1 0,0 0 0,0 0 45,4 0 0,1 0 0,-1 0 0,-2 0 0,-3 0 0,-5 0 45,4 0 0,-5 0 0,1 0 187,14-2 1,3 1-1,-9-1-187,-16 1 0,-2 0 669,11-3 1,-3 1-490,-10-2-90,1-2 0,-10 5 1644,-2-2-1914,-6 4 2412,5-1-5599,-4 1 0,-16 1 2933,-2-1 0,-33-3 0,1-2 0</inkml:trace>
  <inkml:trace contextRef="#ctx0" brushRef="#br0" timeOffset="75134">16539 12686 7803,'-9'4'1169,"1"1"-719,3-2-1,0 1-89,-2 0-270,-3 0 90,0-1 90,-12 5-180,4-1 0,-6 1 0,-2 3 0,1-1 0,-8 7 0,-6 2-46,2 1 1,-1 2-45,14-9 0,0 1 0,-17 10 0,2 0 0,2-3-159,14-6 0,0 0 159,-15 11 0,18-10 0,0 0 0,-11 8-184,-2 5 184,6-4 90,-5 9 0,2-1-90,3-1 90,7-8-90,-5 10 90,12-17-90,-11 15 0,11-14 0,-2 5 0,4-7 490,2 1-490,6-4 192,-1 2-102,4-5-90,6 2 0,2-5 90,7 3-90,-4-5 0,6 0 0,-3-3 0,9-2 0,-3 1 0,10-3 0,5-2 0,8-1 45,-16 1 0,1-1-45,0-1 0,-1 1 0,22-5 0,-12 1 0,-1-1 0,4 0 0,-6 0 0,-1-1 0,3-4 0,7-4 0,-15 4 0,3-3 0,-12 3 0,6-5 90,-5 0-90,-3 0 90,-4 4 90,-2-5-90,-6 10 180,-2-7-90,-4 6-1,-5-2-89,-2 1 0,-2 2 0,-5 2 0,-2 2-90,-7 0 90,-3 3-90,5 0 90,-13 2-90,18 1 0,-21 0 0,15 1 0,-8 1 0,4 0 90,8 1-90,-1-2 0,8 1-90,-3-1 0,3-1 90,24-2 0,-5 1 0,22-2 0,-13 2 0,8 1 0,-3 0 0,8 1 0,0 2-90,0 2 90,-2 1 0,-2 2 0,-6 0 0,-2 4 0,-6 0-180,-2 5 90,-5-3-90,-5 6 1,-5-3-1,-14 14 90,2-10 90,-9 6-90,6-14 0,-3 0 45,1-1 0,0-1-261,-5 2 0,-1 1 306,-6-2 0,-1 0-45,9-3 0,-1-1-888,-12 3 0,0 0 933,11-4 0,2 0-45,-6 0 0,0 0-235,-16-1 280,20-2 0,-1-1 0,4-2 0,1 0 0,-11-2 0,-4-9 0,25-2 475,-5-5-475,22-9 90,7 1-45,5 3 0,3-1-45,10-13 0,1 7 0,3-1 351,-1 6 0,2 0-351,-4 3 0,2-2 0,-1 2 0,8-4 0,0 1 30,-8 6 0,1 0 0,1 0 0,4 0 0,2 0 0,-1 1 0,-1 1 0,0 1 0,0 0-30,1-1 0,0 0 0,0 2 30,-4 3 0,0 1 0,-2 0-170,6-1 0,-2 0 140,5 0 0,-2-1 45,-10 5 0,-2-1-45,18-5 0,-14 7-630,5-3-359,-14 4 1300,4 0 0,-19 4 0,5 0 0</inkml:trace>
  <inkml:trace contextRef="#ctx0" brushRef="#br0" timeOffset="77251">14328 1715 10411,'14'2'2699,"-4"0"-1530,2 0-1079,-15 3 90,-5 0 0,-20 8-135,5-2 0,-1 2-596,-18 11 596,8 0 0,-1 3-543,8-3 1,1 3 542,-4 7 0,1 1-45,7-8 0,3 2 45,2 12 0,6-1-45,4-1 0,7 0 0,7-1 0,19 4 45,-8-16 0,3-1-45,4-5 0,1-2 0,12 4-167,-12-13 0,1-3 167,15-3 45,-14-2 0,1-1-45,13-5 45,-10-3 0,-3-1-45,-2-3 0,-2 0 0,-3 0 0,-8-2 90,2-15-90,-17 6 0,-11-8 90,-7 11-90,-20 1 0,-4 9-436,15 5 0,-1 1 346,-20 2-90,13 3 0,1 2-90,0 1-90,5 1 1,2 1 764,7 0-2114,-7 5-1568,20-5 3055,3 4 0,18-5 1,7 1-1</inkml:trace>
  <inkml:trace contextRef="#ctx0" brushRef="#br0" timeOffset="77775">16229 1608 11221,'6'-17'359,"-6"4"1,-1-6-180,-4 9 180,-2-1 0,-3 4-180,-2 0-90,-7 5 89,-13 9-89,-3 6 0,-3 4-451,7-3 1,0 1 405,-10 6 0,-1 5 15,10-4 0,1 3 0,1 0-1072,5-3 1,1 1 0,-1 0 1011,-5 4 0,-1 1 0,3 1 30,5-2 0,1 0 0,4 0-253,-2 4 1,2 0 222,-1 7 0,3 0 45,6-11 0,3 0-45,5 7 0,5-2 0,5-3 45,3-4 0,4-2-51,16 0 6,-9-11 0,1-1 0,3-4 0,1-2 45,3-2 0,-1-3 451,19-3-496,-18-2 0,-1-2 0,15-11 880,-17 3 1,-3-1-881,10-11 293,-21 5 1,-4-3-294,-11-8 0,-17-12 0,-7 19 0,1 13 0,-4 4-45,2 5 0,-1 2-45,-11 1 0,0 1-340,9 2 1,0 1-21,-10 5 0,1 3-899,15-2 0,1 2 1317,-6 3 0,2 1 1,-6 14-1,8 1 1</inkml:trace>
  <inkml:trace contextRef="#ctx0" brushRef="#br0" timeOffset="78342">14592 2866 11400,'-8'-13'360,"1"0"90,0 1 539,-1-4-719,2 6 0,-1-1-90,-3 8-90,-10 6 90,-7 7-135,4 2 0,-1 3 0,2 1 0,0 1 0,-1 4 0,1 2-45,2 2 0,3 1 0,2 14 0,9 6-90,20-21 0,6-2 0,-1-7 0,2-1-110,10 4 1,1-3 199,14-3-45,-20-9 0,0-2 45,20-2 0,-17 0 0,-1-2 0,15-3 0,2-5 180,-20-3-90,-2-3 0,-12 3 0,-15-5 0,-12 6 0,-16-2 0,-10 7-90,14 7 0,0 2-567,-1 3 1,0 2 386,-18 7-540,3 8-539,22-3-2018,10 6 2882,11-7 0,19 4 0,3-5 0</inkml:trace>
  <inkml:trace contextRef="#ctx0" brushRef="#br0" timeOffset="78851">16449 2764 11311,'-3'-10'179,"-4"-2"271,4 6 0,-3-3-180,2 2 90,1 1-1,-6-2-89,0 5-90,-18 3-90,-7 8 0,-10 5-45,6 6 0,-2 3 0,9-2 0,1 1-174,2-1 1,-1 2 0,3 0 128,2 0 0,2 1 45,-1 5 0,4 1-45,3 11-36,2 7-54,14-15-90,11 0 0,8-11 0,12 2 0,10-6 91,7-9-1,1-5 473,-7-6-383,6-5-90,-12-5-913,5-8 1003,-15 2 90,-8-9 0,-16 4-90,-13-7 44,-10 13 1,-4 3-45,-11-4-180,-4 11 1,0 3-181,6 8-405,3 2 1,1 2-2513,-5 8 2969,2 1 1,2 5 0,10-3 0</inkml:trace>
  <inkml:trace contextRef="#ctx0" brushRef="#br0" timeOffset="81484">17579 1674 9871,'0'-13'-180,"0"2"360,-1 0 90,-1 5 180,-1-8 0,-4 5-360,-2-1 90,-4 3-91,1 4 91,-6 0 0,-2 2-90,-12 2-90,5 2 90,-16 3 0,0 4-975,16-3 1,-1 1 974,-19 5-218,22-3 0,1 1 128,-7 9 0,5 5 0,13-5 90,20 7-90,11-8 0,7-2 0,3 2 0,3 0-208,3 1 1,2-2 207,6-1 0,2-2 311,-9-3 0,1 0-311,7 1 0,0 0 0,-11-3 0,-2-1-52,2 0 0,-3 0 52,15 5 0,-20-4 0,0-1 90,9 4-90,-6 3 539,-17-4-539,-7 6 1040,-8-4-1040,-30 11 0,12-14 0,-1-1 0,-4 1 0,-2 1 0,-11 0 0,0-2-165,9-2 0,1-1 165,-6 1 0,1-1 0,-11 2-89,4-4 89,19-6 0,0-3-90,12-7 90,8-1 0,13-9 0,6-3 0,-1 2 0,1 0-31,4-7 1,0-1 30,4-3 0,-2-1 0,-5 6 0,-2-1 0,3-6 0,-2-1 0,-5 10 0,-2 0 0,-3-2 0,-4 1 0,-18-19 0,1 10 0,-2 13 0,-3 4 0,-15 2-45,12 9 0,-1 1-44,-17 3-136,17 5 0,0 3-585,-14 7-1259,1 7 990,14-1 1079,14 0 0,15 2 0,4 2 0</inkml:trace>
  <inkml:trace contextRef="#ctx0" brushRef="#br0" timeOffset="82117">19755 1624 10501,'-9'-19'810,"1"4"-271,-3 4-89,-5 2-180,-7 0 0,-11 3 0,-10 6-181,17 2 1,-1 2-1729,-2 2 1,0 1 1670,5-1 1,1 2-80,-4 3 0,2 3 137,-8 10 0,2 10-90,15-7 0,21 7-90,25 1 0,5-9 0,4-1 45,-9-5 0,2-3-140,9 4 1,2-2 49,-1-4 0,-2-2 90,-8-1 0,-1-1 0,6 2 0,-1-1-45,11 5 0,-15-6 0,-2 4 3208,-12-4-3208,-14 2 350,-15-1-350,-14 2 90,-18 2 0,19-9 0,-2-1 284,-2 1 0,1-2-284,-14 2-90,1-1 90,18-6-90,1-3 90,12-3-90,14-9 90,11-5 0,4-1 0,12-13-112,-6 6 0,2 0 112,-3 2 0,1 0-251,-2-1 1,0-2 295,5-10 0,-2 0-45,-11 14 0,-3 1 90,-2-5 0,-6 1 0,-17 1-90,-16-2 90,-1 10-90,5 12 0,-3 2-755,-21 4 395,14 2 1,-1 3-766,-5 4 1,1 2 134,7 0 1,1 0 859,0 2 1,1 1 0,7 0 0,2 0 0,0 0-1,-1 0 1</inkml:trace>
  <inkml:trace contextRef="#ctx0" brushRef="#br0" timeOffset="82801">18048 2753 11041,'-15'-12'539,"0"2"-269,-2 2-90,-3 3 0,-4 2-90,3 3 90,-15 7-180,17-1 90,-23 11 0,20 1-90,1 5 0,24 7 0,22-5-45,-5-11 0,4-1-90,10 2 0,2-1-574,0-1 0,-1-1 574,3 1 1,-1 0 44,-7-2 0,-3-1 0,11 6 0,-14-2 90,-13-2-90,-15 1 90,-5-4 0,-21 6 0,-5-4 45,7-4 0,-3 1 618,1-2 1,0 0-619,0-1 0,0-1-45,5-1 0,0 0 90,-11-3-90,13-2 0,13-7 0,21-9-90,24-17 90,-16 17 0,2 0-545,14-11 1,1 0 499,-5 4 0,0 0 75,-4 2 0,1-1 0,-3 2 15,0 0 0,-3 1-67,4-3 0,-6 0 202,-9 3-90,-4-3 90,-13 6-180,-3 6 90,-14 3 792,-1 7-1601,-8 2 250,4 2-2808,-1 5 3264,16-3 0,0 2 0,10-1 1</inkml:trace>
  <inkml:trace contextRef="#ctx0" brushRef="#br0" timeOffset="83424">19830 2572 10771,'-18'-10'719,"-4"-1"-179,-11-3-90,-7 2-180,8 3-1,5 4 1,-1 2 0,-11 3-90,-8 0 0,1 8 0,12 4-90,-7 6 0,8 4 0,12-4 0,8 5-90,15-4-90,12 6 90,5-5-90,10-4 0,2-2 90,7 3-345,9-1 1,-1 1 254,-4-3 45,-7-3 0,0 1-134,4 3 89,3 1 90,-12-3-90,-8 0 90,-13-2-90,-8 3 90,-6-3 0,-16 4 0,-9-3-90,-13 4 90,19-9 0,-1-1 0,-21 6 0,4-4 0,11-2 418,6-8-418,17-6 0,16-11 0,27-15 0,1 2-345,-5 8 1,2-3 344,0-2 0,-1 0 0,-5 6 0,-1-1 45,3-6 0,-5 0 45,-9 0-1,-10-5 1,-9 13 0,-23-1-90,-9 11-450,-5 9 1,-5 2-901,10 4 1,0 1-290,-7 1 1,3 3 1496,15-1 1,2 2-1,-15 9 1,-1 2-1</inkml:trace>
  <inkml:trace contextRef="#ctx0" brushRef="#br0" timeOffset="85441">14641 3677 10231,'5'-11'-180,"6"1"90,4 3 180,16 1-90,2 0 0,12 0 0,-9 1-90,10 2 90,-19 1 0,5 2 0,-8 3 90,-13 0-90,0 5 0,-12 2 0,-3 3 90,-25 12-90,3-5 45,4-5 0,0 0-45,-4 4 0,-2 0 0,14-3 90,2 1-90,9-3 0,15 1 90,12-2-90,17 1 90,0-1-281,-14-7 0,2 0 191,16 4 0,-19-4 0,-1 0 0,16 8 90,-16-1 90,-19 4 0,-28 3-90,-12-1 45,-1-5 0,-3-1-520,3-2 0,-1-1 430,-7 3 0,1-1 0,12-3 0,1-2 82,2 1 0,2-1-396,-2 2-2070,2 0 900,22-4 1439,11-3 0,26-4 0,4-2 0</inkml:trace>
  <inkml:trace contextRef="#ctx0" brushRef="#br0" timeOffset="85979">15807 3601 9961,'11'-4'630,"2"-2"-180,2 0-270,0 0 179,10-1 1,6-1-90,18-2-422,-18 4 0,0 0 197,-6 2 0,1-1 45,11 0 0,0-1-1,5 0-44,-16 3 0,-2 0 45,8 0 0,-19 2 0,2 2-90,-18 5 90,-12 5-90,-20 7 90,-9 5-230,18-9 1,1 0 139,-11 8 381,0 10-561,25-12 90,2 5-180,26-3 0,9-4 0,16 4 0,3-2 180,1-3-89,-10-3 89,-8 0 90,-14-4 0,-13 4 90,-14 0-90,-16 7 0,-2-3 45,4-5 0,-3 1-180,2-1 0,0 0-322,-2 1 1,2-1-984,-17 10 1440,21-5 0,12-5 0,0 4 0</inkml:trace>
  <inkml:trace contextRef="#ctx0" brushRef="#br0" timeOffset="86608">14680 4588 10411,'-2'-8'989,"-4"-2"-359,3 4 270,-3-12-720,5 11 179,7-10-179,15 6 0,21-4-423,-15 8 1,2 0 287,-4 1 0,1 0 0,10 0 0,-2 2 45,4-1 0,7 2 0,-20 5-90,-17 5 89,-31 19-44,4-12 0,-4 1-45,-11 7 0,-4 0-284,2-1 0,-1 0 284,5-3 0,2 0 0,8-4 0,1 0 535,-8 12-624,18-9-91,7 3 90,8-6-180,20 1 0,10-6 0,12 3 180,-4-4-45,-13-3 0,-2-1 45,7 3 609,5 2-609,-20 0 0,-18 0 0,-12 6 90,-19 2 0,0-2-45,7-4 0,0-1-315,-11 6-449,-5 2-91,15-5 900,7-3 0,12-6 0,2-1 0</inkml:trace>
  <inkml:trace contextRef="#ctx0" brushRef="#br0" timeOffset="87140">15858 4458 10771,'-2'-11'1889,"5"2"-1709,15-2 90,6 3-181,0 2 1,17-2 90,-5 3-135,-11 2 0,0 1-45,11-1 90,6 5 0,-11 9 0,-5-2-90,-7 7 90,-26 10-90,-2-7 0,-14 6 0,-4 1 90,-5-1-310,2-3 0,0 1 220,-5 0 0,2 4 0,12-10 0,6 1 0,14-5-89,8 1-1,6-3-90,18 1 0,1-2 0,12 1 90,-2 0 350,-7 0-350,-12 1 90,-14 2 0,-14-2 0,-22 9-90,-12-2-186,14-6 0,-2 1 186,-2-1 0,1 0-180,-15 7-449,1 2-2558,13-6 3061,9-3 1,5-4 0,13-8 0</inkml:trace>
  <inkml:trace contextRef="#ctx0" brushRef="#br0" timeOffset="89334">17962 3706 9871,'-34'-13'-180,"14"6"450,0-4 0,13 4 450,3-1-360,-2-1 179,3 1 1,1 0 90,1 2-91,-1-2-89,-1 3-360,-8 5 90,-1 7-180,-2 1 90,3 5-90,4 0 90,1 2-90,-2 5 90,4-4-90,2 4-90,9-3 90,6 8-90,1-7 90,8 7-90,8 8 90,-10-9 0,-5-3 0,-4 2-90,-9-1 90,-10 12 0,-6-12 0,-22 7-435,13-15 1,-2-1 254,-4 2 0,-1-1 45,4-2 1,-1-1-406,-3 2 0,3-3 1,5-2 539,-12 5 0,34-17 0,2-2 0</inkml:trace>
  <inkml:trace contextRef="#ctx0" brushRef="#br0" timeOffset="89556">17765 3710 10411,'-14'-4'-180,"-2"0"540,2 0-90,52-10-225,-15 8 0,5 0-279,4 0 0,8-1 0,3 0 0,1 0 0,-5 0-859,7-1 1,-3 1 0,2-1 929,0 1 0,3-1 0,0 0 0,-6 1 0,-6 0 0,-2 1 1,-3 0-1,7-1 0,0-1 0</inkml:trace>
  <inkml:trace contextRef="#ctx0" brushRef="#br0" timeOffset="90000">19604 3519 12480,'-43'0'1079,"15"-3"-1034,-4 13 0,-2 4 45,-9 4-45,17-7 0,0 1-45,-18 12 0,14-2-180,11 0 90,20 0 0,8-5-90,23 4 90,12-5-199,-14-6 0,1 0 244,-7-4 0,2 1-45,8 2 0,-3-1 90,-2-1-90,14 9 90,-33-5 0,-7 1 0,-46 13-90,10-11-329,-9 1 0,-3 1 374,15-7 0,0 0-270,-13 4 1,2-1-136,-7 2 0,5 0 560,26-9 1,9-2 0,0 0 0</inkml:trace>
  <inkml:trace contextRef="#ctx0" brushRef="#br0" timeOffset="90207">19323 3648 10231,'-5'-14'630,"2"4"-360,4-6 89,5 3-269,2-1 180,15-2-90,10 2-135,-5 5 0,0 1-317,-3 1 0,0 2 92,8-1 0,1 1-630,13 1-829,-20 5 1,-1 1 1625,2 3 0,-18 11 1,-18-1-1</inkml:trace>
  <inkml:trace contextRef="#ctx0" brushRef="#br0" timeOffset="90708">17469 4612 9781,'-8'-5'360,"0"0"0,-1-3 90,2 0 89,-1-1-269,1 1 450,1 1-360,0 0-180,-4 2-1,-5 11-179,2 0 90,-9 11 0,5-1 0,-4 10-90,8-3-90,9 3-179,27 2 269,-3-9-90,3-6 0,2 0-180,11 2 90,10 5 90,-15-5-90,-2 1 90,-16-2 0,-5 5 90,-11-4 0,-19 6 0,-13-2-45,3-4 0,-1 0-168,10-5 0,-1 0 213,-9 3 0,1-1-360,0 1-450,-2 0 810,15-4 0,9-4 0,8-4 0</inkml:trace>
  <inkml:trace contextRef="#ctx0" brushRef="#br0" timeOffset="90927">17425 4596 9781,'1'-10'540,"2"0"-450,6 3 180,7 1 0,17-2-135,-3 3 0,2 0-437,-2 1 0,1 1 302,5-1 0,4-1 0,0 1-868,-4 0 1,0 0-1,3 0 373,0-1 1,3 1-1,1-1 1,-3 0 44,5 0 0,-2 0 0,0 0 450,2-1 0,0 0 0,0 1 0,-1-2 0,-1 1 0,1 0 0,2-1 0,0 0 0,0 0 0</inkml:trace>
  <inkml:trace contextRef="#ctx0" brushRef="#br0" timeOffset="91374">19580 4454 12750,'-9'-10'1169,"-11"6"-989,-6 10-90,-13 9 0,7 0 0,-10 9 0,9-2-135,12-5 0,1 1-135,-8 12-180,9 8 0,20-12 180,8-2-89,16-3-91,6-6 90,12 3 180,-7-6-90,5 3 0,-16-6 0,2 4 180,-12-4 0,-10 2-90,-15 0 180,-14 3-90,-15 3-45,14-10 0,-1 1-715,-2-1 1,0 0 489,-13 2-843,-4 0-1496,19-5 2609,2 0 0,11-2 0,8-3 0</inkml:trace>
  <inkml:trace contextRef="#ctx0" brushRef="#br0" timeOffset="91558">19435 4403 10501,'-22'-14'720,"4"1"-451,9-3-179,11 7-180,16 0 0,11 2-480,2 0 1,4 0-1,4 0-250,1 1 1,3-1 0,1-1 0,1 1 655,-1-1 1,0 0 0,1 0-1,1 0 1,-1 0 0,1 0-1,1 0 1,-1 0 0,-1 0-1,-5 0 1,-1 0 0,0 1 0,1-1-1,-1 0 1</inkml:trace>
  <inkml:trace contextRef="#ctx0" brushRef="#br0" timeOffset="96684">18395 5350 9152,'13'-23'3148,"2"2"-2788,-10 13 629,3 1-719,-2 10 90,-6 9-180,-1 7 59,-11 7 1,-8 7 0,2-3-195,5-8 0,-2-1-382,-9 14 0,-4 6 0,2-6 381,5-8 1,0-2 0,-6 8 0,0-1-163,10-9 0,1-2 163,-1 0 0,1-1-135,1 3 90,-3 2-90,9-8 0,2-6 1161,3-3-1071,13-13 177,2-1-177,11-10 0,-3 5-90,15-7 90,-14 9 0,21-10 0,-10 6 0,-1 0-90,14-5 90,-16 6 0,6-2 0,-6 1 0,-8 3 0,5-2 0,-7 3 0,1 0 0,-5 2 0,-3 2 0,0-1 0,-4 4 0,-1 7 0,-6 10 0,-2 6 90,-10 27-90,5-22 0,1 1 0,-3 9 0,0 3 0,2 7 0,1-2-746,2-14 1,0-2 700,2 4 0,1-3-45,4 5-651,4 6 201,-1-8-2737,4-2 2477,2-26 0,-2-10 1,4-8-1</inkml:trace>
  <inkml:trace contextRef="#ctx0" brushRef="#br0" timeOffset="96950">18773 5630 11850,'-10'-11'1170,"15"7"-451,29 12-449,4 2-45,1 1 0,4 3-1314,-6-4 0,1 1 1179,-6-1 0,2 1 0,-2-1 0,6 1 0,-2 0-90,2 1 0,-3 0 243,9 2-783,3 1-449,-16-4 989,-11-6 0,-16-13 0,-6-5 0</inkml:trace>
  <inkml:trace contextRef="#ctx0" brushRef="#br0" timeOffset="97125">19346 5581 10771,'-14'-23'989,"-6"7"-449,-13 13-270,5 7-90,4 7 0,-2 3-546,1 0 1,0 2 500,-9 6 0,0 1-90,5-3 0,2 0-135,-6 4 0,1 2-180,11-7 0,2 0-300,-4 3 1,2 1-1230,-4 8 1799,11-1 0,14-10 0,0 5 0</inkml:trace>
  <inkml:trace contextRef="#ctx0" brushRef="#br0" timeOffset="97690">19968 5404 11490,'1'-14'720,"1"2"629,1 2-1079,5 13 0,-6 1 90,-1 19 0,-14 9-271,-4 2 46,-1-7 0,-2 0-45,0-2 0,0-1-488,-6 6 1,-1 0 352,3-1 0,1-1-45,3-3 0,2-2-90,-5 10 0,7-4-90,13-12 90,5 0 1,12-5-1,13-6 0,16-10 90,-2-2 45,-7-4 0,1-2-28,-5 0 0,0-1 28,8-4 0,-1-2 45,-9 5 0,-2-1-45,1-1 0,-2-1 45,12-7-45,-13 6 0,0 0 45,5-5 0,4-8 0,-18 12 90,2-3 0,-8 7 0,2-1 0,-6 7 0,1-1 90,-1 3 1031,-1 30-1121,-2-7 45,-3 19 0,-1 5-45,-1 1-30,0-9 0,-1 6 0,1-5-60,2 15-90,0-4 0,3 0-922,9 2 202,-3-18 1,1-1-1170,9 4 1979,6-2 0,-1-14 0,6 4 0</inkml:trace>
  <inkml:trace contextRef="#ctx0" brushRef="#br0" timeOffset="145234">16664 9011 9062,'-18'-4'989,"-4"0"-539,1 1 0,-6 1-1,-1 0 1,-4-1 90,-6 0-360,8 1 360,-17-3-1,4 0-134,16 1 0,-2-1-46,-1 0 1,1 0-585,3-1 1,-2 0 494,-10-4 0,-2-2-968,-5-1 0,-4-3 788,6 2 0,-3-1 0,0 0-30,7 2 0,1 1 0,-3-2-616,-2 0 1,-4-2 0,0-1 0,0 1 600,2 1 0,1-1 0,-1 0 0,-4-2 32,8 3 0,-2-1 0,-2-1 0,-2-1 1,1 0-1,2 1 0,2 1-385,-5-2 1,4 1-1,0 0 1,-1 0-1,-2-2 346,2 1 1,-1-1-1,-3 0 1,1-1 0,-1-1-1,2 2 1,3 0-198,-5-2 0,3 2 1,2-1-1,-2 0 1,-2-1 183,6 3 1,-3-1 0,0-1-1,-1 0 1,1 1 0,0-1 0,2 2-59,0-1 0,2 1 0,1 0 0,-1 1 0,0-1 1,-2-1 44,0 0 1,-1 0 0,-2-1 0,1 0 0,-1 0 0,2 0 0,0 1-2,1-1 0,0 1 0,2 0 1,-1 0-1,-1-1 0,-1 0 0,5 2 0,-1-1 1,-1 1-1,0-1 0,-1 0 1,0-1-1,1 1 0,0 0-11,0 0 0,0-1 0,0 0 0,-1 1 0,2-1 0,-1 1 0,2 0 0,0 0 15,-3-1 0,0 0 0,2 0 0,0 1 0,-1-1 0,-1 0-9,1 0 1,-1 0-1,0-1 1,-1 0-1,0 0 1,0 1-1,0-1 6,0 0 1,-1 0 0,0 1 0,0-1 0,1 1 0,0-1 0,1 2-28,-1-2 0,2 2 0,0-1 0,1 1 0,-2-1 0,-2-1 26,4 2 0,-3-1 0,-1-1 1,-1 0-1,2 1 0,0 0 1,4 1-1,4 2-34,-5-2 1,6 3-1,0-1 1,-4-2 34,3 1 1,-4-2 0,-3-1 0,0-1 0,1 1 0,1 0 0,4 2-13,-6-4 0,4 2 0,1 0 0,-3-2 0,2 2 0,-1-1 0,-1 0 0,1 0 0,3 0 66,0 1 0,1 0 0,3 0 0,0 1-66,0-3 0,2 1 0,-2-1 0,-5-4 0,-2-1 0,3 1 0,-3-3 0,3 1 0,-3-3 0,2 2 569,13 9 1,1 0-570,-5-5 0,0 1 0,-7-7 1690,3 1-1690,16 15 0,0 0 0,5 4 1350,-2-2-1440,7 8 3366,-3-5-3247,3 7 233,2-3-352,-1 3 180,0-2-90,-1 2-180,3-2 180,3 22 0,-1-10 0,4 25 0,-6-12 90,0 9-90,1 2 0,-1-5 0,0 14 0,0-18 0,-1 17 0,1-16 0,-2 0 0,2 5 0,-1-10 0,3 1 0,-2-5 0,1-5 90,0 0-90,-5-23 0,4 6-90,-6-30 180,5 9-90,-2-12 0,1 8-90,0-4 90,-2 12 0,0-5 0,1 6 0,0 8 0,2 1 0,1 3-90,0 3 90,15 6 0,5 9 0,11 6 0,13 8 0,-17-7 0,3 1-163,6 2 0,3 0 163,6 3 0,-1 0 0,-9-5 0,1 0 0,12 4 0,0 0 0,-16-7 0,-1-1 0,4 3 0,0-1 0,-8-3 0,-1-1 0,8 1 0,1 1-449,-5-4-361,-9-1-269,-4-6 775,-7-2-1945,-3-1-1028,-5-2 3219,1 0 0,-2-1 1,2 0-1</inkml:trace>
  <inkml:trace contextRef="#ctx0" brushRef="#br0" timeOffset="147484">4187 2293 11221,'16'1'1259,"0"1"-1169,22-1 0,7 1-1729,-11-1 1,4 0 1521,2-1 0,8 1 0,2 0 0,1-1-233,-7 0 1,1-1-1,1 1 1,2 0-1,3-1 361,-11 1 0,3-1 0,2 1 1,0-1-1,1 1 0,-1-1 1,0 1-1,-1-1-102,1 0 0,0 0 0,-1 0 0,0 1 0,0-1 0,0 0 0,1 0 91,0 0 0,-1 0 0,1 0 0,0-1 0,1 1 0,1 0 0,1 0-112,-1 0 1,1 0-1,2 0 1,0 0 0,1-1-1,0 1 1,0 0 0,-1 0-1,-1 0 112,0 0 0,0 0 0,-2 0 0,1 0 0,-1-1 0,1 1 0,1 0 0,1 0-25,-5 0 0,1 0 0,1 0 0,0 1 0,1-1 0,0 0 0,-1 0 0,0 0 0,-1 0 1,0 0 24,5 0 0,0 1 0,-1-1 0,0 0 0,0 1 0,-2-1 0,-1 0 0,-2 1 0,4 0 0,-2-1 0,-2 1 0,-1 0 0,2 0 0,1 0 12,-2 0 1,3 0 0,0 0 0,0 0 0,-1 0 0,-1-1-1,-2 1 71,4 0 1,-3 0 0,0 1 0,-1-1 0,1 0-84,2 0 0,1 0 0,-1 0 0,-1 0 0,-3 1 30,5-1 0,-3 0 0,0 1 30,4-1 0,1 0 0,-5 1-15,-1-1 0,-4 1 546,0 0 0,-3-1-501,3 1 0,-12 0 0,-2 0-90,1-1 1764,1 2-1674,-7 0 90,4 0-90,-6 1 89,8 2-89,-14-1 2593,22 9-2503,-11 4-45,1 5 0,0 2 1145,6 13-1190,-5 0 0,-2 4 45,-8-4 0,-2 4-569,-2-4 0,0 3 0,0 3 479,-4-4 0,0 2 0,-1 1 0,0-2-15,1 6 0,-1-1 0,0 4 15,-3-10 0,1 4 0,0 2 0,-1-1 0,0-1 0,0-4-685,0 8 1,0-5-1,0 5 655,-1-7 0,0 4 0,1 2 0,-1 0 0,0-2 0,0-5 15,-1 4 0,0-4 0,0 2 6,0-3 0,0 4 0,-1 0 0,1 1 0,0-2-449,0 8 0,1-2 1,0 0-1,-1-1 435,-1-6 1,0-1-1,0 1 1,1 0-1,0 8 1,1 2-1,0-1 1,0-4-157,-1-6 0,-1-3 0,1 0 164,0 7 0,0 1 0,0-2 0,1-4 0,-1-1 0,1-3 15,-2 4 0,1-2 358,1 4 0,0-3-223,-3 5-90,2 4 0,-3-23 1553,-1 0-1463,1-7 2531,-1 3-2531,0-6 1581,-1-6-1671,0 1 655,-1-2-655,-1-3 0,-2 1-90,-2-1 90,-1-1-90,-2-1 0,-5 0 0,3 0 0,-9 0 0,-1-1 0,-12-1 0,-9 1-119,15 0 1,-1 0 118,-5 0 0,-1 0-502,4 0 0,0 0 502,0-1 0,-2 1 0,0 0-994,0-1 1,-1 0-1,0 1 994,-1-1 0,1 1 0,-6-1 0,4 0 0,-4 0 0,-3-1 0,0 1 0,1 0 0,5-1-665,-11 1 1,4-1 0,-7 1 664,14-1 0,-6 1 0,-4-1 0,-2 1 0,-2-1 0,0 0 0,3 1 0,3-1 0,4 1-254,-3-1 0,5 1 0,3 0 0,-3-1 0,-5 1 254,5-1 0,-4 1 0,-1 0 0,-3 0 0,-1 0 0,0-1 0,0 1 0,1 0 0,2 0-89,-2 0 1,0-1 0,0 1-1,1 0 1,0 0 0,1 0-1,0 0 1,2 0 103,-6 0 0,2 0 0,1 0 0,-1 0 0,0 0 0,-3 0-15,9 0 0,-4 0 0,-1 0 0,0 0 0,-1 0 0,2 0 0,1 0 0,4 0 0,4 1 0,-9-1 0,7 0 0,1 0 0,-5 0 0,1 0 0,-3 1 0,-2-1 0,0 1 0,0-1 0,4 1 93,1-1 0,2-1 0,1 1 0,-1 0 0,0 0-93,-6 0 0,-1 0 0,0 0 0,1 0 0,0-1 0,-4 1 0,1-1 0,1 0 0,3 0 0,2 0 0,2 0 0,1 1 30,-2-1 0,0 0 0,5 0 252,4-1 0,2 1-282,-3-1 0,1 1 732,7-1 0,3 1-732,-8-2 0,0 1 992,2 0-992,6 0 0,4 1 2741,-1 0-2741,9 1 1920,-7-1-1920,5 1 136,-5-1-136,7 2 0,-5-4 0,4 2 0,1-2 0,-5-5 0,7 1 0,-12-12 0,2-9-45,6 5 0,-1-2-448,-5-12 1,2-2 492,2 6 0,1-3-605,2 0 0,0-4 1,1 0 574,3 2 0,2-1 0,0-3 30,1 1 0,-1-2 0,1-1 0,1-1-23,1-3 1,0-1-1,1 1 1,1 1-423,0 6 1,1 3 0,0-2-1,1-2 415,0 3 0,0-3 0,1-1 0,0-1 0,0 2 1,-1 2-396,1-7 0,-1 2 1,1 1-1,0-3 407,0 5 0,0-2 0,0-1 0,1 1 0,-1 1-27,0-6 0,-1 1 0,1 0 0,1 0 9,0 8 0,2-1 0,-1 0 0,0 1 0,0 2 6,0-11 0,0 3 0,1-3 7,0 2 1,1-3 0,1 2-1,-2 7 56,0 4 0,0 4-78,0-5 0,1 0 45,-1 9 0,-1 2-90,3-20 90,2 4 870,-2 4-1050,1 4 1713,-4 10-1713,1-3 2695,-2 10-2785,1-5 712,-2 8-1072,1-5 221,-3 9-221,3-1-2518,0-2 539,2 9 2609,13-3 0,7 12 0,10 1 0</inkml:trace>
  <inkml:trace contextRef="#ctx0" brushRef="#br0" timeOffset="148267">4984 2382 10231,'6'-8'900,"0"1"269,0 4-989,2 4 180,-1 2-180,5 14 179,1 14-179,-3-4 0,0 5-655,1 13 1,0 2 519,-2-4 0,-2 3-599,-3-11 0,-1 4 1,-1 1-1,-1 0 599,-1 1 0,-3-1 0,0 2 0,-1 2-442,0 0 0,-1 3 0,-1 0 0,0 1 0,0-3 415,0-4 0,0-2 0,0 0 0,-1 0 0,0 2 18,-2 6 0,0 1 0,-1 1 0,0 1 0,1-2-308,2 1 0,0 1 1,0-1-1,1-1 1,0-1 293,0 1 1,0-2-1,0 0 1,1 2-94,2-1 0,-1 3 0,2 0 0,0-2 0,2-5 101,3-1 0,1-4 0,1 1 82,1 8 1,0 2 0,2-1-113,-1-6 0,1-1 0,0-3 532,2 6 1,0-3-533,-1-1 0,0-2 1914,2 5-2004,0 5 0,-3-20 1484,-4 0-4671,-1-15 2706,-3-11 1,3-15-1,-1-16 1</inkml:trace>
  <inkml:trace contextRef="#ctx0" brushRef="#br0" timeOffset="149157">5748 2374 9781,'9'-6'-179,"0"0"448,-4 2 91,1 0 180,0 1 89,0 0-359,6 12-180,-4-2 180,7 22 0,0 8-90,-5 0 0,0 5-902,1 2 1,0 4 781,-4-10 0,0 3 0,0 2 97,-3 0 1,-1 3-1,0 1 1,0-3-98,-1 1 0,1-3 0,-2 4-577,-1-4 0,-1 3 0,-1 2 0,0 0 0,0-3 584,-1-1 1,-1-2-1,1-1 1,-1 3-14,0-4 0,0 2 0,0 0 0,0-1 0,0-1-342,0 0 1,1-1-1,0-1 1,0 1 309,0 2 1,0 2-1,1-2 1,0-1 37,1 3 0,1-2 0,1 2-38,-1-5 1,1 1-1,1 0 1,-1-1-236,0 1 0,1-1 0,1 0 243,1 4 0,0 0 0,1-2 15,2 3 0,0 1-45,0-5 0,2 2 0,-1-3 45,1 1 0,-1-3-45,2 2 0,0-1 250,-1 1 0,0-3-250,0 3 1076,-2-3 1,1-1-1077,-2-8 1767,1 4-1767,-1-8-180,2 5 0,-4-15 1172,5 8-1622,0-11 146,0 0-2305,5-5 170,-1-4 2619,1-3 0,5-4 0,-3-3 0</inkml:trace>
  <inkml:trace contextRef="#ctx0" brushRef="#br0" timeOffset="149984">7183 2344 10771,'14'14'1259,"-2"12"-1169,0 18 45,-5-8 0,-1 4-1735,2 3 1,-1 3 1749,-3 0 0,0 5 0,-1-2-61,0-5 1,0 0 0,-1 2-441,-2-7 1,-1 3 0,0 0 0,-1 1 0,0-1 417,-2 6 1,0-2-1,-1 1 1,0 2-14,1-1 0,-2 3 0,1 0 0,0-1 0,-1-1-32,0 0 1,1-1-1,-1-1 1,0 3-92,1-5 0,-1 2 1,1 1-1,0-1 1,0-3 90,1 2 1,1-3-1,0 0 1,0 1 13,1-3 0,0 0 0,0 2 0,0-2 0,1-2-217,-1 12 1,1-3 0,2 2 202,1-5 1,0 3-1,2-1 1,-1-4 7,0-2 0,1-3 0,0 1-30,1 8 0,0 1 0,0-2 29,-2-8 1,1-2 0,-1-2 343,2 3 0,-1-1-328,-1 11 0,0-1-45,-1-13 0,0-3 0,-1 0 0,-1-3 1913,0 8-2003,2-15 2373,-1-3-3452,5-10 2331,5-7-1791,0 0-1890,9-13 2519,-5-5 0,1-9 0,-2-5 0</inkml:trace>
  <inkml:trace contextRef="#ctx0" brushRef="#br0" timeOffset="150967">4451 3109 10501,'-11'-9'-720,"3"2"541,-7 0 89,1 1 0,-5 0 180,-2 1-90,-1 1 179,6 1 1,-1 0 810,7 1-810,13 5 359,15 0-269,23 4-135,-9-5 0,2 0-759,-6 0 0,3-1 684,6 0 0,4 0 0,1 0-726,-5 0 0,0-1 1,1 1-1,3-1 684,1 0 0,3 0 0,1 0 0,0 0 0,-1 0 0,-4 0 0,-1 0 0,0 0 0,1 0 0,2 0-338,0-1 1,3 1-1,1-1 1,0 1-1,-1-1 1,0 0 337,2 1 0,-1-1 0,-1 0 0,2 0 0,2 0-210,-5 0 0,1 0 0,2 0 1,1 0-1,-1 1 0,0-1 1,-3 0 206,1 0 0,-2 0 0,-1 0 0,0 0 0,2 0 0,3 0-85,-6 0 1,3 0-1,1 0 1,1 1-1,1-1 1,0 0-1,-1 0 1,-2 0-1,-1 0 70,2 0 0,-2 0 0,-1 1 0,0-1 0,0 0 0,1 0 0,2 1 6,-2-1 0,3 0 0,0 1 0,2-1 0,-1 1 0,0-1 0,-1 1 0,-1-1 0,-4 1-6,6-1 0,-3 0 0,-1 1 0,-1-1 0,0 1 0,2-1 10,4 1 1,0-1-1,1 1 1,0 0 0,0 0-1,-1-1-10,0 1 0,0 0 0,0 0 0,0 0 0,-2 0 0,0-1 0,2 1 0,-2 0 0,-1 0 0,1-1 0,0 1 0,-4 0 0,1-1 0,0 1 0,-1 0 0,-2-1 0,-2 1 151,1 0 0,-3 0 0,-1 0 1,2 0-152,7 0 0,1 0 0,0-1 0,0 1 0,-6 0 0,-1 1 0,1-1 0,1 0 0,8 0 0,3 1 0,-2-1 0,-7 1 265,-2-1 1,-3 1-221,7-1 0,-6 1 1563,-11 0-1608,-5-1 90,5 1-90,-10-1 2276,7 0-2546,-12 0 556,9-1 1,-15 2-1,0-2 1</inkml:trace>
  <inkml:trace contextRef="#ctx0" brushRef="#br0" timeOffset="151924">4400 3782 10501,'-14'2'450,"1"1"-360,16 2 0,-2-2 90,24 2 89,11-2-134,1-1 0,4-1-665,-3 0 1,4 0 574,-4-1 0,5 0 0,2-1 0,-1 1-776,2-1 1,0 1 0,1-1 0,2 0 745,-6 0 0,1 0 0,3-1 0,-1 1 0,0 0 0,-1 0-346,4 0 1,-1 0-1,-1-1 1,2 1 0,2 0 342,-6 0 1,1-1 0,1 1 0,1-1 0,0 1 0,0-1 0,-1 0-219,-3 1 1,0 0 0,-1-1 0,0 1-1,0 0 1,2-1 0,1 1 216,1-1 0,2 0 0,0 1 1,1-1-1,1 0 0,-1 0 0,1 1 1,-1-1-102,0 0 1,0 0-1,0 0 1,0 1-1,-1-1 1,1 0-1,0 0 1,-1 1 100,0-1 0,-1 1 0,0-1 1,0 1-1,0-1 0,0 1 1,-1-1-1,0 1-11,-2-1 0,0 1 0,-1-1 0,0 1 0,0-1 0,0 1 0,-1-1 0,0 1 0,4 0 0,1 0 0,-1-1 0,-1 1 0,0 0 0,-2 0 0,-1 0 42,6 0 0,-3 0 0,-2-1 1,1 1-1,1 0-42,-3 0 0,0 1 0,0-1 0,0 0 0,-1 1 0,-2-1 62,7 0 1,-2 1 0,-1-1-1,1 0-62,-3 1 0,0-1 0,1 1 0,-1 0 0,-1 0 22,7-1 1,-2 1 0,0 0-1,-3 0 217,1 0 0,-2 0 0,-1 0-239,3 1 0,0 0 0,-4-1 626,3 1 0,-3-1-626,4 0 0,-2 1 45,-7-1 0,-2 0-45,-7 1 0,-2-1 1298,17 1-1208,-9-1-90,-10 1 0,-5-2 557,-6 2 1,-5-1 0,-1 0-1</inkml:trace>
  <inkml:trace contextRef="#ctx0" brushRef="#br0" timeOffset="152725">4284 4363 9961,'-14'4'-90,"2"0"270,14 2 90,0-3-90,10 3 90,-3-5 180,11 2 89,5 0-89,19 2-180,-3-2-45,-2-1 0,6 0-1034,-12-1 0,2 0 1,3 0 898,5-1 0,4 1 0,2 0 0,-2-1-68,-6 1 1,-1-1-1,2 1 1,3-1 21,-3 0 1,3 0 0,3-1 0,0 1 0,2-1 0,1 1-324,-5-1 0,2 0 1,0 0-1,2 0 1,-1 1-1,1-1 1,-1 0-1,-2 0 279,1 0 0,-1 0 0,-1 0 0,0 0 0,0 1 0,1-1 0,2 0-176,-5 0 0,2 0 1,0 0-1,1 0 0,0 0 1,0 0-1,0 1 1,-1-1-1,-2 0 188,6 0 1,-2-1 0,0 1 0,-1 0 0,0 0 0,0 0 0,2 0-142,-6 0 1,1 0-1,-1 1 1,1-1-1,0 0 1,1 0 0,2 1-1,1-1 137,-3 0 0,3 0 0,1 0 0,1 0 1,1 0-1,1 0 0,-1 0 0,-1 0 1,-1 0-1,-2 0 0,-2 0-38,7 0 0,-2 1 1,-2-1-1,-1 0 0,0 0 1,2 1-1,1-1 40,-3 0 0,2 0 0,2 1 0,0-1 0,-1 1 0,0-1 0,-1 0 0,-4 1 0,-2-1-10,7 0 0,-5 0 0,-1 1 0,-1-1 0,3 0 15,-3 0 0,3 1 0,0-1 0,0 0 0,-2 0 0,-2 1 149,6-1 1,-3 0 0,0 0 0,-2 0-165,-2 0 0,0-1 0,-2 1 0,-3 0 45,13 0 0,-4-1-45,-2 1 0,-2-1 45,-8 1 0,-3 0-45,8-1 1341,-8 1-1251,12 1-90,-11-1 2006,14 2-2006,-19 0 0,8 0 2998,-1 2-2998,-8-2 1097,0 1-3615,-3-1 2518,-8 1 0,-2-1 0,-11 0 0</inkml:trace>
  <inkml:trace contextRef="#ctx0" brushRef="#br0" timeOffset="156284">7301 12991 8522,'12'-3'2249,"0"-1"-2159,-4 1 90,0 0-180,-1-1 90,-1 1-90,1-1 90,1-1 269,1 1 901,1-1-1260,-16 3 90,-14 4-90,-6 1 90,-6 6-90,12-3 0,-12 5 0,13-5 0,-16 7 90,16-7-90,-16 8 0,9-3 0,-4 2 0,1 1 0,7-3 0,-6 4 0,2 2 0,7-4 0,-10 9 0,15-10 0,-13 10 0,16-10 0,-7 9 0,-4 4 0,5-5 0,-8 9 0,10-10 0,-5 4 0,2-1 0,4-4 89,0 2-89,2-3 0,0 4 0,2-5 0,-1 3 0,3-1 0,1-3 0,-1 4 0,5-7 0,-1 3 0,2-1 0,0 0 0,0-4 0,4 3 0,-1-3 0,4 3 0,1-1 0,2-1 0,3-1 0,1-1 0,-1-2 0,4-1 0,1-1 0,5 0 0,-4-2 0,7 0 0,0-2 0,8-1 0,-6-1 90,15-4-90,-18 2 0,3-2 0,-1 0 0,-2 0 0,18-6 0,-16 3 0,5-4 0,-8 2 90,9-7-90,-17 7 0,12-9 90,-12 5 0,2-4-90,-5 4 90,-1-9-90,-6 11 90,1-9 0,-4 7 0,-2-3-90,-2 1 90,-1 3-90,-3-1 90,-3 1-90,-2 2 90,-5-3-90,5 7 0,-16-4 0,3 5 0,-4-2 90,-3 3-90,7 2 0,-8 0 0,7 0 0,-4 1 0,7 1 0,-4-1 0,3 1 0,8 0 0,-1 1 0,5 0 0,-1 0-90,-1 0 90,26-3 0,-7 1 0,22-1 0,8-1 0,-2 2 0,8-2 0,1 2 0,-7 1 0,10 1 0,-2 3 0,-10 0 0,6 5 0,-1 6 0,-8-2 0,1 4 0,-9 4 0,-7-2 0,3 10 0,-13-11 0,-8 5 0,-8-3 0,-11 3 90,1-4-90,-18 3 0,1-4 0,6-5 0,-2 0 0,5-3 0,-1-1-378,-12 3 0,0-1 378,13-4 0,1-2 0,0 2 0,0-2 0,-18 1 0,5-3 0,6-1 0,-6-4 0,23 0 0,-17-8 0,12-2 0,-2-3 0,5-6 0,9 0 0,0-9 0,4 6 756,6-11-756,13-11 0,0 8-187,2 8 1,3 1 186,3 1 0,0 5 0,3-1-45,4 2 0,1 1 45,-4 3 0,1 1 0,11-6 0,1 2 0,-13 9 0,0 2 0,7-3 0,0 0 0,-4 3 0,-1 0 0,15-3 0,-16 5 0,-1 0 0,-2 2 0,15-5 0,-25 8 0,12-4-180,-13 5-270,7-3-1439,-10 4 1889,4 0 0,-6 2 0,0 0 0</inkml:trace>
  <inkml:trace contextRef="#ctx0" brushRef="#br0" timeOffset="160700">5512 3230 9422,'7'-8'180,"0"2"2248,-3 2-2338,-16 5-90,2 0 90,-22 7-90,15-3 90,-12 5-90,8-1 0,-11 5 0,-2 4 0,5-1 90,-6 7-90,6 0 0,-4 8 0,2 3 0,12-9 0,0 8 0,9-9 0,-1 7 0,6-2 90,3-9-90,5 4 0,1-8 0,4 4-90,-1-7 90,6 1 0,4-2 0,-2-3 90,8 0-90,-2-5 0,6 0 0,2-3 0,-6-1 0,3-2 0,-4-1 0,6-1 0,-8 0 90,9-5-90,-10 1 90,6-4 0,-10 4-90,-1-2 90,-6-1 0,0-1 0,-5 1 0,-3-2-1,-3 3 1,-5-3-90,2 3 90,-12-4 0,4 5-90,-6-2 90,-1 2-90,-1 3 0,-9-1 0,5 1 0,-10 0 0,7 2 0,-9 0 90,10 1-90,-4 0 0,4 0 0,1 1-90,-7-1 90,17 0 0,31-5 0,-5 4 0,31-3 0,-3 4 0,0 0 0,7 0 0,-1 1 0,-9 1 0,7 2 0,-9-1 0,1 3-90,-7 1 180,6 5-90,-11-2 0,-3 2 0,-8 3 0,-6-1 0,1 3 0,-9 0 0,-4-2 90,-7 2-90,-5 0 0,1-4 0,-16 2 0,15-8 0,-21 5 0,21-8 0,-25 0 0,20-3 0,-23-2 0,16-3 0,-8-3 0,10 0 0,-3-6 0,12-1 0,-5-7 0,12 5 0,3-13 0,11 16 0,8-25-90,2 22 90,15-19 0,4 12-833,-7 6 1,2 1 832,13-8-235,-9 8 1,1 1 234,11-6 0,-14 9 0,1 0-287,18-9 287,-10 5-97,-4 2 97,-9 3 1409,-6 5-1589,-4 1 84,-5 3 96,0 1 0,-2 1 0,-3 1 0</inkml:trace>
  <inkml:trace contextRef="#ctx0" brushRef="#br0" timeOffset="163085">8838 3254 8432,'12'-8'3276,"-12"2"-2414,-12 4-862,-13 1 90,-4 3 0,-1 1 0,4 0-90,-4 3 90,6 0-90,-5 3 0,7-1 0,0 7 0,11-3 0,2 7 90,10-4-180,12 5 180,7-1-90,16 7 0,-4-6 0,0-2 0,2-1-573,2 2 573,2-1 0,0 0 0,-1-1 0,-3 0 0,1-1 0,10 6 45,-21-10 0,0 1-45,13 9 0,-18-7 0,1 5 0,-11-7 0,-12 4 0,-21-2 0,2-1 573,-12 1-573,-1-6 0,-11 0 89,-3-1-89,12-5 0,2-2 0,0-1 0,-10-3 0,33-2 0,-4-4 0,2-8 0,4 1 0,6-6 0,11-1 0,8-16 0,-2 7 0,4-7 0,4-3 0,-6 6 90,5-7-90,-6 6 0,-7 9 90,-4-11-90,-9 7 0,-5-1 0,-14 5 0,7 11-90,-7 1-179,-10 8-181,0 4 0,-8 0-719,-4 8-2108,11 4 2966,0 1 1,1 6-1,8-1 1</inkml:trace>
  <inkml:trace contextRef="#ctx0" brushRef="#br0" timeOffset="165107">4369 3979 9602,'0'-12'0,"0"2"449,-1 3-269,-1-2 0,3 0 0,-3 0-90,7 2-90,2 2 90,6 0-90,-2 2 0,8 0 90,-3 0-90,9-1 0,-4 2 0,5-2 0,-2 2 0,6-1 0,0 1 0,-6 0 0,4 0 0,-3 2 0,-5-2 0,4 2 0,-12 0 0,1 1 0,-2 1 0,-5 1 0,-1 1 0,-4 5 0,-5 3 0,-2 1 90,-8 4-90,-13 4 0,-3 2 0,-3-1 0,-3 0 0,10-8 0,-4 4 0,10-7 0,2 1 0,6-5 0,3 0 0,2 1 0,10-4 0,10 2 0,0-3 0,13 0 0,-4-2 0,8 0 0,0 2 0,-6-1 0,6 4 0,-7 1 0,4 4 0,-9-1 0,-4 5 90,-13 3-90,-1-2 0,-18 9 0,-6-6 0,-15 6-417,-5-1 237,20-13 0,0-1-179,-11 6-1530,-2-1 1889,16-6 0,2 0 0,6-4 0</inkml:trace>
  <inkml:trace contextRef="#ctx0" brushRef="#br0" timeOffset="167551">6519 4614 10141,'-11'-3'1259,"5"0"-1169,-9 11 0,7-3-90,-7 4 90,-2 2 0,-6 4-90,7-2 0,-7 5 90,14-6-90,-3 6 0,8-6 0,9 3 0,0-8 0,11 5 0,-2-3 0,9 2 0,-6-4 0,6 3 0,0 0 0,-6-2 0,7 6 0,-13-4-90,-1 4 90,-4-2 0,-6 3-90,-8-1 0,-6 4-90,-1-2-179,-15 6 179,14-11-360,-16 9-90,13-10 91,-1-1 539,3-1 0,4-5 0,-1 1 0</inkml:trace>
  <inkml:trace contextRef="#ctx0" brushRef="#br0" timeOffset="167801">6364 4704 8792,'19'-7'270,"4"0"-90,0 0-90,15-3-45,-13 4 0,2-1-890,8 0 1,3-1 79,6-2 0,0-1 720,-5 3 0,-1 0 45,-2 0 0,-1-1 0,-7 2 0,-1-1 0,0 0 0,-1 0 0</inkml:trace>
  <inkml:trace contextRef="#ctx0" brushRef="#br0" timeOffset="174225">4579 2685 7173,'-9'-18'1799,"1"5"-1529,-1 0-90,0 6 89,4 2 91,-1 0-360,-4 5 90,2 4-90,-4 7 90,4-1-90,2 8 90,3 0-90,1 9 0,5-6 0,3 9 90,6-6-90,8 8 0,-1-8 0,11 0-90,-1-8 90,10 1 0,2-6 0,-10-6 0,14-5 90,-16-5-180,7-1 180,-5-7-90,-10-1 0,2-7-90,-10 1 90,-10-12 0,-7 12 0,-8-4 0,-2 1 0,-7 1 0,-15-11 0,10 19 0,-1 4-193,1 2 0,0 1 193,-5-2 0,-1 2 0,0 4 0,1 3-90,-18 5 45,20 0 0,1 1-135,-10 6-270,7 6-989,19-1 1439,10 5 0,10 2 0,10 0 0</inkml:trace>
  <inkml:trace contextRef="#ctx0" brushRef="#br0" timeOffset="174840">5530 2667 8342,'-9'-7'-180,"0"0"180,3 4-90,-6 0 90,1 0 0,-1 1 0,-5 2 0,4 1 0,-21 5 0,8 2 0,-8 3 0,4 5 0,8 1 0,-2 10 0,12-6 0,4 1 0,13-5 90,11 6-90,-1-5 0,9 1 0,7-5 90,-3-6-90,7 1 0,0-7 0,-2-4 0,12-5 0,2-3 90,-10-2 45,-13 1 0,-1-2-45,1-7 0,4-6-90,-16 5 90,-17-11 0,-13 0-90,-5-4-96,4 18 1,-2 2 95,-14-3 0,-8 2 0,10 7-90,-3 9-180,12 5-1169,-1 9 989,12-2 450,9 4 0,13-2 0,3 1 0</inkml:trace>
  <inkml:trace contextRef="#ctx0" brushRef="#br0" timeOffset="175351">7142 2637 7892,'-37'-13'180,"9"3"-90,10 6 90,5 2-90,-5-1 0,-8 3-90,-1 4 90,-11 7-90,10-1 90,-17 9-90,9 0 0,-7 6 0,7 1 0,15-7 0,6 9 90,21-8-90,2 4 0,23-2 0,9-7-809,-12-7 0,1-1 809,-4-2 0,1-2-175,4-1 0,0-2 175,-4-1 0,-1-1 45,6-1 0,-1-2-45,-2-1 0,-2-1 90,11-7-90,-8-10 0,-27 1 0,-5-4 0,-13 8 0,-7 1 0,-3 3 0,-4 1-1023,-13-5 1,-1 1 1022,8 5 0,0 3 0,-7 0 0,1 3 560,12 4 0,0 3-560,-8 1 0,0 2-90,12 0 0,2 0 221,-19 10-1840,31 5 1709,11-5 0,15 10 0,10-7 0</inkml:trace>
  <inkml:trace contextRef="#ctx0" brushRef="#br0" timeOffset="175825">8317 2672 8252,'-17'-16'90,"3"5"-90,-14 1 180,-1 5-180,-11 2 90,-5 3 0,10 1-90,-12 8-628,8 4 628,15-3 0,1 0 0,-13 10 234,6 5-144,16 4-90,6 0 0,20-6 0,6-1 90,15 0-135,-9-8 0,2-3 253,20-5-208,-17-8 0,-1-1-89,17 0 89,-17-1 0,-1-1 89,10-7 277,-6-4-366,5-16 0,-23 2 0,-18 4 0,-8-1 0,-6 7 0,-3 3-381,-4-4 1,-3 3 380,-9 4 0,-3 3 0,8 4 0,-2 3-120,1 1 0,-3 1 0,0 2-420,-8 3 1,0 2 539,11 1 0,-1 1 0,2 1 0,-3 4 0,2 1 0,2 1 0,0 1 0</inkml:trace>
  <inkml:trace contextRef="#ctx0" brushRef="#br0" timeOffset="176441">6383 3319 8162,'10'-5'630,"-16"15"-630,2-3 90,-13 23-90,13-16 0,3 15 0,7-8 90,6 5-90,0-7 0,11 2 0,-1-9 0,11 0 0,-6-6 0,8-3 90,5-9-90,-8 0 90,5-6 90,-10-10-90,-9-1 0,-2-15-90,-16 9 45,-11 7 0,-5 0-542,-5 3 1,-5 1 496,-11-6 0,-4 1 45,6 6 0,-1 3-45,-9-1 0,1 4 0,11 6 0,1 3-45,-6-1 0,-1 4-135,-2 4 0,1 4-495,3 3 1,1 2-127,3-1 0,2 1 801,6 1 0,2 0 0,-12 11 0,1 1 0</inkml:trace>
  <inkml:trace contextRef="#ctx0" brushRef="#br0" timeOffset="177107">4611 3343 8162,'-10'-2'-270,"-2"0"181,0 1 89,-2 3 0,1 1 0,-9 10-90,5 3 90,-4 3 0,5 13 0,12-8 0,0 6 0,14 0 90,11-5-90,13 4 0,0-6 0,-9-12 0,-1-2 89,6 0-44,1-3 0,1-2-45,3-2 135,-3-2 0,2-2 45,13-8-836,-20 2 0,0-2 746,13-8-15,-5-13 105,-21 0-90,-10-16 0,-12 8-46,-17 5 1,-6 3-45,12 14 0,-3 2-813,-14-5 1,-8-1 0,4 5 812,11 6 0,-1 3 30,-5-1 0,-4 0 0,3 4 229,2 4 1,2 3-350,-7 2 0,0 3 0,9 0 0,1 3-585,-2 7 1,3 3 674,11-2 0,3 2 0,1 3 0,2 0 0,1 22 0</inkml:trace>
  <inkml:trace contextRef="#ctx0" brushRef="#br0" timeOffset="177834">5447 4163 8522,'-24'-11'-90,"-3"1"180,-11-3 90,-7 2-90,6 3 0,3 3 0,1 1-90,-4 1 90,2 1 0,-1 0-90,-10 4-227,19 1 0,0 2 227,1 1 0,1 2 0,-9 5 90,-1 16-90,26-6 90,1 6-90,17-6-45,17-1 0,6-2 45,2 2-30,-3-6 0,6 1 0,-2-3-15,-1-7 0,-1-2 45,0 1 0,2-1 0,13-6 0,-1-5 90,-18-3 0,-2-2 182,7 3 0,-1-4-182,-7-6 0,-6-3 0,-9-6-90,-2-9 89,-23-5-89,2 21 0,-3 0-590,-6-5 0,-4 1 590,-1 1 0,-3 2-313,-6 1 0,-1 3 313,9 6 0,0 2-61,-4 2 0,2 3 61,-3 5 0,-7 10-90,14 5 0,2 2-449,8 8-990,26 5 1529,-1-5 0,26 9 0,-2-14 0</inkml:trace>
  <inkml:trace contextRef="#ctx0" brushRef="#br0" timeOffset="178325">6402 3988 8432,'-2'-10'630,"-3"1"-450,-15 4-90,-3 6 0,-14 4-90,8 3 90,-7 7 0,1 10-90,8-5 0,1 6 89,16-6-89,9 6 0,4-4 0,19 6-89,8-14 89,15-1-775,-18-9 1,0-1 684,17-2-281,-5-5 0,0-1 371,-13-2 0,1 0 0,12-3 0,0-3 0,-9-3 0,-3-3 90,7-14-90,-11-2 0,-26-2 90,-22 1 255,4 14 1,-4 1-346,-6 3 0,-2 2 403,5 3 0,-2 4-403,-12 3 0,2 4 0,-5 4-932,5 5 0,2 2 302,3 8-171,12-3 0,3 2 801,4 5 0,5 11 0,9-5 0</inkml:trace>
  <inkml:trace contextRef="#ctx0" brushRef="#br0" timeOffset="179007">8274 4023 8522,'-16'-10'630,"1"2"-450,6 4 269,-10-3-359,4 2 180,-13-1-90,6 6-90,-11 4 0,3 2 0,-7 11 0,7 5 0,-2 10-90,13-3 0,9 7-90,18-5-45,4-8 0,6-1-45,6-1 0,3-3 135,3-1 0,2-3-240,4-4 0,-1-4 285,13-3-90,-15-5 0,0-2-268,-2-2 0,0-2 313,4-1 0,-1-2 45,-6 2 0,-2-3-119,-1-4 1,-5-2 118,2-14 90,-5-12-90,-17 10-45,-21 6 0,-9 3 45,-2 9 0,-4 3-319,3 0 1,-4 0 0,2 3 318,-6 2 0,-1 5-30,8 3 0,-1 3 0,2 1-195,-6 4 0,1 3-450,-10 4 1,3 2 674,13-4 0,3 3 0,4 1 0,3 2 0,-4 8 0</inkml:trace>
  <inkml:trace contextRef="#ctx0" brushRef="#br0" timeOffset="179541">8516 4692 8972,'-33'-20'450,"3"4"-270,3 10-91,7 4 1,-10 3 0,-8 8 0,-2 4-90,3 3 0,12-1 90,5 8-90,7-8-90,-1 13 0,13-11-90,10 4 91,2-7-1,17-2-90,4-8 180,13-2-185,-18-3 1,-1-1 184,15-3 45,-11-2 0,-1-3 134,4-6-89,3-5 180,-17-4-90,-21-2-90,-14-12 0,-9 6-45,-2 11 0,-7 2-697,-10 4 0,-4 4 652,2 0 0,-1 3-45,-3 1 0,3 4 0,12 5 0,2 3-405,-2 2 1,-1 2 405,-5 4 1,0 3 0,3-2 0,1 1-1,2 4 1,1-1 0</inkml:trace>
  <inkml:trace contextRef="#ctx0" brushRef="#br0" timeOffset="180317">5261 4689 8882,'-14'-1'-90,"-1"2"90,-7 3 90,1 1-90,-3 3 0,-8 7 90,4 10-90,2-5 0,14 14 90,22-10-90,16 6 0,2-5 0,-4-13 0,1-1 0,20 2 0,-14-7 0,0-1-370,17-1 370,-18-3 0,1-3 0,-5 0 0,0-2 0,6-2 0,0 0 45,-7 0 0,-2 0 0,3-3 0,-3-1 135,5-10 0,-2-7-91,-13 2 181,-21-17-90,-22 6-282,13 16 0,-3 0 192,-11-1 0,-2 4-214,6 7 0,0 1 168,-7-1 1,-1 1 0,3 5 0,1 2-340,-18 2 70,20 4 0,0 1-944,-16 9 494,18-3 0,1 0 675,-12 8 0,2 5 0,9-5 0</inkml:trace>
  <inkml:trace contextRef="#ctx0" brushRef="#br0" timeOffset="180860">4429 4677 8612,'-12'-7'0,"3"2"180,-1-1 90,0 2-180,1 1 90,-1 0 0,0 2-180,-5 3 90,4 4-1,-5 14-89,9-5 90,3 15-90,11-6 0,11 10 90,12-1-90,1-6-243,-7-14 0,1 0 243,22 2 0,-17-7 0,1-1 0,18 0 0,-11-7 0,0-2 44,-9-1 1,0-1-45,4-1 0,0-2 0,-1-1 0,-4-3 0,9-12 0,-3-10 0,-15 4 0,-23-19 0,-17 6 0,-4 8 0,-6 1 0,-7 5 0,-3 4 0,10 4 0,-1 3-45,-5 6 1,1 6-856,-10 14-539,1 5 1111,1 5 1,12 2 0,7-2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4:11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9630 9387 13469,'5'-10'450,"2"3"-270,12 6 0,2 1 0,11-1-45,-2 2 0,3-1-2284,24 2 2194,-17-2 0,1 1 45,-9 0 0,2 1 0,17 0 0,3 0-45,-8-1 0,4 1-567,-9 0 0,5 0 0,1 0 0,-3 0 522,-3-1 0,-2 1 0,2-1-274,12 1 1,3 1 0,-3-1 303,-13-1 0,-3 0 0,4 1-8,1-1 1,4 0-1,0 0 1,-2 0-428,3 0 1,-2-1-1,4 1 423,-4 0 0,5-1 0,1 1 0,-1-1 0,-5 1-18,4-1 0,-4 0 0,3 0 18,-5-1 0,5 1 0,1-1 0,-2 1 0,-4-1-18,1 1 0,-4-1 0,3 0 0,2 0 0,3 0 0,0 1 0,-5-1 0,6 0 0,-3 0 45,8 0 0,-2 1 256,-19 0 0,-2 0-301,23 0 45,-21 0 0,-2 1-45,8-1 89,16 1-89,-31 0 0,5 0 2042,-13 0-2132,-2 1 1004,-2 1-1454,-3 0 1904,-3 1-6131,-3 0 4857,-6 4 0,-8 2 0,-6 5 0</inkml:trace>
  <inkml:trace contextRef="#ctx0" brushRef="#br0" timeOffset="583">9420 10666 14189,'-12'-5'450,"2"1"-1,5 1-179,-1 1 180,3-1-180,-2-3 449,3 2-449,0-4-90,4 4 90,2-2-90,3 3 0,4 0 0,5-1-90,8 0 90,8 1-1,4-1 1,3 1-1015,-7 1 0,2 0 955,16-1 0,8 0 0,-3 0-1027,-16 2 1,-1 0 0,2-1 928,3 0 1,3 1-1,0-1 1,-1 0 7,4 0 0,-1 1 0,2 0-477,-7 0 0,3 0 0,-1 0 0,1 0 469,2 0 0,-1 0 1,2 0-1,0 0-314,4 0 1,2 0-1,0 1 1,0-1 313,-1 0 1,1 0-1,-1 1 1,-1-1-145,-4 1 0,-1 0 0,0 0 0,3 1 140,3-1 0,3 1 0,2 0 0,-2 0 0,-3 0 4,-6 0 1,-2 0-1,-1 1 1,2-1-23,3 1 0,3-1 0,0 1 0,-1 0 0,-4 0 0,7 0 0,-5 0 0,2 0 22,0 1 1,2 0-1,0 0 1,-3-1 14,0 1 1,-2-1 0,1 1-38,-5 0 0,2 0 0,0-1 0,-6 1 45,8 0 0,-4-1-45,-5 1 0,-1-1 530,16 0-440,-8 1 1052,-5-2-1052,-16-1 1855,-1 0-1945,-16-1 2064,-4 0-2694,-13-4 1592,1 4-1861,-11-2-1623,-1 4 183,2 2-629,-8 0 2968,1 3 0,-9 1 0,-5 2 0</inkml:trace>
  <inkml:trace contextRef="#ctx0" brushRef="#br0" timeOffset="1093">9618 11924 14908,'-10'-4'630,"1"-1"-180,4 3 359,0-2-449,11-1-180,4-1 90,16-1-90,10 0-1287,11 0 1197,-19 3 0,3-1-665,5 1 0,3-1 664,3 0 1,2 1-45,7 0 0,1 0 0,4 0 0,0 1-857,-15 0 1,-1 1-1,1 0 842,2 0 0,-1 0 0,4-1 15,3 1 0,4-1 0,1 0 0,-3 0-555,4 1 0,-3 0 1,6-1 524,-13 1 0,4 1 0,3-1 0,0 0 0,-1 1 0,-4-1-15,6 0 0,-4 1 0,-1 0 0,3-1 18,-4 1 0,2 0 0,1 0 0,-1 0 0,-3 0-18,1 0 0,-2 0 0,0 0 0,2-1 17,-2 1 1,2 0 0,0 0 0,0 0 0,-3 0-18,0-1 0,-2 1 0,0 0 0,3 0 18,6-1 0,6 1 0,0-1 0,-2 0 0,-5 0-18,0 0 0,-6 1 0,2-1 0,7 0 0,1 0 0,-4 0 135,5 0 0,-7 0 158,-16 0 0,-1 1-113,7-2 0,-2 1 0,-7-2 584,-1-2-584,-16 1 2167,-4 1-2257,-1 0 3353,0 0-3443,-1-1 61,-2 1-2039,0-1-891,0 6-3787,-2 1 6656,0 5 0,-1-3 0,-2-1 0</inkml:trace>
  <inkml:trace contextRef="#ctx0" brushRef="#br0" timeOffset="2786">6293 4348 14639,'1'-11'-90,"0"1"449,0 3 91,0 1-180,0 0 270,1 1-270,1-1 269,-1 2 1,2-1 90,-2 2-450,1 7 89,-2 13-179,-2 12-1681,-4 20 1681,-3 6-45,4-22 0,-1 2 0,-2 7 0,-1 1 0,1 1 0,-1 4 15,-1 1 0,0 5 0,0-2-975,2-12 0,0-1 0,1 2 944,-3 12 1,1 2 0,0-3-30,-1 3 0,1 0-572,1-3 0,0 3 0,0-2 572,2-13 0,1-1 0,-2 3-272,1 6 0,-2 5 0,1-1 1,1-5 271,-1 7 0,0-2 59,1-7 1,-1 2 0,1-5-15,1-2 0,0-3-45,0 1 0,0-1 349,1-1 0,0-1-349,0-1 0,0 1 45,0 9 0,0-1-45,1-12 0,1-1 0,-1 7 0,0-1 987,-1 5-897,1-6 1852,0-6-1942,1-7 651,0-1-831,0-8 760,0-1-1479,6-31 269,-1 0-179,5-25-451,-3 6-1168,1-8-1180,0-2 3608,-1-7 0,-2 16 0,-1-2 0,1-3 0,0 0 0</inkml:trace>
  <inkml:trace contextRef="#ctx0" brushRef="#br0" timeOffset="3717">6346 4381 14549,'-5'-12'-360,"1"1"360,0 2 0,0 1 90,1 1 0,0 1 0,0 0 270,1 1-181,0-3 181,0 3-180,0-3 90,2 2-90,0-1 0,4 2 270,3-4-271,2 2 1,3-2 0,1 2 180,10-4-90,18-4-923,7 0 743,-4 3 0,3 1-45,-13 4 0,0 0-1,17-2 1,4 0-1064,-11 3 1,1 0 0,0 1 1048,-7 0 0,-1 2 0,4-1-8,8 0 0,7-1 1,-1 1-1,-4 0-693,-5 1 0,-4 1 0,2-1 671,-1 1 0,3-1 0,-1 1 0,-2 0-269,-1-1 1,-3 2 0,3-1 268,1 0 0,3 0 0,-1-1 0,-1 1-240,1 0 1,-1 0 0,1 0 239,11 0 0,3 0 0,-4-1 0,2 1 0,-5-1 0,-3 1 0,-1 0 525,-4 0 1,1 0-526,9 0 0,-2 1 485,-14 0 0,0 0-440,7-1 0,-3 1-45,7 1 180,4-1 638,-19 2-728,6-2 2280,-23 1-2190,3-1 0,-4 2-180,0-1 720,-5 1-630,-5 1 1464,3 6-1554,-2 2 931,1 6-931,-2 6 90,1 23-45,-3-7 0,0 1-1180,-1 0 1,1 0 1134,-1 10 0,-1-1 45,1-10 0,-1 0-45,0 8 0,0 1 0,0 1 0,0 2 45,0 6 0,0 1-915,-1-19 0,0 0 1,0 0 869,0 0 0,0 0 0,0 2 22,-1 2 1,1 1-1,-1 2 1,1-3 7,0 2 0,0-2 0,-1 3-30,1-4 0,0 3 0,0 0 0,0-1-552,2 12 0,1 0 0,0-2 552,-1-12 0,1-1 0,0 3 22,1 4 0,1 4 1,0 0-1,-1-5-434,2 6 0,0-3 412,-1-6 0,0 2 0,-1-4 0,0-2 0,0-3 45,0 1 0,-1 0-45,0-2 0,0 0 0,-1-1 0,0 0 0,0-2 0,0-1 644,1 25-599,-2-21 0,-1 0-45,0 12 0,-1-13 0,0-2 0,-3 1 90,-1 8-90,0-21 0,-1 1 1611,1-10-1521,-1-2 2320,0-1-2410,0-2 2547,-4 0-2547,2-3 417,-4-1-417,-3-2 90,3-1-180,-13-3 180,9 0-90,-9 0 0,5-1 0,-6-1-442,-1 2 442,-6-2 0,0 2-832,-5-2 922,-1 1 0,-2-1 0,0 0 0,-7 0-1452,-2-1 1362,21 5 0,-2-1 90,-16 0 0,-2-1-90,9 2 0,0 0 30,1-1 0,-3 1 0,1-1-30,-8 1 0,0 0 44,-8-1 1,0 0-593,18 2 1,-1-1 0,-2 1 569,-1 0 1,-4 0 0,0 0-1,-1 1-442,-2-1 1,-1 1-1,-1 0 1,1 0 441,1 0 1,-1 0-1,0 0 1,1 0-1,3 1 1,1-1-1,0 1 1,1-1-332,-7 1 1,1 0 0,3 0 308,-6 0 0,2-1-129,10 1 1,0 0 0,4-1 38,2 1 1,3-1 665,-25 1-891,22-1 0,2 1-134,-10-1 1024,-5 0-1654,26-1 1905,6 1-826,3 0 0,8-5 0,2-1 0</inkml:trace>
  <inkml:trace contextRef="#ctx0" brushRef="#br0" timeOffset="7812">7733 4201 14908,'10'-4'990,"-3"3"-720,-3 5-90,-2 6 90,0 1-91,0 3 181,2 24-180,0-5-826,-2-4 1,1 1 824,0 22-89,-2-22 0,-1 2 0,1 1 0,-1 1-45,-1 2 0,0 2 0,-1 4 0,0 4 45,-2-2 0,0 4 0,0 2-772,0-9 1,0 2 0,0 0 0,-1 0 703,1-1 1,0 0 0,-1 0-1,0 2 0,-1 9 1,-1 3 0,1-1-1,-1-5-416,2-7 1,-1-4-1,1 4 416,-2 6 1,0 5 0,0 0-1,1-6-516,1-8 0,0-3 0,0 0 524,-1 9 0,0 1 0,1-4-30,-1-2 0,1-1-127,-2 9 1,1-1 126,0-13 0,1-1 346,-2 16 1,1-2-347,-1 0 933,0 1-1023,3-23 0,1-7 1780,0-2-3309,2-7 2886,0-11-4865,2-13 270,0-7 3328,0-4 0,-2-6 0,-2-2 0</inkml:trace>
  <inkml:trace contextRef="#ctx0" brushRef="#br0" timeOffset="8491">7133 4732 14549,'5'-10'270,"-1"2"359,0 1-359,-2 0 0,1 0 270,-1 1-271,0-1 271,-2 2 0,2-2-1,-2 1-89,-1-1-270,-2 1 180,-1 2-180,-4 3-90,1 3 0,-5 4 90,-7 14-90,2 0 0,-7 14-90,6 1 89,0 3-354,8-7 0,1 2 265,2 0 0,2 0 0,-1-1 0,2 1 0,3 4 0,4-1-90,2 5-938,3-8 1,3-2 937,4 4 45,0-10 0,3-1-749,18 5 794,-1-5-1,-1-9 1,-14-10-90,11-7 90,-9-1 0,21-12-90,-22 2 90,13-15 0,-22 9 1807,1-7-1807,-9 6 0,-3-3 0,-3 1 0,-4-4 0,-5 1 582,-3 0-582,-3 5 382,-1 6-382,-1 5 90,0 5-90,-1 3 0,-3 6-270,-12 9 0,9-1-90,-4 7-179,16-7-271,3 0-302,3 0-1406,2-2 2543,6 3 1,6-1 0,4 4-1</inkml:trace>
  <inkml:trace contextRef="#ctx0" brushRef="#br0" timeOffset="9167">8359 4494 15808,'1'-10'810,"-2"0"-631,-1 5 271,-2 0-360,-3 2 90,0 1 90,-8 2-180,2 2 0,-6 3 0,4 0 90,-14 8-180,9-4 179,-18 15-89,14-2-90,-5 9 90,13-7-90,5 0 0,7-8 0,4 8 90,2-5-90,3 5 0,13 6 0,-1-7-607,10 7 697,-4-10-180,2-2 90,2 0-90,11 6 0,2 2 0,-3-3-90,2 2 90,-21-11 0,3 2 0,-10-4 90,-1-2-90,-4 0 0,0 5 608,-3-5-518,-2 3 0,-3-4 0,-3-1-90,-1 0 90,-1 0 0,-3-1 0,-2 0 0,-1-2 90,-10 0-90,5-3 90,-6-1 0,8-4 0,1 0 0,1-3 0,2-2-90,2-3 90,2-4 0,3-15-90,4 0-347,5-12 437,4 5-90,3-1 0,1 2 90,0 0-90,6-11 0,-5 14 90,0-5-118,-6 13 28,-5 8 0,-1-1 0,-5 8 90,-1 3-90,-11 2 0,1 3-15,-23 6-974,-5 9-181,-6 3-2401,14 0 1,1 1 3570,-11 7 0,7-2 0,-2 2 0,8-5 0,0 1 0</inkml:trace>
  <inkml:trace contextRef="#ctx0" brushRef="#br0" timeOffset="9767">6888 6167 15538,'0'-12'1169,"1"4"-989,2-1-90,1 4 90,1-1 0,2 0-90,1-1 0,3-1 0,2 0 0,1-1 0,3-1-90,1 1 90,1 0 0,1 1-90,0 1 90,-2 1-90,6 1 90,-9 2-90,5 0 90,-10 3-90,0 2 90,-4 1-90,0 2 0,-7 5 89,-4 1-89,-4 4 0,-11 8 0,1-3-509,-8 7 509,4-7 0,-5 6 0,9-9 0,-2 4 0,10-4 0,4-5 0,1 3 0,4-6 599,3 1-599,1-1 0,3 1 0,1-1 0,3 1 0,0-1 0,5 3 0,1 2-90,-2-1 90,-2 7 0,-9-10 0,-1 7 0,-5-3 0,-3 1 0,-6 4 0,-13 10 0,-9 3 0,0-1-89,3-5-1,12-12-630,-1 2 90,8-6-359,-2 1-1440,8-6 2429,3-2 0,2-2 0</inkml:trace>
  <inkml:trace contextRef="#ctx0" brushRef="#br0" timeOffset="10251">7931 5985 15808,'-1'-9'720,"0"1"-451,5 2 1,0 3-90,2-1 90,1 0-90,2-1 90,4-1-90,-1 2-90,3-2 0,-3 4 89,3-1-89,-4 1-90,3 1 90,-6 2 0,-1 0-90,0 2 90,-2 3 0,-2 1-90,-1 4 90,-6 10-90,0-2 0,-9 12 90,0-6-90,-4 4 0,-2-1 0,-10 11-1461,8-10 1551,-7 7-90,12-14 0,-1 6 0,6-9 0,1 2 0,8-2 0,2-5 0,4 3 0,3-7 1461,3 0-1461,2-2 0,4-1 90,1-2-90,4-1 0,1-1 0,12 0 0,-7-2-180,15 0-418,-17-1 418,3-1-180,-12 1-180,0 0-89,-4-2-541,0 1-5396,0-1 6566,-4 0 0,0 0 0,-4 0 0</inkml:trace>
  <inkml:trace contextRef="#ctx0" brushRef="#br0" timeOffset="10693">8410 6091 15898,'0'-11'899,"0"-4"-629,-1 4 90,0-1 270,1 6-360,1-2 449,0 3 361,-1-4-991,-4 15 91,-3 2 0,-4 14-180,0-5 90,1 0-90,4-5 90,1 1-90,1-1 90,4 5-90,6 1 0,4-1 0,5 0 0,7-3 0,-4-3-90,7 1 90,-8-4-90,5 3 90,-1 0 0,-2 0-90,-1 2 90,-12-5 0,1 3 0,-6-3 0,-3 1 0,-1 3-90,-9 8 90,-1-1 0,-8 8 0,-7 3-90,-4 1-90,3-4-179,-1-1-1,17-16-90,-3 1-90,9-7-1438,0-1 269,2-5-540,2-2-809,2-5 3058,3-1 0,2-12 0,1-4 0</inkml:trace>
  <inkml:trace contextRef="#ctx0" brushRef="#br0" timeOffset="10895">8446 6032 15448,'-7'-8'1080,"0"-1"-541,4 5-269,-1-3 180,2 2-270,2-3 0,3 1-90,4-3 89,2 0-89,5-1 0,4-3 0,3-1-90,5-1-90,0 0-809,10-4-180,-12 6-631,4-2-538,-16 8-900,-4 2 3148,-4 2 0,-2 1 0,-2 2 0</inkml:trace>
  <inkml:trace contextRef="#ctx0" brushRef="#br0" timeOffset="11489">6293 5782 14189,'-8'-5'809,"-1"0"-89,6 2 719,-2 1 1440,0 0-2520,7-2 1,0 1 0,8-3-90,0 1 0,4-1 179,21-6-269,1 0-855,-9 3 0,2 0 855,23-5-135,-22 6 0,0 0 45,7 0 0,2-1-1266,2 0 1,2 0 1220,7-1 0,1-1-1039,4 0 1,1 0 1023,-16 4 0,0 0 0,1 0-268,2-1 0,1 0 1,1 1 267,1 0 0,0 0 0,1 0-278,1 0 0,0 1 0,0 0 248,1 0 0,0 0 0,1 0-30,-2 1 0,1 0 0,3 0-64,-1 0 1,4-1 0,0 1-1,-3 0 34,3-1 0,-4 1 0,3 0 15,-4 0 0,2 0 0,0 0 1,-5 1 211,-4 0 1,-3 0 0,1 1-288,8-1 0,0 1 0,-3-1-37,3 0 0,-2 1 67,5-1 0,-4 0-90,0 0 1288,-15 2-1288,-7 0 1945,-6-1-1765,-9 1 0,-2-2 0,-7 0 0</inkml:trace>
  <inkml:trace contextRef="#ctx0" brushRef="#br0" timeOffset="17077">9896 5226 14279,'-11'0'1889,"1"1"-1260,3-1 181,1 0 179,0-2-809,7-3 0,1 1-90,6-1 90,-2 2-90,1 1 90,1-2-90,3 2 0,2-1 0,4 0 90,25-4-90,-6 2-1138,7-1 1,3 0 1092,-16 3 0,0 1 0,14-3 0,2 0-45,-11 2 0,0 0 45,5-1 0,2 0-45,0 0 0,2 0 30,-2 0 0,3 0 0,-2 1-30,5-1 0,0 0 0,-8 1 0,1-1 0,-3 1 45,1 0 0,-2-1-45,14 0 0,1-1 45,-15 2 0,1 0-45,15-1 0,-2-1-637,-2 2 637,1 0 90,-27 2-90,2-2-90,-11 2 0,4-3 90,-11 3 0,-12-1 0,-5 2 0</inkml:trace>
  <inkml:trace contextRef="#ctx0" brushRef="#br0" timeOffset="17492">11151 4942 16168,'-8'-10'1709,"0"1"-900,5 6-269,-2 0-450,11 6 0,-2 0 0,11 5-90,-2-2 90,4 0-90,2 1 90,1 0-415,6 1 325,0 0 90,3 1-90,12 2 0,-13-3-90,7 2 90,-14-5 0,4 1 0,-6-2 0,1 1-90,-9-2 90,-1-1 0,-2 0 0,0 3-90,-5-1 415,-2 4-325,-12 7 0,-3 0 0,-10 8-861,-3 0 861,-4 2 0,-3 2 0,-1 0-90,10-7 0,1 0 0,-10 9-45,11-10 0,2-1-135,-3 4-180,1-2-407,3 1 138,3-5-3063,-1 5 94,7-9 3688,0 1 0,5-4 0,0-1 0</inkml:trace>
  <inkml:trace contextRef="#ctx0" brushRef="#br0" timeOffset="18253">12016 4055 14639,'2'-14'-180,"0"0"360,1-4-90,-1 5 179,2-5-89,-1 5 90,3 0 90,-1-1-90,1 1 0,1 1 0,-1 1-1,0 1-89,0 1 180,1-2-180,-2 5 180,3-3-90,4 11-91,-1 1-89,4 9 0,-3 6 0,2 4 0,2 11 45,-3-3 0,0 1-377,-4-5 0,0 4 362,1 5 0,-1 4 0,-1-1-1198,-1 1 0,-2 0 1108,0 0 0,0 2 0,-2-2 59,-1 10 1,0-2-45,-2 7 0,0 0 0,-1 0 0,-1 2 15,-1-5 0,0 3 0,-1-2-830,1-11 1,1-1 0,-1 1 799,-1 11 0,0 2 0,0-4-30,0 5 0,0-3-718,0 1 1,1-1 762,-1-6 0,1 3-159,1-4 0,1 3 0,-1-1 144,2-3 0,-1 0 0,1 0 0,0 2 0,0 1 0,0-2-30,0-5 0,1-2 0,1 0 45,1 18 0,1-4-45,-2-12 0,1 0 0,2 10 0,-1-1 0,-1-18 0,-1-2 0,3 24-90,0-7-90,0-7 501,2 2-590,-2-14 1670,0 0-1851,-1-15 2360,0-3-2720,1-3-465,-1-4-1064,4-7 2339,0-14 0,4-14 0,-1-11 0</inkml:trace>
  <inkml:trace contextRef="#ctx0" brushRef="#br0" timeOffset="19493">12299 3748 13919,'-8'-10'-180,"1"2"270,3 3 180,0 1 0,1 0 90,-1-1 359,0 2 181,1 0-720,7-1-1,1 1 1,9-1-90,5 1 180,31-1-180,-12 1 0,1 0-1243,4-1 1,0 1 1152,6-1 0,-1 1 45,-6 0 0,-1 1 0,2-1 0,4 0-882,1 0 1,4 0 0,-2-1 836,-8 2 0,-3-1 0,3 1-550,11-1 1,4-1 0,-3 1 549,-13 0 0,-2 1 0,1 0-141,0-1 0,0 1 0,3 0 163,1-1 1,3 0-1,0 0 1,-2 0-154,3 0 0,-1-1 1,2 0 130,-3 1 0,3 0 0,0-1 0,-3 1 0,1-1 0,-3 0 0,1 0 0,0 1 0,1-1 0,-1 1 0,0-1 0,0 0 0,0 0 0,-1 0 0,0 0 0,-1-1-76,-1 1 0,0 0 0,0-1 76,-3 1 0,0-1 0,2 0 0,10-1 0,2 0 0,-3 0 83,2-1 0,-1 0-83,-8 2 0,1 0 0,-5-1 0,-4 0 0,-3 1 351,-1 0 0,0 1-351,-2-1 0,1-1 0,7 1 0,1 0 0,-9 0 0,0 1 0,5 0 0,-1 0 1085,13-2-1085,-4 3 0,-1 1 0,0 1 0,15 4 0,-13-2 0,8 3 0,-18 0 0,3 0 0,-11 1 0,2 0 0,-11-1 1091,-3-1-1091,-2-1 2247,0 1-2247,-3 0 1414,3 3-1414,-2 4 980,0 1-890,-4 4-90,-2-1 0,-2 5 180,0 20-90,0-1-1758,-1 18 1758,1-3-45,-1-24 0,0 0-313,0 2 0,0 2 358,-2 15 0,0 1-545,0-11 0,0 1 485,-1 4 0,-1 5 0,0-4 15,-1 2 0,-1-1-45,1-7 0,0 3 0,0-2 45,-3 9 0,1-2-970,-1 1 0,0 0 925,-1 0 0,0 1 45,-1-1 0,1 0 0,-1 1 0,0-1-45,-1 0 0,-1-1 45,1 0 0,0 0 8,-1-1 1,0 1-24,0-4 0,0 3 0,0-2-640,-2 5 1,-1 1 638,3-7 1,-2 1 0,2-3-30,0-1 0,0-3 187,-1 4 0,0 0-142,2-6 0,1-1 494,-2 3 1,1 0-540,1-4 0,1 0 44,0-2 1,-1 1-45,2-1 0,-1-1 0,0-1 0,1 0 45,-4 9 0,1-1 1197,-5 14-1242,7-19 0,0-2-200,0 5 200,0-2 0,2-3 658,1-4-658,1-5 0,1-3 0,0-2 1250,1-1-1250,-1-1 1241,2-2-1151,-1-1 627,1-1-717,0-1 255,-1 1-165,1-2 90,-1 3-180,1-4 90,-1 3 0,1-2 0,-2 1-90,1-3 0,-1 1 90,0-2-90,0 1 0,0 2 90,0-1-90,-1 1 0,0-1 0,-3 4 90,3-3-90,-2 3 0,2-4 0,-2 3 0,1-2 90,-3 4-90,4-4 0,-2 1 0,-1 0 0,1-2 0,-3 3 90,3-3-90,-2 0 0,0 0 90,-3 0-90,0 1 90,-2-1 0,-11 4 0,5-2-90,-12 3 90,6-3 90,-19 2-1,-9-1-1011,25-5 0,0 0 877,-3-1 0,-1 0-45,-23 0 45,24-2 0,0 0-45,-3 1 0,-2-1-1016,-5-1 1,-2 1 1015,-2 0 0,-3-1 30,-3 1 0,-5-2 0,1 1-733,11 0 0,1 1 1,-2-1 724,1-1 0,-2 1 1,-1-1-1,2 1-492,-3-1 0,3 1 1,-1-1 469,-3 0 0,1 0 0,-1 0-184,-1 0 1,0 1 0,0-1 183,0 1 0,1-1 0,-4 1 55,1 0 1,-3 0 0,-2 0-1,1 0-55,1 1 0,0-1 0,-1 1 0,-1-1 0,4 1 0,-2 0 0,0 0 0,1 0 0,3 0 0,1 0 0,3 0 0,1 1 0,1-1 69,-6 1 1,2-1 0,5 1-70,3 1 0,5-1 529,7 0 1,1-1-710,-21 2-359,3-1 89,16-2-899,-2-1 90,22-1 740,2-1-1100,7-4 1612,5-1 7,6-17 0,3-3 0,5-13 0</inkml:trace>
  <inkml:trace contextRef="#ctx0" brushRef="#br0" timeOffset="20186">13440 3849 14459,'8'-3'1079,"0"3"-809,-4 1-90,1 3 270,-1 6-181,0 2 91,4 21-90,-2 15-1295,0 5 1115,-3-19 0,-2 1 0,0-5 0,-1 1-45,-1 9 0,0 3-1304,0 2 1,-1 2 1348,-1 6 0,-1 2-1084,-1 0 0,0 2 1024,1-19 0,0 0 0,-1 1 0,0 0 0,0 0 0,0 0 30,-1 0 0,0 1 0,0 0-30,0-2 0,0 1 0,-1 3 15,-1 0 0,0 3 0,0 1 0,0-3-15,0 2 0,1-2 0,-2 4-12,1-5 0,0 5 0,-2 2 0,1-3 0,2-3 12,-2 2 0,2-4 0,0 3-30,-3 9 0,0 3 0,1-1-421,1-4 1,0-2 0,1-2 420,1 4 0,1-1 30,0-8 0,-1 1 0,2-4-72,2-2 0,0-3 87,1-1 0,-1 1 444,2-3 1,0 1-445,0 5 0,2-2-45,0 17 1348,2 2-1348,0-26 0,1-7 2418,0-3-2598,0-5 1085,1-1-1354,-1-4-2582,3-3 692,2-6-62,0-3 2401,1-8 0,0-10 0,2-5 0</inkml:trace>
  <inkml:trace contextRef="#ctx0" brushRef="#br0" timeOffset="20802">14512 3579 14099,'5'9'180,"0"-1"90,-1-3 0,0 1-1,2 1 91,0 2 0,1 2-90,1 2 0,1 3 89,1 6 271,8 27-270,-3-4-1204,-4-11 1,-2 2 978,-1-5 0,-2-1 0,0 4 0,0 2 45,-2 5 0,0 3 0,0 2-61,-2 4 1,0 1 0,0 1-697,0 2 0,-1 0 0,0 3 644,-2-6 1,-1 3 0,-1-1-1,1-4-37,-1-6 0,0-3 0,0 2-694,-1 12 1,-1 2-1,0-2 724,1-15 0,0-2 0,-1 1-30,1 0 0,-1 0 0,0 0-359,-2 17 0,-1 2 359,1-5 0,-2 3 0,1-3 0,2-12 0,-1-1 0,1 1 0,-3 10 0,0 1 0,1-2 15,-2 1 0,1-1-15,1-9 0,0 2 0,0-2-30,-1 4 0,0 0 30,0-1 0,0 2 0,1-2 239,0 1 1,0-1-315,-1 8 0,0-2 0,4-15 0,1-2-90,0-1 0,2-4-45,1-1 1157,2 3-1337,1-14 2056,4 2-2326,-1-6 1368,3-2-2087,-3-6-193,1-2-2686,0-2 4243,0-1 1,2-9-1,0-3 1</inkml:trace>
  <inkml:trace contextRef="#ctx0" brushRef="#br0" timeOffset="24868">12432 4503 13817,'-11'-5'-138,"-1"1"126,7 2 95,-2 0 6,2 0 2,-1 1 91,0 0 90,-6-1-185,1 1 10,-2 0 1,1-1 0,1 2 181,-8 0-273,7-1 179,-5 1-180,8 0 178,-3-1-88,3 2-91,-3-2 87,6 2 181,-1-1-179,9 3-114,2-2 102,10 2 3,1-3 7,25-1-93,4-1-460,-13 1 1,4-1 506,15 0 0,3 0-46,-9 0 1,4-1-744,-6 1 0,6 0 0,0-1 0,-4 1 736,-1-1 1,-2 1 0,4-1 19,-1 0 1,5 0 0,2-1 0,-1 1 0,-4 0-705,6-1 0,-3 1 0,2-1 683,-1 0 1,3 0 0,0 0 0,-3 0-374,1 0 0,-3 0 0,3 0 373,2-1 1,3 1 0,1-1-1,-3 0-197,3 0 1,-3 0 0,4 0 205,-5 1 0,4-1 0,2-1 0,-2 1 0,-5 1 0,2-1 0,-5 1 0,2-1 0,-4 1 0,3 0 0,-1-1 0,-4 1 0,-4 1 0,-3-1 0,-1 1 0,17-3 0,-1 1 0,-14 1 0,1 0 0,-3 0 266,4 0 0,-2 0-266,3-1 0,-4 1 1512,2 0-1512,-12 0 0,-7 1 0,-4 0 1587,-1-2-1587,-5 2 2524,0-1-2794,-6 2 1026,1 1-2465,-1 0-2248,0 3 3957,-2 1 0,-2 0 0,0 0 0</inkml:trace>
  <inkml:trace contextRef="#ctx0" brushRef="#br0" timeOffset="25845">12411 5263 12750,'-11'0'1979,"2"-1"-900,3 0-899,11-5 0,-1 2 0,12-4 0,1 4-90,9-2 89,7 0-89,14-1 45,-6 1 0,4 1-1003,-4 1 1,2-1 927,9 0 0,7-1 0,-4 1-970,-15 2 1,-2 1 0,2-1 909,13-1 0,3 0 0,-2 0 30,-12 2 0,-2 0 0,3-1-479,4 1 1,3 0 0,2 1-1,-4-1 449,4-1 0,-2 1 0,5 0-234,-4 0 0,6 0 0,2 0 0,-1 1 1,-6-1 233,5 0 0,-4 0 0,5 1-68,-14 0 0,5-1 1,2 1-1,0 0 1,-2 0-1,-4 0 68,13 0 0,-4 1 0,3-1 0,-4 0 0,4 0 0,-1 1 0,-4-1 0,-1 0 0,-4 1 0,0-1 103,0 0 0,0 0 1,1 0-82,-2 0 1,3 0-1,-1-1 1,-2 1 133,0 0 0,-2-1 0,3 0-156,0 1 0,4-1 0,-2 0 0,-5 1 0,5-1 0,-4-1 0,-3 1 0,0 0 0,-4 0 0,18-1 0,-24 2 0,-3-1 1399,-2 1-1399,0-1-90,-11 1 0,2-1 204,-9 1-114,-3 2 0,-9 5 0,-5 5 0</inkml:trace>
  <inkml:trace contextRef="#ctx0" brushRef="#br0" timeOffset="26573">12691 5942 13649,'-13'0'-180,"0"1"180,3-1 90,0 1 0,-1-1 270,-2 0-90,-1 2 90,-2-1-91,5 0 1081,0-1-1170,31 0 179,-3-2-269,14 0 0,5-1 90,13-2-927,-12 1 0,1 1 837,-7-1 0,0 1-959,3-1 1,0 0 913,7 0 0,2-1-898,1 1 1,2-1 897,6 1 0,1-1-1,1-1 1,4 1-417,-17 1 0,3 1 1,2-1-1,-4 1 372,5-1 0,-2 0 0,2 1-86,-3-1 1,2 1-1,1-1 1,1 1 107,1 0 0,1 0 1,0 1-1,-2-1-171,4 0 0,-3 0 1,3-1 148,-3 2 0,3-1 0,0 0 0,-4 0-47,0 1 0,-3-1 0,-1 1 47,1 0 0,-1 0 0,0-1 139,-2 1 0,0 0 0,3 0-139,-3 0 0,2 0 0,0 0 0,-2 0 30,1 1 0,-2-1 0,1 0-30,8 0 0,2 0 0,-5 0 0,-2 0 0,-1 1 0,7-1 0,-1 0 0,-15 1 0,-2-1 0,15 1 0,-2-1 719,1 1-719,-4-2 0,-16 2-90,-13-1 1680,-1 2-1680,-1-1 2422,-1 1-2512,0 0 1897,-2 0-2167,1 1 670,-1 0-760,-1 0-90,0 0-449,-1 1-3778,-1-1 4857,1 1 0,-4-1 0,0 0 0</inkml:trace>
  <inkml:trace contextRef="#ctx0" brushRef="#br0" timeOffset="27574">12864 3846 13110,'11'-4'0,"-1"1"0,-4 3 89,0 2 91,-2 0-90,0 1 90,1 0 0,0 2 90,0 2-90,0 1 90,-1 4-90,2 3 89,-1 4 181,2 29-180,-3-2-1526,-1 5 0,-2 3 1346,-1-15 0,-1 1-31,0-1 1,-1 3 0,1-2 30,-2 10 0,0 0-60,0-13 0,0 0 0,-1 3 15,0 0 0,0 3 0,-1 1 0,0 1-588,0 3 0,-1 2 1,-1-1-1,1 1 565,0 0 1,-1-1 0,0 0-1,0 1 0,0-1 1,0 1 0,0-1-1,1-3-566,-2 1 0,2-3 0,-1 1 574,0 0 0,1 0 0,-1 0-364,1-2 0,1 1 1,-1 0 363,1-3 0,1 1 0,-1 1 58,2 0 0,-1 1 0,0 1 0,1-3-58,0 1 0,0-3 0,0 4-8,0 1 1,0 5-1,0-1 1,0-6 22,0 8 0,0-3-15,1-1 0,-1 3 0,1-5 15,-1-6 0,1-1-45,0 9 0,-1-1 0,0 8 896,1-5-896,0-11 1621,1-5-1531,1 3-90,0-12 0,1 8 0,0-16 2424,0 5-2514,0-11 1770,0 1-1949,0-5 557,0-1 0,-5-17 0,-1-4 0</inkml:trace>
  <inkml:trace contextRef="#ctx0" brushRef="#br0" timeOffset="32067">8640 4905 12750,'-2'-12'1079,"1"2"-1169,1 3 90,-1 0 0,-2 8 0,-2 3 0</inkml:trace>
  <inkml:trace contextRef="#ctx0" brushRef="#br0" timeOffset="38589">14129 3844 11850,'3'-9'2789,"-3"3"-2699,-7 3 0,0 3-90,0 0 0,0 1 89,0 0-89,1 0 0,1 2 0,1-1 0,1 3 0,1 0 0,0 1 90,2 1-180,1-1 180,3 4-90,-1-2 0,4 3 0,0-3 0,2 1 0,10 5 0,-3-3 0,13 8 0,-9-9 0,17 11 0,-16-9 0,9 4 0,-13-6 0,-1 0 0,-2 0 0,-1-2-90,2 4 90,-5-3-89,1 3-1,-6-5 90,-2 1-90,-2-1 0,-4 5 0,0-3-90,-10 7 0,1-6 90,-5 4-90,-7-1 90,4-4 0,-6 2 90,8-5-90,0-1 0,4-2 90,-5 0 0,5-1 0,1-4 0,9-4 0,7-3 90,6-3 0,3-4 90,16-13 0,-5 3-90,12-11 90,-16 14 0,-1 1-239,9-12 239,7-9 90,-19 19 0,-3 2-90,-4 3-1,-4 3 1,-2 1 90,-7-5-90,-9 1-90,-4 2 0,-7 3 149,-6 9-869,-5 4 0,-3 4-539,5 4 1169,2 6 0,0 7 0,-7 7 0</inkml:trace>
  <inkml:trace contextRef="#ctx0" brushRef="#br0" timeOffset="39310">14076 4578 13919,'-3'-10'540,"-1"1"-450,1 5 269,-1-1-179,-1 1 90,-5-1-90,3 4-90,-4 0 0,2 1 90,-7 2-180,4 0 180,-9 3-180,10-1 0,-4 2 90,3 2 0,2 1-90,1 1 90,5 0-90,6-1 0,2-1 0,5 3 90,7 1-90,5 1 0,6 1 0,22 8 0,-12-7-275,-4-2 1,1 1 184,15 7 0,0 0-90,-3 1-138,-23-8 318,-2 1-90,-8 0 90,-8-4-90,0 4 90,-6-5-90,-3 1 90,-2 0 448,-5 1-538,-11 7 90,1-3 0,-10 4 239,5-7-329,-15 2 90,11-5 0,-17 1 180,19-7-90,2-3-90,7-2 90,9-2 0,4-5 0,3-1-90,5-7 90,8-3-90,5-4 0,21-20-393,-8 10 393,-2 4 0,0 1 0,2-3 90,5-8 0,-14 16 0,-2-1-1,-5 5 1,-2-1 0,-6 5 0,-3 2-90,-4 1 90,-3 2 0,-6 1 393,-2 1-393,-5 4-180,-3 1-269,-18 4-1,8 3-90,-11 1-539,12 3-1260,4 0-809,4 1 3058,7-1 0,0 2 0,3 2 0</inkml:trace>
  <inkml:trace contextRef="#ctx0" brushRef="#br0" timeOffset="39963">15079 4717 14549,'2'-13'449,"0"1"181,-2 6-270,0-2-90,-1 2 90,-1-2-91,0 3 181,-3 0-270,-1 0 0,-3 1-90,0 2 90,-1 1-90,-1 1 90,-10 2-90,4 1-1,-7 3 1,7-1 0,0 3-90,1 0 90,2 0-90,3 1 0,4 0 0,0 1 0,4 2 0,1 0-90,5 1 0,10 10-89,2-4 89,9 8-90,-2-9 90,2-1-180,11 6 180,-7-6-180,19 9 270,-23-14-90,6 4-90,-15-8 0,2 3 180,-5-4-180,2 7 91,-9-8 89,-1 5-90,-5-5 90,-2 1 0,-2 0-90,-10 4 90,2-2 0,-9 1-90,-5 0 90,5-3 0,-7 1 0,-6-2 0,15-2 0,-13-1 0,21-4 0,-1-1 0,8-1 0,2-2 0,3-3 0,3-1 0,3-4 0,15-16 0,-3 4 0,3-2 0,2-1 90,-5 5 0,1 0-446,5-8 1,-1 1 445,9-15 179,-7 0-179,-16 21 0,-3-2-343,-7 11 343,-3 2 0,-3 0 0,-5 2 0,-12-2 0,-7 3-270,-11 3-90,11 4-89,3 4-181,11 2-270,3 0-5216,-4 4 6219,8-4 0,-2 5 0,8-4 0</inkml:trace>
  <inkml:trace contextRef="#ctx0" brushRef="#br0" timeOffset="40683">15449 3665 14549,'2'-14'-90,"0"2"270,0 3 0,0 1-1,0-2 91,0 1 0,0 0 0,-1-1 270,1-2-360,-2 2 89,-1-1-89,-1 3 0,-2 1 0,0 0-90,-3 1 180,-7 1-180,2 3 0,-16 3 90,-5 8-180,-1 2 90,-3 5 0,13-2-90,-9 12 90,5 3-1,2 0-89,8 4 0,13-15 90,2 4-90,6-7 0,3 1 0,4-1 90,17 8-90,-3-8-45,1-2 0,2-1-572,5 0 617,12 2 0,-15-6 0,7 2-90,-11-3 90,9 4-90,-17-4 90,2 2-90,-8-2 90,-3 1-90,-1 0 708,-2 1-708,-1 0 90,-1 0-90,-2 1 90,-2 0 0,-1 1-90,-3 0 90,-3 2-90,-1-2 90,-2 3-90,-2-2 90,-2-1-90,-13 5 90,-9 0-819,1-2 819,0-3-296,8-6 296,9-4 0,-2-1 0,9-2 0,2-5 0,4 1 707,3-7-707,7 0-90,7-6 90,7-8-720,7-5 720,7-5-1524,-7 9 0,1-1 1524,-6 6 0,2 0 0,5-7 0,1 0-161,-9 9 0,0 0 161,4-7 0,0-1 0,-6 2 0,-1-1 0,-1 2 0,-2 1 0,-4-13 0,-16 14 0,-27 2-90,-7 6-45,10 10 0,-3 2-630,-13 6 1,0 4-725,7 0 0,-1 2 1489,-2 2 0,-2 2 0,1 1 0,-6 4 0,0 2 0,10-3 0,0 0 0,0-1 0</inkml:trace>
  <inkml:trace contextRef="#ctx0" brushRef="#br0" timeOffset="42501">12676 4010 11940,'7'-9'1439,"0"-1"-629,-5 6-91,0-3 181,0 3-450,-3-3-90,-2 3-181,-6 2-89,0 4 0,-5 5 0,-3 3 90,-13 14-90,5-3 0,4 0 0,0 0-90,-2 7-705,-5 9 705,10-9 90,3-1-90,2 2 89,3-4 1,3 7-90,3-9 0,3 3 0,7-2-90,2-6 90,5 2 0,1-9-89,2-2 884,3-2-795,0-3 0,2 1-90,-1-5 90,12-2 0,-9-1 0,6-4 0,-10 0 0,-4-1-90,-1 0 90,-3-1 0,0-4 0,-6 3 0,-1-3 0,-6 4 0,-1 0 0,-6 0 0,-1 1 0,-12-2 0,3 4 0,-15 0-90,13 4-360,-13 5-359,9 3 89,2 1-1708,5 1-1080,11-2 3508,1-1 0,4 2 0,1-2 0</inkml:trace>
  <inkml:trace contextRef="#ctx0" brushRef="#br0" timeOffset="43025">13252 3997 14729,'3'-10'1709,"-1"1"-1260,-3 1-269,-2 4 180,0 0-270,-7 6 0,1 1 90,-5 6-90,2 0 0,-9 10 0,4-1 0,-5 7 0,-2 10 0,7-9-1,-7 18-89,14-19 90,-2 13-90,9-9 0,2 0-179,7 2 89,0-14 0,5 2 0,-2-9-90,9 1 90,1-4 0,1 0 0,-1-5 90,-7-3-90,0-1 0,3-4 90,-4-1-90,3-7 90,-7 4 0,-1-9-90,-4 7 90,-4-9 0,-1 10-90,-8-6 90,3 9-90,-5 1-180,3 5 1,-3 2-181,-2 3-1529,-15 7-2608,-9 7 4587,-1 3 0,-7 6 0,13-5 0</inkml:trace>
  <inkml:trace contextRef="#ctx0" brushRef="#br0" timeOffset="43588">12485 4695 13739,'3'-10'720,"1"2"-181,-2 1 271,-1 2-540,-4 1-90,-3 5-90,-3 1 0,0 5 0,1 0 0,0 3-90,-2 0 89,0 3 1,0 0-90,0 2 90,-1 8-90,2-4 90,1 5 0,3 2-90,4-7 0,5 17-90,3-16 0,6 10-90,2-11-179,16 7 179,-6-7-180,22 4 270,-20-14 0,8-1-180,-4-6 180,-1-4 0,-2-1 90,-4-4 90,-11 0 0,-2-3 90,-1 0 0,-3 0 90,-2-6-180,-3 4 90,-3-6 90,-9-1-91,-7 2-89,-2 0-90,-3 6 90,5 6 0,0 3-180,-10 4-90,8 1-89,-6 3-1081,1 5-988,9-2 2338,-7 8 0,10-4 0,-1 4 0</inkml:trace>
  <inkml:trace contextRef="#ctx0" brushRef="#br0" timeOffset="44061">13144 4637 14729,'0'-11'1259,"1"1"-629,-2 3 179,1 2-269,-2-2-360,-5 9-90,1 0 0,-4 7 89,0 1-89,-1 2 0,-4 4-90,-2 2 90,-1 5 0,-1-1-90,1 3 180,-5 11-180,6-7-706,-2 8 706,10-14 0,3-2-90,3-1-180,3 6 180,1-7-269,10 11 179,-2-15 0,7 3 0,-2-9-90,7-1 180,-2-2-90,12-4 90,-11-4 0,5-3 0,-1-5 706,-3-6-616,1-7 0,-9 4 0,-6 0 0,-5 7 0,-3-1 0,-3 1 0,-1 1 0,-4 2 0,0 2 0,-2 2-449,-10 4-91,2 3-180,-11 4-2111,3 4-407,-3 3 3238,1 2 0,-4 4 0,0 1 0</inkml:trace>
  <inkml:trace contextRef="#ctx0" brushRef="#br0" timeOffset="44984">12448 5443 15718,'1'-10'1079,"0"3"-989,5 1-90,0 3 90,0 1 0,3-1-90,0 1 90,2-1-90,1 1 90,0-1-90,6 0 90,-3 1-90,8 1 0,-7 1 0,-1 1 0,-1 3 90,-8 0-90,1 6 0,-7-3 0,-4 10 0,-2-6 0,-5 5 0,2-3 90,-7 5-90,0 1 0,0-1 0,4-4 0,5-5 0,1-2 0,1 0 0,2-1 0,1 0 0,4 5 0,0-3 0,4 3 0,-1-4 0,5 3 0,-4-2 0,8 6 0,-8-5 0,5 5 0,-8-3-90,0 0 90,-10 4 0,1-6 90,-7 3-90,1-3-90,-1-1 180,-1 1-270,-6 2 0,5-3-90,-3 3-269,7-5-181,2-2-1709,1 0-1258,2-1 3687,2 0 0,2-2 0,1 0 0</inkml:trace>
  <inkml:trace contextRef="#ctx0" brushRef="#br0" timeOffset="45483">12919 5530 15718,'-1'-9'540,"1"-2"-270,1 4-91,1-1 1,0 2 0,3-1 90,4-2 0,3-2-180,2 1 90,5-1-90,0 4 0,-3 1 0,2 2-90,-8 2 90,5-1-90,-6 3 0,3-2 90,-6 2-90,2 2 89,-4 2-89,-3 3 0,-3 0 90,-6 2-90,0-1 0,-4 3 0,0-1 0,-3 1 0,3-1 0,0 1 0,2-2 90,-2 4-90,4-1 0,3 0 0,3-2 0,5-3 0,1-1 0,2 1 0,6 2-90,0-2 90,5 2-90,-5-2 1,1-2-1,-1 2-180,3 2 180,-5-1 0,1 2 0,-7-2 0,-3 0 0,-1 2 0,-8 7 0,-1-2 0,-7 8-180,-10 3-179,-6 3-1,1-2-980,4-4-998,11-12-1140,1-1 3568,3-1 0,-5 1 0,0-1 0</inkml:trace>
  <inkml:trace contextRef="#ctx0" brushRef="#br0" timeOffset="46138">12190 6293 14908,'10'-8'180,"0"0"0,-3 4-90,1-1 0,0 1 90,7-4 0,3 0-90,7-1 0,-4 1-90,0 3 90,-6 2 0,6 0-90,-6 1 0,7 0 0,-10 2 0,2 1 0,-5 1-90,0 2 90,-4 0 0,1 2 0,-6-1 0,0 3 0,-4 2 0,-2 3 0,-1-1 0,0-2 0,0 0-90,2-3 90,0 2 0,1-4 0,0 2 0,0 1 90,1 0-180,2 0 90,2-2 0,4 2 0,2-2 0,2 4 0,-1-4 0,-1 0 0,-2-2 0,0 4 0,-2-2 0,1 2 0,-5-1 0,0 1 0,-3 1 0,-2-2 0,-2 2 90,-8 3-180,-8 2-270,-12 6-180,7-4-2608,-6 0 720,19-8 2428,-2 0 0,5-2 0,0 0 0</inkml:trace>
  <inkml:trace contextRef="#ctx0" brushRef="#br0" timeOffset="46695">12775 6213 14998,'3'-9'1620,"1"1"-1351,1 2-89,1 1 90,1 0-90,2 0 0,0 0-90,2-1 90,1 1-90,0 0 0,2 0 0,0 0 0,-1 2 89,5-1-179,-5 3 90,2-1-90,-5 3 90,-2 1-90,0 0 0,-3 0 90,-1 1-90,-5 4 90,-8 3-90,-2 3 0,-17 9 0,9-8 0,-7 6 0,11-8 0,2 0 0,1-1 0,4-2-90,1 1 90,3-2-90,2 0-90,6 3 90,2-3 1,5 2-1,-1-4-90,6 2 90,-3-1-90,2 1-90,-1 0 180,-4-2-180,3 5 180,-7-2 0,-1 1-90,-5 3 180,-2-3-90,-3 6 1,-2-5 89,-4 3-90,-3 2 0,-15 8 90,4-5-45,1-3 0,0 0-748,-7 2 613,-7 3-186,14-9 6,2-2-360,5-1-1529,3-2-719,4-2 2968,1-1 0,3-1 0,0-1 0</inkml:trace>
  <inkml:trace contextRef="#ctx0" brushRef="#br0" timeOffset="47451">13760 5505 14998,'-7'-10'1530,"6"-1"-1351,4 6 1,4-1 90,0 1-90,3 0 0,2-1 0,3 0 90,10-2-180,-3 1 0,6-1 0,-9 4 89,6 0-89,-7 3 0,8 2 0,-13 1-90,2 4 90,-9 5 0,-5 2-90,-4 6 90,-8 1-90,-5 2 0,-7 5 0,-3 0 45,5-7 0,0 0-821,-9 8 776,6-6 0,0-2 0,3 0 0,-5 5 0,15-13 90,2 1-90,6-4 0,3-1 0,5-3 0,11-2 0,9-3 0,3 0 437,3-3-437,-7 0 0,8-3 0,1 0 0,-2-1-270,1 0-450,-12 3 91,-2 0-451,-4 2-539,-7 1-3348,3-1 4967,-4 0 0,2 0 0,-2 0 0</inkml:trace>
  <inkml:trace contextRef="#ctx0" brushRef="#br0" timeOffset="47873">14247 5458 14639,'3'-12'809,"0"1"-89,-2 5-360,0-1 269,-1 2 91,1-3-1,-2 2-629,-6 8 0,1-1 0,-6 9 0,5-2-90,0 1 90,-1 2 0,0 3 0,1-2-90,1 3 0,3-4 0,2 4-90,3-3 90,2 3-90,3-5-90,7 5 0,0-4 90,4 2 0,-3-5-89,5 3 89,-5-2 0,5 4 0,-9-6 0,-1 1 90,-5-3-90,-2 0 90,-8 7 0,-2-5 0,-14 10 0,-11-1 0,3-4-354,-6 3 354,16-8 0,2-1-539,-3 1-721,2-1-1258,2-1 2518,3-1 0,9-2 0,0-1 0</inkml:trace>
  <inkml:trace contextRef="#ctx0" brushRef="#br0" timeOffset="48100">14264 5536 15538,'-5'-8'540,"0"0"-270,1 3 0,1 0 269,0 1 1,0-1-450,4-3 90,2 2-90,4-1 90,10 0-180,8 1-180,7-1-90,4 0-933,-2 2 573,-1-1-269,1 1-1620,-1 0-1259,-2 2 3673,2-2 0,3 2 0,3-2 1</inkml:trace>
  <inkml:trace contextRef="#ctx0" brushRef="#br0" timeOffset="48528">15022 5441 16168,'-12'-2'2878,"0"1"-2698,16-5-90,-1 3 90,11-4-90,-2 4 90,9-3-90,-4 2 90,11-2-90,-8 3-90,-1 0 89,0 2-89,-11 2 90,2 1-90,-6 1 0,-2 1 0,-2 2 0,-8 7-90,-12 9 90,-1 2-89,-17 11 89,13-12 0,-6 5-90,6-6 0,9-5 90,-2 1 0,9-7 0,1-1-90,3-1 90,2 0-90,6-1 90,1-1 0,5-2 0,0-3 0,11 0-90,-4-2 90,8 0 0,-5-1-90,2 0 0,0-1 0,2-1-180,-1 0 0,-1 0-90,-1 1-269,-1 0-91,-3 0-629,1-1-1080,-3 1-1438,-1-1 3867,-2 0 0,3-3 0,0 0 0</inkml:trace>
  <inkml:trace contextRef="#ctx0" brushRef="#br0" timeOffset="48949">15420 5459 15988,'2'-10'899,"1"0"-449,-2 4 0,0 0 449,1 1-179,-2-2 0,1 1-1,-1-1-629,-6 8 90,1 1-90,-7 7-90,3 1 90,-1-1-90,-2 4 0,-4 6 0,3-5-180,-4 10 0,8-7 90,2 1-180,5 0 0,6-5 91,2-1-1,3-2 0,2-4-90,6 1 0,4 1 180,-2-2 0,-2 1 0,-8-3 0,-1 0 0,0 3 0,-4-1 90,-1 2-90,-6-2 90,-1 2-90,-2 0 0,-7 5 90,2-3-89,-9 8-181,0-4-90,1-2-630,-6 3 1,12-10-1530,-2 2-1168,6-4 3687,1-2 0,0-1 0,1 0 0</inkml:trace>
  <inkml:trace contextRef="#ctx0" brushRef="#br0" timeOffset="49189">15354 5426 17067,'-7'-8'1889,"2"0"-1619,7 3-90,2 1 0,5 0-90,2 0 90,3 1-90,4-1 0,2 0 0,2 0-180,0 0 0,-1 1-270,-2 0-90,-3 0-270,-2 2-539,-4-2 1259,-3 2 0,-19 10 0,-7 2 0</inkml:trace>
  <inkml:trace contextRef="#ctx0" brushRef="#br0" timeOffset="49769">13888 6108 14369,'-19'-1'-540,"2"0"450,2 1 90,2 0 0,2-1 90,1 1 0,2-1 90,1 1 90,0 0 180,0 0 179,0-1 630,0 2 540,1-3-1439,6-3 0,1 1-90,5-2 0,-1 2 0,2 0-91,0-1 1,3-1 0,2 1 0,3-3-90,-1 3 0,3-2 0,-2 2 90,1 1-90,4 0 0,-6 3 0,2-1-90,-7 3 0,0 1 90,-2 5-90,-4-1-90,-2 5 0,-11 6 90,-4 1-180,-21 20 90,5-11 0,-12 10-1131,11-13 1131,1 0-90,-8 7 90,10-8-456,-4 4 456,16-11 90,3-3-90,5-2 0,1 1 0,6-2 1164,3-1-1164,6-3 604,1-4-514,3-1-90,9-1 90,-3 1 0,6-3 0,-5 2 0,2-3-90,-2 2-270,11-3 0,-7 2-416,8-2 147,-10 1-541,-1-1-539,-1 1-629,-2-1-900,0 1 3238,-2-1 0,4-1 0,2-2 0</inkml:trace>
  <inkml:trace contextRef="#ctx0" brushRef="#br0" timeOffset="50192">14168 6126 15268,'1'-11'1439,"-1"0"-539,1 5-91,-1-2-179,1 3 809,1-1-1349,-8 10 0,2 0 0,-11 14 0,-1 2 0,2 0-180,-4 7 90,9-12-180,-3 8 90,8-6-180,2 3 91,5-6-181,7 2 180,-2-8 0,3 2 0,-3-4-90,2 4 90,-3-3 0,0 6 90,-5-6 0,-2 5 1,-1-3-91,-6 5 90,1-3 90,-3 3-90,2-2 90,-2-2-90,-6 6 90,-2-1-180,-1 0-360,-4 1-89,8-9-361,-4 3-5036,2-5 6026,3-1 0,-7-1 0,3-3 0</inkml:trace>
  <inkml:trace contextRef="#ctx0" brushRef="#br0" timeOffset="50410">14096 6171 15898,'-2'-11'1349,"1"1"-1259,2 3 90,3 2 90,9-2-90,9 1-90,3-1-90,4 1-540,14-2 0,-10 3-1214,-2-2 0,0 1-2581,3 1 4335,9-3 0,-9 2 0,1 0 0</inkml:trace>
  <inkml:trace contextRef="#ctx0" brushRef="#br0" timeOffset="50889">14780 6193 16258,'-9'0'2518,"1"1"-1888,1-2-360,11-2-270,6 4 90,1 0-90,2 7 0,-11-1 90,-1 4-90,-3-1 0,-6 9 0,-2-3 0,-7 8 0,1-5 0,-11 12 0,7-9 0,-4 5 0,11-12 0,2-3 0,-1 4 0,4-5 0,1 2 90,5-6-90,5 0 0,2-3 0,4 1 0,0-2 0,2-1 0,9 0 0,-4-1 0,6 1 0,-5-2 0,7-1 0,0 0 0,2-1-90,-5 1-180,-1-1-270,0 1 90,0-1-989,3 1-2429,-5-2 91,-2 1 3777,-2-2 0,-4 0 0,0-1 0</inkml:trace>
  <inkml:trace contextRef="#ctx0" brushRef="#br0" timeOffset="51313">15101 6229 16528,'4'-14'1349,"0"2"-810,-2 5 91,-1 1 360,0 0-181,0-1 1,0 1-91,-1-2-629,-6 8 0,1 2 0,-7 7-90,1 2 0,0 1-180,-8 9 90,3-1-270,-6 11 181,10-11-1,-1 2-180,6-2 0,3-5 270,1 2-90,4-6-90,5-2 180,-1-4 0,4 1 1,0-2-1,-2-1 0,1 1-90,2 0 180,-3-1-180,3 2 180,-6-1-90,1 1 90,-3 0 0,-2 1-90,-2 1 90,-1 3 0,-3 0-90,-5 7 90,1-4 0,-4 5-180,-5-1-180,4-3-719,-13 7-90,12-10-540,-5 1-540,8-7-809,2-1 3058,1-2 0,-4-2 0,-1 0 0</inkml:trace>
  <inkml:trace contextRef="#ctx0" brushRef="#br0" timeOffset="51525">15117 6189 15898,'-4'-13'2249,"0"0"-1890,3 7 1,1-1 180,6-3-270,3 3-90,7-3-90,4 0-90,4-1-630,18-6-180,-10 4-2236,11-4 1427,-15 5-810,-3 1 2429,0-4 0,-8 2 0,0-3 0</inkml:trace>
  <inkml:trace contextRef="#ctx0" brushRef="#br0" timeOffset="52507">7032 7224 14189,'-10'4'0,"1"1"180,3-2 0,0 0 449,-2 2 451,0-1 1168,-1 2-1978,13-9 180,0 1-90,43-25-180,-19 13-635,-1 0 0,0 0 635,3 2-90,1 0-505,0 2 505,-1 3 0,-3 2-90,6 6 0,-11 1 0,5 7-90,-12 1 90,-5 4 0,-5 3 0,-9 25-424,-4-14 0,-3 2 424,1 1 0,-2 1 0,-3 3 0,-1-1-706,-10 13 616,-1-1 90,0-3 0,1-2 0,-5 5 0,10-14 0,0 1 0,11-16 0,4 1 0,2-7 0,3 2 0,5-8 1631,2-1-1631,2-1 1427,3-2-1427,1 0 0,14-4 0,4-2 0,4 0 0,3-3-89,-9 4-383,1-1 382,-3 1-506,6 1 236,-9 2-90,5-1-539,-5 1 179,-6 1-359,3-1-1260,-6 1-973,-1 0 3402,-1-2 0,5-2 0,1-3 0</inkml:trace>
  <inkml:trace contextRef="#ctx0" brushRef="#br0" timeOffset="52761">7635 7377 15268,'-2'-11'90,"-1"1"90,5 1 90,0 1 0,3-1 90,1 3 179,7-1-269,-1 2 0,6-1 0,-2 5-90,2 0 90,2 4-91,5 3-89,2 3-761,4 2 761,-1 3-56,3 4 146,11 12-225,-19-10 0,0 0-588,-2-2 0,-1 1 273,18 18-203,-18-15-1596,4 7-360,-9-10 2703,3 7 1,-10-14-1,0 2 1</inkml:trace>
  <inkml:trace contextRef="#ctx0" brushRef="#br0" timeOffset="52944">8077 7373 15538,'-6'-10'360,"0"2"-270,0 2 90,0 2-90,0 2 90,0 3 0,-2 4-91,-1 3 91,-3 8-90,-2 6-945,-4 10 945,-1 4 0,-1 6 0,1 1-303,6-12 0,0 2 33,2-2 0,-1-1-45,1 1 1,-1 1-1440,1 0 0,1-3-2204,0 1 3785,0 5 1,6-13 0,1 0 0</inkml:trace>
  <inkml:trace contextRef="#ctx0" brushRef="#br0" timeOffset="53384">8328 7284 15988,'1'-10'540,"-1"-1"-361,0 2 1,0 1 90,4 1-90,1 2-90,4 0 180,7-1-180,0 1 0,8-3-90,-4 3 180,13-2-90,2 3-90,1 1 90,4 7 0,-11 8-90,-4 3 89,-6 5-89,-16 17 90,-7 0-1495,-8 17 1405,-8-5 45,2-15 0,-3 2-45,-2 0 0,-1 1 0,0-1 0,0-1 0,1-4 0,1-2 0,-7 8 0,6-6 90,3-2-90,7-7 0,4-2 0,3-1 0,6-6 0,4 0 90,4-7-90,4-3 0,3-1 0,19-5 0,-2-1 294,14-4-204,-3-2-90,-11 2 0,2-1 0,5-1 0,0-1 0,1 0 0,-1 1-815,0-1 0,-2 2 815,18-4-90,-16 4 0,0 1-135,-9 2 0,0 0-90,6-1 1,-2 0-1214,11 0-1845,-16 2 0,-1 1 3373,14-4 0,-12 3 0,0-1 0,13-3 0</inkml:trace>
  <inkml:trace contextRef="#ctx0" brushRef="#br0" timeOffset="54927">13314 7090 16797,'-14'7'270,"-1"-1"-270,0-1 90,-6 4 0,-3 0-824,-3 3 734,0 1 0,2-2 90,3 0 87,2-1-177,4-1 248,1 2-248,2 0 89,0 3-89,7-3 418,1 3-418,6-3 162,9 5-162,0-3 0,20 10 0,-6-8 90,24 12-90,-17-10-881,11 5 881,-13-5 0,-2-1-498,-1 2 498,-3 0-216,-3 0 216,-3-1 0,-2 3 0,-6-4 0,-1 7 0,-7-9 814,-3 4-814,-4-6 531,-3 1-531,-3-1 0,-7 2 250,-14 3-250,-8-1 0,-3-2 90,-6-6 0,23-6 0,-10-5 0,16-5-90,3-3 90,9-11-90,11 1-586,7-10 586,6-2 0,6 0 90,5-4-90,3 0 0,2 0 0,-9 12 0,0 0 0,10-11 0,-11 13 0,-2 1 0,2-3 0,-3 3 0,-5 2 0,-4-2-90,-7 6 90,-4-2 0,-9 8 0,-4 1 0,-9 1 0,-22 4 0,7 3-439,-13 3 439,17 4-234,-10 5-486,9 4-89,2-2-900,14 1-540,13-5-809,4-1 3058,3 0 0,6 2 0,1 1 0</inkml:trace>
  <inkml:trace contextRef="#ctx0" brushRef="#br0" timeOffset="55245">13617 7360 15718,'8'-14'989,"-1"2"-719,-4 6 630,0-2-361,-1 2-179,1-1 0,1 3-270,1 5 0,1 1 90,3 4-90,2 2 0,11 11 0,-3-2-554,9 9 464,-7-5 90,2 2-167,11 9-13,2 0-90,-1-1-642,-5-6 462,-13-11-90,-2-3-269,-4-3-2160,2 1 1054,-5-4 1825,1 0 0,-2-6 0,-1-1 0</inkml:trace>
  <inkml:trace contextRef="#ctx0" brushRef="#br0" timeOffset="55466">14077 7223 15718,'-3'-11'900,"0"0"-451,-3 3-179,0 3 0,-1 2 0,-1 5 0,-2 1-90,-3 4 179,-16 13-179,5-1-216,-2 2 0,-2 3 126,-5 8-1050,0-2 1,0 1 1049,-7 9-135,14-13 0,0-2-963,-8 12 739,2-2-91,6-4-1720,-3 9 551,12-14-4649,-1 10 6178,14-21 0,5 6 0,6-8 0</inkml:trace>
  <inkml:trace contextRef="#ctx0" brushRef="#br0" timeOffset="56034">14271 7451 15628,'7'-22'810,"0"1"-541,-1 4 91,-2-1 0,-1 3 90,-1 0-90,1 1 89,-2 2 1,0 1 180,-2-4-360,-1 6 179,-5-2-179,0 8 0,-13 5 0,-4 8-90,-3 4-562,1 5 472,6 0 0,3-1-202,4 2 202,2-2 0,4 1-90,1-2 90,3 1-90,6 9 90,8 4-90,13 10-90,8 2 258,-2-11-258,7 6 114,-17-18-114,4 6 0,-10-11 1,-2 0-91,1 5 90,-4-4-90,1 10 180,-7-10-90,-1 3 90,-4-5-90,-3 0 301,-1-1-301,-11 6 90,1-3-90,-9 2 90,-10-1 0,10-9-379,-11 2 379,15-7 0,0-2 0,3-2 0,1-2 0,3-2 0,3-3 0,3-1 0,5-4 0,4-3 0,7-8 379,7-7-379,2 2 0,3-1 0,-4 5 0,2-1-1017,7-11 1,1 1 1016,-6 10 0,-1 1 0,2-2 0,0 1-640,-3 2 0,1 1 640,-1 1 0,-1 0-848,15-22 848,-3 3 0,-7 5 0,-4 3-230,-6 7 230,-5 3 1471,-6 4-1381,-2 3 1167,-6 2-1257,-5 2 0,-14 1 0,-14 7 452,-2 3-542,-6 6-180,13 2-179,1 3-181,2 1-2428,-7 9 539,12-6-1618,-3 6 4157,15-9 1,-3 4 0,-1 1-1</inkml:trace>
  <inkml:trace contextRef="#ctx0" brushRef="#br0" timeOffset="57305">13275 7202 15178,'4'-12'-180,"1"2"270,0 2 90,2-1 0,1-1 90,2 1-90,2-1 90,2 0 90,3 0-91,0 0-89,1 1 90,-2 1-90,0 1 0,-2 1 0,-2 1 180,3-1-180,-6 3-1,2-1 181,-6 3-90,1 1-90,-2 3-90,-1 3 90,-3 3-90,-1 2 90,-3 4-90,-3 6 0,-2 6-862,-5 7 862,-3 4-1183,-5 4 1183,-2 3-90,-3 1 45,1-9 0,-1 1 0,6-8 0,-1 1-15,-5 3 0,-4 4 0,3-4-922,3-4 1,1-2 936,-9 10 0,1-3-45,-7 7-537,14-15 0,1-1 537,-10 10-92,10-10 1,2-1 91,3-5 689,0 3-689,10-14 1665,2 1-1665,11-8 1606,0-1-1606,20-14 0,-5 1 0,13-10 0,-11 8 1251,3-3-1341,-8 7 413,-2 1-323,0 1 0,-2 2 0,-1 1 0,0 1 0,-1 1 0,0 1 0,6 1 0,-3 1 0,4 2 0,-5 0 0,2 1 0,6 1 0,-4-1 0,6 0 0,-2-1 0,-4-1 0,10-1 0,-10-3 0,3-1 0,-5-1 0,4-7 0,-5 2 0,9-12 0,-11 6 0,4-6 0,-3-1 0,-2 7 0,2-10 0,-5 14 0,0-2-90,-2 5 90,-1 13 0,-3 0 0,-3 15 0,-5 5 0,-7 28-761,1-3 806,1-3 0,0 2-45,4-18 0,0 0 0,-2 10 0,-1-1 0,-2 13 0,-1-1 0,6-19 0,1 0 0,-4 15-1178,-1 9 1178,6-20-419,1-4 329,1-4-90,2-6-90,2-2-449,2 1 179,2-5 363,2-1-993,2-7-1668,8-3 2838,7-8 0,9-7 0,5-7 0</inkml:trace>
  <inkml:trace contextRef="#ctx0" brushRef="#br0" timeOffset="58143">14386 7323 14908,'3'-8'180,"0"0"0,-2 3 0,1 0 450,-1 0-360,1-2 89,-1 1 1,1-2 270,-1 2-270,0-1 179,0 2 91,0-3 180,-1 3-720,-4 11-1,0 0 1,-4 14 0,-1 3-601,1 3 601,-5 7-45,3-2 0,0 1 45,-8 18-1325,0 1 0,0 1 1280,6-21 0,0 2-15,-4 8 0,-2 4 0,1-4-893,1-5 0,1-2 908,-8 16 0,0-1-276,9-20 1,-1-2 275,-6 11 0,-1 0-45,0 0 0,0 0 45,0-1 0,1-2-45,3-6 0,1-1 0,-8 12 90,9-15 113,-1 2-203,10-15 1851,0-1-1761,12-11 2051,0-1-2051,15-13-90,-1-1 0,5-3 0,1-1 0,3-1 0,10-7-54,-8 6 54,7-4 0,-15 11 105,-2 2-105,2 1 0,-5 4 0,8-2 0,-10 6 0,4 0 0,-6 2 922,0 1-922,0 1 0,2 0 0,7 1 0,-3-1 0,5 0 0,-6-1 0,0-1 0,0-1 0,11-6 0,7-6 0,-1-4 0,0-7 0,-13 2-665,-2-3 665,0-1 0,-2-3 0,0-1 0,-2-1-224,-1 2 224,-2 4 0,1-3 0,-5 10 0,1-5 0,-5 15 0,-4 9 0,-5 13 90,-7 18-670,-2-1 0,-1 3 625,3-6 0,-1 1-45,-4 9 0,0 3 45,-1 1 0,1 0 0,4-11 0,0 1-45,-4 10 0,2-1 0,-4 13 90,4-1-84,1 0-6,4-7 0,1-4 0,4-8 0,0-5-360,3 1 91,1-10-181,1 2 1091,4-8-1810,-1-5-1748,2-2 489,1-7-900,-3-4 3328,2-4 0,-2-10 0,-1-3 0</inkml:trace>
  <inkml:trace contextRef="#ctx0" brushRef="#br0" timeOffset="72319">7295 4295 11490,'-7'-2'900,"-2"0"-810,5 1 180,-3-1-180,0 1 90,0-1 179,-5-1-269,4 1 180,-10 1-180,5 1 0,-7 2 0,-2 3 0,-5 3-993,-7 4 903,-5 3 45,9 0-1,-3 2 1,-3 5 0,0 2 0,0-2 0,0 3-45,5 0 0,-1 2 0,3-1 45,4-2 0,0 1-45,0 3 0,-3 5 0,4-1 45,-2 9 0,3 0-45,1 1 0,1 1-921,4 0 1,4-2 965,6-10 0,1-1-45,1 1 0,2 1-91,1-1 0,1 0 91,2 1 0,1-1 0,1 0 0,3 1-800,6 12 1,2 1 799,0-10 0,1 1 0,6 9 0,3-2 45,-3-10 0,1-4-45,0-2 0,0-1 49,-1-2 0,3-1-4,8 3 0,1-1 0,-8-7 0,3-1 45,18 7 0,3-2-45,-19-11 0,0-2 0,10 2 0,0-2 45,-11-5 0,-1-2 418,28 0-328,1-4 0,-2-6-45,-18-1 0,-1-3-46,-9 3 1,0-4 45,15-12 0,-1-3-90,-19 9 0,-1-3 45,12-21 0,-3-2-45,-13 14 0,-3-1 0,6-14 0,-3-2-45,-7 12 0,-3-1 30,0-3 0,-1-5 0,-1 3-781,-2-4 0,-1 1 751,0 0 0,-2-2 0,-1 3 0,-2-3 0,-3-1 30,-3 3 0,-2-4 0,0 3 149,-3-7 0,-3 1-179,2 13 0,-2-3 0,-3 1 0,-1 3 0,-5 0 0,-3 4 0,-1 1-398,0-1 0,0 1 0,-2 2 398,-1 5 0,-1 3 0,0 3 0,-5 2 0,-3 5-354,3 4 1,-3 1 0,1 2 263,-10 1 1,-1 2-1,9 1 0,-1 2 0,2 2-90,-6 3 0,2 2 90,5 3 1,-1 2 0,2 0-271,-5 3 0,2 3-1439,3 1 0,-2 4 0,6 0 1799,8-1 0,2 2 0,-7 15 0,3 4 0,9-7 0,1-1 0</inkml:trace>
  <inkml:trace contextRef="#ctx0" brushRef="#br0" timeOffset="75859">12144 5221 15268,'9'5'0,"1"-1"0,-3-5 0,0 1 0,-1-1 0,1 1 90,2 0-90,1-1 0,2 1 0,2 0 0,1 0 0,2 0 0,2 1 0,14 0 0,-9 0-427,13-1 427,-12 1 0,18-1 0,-8 1 0,-6-1 0,0 1 0,5-1 0,18 1 0,-12-1 0,-2 0 0,8-1 0,-20 0 0,10-1 0,-10 0 0,11 0 0,-8-1-496,9 1 496,-12-1 406,10-1-406,1 0 0,-1 0 0,4-1-250,-21 3 250,7 0 0,-11 0 0,0 1 504,-2 0-504,3-1 0,-4 0-90,5 0 353,-5 0-263,-2 1 90,-1 0-180,1 0 90,-4 0 0,4 0 0,-3 0 0,-1 0 0,1 1 180,-2-1-180,1 0 0,0 1 0,0 1 0,-1 0 0,0 0 0,1-1 90,-1 1-90,1 0 0,0-1 0,0 1 0,0-1 180,0-1-90,0 2 0,0-3-90,0 2 180,-1-1 180,1-1-1,0 2 1,-1-3-180,0 2 0,-3-4-180,-1 0 90,-3-2-90,0 0 0,0 1 0,0 0 0,-1 0 0,2 1 0,-2-2 0,2 2 0,-2-4 0,2 3 0,-1-4 0,-1 3 0,1-2 0,0-1 0,0-1 0,-1-6 0,1 2 0,0-13 0,1 8 0,1-7 0,1-7 0,1 4 0,3-25 0,1 16 0,2-10-1536,4-5 1536,-1 13 0,-2 5 0,1 1 0,3-5 0,4-12 0,0 3 0,-3 11-804,3-9 804,-3 16 0,-2 1-574,2 0 574,-1 2 0,1-2 0,-1 2 0,0 1 0,0 0 129,0 2-90,-3 3 90,0 1-9,-2 2-5,0-1 2,-1 1-9,-1 1 2,0 1-137,-1 2 1238,-1-1-1094,0 2 890,-1 0-906,-1 2 602,0 0-647,0 0-28,-1 1 7,0 1-15,0-5-230,0 4 89,0-3 21,-1 4 22,0-3 11,1 3 36,-1-2 0,0 0-11,-1 4-31,0-5-2,-1 5-26,0-1-19,-1 3 75,-1-1 61,-2 0-35,0 0 124,-1 1 100,3 3-80,-2-1 62,1 1 130,0 1-92,-2 2 153,1 0 9,-1 2 37,-2 1-103,4-1-105,-2 1 16,2 1-45,1-2-90,-2 2-112,3-1-124,-1 0-33,0 1-8,0 0 23,0 0 46,-2 2 27,-3 0 83,1 0-14,-6 2 97,5-4-67,-6 3 220,3-3-71,-2 1 13,-3 0 1,-2-1-18,-2 1-20,-6-1-53,-2 0-53,-22 0-30,21-3 0,0-1-345,0 1 0,-2-2 306,-13 0 0,0-2-14,16 1 1,1 0-13,-12-1 1,0 0 4,10 1 0,2-1-399,0 1 1,0-1 450,-12-1 0,0 0-34,9 1 0,1-1 54,-7 0 1,1 0 33,-11 0 18,4-1 89,2 2-76,1-2-16,0 1-67,3-1-4,-7 1 11,7 0 2,5 1-6,2 1 9,13 0-12,0 1 28,4 0 561,2 0-558,4 0 801,-4 0-844,4 0 19,0 0-39,0 0 14,1 0 24,0-1-67,1 1-50,-1 0 109,1-1-466,-1 1 95,0 3 102,3 1-195,1 4 68,2 5-58,-3 8 51,-5 17-44,-2 5-1198,-4 12 1536,0-3-62,-2 3 179,8-26 0,0 1-4,-2 2 0,1 0 23,0 0 0,0 2-11,-6 19 0,0 1 39,4-14 0,1 0-96,-5 14 1,1 0-2,2-2 1,1-2-884,3-12 1,-1 0 879,-1 12 0,1-2-1,3-15 1,1-2 45,0 0 1,1-1-585,-2 24 493,1-5 95,2-19 0,1-1 0,-1 13 0,0 5 90,3-21-90,-1 3 0,0-4 0,1-1 1152,0-1-1152,-1-12 1930,1 6-1840,0-8 637,0 6-727,0-6 0,-1 3 0,0-4 0,1-1 90,-1 0-180,1 1-4767,-1-1 4857,3-9 0,-1-2 0,2-8 0</inkml:trace>
  <inkml:trace contextRef="#ctx0" brushRef="#br0" timeOffset="100652">12122 15593 24575,'0'0'0</inkml:trace>
  <inkml:trace contextRef="#ctx0" brushRef="#br0" timeOffset="-177976.73">14902 2856 15718,'0'-11'720,"-1"3"-540,-1 0 179,-1 3-359,6 13 90,-1 6-90,4 6 0,-3 1 0,-1 0 0,-1-4 0,0 8 90,-1-8-90,1 1 0,-1-2 0,1 1 0,0-2 0,1 0 0,0-2 0,1-2 0,0-1 0,2-1 0,0-2 0,1-3 90,8-5-90,1-6 90,30-22-90,-8-1-1025,-9 7 1,4-6-1,-1 2 1070,-1-2 0,1-1-45,-1 2 0,2-3 0,-1 2-603,3-6 1,2-1 632,-2 3 0,3-3 0,-1 2-995,4-5 1,1 1 964,-6 5 0,1-2 0,-2 4 0,0-1 0,-2 3-252,-1 0 1,0 2 71,-5 3 0,0 1-270,-3 2 0,-1 0-2068,15-13 2518,3-3 0,-12 8 0,3-2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8:00.09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5018 13870 10321,'11'-9'720,"-2"2"-361,16 1-179,-2 3 0,4 0-90,11 0 0,6 0 0,1 1-60,-2-1 0,1 2 0,6 0-316,-12 0 1,3 1 0,4 0 0,1 0 0,1 0 0,0 1 0,-2-1 285,0 1 0,0 0 0,0 1 0,0-1 0,0 1 0,1-1 0,-1 1-13,0-1 0,1 0 0,-1 1 0,1-1 1,-1 1-1,1-1 0,0 1 0,0-1 0,3 1 0,-1-1 0,0 1 1,-2 0-1,-3-1 0,-5 0 202,8 1 0,-6-1 1,0 0-160,4 0 0,-1 0 0,-6-1 60,8-2-180,-19-3-270,-3 0 360,-11-3 0,-7 5 0,0 0 0</inkml:trace>
  <inkml:trace contextRef="#ctx0" brushRef="#br0" timeOffset="1409">6005 12819 9242,'-3'-31'1169,"1"10"-989,-19 0 0,-15 22-90,7 0-90,-14 15 90,19 16-45,24 3 0,9 5 0,4-2 0,7 0-45,1-5 0,6-1 0,1-3 0,2-5 0,3-3 0,-1-2 0,-3-1 0,0-2 0,0 1-45,11 6 0,-2-1 0,-12-7 0,-3 0 45,7 15-90,-35-8 90,-18 2-45,-12-7 0,-6-3 45,-5-2 0,-1-4 45,-1 0 0,2-3-90,8-3 0,9-8 45,18-29 0,27 3 0,9-2 0,-1-4 0,2-2 0,1 1 0,3-3 0,-4 4 0,-3 4 0,-4 0 30,-5-4 0,-3-4 0,-7 5-30,-11 12 0,-6 1 0,-14-16 0,-10 6-180,-9 21 0,-3 7 45,8-2 0,-2 7 135,0 11 0,-2 7 0,6 0 0,15-2 0,1 1 0,-4 4 0,0-1 0,0 1 0</inkml:trace>
  <inkml:trace contextRef="#ctx0" brushRef="#br0" timeOffset="2496">5769 14659 9152,'-13'-22'1039,"5"2"-589,-2-3-77,15 65-316,-1-6 0,0 4-75,1-7 1,0 2 0,0 1-171,1 3 0,-1 2 0,1-5-157,1-4 0,0-2-884,3 6 0,0-4 1339,2-4 0,6 0 0,-5-15 0</inkml:trace>
  <inkml:trace contextRef="#ctx0" brushRef="#br1" timeOffset="2908">6257 14682 25566,'3'-23'-1952,"0"2"-300,-4 12 1191,2 1 431,-11 10 2107,-2 9-985,-10 20-589,11-9 0,2 3-886,1 8 1,4 3-657,2 3 1,4 0 1194,3-2 1,4 0-137,6-2 0,4-3 679,0-12 1,2-3-867,13 5 1337,-1-24 1,0-10 352,-10-7 1,-1-4-1419,9-5 1,-4-6 754,-16-1 0,-4-5 0,-4 3-66,-1 5 1,-4 1-121,-3-12 1,-8 1-301,-12 11 0,-3 7-254,-7-5-521,-4 4 0,-6 8-92,13 20 1,-1 7 0,1 1 765,-7 2 1,2 4-1,6-1 1,1 2-1,5 2 1,9 4-1,-1 1 1</inkml:trace>
  <inkml:trace contextRef="#ctx0" brushRef="#br0" timeOffset="10385">5895 16421 6273,'-22'-22'2069,"4"-2"-1799,-3 0 630,6-6-541,10 21 91,-2-10-180,8 8 180,11-5-270,19-2-46,4 6 1,3 1-90,-10 2 0,3 2-1086,12 0 1,8 0-1,-8 3 1041,-14 2 0,0 2-565,12 0 0,6 3 0,-7 3 565,-13 3 0,-4 5 30,-1 10 0,-1 7 0,-10 2 0,-16 9 0,-12 3 0,0 0-30,10-8 0,1 0 0,-7 1-412,-12 3 0,-8 3 0,-1-3 1,6-8 411,9-10 0,0-2 403,-4 3 0,-2 4 0,7-4-403,5 7 90,32 8-90,1-14-150,10-14 1,9-3 0,-3-3 149,-10-2 0,1-3-346,20 3 0,3-3 31,0-4 0,-1-2-419,-1 1 1,-1 0 733,2-1 0,-2 0 0,-11 2 0,-6-1 0,-11 1 0</inkml:trace>
  <inkml:trace contextRef="#ctx0" brushRef="#br0" timeOffset="10685">7019 16539 9242,'-24'-21'989,"14"4"-629,13 4-225,17 15 0,9 8-1228,0 3 1,4 4 0,-2-1 784,6 3 1,-2 0-31,6 5 0,-3 1 293,-18-9 0,-1 0-738,8 8 1,0 0 377,-8-6 0,0-1 405,4 5 0,-4-4 0,-12-11 0,-2-2 0</inkml:trace>
  <inkml:trace contextRef="#ctx0" brushRef="#br0" timeOffset="10886">7428 16587 8612,'-23'-31'674,"-6"27"1,-3 6-495,-8 3 0,7 15 0,-4 11 0,4 4-210,9 2 0,4 3 0,0 2-790,2-6 1,0 2 0,0 0 0,3-1 788,0 3 1,2-1 0,4-2 0,3 3 0,5-6-1,8-8 1</inkml:trace>
  <inkml:trace contextRef="#ctx0" brushRef="#br0" timeOffset="11327">7827 16405 9152,'-21'-28'1092,"0"1"0,4 4 0,8 1 579,30-15-1491,9 25 0,8 9-1273,-2 7 1,3 4 0,-2 1 694,7-3 1,-6 8 707,-12 13 1,-4 9-1,-13 2-310,-20 3 0,-16 1 0,0 2 0,7-3 0,0 2 0,0 1 0,-3-1 22,-3 0 1,-2 0 0,1-1-1,5-2-22,5-2 0,3-1 0,15-8-315,35-6 1,17-14-316,-17-9 0,3-6 1,3-3-1,-1 0 403,4 0 1,1-3 0,0 0 0,-3 0 0,4-2-1,-2 0 1,-3 0 0,-1 2 0,1 0 0</inkml:trace>
  <inkml:trace contextRef="#ctx0" brushRef="#br0" timeOffset="11511">8743 16810 11041,'-36'-31'-3277,"15"21"3084,-5-9 0,16 29 1,2-1-1</inkml:trace>
  <inkml:trace contextRef="#ctx0" brushRef="#br0" timeOffset="14676">15222 16927 6993,'6'-18'1439,"1"-6"-809,-3 10 449,3-11-629,-3 13 359,0-4-539,-16 46-180,-3 3 0,2 0 0,-3 6 0,0 2-90,0 1 0,0 0 0,0 0-556,2-6 0,0-1 1,1 0 495,-2 7 0,-1 1 0,5-10-354,1-4 324,3-3 0,0-2 90,5-12-90,3 6 0,11-16-89,20-8 179,-9-1-135,3-2 0,-1-2-45,-2 3-90,23-6 0,-11 8 0,13 0 0,-6 2 180,-17 1 1,1-1 801,-1-3 0,-1-4-667,-2-5 0,-1-1 225,12-17-90,-18 0 386,-13 16-566,-3 17 270,-7 50-240,3-18 0,1 6 0,1 0 0,-1 4 0,1 0 0,1 1 0,0 1 0,0 1 0,6-1-120,6 1 0,6-1 0,3-6 90,9-7 0,2-4 0,4 9 0,1-9 0,-4-25 0,0-1 0</inkml:trace>
  <inkml:trace contextRef="#ctx0" brushRef="#br0" timeOffset="14951">16222 17309 960,'-10'-14'450,"3"5"2599,2-9-2869,6 12 1444,3-3-995,32 20-539,-10 0-45,-1 0 0,3 4 45,6 8 0,-1 1 357,-12-8 1,1 0-808,13 12 0,6 4 1,-4-2 359,-3-3 0,-2-2 0,8 7 0,-3-2 0,-13-13 0,0 0 0</inkml:trace>
  <inkml:trace contextRef="#ctx0" brushRef="#br0" timeOffset="15162">16807 17278 9152,'-24'-19'659,"0"-1"1,-22 25 0,-3 9-570,16-10 0,0 6-1,-1 13 1,-3 11 0,0 4 0,7-2-570,6 1 1,6 0-1,-1 1 70,-5 6 0,-1 0 1,5-1-1,6-9 1,4-1-1,4-3 0,6 14 1</inkml:trace>
  <inkml:trace contextRef="#ctx0" brushRef="#br0" timeOffset="15817">17642 16967 8229,'-16'-18'1259,"4"8"217,-12 2-937,0 27-3816,0 11 3269,0 10 511,5 1-414,5-8 1,-2 5 0,1-4 93,4-8 1,1 1-214,-5 10 0,-2 6 0,4-7-60,3 10-90,4-2 1,13-6-1,13-19 90,6-8-1045,-1-13 0,1-4 1045,4-1 2180,10-8-2270,-6 0 630,-15 8-720,22-6 90,-22 11-269,23 4 359,-19-1-45,3 2 0,1 0 45,-5-3 0,16 1 0,-12-6 0,-2-2 90,7-2-45,5-5 0,0-4 45,1-9 180,-8 3 0,-3 0-90,-1-2-253,2-6 613,-18 25-270,-3 10 269,-15 33-269,-1-1 0,-3 5-60,2-6 0,-1 2 0,2 3-53,3-1 1,1 2-1,1 1 1,1-4-68,-1-2 0,0-3 0,3 1-120,2 9 0,3 2 0,2-5-1095,5-5 1,0-4 449,-3-4 1,1-2 764,13 20 0,-16-36 0,0-3 0</inkml:trace>
  <inkml:trace contextRef="#ctx0" brushRef="#br1" timeOffset="16779">14144 15157 26820,'-1'-5'-3277,"25"-4"3191,3 4 1,13-1-1,7 0 1,3 0 0,-3 0-1,-6 1 807,4-1 0,-4 1 0,10 0-604,-15 2 1,7-1 0,4 1 0,5-1 0,3 1-1,2-1 1,-1 1 0,0 0 0,-2 0 0,-4 0-1,-5 1 1,-6 0 15,14-1 0,-10 2 1,0 0-1,8 0-99,-10-1 0,5 1 0,3 0 0,3-1 0,2 1 0,1-1 1,-2 1-1,-1-1 0,-3 0 0,-3 0-14,6-1 1,-2-1 0,-2 1 0,-2-1 0,-1 1 0,-1 0-6,-2 0 0,-2 1 0,-1 0 0,0 0 0,0-1 541,7 0 0,3-1 1,-1 0-1,-9-1 0,-15-1-2395,-16-4-1438,0 3 2550,-13-1 0,-2 6 0,-1 1 0</inkml:trace>
  <inkml:trace contextRef="#ctx0" brushRef="#br1" timeOffset="17420">14987 13998 23994,'14'14'-3277,"3"11"0,-7-2 2344,1 13 0,1 12 0,-2-2 2025,-4-13 0,-1-1 0,0 3-1172,2 1 0,1 3 0,-1 1 0,-1 1-740,-1 4 1,-2 1 0,0 0 0,0-2 606,1 5 0,0-1 0,0 4-32,-1-9 1,1 5 0,-1 2 0,1 0 0,0-1 0,-1-3 214,1 5 1,0-3 0,0 0 0,0 1 77,-1-3 0,1 2 0,-1 0 0,1 0 0,0-1 39,-1-3 1,1-1-1,0 0 1,0 0-1,1 2-166,-1-4 0,0 2 0,1 0 0,0 0 1,-1-1-1,1 1-577,1 6 1,0 0-1,0 0 1,0-2 0,-1-1 598,2 3 1,-1-1 0,0-3 0,-1-5 0,2 7 0,-3-11 0,-4-14 0</inkml:trace>
  <inkml:trace contextRef="#ctx0" brushRef="#br1" timeOffset="19183">5949 12310 15894,'-10'-6'-2106,"-3"0"1175,6 3 586,-3-1 365,-9 2 378,-9 3 5,-10 2-130,1 7 1,-4 7-1296,12-2 0,0 4 0,0 1 1207,-2 1 1,0 2 0,1 3-19,0 2 0,1 3 0,5 4-136,8 0 0,2 5 1,3 1-1,1-4 5,0-4 1,1-3-1,3 6-71,4 5 0,2 7 0,3 4 0,1 2 0,3-3 0,2-5-633,6 0 0,3-4 0,3 0 0,-1 2 555,-6-6 1,-1 3-1,1 1 1,0 0 0,4-3-1,3-2-22,6-4 0,4-1 1,2-2-1,1-2 1,-1-3-1,-4-3-100,1 2 0,-3-6 0,6-1 109,3-2 0,7 0 0,2-2 0,-1-3 0,-6-5-136,10-7 1,-2-7 140,0 2 1,4-2-1,-2-5 526,-10-4 0,0-5 1,-2-2-1,-3 3-423,-4 4 1,-2 0 0,1-6 25,2-7 1,3-7 0,0-4 0,-3-1 0,-8 2-29,-7 1 0,-7 1 0,-2-1 0,1-2 5,4 2 0,0-1 1,1-1-1,-3 0 1,-6 1-17,-4-7 0,-5 0 0,-5 1 1,-5 1 12,-5 7 0,-5 0 0,-4 2 0,-1 0 0,4 4-450,3 1 0,2 3 0,-2 0 1,-6 0 466,0 6 0,-6-2 0,-4-1 0,-2 0 0,-1 1 0,2 2 0,3 3 0,4 3 533,-11-4 1,5 6-1,-8 1-570,12 4 1,-4 0 0,-6-1-1,-1 0 1,-2 1 0,0 2-1,2 1 1,3 3 0,5 3 75,-5 4 1,5 5 0,1 2-1,1 1 1,-4-1 0,-1-2 0,-2-2-1,-2 1 1,1 0 0,3 3-1,5 4 1,2 13 0,1-1 0,0 1-1,-1-1 1</inkml:trace>
  <inkml:trace contextRef="#ctx0" brushRef="#br1" timeOffset="23333">14042 12807 13839,'-10'-4'-898,"2"0"861,-1 0 141,2 0-221,-3-1 334,1-1-97,2 3 57,0-2-260,2 2 201,1 0 602,-3-2-763,9-2 186,-1 2 181,21-3 161,16 2 0,12 1-1054,-9 1 0,6 1 1,4 0-1,-1 0 1,-3-1 695,-2 1 0,-2-1 0,0 1 0,6 0-20,-9 1 1,4-1-1,3 1 1,1 0-1,1 1 1,-1-1 0,-3 0-1,-3 1-77,2-1 1,-2 1 0,-3 1 0,1-1 0,4 0 142,2-1 1,3 1-1,1-1 1,0 1-1,0-1 1,-3 1 2,2 0 1,0-1-1,-2 1 1,-2 0-1,-2 0 19,-2 0 0,-3 0 1,-2-1-1,1 1-156,13-2 0,-1 1 0,-10-1 408,1 0-65,-5-1 1,-1 0 89,-11 0 75,-1 0-1157,3 1 637,-10 1 0,0 1 0,-6 0 0</inkml:trace>
  <inkml:trace contextRef="#ctx0" brushRef="#br1" timeOffset="24333">14623 11985 21920,'-15'-12'-3277,"-5"-2"356,5 5 2671,-21-1 948,20 8 116,-14-1-282,4 7 1,0 4 757,-7 14-902,6-13 1,7 4-142,29 17 1,17 4-260,3-13 0,8-4 0,2 1 38,-7 2 1,2 0 0,0 1-1,0-3-130,5 0 0,0-2 0,-3 0-95,-1-1 1,-3 1-1,-11 1-1117,-17 16 327,-11-6 0,-6-1-309,-22 9 1796,2-19 1,-7-3-1,5-3 1359,-11-1-1144,0-4 1,3-3 182,18-6-320,-1-23-841,25 11 370,10-14 1,7-11 0,-1 3-162,-1 7 1,1-2-275,0-1 1,2-5 0,-1-2 0,-7 3-345,-7 2 1,-5 2 0,-1 1-262,7-9 0,-10 4 218,-22 6 0,-13 3 1,3 9 252,13 11 1,-1 4 763,-12 0 0,-5 0 1,8 5-1,-1 15 0,-5 12 1</inkml:trace>
  <inkml:trace contextRef="#ctx0" brushRef="#br1" timeOffset="25153">15717 12016 10879,'-20'-15'-21,"-22"-5"255,12 17 1,-3 6 54,-11 3 1,0 8 718,3 7 0,12 10-900,26-1 1,10 5-1,8-2-158,11 2 1,11-4 0,2 0 185,-4-6 1,3 0 0,0-2 0,0-1 150,6-1 0,0-2 1,-6 0 207,-2 3 0,-16 1-264,-41 11 980,-7-10-783,-6-12 1,-9-3-1,5-4 1233,-7-10-764,3 10 1,8-8-1028,34-26 1,14-11 216,5 6 1,4-3 0,0-1-21,-4-7 1,-1-1 0,1 1 242,3 6 1,1 1-1,-13 1-749,-19 1 0,-11 1 1,-6 10-1201,-21 18 1,-5 9 1594,15-11 0,1-1 0,0 6 0,1 8 0,0 5 0,6 2 0,-12 11 0</inkml:trace>
  <inkml:trace contextRef="#ctx0" brushRef="#br1" timeOffset="26100">14645 13215 16046,'-5'-22'-2588,"-6"-6"1548,-9 7 1082,-4 2 164,-1 8 427,-22 14 326,23 2-439,-9 7 1,0 3-5,10 8 636,-10 9-755,38-1 1,8 2-814,6-1 234,2-4 1,6 3 0,-1-4-144,1-5 1,2-3-36,1 2 0,3 0 0,-2-1-265,7 2 1,-2-2 99,-6-4 1,-2 0-33,2 3 1,-6 1 8,-15-1 677,-4 12-72,-24-13 522,-10-8 1,-1-3-338,-7 1 208,-6-5 0,1-3-386,10-2 79,0-3 0,0-2 106,3-7 118,2-4-258,18-9-1174,12 9 874,10-2 0,5-2-47,5-1 1,2-2 235,2-1 0,3-3 1,-2 0 24,6-4 0,-2-2-1064,-7 2 0,-2-2 1,-4 5 1259,-2-10-382,-17 6 0,-9 2 306,-32 7-146,16 10 0,-3 3-98,-7 5 0,1 4 1,-7 5-75,15 2 1,2 4-1234,1 9 1501,3-3 0,12 6 1,10-8-1</inkml:trace>
  <inkml:trace contextRef="#ctx0" brushRef="#br1" timeOffset="26908">15829 13229 13537,'-22'-32'-220,"0"0"-268,12 18 256,-2 1 582,-27 8 282,-4 11-294,7 2 1,-1 4-124,7 5 0,3 4-278,5 3 1,6 1 249,-2 14-614,31-1 1,12-1 119,2-9 1,3-1 185,-6-4 0,1 2 0,0-3-155,5 0 0,1-3-240,-1-1 1,-2-1 22,-9 0 1,-2 1 121,2 3 0,-4 1-87,-3 16 360,-20-15 132,-12-8 0,-3-1 59,0-2 83,-9 3 1,-2-2 67,0-6-47,7-3 1,0-1 122,-7-10-110,8-6-144,24-10 1,11-7-1160,9-5 1,8-4 0,-1 2 1029,-1-4 1,0-1-277,-1 9 0,3-4 0,0 2 0,-7 4 418,-6 2 0,-4 2-264,3-6 0,-9 2 143,-20 5 0,-7 5-81,-16 1 112,8 10 1,-3 3-987,-5 8 1,0 4 1385,8 0 1,-1 0 0,-9 3 0,1 0 0,15 0 0,-1 0 0</inkml:trace>
  <inkml:trace contextRef="#ctx0" brushRef="#br0" timeOffset="30717">14105 14352 8612,'-1'-11'1529,"0"2"-629,1 1-720,6 16-90,-2-2-1,4 19 1,-1 5-90,-1-3-135,0 8 1,0 3-1126,3 10 541,-1-5 719,4 3 0,-5-29 0,5 6 0</inkml:trace>
  <inkml:trace contextRef="#ctx0" brushRef="#br0" timeOffset="31119">14427 14401 9332,'-3'-13'2248,"-2"2"-1798,-10 15-270,-2 15-1819,4 9 1,2 4 214,-2 9 1179,15 8 0,12-2-160,7-27 1,4-3 269,3 9 0,4-4 135,3-17 0,0-10 180,8-15-1,-22-3 1,-9-4 0,-17-3 0,-8-1-135,2 2 0,-5 2-45,-14-1 0,-5 7-225,10 13 0,1 4-224,-12 2 449,14 15 0,22 2 0,1 6 0</inkml:trace>
  <inkml:trace contextRef="#ctx0" brushRef="#br0" timeOffset="31445">15497 14326 9871,'-20'-27'2969,"-1"15"-2520,-11 44-1034,15 6 1,4 7 174,5-11 0,1 2 1,1 0-1,-1 12 1,3-3-1,8-16 0,-1 0 1</inkml:trace>
  <inkml:trace contextRef="#ctx0" brushRef="#br0" timeOffset="31868">15706 14317 10861,'-21'8'1889,"10"-4"-3528,-11 26 1,2 7-116,7-5 2221,-4 5 0,4 3-602,13-11 0,3-1 733,1 12-778,16-6 1,4-4 89,-1-14 45,16-5 0,3-7 45,3-20 0,-10 2 0,-1-7 90,-9-14 0,-10-7 44,-19-5 1,-9-1-90,3 2 0,-7 3-160,-4 15 0,-5 2 0,-4 9-155,-3 11 0,-3 9 1,3 1-1,-1-2 0,1 5 270,-9 15 0,-4 9 0,9-1 0,15-7 0,2 1 0,-2 4 0,-1 0 0,1 0 0</inkml:trace>
  <inkml:trace contextRef="#ctx0" brushRef="#br1" timeOffset="32328">14304 15450 10321,'-3'-11'3276,"1"1"0,0 1 0,-1-8 0,-3 21-817,-5 42-3201,6-3 0,3 6 780,2-15 1,2 1 0,1-1 0,1 9 0,4-6-1,17 2 1</inkml:trace>
  <inkml:trace contextRef="#ctx0" brushRef="#br1" timeOffset="32741">14675 15389 28041,'-3'-9'-3277,"-3"8"661,1 3 5088,-13 25-2913,5 0 141,2-5 0,1 1-362,-2 20 1770,10-10 0,3 1-3704,1 4 1968,10-3 0,6-5-1664,27-17-985,-4 4 2001,5-21 1536,-18-10 626,5-21 122,-9-3-415,-15 3 1,-8-4-278,-11 7 1,-7 2-293,-4-4 1,-6 5-347,-12 13 1,-2 8 116,11 8 0,3 4 153,-2 7 0,5 3-1034,6 10-435,13-7 1394,3-2 1,4 8-1,2 2 1</inkml:trace>
  <inkml:trace contextRef="#ctx0" brushRef="#br1" timeOffset="33126">15638 15474 10231,'-16'-34'3276,"6"13"0,-4-1 0,2 35-685,-4 34-1826,4-6-1021,7 1 1,3 2-1384,4-17 1,0-2 1995,0 1 1,0 0 0,3 0 0,0-3 0,3 5 0</inkml:trace>
  <inkml:trace contextRef="#ctx0" brushRef="#br1" timeOffset="33501">15919 15474 26543,'-8'-17'-3277,"-7"19"5965,6 12-3197,-2 15 0,1 5-560,2-3 527,5 2 0,1 7 0,8-4-489,15-4 1,9-5 764,-4-6 0,3-1 1,0-4-61,7 1 1,1-11 1147,6-18 1,-9-14-1038,-27-4 1,-10-8-1,-3 3 37,0-2 0,-9 1 239,-9 4 1,-9-2 0,-4 4 0,4 7-325,-9 5 0,-2 11 27,-3 6 0,-5 4 0,11 6 0,19 7 0,4 4 1,0 6-1,1 0 0</inkml:trace>
  <inkml:trace contextRef="#ctx0" brushRef="#br1" timeOffset="38792">9918 9301 20860,'-14'-9'-1464,"1"1"1531,2 2-455,15 2 1264,28 3 0,13 3-887,-14-2 1,1 1 0,5 0 118,-1 0 0,3 1 0,4-1 1,1 1-1,1 0 0,0 0-241,-4 0 0,2 0 1,1 1-1,-1-1 0,1 0 1,0 1-1,-2-1 147,3 1 1,-1-1-1,-1 0 1,1 1 0,3 0-1,4 0-109,-12 0 0,3 1 0,3-1 1,1 1-1,2 0 0,0 0 1,1 0-1,0 0 0,-1 0 1,-1 0-1,-2 0 0,-2 0 193,9 1 1,-2-1 0,-1 1 0,-2-1 0,1 1 0,0-1 0,1 1 0,2 0-29,-7-1 0,1 0 1,1 0-1,0 1 0,1-1 1,1 1-1,-2-1 0,0 1 1,-1-1-1,-1 0 0,-3 0-107,11 1 1,-2 0-1,-1 0 1,-1-1-1,-2 1 1,-2-1-1,-2 0 33,3 0 1,-2 0 0,-2 0-1,-2 0 1,-4-1 3,1 0 0,-5 0 0,2 0-615,10 1 1,1 0-1,-11-1 654,-10-2-211,20 3-2346,-32-1 2506,-5 5 0,-15-1 0,-11 5 0</inkml:trace>
  <inkml:trace contextRef="#ctx0" brushRef="#br1" timeOffset="39351">9956 10642 10395,'-28'-6'2115,"14"2"-1366,3-6-695,26 3 621,17-1 0,13 0-807,-9 4 1,5 0-1,5 1 1,3-1 0,0 1-1,-1 0 278,-5 1 1,0-1 0,1 1 0,0-1 0,1 1 0,2 0 0,2 0-267,-4 0 1,3 0 0,2 0 0,2 1 0,-1-1 0,1 1 0,0 0 0,-3-1 0,-1 1 0,-3 1 201,3-1 0,-4 0 0,-2 1 0,-1-1 0,2 1 1,2 0-1,3 0-44,-7 0 0,3 1 1,1-1-1,3 1 0,0 0 1,1 0-1,0-1 0,0 1 1,-2 0-1,-1 0 0,-1 0 1,-4-1-8,11 1 1,-4-1-1,-1 0 1,-2 1-1,0-1 1,2 0 0,2 1 27,-3-1 1,1 1-1,2 0 1,1 0-1,0 0 1,-2-1-1,0 1 1,-3-1 0,-3 1-60,12-1 1,-2-1 0,-3 1 0,-4-1 0,-7 0-63,5-1 0,-8 0-1699,13-2-641,-53 3 2415,-24 4 0,-20 4 1,23-2-1,-1-1 0</inkml:trace>
  <inkml:trace contextRef="#ctx0" brushRef="#br0" timeOffset="39878">10041 11673 9961,'-29'-7'0,"1"-1"0,-1 0 1080,-8-3-271,13-1-647,39 9 0,21 3 0,14 3 0,6 0 0,-2 0-109,-14-1 1,2 0 0,3 0 0,1 1 0,2 0 0,2 0 0,2 0 0,0 1 0,2-1 0,1 0-247,-12 0 0,3-1 0,0 1 1,2-1-1,1 1 0,1 0 0,1 0 1,0 0-1,0 0 0,1-1 0,0 1 1,0 0-1,0 0 0,-1 0 0,0-1 1,-2 1-1,0 0 120,0-1 1,0 1 0,0 0 0,-1-1 0,1 1 0,-1-1 0,1 1 0,-1-1 0,-1 1 0,1-1 0,-1 1-1,0-1 1,-1 1 0,0-1 0,0 0 0,-2 1 78,9 0 1,0-1 0,0 1 0,0 0 0,-1 0 0,-1 0 0,0 0 0,-2 0-1,-2-1 1,-1 0 0,-2 0 0,-2 0-554,15 0 1,0 0 0,-2 0 0,-7-1 0,-8-1 0,-13-1-134,-5-2 1,7-5 0,-72 0 0</inkml:trace>
  <inkml:trace contextRef="#ctx0" brushRef="#br0" timeOffset="142317">13236 11733 9781,'-6'-8'990,"2"0"269,2 3-359,2-10-181,7-23-479,0 6 0,0-8 0,2-5-150,-1 7 0,1-4 0,0-2 0,1-3 0,1-2-321,-2 10 1,1-2-1,0-1 1,1-2-1,0-1 1,1-1-1,-1 0 1,1-1 0,0 0 238,-2 3 0,1-1 0,1-2 0,-1 0 0,1-1 1,0 1-1,-1-1 0,1 1 0,-1 1 0,1 1 1,-1 2-9,1-7 0,1 3 0,-1 1 0,0 1 0,0 0 0,0-1 0,1-1 0,0-2 8,-2 5 0,1-3 0,1-3 0,0 0 0,0-1 1,0 0-1,-1 2 0,0 3 0,-1 3 0,-1 4 1,-2 5-9,3-13 0,-2 8 0,1-6 11,-1 6 0,1-6 0,0-4 0,1-3 1,0 0-1,-2 1 0,0 4 0,-2 5-56,0-6 1,-2 6 0,-1 1 0,1-3 62,1-1 0,0-4 0,1 0 0,-1 2 0,-1 3-18,0-9 0,-1 4 0,0 6 45,-1 4 0,-1 6-45,-4-12 0,-5 16 2178,-10-6-2223,-1 17 0,-2 1 388,-13-9-343,1 13 0,-10-1 0,-8 1 0,-2-1 0,13 5 0,-3 0 0,-2 0 0,-2 1 0,-3-1 0,0 0 0,-2 0 0,-1 0-253,10 1 1,-1 0 0,-2 1 0,-2-2 0,0 1 0,-1 0 0,0 0 0,-1-1 0,1 1 0,0 0 0,1 0 0,0 0 0,2 1 233,-3-1 0,2 0 1,1 0-1,0 1 1,0-1-1,1 1 1,-2 0-1,0-1 0,-1 1 1,-2 0-1,-1-1 8,7 2 0,-1 0 1,-2-1-1,-1 1 1,-1-1-1,-1 1 1,-1-1-1,1 1 1,-1-1-1,0 1 1,1 0-1,0 0 0,1 0 1,1 0-1,2 1 1,1 0-1,1 0-172,-10-1 0,2 1 1,2 0-1,1 0 1,1 1-1,0 0 1,1-1-1,-2 1 1,0 0-1,-3-1 162,7 0 0,-2 1 0,-1-1 1,0 0-1,-1 0 0,0 1 1,-1-1-1,2 0 0,0 0 1,1 1-1,1 0 0,2 0 1,2 0-203,-9 0 0,1 0 0,2 0 0,1 0 0,1 1 0,3 0 0,2 0 0,3 1 178,-7-1 0,6 1 0,1 0 0,-1 0-113,-3 1 1,-1 0 0,1 0 0,3 0-305,-11-1 0,-1-1 372,9 2 0,-4 0 0,0 0 1,5-1-46,-9-1 0,8 0 135,-7 0 279,17 0 1,4 0-280,9-1 1735,-7-1-1825,9 0 1329,1 0-1329,3 1 3366,0 15-3074,6 24-157,3-9 0,0 6-87,0 6 0,1 11 0,-1 5 1,0 1-1,0-3 78,-1-5 0,1-2 0,-2 1 0,1 2 0,-1 3-212,2-11 1,-1 3-1,0 1 1,-1 2-1,1 1 1,-1-1 0,0 1-1,0-2 1,0-1 197,0 1 1,-1-1-1,0-1 1,0 0-1,0 0 1,0 0-1,-1 0 1,1 0-12,-1 1 0,-1 0 0,1 0 1,-1-1-1,1 1 0,-1 1 0,1 1 1,0 1 6,1-3 0,0 1 0,0 2 0,1 0 0,-1 1 0,1-1 0,0 1 0,1-1 0,0 0 0,0-1-8,1 1 0,0-1 0,0 1 0,1-2 0,0 1 0,1 0 0,-1-1 0,1 0 0,0 1 1,0 4 0,-1 1 0,1 0 0,0 0 1,0 0-1,1-3 0,1-1 0,0-3-499,1 8 1,1-3 0,1-3-1,0-2 1,0-3 487,1 3 0,0-3 0,-1-3-90,-1 6 0,0-2 0,0 3 0,0 1 0,0-11 0,0 0 0,-1-3 375,-1-4 1,1-1-421,1 7 0,1-3 45,-1-9 0,1 4 1267,-1-7-1177,-2-10 3276,-1 3-3250,1-4 153,8 1-89,40 2-68,-17-6 1,6 1 0,5 0-1,2 0-22,-6-2 0,3 0 0,2 0 0,2 0 0,1 1 0,1-1-208,-2 0 0,2 1 0,0 0 1,3-1-1,-1 1 0,2 0 1,0-1-1,-1 0 154,-6 0 0,1-1 0,1 0 0,0 0 0,0 0 0,0 0 0,-1 0 0,0 0 0,-1 0 0,-2-1-412,8 2 0,-2-1 0,-1 1 1,-1-1-1,0 0 0,0 0 1,1 0 310,2-1 1,1 0 0,0 0 0,0-1 0,-1 1-1,-4-1 1,-4-1 154,4 0 0,-5-1 0,-1 0 0,-2 0 0,10 0 0,-2-1 0,-4 0 0,1-2 0,-1-1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5:59:57.88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12486 8001 10141,'-4'-8'1349,"-5"-9"-1169,4 9 720,-19-17-360,6 11-91,-12-7-179,10 8 90,-7-2-135,0 2 0,-2 0-180,5 3 0,0 0-549,-13-5 1,-4 0 593,-3 2 0,-3 2-781,8 3 0,-1 1 0,-3-1 713,3 1 1,-2-1-1,-2 1 1,0 0-1,-4 1 1,0 0-1,-1 1 1,0-1-5,9 2 0,-1 0 0,0 1 0,0-1 0,2 1-462,-2 0 1,1 0-1,0 1 1,-2 0 465,-6 0 1,-2 1-1,-1 0 1,2 1-23,3 0 0,2 1 0,-2 1 0,0 0 18,1 1 0,-1 0 0,-1 0 0,1 1 0,1 0-386,-3 0 0,2 0 0,-1 1 0,-3 1 368,8 1 0,-2 1 0,-3 0 0,0 1 0,1 1 0,0 0 0,4-1-178,-5 2 1,2 1-1,2 0 1,-1 0-1,-2 0 193,1 0 0,-2 0 0,-1 0 0,0 1 0,1 0 0,1 1-71,4 0 0,0 1 1,0 1-1,2 0 0,0 0 1,3 1 55,-1 1 0,2 0 0,1 0 0,1 2 0,-2 0-27,-6 5 1,-2 2-1,1 0 1,1 1-1,2-1 27,2 1 0,2-2 0,1 2 0,0 5-9,7-3 1,0 5 0,0 2 0,2 0-1,2-1 1,3-4 8,-1 8 0,4-3 0,1 5 0,2-6 0,-1 4 0,0 2 0,2 2 0,1-1 0,4-3 22,2 7 1,5-2-1,2 0 1,-1 0-23,-2 1 0,1-2 0,0 3 0,4 2 0,1-3 0,3 3 0,1 2 0,1 1 0,1-2 0,0-3 0,1-1 0,1-2 0,1-1 0,0 0 0,0 1 1,-1-1 0,0 0 0,1 2 0,0-1 0,1 1 0,2-1-16,2 2 0,1 0 0,2 0 0,0 0 0,1-1 0,0-2 0,-2-4 0,1-2 0,0-1 0,1 0 0,0 1 0,2 2-11,1 1 0,1 2 1,2 1-1,0 1 0,-1-2 1,1 0-1,-2-2 37,0-2 0,-2-2 1,0-1-1,1 0 1,0 0-1,2 2-50,1-1 1,1 2-1,1 0 1,1 0-1,-1-1 1,0 0-1,-2-2-15,4 4 0,-1-3 0,-1 0 0,1 1 0,3 2 9,-6-5 0,3 3 0,1 1 0,0 0 0,1 1 0,-1-1 1,-1-2-1,-2-3 27,5 6 0,-2-2 0,-1-2 0,1-1 0,0 2-12,-4-3 0,1 0 0,0 1 0,0-1 0,1-1 0,-1-1-6,5 1 0,0 0 0,0-2 0,0-1 0,-1-1 13,2 1 1,-1-1-1,1-1 1,2 2 4,2 1 0,3 1 0,1 1 0,-1-2 0,-3-3 18,4 1 0,-3-3 0,2-1 59,-5-4 0,1-1 1,0 0-1,0-2-59,4 1 0,0-2 0,1 0-83,-5-2 1,2 1-1,1-2 1,-3 0 82,5 0 0,-1-1 0,1-2 0,4 1 0,1-2 0,-1-2 216,-7 0 1,-2-1-1,4-1-239,3-1 1,4-1 0,1 0-1,-5 1 23,-1-1 0,-3 0 0,3-1 0,1 0 0,3 0 0,0-2 0,-3 1 30,-5-2 0,-2 0 0,1 0-99,8 0 0,2 0 0,-3 0 99,-9-1 0,-2-1 0,0 0-30,2 0 0,1-1 0,-2-1 200,8-3 1,0-2-171,-9 2 0,2-2 0,-1-1-30,2-3 0,0-1 0,-2-1 0,7-3 0,1-5 0,-10 1 0,2-5 0,1-1 0,-3-1 0,-6 4 0,-2-2 0,0 0 0,0 0 0,5-5 0,1 1 0,0-2 0,-2-2 44,0-4 1,-1-1 0,-2-2 0,-2 1-23,-5 6 1,-1 1 0,-1-2-1,-1-3 8,-2 2 0,0-3 0,-1-1 0,0-2 0,-1 1 0,-1 0 6,0-3 0,-2 1 0,-1-1 0,0 0 0,-1-2-21,-1 3 0,-1-2 0,0 0 0,-1-1 0,-1-1 0,-1 1-94,-1 3 0,-1-1 0,-1 0 1,-1-1-1,0 2 0,1 0 0,-1 3 79,1-5 0,-1 3 0,1 1 0,-1 0 0,0-2 56,0 2 1,0-1 0,-1-1-1,0 0 1,0 1 0,1 2-57,-1-2 0,0 3 0,0 0 0,1-1 0,0-3-13,0 3 0,1-3 0,0-1 0,0-1 0,0 0 1,0 1-1,0 2-75,-1-1 0,1 3 1,0 0-1,-1 0 0,1-3 1,-1-2 77,0 4 0,1-4 0,0-1 0,0-2 0,-1-1 0,1 1 0,-1 1 0,-1 1 0,1 3-3,-2-2 0,0 2 0,0 1 0,-1 2 0,0-2 0,-1 0 1,0-3 2,0 3 0,-1-2 0,1-1 0,-2-1 0,1 0 0,-2 0 0,1 0 0,-2 1 0,0 0 0,0 2 0,-2-1 0,1 1 0,-1 0 0,-1 0 0,-1 1 0,0 0 0,0 0 0,-1 0 0,-1 1 0,-1 0 0,-1 0 0,0 1 0,0 0 0,-1 0 0,0 2 0,0 0 0,1 2-52,-4-8 1,0 2 0,1 2 0,-2 0 0,0 1 0,-2 0 48,0 3 0,-1-1 0,-1 1 0,0 1 1,-1 0-1,0 3 0,2 2 13,-4-1 0,1 3 0,0 2 0,0 0 0,-3-1-15,1 1 0,-1 0 0,-2-1 0,0 1 0,1 2 0,1 1 122,-5-4 0,2 3 0,-2 1 0,-3 3-197,3 5 0,-3 2 0,-3 1 0,1 1 0,1 2 0,4 2-10,-7 0 1,5 3 0,-9 2-160,8 3 0,-7 1 1,-5 2-1,-2 1 1,-2 0-1,3 1 1,3 0-1,5 0-47,1 1 0,6 1 1,1 0-1,-2 2 0,-5 0 306,2 0 0,-4 1 0,-3 1 0,-2 1 0,-1 0 0,0 1 0,1-1 0,3 1 0,4-1 0,-4 2 0,3-1 0,3 1 0,-1 0 0,0 0 0,-2 1 0,2-1 0,0 1 0,0-1 0,0 0 0,0 0 0,0 0 0,0 1 0,0-1 0</inkml:trace>
  <inkml:trace contextRef="#ctx0" brushRef="#br0" timeOffset="2233">9584 3843 7623,'1'-8'3276,"-3"19"-2595,-1 8-591,-4 29 0,3-7-45,-1 1 0,1 2 0,2-9 0,0 0-108,0-2 0,-1 3 1,1-1 92,-1-1 0,0 1 0,0-3-30,1 0 0,0 0 0,-3 13 0,1-4 159,0-13-249,-2 18-180,3-25-360,-2 3 630,1-8 0,1-7 0,1-6 0</inkml:trace>
  <inkml:trace contextRef="#ctx0" brushRef="#br0" timeOffset="2608">10013 3882 10141,'3'-10'720,"0"1"-630,1 13 0,-2 0 90,2 12-1,-3 8 1,-5 14-90,2-10 0,0 2-228,-1-4 1,-1 2 227,-1 20 0,-1 0-454,2-23 0,1 1 409,-4 22 0,1 0 45,0-5-246,1-2 0,-1 0 156,1 5-135,2-13 1,0-3-136,1-2-630,4-2-2377,2-12 3324,-1-2 1,5-5 0,-2-4 0</inkml:trace>
  <inkml:trace contextRef="#ctx0" brushRef="#br0" timeOffset="3158">10603 3933 9961,'-24'-6'360,"7"0"0,3 3-90,6 0 90,2-1-181,11 0 1,7 0 90,16 1-180,5 1 0,-2 1 0,11 2 90,-5 2-90,7 4-90,-2 5 90,-12 8 0,-13 10-90,-18 1 45,-12-4 0,-7 2-45,-5 0 0,-3 0-529,3-4 1,-3 1 0,0 0 528,0 0 0,-1-1 0,2-1 0,-8 4 0,2 0-397,-2 1 0,1 1 397,11-8 0,2 0-80,-3 3 1,1 0 79,-5 12 0,18 1 0,11-22 0,16 14 0,10-15-90,16 1 510,-16-10 0,1-1-510,4-2 0,0-1 0,-5-1 0,-1 0-135,7-2 0,1-1-135,-6-1 1,0-1-676,5 0 1,0-1 1034,0-2 0,-1 0 0,-3 0 0,-1-1 0,-1 0 0,0 0 0</inkml:trace>
  <inkml:trace contextRef="#ctx0" brushRef="#br0" timeOffset="3458">11512 4199 10321,'-14'-6'180,"3"1"0,1-1 270,4 3-360,10 5 0,1 1-1,35 17 1,3 2-1210,-6-4 0,1 1 1120,-10-5 0,1 1 0,9 3 0,0 0-355,-11-5 1,-1-1-6,5 2 0,-2 0-449,8 3 809,-4-1 0,-21-10 0,6 2 0</inkml:trace>
  <inkml:trace contextRef="#ctx0" brushRef="#br0" timeOffset="3674">11963 4121 9691,'-13'-12'450,"1"6"-90,-19 10-90,-9 18-888,12-3 0,-1 3 663,2-2 0,-1 3 45,-5 6 0,-1 3 45,1 2 0,0-1-180,6-5 0,1 0 0,-1 2 0,2-1-56,8-8 1,1 0-1519,1 1 0,1 1 1619,-9 14 0,7 0 0,14-17 0</inkml:trace>
  <inkml:trace contextRef="#ctx0" brushRef="#br0" timeOffset="4008">12551 4002 10321,'2'-14'2878,"-1"2"-2608,-6 37-90,-7 10-135,5-8 0,-1 2-214,-2 5 0,-1 3 259,1 3 0,1 1-922,1-7 0,0 0 877,1 5 0,1-1-332,3-4 0,1-2 287,1 16-90,-1-19 0,2-1-450,5 9-360,-1-14-1414,7 0 2314,5-10 0,-1-7 0,2-4 0</inkml:trace>
  <inkml:trace contextRef="#ctx0" brushRef="#br0" timeOffset="4341">13148 3938 11490,'-22'12'720,"3"1"-540,11 0 270,1 7-91,5 0-89,1 10-90,3 5 0,-1-5 0,0 13-45,-4-10 0,-2-1-90,3-7 0,-1 1 45,-4 16 0,-1-1-45,3-14 0,0-1-376,-1 4 0,1 0 376,1-2 0,0-1-45,1 9-90,3 3-360,2-15-359,2 3 269,-1-11-2737,4-3 2747,0-10 0,-2 1 0,1-4 0</inkml:trace>
  <inkml:trace contextRef="#ctx0" brushRef="#br0" timeOffset="4818">13567 4044 11311,'-4'-9'719,"0"0"-269,4 3-270,8-3-90,-2 3 180,16-2-91,3 2 1,17-1-135,-17 3 0,1 1 0,2 1 0,2 1 45,10 2 0,0 3-90,7 3 45,-13 0 0,-9 7 0,-28 15 0,-12 4-45,-2-1 0,-7 2-586,-1-6 1,-5 4 0,-2-1-1,0-2 586,-5 1 0,-2-2 0,1 0 0,6-6 0,0 1 0,0 0 0,2-2 0,1-1 0,2 0 0,2 0 0,-3 7 0,4-1 0,1 8 0,15-5 0,27-14 0,10-6 0,16 1 0,-3-4 683,-12-4 0,1-1-728,-3-1 0,0 0-90,12 0 0,2-2-427,2 0 0,2-2-531,-4-1 1,3 0 0,-3-1 682,-1 1 0,-1-1 1,-3 0-1,1-2 1,-5 2-1,-7 0 0,-1 0 1</inkml:trace>
  <inkml:trace contextRef="#ctx0" brushRef="#br0" timeOffset="5051">14662 4434 14729,'5'-6'-1093,"-5"-1"1,-12-6 0</inkml:trace>
  <inkml:trace contextRef="#ctx0" brushRef="#br0" timeOffset="6118">14793 4292 11850,'-13'1'900,"2"0"-181,-2 0-359,2 1 90,3 1-180,2 1-180,6 1 0,1 0 179,7 3 1,4 1 0,10 1-180,2-1 90,21 2-135,-18-8 0,2 0-1031,10 1 0,2 0 1031,-6-2 0,3 0 15,7-2 0,4 0 0,-1-1-60,-6-1 0,-1-1 0,1 1-464,-5-1 1,2 1-1,0-1 1,1-1 485,3-1 0,1-2 1,0 0-1,0-1-22,-5 0 0,-2 0 0,2-1 0,1-1 18,2-1 0,3 0 0,0-1 0,1-1 0,-1-1-431,2 0 0,0-2 0,0-1 0,-1 1 1,-1 0 412,-5 2 0,-1 1 0,-1-1 0,1-1 0,0 0 0,6-4 0,1-1 0,1-1 0,-2 0 0,-2 0 0,-1-1 0,-2 1 0,-1-1 0,2-2-168,-1 0 0,2-3 0,0-1 0,-1 0 0,-3 1 168,1-2 0,-3 0 0,-1 0 0,-1-2 0,1-4 0,1-2 0,-4 0 0,-3 4 0,1-7 0,-4 2 0,-7 7 0,0 0 0,-5 4 793,3-12-883,1-4 90,-6 13 0,-5 10 0,1-2 0,-5 13 1196,4-7-1196,-4 9 2679,3-3-2769,0 5 2128,0-2-1948,-1 4 25,-2-2-115,0 0 0,-2-2 0,-1 0 0,-11 10 0,-8 7 0,-6 8 0,-7 3 0,-4 3 0,4-4 0,0 1-660,-9 5 0,-3 1 660,14-9 0,-1 1 0,1-2 0,-6 4 0,0 0-330,7-5 1,-1 1 0,1-1 374,-8 4 0,2-1-45,9-4 0,1-1-12,-19 8 12,18-8 0,0-1 0,10-5 0,33-25 0,0 2 0,11-7 0,4-3 0,-2 4 0,2-1-795,-4 2 1,2 0 0,-1 1 794,5-5 0,1 1 0,-3 2 0,1 0 0,-1 2-28,6-2 1,-1 0-3,-6 4 0,1 0 0,-2 1 30,5-2 0,-3 3 0,-1 1 0,-1 1 260,11-3-260,-8 5-80,3 3 80,-20 11 2453,3 8-2453,-10 9 0,-4 2-90,-6 14 90,-2 0 0,-1 11 1194,1-10-1194,3 4 0,4-9-90,1-5 301,6-1-1110,3-18-990,9-5-1169,3-10 989,-5-5 2069,-3-7 0,-10-8 0,0-4 0</inkml:trace>
  <inkml:trace contextRef="#ctx0" brushRef="#br0" timeOffset="7150">18112 2567 9152,'6'-10'1799,"2"0"-1439,0 4-91,8-2-89,-2 4 180,23 0-180,0 1-90,1 1 0,3 1-45,-7 1 0,-1-1-915,8 2 0,-2 0 960,10 1-90,-10 2 47,-2 6 43,-18 2-90,4 5 0,-32 7 90,-25 7-90,7-11 0,-4 1-375,-8 3 1,-2 0 374,8-6 0,0 1 0,-7 2 0,0 1 0,13-7 0,1 1-45,-3 2 0,2-1 1702,-8 8-1657,14 0-42,20-9 42,3 2 0,22-5 0,9-5-45,-8-4 0,1-2 782,21 2-872,-14-4 0,0-1-180,-4-1 0,0 0-1044,8-1 0,0-2 594,-8 2 0,-2-1 518,4-2 0,-2 0 1,11-6-1,7-2 1</inkml:trace>
  <inkml:trace contextRef="#ctx0" brushRef="#br0" timeOffset="7641">19021 2605 9961,'-8'-6'1260,"1"0"-811,7-1-269,3 2 0,3-1 0,1 2 90,5 0-90,6-1 0,3 1-90,14-2 90,3 3-91,-8 1 1,1 1-45,-2 0 0,0 1 0,6 2 0,0 1 45,9 4-90,-8 3 90,-18 4-90,-21 3 90,-15 9-90,-10-1 0,3-7 0,-3 0 0,3-2 0,-1 1-724,-3 1 1,1 1 723,-11 8 0,8 0 0,16-8-90,4 5 0,9-8 0,12-1-180,8-7 0,11-4 1,-2 0-361,14-7-180,-1-3-829,-5-1 1,2-3 1449,-10 2 1,-1 0 0,10-5-1,-1-1 1,-11 4 0,0-1-1</inkml:trace>
  <inkml:trace contextRef="#ctx0" brushRef="#br0" timeOffset="8334">20036 2516 10591,'-11'21'2159,"-4"-4"-2069,-7 24-45,6-19 0,-2 0-439,2-3 0,-1 1 439,-3 5 0,-1-1 239,-11 13-284,4-2 90,7-10-35,-1 5-55,7-9 0,11-3-90,11-11 539,17-7-449,3-6 0,14-7 0,-12 1 90,13-7-180,-7 2-971,8-3 1061,-9 5 0,4-1 0,-12 6-90,11-2 90,-9 3 0,5 1 0,-10 5 1061,-3 0-1061,-2 3 0,-4-1 90,2 0 89,-1 0-179,-2 1 0,-5 2 90,-6 7-90,-3-1 0,-7 12 0,2 2 0,-3 10 0,3-4 90,4 18-90,4-21 0,2 2 0,2 1 0,2-6 0,8 18-180,-4-21-269,4 4-1,-5-9-1079,2-3 1529,-2-6 0,5-3 0,1-1 0</inkml:trace>
  <inkml:trace contextRef="#ctx0" brushRef="#br0" timeOffset="8634">21027 2662 10681,'-23'-2'1709,"16"9"-1349,21 1-180,8 4 0,3 0-91,11 5 1,-5-4 0,0 0-460,12 6 325,-16-8 0,0 0-135,11 6-327,2 0-483,-16-5-1438,2-1 719,-9-4 1709,-6-2 0,-7-4 0,-2 0 0</inkml:trace>
  <inkml:trace contextRef="#ctx0" brushRef="#br0" timeOffset="8840">21391 2711 10321,'-12'-17'450,"3"4"269,0 3-359,2 5 0,-2 0 90,-19 15-270,9-2-45,-9 11 0,-2 3-46,1 3-354,-2 1 0,1 1 310,10-7 0,2-1-225,-4 4 0,1-1-180,-9 12-2668,0 4 3028,15-15 0,-2 7 0,10-10 0</inkml:trace>
  <inkml:trace contextRef="#ctx0" brushRef="#br0" timeOffset="9367">21651 2642 12480,'16'-4'719,"8"-1"-449,5 0-90,15 0 0,5 0-45,-9 2 0,-1 2-135,8-1 45,-11 2 0,1 2 135,9 9-180,-14-1 90,-7 19-90,-34-10 0,-11 2 30,-2 1 0,-3 2 0,-1 0-30,-6 4 0,-2 0 0,1-1-277,5-6 0,1 0 1,1-1 276,-10 8 0,7-3 0,11-4 0,1 1 0,14 1 0,11-7 0,13-1 0,1-9 0,16-1 0,1-4 208,-12-1 1,1 0-299,17-1-180,-9-3 0,2-1-90,-12 2 0,0-1 45,5-1 1,1-1-946,-2-1 1,-2-1 1259,13-5 0,-15 4 0,0 0 0,19-8 0</inkml:trace>
  <inkml:trace contextRef="#ctx0" brushRef="#br0" timeOffset="9841">22503 2706 11131,'-12'-12'539,"2"1"-179,9 5-270,4-3 270,11-2-180,0 3 0,17-3 0,-2 5-1,9-2-89,-6 4 0,14-1 0,-21 5 0,19 3 0,-18 4-90,-1 6 90,-12 6 0,-23 12-90,-9-2 0,-7-4 0,-4 1-564,0-3 0,-1 0 519,-8 6 0,-1 0 45,3-2 0,1 0-90,7-5 1,3 0 89,-9 9-624,14-3 624,15-15-180,11 9 180,2-12 0,29 8 0,-13-13 0,2-2 0,2 0 478,21-4-703,-18-1 0,0 0 0,-4 0 0,-1-1-405,5-1 1,-2-1-2648,16-4 3241,-4-2 1,1-4 0,-13 1 0</inkml:trace>
  <inkml:trace contextRef="#ctx0" brushRef="#br0" timeOffset="10518">23104 2642 11400,'9'-7'1350,"0"1"-631,-4 3 1,3-1-630,-4 13 180,-6 4-180,-6 8 0,-15 15 89,-5 3-420,10-12 0,-1 1 241,3-5 0,1 0 45,-3 2 0,2-1-110,-6 10 65,1 2-90,6-7 90,8-6 0,7-7 0,4-7 479,10-3-479,6-7 0,11-3 0,-3-1 0,15-7 0,-5-1 0,-9 3 0,0 0 0,8-5-45,-12 6 0,-2 1 45,4-1 0,8-1 0,-10 3 0,12-2 0,-20 4 0,24-5 0,-24 7 69,25-12-69,-17 1 89,5-4-89,-12 0 0,-8 7 0,-3 2 0,-18 18 90,-8 12-90,2-1 0,-1 2 0,-13 17 45,11-6 0,2 1-45,0 2 0,6-3 0,3 1 0,7 3 0,7 9-90,-1-14-359,7-1-901,-3-13 1350,1-2 0,-4-7 0,-3-6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8:41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13265 3046 13919,'12'-1'2519,"-2"0"-1620,-4-2-179,-1 0 269,-2-2-809,-5-1 0,-1 3 0,-5 0-90,-2 5 90,-2 1-90,-4 2 0,-5 2 0,-3 2-1,-15 9 91,-4 4-180,0 0 45,17-8 0,1 1-45,-12 7-565,2-3 565,9-5 0,14-8 0,2-1 0,2 0 0,1-2-90,2-2 0,7-9 90,6-6 0,5-6 565,5-3-565,8-8-90,-5 5 90,10-8 0,-11 12 0,11-9-586,-10 10 586,5-5 0,-13 14 0,-1 1 0,-1 4 0,0 0 0,3 3-90,2 4 90,0 3 587,0 5-587,-5 3-180,3 12-90,-4 0 90,-2 4 0,-3 2 0,1 5-724,-5 3 0,-2-1 814,-3 3-90,-3 17-896,-1-18 986,0 1 0,-2-3 0,-1-3 0,-1-2-417,-2-3 507,0-1-90,0-4 1217,-10 4-1217,9-9 1178,-12 5-1178,6-12 90,2-2 0,-1-4 0,8-2 547,-6-4-637,4 1 90,-2-3-90,5 1-180,2-1-180,0 0-89,2-2-541,1 1-1258,1-2 2338,4-3 0,6-3 0,4-5 0</inkml:trace>
  <inkml:trace contextRef="#ctx0" brushRef="#br0" timeOffset="351">13853 2973 15178,'1'-19'270,"0"2"-90,0 2 0,-1 2 0,1 2 90,0 1 0,-1 1-91,1 1 1,-1 1 180,1 0 0,0 1-270,-4 10 0,-1 2 0,-5 16 0,0 4-1185,-5 12 1185,-2 4-1429,-4 9 1339,9-24 0,0 0 45,-1 4 0,-2 2-45,0 0 0,-1 1-749,0 3 0,-1 0 749,1-3 0,0 0 45,0 0 0,0-2-559,2-1 1,-1-1 513,1-1 0,0 1 44,0-1 1,0 0-94,0-1 1,1-1 48,0 0 0,0 0 214,-4 6 0,0 0-439,2-4 0,0-2 0,1 0 0,1-1-27,-9 12-2266,14-22-179,0-2 2697,6-9 0,1-3 0,0-1 0</inkml:trace>
  <inkml:trace contextRef="#ctx0" brushRef="#br0" timeOffset="621">13905 3333 15628,'1'-10'720,"1"1"-361,-1 1 1,0 2-270,0 13 0,0 8 0,-2 9-90,0 4 90,-4 16-90,2-8 90,-4 15-1075,2-14 985,-2-1 0,1 0-456,-1 0 276,-1-2-630,-2 11 271,3-15-2700,-4 12 3239,5-20 0,-2 1 0,1-4 0</inkml:trace>
  <inkml:trace contextRef="#ctx0" brushRef="#br0" timeOffset="950">13891 3344 14729,'0'-11'449,"-1"-1"-359,1 5 180,1 1-180,2-1 0,1 3 0,4 0 0,1 1 0,3 0 0,2 2 0,13 0 0,5 5-90,9 2 90,-9 1-90,-4 3-90,-13-3 90,1 7 0,-6-2 0,-3 3 0,-9-3 0,-4 2 0,-6 4 0,-6 1 0,-5 2 0,-7 1 0,-13 5 0,7-6 0,9-6 0,1-1-450,-5 2 0,2-1-269,14-5-4408,10-6 5127,7 0 0,13-5 0,6-1 0</inkml:trace>
  <inkml:trace contextRef="#ctx0" brushRef="#br0" timeOffset="1309">14971 3364 15088,'2'-8'1260,"1"-1"-811,-1 4 181,0 0-450,5 6-90,0 1 0,6 7 0,-1 1 0,5 5 0,1 4-464,4 2 374,1 2 90,-1 1-90,1 0-90,-1-2 0,0 1-179,0-1-91,-2 0-90,-1-3-155,-3-2-205,-3-4-1618,-3-2-1260,-1-1 3688,-2-4 0,2 1 0,0-1 0</inkml:trace>
  <inkml:trace contextRef="#ctx0" brushRef="#br0" timeOffset="1543">15294 3356 14908,'-1'-15'0,"-1"1"90,1 2 180,-2 0 90,2 4-90,-2-2 0,0 7-180,-5 3 0,1 6 0,-6 7 0,4 2 0,-5 5-561,0 3 561,-1 4-90,-1 1 90,1 3 0,-9 12-348,7-9 168,3-5 0,-1-1-899,-2 11-2340,-3 8 451,9-17 2878,2-7 0,2-4 0,-1 0 0</inkml:trace>
  <inkml:trace contextRef="#ctx0" brushRef="#br0" timeOffset="1884">15074 3361 14279,'5'-9'0,"4"6"0,-3 6 0,3 5 0,-4 3 0,1 2 90,-1 4-90,1 2 0,-1 2 0,-1 2 0,-1 0 0,-1 13 0,-1-7-523,-2 8 523,-1-12 0,1 0-209,-1-3-61,1-1-179,-1-2-361,2-2-1079,-2-2 540,2-2 1478,-1-3 0,0 4 0,0-1 0</inkml:trace>
  <inkml:trace contextRef="#ctx0" brushRef="#br0" timeOffset="2109">14869 3638 13649,'12'-3'540,"2"1"-450,2-2 90,9 1-1184,3-2 1184,7-1-91,3 0-178,5-2-181,3 0-1080,-14 0 1,0 0-899,14-4 1840,-18 4 1,-1 0 0,12-8 0,0 0 0</inkml:trace>
  <inkml:trace contextRef="#ctx0" brushRef="#br0" timeOffset="2959">15976 3054 14639,'8'-8'1169,"0"7"-989,-5 6-90,0 7 0,-3 4 0,2 5 0,0 26 0,1-9-654,-2-9 1,1 0 653,-1 12 0,0 0-90,-1 0 90,-2 0-90,0-1 90,-2 1-90,1-6 90,-1 9-90,1-5 0,-1 3-180,2-14-90,0-8-270,1-9-449,0-4 989,-1-2 0,2-3 0,-1-1 0</inkml:trace>
  <inkml:trace contextRef="#ctx0" brushRef="#br0" timeOffset="3417">16330 3062 14639,'-7'0'1079,"4"1"-809,-5 20-180,4-5 0,-7 16 0,0-7-90,-3 9 180,-9 5-180,5-9 45,2-6 0,-1 1-45,-4 2-509,-5 8 509,10-15 0,2-3 0,4-3-90,2-5 0,-1 3-90,3-5 90,9-6 90,2-4 599,11-9-599,4-4 0,-3 4 0,6-4 0,-7 5 0,0 1-90,-2 1 90,-3 3 0,0 0 0,-2 3-90,0 1 90,1 5 0,0 7 0,0 7 0,-2 2-90,-1 11 90,-3-9 0,3 8 0,5 8 0,-2-11 0,8 11-468,-4-16 468,4-1 0,3-2-90,3-4-180,0-3-302,2-3-58,-1-3-629,0-4-720,4-2 1979,16-8 0,-1-4 0,-16 4 0,0 0 0</inkml:trace>
  <inkml:trace contextRef="#ctx0" brushRef="#br0" timeOffset="3717">17430 3380 16707,'6'8'810,"3"-1"-360,16-6-360,2 0-1521,13 1 1611,-2-1-90,2 0 0,1-1-699,2-2 699,0 0 0,1-1 0,2 1-743,4 0 563,1-2-90,3-1 0,-5 0-179,-3 1-98,-4-1-712,10-5 179,-17 3-7010,11-6 8000,-29 6 0,1-5 0,-11 2 0</inkml:trace>
  <inkml:trace contextRef="#ctx0" brushRef="#br0" timeOffset="4119">17987 3200 16078,'4'-10'1169,"1"2"-989,3 9-90,0 1 0,3 3 0,0 0 0,2 2 0,1 1 90,13 9-90,5 4 0,2 2-90,-2-2 0,-9-6-90,5 1 0,-6-2-293,7 4 293,-10-8 75,1 3-75,-4-5 90,-2 0 0,-2-2-90,-1 0 90,1 1 383,-4-3-473,2 5 105,-7-1-15,-4 0 0,-8 3 0,-7 0 0,-7 4-944,-8 3 944,-5 2-90,-4 1-1030,-1 1 1120,1 0 0,5-1-616,3-2 616,5 0 0,2-1 0,5-1-270,2-2 228,3 1-677,6-5 1004,2 3 0,13-7 1,3 0-1</inkml:trace>
  <inkml:trace contextRef="#ctx0" brushRef="#br0" timeOffset="4576">19150 3218 15448,'-7'-9'360,"0"0"-180,3 3 180,0 0 269,-1-3-359,1 3 360,-3-4-270,3 6-270,-5 4 89,2 6-89,-4 6 0,-1 6 0,-1 3-535,-2 7 535,1 1-90,0 4-602,1 0 602,3 2 0,1 0 0,4-3-90,2-1-304,2-5 214,3-2 0,2-2 0,8 6 571,-1-10-661,16 6 180,6-15 0,4-4-82,4-9 82,-6-5 90,3-6 0,0-3-694,0-7 694,0-3 90,-4-5 0,-2-1 0,-5-4 0,-5-1-757,-5-1 667,-7 0 90,-7 2-90,-7 0 90,-17-12 0,-5 15-264,0 12 1,-5 3 218,2 11 0,-1 5-45,-2-1 0,0 4-162,1 5 0,3 2-108,-15 12-180,8 1-17,4 4-1242,7 0-719,5 1-901,3 2 3422,4-2 1,4 5 0,3 1 0</inkml:trace>
  <inkml:trace contextRef="#ctx0" brushRef="#br0" timeOffset="4894">19850 3117 15538,'6'-15'810,"0"0"-181,0 0-269,-3 4 0,1-1-90,-2 6 359,0-3-89,1 4-360,-5 17 0,-2 4-90,-10 37 0,2-10-90,3-13 0,0 2 45,-3 6 0,-1 1-1311,-2 5 1,0 1 1265,-1-1 0,1 1 0,-1-2 0,0-2-617,5-10 1,0-2 571,1 1 0,0-1-194,0 0 0,-1 0 14,-3 10 0,1-1 45,3-10 1,0-1-321,-2 6 0,1-1-40,-2 3 1088,2 1-1807,4-13-1080,0 1 143,7-14 2196,0-3 0,3-3 0,0-1 0</inkml:trace>
  <inkml:trace contextRef="#ctx0" brushRef="#br0" timeOffset="5318">19939 3370 15358,'-2'-12'900,"1"1"179,1 4-89,-1 0-901,7 7 1,-3 1-90,5 6 90,-4-1 0,0 2-90,-1 1 90,1 11 0,-2 3-90,0 3 0,-2-1 90,-2-5-90,-1 1 0,-1 1 0,-1 0 0,-2 3-369,-1-1 458,-2 5-89,1-6 0,1 2 0,-4 4 0,4-7 0,-1 4-89,0-2 89,5-8-90,-4 11 0,4-8 0,0-1 0,1-4-90,2-5 460,0-2-460,0 1-180,0-2-180,1 1-1888,1-2 179,5-7-809,-3-1 3058,2-7 0,-1-7 0,-1-3 0</inkml:trace>
  <inkml:trace contextRef="#ctx0" brushRef="#br0" timeOffset="5650">19881 3461 14369,'-2'-12'1169,"0"2"-629,1 2-180,2 0-180,0 1-1,2 2-89,2-1 90,3 2-90,1 1 0,2 0 0,0 1 0,1 1 0,1 1-90,2 1 90,0 2 0,10 3-90,-6 0 0,7 6 0,-10-3 90,-2 3-90,-2 0 0,-2 0 0,-4-1 90,-3 7-90,-5-4 0,-8 10 0,-5-8-267,-6 5 267,0-6 90,2-3-90,0-1 0,2-2 0,-3 2 0,6-3-90,-2 1-270,5-2-4227,5-2 1169,6 1 3484,4-5 1,14-1 0,-1-3 0</inkml:trace>
  <inkml:trace contextRef="#ctx0" brushRef="#br0" timeOffset="5826">20462 3691 16797,'12'-5'2159,"-1"0"-1439,-3 1-91,-1 0-89,0 0 0,-2-1-90,1 1-91,-1 0 1,-2 1-1349,2-3-450,-7 1-1710,-11-4 451,-9-1-3145,-16-6 5843,-6-3 0,5 3 0,-3-3 0,-3-1 0,-1-1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1:55.71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17331 6105 7533,'-17'-13'449,"-8"9"1,-5 6-315,0 7 0,-3 6-45,-1 1 0,-3 3 0,2 1-45,-1 3 0,1 6 22,8-1 1,-1 7-1,3 2 1,6 0-8,6 6 0,8 2 0,5 1-16,4-5 1,3 1 0,3 0 0,0-3-45,1 2 0,1-4 0,10-7 22,12-12 1,9-6 0,4-7-1,-7-7-22,-2-12 0,-4-8 0,0 1 30,4 9 0,0 0 0,-6-8 60,-7-13 0,-4-10 0,-8-3 0,-11 6-30,-19 3 0,-14 3 0,3-1-60,14-8 0,2-2 0,-8 7 0,-9 13 0,-9 3 0,0 7 0,3 11-900,3 15 1,3 12 0,1-1 430,-7-3 1,4 4 0,1 19 0,12 3 0,25-19 0,-1 0 0</inkml:trace>
  <inkml:trace contextRef="#ctx0" brushRef="#br0" timeOffset="267">18030 6769 8972,'-17'-33'1439,"7"1"-1169,29 18-360,5 2-1549,13 7 1,2 2 1573,-3 1 1,-2 2 0,-2 1 0,-11 0 0</inkml:trace>
  <inkml:trace contextRef="#ctx0" brushRef="#br0" timeOffset="450">18097 6874 8252,'-2'10'0,"8"-1"-45,29-7 0,9-5-135,2 1-210,-10 0 1,5-1-1,-3 0-79,-4-1 1,-1-1 0,4-1 0,0-1 0,-1 0 0,1 0 0</inkml:trace>
  <inkml:trace contextRef="#ctx0" brushRef="#br0" timeOffset="3839">19717 6103 7263,'6'-28'719,"-2"11"-269,1-6-180,-3 13-90,2 24-180,-2-6 45,-2 23 0,0 4-45,1 0 0,1 10 0,1 3 0,3-1 45,0-1 0,6-4 45,19-18-90,12-11 0,-15-27 0,0-9-1639,4-7 1,-3-1 1580,-10 11 1,-1 1 57,7-2 0,-1 9-90,-11 15 90,22 23 0,-10 12 0,1 1 90,16-15-90,-17-28 0,2-15 0,1-9 0,-10 0 0,0-4 0,-2 1 0,5-4 0,0-2-30,-3 1 0,1-1 0,-3 8-510,-4 9 540,15-2 0,-17 32 0,7 9 0</inkml:trace>
  <inkml:trace contextRef="#ctx0" brushRef="#br0" timeOffset="4122">20774 6316 8792,'-5'-12'1349,"-1"-9"-899,2 9 180,2-8-181,32 16-1079,-5 4 1,2 0-1010,2 2 1,0 1 1609,-2 0 1,-3-1 0,6-1 0,-11-2 0</inkml:trace>
  <inkml:trace contextRef="#ctx0" brushRef="#br0" timeOffset="4456">21440 6011 1140,'-4'-21'540,"0"0"2261,-1 0-2531,-4 46-270,5-11 45,-2 31 0,2 9-180,1-20 0,1-1-90,-1 9 0,1 0 225,2-5 0,0-4 0,3-7 0,2 4 0</inkml:trace>
  <inkml:trace contextRef="#ctx0" brushRef="#br0" timeOffset="4730">21480 5827 8612,'-22'-10'900,"9"3"-721,47 7-448,6 2-631,-2 0 1,2 1 269,4-1 630,-10 0 0,-14 1 0,0 1 0</inkml:trace>
  <inkml:trace contextRef="#ctx0" brushRef="#br0" timeOffset="4929">21477 6071 8522,'-12'7'540,"13"0"-360,36-3-540,6 0-1279,-2-2 1,0 0 982,7-1 1,-16-1-1,0-1 1,7-1 0</inkml:trace>
  <inkml:trace contextRef="#ctx0" brushRef="#br0" timeOffset="7539">21953 6160 7263,'13'-8'404,"19"5"1,2 2-315,-5 1-90,3 1 0,7 0 0,-4 0-449,10 0 89,-10 0 0,0-1 360,-3-1 0,0-3 0,-10-2 0</inkml:trace>
  <inkml:trace contextRef="#ctx0" brushRef="#br0" timeOffset="7839">22156 5924 7803,'-7'2'899,"3"1"-539,5 19-270,0-7 45,-1 18 0,1 6-90,0-5 0,1 2-135,-1-2 0,1 2 0,1 1-660,4 1 1,2 1-1,-1-4 750,-1-3 0,1-3 0,6 7 0,2-6 0,-1-11 0</inkml:trace>
  <inkml:trace contextRef="#ctx0" brushRef="#br0" timeOffset="8467">21980 6167 7982,'1'-11'1799,"4"1"-1439,9 3 0,15 2-270,-6 4 0,5 1-1183,9 2 1,6 0 0,-4 1 739,-3-1 1,2 1 587,1 1 0,8 1 0,-2 0 0,-9-1-235,12 2-180,1 1 0,-5-1-3097,-26-4 3174,-10-3 0,-15-1 1,-11-3-1</inkml:trace>
  <inkml:trace contextRef="#ctx0" brushRef="#br0" timeOffset="10111">22232 6094 6993,'-10'0'1529,"-1"1"-449,0 0-91,1 0 270,-1 0 900,5 0-1799,19-1-180,-4 1 44,19-2 1,7 0-135,-8 0 0,2 0-30,5 0 0,4-1 0,-1 0-90,-2 0 0,0 1 0,-2-1-15,7 0 0,-3 0 0,-5 0 0,-3 0-854,3 1 539,-16-1-1619,13-1 1979,-21 1 0,0-1 0,-6 2 0</inkml:trace>
  <inkml:trace contextRef="#ctx0" brushRef="#br0" timeOffset="11716">21532 6490 9332,'-7'4'180,"0"1"179,3-1 91,-3 4-180,2-1 90,1 4 89,9 1-359,1-4 270,29 9-270,-14-11 0,3-1 0,5 1 0,12 0 0,0-1-45,-14-2 0,1 1-15,8 0 0,5 0 0,-7 0-30,1-1-180,0-1 0,-3 0-90,-15-2-1799,10-3 630,-29-3 90,0 1 1349,-8-1 0,-3 0 0,-1 0 0</inkml:trace>
  <inkml:trace contextRef="#ctx0" brushRef="#br0" timeOffset="12071">21697 6452 9062,'5'-10'1799,"-1"2"-1439,5 12-181,-6-1 91,5 16-90,-6 1-90,0 7 0,-4 18-540,-1 2 1,-1 1-361,1-4 810,1-6 0,2-11 0,1 5 0</inkml:trace>
  <inkml:trace contextRef="#ctx0" brushRef="#br0" timeOffset="12918">20972 6803 13289,'11'-1'1260,"-2"0"-721,14 7-269,1-1-45,9 0 0,7 1-1318,-3-2 1,3 0 0,-2 0 829,6 1 1,2 0 514,-3-1 1,6 0 0,0-1 0,-5 1-523,-8-1 0,-4-1 0,3 1-823,10-1 1,3 0 0,-6-1 436,-9 0 1,-9-5-1,-16-6 1,-37-6 0</inkml:trace>
  <inkml:trace contextRef="#ctx0" brushRef="#br0" timeOffset="13258">21235 6756 11131,'1'-10'3276,"8"33"-2531,-10 17 1,-4 10-776,2-3 0,0 3 0,0 1-300,-1-1 0,-1 0 1,1-1-1,-2-6 0,1-2 0,4-4-1309,6-7 1,3-6 818,1-9 1,12-6 0,-9-14 0</inkml:trace>
  <inkml:trace contextRef="#ctx0" brushRef="#br0" timeOffset="13508">21567 6854 11670,'-6'9'1260,"-4"15"-2899,3 8 1,1 2 424,-3 9 1303,2 2 1,2 0 703,2-2-1153,5 3 1,5 5 452,5-13 0,4 1 0,-1-2 0,-1 10 1,3-2-1,1-15 0,0-1 0,0 0 0</inkml:trace>
  <inkml:trace contextRef="#ctx0" brushRef="#br0" timeOffset="13867">21832 7563 11760,'-12'-13'2159,"1"1"-1799,1 0-720,1-6-2917,7 2 2949,2 0 1,5 5-1,-1 4 1</inkml:trace>
  <inkml:trace contextRef="#ctx0" brushRef="#br0" timeOffset="14049">21877 7607 12390,'-17'-8'1799,"6"3"-4947,1-3 3148,8 2 0,0 2 0,3 0 0</inkml:trace>
  <inkml:trace contextRef="#ctx0" brushRef="#br0" timeOffset="14208">21890 7723 13289,'4'-30'-576,"0"0"1,0-14-1,3-4 1,-8 21-1</inkml:trace>
  <inkml:trace contextRef="#ctx0" brushRef="#br0" timeOffset="14375">21778 7720 12930,'-10'-6'2968,"2"-2"-5487,5-20 2519,-13 1 0,-7 3 0,-16 4 0</inkml:trace>
  <inkml:trace contextRef="#ctx0" brushRef="#br0" timeOffset="15362">12007 7299 15358,'-3'-9'1439,"-3"3"-1169,-3 7 180,-32 27-315,20-10 0,-2 4 15,-7 11 0,-3 6 0,4 0-120,8-5 0,3 0 0,1 3-30,-2 7 0,2 3 0,10-2 0,10-8 0,8-2 0,5-3 0,7-6 0,6-3 0,0-2-45,9 4 0,6-7 0,-3-15 0,7-7 0,0-2 0,-7-1-168,0 1 0,-1-5 195,0-6 0,8-6 0,1-3 0,-3-1 0,-10 4 18,-2-3 0,-6-4 0,1-4 0,3-7 0,-3-2 0,-14 3 60,-17 3 0,-9 2 0,-1 0-30,6 0 0,0 0 0,-7 2 15,-15-1 0,-10 0 0,-2 3 0,5 6 0,0 4-1,-2 5-22,-4 1 1,-8-2 0,-1 3-1,4 6-22,3 9 0,3 6 0,0 0-30,-7 0 0,0 0 0,1 6-105,9 3 0,-1 2 0,4 4 1,8 3-959,8 6 1,8 4 0,0-1-299,-12 7 0,12-2 298,23-6 1,13 0 0,3-8-547,6-10 1,3-6 1091,-1 5 1,-1-2 0,2-8 0,-3-3 0,3-5 0</inkml:trace>
  <inkml:trace contextRef="#ctx0" brushRef="#br0" timeOffset="26066">14298 8846 9602,'2'-18'1978,"-1"5"-1438,-1 2 539,-2 3-629,-3 1-90,-35 29-270,19-6 0,0 3-45,-12 13 0,-1 6 15,11-1 0,2 4 0,2-4-60,1-2 0,3 1-1093,5 8 1,2 6 0,5-9 977,10 1-346,10 3 1,8-5 505,0-25 0,4-5-45,7 3 0,5-6 30,-3-11 0,4-7 0,-3-6 30,-4-4 0,-3-5 0,0-1 0,1 1 0,0-1 0,-8-4 0,-6-14 0,-7-6 0,-8 4-15,-9 3 0,-9 2-15,1 5 0,-4-2 0,-3 5-75,-15 0 0,-1 7 0,12 9 0,-2 4-495,-12 4 0,1 7-359,6 15-740,8 10 1,4 3 1052,9 3 0,10-1 0,6-2 0,10-3 1</inkml:trace>
  <inkml:trace contextRef="#ctx0" brushRef="#br0" timeOffset="26350">15443 8929 11400,'6'-8'2609,"2"3"-2249,15 2 0,6 1-1980,6-1 1,2 0-20,-3 1 1,-1 0 555,0-1 0,-7 1 1230,-18 2 1,-4 0 0,-2 0 0</inkml:trace>
  <inkml:trace contextRef="#ctx0" brushRef="#br0" timeOffset="26550">15486 9099 12210,'14'3'1439,"34"-5"-2532,-17-2 1,4-1 0,-1 0-547,11-1 1,2-1 1169,-11 1 1,2 1 0,-4-1 0,-5 0 0,-4 0 0,14-3 0</inkml:trace>
  <inkml:trace contextRef="#ctx0" brushRef="#br0" timeOffset="27150">16552 8584 11131,'-13'-22'3276,"4"8"-1875,3 49-1266,5 6 0,3 8-255,1-9 0,1 3 0,1-2 30,2 0 0,0-1 0,6-8 45,10-5 0,5-13 45,0-23 0,2-11-360,-4-4 1,0 0-1,-3 5 0,1 6-629,23 27 809,-17-2 0,-1 1 180,-5 3 0,1-7 180,5-16 0,4-9 0,-7-5 89,-7-17 1,-6-6-450,3 8 0,1-2 1,-6 2-1460,-10-4 1,-7 4 928,-9-5 0,-2 54 0,11 4 0</inkml:trace>
  <inkml:trace contextRef="#ctx0" brushRef="#br0" timeOffset="27400">17488 8824 11580,'-5'-11'2969,"28"3"-2789,-1 3-180,18 3-315,-10 3 0,1 0-674,7 1 333,1-3 1,1-1-1,-5-2 1,10-5 0</inkml:trace>
  <inkml:trace contextRef="#ctx0" brushRef="#br0" timeOffset="27750">18078 8606 11400,'6'-13'3239,"-2"4"-3059,0 10 179,-3 29-179,-2 12-240,-3-3 0,-2 7 0,1-2-570,1-10 1,1-2-1,0 2 630,-1 7 0,0 2 0,1-6 0,1-7 0,2-7 0,3-6 0</inkml:trace>
  <inkml:trace contextRef="#ctx0" brushRef="#br0" timeOffset="27991">18103 8575 10231,'13'-16'2609,"-8"4"-2160,40 14-2088,-8 0 1,1 0 1484,11 1 0,-10-1 0,-4 0 0,-17 0 0</inkml:trace>
  <inkml:trace contextRef="#ctx0" brushRef="#br0" timeOffset="28217">18191 8754 10501,'9'20'3238,"37"-1"-4877,-5-9 1,4-1 1344,-5-3 1,-1-2 0,3-1 0,-4-2-1,4-1 1</inkml:trace>
  <inkml:trace contextRef="#ctx0" brushRef="#br0" timeOffset="28557">19070 8883 10321,'-20'-9'3276,"17"3"-2396,22 4 1,15 5-1361,-3-2 1,4 0-1,1-1 480,3-1 0,1-1 0,-1-1 0,11 0 0,-6-2 0,-20-5 0,0 0 0</inkml:trace>
  <inkml:trace contextRef="#ctx0" brushRef="#br0" timeOffset="28808">19257 8681 10501,'-11'-8'3058,"8"28"-2653,2 10 0,2 8-585,0-4 0,0 2 0,0 0-1459,1 10 1,0-2 386,-2 1 0,2-6-2025,5-8 3068,4-2 1,5-3 0,2-10 0</inkml:trace>
  <inkml:trace contextRef="#ctx0" brushRef="#br0" timeOffset="29266">19750 8617 9961,'-11'-28'3276,"33"5"-1874,-7 14-1133,21 7 1,7 8-315,-9 9 0,-2 8-45,1 7 0,-7 7 30,-17-4 0,-6 4 1,-4-1 59,-9 12 0,-7-1 45,-7-1 0,9-4-180,21-13 0,10-6-1504,27-3 1,7-7-1,-14-3 1,1-3 1091,-1-4 1,3-2 0,-7-1 0,6-2 0,9-3 0</inkml:trace>
  <inkml:trace contextRef="#ctx0" brushRef="#br0" timeOffset="29566">20493 8839 10411,'-9'-22'2609,"4"12"-1260,-4-11-855,2 50 1,1 13-495,-2-12-23,3 1 1,-1 9 0,0 2-1,2-6-292,0-3 1,2-2-46,-2 3 0,1 2 0,2-2-1279,4 2 1,2-5 818,1 4 1,7-4 0,-7-29 0</inkml:trace>
  <inkml:trace contextRef="#ctx0" brushRef="#br0" timeOffset="29892">20492 8831 10051,'-4'-25'1214,"0"0"1,4-13-1035,6 28 359,30 12-404,4 11 0,3 5-1774,-6-2 1,-2 1 1061,9 3 0,-6 1 532,-18 0 0,-7-1 803,-9 3-848,-11 19 90,-14-22 0,-5-2-90,-6 11-585,-10-12 1,-3-5 221,-2-5 0,15-2 0,1-1 0,-12-2 0</inkml:trace>
  <inkml:trace contextRef="#ctx0" brushRef="#br0" timeOffset="30526">15645 9067 10231,'36'2'434,"-1"0"1,1 0 0,-1 0 0,2 1 0,2-1 0,6 1-312,-5 0 1,5 0 0,4 0-1,2 0 1,1 1 0,-1-1-1,-3 0 1,-3 0-780,6 1 1,-6-1-1,0 0 1,4 0 0,9 0 629,-23-1 0,4 0 1,3-1-1,2 1 0,2-1 1,2 1-1,2-1 0,1 1 1,1-1-1,0 1 0,1-1 1,-1 1-1,1-1 0,-1 0 1,-2 0-1,0 0 0,-2 0-121,1 0 1,-1 0 0,0 0 0,0-1 0,0 1 0,0-1-1,-1 1 1,1-1 0,-1 0 0,1 1 0,-1-1 0,0 0 0,0 0-1,1 1 1,-1-1 0,0 1 140,1-1 0,0 0 0,0 1 0,0-1 0,-1 0 0,0 1 0,0-1 0,1 0 0,-1 1 0,1-1 0,0 1 0,1-1 0,0 1 0,1 0 0,1-1-32,-4 1 0,1 0 1,2 0-1,0 0 0,2 0 1,0 0-1,1 0 1,0 1-1,-1-1 0,1 0 1,-1 0-1,-2 1 0,0-1 1,-1 0-1,-2 1 1,-2-1-1,-2 1 0,-2-1 1,-3 1-2,19 0 0,-5 1 1,-5 0-1,-2-1 1,0 1-1,1 0 1,4 0-192,-4 0 1,3-1 0,1 1 0,1 0 0,0 0 0,-2-1 0,-1 1 0,-4-1 0,-4 1 229,17 0 0,-4 1 0,-7-1 0,-10-1 0,9-1 0,-42-2 0</inkml:trace>
  <inkml:trace contextRef="#ctx0" brushRef="#br0" timeOffset="34406">19376 9511 11760,'-9'-7'720,"-8"-2"-630,2 4 224,-17 0 1,-6 1-180,11 3 0,0 1-45,-19 1 0,0 3-45,18 2 0,3 3-45,0 5 0,7 6-180,15 9 0,9 3 45,0-2 1,5 2-1,11 9 0,3-1 0,-4-10 0,0-2 0,-4-3 0,-6 2 45,-15 1 0,-8-1 90,-4-7 0,-7-3 0,-14 4 0,-3-4 0,12-9 0,0-2-225,-12-1 0,5 0-134,11-2 359,-16 1 0,44-9 0,2-2 0</inkml:trace>
  <inkml:trace contextRef="#ctx0" brushRef="#br0" timeOffset="35157">21250 8377 9512,'2'-10'449,"1"3"271,27 5-360,8 4-151,-5 0 1,5 1 0,1-1-90,-5 0 0,0 0 0,2 0 0,7 1 0,2 0 0,-3 0-30,1-2 0,-3 1 45,-2-2 0,-5 9 89,-11 33 1,-7 8-180,0-23 0,-4 5-701,-8 5 1,-4 10-1,-2 4 1,-1 0 0,0-5 501,-2-3 1,0-3-1,-2 0 1,0 5 153,2-4 0,-2 4 0,0 2 0,0 2 0,0 0 0,0-1 0,0-1-66,1-4 0,1-1 0,-1-1 1,1 1-1,0 0 0,0 1 0,0 1-36,0 0 1,0 2 0,1 1 0,-1 0 0,0 0 0,1-1 0,0-1 0,0-3 41,0 3 0,1-2 0,-1-1 0,1 0 0,0-1 0,0 0-30,0 8 0,0 2 0,0-1 0,1-3 0,-2-5 30,0-1 0,0-5 0,-1-1 105,-3 11 0,-4-6 0,-9-9 0,-7-9-915,-17-11 0,-6-8 870,16 0 0,1-1 0,-3-2-90,-7-2 0,-3-2 0,0-1 34,-2-1 0,-1 0 0,4 0-874,10 1 1,3 1 0,-1-1 758,-1 1 0,0-1 0,3 1 1,3-2-1,3 1 0,-11-3 0</inkml:trace>
  <inkml:trace contextRef="#ctx0" brushRef="#br0" timeOffset="35800">15912 8251 8972,'-30'-9'659,"0"0"1,-1 1 0,13 2-211,25 6-44,22 1 0,8 2-270,0-1 0,4 1-75,-2-1 0,3 0 0,0-1-90,-2 0 0,-1-2 0,0 1-270,-3-1 0,-2-1 0,1 0-1139,15-3 0,-5-1 539,-17 2 1,-6-1 899,0-7 0,-24 0 0,-3 0 0</inkml:trace>
  <inkml:trace contextRef="#ctx0" brushRef="#br0" timeOffset="36222">16120 8078 9602,'4'26'1079,"0"6"0,1 6-809,-2-1 0,0 3-180,1 5 0,-3 7 74,-5-12 1,-3 7 0,-3 4 0,0 1 0,0-3 0,1-7-1258,-1 5 1,1-6 0,-2 8 815,1-8 1,-1 5 0,-1 5 0,-1 1 0,1 0 0,0-1 0,0-5 430,0 3 1,-1-2 0,2-2 0,-1 0-1,0 1-118,0 1 0,1 0 0,-1 0 0,0 1 0,0 3-24,2-5 1,-1 2 0,0 2 0,0 0 0,1 0 0,0-1 0,1-2 2,1-2 0,1-1 0,1-1 0,0-1 0,1-1 0,-1 0-15,-1 2 0,0-1 0,0-1 0,1-1 0,1-1 22,2 3 1,0-1-1,1-3 1,2-8-23,3 8 863,4 1-773,12-16-90,-2-14 45,9-7 0,3-3-45,11-2 0,-3-1 0,4-1-30,-10 1 0,3 0 0,2 0-465,-1-1 0,3 0 1,1 0-1,-2 1 75,2-1 1,-1 1-1,4-2 420,-4-1 0,4-1 0,1-1 0,-2-1 0,-5 1 0,-2-1 0,-5-1 0,4-1 0,5-3 0,1 1 0,-1-1 0,1 1 0</inkml:trace>
  <inkml:trace contextRef="#ctx0" brushRef="#br0" timeOffset="36924">22137 9206 9332,'11'2'2788,"7"0"-1798,13-2-631,7 1-134,0-2 0,5 1-270,0 0 0,0-1-90,-5 1 0,0-1-1504,14-2 1,-5-2 1378,-18-1 0,15-4 0,-38 2 0</inkml:trace>
  <inkml:trace contextRef="#ctx0" brushRef="#br0" timeOffset="37200">22334 8977 11311,'-1'-9'1888,"4"18"-1618,-1 7-90,2 13 45,-1 9 0,-2 2-225,0 3 30,0-3 0,1 9 0,-1-6-165,2-9 0,1-2-165,1 6 0,1 3 1,3-4-781,6-3 1,1-4 179,-2-4 1,3-3 899,3-6 0,3-5 0,10-4 0,12 0 0</inkml:trace>
  <inkml:trace contextRef="#ctx0" brushRef="#br0" timeOffset="37641">23255 9032 11311,'-13'-8'2698,"10"7"-2518,11 4 90,10 4 269,23-5-449,-18-5-45,7-8 0,1-4-135,2-15 90,-7 5 0,1-3-45,0-8 0,-2 1 45,-10 14 0,-1 0 0,5-10 0,-2 5 90,-10 15-45,-12 33 0,-4 11-45,1 6-820,0-6 1,-1 10 0,0 2 0,2-6 851,4 7 1,1-1-33,0-1 0,0 4 0,4-1-148,5-5 1,3-1 0,1-4 12,-2-1 0,2-2-765,3-2 1,4 0-1,-1-7-2377,9-4 2837,2 1 0,-8-24 0,-9-5 0</inkml:trace>
  <inkml:trace contextRef="#ctx0" brushRef="#br0" timeOffset="37833">23493 9535 11221,'-8'3'2518,"0"0"-2158,7 2 0,4-2 89,21 2 1,8-2-540,7 0-1003,2-1 1,10-1 0,-4 0-418,-7-1 1,-1-1 1509,-1 1 0,3-1 0,-4 0 0,-6-1 0,-2 0 0,15-3 0</inkml:trace>
  <inkml:trace contextRef="#ctx0" brushRef="#br0" timeOffset="40225">6619 16115 9422,'-7'-7'2068,"0"-1"-179,1-2-1259,2 4 90,-9-5-541,6 10 136,-16 12 0,-3 8-225,6 1 0,-1 5 0,-4 6 0,-3 5 0,4 1-971,4-1 1,4 2 0,1 1 820,1 4 0,3 1 0,4-1 30,2-7 0,4-2 0,6 0-90,9 0 0,6-1 1,3-6 74,6-3 0,5-6-15,-3-5 0,4-3 0,-1-4 15,12-10 0,1-8-15,-10-1 0,2-5 0,-2-4 37,-9-3 1,-1-4-1,-1-2 1,-1 2-250,2 0 1,-1 2 0,-4-4 241,-1-14 0,-5-5 0,-10 1-720,-14 6 1,-9 2 0,1 2 749,3-6 0,-7 2-68,-9 10 1,-8-1 0,-4 4-1,3 11 362,-11 14 0,-2 11-654,4-7 0,-3 1 0,5 9-733,11 13 1,4 8 0,6 0 1046,2 7 0,6 1 0,4 3 0,6-1 1,9-11-1,0 1 0</inkml:trace>
  <inkml:trace contextRef="#ctx0" brushRef="#br0" timeOffset="40500">7423 16471 12120,'2'-9'1979,"3"0"-1799,1 6 0,5-1 180,13 3-495,13-1 0,7 0-540,-5 0 0,2 1-418,0 0 1,2 0 0,-5 0 603,-5 0 1,-4 1 0,-1 0 0,-4 0 0,-6 1 0</inkml:trace>
  <inkml:trace contextRef="#ctx0" brushRef="#br0" timeOffset="40701">7644 16621 10681,'-13'7'3276,"-1"1"-1875,37-2-1221,-9-2-675,22-2 1,6-3-1755,6-3 1619,-15 2 1,0-1 629,-6-1 0,-3-1 0,6 0 0,10-2 0</inkml:trace>
  <inkml:trace contextRef="#ctx0" brushRef="#br1" timeOffset="42417">8883 15574 5955,'-11'-8'3276,"-3"-1"0,9 2-910,4-1 910,6 1-3534,23 0 0,8 3-917,6-1 972,-5 2 1,10 0-1,4 0 1,-6 0 69,-2 2 1,-2 1 0,1 0-223,-4-1 0,3 0 0,-1 1 1,-2-1-232,2 1 1,-1 1 0,-5 0-1054,-5 0 1,-3 0 818,19 1 1,-18 0 0,-23-1 0</inkml:trace>
  <inkml:trace contextRef="#ctx0" brushRef="#br1" timeOffset="42992">9135 15592 29516,'-2'-10'-3277,"0"2"0,1 0 0,5 50 0,-1-15 2841,1 11 1,1 12 0,0-5 180,-1-8 1,0 0 139,1 4 0,0 5 0,0 4-391,-3-6 0,0 6 0,-1 1 0,1-1 0,-1-5 418,0 4 1,0-4 0,-1 7 92,1-13 0,-1 5 0,0 3 1,0 1-1,0 1 0,-1-2 0,1-3 35,-2 5 0,-1-1 0,1-1 1,-1-1-1,1-1-22,0 5 1,0-1 0,0-1 0,0 1-9,0-7 0,-1 1 1,1 0-1,0 1 1,0-1 27,1 0 1,0 0 0,0 1-1,0-3 1,0-3-46,0 1 0,1-3 0,-1 5 33,1-3 1,0 5-1,0 4 1,1-1-1,-1-4 1,1-7 33,1 9 0,1-3-14,-1 1 1,1 4 0,0-7 41,-1-11 0,1-4 415,2 22-274,-3-21-100,-1-5-196,-3-12 17,-2-3 1305,3 0-2523,26-6 3747,-6 2-2447,14-6 1,4-3-169,-11 2 1,0-1 461,12-4 0,1-1 0,-11 2 0,-2-1 1,-2-1-1,0 0 0</inkml:trace>
  <inkml:trace contextRef="#ctx0" brushRef="#br1" timeOffset="44057">10016 16082 29066,'13'-3'-877,"-1"2"1222,-5-3-581,3 1 1050,-2-1-1003,2 2 424,-3 2 204,-7 6-3258,-10 10 2212,-6 3 1,-2 0-723,-3 6 940,1-2 1,2 1-838,7 0-202,1 0-271,28 17 776,2-25 1,4-1 1799,-1 5 0,2 0-651,8 0 0,-1-1 251,5 10-171,-7 1-108,-23 6-629,-37-5 1173,-5-2-423,9-16 0,-1-4-437,0-2 0,1-3 584,-5 1-330,-15-10 1,33-5 0,-7-9 0</inkml:trace>
  <inkml:trace contextRef="#ctx0" brushRef="#br1" timeOffset="44300">10136 16018 30236,'-8'-5'-3277,"1"0"1858,4 1-832,9-2 2449,25-2 913,-5 1-912,18 1 1,6-1-1839,-12 4 1,-1-1 1427,6-1 1,-1 0 0,-5 2 0,-4 2 0,0-1 0</inkml:trace>
  <inkml:trace contextRef="#ctx0" brushRef="#br1" timeOffset="44591">10935 16268 30685,'-12'1'263,"2"0"309,3 1-1194,24 4 27,20-1 639,6 1-330,2-6 1,3-2-457,-17 0 1,0-1 715,5 0 1,2-1 0,-2-1 0,-3 0 0,-2 0 0,3-2 0,-1 1 0</inkml:trace>
  <inkml:trace contextRef="#ctx0" brushRef="#br1" timeOffset="49006">11983 16113 28706,'11'-14'-3277,"-1"0"0,-6 4 0,5-3 1864,-5 6 1196,9-7 543,3 4 229,13-4 1,4 0-1181,7-2 1105,-9 5 0,5 0 0,-4 2 231,-7 3 1,0 1 244,20-3 0,0 1 799,3 3-758,-15 6 0,-4 4 260,-11 2-1097,-9 21-1789,-45 5 1274,15-15 0,-2 1-2,-14 8 0,-1-1-62,13-6 1,3-1-148,1-1 1,4 1-1005,11 10 392,21-11 1,8-1 706,17 11 1085,-4-4 0,0-2-343,3 1-345,-11 4 0,-6 1-490,-12-7 36,-3 5 0,-6 3 170,-18-3 1,-8-2 983,5-2 0,-3 0-602,-3 0 0,-4 0 1,2-4 53,4-5 0,-1-1 31,-17 7 1,2-2 169,2-4-27,11-3 1,1-2 277,-3-2 1,12-5 0,1-4 0</inkml:trace>
  <inkml:trace contextRef="#ctx0" brushRef="#br1" timeOffset="50251">13138 16342 29516,'0'-9'-3277,"3"3"0,25 3 669,8 2 4654,14 3-1609,-12-1 0,7 2 0,-1-1-206,-10 0 1,-2-1-1,3 0-132,14 1 0,4 1 1,-5-2-435,-1-1 1,-7 0 963,10-4 0,-38-4 1,-17-2-1</inkml:trace>
  <inkml:trace contextRef="#ctx0" brushRef="#br1" timeOffset="50618">13362 16167 28167,'-2'-16'-3277,"1"2"0,1 1 0,5 13 1295,-1 23 1422,-2 3 0,-1 5-3,-1 2 1,-1 4 323,-1 1 1,0 4 0,0-1-855,0-5 1,0 0 0,1-1 816,-1 10 1,0-1-707,2-1 1,2-6 1112,4-13 0,5 7 0,3-13 1</inkml:trace>
  <inkml:trace contextRef="#ctx0" brushRef="#br0" timeOffset="52441">14283 16021 8432,'11'-10'630,"-1"2"-270,-6 4-1,-1 1 1,1 0-270,-4 8 90,-5 16-90,-6 14 0,0-2 0,-1 5-45,0 8 0,1 2 0,2-7 0,1 0 0,1 9 0,5-3-45,5-15 0,6-1-1639,14 10 1,4-3 1580,-10-14 1,3-2-817,21 6 1,4-7 873,-12-16 0,2-4-383,6-3 0,5-3 0,-2-5 383,-6-4 0,-2-5 0,-3-5 0,4-9 0,-3-6 0,-10-2 0,-10-2 0,-9-2 0,-8-1-23,-6 5 1,-7-1 0,-5 1 0,-1 3-1,0 6 1,-3 2-1,-2 3 1,-2 1-158,-5 0 0,-3 2 0,-1 2 0,0 6-480,-4 3 1,0 5-1,1 4 660,4 4 0,1 3 0,2 2 0,-5 7 0,5 3 0,10 1 0,-1-1 0</inkml:trace>
  <inkml:trace contextRef="#ctx0" brushRef="#br0" timeOffset="53317">9952 16932 8072,'-11'-3'90,"-5"-1"450,5 1-180,-1-1 989,1 1-899,39 2-1096,5 1 0,12 1 1,4 0-1,-4 0 706,-3 0 0,-3 0 0,10 0-15,-14 0 0,5 0 0,5 0 0,3 1 0,2-1 0,1 1 0,-1-1 0,0 1 0,-3-1 0,-4 1-220,4-1 0,-3 1 0,-2-1 0,0 1 1,0 0-1,3-1 0,3 1 183,-7 0 0,2-1 0,2 1 0,0-1 1,2 0-1,0 1 0,1 0 0,0-1 1,1 1-1,0-1 0,-1 1-128,0 0 1,0 0 0,2 0 0,-1 0-1,1 0 1,0 0 0,0 0 0,0 0 0,0 0-1,0 0 1,0-1 0,0 1 119,-2 0 0,0-1 0,1 1 0,-1-1 0,0 0 0,0 0 0,0 1 0,0-1 0,0 0 0,0 0 0,0 1 0,-1-1 0,1 0 0,-1 0 0,0 1 0,1-1 0,-1 1 0,1-1 0,-1 0 0,0 0 0,-1 1 0,0-2 0,-1 1 0,-1 0 0,9-1 0,0 1 0,0-1 0,0 0 0,-2 0 0,-1 0 0,-3 0 0,-2-1 0,-3 0 72,6-1 0,-3 0 0,-4-1 0,-1 1 0,-2-1-42,14 0 0,-4 0 0,-3-2-485,3-4 0,-9 0 545,-20 2-979,12-6 889,-42 27 0,4-7 0,-20 18 0</inkml:trace>
  <inkml:trace contextRef="#ctx0" brushRef="#br0" timeOffset="54242">11953 17268 9691,'-4'-15'630,"1"-2"90,3 9-361,4 14-269,-1 11 45,2 11 0,-1 4-45,-1-7 0,-2 0-45,2 11 0,0 1 0,0 3 0,0 1-1684,1-2 1,1 0 1131,-1-5 0,0-1-112,1-5 0,0-4-2658,6-7 3241,-3-4 1,4-4 0,-4-8 0</inkml:trace>
  <inkml:trace contextRef="#ctx0" brushRef="#br1" timeOffset="56099">15080 15639 9803,'15'-11'1638,"13"3"0,5 4 0,5 2 0,3 2-546,-7-1 0,2 1 0,1 0 0,8 0 0,2 2 0,-6-1 215,-6 0 1,-3 1-939,6-1 1,-2 2 132,5 7 1945,-20-3-2445,1 14 1,-4 7-1091,-12-4 0,-3 3 153,1 5 1,-1 4 0,0-1-526,-2 4 1,-1 5 1024,0-6 0,0 8 1,0 5-1,0 2 1,1-2-1,-1-5-237,0 3 0,0-4 0,1 2 0,-1 5 381,0-13 0,0 3 0,1 3 0,-1 2 0,0 1 1,1 0-1,-1-2 0,1-1 0,-1-3-100,1 7 1,0-3-1,0-1 1,0-1-1,0 0 1,0 0 118,-1-1 0,1 0 1,-1 0-1,1 0 0,-1-1 1,1 1 178,-1 1 0,0 1 0,0 0 0,0-1 0,0-3 0,0-4 103,0 4 1,0-4-1,-2 1 105,1 3 1,-2 4-1,1-4 1,-1-8 115,0 4 22,-2-5 1,-2-3 521,-6-13 599,-1-2 353,-35-18 1037,20-3-1961,-5-3 0,-9-2 0,2 1 323,5 2 1,0 0-412,-5-2 0,-4 0 0,0 1-115,4 2 0,1 2 1,0 0-655,5 1 0,1 0 1,1 1 273,-15-5 0,5 1 0,-1 0 0,34-1 0</inkml:trace>
  <inkml:trace contextRef="#ctx0" brushRef="#br1" timeOffset="56426">16134 16943 29736,'2'-20'-3277,"3"5"0,30 2 0,-6 6 4280,19 2 0,2 2 361,-3 0-2253,-5 1 1,6 1 0,-8-1 1042,-4-1 1,3 0-1,-3-1 1,-17-2-1</inkml:trace>
  <inkml:trace contextRef="#ctx0" brushRef="#br1" timeOffset="56759">16366 16667 28657,'-4'-16'-3277,"2"5"0,-1-6 0,0 32 0,2-5 2572,-1 20 0,-1 16 0,0-2 471,-1-4 0,1 3 125,-1 0 0,1 7 0,0 1 0,1-4-984,3 0 1,0-2 0,2-2 798,-2 0 1,1-1 0,3-3-245,4 7 0,5-6 771,1-18 0,1-4 0,15 2 1,6-5-1</inkml:trace>
  <inkml:trace contextRef="#ctx0" brushRef="#br1" timeOffset="57126">17651 16067 29196,'2'24'-1639,"0"0"1,0 7 818,0 7 1,0 8 0,-1 4 0,0-1 163,-2-7 1,0 2-1,-1 0 1,0 0 0,0-1-1,1-1 1,-1 0-1,1 0 1,0 0 0,-1-2-165,-2 10 1,-1-1 0,1-1 0,5-5-274,6-6 1,4-4 0,0-2 806,-2 6 0,3-4 0,13 1 0,3-8 1,7-13-1</inkml:trace>
  <inkml:trace contextRef="#ctx0" brushRef="#br1" timeOffset="57369">18917 16677 29286,'-10'-3'-1660,"-2"-1"981,35 4 149,11 2 1,5 1 565,-5 0 0,1 0 0,11 1 0,-5 0 0,-9 0 0</inkml:trace>
  <inkml:trace contextRef="#ctx0" brushRef="#br1" timeOffset="57594">18898 16971 28567,'-6'11'-3277,"8"-3"0,21-4 2959,11-3 1,3 1 253,10 0 292,-3 0 1,-1 0 0,-3-1 0,5 0 0</inkml:trace>
  <inkml:trace contextRef="#ctx0" brushRef="#br1" timeOffset="60939">20423 16286 28747,'2'-18'-3277,"9"-5"0,21-1 0,-6 4 3715,11 6 0,4 3 1088,3 7-898,-6-2 1,2 7-375,-3 20 1,-4 6-1600,0 2 1802,-10 10 1,-10 5-936,-18-11 0,-8 1 180,-6 6 0,-6 4 0,0-2-75,4-8 0,-1-1 1,-2 0 55,0-3 0,-1 2 0,-1-2 0,1-2-127,0-2 0,0-2 0,1-1 104,-4 6 0,3-1 330,5-3 0,4-3 64,5 4 866,47 0-80,10-16-396,-9-4 0,6 0 0,-2-2 161,4-1 1,0-2-374,-1-1 0,2 1 1,-5-2 247,-11 1 1,0 0-233,16-1 1,-2-1 0,-6 2 0,-7 0 0,-1-1-1</inkml:trace>
  <inkml:trace contextRef="#ctx0" brushRef="#br1" timeOffset="61207">21291 16701 28477,'-6'-18'-3277,"6"4"0,15 3 1638,15 7 1,5 3 3569,11-2-1411,-9 3 1,5 0 0,-4 0-85,-6 0 0,-2 0-563,7 0 0,4 0 1,-6 0-852,14-1 1461,-15-1 1,-4-1-1,-8-4 1,4-3 0</inkml:trace>
  <inkml:trace contextRef="#ctx0" brushRef="#br1" timeOffset="61517">21590 16403 27937,'-8'-27'-3277,"2"7"0,4 8 0,2 22 0,0 8 2291,0 22 0,0 11 778,0-17 1,1 1 0,-1 2-107,2 4 1,1 4 0,0 0 0,0-4-780,-1-2 1,1-2 0,1-1-1,3 2 1,2 0 0,0-9 1199,6 0 1,10 0 0,-7-15-1</inkml:trace>
  <inkml:trace contextRef="#ctx0" brushRef="#br1" timeOffset="61825">22297 16204 28927,'0'-14'-3277,"3"6"0,21 49 0,-11-14 2184,-2 2 1,1 7 0,-4-1 605,-4 8 1,-3 0 23,2-1 1,-2 2 241,-2-7 0,-1 4 1,-1 1-1,1-5-1418,1 12 1,0-3 844,-1-7 0,0 2 0,2-4 715,2 2 1,3-8 0,7-5-1,3 5 1</inkml:trace>
  <inkml:trace contextRef="#ctx0" brushRef="#br1" timeOffset="62242">20668 18006 28927,'-12'-3'-901,"-2"0"1610,8 1-1365,6-4-2621,22 0 3573,7 1 1,3 1-275,-6 1 0,1 0 131,15 0 1,-3 1-1,-3 1 1,5 1-1</inkml:trace>
  <inkml:trace contextRef="#ctx0" brushRef="#br1" timeOffset="62445">20672 18168 29286,'-7'13'-3277,"26"-2"1638,13-7 1,8-4 1756,0 0 1,2-2-1,7-1 1,-2-2 0,-13 0-1,-1-1 1</inkml:trace>
  <inkml:trace contextRef="#ctx0" brushRef="#br1" timeOffset="62978">21761 17781 28387,'0'-29'-3277,"33"4"1638,2 12 1,7 4 2579,5 7 1,0 3-227,-5-1 0,-5 4-480,-9 5 1,-10 6-1574,-33 13 0,-10 5 871,15-4 1,0 1-455,-16 3 0,7 4 864,26 0 0,12 3 0,-1-6-1261,7 6 623,-2-4 0,1 7 0,-17-6-341,-35-5 0,-15-5 473,14-4 0,-1 1 0,-2-3 898,-4-3 0,-2-2 0,3-3 1,-5 1-1,10-3 0,19-5 0</inkml:trace>
  <inkml:trace contextRef="#ctx0" brushRef="#br1" timeOffset="63469">21911 17402 28837,'-31'-17'-104,"-1"0"1,1-1 0,-9 12 0,-2 6-1,1 6 281,4 4 1,2 4-1,0 7-517,1 5 1,0 6 0,2 5-1,3 3-37,6 0 0,2 6 0,3 2 0,2 0 0,1-2-92,-1 1 1,2 0 0,3-1-1,4 5 114,3-7 0,3 3 1,2 2-1,3-1 1,1-2-1,3-5 37,5 0 0,3-4 0,2-2 1,1 0-215,-1 3 0,2 0 0,1-1 0,4-2 207,8 1 0,4-1 0,3-2 0,-2-4-1,0-3 1,0-4 0,1 1 337,-7-1 1,1 1 0,2-2 0,5-5 202,-2-7 0,6-4 0,3-2 0,1-3 0,-1 0 0,-3-1 0,-7 0 597,6 0 0,-6-1 0,6-7-522,-9-2 0,7-4 1,3-4-1,3-2 1,0-1-1,-1-2 1,-4 1-1,-6 1 1,-8 2 129,2-6 1,-9 0-1,-1-8-356,-1 0 1,3-10 0,-1-4 0,0-3 0,-3 2 0,-4 3-1,-5 8-395,-5 1 0,-6 5 0,-4-6 180,-2 1 0,-4-6 0,-3-4 1,-1-2-1,-2 2 0,1 4 0,1 7-179,-6-5 1,0 8 0,-4-3 17,2 0 0,-1-2 0,-3-2 0,-4 3 0,-4 4 108,3 11 0,-5 2 1,-2 1-1,-2 3 1,0 1-1,0 3 0,2 0 24,-6 2 0,2 4 0,-1 2 0,-1 0 1,-2-1-28,2-1 1,-3-2 0,-2-1-1,0 2 1,0 1 0,3 4 0,4 4 314,0 5 1,1 4 0,3 3 0,3 3-1,2 0 1,-9 8 0,5 4 0,3 1-1,5-1 1,1 0 0,0 0 0</inkml:trace>
  <inkml:trace contextRef="#ctx0" brushRef="#br0" timeOffset="67975">6625 14652 9512,'3'-8'-90,"0"-6"539,-2 4-359,2-3 180,-2 4 450,1-2-630,-11 12 0,0 2 90,-22 26-136,16-10 1,1 2-45,0 1 0,0 0 0,2 4 0,3 0-89,8 13-1,7-1 0,6-13 0,4-1 0,1-4 0,0 0 90,0 0 0,-1-1-90,8 17 90,-28-12 90,-2-4-85,-15-3 0,-5-1-33,-5 1-423,5-4 1,1-1 538,0-3 0,13-4 0,8-5 0</inkml:trace>
  <inkml:trace contextRef="#ctx0" brushRef="#br1" timeOffset="68204">6572 14683 9062,'-4'-42'1169,"38"14"0,9 4-1214,-23 8 1,2 3-436,19-1 0,9 3 0,-9 5 480,-1 8 0,-11-1 0,-1 1 0,1 8 0</inkml:trace>
  <inkml:trace contextRef="#ctx0" brushRef="#br0" timeOffset="68479">7077 14702 9871,'14'8'1439,"17"13"1,8 6-1680,-9-5 0,2 2 0,1 1-853,3 1 1,0 0 0,-3 0 1081,4 5 1,-8-5 0,-7-7 0,-19-16 0</inkml:trace>
  <inkml:trace contextRef="#ctx0" brushRef="#br0" timeOffset="68672">7419 14821 9422,'-11'-26'359,"-1"1"1,-3-5 180,-34 27-540,25 25 0,0 12 0,1-2-90,-6-5 0,0 2-585,6 3 1,-1 7-1,1-1 1,7-7-136,-1 7 154,3-5 1,3-2-1,7-4 1,3-2 0</inkml:trace>
  <inkml:trace contextRef="#ctx0" brushRef="#br1" timeOffset="69081">7777 14770 4876,'0'-12'3276,"0"0"0,-20 20 0,-6 18-1638,9-9 0,2 4 0,2 14 0,5 0 148,6-3-1652,19 9 0,8 0 712,-8-22 0,1-2-1659,12 11 0,-4 3 364,-15-6 1,-9 1 1524,-15-2 1,-5-1 2199,-10 17-3881,-13-16 0,-2-5 41,13-11 0,-18 4 1,35-18-1</inkml:trace>
  <inkml:trace contextRef="#ctx0" brushRef="#br1" timeOffset="69305">7780 14818 5506,'-19'-15'3276,"7"5"0,7-3 0,30 5-2283,14-2-1906,3 3 0,5 2-180,-14 2 1,1 1 0,-1-1 737,12-1 0,-1 0 1,1 1-1,-3 0 1,8 0-1</inkml:trace>
  <inkml:trace contextRef="#ctx0" brushRef="#br1" timeOffset="70251">9172 14832 29311,'0'-10'-3277,"2"3"0,5 6 99,19 10 4234,-9-3-730,11 7 1,1 0-15,-5-2-334,11 5 1,2 1-1155,-6-3 1633,-4-2 1,-1-1-69,0-2 0,-7-3 0,-8-4 0</inkml:trace>
  <inkml:trace contextRef="#ctx0" brushRef="#br1" timeOffset="70476">9477 14787 4156,'-3'-15'3151,"-1"3"-1820,0 0-660,-1 7 1569,-21 18-17,10-2-1786,-13 13 1,-1 4-21,7-4-911,-6 8 1,2 1 704,9-6 1,-6 13-1,15-17 1</inkml:trace>
  <inkml:trace contextRef="#ctx0" brushRef="#br0" timeOffset="71002">9340 14528 8882,'-19'-16'899,"-15"-5"-539,1 4 0,-14 1-45,14 16 0,-2 9-136,6 4 1,-1 5 0,1 1-90,-1-1 0,1 2 0,1 3-30,-3 11 0,1 5 0,6 1-651,9-5 0,4 0 1,2 1 531,2 8 1,3 1-1,3-1-1009,5-5 1,2-1-1,2-2 1087,5 11 0,6-3-179,4-11 1,6-2 0,1-4 429,1-6 1,1-4 0,2 0-230,3 4 1,2 0 0,3-5 445,-1-8 0,4-3 0,0-4 0,-1-5-285,0-7 1,-1-7-1,-1-1 1,-1 1 463,7 2 1,-3 2 0,-1-8-325,-6-7 0,1-6 0,-5-4 0,-9 2 507,-11 1 1,-8-1-1,-1-1-404,5-6 0,-2-2 0,-7-1-621,-8 5 0,-5-3 1,-6 2-1,-3 5-67,-2 9 1,-6 3 0,-1 3 0,0 0-310,0-1 1,0 0 0,-2 3 0,-1 6-128,-6 7 0,-3 5 0,0 5 0,5 4-414,0 8 1,4 5 0,1 0-547,-10 6 1,6 1 1204,10 3 0,7 1 0,10 6 1,3 2-1</inkml:trace>
  <inkml:trace contextRef="#ctx0" brushRef="#br1" timeOffset="71561">10226 14795 5326,'-14'-19'3276,"9"1"0,-1 1 0,24 0 0,16 10-2933,0 1-1085,4 4 0,-1 2-613,-4 2 1254,7 2 0,-2 2-1564,-14 4-362,7 10 538,-36 2 2534,-5-5-426,-9 1 0,-3-1 366,4-2-286,-4 6 0,1 0 658,12-1 345,-2 13-366,29 6-1009,-2-14 0,1-1-1036,9 16 817,-8-18 1,-8-1 1202,-24 6-909,-10-7 0,-3 0-882,-10 10-576,-1-9 0,4-1 837,16-5 0,0 7 0,19-8 0</inkml:trace>
  <inkml:trace contextRef="#ctx0" brushRef="#br1" timeOffset="71821">10863 15031 5236,'10'-19'3276,"1"9"-1638,13 22 0,6 12-214,2 4 0,2 2-1308,-6-7 1,1 1 0,-2-1 0,5 7 0,-4-4 0,6 3 0</inkml:trace>
  <inkml:trace contextRef="#ctx0" brushRef="#br1" timeOffset="72041">11201 15080 5596,'-18'-43'3276,"6"16"0,-1 5 0,2 20 0,-21 16-2829,1 10-503,8-4 0,0 2-375,1 7 0,3 0 1831,-5 8-1348,10-5 1,4-2-1,11-6 1,3 11 0</inkml:trace>
  <inkml:trace contextRef="#ctx0" brushRef="#br1" timeOffset="72535">11661 14812 6045,'-9'-15'3276,"0"-2"0,2 5 0,7-7 0,29 13-2395,-9-3-1643,7 8 1,3 3-791,13 5 1790,-1 0-1240,-12 1 1,-6 5-328,-18 12 1840,12-2-1625,-39 11 2634,2-11-209,0-1 279,6 17 551,12-22-1025,8 10 1,3 1 230,5 1-1636,-1-6 1,-2 1 723,-1 16 250,-9-16-116,-21 1 1,-8-2-802,-3-5-510,-1-4 0,-8 2 0,5-2-2535,-10 2 2759,9-3 1,3-1 0,8-1 0,8-2 0</inkml:trace>
  <inkml:trace contextRef="#ctx0" brushRef="#br1" timeOffset="73146">13599 14857 27018,'-16'-18'-3277,"43"-2"2997,2 11 0,4 2 568,5 0 1,0 2 0,-2 2 0,-4 1 0,0 4 0</inkml:trace>
  <inkml:trace contextRef="#ctx0" brushRef="#br1" timeOffset="73355">13640 15002 28117,'22'10'-564,"16"-8"1,5-4 599,-14 1 1,1-2 30,12-2 1,6-2-1,-7 0 1,-13 2 0,-3-1-1,15-4 1,-1 1 0</inkml:trace>
  <inkml:trace contextRef="#ctx0" brushRef="#br0" timeOffset="73881">14587 14482 9422,'-9'-17'719,"3"5"-449,10-4 0,13 6-180,3 0 0,11 6 0,3 2-90,-1 0 0,8 2 0,2 0 0,1 5-45,-18-3 0,-1 2-45,9 12 180,-42 10-90,-12 5 0,-6-6 0,-4 1-90,-4 9 90,1 2-180,32-9 0,8 2-90,13 8 0,3 1 225,-9-4 0,0 1 180,9 9 0,-10-3 90,-28-18 0,-8-2-90,5-2 0,-3 0-135,-15 1 0,-2-3-450,13-7 0,3-2-1439,-16 7 1889,19-7 0,12-4 0,6-4 0</inkml:trace>
  <inkml:trace contextRef="#ctx0" brushRef="#br1" timeOffset="74156">15199 14693 9422,'-2'-17'2338,"4"8"-1888,17 5-270,7 17-90,7 10 0,1 3-90,-14-10 0,0 1-270,8 10 0,4 4 0,-6-5-179,3 4-1190,4 3 1,-2-3 1377,-13-13 1,11 6 0,-16-16 0</inkml:trace>
  <inkml:trace contextRef="#ctx0" brushRef="#br0" timeOffset="74389">15509 14680 9781,'-17'-20'1080,"-2"1"-810,2 21-1,-9 9-89,-4 18 0,-1 5-180,12-13 0,-1 1-120,-7 13 0,-4 5 0,6-5-15,10-13 1,1-2-706,-5 9 1,-2 3-1,4-4 840,-1 8 0,7-13 0,1 0 0,4 5 0</inkml:trace>
  <inkml:trace contextRef="#ctx0" brushRef="#br0" timeOffset="74876">15798 14536 10051,'-2'-10'900,"1"1"-451,9-2-269,0 4 90,22-2 0,10 7-270,0 0-45,-1 5 0,-2 1-45,-5 1-90,5 5 0,-4 2 0,-14 6 91,4 11-1,-34-6 0,-7 1 90,-4 4-45,-12 5 0,-2-2 45,11-9 0,-1 4 0,3 2-90,14-4 0,2 17-45,18-15 0,4-1 135,2 6-90,2 3 0,-2-2 90,-10-11 101,-8 4 0,-8 0 194,-10-7 1,-7-4 258,-2 6 1,-3-2-163,0-4 0,-3-1 0,2-2-735,-3 0 0,1-2 699,-1 0 0,2-1 0,-7-1 0,14-4 0</inkml:trace>
  <inkml:trace contextRef="#ctx0" brushRef="#br1" timeOffset="76403">14487 15374 5236,'-7'-7'3276,"2"-1"0,3 2 0,9-9 0,-1 7-1638,17-3 0,4 3 565,8 2-3296,3 2 1,9 0 0,1 1 925,0 1 0,1 1 0,2 0-213,-6 0 1,1 0 0,2 1 0,3-1-32,-8 0 1,3 0-1,2 1 1,0-1-1,-1 1 1,-2-1-19,4 0 1,-1 1-1,-1-1 1,-1 0 0,1 0 68,-1 0 1,0 0 0,-1 0 0,0 0 0,-3-1 149,5 1 0,-1-1 0,-3 0 1,-5-1 123,1-1 0,-4-1-813,2 0 1,-3-1 1040,-2-1 81,1 1-97,-20 5 2014,1 0-2377,1 3 815,-3-1-724,0 1 3422,-3-1-3226,-2-1-220,0 0 8,-1-2 498,0-5 702,-3 0 227,1-7 320,-5-8 144,-1-2 52,0-13-1985,1 5 1,1-3 66,3 0 0,1-2-20,1 2 0,2-5 0,1-2 1,0 0-664,1 0 1,0-1 0,0 0 0,1 1 49,0-1 1,1-1-1,-1 2 1,0-1 330,0 3 0,-2-1 1,1 2-1,-2 2-266,1 0 1,-1 1-1,-1 4-240,0 1 0,0 3 837,0-6 1,-2 4-145,-5 12-5,-7 10 188,-8 16 65,2 6 1,-1 5 90,9-12 3189,-1 0-2896,-3-1-290,-3-5-90,-20-5 45,-3-2 0,-6-1-45,0 0 0,-4-1 0,0 0-1093,5 1 1,0 0 0,-6-1 1072,5 1 1,-7-2 0,-3 0 0,-1-1 0,4 1 0,6 2-156,-4-2 1,6 2-1,-7-1 175,8 2 0,-5-2 0,-3 0 0,-2-1 0,0 1 0,4 1 0,3 1 0,-4 0 0,4 2 0,1 1 0,-2-1-36,5 0 0,-2-1 0,0 1 0,0 0 0,1 2-122,-10 0 1,-1 1 0,2 1 0,3 2-113,2 1 0,4 2 0,-1 0 30,-4 2 0,0 0 1,6 0 149,4 2 0,5 1-270,-15 8 180,31-12 0,-10 2 180,8-4 0,-3 0 90,7-4 3133,1 0-3223,5-2 873,-1 1-694,1 0-89,0 0 0,-1 6 90,2 1-90,3 7 180,1 23-180,2-5-1131,-1 6 0,1 8 1,0-1 1085,1 4 0,-1 0-15,1-5 0,-1 1 0,1 3-575,0-2 0,1 4 1,0-2-1,0-6 545,1 1 0,-1 1-299,1-4 0,1 6 0,0 3 0,0-2 0,0-8 300,2 5 0,0-3-176,0 4 1,2 4 0,-1-6 84,-2-14 1,1-2-477,0 2 1,1-4 718,2-6 1,0-4 0,-2-13 0</inkml:trace>
  <inkml:trace contextRef="#ctx0" brushRef="#br0" timeOffset="91446">1669 2746 8072,'12'-8'3059,"-2"2"-2340,-4 1-449,-19 32-180,3-9 0,-11 17 0,-4 5-90,6-12 0,-1 0-1093,-3 6 1,-2 4 0,2-4 559,2-5 1,2 0 668,-1 3 1,-1 2 0,5-6-317,3-4-179,-7 22 269,21-38-90,8 1 0,7-10 0,23-7 90,-6 0-90,-1 1 0,0 1 0,9 0 45,-11 2 0,2 0 1561,1 0 1,-1 1-1517,10-4 45,-5-3 0,-4-1 45,-12-1 45,5-9 0,0-6 135,-9 1 0,-1 0-1,2-2 1,0 4 0,1 7-90,-21 47-68,-3 0 1,-3 8-1,-1 4 1,1-2-23,-1 5 0,1 0 0,0 1-453,0-7 0,-1 2 0,2-1 0,1-3-267,3 2 1,2-2-1,1-7-89,4 2 809,9-3 0,5-27 0,2-1 0</inkml:trace>
  <inkml:trace contextRef="#ctx0" brushRef="#br0" timeOffset="91705">2217 2990 9512,'10'21'989,"14"4"0,6 2-944,-10-8 0,3 1-15,9 5 0,5 4 0,-2-4-255,-4-2 1,1-2 224,0-1 0,3 1 0,-4-2 0,-4-2 0,-3-2 0,-1-4 0,0 0 0</inkml:trace>
  <inkml:trace contextRef="#ctx0" brushRef="#br0" timeOffset="91903">2596 3077 9332,'-15'-28'809,"-5"18"-539,-7 27 0,-1 10-1207,10-10 0,0 2 997,-6 9 0,-2 5 0,3-4 289,7-7 0,1 0-394,-4 5 0,-1 3-540,-6 12 1,1 0 25,12-20 0,-1 0 559,-9 19 0,3-3 0,11-12 0,1 2 0</inkml:trace>
  <inkml:trace contextRef="#ctx0" brushRef="#br0" timeOffset="92546">3189 2789 10501,'-25'5'944,"3"15"1,1 6-945,6-7 0,-1 3 22,-4 9 1,-5 7-1,0 3 1,2-5-233,3-3 0,3-3 0,-2 1-30,-8 11 0,-1 0 1,7-3 104,9-7 0,12-10-45,30-22 90,-3-5 0,3-2-135,5 2 0,2 2 90,2 1 0,3-1 135,-5-5 0,1-3 0,-1-2 150,-5-2 0,0-2 0,-2-1 0,2-5 0,-1 0 0,-10 13 120,-13 22-1341,-12 13 0,-8 11 1,-2 0 1070,1-6 0,0-1 0,1 4-498,-1 10 0,1 5 0,2 0 0,6-10 498,8-9 0,2-3 0,-3 21 0,5-6 0,24-16 0</inkml:trace>
  <inkml:trace contextRef="#ctx0" brushRef="#br0" timeOffset="95577">8237 2685 8702,'-7'-3'2788,"1"6"-2338,-22 38-360,2-1 0,6-9 0,-2 3 0,-5 6 0,1 0-1729,2 1 1,1-1 491,2-6 1,2-2 1895,2-1 0,5-5-749,6-5 0,2-1 950,14-2-950,13-9 0,0-1 0,2-4 0,0-1 3276,-2 0-3263,5 0 0,3 1-103,14 1 0,-14-1 0,1-1 45,-4 0 0,0 0 0,-1 0 0,-2-1 45,8-1 0,-4-4-90,-14-5 90,-3 1 0,0-11 0,-8 10 0,5-14 0,-4 6 0,2-2 0,-3-6 0,-1 11-90,-1-9 90,-2 12 0,2-5 0,-2 7 0,1-2 90,-1 22-90,0-4 45,-4 24 0,-1 6-45,-1-1 0,-1 6 0,-2 5 45,1-3 0,1 0-45,1-8 0,1 1 0,0-3 0,1 3 0,1-3-225,4-3 0,2-4 45,0 17-1349,13-16-1529,-2-32 3058,3-1 0,6-15 0,-4 0 0</inkml:trace>
  <inkml:trace contextRef="#ctx0" brushRef="#br0" timeOffset="95864">8861 3132 10321,'23'-2'2159,"18"3"-2699,0-4 0,6-1 540,-11 1 0,1 0 0,0-1 0,-3 1 0,0-1 0,-1 0 0,10-4 0,0 0 0</inkml:trace>
  <inkml:trace contextRef="#ctx0" brushRef="#br0" timeOffset="96434">9585 2935 10771,'1'-12'629,"-1"1"-89,8-1-450,-2 4 0,16-5-90,3 10-90,10-2 45,-9 4 0,1 1-135,21 4 180,-8-2-90,-11 4 90,-31 3 0,-3 3 90,-16 15-90,6-8 0,3 4 0,3 1 0,4 5-90,4-2 0,4 3-45,6-3 1,4 2-46,4 8 0,2 0 90,-3-6 0,-1-1 45,1 3 0,-5-2-45,-11 9 90,-22-1 45,-1-20 0,-2-4-45,-17 5 45,5-10 0,3-2-225,9-4-360,-1 1 1,2 0 539,13-3 0,-3 1 0,13-2 0</inkml:trace>
  <inkml:trace contextRef="#ctx0" brushRef="#br0" timeOffset="96945">10317 3165 9242,'-18'-3'2069,"5"-1"-1080,5-2-359,40 2-630,-5 1 0,10 3 0,11 1 0,-1 0-360,-12 0 0,-2-1 0,2 1 240,4 0 0,1 0 0,-1-1 120,12-2 0,-11-2 0,-26 2 0,8-5 0</inkml:trace>
  <inkml:trace contextRef="#ctx0" brushRef="#br0" timeOffset="97368">10501 2981 8972,'0'-14'899,"1"4"91,3 0-361,1 7-539,1 2 450,4 18-450,-4-4 45,1 12 0,0 2-135,-2-2 90,2 13 0,0 3 0,-1 0-90,-1-9 0,0 2-180,-1-6 0,0-1-1169,3 20-810,-1-5 2159,-2-15 0,-1-16 0,0-4 0</inkml:trace>
  <inkml:trace contextRef="#ctx0" brushRef="#br0" timeOffset="102336">11194 2851 8882,'9'-15'540,"1"0"-1,-4 6-179,-2 0 360,2-3-271,-2 3-89,7-5-180,12 3 0,25-1-180,-5 5 60,-11 5 0,5 2 0,-4 0-60,14 2-30,-14 1 0,5 1 0,-6 2 30,12 19-45,-20-12 0,-6 6 45,-16 17 0,-14 6-1093,-4-14 1,-5 0 0,-1 1 1023,1 0 1,0 1 0,-2-1-198,-4-1 0,-1 0 1,3-3 220,6-5 0,4 0-206,2 16 251,28-14 0,6-13 0,7-2-30,5-3 0,5-2 0,-1-1 30,11 1 0,2-1-45,-12-1 0,4-1 0,-1 1 0,-4-1 1368,3-1 1,-2 0-1729,9 0 1,-4 0-2873,-10 0 3196,-9 1 1,-12 1 0,-10 0 0</inkml:trace>
  <inkml:trace contextRef="#ctx0" brushRef="#br0" timeOffset="103347">7981 3726 8522,'-11'-1'1080,"-1"-1"-271,5 1 91,14-1-1993,27 0 1,21 3 0,-3 0 1037,-20-1 0,-1-1 0,9 1 89,-10 0 1,6 1-1,3-1 1,4 1 0,4-1-1,2 1 1,2 0-1,2 0 1,0 0 0,0 0-1,0 0 1,-1 0-1,-2 0-110,-4 0 0,0 0 0,0 0 0,1 0 0,0 1 0,0-1 0,0 0 0,1 1 1,0-1-1,1 0 0,0 1 0,1-1 0,0 0 0,1 1 0,0-1 80,-5 0 1,1 0-1,0 0 1,2 1-1,0-1 1,0 0-1,1 0 1,1 0-1,-1 0 1,1 0-1,0 1 1,-1-1-1,1 0 1,-1 0 0,-1 0-1,0 0 1,0 1-1,-2-1 1,0 0-1,-2 0-66,6 0 1,-1 1-1,0-1 1,-1 1 0,-1-1-1,0 1 1,0-1-1,-1 1 1,0-1 0,-1 1-1,0-1 1,0 0-1,0 0 1,0 0 0,0-1 95,4 1 1,1-1-1,2 1 1,-1-1 0,1 0-1,-1 1 1,-1-1-1,-1-1 1,-3 1 0,-3 0-1,-2-1 1,-4 0-1,-5 0 56,11-1 0,-9 0 0,-1-1 0,3 0-36,12-1 0,6-1 0,1 1 0,-6-1 0,-13-1-1390,9-7-1941,-21 7 3806,-22 5 1,-11 9-1,-4-4 1</inkml:trace>
  <inkml:trace contextRef="#ctx0" brushRef="#br0" timeOffset="108553">10068 3984 9512,'14'-5'1529,"-1"1"-1439,10 2 0,4 1 0,17-1-90,-10 2 0,2 1 44,-6 0 1,0 1-45,0 0 0,-1 3 0,-3 1 0,-5 6-89,-11 24 89,-14 7 0,-15-10 0,-7-1 0,0-2 0,-1-1 0,5-6 0,0 1-45,-3 4 0,4-3 45,8-7-90,-2 23 90,23-24 0,19 9-45,13-14 0,5-5 0,-17-2 0,3 0 0,5-2 0,6-1 0,0 0 0,-6-1 0,-6-1 0,0-1-158,5 1 1,7-1 0,0 0-1,-7 0-157,-4 0 1,-2-1-721,17-1 1,-2 0 1079,-9-2 0,-2-4 0,-8-1 0</inkml:trace>
  <inkml:trace contextRef="#ctx0" brushRef="#br0" timeOffset="109303">12783 2552 8342,'0'-12'540,"0"3"-450,2 1 629,5-1 1,9 1-90,22 0-495,-10 7 0,0 0-91,-2 2 1,3 0-803,5 1 0,6 1 0,1 1 0,-5-1 803,-1 0 0,-1 1-45,11 0 0,4 1 0,-9 0 90,0 4-90,-9 11 0,-15 7 0,-11-3 0,-2 5 30,-6 14 0,-3 8 0,0 0-454,2-13 0,0 1 0,1 0 0,-1 3 424,-1 4 0,0 4 0,-1 1 0,1-1 0,1-3 0,0-2 0,1-3 0,-1 0 0,1 3-285,1-4 1,-1 3 0,1 1-1,-1 1 1,2 0 0,-1-2 266,2 6 0,0 0 0,0-1 0,1-1 0,-1 0 18,0-4 0,0 0 0,-1-1 0,1 1 0,1 1 243,2 2 1,0 2 0,0 2 0,1-2-1,0-4 1,-1-6-244,0 0 0,0-7 0,1 2 0,1 12 0,1 2 0,-4-7 90,-4-8 0,-6-9 0,-37-8-45,17-8 0,-5-1-15,-4-3 0,-6-2 0,-1 0-75,5-1 0,-2-1 0,0-1 0,1 1-15,-2 0 0,2 0 0,0 0-60,-4-1 0,-1 1 0,2-1-973,3 0 1,0 0 0,5 0 825,4-1 1,1 1-1,-8-1 1,-3 0-1,6-1 1,-12-3 0</inkml:trace>
  <inkml:trace contextRef="#ctx0" brushRef="#br0" timeOffset="109939">7299 2695 9422,'11'-25'2248,"-2"2"-1978,-2 7-135,15 5 0,10 4-1228,4 1 1,6 2 0,-3 0 380,9-2 0,2 1 409,-9 3 1,5 0 0,-3 0-1,-9 2 303,4 1 0,5 6 0,-62 1 0</inkml:trace>
  <inkml:trace contextRef="#ctx0" brushRef="#br0" timeOffset="110319">7285 2719 8612,'0'12'270,"4"9"-135,3 10 0,-1 7-1068,-1-1 1,-2 3-1,0 2 955,0-2 1,0 2-1,-1 1 1,0 2-5,-2-4 0,0 3 0,-1 0 0,0-1 0,-1-2-18,1-1 0,-1-2 0,1 1 0,-1 4 25,1 0 1,0 4 0,0 4 0,0 1-1,0-2 1,0-3 0,1-6-813,-1 9 1,0-8 0,1 7 786,1-6 0,-1 6 0,0 3 0,1 0 0,1-3 0,0-6 0,4 9 0,0-6 0,3 0 366,1 2 0,2-1 0,2 0-366,1-1 0,1-1 0,4-5 30,1-11 0,2-5 0,2-4-30,9-2 0,3-7-45,6-4 0,0-5 0,-7-1 0,1-3-75,-5 1 0,3-2 0,0 1-569,7-2 1,1 0 0,1 0 688,1 0 0,0 0 0,1 0 0,-6 0 0,2 0 0,0-1 0,-2 1 0,5-1 0,-1 0 0,1 0 0</inkml:trace>
  <inkml:trace contextRef="#ctx0" brushRef="#br0" timeOffset="111002">13981 3631 8252,'-17'-7'990,"3"2"-541,34 3-179,1 2-180,7 0 0,3 1-90,-3-2 0,-1 1-90,20-1-585,-14-2 1,-2-2-146,-1-5 1,8-7 0,-21-1 0</inkml:trace>
  <inkml:trace contextRef="#ctx0" brushRef="#br0" timeOffset="111289">14078 3406 8432,'-8'-12'2069,"7"14"-1844,1 19 0,3 11-135,0 5 0,1 4 0,2 2-270,2 5 0,2 0 0,0 0-913,-3-4 1,0 0 0,2-5 110,3 0 0,2-9-367,3-11 1349,2-9 0,5-5 1,8-1-1</inkml:trace>
  <inkml:trace contextRef="#ctx0" brushRef="#br0" timeOffset="111597">15163 2977 9422,'2'-14'1079,"0"1"-630,8 32 1,2 19-270,-4 4 0,-1 8 0,2 2-225,0-8 0,3 2 0,-1 0 0,-1 0-23,-3-4 1,-2 1 0,0-1-1,4-1-752,3 0 1,2 0 0,1-3 0,-1-9 575,8 3 0,5 0 0,2-5 0,0-19 0</inkml:trace>
  <inkml:trace contextRef="#ctx0" brushRef="#br0" timeOffset="111834">16297 3340 9422,'11'-4'1259,"8"-2"-1079,-6 4 359,34-3-449,-14 3-180,-4 0 1,2 1-1261,1-2 1,0 0 1349,13-2 0,-19 1 0,-2-1 0,0-2 0</inkml:trace>
  <inkml:trace contextRef="#ctx0" brushRef="#br0" timeOffset="112022">16307 3492 9332,'-7'13'1529,"27"7"-1349,-5-14-1273,13 0 1,11 0 0,-6-2 436,1-2 1,10 0-1,-2-2 1,-19-4 0</inkml:trace>
  <inkml:trace contextRef="#ctx0" brushRef="#br0" timeOffset="125752">17602 2896 7173,'-14'-13'1439,"3"2"-719,1-2-1,12-5-359,12 1-90,18-3-180,-8 13 0,3 2-45,1 1 0,1 1 45,16 2 0,-15 7 0,-5 7-90,-13 17 45,-11 3 0,-8 3-1138,-15 4 1,-7 0 1092,9-14 0,-1 0 0,0 1-242,-2 1 0,-1 0 0,2-2 242,2 0 0,3-1-369,3 1 0,4 0 369,9 7 0,12-14-45,14-9 0,4-4 45,15 0 0,-13-2 0,5-1 0,-2-1-180,6 0 1,-3-2 44,-1 2 0,-1-1-1504,6-1 1,-6 1 1872,-9 0 0,24 0 0,-28 0 1</inkml:trace>
  <inkml:trace contextRef="#ctx0" brushRef="#br0" timeOffset="125975">18653 3163 9871,'-14'-20'720,"4"5"-450,-5-5-1170,14 10 900,7 6 0,1 2 0,1 4 0</inkml:trace>
  <inkml:trace contextRef="#ctx0" brushRef="#br0" timeOffset="126437">19097 2846 10051,'-16'-25'1080,"7"10"-900,-2 0 89,7 10-269,-2 5 180,-4 12-90,4 0-180,-1 21 0,11 2-90,5-7 0,6 4 1,0 0 29,1-2 0,2-1 0,-1 0 150,1 1 0,0-1 0,-1-2-90,9 8 0,-8-4 0,-20 1 90,-14 11 0,-13-15 0,-8-2 0,-3 0 0,-1-3-135,2-1 0,1-1-855,4-4 1,7-2 989,12-4 0,7 0 0,10-5 0</inkml:trace>
  <inkml:trace contextRef="#ctx0" brushRef="#br0" timeOffset="126668">19196 2959 9152,'-27'-35'629,"9"9"-539,8 12 270,7 6-90,16-5-1909,24 3 1,8 1 1285,-16 1 1,2 0-135,4 2 0,6 0 0,2-1 0,-4 2-143,8-3 1,-1 1 439,2 0 0,4 0 1,-5 0-1,-1 0 0,-3 1 1,1-1-1,1 1 1</inkml:trace>
  <inkml:trace contextRef="#ctx0" brushRef="#br0" timeOffset="126916">20133 3120 10141,'-10'-5'1619,"13"2"-1439,4 0-270,37 3-449,-4 0 539,1 1 0,0-1 0,4 0 0,-18 0 0,0-1 0</inkml:trace>
  <inkml:trace contextRef="#ctx0" brushRef="#br0" timeOffset="127130">20066 3342 9602,'5'8'89,"27"-5"1,12-4-1484,-1-1 0,3-2 925,-10 2 1,2-1 0,-3 0 0,8-3 0,-5-2 0,5-3 0</inkml:trace>
  <inkml:trace contextRef="#ctx0" brushRef="#br0" timeOffset="127676">21424 3001 8882,'-6'-18'540,"1"5"-1,1-7-89,8 4-180,13 3 0,24 2-180,0 7-45,-10 5 0,2 2-45,11 7 90,-5 0-90,-12 5 90,-23 2-90,-15 11 0,-2-4 0,-7 3 0,-2-1 0,5-2-45,-2 9 0,3 2-45,10-4 45,3-5 0,3 1-135,15 16 90,4-1 90,-1-9 0,-1 1-90,-14-19 90,-5 7-90,-24-3 0,6-7-1035,-3-2 1,0-2 304,6 0 1,-7 1 0,18-5 0</inkml:trace>
  <inkml:trace contextRef="#ctx0" brushRef="#br0" timeOffset="128232">21492 2693 9242,'-24'-30'539,"6"8"46,-8-2 0,-1 2-315,-7 4-61,-7 13 1,-11 6 0,1 9-143,14 6 1,0 7-1,2 5 1,-1 4-615,5-1 1,0 6 0,0 2 0,2 2 0,0-2 0,2-1 51,1-5 0,-1-2 1,3 0-1,4 2 1,7 5 381,8 1 1,6 6-1,3 4 1,4 1-1,3 0 1,2-3 0,1-4-1,0-7 271,6 1 0,2-8 1,3-2-1,6 4-215,-1-3 1,4 4 0,5 1 0,1 1 0,3-2 0,-1-2 0,0-5 0,-2-7 38,10-3 0,-1-9 0,0-4 0,1-1 0,-1 2-240,0 3 0,1 3 0,-1-2 0,0-4 0,-2-8 288,-6-6 0,1-6 0,-1-3 0,-2-3 0,-4-3 0,-6-1 82,-1-14 0,-9-5 1,-3-2-1,2 3-90,6 3 1,2 3 0,-2-2-1,-7-3-4,-8-1 0,-5-5 0,-4 0 0,-3 1 0,-4 5-358,-5 5 1,-5 4-1,-2 1 1,0 0 361,3-1 1,-1 0-1,-2 1 1,-5-2-23,-2 7 0,-4-2 0,-4-1 0,-1 0 0,-1 2 0,0 3 0,4 2 201,-8-2 0,3 4 0,-2 2 0,-6 2-611,7 6 0,-5 1 1,-4 0-1,-1 1 1,-1 2-1,2 1 0,4 2 1,5 2 355,-16 0 0,8 5 1,-2 6-1,6 5 0,-3 4 0,0 3 1,4 1-1,7-1 0,1 11 1,-1-1-1</inkml:trace>
  <inkml:trace contextRef="#ctx0" brushRef="#br0" timeOffset="-78441.73">13485 5506 8522,'-15'-11'2249,"3"2"-1620,4 0 91,2 2-180,35 1-406,8 5 1,15 1 0,4 1 0,-7 0-135,-10-2 0,-3 1 0,8 0-357,-9 1 0,8-1 0,4 1 0,3 1 1,1-1-1,0 1 0,-3-1 0,-5 0 0,-5 0 357,14 1 0,-9-1 0,9 1 10,-15-1 0,6 1 0,4-1 0,3 1 0,0 0 0,0-1 0,-2 1 0,-4-1 0,-4 0-123,8 0 1,-6 0 0,-1 0-1,4 0 113,-2-1 0,2 2 0,3-1 0,-1 0 0,-1-1 0,-4 1 22,7-2 1,-3 0 0,-3-1-1,-3 1 23,12-1 0,-4 0 15,-5 0 0,2-2 0,-11 1 30,-7 0 90,20-4-90,-29 5-180,3-2-90,-4 1 2495,-5 1-4563,-1 1 2449,0 1 1,-5 0 0,1 1 0</inkml:trace>
  <inkml:trace contextRef="#ctx0" brushRef="#br0" timeOffset="-77774.73">17127 5585 9781,'-18'-10'-359,"2"2"539,4 2 989,0 1-270,61 10-629,-4-2-180,-11 0 0,8 2 0,4 1 0,-1-1-715,-6-1 1,1 0-1,1 0 1,0 0 0,0 0 642,3 0 0,0 0 0,1 1 0,-1-1 0,1 1-18,2-1 0,-1 1 0,1 0 0,0-1 0,0 1-99,1 0 1,1 0-1,0 0 1,-2 0-1,-3 0 129,3 0 0,-3 0 0,3 0-30,-4-1 0,5 2 0,1-1 0,-2 0 0,-8 0 0,9 0 0,-4 1 0,3 0 0,3 0 0,-5-1 45,-4 0 0,-3-1-45,-3 0 0,-2 0 90,16 0-90,-29-1 0,10 0 3014,-19-1-3194,8 1 331,-6 3-3428,-2-1 2837,-11 1 0,1-4 0,-7-1 0</inkml:trace>
  <inkml:trace contextRef="#ctx0" brushRef="#br0" timeOffset="52749.81">13654 9824 7173,'-40'-11'1529,"19"6"-719,-15-6-631,26 9 91,-1-2 180,12-1-360,23-2 0,19 2 0,-2 1-199,-10-1 0,3 0 127,3 0 0,8 0 0,4 0 0,0 0 0,-3 1-254,-1 1 1,-2 0 0,0 1-1,3-1 251,-6 1 0,2-1 0,1 1 0,0-1 0,0 0 0,-1 1-15,6-1 0,-1 1 0,-1 0 0,0 0 0,-1-1 45,5 1 0,-1 0 0,-2 0 0,-3 0 15,-4 0 0,-3 0 0,-3 0-15,2 0 0,-7 0-1034,-10-1-2288,-11 13 3219,-3-7 0,-6 11 0,2-7 1</inkml:trace>
  <inkml:trace contextRef="#ctx0" brushRef="#br1" timeOffset="56839.81">14366 12158 21276,'-19'-12'-1838,"3"2"932,4 2 833,5 4-118,23-3 2267,18-1-1059,12-1-718,-20 6 0,1-1-231,0 0 0,0 0 439,-1 1 1,-1 0 515,21-1-63,-17 4-89,-26 14-1418,-19 13 0,-11 7 499,6-7 0,-3 4 1,-1 1-1,0 0 27,0 2 0,1 0 1,-1 1-1,1-2-126,-8 7 1,0-1-1,6-2-449,1 6 0,16-11 344,31-23 0,-1 3 0,19-20 0</inkml:trace>
  <inkml:trace contextRef="#ctx0" brushRef="#br1" timeOffset="58249.81">16042 12138 20855,'-12'-3'-1413,"-5"-3"874,10 4 482,-7-3 542,5 1-341,10-3 108,0 1-55,30-3 306,-15 5-993,29-1 684,-26 3 1,8 1 0,-15 2 0</inkml:trace>
  <inkml:trace contextRef="#ctx0" brushRef="#br1" timeOffset="58439.81">15899 12317 15474,'5'8'-3277,"3"0"2049,14-2 2194,19-5-753,-12-2 1,2-1-683,10-3 1,1-2 0,-9 2 0,0-1 0,1-1 0,1 0 0</inkml:trace>
  <inkml:trace contextRef="#ctx0" brushRef="#br0" timeOffset="60219.81">17457 11700 7443,'9'-6'1349,"-11"11"-1259,-1 0 0,-15 16 0,10-11 90,-13 27-90,11-3 0,-1 9-90,12-4 0,19-1 0,-6-13 45,7 0 0,2-1-45,-4-6 0,5 4 0,0 1 0,-6-3 45,7 11-8,-29 1 53,-25 3 95,-6-1-199,-4-12 0,-1-4-97,6-4 268,5-3 1,5-4 0,15-8-1,1 0 1</inkml:trace>
  <inkml:trace contextRef="#ctx0" brushRef="#br0" timeOffset="60499.81">17477 11854 8252,'-2'-10'450,"5"-3"180,14-3-585,13 3 0,5 1-585,-6 2 0,2 0 540,15-2 0,0 3 0,-18 4 0,-2 2 0,-1 0 0,0 0 0</inkml:trace>
  <inkml:trace contextRef="#ctx0" brushRef="#br0" timeOffset="60749.81">18047 11989 8432,'6'2'1799,"22"-3"-1799,1 0-225,7-1 0,1-2-944,5 0 1169,-2-1 0,1 0 0,-15 1 0,-1 1 0,5-2 0,0 0 0</inkml:trace>
  <inkml:trace contextRef="#ctx0" brushRef="#br1" timeOffset="68619.81">18810 11662 16923,'5'-9'-396,"9"-5"1232,9 2 1440,20-5-774,-3 5-617,5 4-534,2 9-385,-8 6 463,-4 1 15,-20 24-983,-24-9 0,-4 1 34,0 10 0,1 2-185,0 1 0,4 1-195,14-3 1,6-3-1250,11 8 1446,13-13 0,-7 3-8,-33 2 0,-14 3 488,1-4 1,-5 0 0,-3 0 307,-7 2 1,-4-1 0,-1-4-1,2-5 1,0-4 0,3-1-1,6-1 1,1-1 0</inkml:trace>
  <inkml:trace contextRef="#ctx0" brushRef="#br1" timeOffset="70019.81">19591 11807 10430,'3'-13'-474,"5"-1"433,-3 9 475,19-2-132,-4 5-208,14 0-25,-7 2 0,0 0-52,6 0-18,2 0 1,1 0 212,-1-1-279,-8-1 1,1-1-730,9-3 474,-10 0 339,-10-1 0,-9-1 0,0-1 0</inkml:trace>
  <inkml:trace contextRef="#ctx0" brushRef="#br1" timeOffset="70319.81">19741 11580 18897,'3'-9'-2871,"-1"1"1847,5 13 717,-5 25-561,0 12 739,-3-10 1,-3 4 0,1 0 55,2 0 0,0 0 1,1 0-73,-1 2 0,-1 0 0,4 0-948,2-1 1,3 1 0,1-6 545,-1-7 1,2-2 0,4 3 0,2-3 0,5 0 0</inkml:trace>
  <inkml:trace contextRef="#ctx0" brushRef="#br1" timeOffset="70839.81">20424 11665 9726,'9'-21'2402,"22"-8"-737,-2 16-159,15-5-502,5 18-817,-25 4-333,-7 14 1,-7 9 53,-22 2 1,-12 3 0,3 0-76,8 3 1,-1 0 181,-12 4 0,-7 2 0,5-6-281,1 7-68,12-15 1,2-1-463,3 4 198,20-6-54,20-10 788,10-7 1,6-1-101,2-1 1,3-2-582,-5-2 1,3-1-1,-4 0 57,-5-1 0,-4 0 0,2 0 0,-6-2 0,-10 1 0</inkml:trace>
  <inkml:trace contextRef="#ctx0" brushRef="#br0" timeOffset="71509.81">21273 11747 7173,'-2'-10'314,"4"-7"157,0 38-381,-8 16-10,3-3 0,-1 2-18,-3-2 0,-1-2-1,2-6 0,1 0 93,-3 14 1,2 0 196,-1 1-278,0 9 1,2-1-229,4-17-411,2 17 542,2-31 1,3-3-1,0-5 1</inkml:trace>
  <inkml:trace contextRef="#ctx0" brushRef="#br1" timeOffset="71869.81">21229 11722 10312,'12'-9'851,"12"-2"-315,-1 4 162,1 1 1,3 0-315,0 2 1,-1 2-183,3-1 1,1 1-89,2 4 0,-2 2-18,10 7 191,-1 13-327,-23-8-212,-21 10 1,-7 1-398,-5-6 542,-7-1 0,-8 3 1,3-5-57,-17 1 86,8-4 1,0 0-1373,-4 2 1031,21-7 1,3-2-1,17-6 1</inkml:trace>
  <inkml:trace contextRef="#ctx0" brushRef="#br1" timeOffset="72659.81">17413 12504 15157,'5'-11'782,"17"0"0,5 2 293,8-1-916,-6 5 1,11-1-1,6 0 1,3 1 0,-1 0-1,-5 1-979,2 0 1,-3 2 0,1 1 0,8-1 749,-14 1 1,3-1 0,3 1-1,2-1 1,2 0 0,2 1 0,2-1-1,1 1 1,0 0 0,1 1 0,0 0 25,-9 0 0,0 0 1,2 1-1,1 0 1,1 0-1,0 0 1,1 1-1,1-1 1,0 1-1,0 0 1,1 0-1,0 0 0,-1 0 1,1 0-1,0 0 1,0 0-1,-1 0 16,-3-1 1,1 1 0,0 0 0,0 0 0,0 1 0,1-1 0,-1 0-1,1 0 1,0 1 0,0-1 0,0 0 0,-1 1 0,1-1 0,0 0 0,-1 1-1,0-1 1,0 0 0,-1 0 0,0 0 10,3 1 0,0-1 1,-1 0-1,1 0 0,-1 0 1,1 0-1,-1 0 0,0 0 1,0 1-1,-1-1 0,1 0 1,-2 0-1,1 0 0,-1 0 1,-1 1-1,0-1 0,0 1-30,7 0 0,1 0 1,1 1-1,0-1 1,0 1-1,-1 0 1,-2 0-1,-1-1 0,-3 1 1,-3-1-1,-4-1 1,-4 1-1,-5-2-476,16 1 1,-11-1 0,1-1 407,5 3 0,3-1 1,-3 0-1,-13-3-575,-7-7 362,-28 8 1,-3-3 0,-2 8 0</inkml:trace>
  <inkml:trace contextRef="#ctx0" brushRef="#br1" timeOffset="73639.81">19363 13175 14670,'3'-12'-1053,"-1"3"681,2 5 261,2 1 339,16-3-81,2-2-14,18-8 35,-11-1-367,-4 0 379,-2-10-144,-16 14-109,11-15-126,-13 19-136,2-2 91,-4 15-118,-1 13-199,-1 10 327,-2-2 0,1 1 58,-1 2 0,2 2 58,2 8 1,1 2-104,1-2 0,1-2-143,-1-6 0,0-3-680,7 14 979,-5-23 1,-3-7 0,0-3-1</inkml:trace>
  <inkml:trace contextRef="#ctx0" brushRef="#br0" timeOffset="73899.81">19499 13491 7892,'1'8'630,"5"-1"-540,0-5 90,30-1-180,-13-2-450,12-1 0,14-2 1,3-1-1,-8 1 450,-4 0 0,1-2 0,-4 1 0,8-1 0,2-1 0,-1 0 0,-6 0 0,-4-2 0,-1 1 0,1-1 0</inkml:trace>
  <inkml:trace contextRef="#ctx0" brushRef="#br1" timeOffset="74769.81">22131 11257 21009,'16'-8'56,"-2"3"218,31 8 0,5 3-311,-8-1 82,-3 0 0,8 2 0,-7 1-122,-11 2 1,-5 5-278,8 16 0,-4 6-302,-10-14 1,-4 6 457,-8 4 1,-4 11 0,-1 5 0,-3 3 0,1-1 0,0-4-268,0-2 1,-1-4 0,0 0 0,0 3 0,1 6 334,-1-9 1,1 4 0,0 4 0,0 1 0,-1 2 0,1 0 0,0 0 0,0-1 0,1-1 0,-1-3-249,1 1 1,0 0-1,1-1 1,0-1-1,-1-1 1,1-1-1,0 1 1,-1-1 142,1 2 0,-1-1 0,0 1 0,0-2 0,0 0 0,1-2 0,1-2-71,1 6 1,1 0 0,1-3 0,-1-4 0,1-6-109,-1-2 1,1-4 451,2 2 1,-4-3-42,-10 3 386,-24-11 0,-13-2-441,10-6 0,-4-1 0,-3 0 0,-1-1-513,1 1 1,-2-1-1,-2 0 1,1 0-1,2-1 380,-2 1 1,2-1 0,1 0 0,1-1 0,-9 1 0,1 0 0,9-3 0,-6-4 0</inkml:trace>
  <inkml:trace contextRef="#ctx0" brushRef="#br0" timeOffset="75559.81">16647 11778 8072,'-4'-11'-629,"1"4"719,-5-2 269,1 5 361,-3-3-720,16 8 90,28 3-180,1 2 0,3 1 45,-9-2 0,-1 0-217,13 1 0,-4 0 310,-12-2 1,-1-1 0,-13 0 0</inkml:trace>
  <inkml:trace contextRef="#ctx0" brushRef="#br1" timeOffset="76009.81">16618 11798 13376,'-7'4'3276,"1"1"-2142,6 8-2485,0 13 1062,1 19 0,0 5 80,0-17 1,0 4 184,0 1 0,1 8 0,0 4 1,1-2-1,-1-7-443,0 8 1,1 1 459,0-11 0,1 8 1,1 3-1,0 1 1,0-3-1,0-6-371,1 4 1,1-5 0,0 3 192,-1-5 0,0 3 1,1 2-1,0-1 0,1-1 165,1 4 0,1-2 0,0 0 0,1-2-37,-2-4 0,0-1 0,0-1 0,0 0-3,2 10 1,1-1 0,-1-2-72,3 3 1,-2-7-244,-1-2 61,-1-9 74,0-7-252,3-12 1031,4-4 337,9-7-120,3-3 1,6-2-1403,4 0 0,5-1 1,-2 0 1120,-8 1 1,-2 1 0,4-1-310,7-1 1,5 0 0,0-1 0,-5 2 0,7-3 0,-1 1 0,-1 1 0,0-1 0,0 1 0</inkml:trace>
  <inkml:trace contextRef="#ctx0" brushRef="#br1" timeOffset="76909.81">23086 12372 18235,'-6'-11'-3277,"8"2"2318,8 7 3068,38-1-1265,-11 3-674,3 0 1,2 0-158,-10 0 1,1 0-442,1 0 1,3-1-1,-4-1-117,-2 1 1,-1-1 0,8-1 0,-3-2 0,-7-4 0</inkml:trace>
  <inkml:trace contextRef="#ctx0" brushRef="#br1" timeOffset="77189.81">23385 12107 7850,'3'-8'-22,"-1"0"681,5 13-553,-5 1-394,4 11 254,-3 23 1,-1 9-1606,1-8 1,1 2 1295,-1-2 0,1 4 1,1-1 31,4 0 0,2 0 0,0-5 434,-1-6 0,0-3 0,8 11 1,2-4-1,2-7 0</inkml:trace>
  <inkml:trace contextRef="#ctx0" brushRef="#br0" timeOffset="77489.81">24561 11817 6993,'7'-22'810,"1"4"-631,2 22 91,0 11-135,-3 15 0,-2 6-90,-2-3 0,-1 4-865,-1 1 1,-1 5 0,0 1 0,-1-3 584,0-1 0,-1-2 0,0 2 167,0-2 1,0 3 0,0 0 0,0-1-207,2 8 0,0 0 0,1-5 274,-1-4 0,1-1 0,2-3 0,0 2 0,1-6 0,5 12 0</inkml:trace>
  <inkml:trace contextRef="#ctx0" brushRef="#br0" timeOffset="77689.81">25097 12541 8252,'4'-11'-1169,"-2"27"1169,-4-5 0,-5 19 0,-4-19 0</inkml:trace>
  <inkml:trace contextRef="#ctx0" brushRef="#br1" timeOffset="79479.81">20938 14570 22028,'-4'-10'-3277,"-1"1"0,0 5 3258,-7 0 1449,-18 5 76,-5 4-720,-6 10 1,-4 8-570,16 0 1,1 4 0,-1 1-319,-1 0 1,0 0 0,2 4 537,1 9 1,2 3 0,7 0-295,8-9 0,4-1 0,2 0-1782,-3 7 1,5 1 832,10-4 1,6 2 0,-1-7-770,10 8 1124,1-12 1,7 4 0,-3-8 53,17-3 582,-4-4 0,1-7 284,-14-12 1,-3-5 476,2-7 1,-3-5 565,5-14-924,-23 3 1,-9-2-676,-10 5 1,-7 2 172,-3-1 0,-4 3-162,-8 4 1,-1 5-183,9 8 0,1 3 376,-23 10 0,29 4 1,5 3-1</inkml:trace>
  <inkml:trace contextRef="#ctx0" brushRef="#br1" timeOffset="79929.81">21345 14973 26388,'-10'-7'-3277,"11"-1"0,9 3 2782,8 0 1508,19 3-333,-19 3-822,9-1 231,-15 2 1,-3 0 0,3-1 0</inkml:trace>
  <inkml:trace contextRef="#ctx0" brushRef="#br1" timeOffset="80149.81">21373 15093 26249,'-13'4'-318,"2"1"-105,26 0-295,-6-2 306,22-2-509,13-7 1016,-8 0 1,-9 1-1,1-1 1,10-5-1</inkml:trace>
  <inkml:trace contextRef="#ctx0" brushRef="#br1" timeOffset="82449.81">22159 14645 22837,'6'-9'-2244,"1"2"1857,-3 4 1252,10 0 209,9 1-652,19 1-289,-15 2 1,3 1-145,2 2 0,-1 2-267,-2 0 1,-2 2 185,-1 6 0,-5 2-535,-2 3-207,-19 10 0,-8 1-848,-8-4 1338,-3-1 1,-7 4-1,2-1 8,-5 0 0,1-1 115,-2 1 1,1 0 493,4-3 1,6-3 320,10-9 32,0 4-3081,14 6 2013,17-2 770,1 3-519,15-8 371,9-5-30,-17-7 1,5 0-1,0 0-315,7 0 1,2 0 0,-1 0 304,-2-1 0,1 0 0,-2 0 0,-3-1 0,-2 0 0,-4-1 0,-5 0 1,1 0-1</inkml:trace>
  <inkml:trace contextRef="#ctx0" brushRef="#br1" timeOffset="82769.81">23212 14915 25560,'36'-5'1334,"-12"1"-1227,1 2 1,5 1-221,1 0 1,1 0-49,-1 0 0,2 1-382,9-2 0,-2 1 571,2-1 0,-2-4 1,-15-1-1</inkml:trace>
  <inkml:trace contextRef="#ctx0" brushRef="#br1" timeOffset="83089.81">23458 14687 24623,'-11'-1'2071,"-3"38"-3164,8-7 1,2 5 0,0 3-1,1 9 1,1 2 0,2 1 764,2-1 1,1 0 0,1-2 0,1-10 0,0-2 0,2-4 0,6-3 0,0 1 0</inkml:trace>
  <inkml:trace contextRef="#ctx0" brushRef="#br0" timeOffset="83579.81">24103 14645 7173,'-6'-17'719,"7"-2"-449,10 10-164,7-2 170,25 5-188,4 9-44,-20-1 0,-1 3 2,1 11 0,-9 7-39,-21 17 0,-12 6 151,3-7 0,-2 3 0,-3 0 200,0-6 0,-1 1 1,-1 1-1,2-2 161,-1 8 1,1-1 0,8-3 630,11 5 0,13-6-748,17-12 0,10-9-812,-10-11 0,3-3 1,-2-3-1,11-1 1,-3-4-1,-6-2 0,-1 1 1</inkml:trace>
  <inkml:trace contextRef="#ctx0" brushRef="#br1" timeOffset="83909.81">24757 14979 26575,'5'-13'-1639,"-8"36"1,-4 18 545,3-7 1,-1 5 0,1 1 272,-1-4 1,1 2 0,-1 1 0,1-1-274,0 13 1,-1 0 0,3-6 436,1-8 1,1-6-1,-1 6 1,0-27 0</inkml:trace>
  <inkml:trace contextRef="#ctx0" brushRef="#br1" timeOffset="84249.81">24747 14876 27754,'-6'-13'-3277,"3"1"0,18 4 1593,28 8 3694,1 4-1490,-8 4 0,1 6-614,-8 8 0,-5 7-416,-8 2 0,-9 3-583,-18 12 0,-10-2 1402,0-13 1,-5-4 304,-15 1 0,1-6-655,2-6 0,15-7 0,10-4 0</inkml:trace>
  <inkml:trace contextRef="#ctx0" brushRef="#br0" timeOffset="84889.81">25002 14408 7533,'-18'-25'179,"1"0"1,-5-6-60,-3 16 1,-2 7 35,3 10-45,-5 10 1,-6 6 0,2 5-1205,4 5 1,1 6 0,0 1 594,0-3 0,-2 2 1,1 1-1,0 5 613,7-4 0,0 4 0,0 3 0,2 0 0,0-1 0,3-3 252,-3 6 1,4-2 0,0-1 0,0 3-253,1-1 1,0 2-1,0 1 1,2 0 0,3 0-10,4-4 1,2 0 0,3 0 0,0-1 0,2 0-51,1 3 1,1-2 0,2 0-1,1 2-47,1-4 0,2 3 0,0-1 0,2-1 0,0-4 44,6 8 1,2-4 0,5-4 164,6-1 0,4-3 0,1-5 14,2-4 0,3-7 61,6-8 0,7-5 1,-3-7 108,-8-6 0,-2-7 0,0-1-104,-5 3 0,1-1 0,-1-3 0,-1-5-126,-6-5 0,0-7 0,-1-3 0,-1-1 0,-2 2 0,-3 4 241,4-4 1,-4 3-1,-3-8-486,-5 3 0,0-9 0,-1-4 1,-1-1-1,-2 0 0,-3 5 1,-2 7-39,-3-2 1,-5 7 0,-2-8-3,0 4 1,-1-7 0,-3-4-1,0-4 1,-2 0 0,1 1 0,-1 4-1,0 5-143,-1-1 1,-2 4-1,1 2 1,-1 0-1,0-3-59,1 0 0,-1-2 0,1-1 0,-1 0 0,0 3 0,-1 3-104,-6-5 0,0 2 1,0 5-1,3 9 1412,-10-2-1620,7 6 0,-2 9-136,-9 30 1,2 11 481,-5 5 0,9-5 1,-5 5-1,3 0 0,3 4 1,0 0-1</inkml:trace>
  <inkml:trace contextRef="#ctx0" brushRef="#br0" timeOffset="88129.81">23900 16577 7443,'-3'-11'270,"1"3"89,-1-5-89,2 7 540,-1-7-720,2 29 90,-2 15-135,2-3 0,-1 5 44,-1 13 1,0 2-45,2-9 0,0 2-75,-1-6 0,1 3 0,0-5-15,1-6 1,0-2-1,0 3 0,0-2-1035,2 2 181,-2-14 899,2 6 0,-3-17 0,1-2 0</inkml:trace>
  <inkml:trace contextRef="#ctx0" brushRef="#br0" timeOffset="88469.81">23840 16514 7803,'-1'-13'0,"3"-3"89,7 8 1,14-2-90,7 5 90,3 2-45,1 6 0,0 2-45,-1 1 0,2 1 0,-1 2 0,-5 8 0,-9 8 90,-16 2-1729,-20-5 1,-6-2 1613,-5 3 70,-8-1 0,1-3-45,13-8-517,-17 10-652,32-14 1148,8 2 1,10-4 0,10-2 0</inkml:trace>
  <inkml:trace contextRef="#ctx0" brushRef="#br0" timeOffset="88719.81">24319 16750 7713,'-10'-4'1259,"13"-3"-1169,0 2 90,25-2-270,-7 6-1080,17 2 361,-19 0 809,2 3 0,-17-2 0,-1 0 0</inkml:trace>
  <inkml:trace contextRef="#ctx0" brushRef="#br0" timeOffset="88899.81">24327 16879 7803,'-7'3'269,"14"-2"-179,0-2-449,25-3-631,-7 1 990,16-3 0,-6-2 0,2-2 0</inkml:trace>
  <inkml:trace contextRef="#ctx0" brushRef="#br0" timeOffset="89539.81">24888 16505 7803,'1'-9'1169,"-4"18"-989,-13 32-135,5-16 0,-1 3 15,-2 1 0,-1 3 0,-1-2-15,-2 3 0,1-1 0,-7 11 0,1-1-45,9-16 0,1-2-45,0 2 0,1-1-45,0 1-180,8-6 180,10-13 0,15-10 0,0-5-90,12-6 180,-9 3-90,11-2 90,-17 8-180,20 0 90,-20 4 0,12-1 0,-5-2 0,-1-4 0,-2-4 90,1-13 0,-12 10 0,4-12 90,-11 19-90,5-3 0,-6 19 90,0 7 90,-4 24-90,-4 0-45,2-10 0,-1 3-1684,0 1 1,1-2 1523,-2 16-392,2 2 507,9-22 0,0-8 0,5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02:13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6681 9199 24575,'-3'-11'0,"1"-7"0,0-14 0,1 8 0,-1-2 0,1-10 0,-1-2 0,0-6 0,1-2 0,0 12 0,1 0 0,0-1 0,-1 1 0,1-1 0,1 0 0,-1-13 0,1 1 0,0 4 0,2 2 0,1 8 0,2 2 0,1 5 0,1 3 0,12-10 0,3 13 0,1 9 0,1 7 0,1 3 0,1 1 0,3 0 0,7 1 0,10 6 0,-18 2 0,1 4 0,8 5 0,1 6-302,-10-4 1,2 4 0,-1 0 301,2 4 0,1 1 0,-1 0 0,-2 2 0,0 0 0,-1 0 0,-4-2 0,0 1 0,-3-2 0,4 6 0,-2-1 0,-8-9 0,-3-2 0,3 5 0,-10-11 0,-4-7 0,-2-4 0,0-2 0</inkml:trace>
  <inkml:trace contextRef="#ctx0" brushRef="#br0" timeOffset="5649">13275 5604 24575,'28'0'0,"4"0"0,8 0 0,6 0 0,-4 0 0,4 0 0,3 0 0,2 0 0,-1 0-547,-2 0 1,0 0 0,2 0 0,0 0 0,0 0 0,1 0 77,-6 0 1,2 0 0,0 0 0,0 0 0,-1 0 0,0 0 0,-3 0 325,9 0 1,-1 0 0,-1 0 0,-3 0 0,-2 0 735,8 0 0,-3 0 0,-4 0-593,7 0 0,-7 0 303,-5 0 1,-28 0 0,-8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4:19.78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13574 5626 7353,'34'1'346,"0"1"1,1 0 0,6-1 0,7 1 0,2 0 0,3 0 0,1 1-311,-11-2 0,2 1 0,3 0 0,1 0 0,1 0 0,0 0 0,0 0 0,0 0 0,-2 0 0,-1 0-350,3 0 0,-2 0 0,0 0 0,-2 0 1,2 0-1,0 0 0,2 0 0,3 0 334,-9-1 1,3 1 0,3-1 0,1 1 0,2 0-1,-1-1 1,1 1 0,-2-1 0,-2 0 0,-2 0 0,-4 0-1,-4-1 1,-5 0 181,11-1 1,-8 0-1,-3-1 1,3-1-666,4 1 0,5 0 0,0 0 0,-6-2 0,-8 0 463,11-10-184,-65-2 184,23 19 0,5-2 0,20 9 0</inkml:trace>
  <inkml:trace contextRef="#ctx0" brushRef="#br0" timeOffset="591">17780 5781 9242,'-36'-16'1169,"9"4"-719,31 0-271,20 7 1,18 5 0,10 3 0,2-1-130,-17-1 0,4 0 0,1 0 0,3 0 0,2 0 0,1 0 0,1 0 0,1 1 0,1-1-288,-7 0 1,1 0-1,2 0 1,1 0 0,1-1-1,0 1 1,1 0-1,0 0 1,0 0 0,1 0-1,-1 0 1,-1 1 0,0-1 230,-1 0 0,1 0 0,0 1 0,0-1 0,0 1 0,0 0 0,0-1 0,-1 1 0,0-1 0,0 1 0,-1-1 1,-1 0-1,-1 1 7,6-1 0,-1 0 0,1 0 0,-1-1 0,0 1 0,-2 0 0,-2 0 0,-1 0 0,-3 0 0,-2 0-64,11 0 0,-1 0 1,-5 1-1,-5 0 0,-8 1-655,16 5 719,-50 2 0,-16 0 0,-2 0 0</inkml:trace>
  <inkml:trace contextRef="#ctx0" brushRef="#br0" timeOffset="1605">17863 7458 9602,'-5'-18'1709,"0"2"-1350,1 5 361,-16 13-540,-3 11 0,-4 8-120,2-3 0,-3 3 0,0 3 29,-7 7 1,-1 4 0,2 2-68,11-7 1,1 2 0,1-1-1,2 0-22,-3-1 0,3-1 0,7 3-136,11 8 0,8 5 0,5 0 0,7-7 106,13-3 0,8-7 0,2 1-82,-9 2 0,1 2 0,2-1 0,2-6 89,3-7 1,2-4 0,1-5-1,1-3 23,1-5 0,2-6 0,-1-2 0,-5 1 0,-3 2 0,-4-1 0,2-5-625,2-4 1,3-6-1,2-1 1,-4-2-1,-8 3 670,-1-3 0,-5-6-27,-5 0 0,1-8 0,0-4 0,-4 0 0,-7 4-102,-9-2 0,-7 2 0,-2-3 84,0-5 0,-1-5 0,-4 1 0,-9 3 15,-3 13 0,-7 2 0,-3 2 0,-2 1 0,0 1 0,4 2-473,0-3 0,2 2 1,-1 1-1,-6 2 368,-5 3 0,-7-1 0,-3 2 0,0 2 0,4 3 0,9 4-15,-9 2 1,3 7-716,2 4 1,-6 3 0,3 3 0,9 3 798,10 6 1,4 5 0,-8 6 0,4 3 0,18-8 0,-1 0 0</inkml:trace>
  <inkml:trace contextRef="#ctx0" brushRef="#br0" timeOffset="2197">18054 6696 9092,'-28'-27'-60,"0"-1"0,0 1 0,0 0 0,-2-1 0,1 1 0,-1 3 120,0 3 0,-1 2 0,-2 7-100,-10 10 0,-3 9 0,3 1 85,-2-1 0,-2 9-221,14 3 0,-5 7 0,-3 5 1,-2 3-1,1 2 0,3 1 0,4-2 221,3 0 0,4 1 0,1 1 0,1 2 0,0 1 0,-2 2-124,5-7 0,-2 1 0,0 2 0,-1 1 0,0 1 0,0 1 0,2-1 0,0 0 0,3 0 0,1-2 91,-1 7 1,1 0 0,2-1 0,2 0 0,2 0 0,2 1 0,3 3-25,2-2 1,2 2 0,1 1 0,2 1 0,3 0-1,2-1 1,4-1 0,3-2-46,4-3 1,4-1 0,4-1 0,2-1 0,1-1 0,2 0-1,-2-1 1,0 0 30,0 3 0,-2 0 1,1 0-1,0-2 1,3-1-1,3-2 0,4-3 6,0-5 0,5-2 0,3-1 0,2-2 0,1-1 0,0-2 0,0-3 0,-3-1 0,-3-4 20,9 1 0,-3-4 0,-1-4 0,2-3 0,3-1 33,-4-1 1,3-2 0,2-1 0,2-2 0,0-1 0,-2 0-1,-2-2 1,-4 0-16,7-3 0,-5-2 0,-1-2 0,0 0 0,2-3 7,-6 3 1,1-1 0,1-1 0,0-1 0,0-2-1,-1-1 1,-1-2 25,-1-4 0,0-2 1,-1-2-1,-1-1 1,-1-1-1,-2-2 1,-1 1-14,-4 2 1,-1-1-1,-1-1 1,-2 0 0,0-2-1,-1-1 1,-1-1 6,0-2 0,1-2 0,-1-1 0,0-1 0,-3-1 0,-2 0 0,-5-1 0,-4 1-1,-5 1 1,-4 0 0,-3-1 0,-3 0 0,-2 0 0,-3 1 0,-3 0 0,-2 2-211,-2 2 0,-2 1 1,-2 0-1,-2 0 0,-3 1 1,-3 1-1,-2 1 0,-2 2 1,-3 0 177,3 7 1,-3 1 0,-3 1 0,-3 0 0,-1 1 0,-3 1 0,0 0-1,-1 1 1,0 0 0,1 2 0,0-1 0,2 1 0,2 1 0,3 1-13,-7-4 0,4 0 0,1 2 0,0 0 0,2 1 0,-2 2 0,-1 0 0,-3 1 0,-2 2-58,5 3 0,-2 0 0,-3 1 0,-1 0 0,-2 1 1,0 0-1,-1 2 0,0 0 0,1 1 0,2 2 1,1 1-1,3 1 0,2 2 0,4 1-452,-14 5 0,6 4 1,3 2-1,1 3 0,1 0 1,-3-1 509,1-1 0,-2 0 0,1 0 0,-1 2 0,1 0 0,2 1 0,3 2 0,0 2 0,1 1 0,2 2 0,2 1 0,1 0 0,3 0 0,-2 7 0,0 1 0,0-1 0,0 1 0</inkml:trace>
  <inkml:trace contextRef="#ctx0" brushRef="#br0" timeOffset="7172">16156 3649 9781,'22'-1'270,"-1"-2"-90,7-6-180,-9 3-1639,3-7 1,0-1 754,-4 1 1063,2-6 0,0-3-179,3-13 0,3-8 0,-15 19 0,-1 2 0,2-2-2073,1-12 1983,-9 26 90,1 15 0,-7 8 0,1 15 0,-1 10 0,1-1 45,2 9 0,0 1-75,-1-8 0,0 1 0,1-1-105,4 13 1,0-5-136,-1-20 0,1-2-540,5 22 810,-5-14 0,-1-21 0,-3-4 0</inkml:trace>
  <inkml:trace contextRef="#ctx0" brushRef="#br0" timeOffset="7430">16301 4005 8882,'-9'5'1439,"16"3"-1169,12-5-240,15-2 0,12-3 0,-4 0-165,-5 0 0,1-1-521,-1-1 1,7-1-1,4 0 1,-4-1 0,-5 1 327,5-2 0,-1-1 0,-4 0 1,5-1-1,0 0 0,-4 0 1,-4 0-1,-1-1 0,1 1 1</inkml:trace>
  <inkml:trace contextRef="#ctx0" brushRef="#br0" timeOffset="9707">19405 3439 8972,'3'-15'989,"-2"-8"-809,-3 15 540,-10-13-270,-7 17-181,-23 15-179,11 4-90,11 1 0,1 2 180,-6 21-135,9-2 0,3 2 0,2-13 0,2 1-15,3 7 0,1 4 0,3-4 15,5-7 0,4 0-15,6 12 0,6 5 0,2-5 15,7-3 0,3-3-15,-3-5 0,1 0 0,-1-6-30,0-7 0,1-8 0,3-12 0,3-6 0,-4-3-1348,-5-2 1,-1-4 1347,4-1 0,3-4 0,-5-1-621,-5-11 0,-7-4 681,-7-1 0,-5-5 0,-1 3-60,0 0 0,-2 0 30,-2 5 0,-2-1 0,-5 1 0,-9 3 0,-6 1 0,-2 5-210,-4 1 0,-7 6 180,-3 10 0,-8 4 0,-1 3 0,6 4 0,-2 6 0,2 7 0,-1 11 0,1-1 0,-1 1 0</inkml:trace>
  <inkml:trace contextRef="#ctx0" brushRef="#br0" timeOffset="13774">15782 4386 7083,'-26'-10'1349,"2"0"90,13 7-1079,44 4 0,17 2-270,-9-3-15,-11 0 0,10 1 0,6 1 0,4-1 0,1 1 0,-3-1-330,-2 1 1,1-1 0,0 1 0,1 0 0,1-1-1,-1 1 1,1 0 254,0-1 0,0 0 0,0 0 0,0 1 0,1-1 0,0 0 0,0 1 11,-2-1 0,1 1 1,1 0-1,1 0 0,-2 0 1,-1-1-1,-2 1 0,-4-1 61,5 0 0,-3 0 0,-3 0 0,-2-1 0,-2 1 144,4-1 1,-4 1 0,0-1 83,3-2 0,0-1 0,-11 1-210,-10-1 179,20-6 1,-27 4-270,-1 1 90,0-1 1579,-4 3-1579,-2-4 0,-3-9-90,-4-8 0,-3-9 0,5-10 0,2-8-30,3 7 0,2-5 0,0 1-127,-2 9 0,0 2 0,1-3 0,2-4 131,-1 2 0,2-3 0,1-3 1,1-1-1,-1-1 0,1 1 1,-2 3-521,0-2 0,0 1 1,0 1-1,-1 0 1,1 0-1,0 0 531,0 0 0,0-1 0,1 1 0,-1 1 0,0 1 0,-1 1-21,1-7 0,-1 0 1,-1 4-1,-2 10-54,-1-9 90,-5 25 0,-3 1 0,-11 22 0,4 3-904,-16 5 1,-4 1 903,-1-2 247,-2-1 0,-9 0 0,-1-1-217,2-3 0,-1-3 0,-9 0-30,15-2 0,-5 1 0,-4 0 0,-3-1 0,-2 0 0,0 1 0,0-1 0,1 0 0,2-1 0,-1 1 0,1 0 0,0-1 0,0 0 0,0 0 0,0 1 0,0-1 0,-2 0 0,6 0 0,-1 0 0,-1 0 0,0 0 0,-1 1 0,1-1 0,0 0 0,1 0 0,1 1 0,1-1 0,-10 1 0,-1-1 0,1 1 0,2 0 0,2 0 0,5 0 0,5 1-212,-6 0 1,8 0 0,-2 1 188,0 0 1,-3 0-1,3 1 1,8 0-68,-7 5 0,6-1 21,9 1 69,13-5 2237,0 0-2327,1 0 2001,3-2-2001,3 6 1513,3 1-1423,3 3 122,2 20 0,0 4-122,-1 5 44,-2-2 1,0 12 0,0 1 0,-1-7-348,-1-3 0,-2 2 328,1-10 1,0 7 0,-1 4 0,-1 3-1,1-1 1,0-2 0,-1-5-219,0 3 0,0-4 0,0 0 0,-1 6 215,2-5 1,-1 4-1,0 4 1,0 2-1,0 0 1,1-1-1,1-3 1,0-3-5,3 4 0,0-2 0,2-3 0,-1 0 0,-1 0-18,-1 2 0,-1 0 0,-1 0 0,3-3 0,4-4-180,8 8 0,5-6 0,-1-12-360,4-12-1888,24-9 2428,-29-31 0,-1-12 0,-14-1 0</inkml:trace>
  <inkml:trace contextRef="#ctx0" brushRef="#br0" timeOffset="17232">19752 5993 7623,'3'-9'1619,"0"0"-990,-2 4-449,6 11 360,2 33-540,0-10 135,-2 17 0,0 2-135,-3-8 67,-1-6 1,1 8-1,-1 3 1,0-3-38,-2 0 0,0-2 0,1 3-8,1 3 1,0 4-1,1 0 1,-1-4-23,0-2 0,0-4 0,0-2 44,4 9 1,1-6 45,6 6 90,4-22-180,2-5 90,11-17-90,-1-4 0,1-1 0,10-1 0,-4 2 0,6 0 0,-3 0 0,-6 1 0,2 1-23,7 0 1,8 0 0,0 1-1,-7-1 23,-4 1 0,-1-1-90,-2 1 0,6 0 0,-1 0 1,-9 0-451,8-1 450,-14 0 0,-3-1-180,-2-1-449,-13-2 719,-1-2 0,-4-2 0,-1-1 0</inkml:trace>
  <inkml:trace contextRef="#ctx0" brushRef="#br0" timeOffset="17665">20624 6781 8792,'-6'-9'630,"-2"-3"-450,3 5 449,5-1-89,42 29-405,-3 3 0,5 4-135,-7-4 0,2 1 0,-1 0 0,-5-2 0,-1 0 0,-1-2 0,-1-1 0,0-1 0,-5-3 0,6 2 359,13 3-179,-46-17 0,-6 1-90,-17-1 0,-9 0-480,1 7 0,-2 4 1,2-1 389,-5 6 0,1 0 0,-7 5 0,7 1 0,15 5 0</inkml:trace>
  <inkml:trace contextRef="#ctx0" brushRef="#br0" timeOffset="19252">21414 6667 9242,'5'-10'989,"1"1"-359,-1 2-180,0 2-361,1 5 271,3 15-270,-3-3 90,2 23 0,-6 0-180,0 1 90,-2 4 0,-1 4-1729,1-5 1,1 0 1625,-2 0 1,0 1-317,1 2 0,0-3 239,-1-5 90,0 2-90,-3-1 90,1-25-90,-7-5 90,2-22-90,0-17 0,0-5 90,1-6-60,1 3 0,-1-6 0,1 7 3170,0-6-3110,2 15 0,-1-4 0,0 5 0,-1-8 760,2-8-760,13 34 0,0 5 0,12 28 0,7 11 0,-8-9-45,-1-2 0,0-2 45,1-3 0,14 2 0,-1-18-45,-10-7 0,2-5 0,3-7 0,0-5 15,-4 0 0,-1-2 1,-1 0 29,3-4 0,-1 1-45,4-8 0,-4 6 135,-10 17-90,-3 39 89,-14 7-89,-2 7 0,-1 5 30,2-10 0,0 3 0,0-3-30,0 3 0,1 3 0,1-3 0,0 6 0,1-1 0,1-6 0,2-2 0,2-2-180,2 20 1,2-3-361,7-9-2737,10-16 2457,-11-16 1,11-9 0,-8-5 0</inkml:trace>
  <inkml:trace contextRef="#ctx0" brushRef="#br0" timeOffset="20514">21874 6683 8612,'16'-13'540,"0"-1"-1,-1 2-89,-4 1 450,-6 4-451,-12-1-359,2 3 270,-29 4-180,-11 11-90,-1 1 0,12 0 0,-6 4 0,4 3-1729,-2 9 1,2 1 1285,-9-3 1,5 2 443,13 8 1,12 1-92,29 11-642,4-17 1,5 2 0,-1-2 641,-2-1 0,4-1-337,1-2 0,5 2 0,1-1 1,-5-3 381,0-2 0,-2 1 154,5 6 0,3 3 0,-5-1-199,-6 0 0,-3-1 41,0 3 0,-8 2-41,-16 5 0,-12-1 30,-3-13 0,-5-1 0,1-1-30,-3 10 0,-3-3 275,-3-7 0,-4-2 1,3-5-276,7-5 0,1-3 351,-5 2 1,-1-1-532,4-1 1,4-7-3098,6-13 797,5 2 2480,25-18 0,13 2 0,6-4 0</inkml:trace>
  <inkml:trace contextRef="#ctx0" brushRef="#br0" timeOffset="21055">22716 6769 10501,'5'-32'630,"-3"-1"-450,-5 23 359,-11-13-89,-14 14-270,-7 3-135,10 9 0,-1 5 90,-8 11 0,2 5-135,6-4 0,2 3 45,-9 13 0,6 3 0,15-8 0,4 0-45,0-4 0,4 1-30,10 5 0,7 4 0,-1-5 30,7 10-30,2-3 0,6 7 0,-4-7 30,3 0-30,-7-10 0,3 4 0,-5-2-15,-7-5 0,-2-1 45,3 6 0,-4 1 0,-12 6 0,-9-2-1606,-17-1 0,-4-4 1651,11-2 0,-3-2-357,-4-9 1,-4-1 0,2-4 356,7-5 0,1-3-90,-1 2 0,0-1-990,-2-1 1,6-4-2243,13-6 3106,-4-3 1,33-14 0,4-1 0</inkml:trace>
  <inkml:trace contextRef="#ctx0" brushRef="#br0" timeOffset="21388">23306 6893 10951,'0'-26'1439,"0"6"-90,0 7-1259,4 18 180,-1 6-135,-1 15 0,-3 8-75,-2-2 0,-1 2 0,0 0-30,-1 4 0,0 0 0,-2 3-95,0 1 0,-1 4 0,0 0 0,0-6 65,-1 5 0,1 0-90,2-8 0,0 5 0,1-2 1,2-6-361,3-6 0,2-2-585,1 14 1,2-4-225,6-11 1259,6-17 0,-5-17 0,4-6 0</inkml:trace>
  <inkml:trace contextRef="#ctx0" brushRef="#br0" timeOffset="21730">23277 6889 10411,'-14'-32'1979,"2"2"-1529,19 26-91,10 4-89,20 10 0,10 7-158,-12-1 1,4 3-1,1 0 1,-2 0-224,3-1 1,-1-1 0,2 5 128,-5 1 0,4 4 0,-1 1 0,-3 1 0,-8-4 23,-4 7 0,-6 0-41,6 2 0,-1 3 0,-10 0 0,-17-2 0,-10 0 0,-6-2 22,-6-6 1,-6-2-1,-3-1 1,3 0-53,2 4 0,2 0 0,-5-2-38,-2-7 1,-5-3-1,0-1 1,7-1-788,1 0 1,4-1-225,-15 6 1079,7 4 0,41-15 0,4 2 0</inkml:trace>
  <inkml:trace contextRef="#ctx0" brushRef="#br0" timeOffset="21921">24336 7576 12210,'8'-10'2609,"0"0"-3419,-2 4-269,0 7 1079,-3 5 0,-6 1 0,-4 3 0</inkml:trace>
  <inkml:trace contextRef="#ctx0" brushRef="#br0" timeOffset="23522">21689 8145 7713,'1'-14'2068,"2"2"-1528,-2 1-270,4 16-90,-2 14 90,0 22 0,-1 12-91,-4-7 1,-1 4 0,0 0-331,1-10 0,0 0 0,0 0 1,-1 1 172,-1 3 1,-1 1-1,0-1 1,-1-1 67,0 7 0,0-1 0,0-2-31,0-7 1,1 0 0,0-2-60,0-2 0,1-1 0,0-3 67,-1 3 1,2-5 22,1-5 90,5-6-180,8-19 0,-1-2 0,10-13 0,-2 10 579,2-1-579,9 5 0,6 2-90,2 2 0,2 2-90,4-2 1,0 1-46,-1 1 0,-3 1-360,-11-2 0,-4-1 385,5 0 200,7 1 0,-25-6 0,4-1 0</inkml:trace>
  <inkml:trace contextRef="#ctx0" brushRef="#br0" timeOffset="23922">22026 9001 9332,'-2'-10'719,"-2"-2"-269,4 4 0,14 8-360,-5 2 0,13 9 179,3 11-179,2 4-45,-3-2 0,1 1-45,-4-2 0,0-1 0,-4-3 0,0 0-135,2 3 1,-3-2 44,-5-4 90,0 9-90,-26-15 90,-11-2 0,-1-1-315,1 5 0,0 3-584,2 4 899,1 0 0,3 2 0,7 2 0,4 2 0</inkml:trace>
  <inkml:trace contextRef="#ctx0" brushRef="#br0" timeOffset="24648">22639 9062 9512,'0'-23'1259,"-1"-4"-899,2 19 269,-1-5-449,-1 29 0,-5 21-180,-1 6 60,1-10 0,-1 5 0,0-5-60,-3 16-30,2-11 0,0 6 0,1-7-60,-1 9 90,3-14 0,0 0-180,-1 0 180,5-29-90,8-44 90,-2 12 0,-1-4 0,1 2 0,-1-3 0,0-1-30,0-7 0,-1-3 0,-1 2-1063,0 4 1,-1 1 0,1 1 1023,0 1 1,-1 2 0,1 2 23,-3-5 0,3 14 45,2 24 0,1 8 0,11 32 0,-6-18 0,1 0 0,0 0 0,2-1 0,18 10 0,1-28 0,-3-15 0,2-6 0,-7 2 0,-1-2 0,4-4 0,-3 0 3276,-3 0-3250,-12 33-26,-10 13 0,-3 7 0,3 0 0,-1 4 0,-2 0 0,0 4 0,1-2-90,0 8 1,2-2-46,-1-3 0,1-1-495,3-2 0,2-5-190,4 3 1,4-3 0,2-18 0</inkml:trace>
  <inkml:trace contextRef="#ctx0" brushRef="#br0" timeOffset="25565">23235 9345 9691,'-10'-9'1530,"-2"3"-991,-11 13-89,-6 9-180,-3 8-135,12-4 0,1 2-90,5-2 0,1 2-90,-1 3 0,3 1-135,1 19 0,10-12-180,20-4 90,18-23 180,-2-8 0,-1-13 45,-21-7 0,-5-1 45,-2-1 0,-3-11 0,-4-1 0,-8 4 0,1 7 0,-1 1 0,-6-6-90,5 13 1,4-4 89,7 15-90,11-6 90,10-1 0,-1-1-45,5-9 0,-1-4 45,-2 0 0,-3-2 0,3-6 0,-3 1 45,-7 6 0,-2-2-45,1 0 0,1-2 0,-2 1 134,-1-6 1,-2 3-45,3-14-90,-14 45 0,-2 21 0,-2 18 22,-1 3 1,-1 10 0,-1 3-1,0-2-22,2-5 0,0-1 0,-1-1 0,1 1 0,0 1 0,0 1 0,0-2 0,1-3 30,-1 0 0,1-4 0,1-6 60,-2 2-90,1-3 270,3-10-180,11-31-90,2-3 0,11-19-90,-5 12 0,1 1 90,4-4-135,2 7 0,0 5 135,-7 8-180,17 12 90,-22 15 90,-2 6-45,-14-2 0,-4-1 45,-6 5 0,-6-3 0,-4-3 90,-6-4-90,5-6 0,0-3-269,-10-1-1,7-5-2699,13-13 2969,21-5 0,7-10 0,9-3 0</inkml:trace>
  <inkml:trace contextRef="#ctx0" brushRef="#br0" timeOffset="25839">23688 9466 9602,'6'-10'2608,"-1"1"-2338,-1 15-90,-3-1 90,-6 27-180,-6 5-360,-2 11-405,6-16 0,2-1-2602,0 12 2457,3-6 1,3-18 0,1-14 0</inkml:trace>
  <inkml:trace contextRef="#ctx0" brushRef="#br0" timeOffset="26073">23750 8992 9512,'5'-26'899,"-1"6"-719,-1 10-270,-1 13-90,0 1-2338,-1 19 1708,0-11 810,-1 9 0,4-7 0,0 1 0</inkml:trace>
  <inkml:trace contextRef="#ctx0" brushRef="#br0" timeOffset="26398">24065 8946 8792,'6'-27'1619,"-1"4"-1079,-2 14-91,8 49-314,-8 0 0,-3 6-204,2-10 0,1 3 1,-3 1 68,-1 0 0,-1 2 0,-1 1 0,0-2-120,-1 5 0,0-2 0,0 0 30,0-7 0,0-1 0,1 1-1003,-1 8 1,0 2 0,2-7-2185,0 5 2737,0-6 1,2-3-1,3-8 1,-1 0-1</inkml:trace>
  <inkml:trace contextRef="#ctx0" brushRef="#br0" timeOffset="26823">24292 9698 9691,'-3'-10'1080,"0"0"-451,2 5-359,5 1 90,16 8-270,3 1-90,4 1 0,3-1-180,15-6 45,-14-3 0,-1-3 45,6-13-90,-10-23 91,-20 14 89,-7-9-90,-18 5 90,-2 13 0,-4 9 0,-2 7 89,-3 14 1,1 7-90,-2 1 0,2 6 60,7 4 0,3 6 0,4 1-15,6 11 0,7 0 0,-2 2 0,7-2-180,13-4 0,6-7-495,0-15 1,1-4-900,17 8 1529,7-13 0,-15-14 0,9-2 0</inkml:trace>
  <inkml:trace contextRef="#ctx0" brushRef="#br0" timeOffset="27688">24053 10598 10231,'5'-18'1529,"8"-11"-1349,-6 11 540,12-17-540,-13 25 359,5-9-449,-10 24-90,-14 32-90,2-8-45,-5 8 1,-2 2-91,7-14 0,0-3 135,0 3 0,0-1-180,0 2 0,1-3 0,5-10 270,7 3 0,4-20 0,20-21 0,7-8 0,-7 3 0,0-1 45,8-6 0,-1 0 0,-7 7 0,-4 6-45,-7 9 0,-1 10 90,-12 25-90,2-3-45,-4 11 0,0 2 45,3 6-135,2-3 0,2 0-494,15 11 269,-2-9-1279,2-19 1,1-5 1557,-3-4 1,24-3 0,-19-9 0</inkml:trace>
  <inkml:trace contextRef="#ctx0" brushRef="#br0" timeOffset="28331">24545 10667 9332,'-11'3'629,"1"1"451,4 0-271,10 5-629,-1-3 180,22 3-180,5-11-180,9-4-135,-11-6 0,-1-5-45,-10-1 0,-1-2 90,12-19-90,-35 2 90,-24 28 90,1 5-45,-9 21 0,-1 10 45,18-2 0,1 2-45,-10 4 0,3 2 45,13-6 0,8 0 0,16 11-179,21-9 89,9-7 0,1-21 0,3-9-45,1-10 0,-1-7-958,-8 2 1,1-4 0,-3-3 1049,-1-5 0,-2-3 0,-4-2-412,-4 3 0,-4 0 0,-2-1 635,2-11 0,-6 3-90,-4 15 0,-5 5 180,-11 6-1056,-12 43 0,-5 14 786,10-18 0,-1 2 11,-2 11 1,-4 8 0,1 2-1,4-5-11,2-1 0,2 0 187,-2 2 1,0 3-1,3-2-232,6 4 1,5-4-121,-2-13 1,4-2-736,9 10 1,3-6-540,2-13 1439,18 5 0,-11-22 0,6-3 0</inkml:trace>
  <inkml:trace contextRef="#ctx0" brushRef="#br0" timeOffset="28531">24948 10641 10141,'-11'-5'2969,"25"5"-3149,20 0-405,-10 1 0,2 0-1054,13-1 1,-1-2 982,3-2 1,-13 0-1,-3-3 1,3-3 0</inkml:trace>
  <inkml:trace contextRef="#ctx0" brushRef="#br0" timeOffset="97720">16793 1385 6453,'-6'-12'810,"1"1"179,0 1 181,2 2-990,3 13 269,-1 16-269,1 21-30,-1-7 0,-1 6 0,1 0-90,0-7 0,0 0 0,0 0-60,0 8 0,-1 2 0,1-4 0,0-4 0,1-3-270,1-2 0,0-2-449,1 0 719,7 17 0,-7-33 0,4-4 0</inkml:trace>
  <inkml:trace contextRef="#ctx0" brushRef="#br0" timeOffset="98112">16747 1319 8972,'-1'-28'1349,"6"4"-1079,12 17 0,7 2 0,3 2-180,-2 1 0,3 2-1,7 2 1,6 1 0,-4 1-135,-1 1 0,-2 2-45,13 5 1,-3 2-91,-7 11 180,-15-5-90,-37 20-1549,-5-25 1,-4-2 1580,2 4 1,0-1 57,-3-4 0,0-2-405,0-2 0,2-1 405,-3 5 0,-1 3 0,31-7 0</inkml:trace>
  <inkml:trace contextRef="#ctx0" brushRef="#br0" timeOffset="99205">17559 1394 9781,'-20'-20'2249,"5"5"-1799,-6 7-360,11 9 90,-10 14-45,5 5 0,1 2-225,-10 21-90,8-5 0,2 0 90,6 1-180,10-4 0,3-3 90,4-11 0,8 3 0,4-3 1,4-12 89,17 1 180,-2-30-1729,-31-5 1,-3-5 933,8-14 636,-27 1 0,-9 1 159,-1 12-90,6 8 0,0 3-90,-3 3 0,20 17-270,20 5 270,3 4 90,15 2-180,-2-6 0,1-2 2731,5 1-2551,7-1 0,-1-1 90,-7-1 1816,-1-2-1816,-23 3 0,-22 17 0,0-8-90,-16 30 90,10-15-90,-2 7 0,7-8-3277,7 14 3049,1-17 206,5 4 0,3-1-68,11-1 0,9 2 90,11-17 0,-18-9-90,10-22 90,-27 9 0,-9-32 90,-22 8-90,9 13 0,-3 0 45,-4-1 0,0 3-45,-5-2 0,-12-6 0,27 18 3276,-6-4-3250,27 2 64,25-4-90,-11 7 0,2-3 0,16-6 0,3-4 0,-14 4 0,1-3 0,-2 1-248,6-3 1,-2-1 292,4-13 0,-6 1 135,-10-4 45,-9 11 0,-2 0-136,-1-8 1,-5 6 180,-14 32-270,4 9 45,-2 15 0,2 7 0,3-3 0,3 3-75,-1 9 0,2 7 0,1-3-15,1 3 0,2 0 15,-1-8 0,2 2 0,1-2-240,7 8 1,1-4 134,-5-16 0,2-1-1504,11 11 1,3-7 1546,-5-13 1,21 4-1,-17-17 1</inkml:trace>
  <inkml:trace contextRef="#ctx0" brushRef="#br0" timeOffset="99456">18585 1555 10681,'-10'1'2249,"5"5"-1980,4 0 541,8 17-540,-1-3 0,5 18-810,-3-3-2737,3 7 0,-5-17 3161,2-4 1,-6-19-1,0-1 1</inkml:trace>
  <inkml:trace contextRef="#ctx0" brushRef="#br0" timeOffset="99688">18777 1181 10321,'-2'-27'2968,"0"-1"-2968,-1-2-539,5 16 539,6 21 0,1 9 0,2 9 0</inkml:trace>
  <inkml:trace contextRef="#ctx0" brushRef="#br0" timeOffset="100180">18939 1490 10861,'11'-1'1889,"1"-1"-630,0-2-629,-3 1 359,3 3-809,-8 3-90,2 23-180,-7-10-90,-1 17-225,-3-8 1,-2-1 134,1 4-45,-4 7 0,0-2 225,4-14 270,-5 12 270,24-50-360,-6 10 89,13-20 1,4-3 0,4 2-135,-4 9 0,0 3-135,5 10 0,-1 18-89,-5 19-1,-5 1-90,5 13-90,-6-9-360,7 0 451,-8-15-3008,27-9 527,-24-11 2750,22-3 0,-12-4 0,3-2 0</inkml:trace>
  <inkml:trace contextRef="#ctx0" brushRef="#br0" timeOffset="100805">19858 1504 11400,'4'-15'2339,"0"-2"-1259,-3 0-91,-2-3-179,-6 4-451,0 4 631,-27-1-900,13 11-135,-19 7 0,-4 6-180,19 0 0,0 2-135,-18 7 0,2 5-540,12 7 1,4 0 450,-3 5-316,18 0 1,9-3 494,9-14 0,8 1 0,4-4 90,24-10-771,-12-11 0,6-3 1,-4-1 995,-3 1 0,-1-3-381,5-7 0,2-5 1,-6 1 874,3-13-449,-15 14 0,-1 0 270,-1 0-270,-15 23-90,-5 8 90,-8 17 0,-6 14 0,2 0-646,4-7 1,2 0 0,-2 3 532,-1 7 1,-2 4-1,1 0 1,3-4 22,1-6 0,3-4 0,2 2 555,3 14 0,3 1 1,3-7-511,1-16 0,2-2 0,0 17 0,2-9 1502,-2-25-1547,-31-39 0,-2-1 0,-3 5 0,-7-5 0,4 4 45,9 9 0,0 0-45,-11-8 0,-4-4 0,8 6-90,5 1 3366,-6-9-3893,52 6 0,13 1-12,6-1-27,-12 9 1,9-4-1,4-1 1,-1 1 0,-6 3 403,10-2 0,-1 0 1,-10 5-1,4-2 1,2-1-1,-2 0 1,-3 3-1,1-1 1,0-1-1,-1 1 1</inkml:trace>
  <inkml:trace contextRef="#ctx0" brushRef="#br0" timeOffset="100964">21013 1642 12840,'8'-2'3058,"-1"0"-4048,-9 9-2287,-27 16 2730,-14-2 1,12-7 0,-1-1 0,2-8 0,-1 1 0</inkml:trace>
  <inkml:trace contextRef="#ctx0" brushRef="#br0" timeOffset="110563">3214 3356 7892,'9'-11'990,"0"3"269,-2-1-989,-9 16-180,-1-4 45,-13 17 0,-3 5-135,-1-2 90,-10 11 0,0 2 0,5-3-45,6-5 0,3 0-45,11 2 0,12 3-45,15-13 0,6-3-45,14 7 90,-12-9 0,1-1-45,-4-5 0,-2-1-45,9 8 90,-1-1-90,-30 11 90,-15-12 0,-15 4 0,-5 1-45,-3-4 0,-1-3-342,-2 3 0,-1-2-198,4-2 0,2-3 585,-1-5 0,17-5 0,8-3 0</inkml:trace>
  <inkml:trace contextRef="#ctx0" brushRef="#br0" timeOffset="110797">3179 3349 8522,'-14'-13'630,"5"3"179,10-8-629,7 8 180,27-8 0,10-1-360,-17 9 0,3 2-810,12-4 1,7 0-1,-6 2 810,-9 5 0,-3 2 0,7 1 0,-4 1 0,-2 7 0</inkml:trace>
  <inkml:trace contextRef="#ctx0" brushRef="#br0" timeOffset="111048">3703 3435 9691,'6'-16'2069,"0"6"-1709,8 7-135,9 16 0,1 5-135,10 4-90,-1 4 0,2 3-225,-8-6 0,-2 0 45,-4-5 0,0 2-1459,14 11 1,-2-2 1322,-11-10 0,-2-3 0,0-1 0,-7-8 0</inkml:trace>
  <inkml:trace contextRef="#ctx0" brushRef="#br0" timeOffset="111223">4120 3452 9422,'-20'-18'449,"0"0"1,-12-2-270,-3 32 0,0 10-90,-2 9-60,13-10 0,-1 3 0,1 1-300,2 5 0,1 0-855,-2 8 1,2 0 1124,5-7 0,3 0 0,5-5 0,2-2 0,5 6 0</inkml:trace>
  <inkml:trace contextRef="#ctx0" brushRef="#br0" timeOffset="111682">4684 3191 10141,'-37'2'1394,"-1"20"1,0 9-1171,8 0 1,4 4-165,4-3 0,1 3 0,12-1-90,18-3 0,10-1 0,5-1 0,6-2 0,6-2 0,-1 0 90,2 0 0,-1 1 0,-14 2 75,-25 19 0,-21-2-1228,-2-20 1,-8-4 0,-2-2 724,-4 3 0,-2-3 0,2-5 368,-10-2 0,13-11 0,30-14 0,-5-10 0</inkml:trace>
  <inkml:trace contextRef="#ctx0" brushRef="#br0" timeOffset="111900">4564 3208 9871,'-3'-10'1709,"4"-8"-809,30-4-720,-6 0-135,-2 11 0,5 0-195,10 0 0,7 1 0,-2 1-900,-9 3 1,-1 0 0,2 0 639,1-1 0,3 0 1,0 1-1,-5 1 1,11 0-1,-6 3 0,10 4 1</inkml:trace>
  <inkml:trace contextRef="#ctx0" brushRef="#br0" timeOffset="112986">5935 3498 9871,'-12'-1'-269,"0"-2"1708,0 0-1259,15-1 359,22 0-359,-1 3 0,6 0-1161,4-1 0,5 1 1,3-1 1047,0 0 1,3 0-1,0 0 1,0 0-46,-5 0 1,-2 0-1,2 0 1,3 1-309,-4-1 1,4 0-1,3 0 1,0 0-1,0 1 1,-2-1-1,-2 0 304,1 1 0,-3-1 0,0 1 0,0 0 0,4-1-222,1 1 0,3 0 0,2 0 0,1-1 1,0 1-1,-1 0 0,-2 0 219,1 0 0,-1-1 0,-1 1 0,0 0 0,-1 0 0,-1-1-65,3 1 0,0 0 0,-2 0 0,-1 0 0,-2 0 72,0 0 1,-1 0-1,-3 0 1,-4 0 156,11-2 1,-12 0 1214,-14 2-1304,13-6 1950,-26 5-2400,4-4 2826,-6 2-3726,1 0-2017,-2 0 3129,-6-1 0,-5 0 1,-5 0-1</inkml:trace>
  <inkml:trace contextRef="#ctx0" brushRef="#br0" timeOffset="113387">7922 3150 10501,'-8'-9'1889,"2"2"-1619,7 9-90,8 5-1819,10 10 1,4 1 1203,6 6 342,7 3 1,4 2 47,-12-10 0,0 0-231,4 2 1,0-1 140,0 0 1,-3-2-1816,6 3 1860,-10-5 408,-55 15-318,7-16 162,-10 4 1,-5 4-253,3 0 0,3 0 0,9-7 0,0 1-855,-15 15 1,4-1 944,14-5 0,-5 8 0,15-14 0</inkml:trace>
  <inkml:trace contextRef="#ctx0" brushRef="#br0" timeOffset="113964">8826 3163 10501,'-22'-35'2609,"10"7"-1980,11-15-539,6 23 0,18 9 0,5 4-90,13 10-90,-10-1 0,2 2-90,11 10 0,-8 16 45,-38-4 0,-8 4 90,-5 4 1,-3 1-1,-7 6 0,2 2 45,8-3 0,9 1-90,14-3 0,4-1 0,-1 1 0,-6 0 0,-17 0 0,-6-4-135,2-10 0,-5-3-1304,-17 1 0,3-7 1529,16-6 0,3-2 0,14-6 0</inkml:trace>
  <inkml:trace contextRef="#ctx0" brushRef="#br0" timeOffset="114241">9199 3339 10141,'4'-17'3148,"11"4"-2788,16 21 0,7 10-510,-5-1 0,1 3 0,1 2-943,4 2 1,0 2 0,-2-1 873,-6-3 1,-2-1 0,-4-2-1,10 6 1,-31-23 0</inkml:trace>
  <inkml:trace contextRef="#ctx0" brushRef="#br0" timeOffset="114434">9541 3391 10141,'-11'-24'1889,"-9"-13"-989,8 19-271,-7-6-269,-7 35 0,-2 11-945,3 4 1,1 2-46,-11 7 0,2 2-1009,8 0 1,5-4 1243,4-3 0,4 1 0,8-15 0</inkml:trace>
  <inkml:trace contextRef="#ctx0" brushRef="#br0" timeOffset="114910">9842 3128 10951,'1'-19'1979,"1"-6"-1620,-1 14 721,3-9-720,2 10-1,5-2-89,21 5-360,-6 8 0,3 1-45,2 1 0,2 3-270,14 8 1,-1 4 269,-19-5 0,-3 1 0,6 4 0,-8 3-314,-27 27 359,-12-21 0,-5 0 90,3 0 0,-2-1-45,-7 3 0,2-2-45,6 3 90,8-5 0,33 13-90,12-6 90,-14-12 0,0-1 0,13 12 0,-39-2-90,-3-12-495,-24 2 0,-7-1-404,3-5 989,8-3 0,-5 1 0,4-2 0,-11 3 0,12-4 0,0 1 0</inkml:trace>
  <inkml:trace contextRef="#ctx0" brushRef="#br0" timeOffset="115196">8625 3857 10411,'-16'2'270,"2"-1"1079,1 1-809,42 0 0,26-1-379,-18 0 1,4 0 0,5-1 0,2 1 0,0-2-631,-3 1 1,1 0 0,2-1 0,1 0 0,1 0 0,1 0 0,0 0 103,-6 0 1,3 0 0,0-1 0,0 1 0,1-1 0,0 0 0,-1 0 0,-1 0 0,-2 0 87,6 0 1,-3-1-1,0 1 1,-1-1 0,0 0-1,2-1 1,1 0 276,-3 0 0,2-1 0,1 0 0,0 0 0,1 0 0,-1-1 0,-1 1 0,-2-1 0,-3 1 0,4-1 0,-2 0 0,-3 0 0,0-1 0,1 1 0,4-1 0,-1 0 0,1 0 0,0-1 0,-1 1 0,1 0 0,0 0 0,-1 0 0,1-1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8:55.38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2148 2080 11041,'2'-12'899,"1"4"-719,1 4 90,0 2 0,1 0-90,1 1-90,0 0 0,0 1 0,0-1-90,0 2 89,2-1 1,0 1 0,3-1 0,1 0 90,3 0-90,3-1 0,3 1 0,7-1 0,2-1-1187,24-3 1187,-12 2-90,-12 1 0,-1 0 90,20-1-90,3-1-747,-23 2 1,1 0 746,0 0 0,1 0 45,1 0 0,0 0-45,2 0 0,0-1 0,2 1 0,1-1 45,5 0 0,1 0-45,2 0 0,1-1-1122,4 1 1,1-1 1166,0 0 0,1 1-45,0-1 0,1 0 0,0 0 0,1 1 0,-1-1 0,0 1-719,1 0 1,-1 0 763,-1 0 0,3 1-241,-6 0 0,3 0 0,1-1 196,1 1 0,1 0 0,-1 0-195,1 0 0,0-1 0,-1 1 225,-6 0 0,0 1 0,-4-1-30,4 0 0,-4 1 125,-3 0 1,0 1-126,0-1 0,0 0 0,0 0 0,0 1 45,0 0 0,0-1-45,0 1 0,0 0 0,0 0 0,0 0 0,0 0 0,0 0 45,-1 1 0,0-1-45,-1 0 0,1 1 128,-1-1 0,1 1-128,-1 0 0,0 0 0,0 0 0,-1 0 0,0 0 0,0 1 0,-1-1 0,1 0 0,-3 1 0,2-1 45,14 0 0,0 1-45,-13-1 0,1 1 0,11-1 0,0 1 0,-15-1 0,-2 1 0,1-1 0,1-1 211,-2 2 0,1-1-211,-1-1 0,1 1 0,0 0 0,-1-1 0,1 1 0,1-1 0,-2 0 0,1 1 0,1-1 0,-1 0 0,0 0 0,0 1 0,-1-1 0,1 1 45,-2 0 0,1 0-45,-1-1 0,0 1 737,0 0 0,-1-1-737,1 1 0,0-1 0,0 0 0,0 1 185,1 0 0,0 0-140,-1 0 0,1 0-45,-1 0 0,2 0 328,16 1 1,1 0-329,-11-1 0,0 0 0,13 1 0,0 1-148,-15-2 1,0 0 147,0 0 0,0 0 45,-1 1 0,1-1-45,-1 0 0,1 0-63,-1 0 0,0 0 63,0-1 0,1 1 0,-1 0 0,0 0-96,0-1 1,0 0 95,1 1 0,-1 0 0,-1-1 0,0 0 0,1 1 0,-1-1 0,0 0 0,0 0-221,-1 0 0,0 0 221,-1 0 0,1-1 342,-2 1 0,-1-1-342,-1 1 0,1 0 0,8-1 0,0 0 0,-11 1 0,0-1 0,17 1 0,-1-1 0,5-1-257,-17 2 1,-1-1 256,13-1 0,0 0 1296,0 0-1296,0 0 0,4-1 295,-1 1-205,6-1-90,-2 0-342,4 2 342,0-2 0,1 2 0,-2-2-90,0 0 180,-5 0-22,3 0-158,-8 0 170,7-1-80,-7 0 0,-9 1 0,1 1-84,18-2 84,-20 1 0,0 1 0,15-2 0,-5 1 288,0 1-288,0 1 90,4-2-90,-3 0 90,6-2-90,-6 2 0,4-1 0,-1 2 90,2-1-275,4-1 185,0 1 0,1-1-2027,0 1 2117,1 0-90,-29 2 0,2-1 166,-2 1 0,3-1-166,12 0 0,0 0 0,-9 0 0,0 0-203,10-1 1,1 0 247,-13 0 0,0 1-45,0 0 0,1-1-38,0 2 1,1-1 37,0 0 0,0 0 0,0 1 0,0 0 0,1-1 0,0 1 0,1-1 0,0 0 0,0 1 0,0 0 0,1-1 0,0 1 0,0-1 0,0 1 0,0 0 0,0-1 0,1 1 0,0 0 378,-1 0 1,1-1-379,1 1 0,0 0 0,1 0 0,0 0 0,0 0 0,0 0 0,1 1 0,-1-1-159,-1 1 0,2 0 159,15 0 0,0 1 0,-12-1 0,-1 0-139,13 1 1,0 0 138,-18-1 0,0 1 0,17 0 0,0 0 0,-13 0 0,1 0 0,11 0 0,1 0 0,-17 0 0,-1 0 45,1-1 0,-1 1 273,1-1 0,-1 1-318,-1 0 0,-1-1 0,0 0 0,-1 1-165,-1 0 0,0 0 120,-2-1 0,1 0 45,-2 1 0,0 0 387,23 0-297,-1 0-90,-7 0 0,0-1 0,-2 0 0,-14 0 0,0 0 0,14 0 1634,9-1-1634,-20 1 89,-3 0 65,-3 0-244,1 0 180,-2 0-90,1 1 0,0 0 0,1-1 0,0 0 0,1 0 0,3 0 0,-1 0 0,2 1 0,-3-1 0,10 1 0,-11-1 0,10 1 0,-4-1 0,-9 0 0,6 1 0,-13-2 2403,0 2-2313,-2-2 613,-1 2-703,-3-2 0,0 1 0,-2 0 356,-1 0-536,-1-1-90,-1 0-1529,-2 0 1799,0-1 0,-9-4 0,-2-3 0</inkml:trace>
  <inkml:trace contextRef="#ctx0" brushRef="#br0" timeOffset="4842">1600 13828 13289,'-3'-10'1799,"1"1"-1349,1 2 630,2 0-1080,-4 29 89,0-8-89,-5 29-600,0-18 600,-3 6 90,0-2-90,-1 1 0,1 0-243,1-3 243,1-3 0,1-2 0,2-2 90,1-2-90,0-2 0,2-3 0,1-1 667,0-1-667,2-2 446,2 2-446,3-5 0,4 1 0,1-4 0,3-3 0,2 0 0,5-3 0,4-1-474,4-1 474,4-2 0,0 1 0,-2 1 0,-2 1 0,-2 2-147,-4 1 147,0 2 0,-1 2 0,-1 2 0,-1 3 0,2 9 0,-7 6 0,-4 12 0,-10-2 90,-17 17-90,0-17-664,-11 12 664,2-14 0,-4 0 0,-2 0 0,0-3 0,1-4 227,0-2-227,-4-1 0,4-3 0,1-4-360,7-6 0,11-8-180,1-4-359,6-5-291,4-3-2138,3-6 3328,5-6 0,4-11 0,4-6 0</inkml:trace>
  <inkml:trace contextRef="#ctx0" brushRef="#br0" timeOffset="5098">1558 14010 14908,'-3'-11'360,"2"2"-180,1 1 0,1 2 90,2-2-90,2-1 90,9-8-90,-1 5-90,9-7 89,-1 5-89,5-2-585,0 1 495,3 0 90,-1 1 0,2 2-180,0 0-90,-1 0-90,0 1-269,-4 1-783,-2 1-1016,-5 3-900,-3 2 3238,-1 2 0,3 1 0,2 0 0</inkml:trace>
  <inkml:trace contextRef="#ctx0" brushRef="#br0" timeOffset="5390">2229 13938 15988,'-11'-3'1799,"22"9"-1709,1 2 0,20 9 0,-7-1 0,2 3-413,-1 1 413,1 3 0,11 9-90,-10-6 90,9 6-842,-12-10 842,-2 0-180,7 6 0,-9-7-180,5 2-179,-12-11-91,-3-3-270,-2-2-1708,-1-1-1515,-1-1 4033,0-2 0,-1-2 0,0 0 0</inkml:trace>
  <inkml:trace contextRef="#ctx0" brushRef="#br0" timeOffset="5616">2643 13959 15988,'-6'-10'90,"2"1"270,-1 6-180,0 4-1,-2 3 1,-2 7 0,-3 4-90,-2 5-459,-3 6 459,-1 3-860,-1 5 860,1-1 0,-2 7-90,2-4 90,-1 2-90,3-3-90,0-2-180,3-1-180,0-2-179,0 1-451,1-3-1258,1-4 2338,2 4 0,3-5 0,0 4 0</inkml:trace>
  <inkml:trace contextRef="#ctx0" brushRef="#br0" timeOffset="6059">2985 13888 15088,'6'-15'810,"0"1"-450,-2 3 0,-1 2 89,0 3 1,-1-1 360,0 2-1,-1-1-359,-3 3-270,-3 3 0,-3 4-90,-2 7 89,0 3-89,-5 6 0,1 3-584,-2 4 584,0 3 0,1 1-90,1 1 90,0-1 0,3 1-90,4-4 0,2-3-174,3-3 84,2-3 0,4-3 90,1 1-180,4-3 91,3 0 578,3-2-669,11 1 0,4-1 180,0-1-91,8 1 1,-12-2 90,-1 1-90,-6-1 90,-7-1-90,-3 1 90,-2 1 0,-2 0 0,-3 1-90,-4 1 90,-1 1 0,-3 3 0,-3 0 0,-4 4 0,-2 1 0,-3 1-90,-2 0 90,0-3 0,-1 0-90,-1-1-90,2-2-180,1-3-89,3-3-181,3-3-449,1-3-540,1-1-720,2-3-629,1-2 2968,2-1 0,0-7 0,0-3 0</inkml:trace>
  <inkml:trace contextRef="#ctx0" brushRef="#br0" timeOffset="6294">3031 13927 15358,'-8'-10'810,"1"1"89,4 6 271,-1-1-181,1-1-719,5-1-180,1 0 90,5-1 0,4 1-90,3-1 0,8-2-1,2-1-89,4 0-179,1-1-559,0 0 378,0 0-180,-2 0-179,0-2-450,0 2-871,-3 0-389,-2 1-989,-1 2 3418,-4 2 0,5-1 0,0 0 0</inkml:trace>
  <inkml:trace contextRef="#ctx0" brushRef="#br0" timeOffset="7390">4158 13918 15448,'-7'-3'1529,"1"2"-1439,-8 9 0,2 1-90,-3 0 90,-4 4-90,-1-1 0,-2 1 90,1-1-90,-6 2 90,9-5-90,-5 1 0,10-4 90,2-2-90,1 0-90,2-2 0,2 0 90,-1-5 0,4 0-90,1-5 90,3-1-90,2-2 90,5-11 0,0 4-347,4-11 257,-1 6 90,0 0-106,0 1 106,-2 4 0,-2 3 0,0 2-90,-1 2 90,0 1 344,-1 1-344,0 2 109,0 0-109,0 3 0,1 1-90,2 5 90,-1 5 0,3 3 0,-3 6 0,5 23 0,0 12-835,-5-20 1,-1 0 834,0-1 0,0 0 0,2 20-1057,-2-6 1057,0 3 0,0-5 0,-3 0-636,1-2 636,-2-4 0,0-3-293,-1-4 293,-2-3 0,0-1 0,-2-1 1254,1-4-1254,-3 0 1102,1-4-1102,-2 0 827,-5 2-827,-4-3 0,0-2 434,-1-5-434,4-6 38,-1 0-38,0-2 0,0-1-90,0-1-89,0-1-91,0-1-90,2 0-180,1-1-179,2-1-1620,0 0-539,3 0 2878,2-1 0,2-5 0,1-2 0</inkml:trace>
  <inkml:trace contextRef="#ctx0" brushRef="#br0" timeOffset="7751">4517 13878 15088,'2'-21'810,"-2"2"-450,2 2 89,0 1 1,0 3-90,1 0 0,-2 2 0,1 2-91,0 0-89,-1 2 540,1 2-540,2 9-90,-2 4 0,1 13 0,-3 7-1082,-2 8 1082,-3 13-1656,-1 7 1566,2-25 0,0 1 45,-1 1 0,1 0 0,-2 1 0,1 0-45,-1 2 0,0-1 0,0 1 0,0 1-709,0 0 1,-1 0 753,1 1 0,0-1-45,0 0 0,-1 1 0,0-1 0,0-1 0,1 0 0,-1-1 45,0-1 0,0-1-514,0-1 1,0-1 468,1-1 0,0-1 23,-5 24-113,1-7 1015,1-5-1375,0 0-270,2-9 181,0-4-181,4-11-6091,1-11 6811,7-6 0,3-10 0,6-8 0</inkml:trace>
  <inkml:trace contextRef="#ctx0" brushRef="#br0" timeOffset="8048">4743 14139 14908,'4'-11'270,"-1"1"-90,0 1 90,-1 2 270,1-1-90,1 2-361,2 3 91,1 12-90,-1 5 0,0 12 0,-4 4-981,-2 5 981,-1 8-90,-2 6 90,-2 4-1077,2-24 1,0 0 1031,0 0 0,0 0-45,0 1 0,-1-1-205,1 0 0,1-1 205,-4 23 0,2-3-90,0-8-90,3-4-450,-1 3 180,1-14-179,1 3-451,1-15-1168,1-3 303,0-2 1945,2-4 0,-1-1 0,2-3 0</inkml:trace>
  <inkml:trace contextRef="#ctx0" brushRef="#br0" timeOffset="8398">4828 14218 14369,'-7'-9'719,"1"0"1,3 6 90,-1-1-721,7 0 1,0 2 0,7 1-90,-1 1 90,3 1 0,1 0-90,2 1 90,1 0-90,1 1 0,0 1 90,1 2-90,0 1 0,-1 1 0,0 2-90,-3 1 90,-1 1 0,-2 0-90,-3 0 90,-1 1 0,-2 0 0,-2 0-90,-3-1 90,-4 8 0,-2-6 0,-3 6 0,-1-7-90,-1-1 90,-2 0 0,-1 0-90,0-2-89,0 0-91,1-2-180,2-2-90,0-1-359,2-1-1350,-1 0 2249,-2-2 0,4 0 0,-3-1 0</inkml:trace>
  <inkml:trace contextRef="#ctx0" brushRef="#br0" timeOffset="22732">1235 15257 21364,'-12'-2'4068,"3"2"-3672,5 4-375,4 2-1014,2 0-131,2 1 429,1-2 507,1-1-354,2 1 142,3 0 102,2 0 182,4 0 569,6 1 521,5 0-95,7 2-1290,8 0 1082,7-1-1202,-21-3 1,1 0 807,4-1 0,2 0 23,5 1 0,1-1-69,5 1 1,1 0 33,6-1 0,3 0-956,-18 0 0,0-1 1,1 0 691,3 1 0,0-1 0,0 0-488,2 0 1,0 0-1,1 0 487,2 0 1,0 1-1,0-1-85,1 1 1,0 0 0,1 0 57,-1 0 0,1 0 1,3 0-19,1 1 1,3-1-1,1 1 1,-1 0-111,-8-1 0,-2 0 0,1 1 0,1-1 133,-4 0 1,3 0 0,-1 1-1,0-1 1,-3 0-8,1 0 1,-2 0 0,-1 0 0,-1 0-15,10 0 0,-3 1 1,1 0 34,0-1 1,-1 0 0,1 0-60,-2 0 1,1 0 0,-1 1-115,0-1 0,-1-1 0,1 1 155,-2-1 1,1 0-1,-1-1 33,-1 1 0,0 0 0,0 0-25,-2-1 1,0-1-1,0 1 207,-1-1 1,-1 1 0,0-1-202,18 0 0,-2-1-2,-6 0 1,-1 1 271,-2-1 1,-1 0-222,-7 0 1,0-1-4,-2 1 0,0 0 373,-3-1 0,-1 0-370,-2 0 1,-1 0 918,3-1 0,-2 1-725,19-2-6,-2 1-184,-21 0 1009,-7 0-954,-11 0 1940,0 0-1883,-5 1 1446,1 0-1594,0-1-9836,0 0 9643,-10 8 1,-1-2-1,-10 7 1</inkml:trace>
  <inkml:trace contextRef="#ctx0" brushRef="#br0" timeOffset="24582">5030 15744 14819,'-1'-12'2518,"1"2"-1888,0 3-450,3 13-90,1 7-90,1 9 90,0 10-1,0 0-1080,-2 8 1081,1 4-1551,-2 8 1551,-2 4-90,1-25 0,-1 0 0,-1 0 0,1 1 45,-1 0 0,0-1-45,0 0 0,0 1 45,0 12 0,0 2-45,-1-2 0,0 0 0,0 1 0,0 1 45,0 2 0,0-2-45,-1 7 0,1-21 0,1-1-459,-1 6 459,-1 1 0,2-8-229,-2-1 229,1-6 0,1-3 752,0-3-752,0-2 1546,0-2-1546,1-2 699,-1 0-699,0 1 503,1-1-413,0 1 0,1-4 90,2-3-90,1-2 0,2-1-90,2-2 90,-1-1-90,1 0 0,0-1 90,2 0-90,3-1 0,3-1 0,5 0 90,22-4-90,-11 4 0,1-1-951,2 0 1,1 0 995,5 0 0,0 1-45,-9 2 0,2-1 0,5 1 0,5-1 0,-2 0-1382,10 1 1,0-1 1381,-2 0 0,3 1 0,-2-1-586,-10 1 0,-2 0 1,1 0 585,4 0 0,-1 0 0,2 0-232,2 0 0,0 0 0,1 0 232,3 0 0,0 0 0,0 1-181,2-1 0,1 1 1,1 1 180,-9-1 0,1 0 0,1 0 0,0 0 0,0 1 0,1 0 0,0 0 0,1 0 0,4 0 0,1 0 0,0 0 0,-1 0 0,-5 0 0,0 0 0,-1 0 0,1 1 22,4-1 1,-1 0-1,1 1 1,-1-1-134,-4 1 0,-1 0 0,1 0 1,3 0 110,-7 0 0,3 0 0,1-1 0,1 1 0,1 0 0,-1 0 0,5 0 0,1 1 0,1-1 0,-1 1 0,0-1 0,-1 0 0,-5 0 0,0 0 0,-1 0 0,0 0 0,0 0 0,1 0 0,2 0 0,2 0 0,0 1 0,-1-1 0,-2 0 0,-4 0 0,0 0 0,-3 0 0,-2 0 0,1-1 0,5 1 0,0 0 0,0 1 0,-1-2 0,9 1 0,-1 0 0,-1 0 0,1 0 0,0 0 0,-1 0 30,-1 0 0,-1-1 0,0 1-30,-1-1 0,-1 1 0,0-1 0,-2 1 0,-1-1 0,0 1 194,-3-1 1,0 1 0,-2 0-195,-1-1 0,-1 0 0,-2 1 0,13 0 0,-2 0 153,-5-1 0,-2 1-153,-6-1 0,-1 1 0,22-1 90,-6 1-90,-12 0 879,-5-1-789,-8 0 1846,-4 0-1936,-4 0 1002,-2 0-912,-2 0 2200,-1 0-2200,-2-1 1464,0 2-1464,-1-2-90,0 1 90,0-1-90,0 0 90,-1 0-90,1 1 0,-1-1 0,0 0 90,0 1-90,-1-1 0,0 0 0,-1 0 0,0 0-180,3 0-270,-2 0-1259,2-1-2069,-7-2 1350,-4-2-990,-1 1 3418,-4 0 0,-2 2 0,-3-2 0</inkml:trace>
  <inkml:trace contextRef="#ctx0" brushRef="#br0" timeOffset="25050">10713 16752 14729,'-11'-14'179,"1"1"361,-1-1-180,3 4 0,-1-2 90,3 5-91,2 0 1,0 2 0,0 0 90,1 0-181,-1-1 721,2 3-900,8 7 0,0 1 0,10 8 0,-3-2 0,5 1 0,4 2-461,4 1 371,2-1 90,1 1 0,1-2-90,1 1 90,-1-2-90,1 0 90,-2 0-90,0 0 0,0 0 0,-2 0 90,1-1-90,-3-1 0,-1-2-64,-4-1 64,-2 0 89,-1 0-89,4 3 0,-7-4 0,2 3 0,-8-4 0,-1 0 458,-2 1-458,-2 0 67,-3 1-67,-2 1 0,-3 2 0,-3 1 0,-7 4 0,-2 2-734,-6 4 734,-5 2 0,-2 3 0,-3 3 0,-2 1 0,0-1 0,-1 3 0,1-2-135,12-10 1,0-1-136,-10 8-404,8-6 1,0 0-2115,-10 6 269,4-3-1618,6-5 4137,13-11 0,-3 0 0,0 0 0</inkml:trace>
  <inkml:trace contextRef="#ctx0" brushRef="#br0" timeOffset="25815">12149 16521 15538,'4'-12'1080,"0"2"-811,2 6 91,2 0-90,1-1-90,1 0 90,3 0-90,2 0 0,3 0-1,1 0 1,7-2-90,1 1-680,4 1 680,0 0 0,2 3 90,11-1-180,-6 3 90,4 0 0,-11 1-90,-5 1-140,-2 0 230,-3 2-90,-2 0 0,-4 3 90,-3 1-90,-5 11 0,-8 2 0,-8 14-938,-9 2 938,-8 4 0,-5 4 0,15-22 0,-1 0 0,-3 4 0,0 0-352,1-2 1,0 0 351,-2 2 0,1 0 0,2-2 0,1 0 0,0 0 0,2-1-24,0 1 1,0 1 23,-9 21 90,1 1-884,6-7 794,3-2 0,6-7 565,5-3-565,2-6 1325,5-1-1415,1-4 6,5-2-276,0-3 961,3-4-1321,2-3-4,1-2-895,2-4-809,1-3-900,3-4 3328,1-4 0,6-7 0,0-1 0</inkml:trace>
  <inkml:trace contextRef="#ctx0" brushRef="#br0" timeOffset="26109">12958 16874 16438,'-3'-12'1439,"0"0"-989,1 6 449,0 0-449,0-1 539,1 3-269,0-4-630,6 8 90,1 0 0,7 9-91,0 1 91,5 6-90,1 2 0,4 4 0,0 2-808,0 2 718,1 3 90,-1-1-90,0 1-90,-3-1-528,0-3 439,-2-1-1,-2-2-221,-2-5 41,-2-2-90,-3-2-179,-2-3 759,0-2-1120,-2-3-1588,-1-1-3358,4-6 5947,-2-1 1,3-12 0,-2-1 0</inkml:trace>
  <inkml:trace contextRef="#ctx0" brushRef="#br0" timeOffset="26299">13366 16927 14729,'-1'-22'719,"-2"1"-269,2 4 0,-2 2-1,0 4 1,-1 0 0,-2 2-90,-1 1 89,-4 3-89,-3 3 0,-8 4 0,-5 6-90,-11 6-90,-1 5-1272,-3 4 1272,0 5 0,2 2 0,0 3-90,4 2 90,4 1-90,2 2-90,5 1-90,4-4-860,3-1 500,4-4-90,4-1-269,2-5-720,4-4-90,2-3-900,3-3-92,1-2 2611,2-2 0,5 1 0,1 1 0</inkml:trace>
  <inkml:trace contextRef="#ctx0" brushRef="#br0" timeOffset="26718">13613 16692 15808,'-4'-13'1169,"0"0"-809,0 2 90,1 1 0,0 2-1,0 1-89,1 0 270,1 2-360,0-3-1,2 2-89,2-3 0,3 2 0,4 0 0,4-1-90,7 0 90,4-1-90,5 0 0,2 2-323,1 0 323,1 2-90,-3 1 90,-1 1 0,-3 0-304,-2 2 214,-2-1 90,-2 2-90,-3-1 0,-2 1 316,-3 1-316,-1 2 0,-2 0 0,-3 4 221,-4 2-221,-2 4 0,-7 9 89,-3 4-89,-7 11 0,-4 3-1696,3-8 0,-1 2 1696,4-9 0,1 1 0,-6 8 0,1 0-2,-6 13 2,8-14 0,0 0 0,-4 13-447,7-16 1,1-1 446,0 6 90,2-1-90,3-4-90,1-4 90,5-4-90,-1-4 2859,3-3-3039,1-1-537,3 1 268,1-5-104,5 0-976,-2-7-990,3-3-1708,-1-5 4317,3-2 0,5-7 0,3-2 0</inkml:trace>
  <inkml:trace contextRef="#ctx0" brushRef="#br0" timeOffset="27286">15297 16495 16707,'-3'-10'630,"0"1"-360,-1 1-90,-1 2 90,0 1-90,-3 0 89,-1 3-89,-5 1 0,-3 4 0,-6 5-90,-4 4-680,-1 6 680,-4 6-1008,2 4 1008,-2 5 0,4 3 0,3 3-1,3 2-89,3 2 90,4-3-90,4 1 90,5-4-90,3-3 90,2-3-427,6 0 337,2-4 0,13 11 90,-3-14-90,8 2 0,-6-17 0,3-4 0,2-4 0,6-3 0,1-6-760,7-6 760,-1-5-426,1-6 426,-2-5 0,-2-4 0,-2-3 0,-5-5-318,-3-4 318,-4-2 0,-5-3 0,-4-3 0,-5 3-53,-6-3 98,-3 20 0,-3 0-298,-7-19 253,4 23 0,-2 2 0,-11-3 435,-1 9-435,-4 6-90,-16 11 0,7 8 274,-12 11-544,12 7-90,1 6-269,4 4-721,5 0-269,5 2-629,6-3-658,5-1 2996,5-2 0,7 5 0,3 0 0</inkml:trace>
  <inkml:trace contextRef="#ctx0" brushRef="#br0" timeOffset="27619">15949 16316 15988,'2'-18'1079,"0"1"-269,1-1-450,0 5 89,0 0-179,-1 5 0,0 1 0,0 1 539,-1 1-719,3 8 90,-3 4-90,0 9 0,-3 9 0,-2 6-455,-5 12 410,0-7 0,-2 2 0,2-6 0,-1 1-1217,-5 14 1,0 1 1171,2-9 0,0-1 45,-2 5 0,-1 1 0,1-1 0,0 1-1029,0 0 0,-1 1 1029,1-1 0,0 0-45,0-1 0,-1 1 30,4-7 0,-2 1 0,2-2-30,-2 4 0,0 0 0,-3 9 0,1-2-471,6-16 0,1-2 426,0 0 0,0 0 16,1-1 0,1 0-331,-8 23 0,3-6 889,2-7-1248,2-9-451,2-6 1610,3-8-2059,2-4-2146,2-6 3765,4-7 0,5-10 0,4-6 0</inkml:trace>
  <inkml:trace contextRef="#ctx0" brushRef="#br0" timeOffset="27899">16280 16725 15718,'-2'-15'1169,"0"3"-809,1 2-90,0 2 360,0 2-1,0 0-449,-3 11 90,1 2-180,-3 13 90,0 5-90,0 7 0,-2 6-272,0 6 272,1-9 0,1 1-1150,-3 18 1105,2-17 0,1 0 45,-2 8-90,-3 5 90,1-4 0,-1-2-90,0-3-689,2-6 779,0-2-90,1-5-168,0-3 78,1-5 127,1-4-397,1-3 887,2-3-2979,0-2 1,10-30 0,2-8 0</inkml:trace>
  <inkml:trace contextRef="#ctx0" brushRef="#br0" timeOffset="28199">16347 16705 15628,'-4'-13'630,"0"1"-360,0 3-1,2 2 451,0 0-180,0 0-1,2 1-359,0-1 0,4 3 0,3 0-90,5 3 90,4 0-90,5 2 90,27 3-90,-10 1-507,-9-1 1,-1 0 506,10 6-90,-3 0 90,-3 4-556,-4 0 466,-6 2 90,-3 8-90,-14 3 0,-9 3 45,-13-8 0,-5-2-45,-17 7-717,10-10 0,-2 0 717,-20 1 90,-1-2-90,-2-2 0,3-1 27,5-2-117,7-2-90,9-2-270,6-1 123,8-1-1203,4 0-2607,7-2 449,9-1 4066,5-2 1,20-5 0,4-1 0</inkml:trace>
  <inkml:trace contextRef="#ctx0" brushRef="#br0" timeOffset="28385">17551 16986 17787,'-5'-14'2069,"0"2"-1530,2 2-89,2 3-1169,0-1-811,-1 2-1618,0 0 810,-4 0-1260,0 3 3598,-3-2 0,-8-1 0,-3-2 0</inkml:trace>
  <inkml:trace contextRef="#ctx0" brushRef="#br0" timeOffset="39535">12686 2785 14639,'2'12'1799,"0"-1"-1709,-1-5 0,0 1-90,-1 0 89,1 0-89,0 2 90,-1 0-90,2 2 90,-1 0-90,1 1 0,1-1 90,0 1-90,1 0 0,3-1 0,-2-2 0,4 0 90,0-2-90,3-1 0,0-2 0,4-3 90,2-2-90,7-5 0,6-5-1124,5-5 1124,4-7 0,0-1-1268,0-4 1268,1-1 0,-1-2 90,-3-1-180,-2-2 180,-3 1-180,-3-1-717,-4 4 807,-3 2 90,-3 4-90,-4 4 0,0-1 0,-6 8 868,1-1-868,-6 8 1189,1 2-1189,0 3 1052,-1 2-1052,2 2 0,-1 2 0,1 0 0,0 3-90,1 0 90,1 1-180,0 1 0,1-1 1,1 0-181,0-1 0,1-2-90,-2 1-179,1-3-271,0 0-1169,0-2 2069,3-1 0,2 0 0,3-2 0</inkml:trace>
  <inkml:trace contextRef="#ctx0" brushRef="#br0" timeOffset="39912">13118 2954 14729,'-4'-10'2068,"1"1"-2068,7 26 90,-2-6 0,4 21-90,-4-9 90,0 8-90,0 3 90,-2 7-2280,1 2 2280,-2 0-90,-1 2 90,0 0-90,-1 0 0,-1-2 0,2-1 90,0-2-311,1-1 221,-1-6 182,1-4-452,1-5-180,1-5-89,-1-2 675,2-3-2475,-1-2-989,1-4 3521,1-1 0,3-1 0,2-1 0</inkml:trace>
  <inkml:trace contextRef="#ctx0" brushRef="#br0" timeOffset="40490">13272 3527 15538,'4'-9'2069,"0"1"-1349,-2 4-271,1 0-179,0-1 0,1 3-180,2 0 0,1 3 0,0 0 0,2 0-90,-3-1 0,2 0 90,-2-1-90,2-1 0,0-1 90,1-3-90,0-2 0,2-2 0,0-3 0,2-6 0,0-2-436,1-4 436,-2-3-90,0 0 90,-4 0 0,-1 2 0,-3 1 0,-2 4-180,-1 1 180,-2 1 0,-1 2 0,-2 2 0,-2-4 0,-1 7-90,0 0 90,0 8 427,2 1-427,-4 3 189,5 2-279,-3 1 90,4 2 0,4 3 0,2-2 0,4 2 0,4-4 0,1 0-90,5 0 90,10-1 0,-3-1 0,18-1 0,-15-2-397,6 1 397,-11-1 0,-2 1 0,-3 0 0,-1 1 0,-2 0 0,-2 2 0,-1 0 0,-2 3 307,-3 1-307,0 2 0,-3 3 0,-2 2 0,-1 2 0,-5 14 0,-1 2-90,0 3 90,-1-4 0,4-11-90,0-1-90,1-2 0,1-2-90,2-1-89,0-2-91,2-1-90,1 0-179,1-4-361,2-1-1348,0-2-1080,1-2 3508,1-1 0,6-5 0,3-1 0</inkml:trace>
  <inkml:trace contextRef="#ctx0" brushRef="#br0" timeOffset="41366">14098 3181 14998,'1'-9'1350,"-1"0"-721,-1 3-179,-1 0-90,-2 3-180,-2 2 0,-1 2-90,-2 2 0,0 2-1,-1 1 1,-1 1 0,0 1 0,-1 3-90,2 0 90,-2 3-90,4 0 90,-1 2-90,5 0 90,0 0-90,3 0 0,2-1 90,1 0-90,3 2 0,5 3 0,-1-4 0,4 0-90,-1-6 90,0-2-90,1-2 90,0-3-90,1-2 90,-2-2 0,1-2-90,-1-2 90,1-2 0,-2-1 0,-1-2-90,1-8 90,-4 2 0,1-13 0,-6 12 0,0-5 0,-2 8 0,0 0-90,0 3 90,-1 0 0,1 2-90,0 2 90,0 17 0,1-2 0,0 15 0,1-7 0,0 2 0,0-1 0,1 0 0,0-1-89,3 7 89,-1-7 0,3 3 0,-2-9 0,4 1 0,-2-5 0,4 1 0,-4-6 0,1-2 0,0-2 0,2-2 0,0-2 0,1-2 0,0-3 0,0-3 0,8-14 0,-7 7 0,7-14 0,-9 14 0,2-9 0,-4 11 0,1-2 0,-5 9 0,0 1 0,-1 3-90,1 1 90,-1 12 0,-2 0 0,0 9 0,-3-2 0,0 3 0,-1 1 0,-1 4 0,-1 1 90,-3 7-90,3-5-90,-2 2 90,3-8 0,-1-2 0,1-1 0,0-2 0,1-1 0,0-1-90,0-2 0,1 0 90,8-10 0,-3-1 0,7-10 0,-3 0 0,2-5 0,3-4-90,1-3 90,2-2-585,-1 0 585,0 0 0,1 2 0,1 2 0,-1 3 0,1 5-90,-4 4 90,0 5 0,-1 4 0,-1 3 0,-1 3 585,-1 3-585,2 10 0,-4-1 0,1 7 0,-4-6 0,-2 3 0,1-1-90,-2 1 90,2 0 0,-1 9 0,0-9-180,0 5 0,1-11-90,0 0-180,0-3-89,0-1-451,1-3-1348,0-2 2338,1-2 0,6-5 0,1-2 0</inkml:trace>
  <inkml:trace contextRef="#ctx0" brushRef="#br0" timeOffset="41782">15096 3054 16168,'-5'-8'1439,"0"1"-989,-2 6-360,-2 2 90,2 0-91,-4 1 1,1 1 90,-1 2-180,0 1 90,-1 0 0,0 1 0,0 0-90,0 1 90,1 1-90,1 0 90,2 0-90,1 1 0,1-1 90,2 0-90,2 0 0,3-1 0,4 4 0,1-3 0,4 2 0,0-3 0,1 0 0,2-1 0,0 1-90,0-1 90,0 0 0,0 0 0,-1 1 0,0 0 0,-1 0 0,-1 2 0,-2-1 0,-3 2 0,-2 0 0,-3 4 0,-1 0 0,-5 2 0,-1 0 0,-9 11 0,4-10-90,-7 8-180,1-6 0,6-5 1,-5 3-181,7-9-90,2-1-179,-1-1-361,3-2-1348,0 0 2428,2-3 0,2-1 0,1 0 0</inkml:trace>
  <inkml:trace contextRef="#ctx0" brushRef="#br0" timeOffset="42100">15302 3206 15178,'-10'-2'1440,"0"1"-991,4 1 1,0 2-360,1 2 90,2 2 0,1 4-90,0-1 0,-1 5 0,1 1 0,-1 3-1,0 3 1,-2 6 0,2 4-1102,-3 7 1012,1 2 89,0 2-576,-1 1 532,1-12 0,0-1 45,-2 18-632,3-17 0,-1-2 542,0 11 90,0-5-434,2-3 254,-1-6 719,2-4-898,-1-3 451,1-3-631,0-3 1124,-1-3-1394,1-2 834,-1-2 1,2-3-1,0-1 1</inkml:trace>
  <inkml:trace contextRef="#ctx0" brushRef="#br0" timeOffset="42424">15212 3369 14998,'0'-16'90,"-1"1"-90,2 4 180,-2 2 0,2 0-90,-1 2 90,2 0 0,0 0 180,3-3-270,0 3 90,2-1-90,1 2-1,2 0 1,1 1 0,2 0 0,8-2 0,-3 4-90,6-1 90,-6 3-90,0 2 0,0 1 90,1 1-90,-2 2 90,5 5-90,-6-1 0,0 4 90,-9-2-90,-2 6 0,-5-2 90,-3 3-90,-3-3 0,-3-2 0,-3 1 0,-1 0 90,-3-1-90,0-1 0,-1-2 0,0-1 0,0-1 0,2-2 0,2-1-180,1-1-90,3-2-1529,-1 0-4047,3-3 5846,2-4 0,8-4 0,2-3 0</inkml:trace>
  <inkml:trace contextRef="#ctx0" brushRef="#br0" timeOffset="43442">15679 3300 15988,'-4'-10'1439,"-1"-1"-989,1 8 0,-2 0-271,0 3-89,-1 2 90,0 4-90,1 3 0,0 1 0,1 3 0,-1 3 0,1 2 0,0 3 0,1 8 0,3 4-90,0-2-344,2-1 344,2-11-90,1-1 0,1-2 0,1-3 1,0 0-1,2-3-90,0-2 90,0-3 253,1-1-343,0-3 91,-1-1-181,4-6 180,-3-1 0,1-5 90,-3 0-180,-2-10 180,-1 3-90,-2-6 90,-3 6-90,-1 1 90,-2 1-90,-1-2 90,0 3-90,-1-1 90,1 3-90,0 3 90,1-1-90,0 4 90,1 0 0,0 1-90,1 2 0,2-1 90,7-1 0,-1 1 0,5 1 0,-3 2 0,1 0 0,1-2 0,2 0-90,0-1 90,1 0 0,0-1 0,0-1 0,-2 1 0,0-1 90,-1 1-90,-1-1 90,-1 1 0,-2 1 0,0 0 0,-1 0 0,-1 1 0,-1 1 90,0 0-90,-1 0 0,1 0-90,1 7 0,-2 1 90,1 6-90,0-1 0,0 1 0,2 3 0,0 2 0,2 2 90,0 3-90,7 14 0,0 6 0,1 1 0,-3-3 0,-5-16 0,-2-3 0,-1 1 90,0-4-90,-2 0 0,-1-2 0,-2-1 0,-1 0 0,-1-1 90,-2-1-90,-1-1 0,-3 0 0,1-2 0,-2-2 0,1 0 0,-1-2 0,-4 0 0,4-1 0,-1 0 0,4-1 0,-1 0 0,2 1 0,16-6 0,-4 1 0,16-5 0,-10 2 0,3-2 0,1 0 0,1-2 0,3-3 0,2-1 0,10-12 0,-7 4 0,5-7 0,-9 6-545,-1-1 545,-1-1 0,-3-1 0,0-1 0,-4 3-42,-3 3 132,-3 2-90,-1 4 0,-2 1 90,-1 4-90,-2 0 543,-1 1-543,-2 3 43,-2 2-43,-2 2 90,-7 7-90,-9 9 0,1 4 0,-10 18 0,15-10-546,-2 8 546,10-10 0,3-3 0,3-1 0,2 0 0,4-1 0,2-1 0,4 4 0,2-5 0,6 4 0,0-7 0,3-2 0,0-4 0,0-3-90,14-3-90,-2-3-1207,11-2 847,-7-3-1889,15-9 181,-12 1-991,10-7 3239,-18 4 0,-8 0 0,1-1 0,1-1 0,0-1 0</inkml:trace>
  <inkml:trace contextRef="#ctx0" brushRef="#br0" timeOffset="44582">17332 3329 15538,'1'-10'1889,"0"0"-1529,-2 2 180,1 1-1,-2 1-359,-2 1 90,0 2-90,-4 3-90,0 2 0,-4 4 0,1 2 0,-3 3 0,-2 5 0,-1 3-90,0 3 90,2 0-90,2-1 89,4 0-89,1-1 0,3 1 90,1-1-90,3-2 90,2-1-90,4 1-90,2-2 90,3-1 0,3-1 0,2-3-90,1-2 90,2-2 0,1-3 0,0-2 0,2-3-89,0-2 89,1-2 0,4-2 0,0-2 0,12-9 0,-9 2-630,5-6 630,-12 3-90,-3-1-99,-3 1 189,-2 2 0,-3 1 0,-3 5 0,-2 0 0,-1 2 0,-2 1 617,0 2-617,-6 3 112,-4 8-112,-3 2 0,-1 10 0,-2 7 0,3-3 0,-2 6 0,3 0-90,3-8 90,0 6-90,4-10 90,1-1-90,1-1 90,2-1 0,1-2 0,1-1-90,1-1 90,2-3 0,1 0 0,1-3 0,1-1 0,1-1-90,0-2 90,1-2 0,0-1 0,0-2 0,0 0 0,-1-2 0,3-7 0,-4 2 0,1-5 0,-6 5 0,-1 0 0,-2-1 0,0 1 0,-3 0 0,0 1 0,-2-1 0,0 1 0,-1 1 0,-3-3 0,1 1-90,-1 1 90,2 3 0,2 3 0,1 2-90,-1-2 90,3 1 0,0-1 0,3 0 0,2 1 0,2 0 0,1-1 0,1 0 0,1-1 0,1-1 0,2 0 0,0-1 0,3-1 0,0-1 0,1 1 0,-2 1 0,0 1 0,3-2 0,-7 3 0,3 0-90,-8 4 90,1 1 0,-2 2 0,1 4 0,-2 3 0,0 4 0,-3 2 0,-1 3 0,-1 4 0,0 2 0,-2 3 0,-1 1-328,1-1 328,-2 5 0,-1 7 0,2-7 0,-2 7 0,3-19 0,0 2 90,1-4-90,0-6 0,2 2 328,3-14-328,1 0 0,4-8 0,-1-2 0,4-6 0,0-3-460,3-5 460,0-1 0,9-15 0,-5 9 0,2 3 0,0-1 0,3-2-744,-5 11 0,0 1 744,5 0 0,-2 5 0,-3 5 0,3 7 0,-8 6 0,2 7 390,-7 4-390,-3 6 0,-1 5 0,-3 2 0,-1 1 888,-2 6-888,-1 1 0,-1 1 0,1-2 0,1-4 0,1-3 0,0-2 0,2-2 0,3 5 0,0-8 0,1 2 0,1-10 670,0-2-760,1-3 0,1-2-270,0-2-179,0-3-631,2-2-449,-1-3-809,0-3-1080,0-1 3508,-1-3 0,1-10 0,1-4 0</inkml:trace>
  <inkml:trace contextRef="#ctx0" brushRef="#br0" timeOffset="44952">18375 3302 16528,'-8'-10'1529,"2"1"-810,3 4 451,1 0-271,-1 0 630,1 0-1349,7 10 180,-2-1-270,15 24-90,-10-13-90,5 12-90,-6-13-90,0 1 0,-1-1-89,0 1-91,-2-3 0,1 0-90,-2-2-359,1 1-360,0-2 539,1-2 360,1-6 90,0-4 1,1-4-1,0-2 90,0-1 0,2-4 90,0-2-90,1-2 90,1-5 0,2 0-584,1-5 584,0 1 0,3-5-90,-2 5 90,-1 3 0,-4 9-90,-4 8-269,-1 2-2250,0 2 720,0 4 2102,-2 1 1,0 4 0,-2 0 0</inkml:trace>
  <inkml:trace contextRef="#ctx0" brushRef="#br0" timeOffset="45219">18895 3374 13649,'8'8'360,"2"-2"-360,-6-7 0,0 1 0,-2-1 0</inkml:trace>
  <inkml:trace contextRef="#ctx0" brushRef="#br0" timeOffset="48297">18789 1281 13919,'9'4'810,"-2"1"-631,-6 2 1,0 3 0,0 1-90,0 3 90,-1 3-90,1 5 0,-1 3 90,0 7-180,1 3 90,-1 6-1160,1 3 1160,0 0 0,-1 4-90,-1 0 90,0 0-90,0 1 90,-1-2 0,3 0-45,-1-16 0,1 0-45,1 15 45,-1-17 0,1-1-45,0 6-309,1-3 309,0-5-32,0-5-148,-1-2 0,0-4-180,0-1 926,-1-4-3715,0-2 3261,-1-2 0,0-3 0,0-1 0</inkml:trace>
  <inkml:trace contextRef="#ctx0" brushRef="#br0" timeOffset="48969">18837 1351 14099,'-2'-13'-270,"1"0"360,0 3-90,1 1 180,-1 2 90,1 0 0,0 0-180,1 1 269,-1-1-89,1 2-90,1 0 0,1-1 0,1 2 0,1 0 0,2 2 0,1-1 0,4 0-1,18-4 1,-2 0-90,16-1 0,-5 1 0,6-1-1630,5 0 1540,-22 4 0,1 0 45,2 1 0,0-1 0,2 1 0,0 0 0,1 0 0,0 1-45,1-1 0,-1 1 45,2 0 0,-1 1-45,-1-1 0,1 1 45,-1 0 0,0 1-45,-2 0 0,-1 1 45,0-1 0,-2 1-45,23 2 0,-23-2 0,-1 0 90,8 1-90,1 0-85,-15 1 175,-8 0-90,0 1 0,-8-1 89,-1 1-89,-3 1 1614,0 0-1614,-2 2 192,-1 1-192,0 3 0,-1 2 0,1 3 0,-1 3 90,2 4-90,1 23 0,2-7 0,-1-11 0,1 1-2676,2 14 2676,2 5 0,0 2-1051,2 4 1051,-2-5 90,0 3-90,-2-21 0,0-1 0,2 20 0,-2-20 0,1-2-401,-1 8 401,0-3 90,-1-3-225,-1-5 135,-1-4 0,2-1 2178,-2-3-2088,0-3 1229,-2-1-1229,0-3 625,0 0-625,-4 1 0,-1-3 140,-5 0-140,-1-4-90,-4-2 0,-6 0 90,-32-3-90,4-2-1046,12 1 1,-3-1 1045,7 0 0,0 0 44,-2-1 1,-1 0-45,-6 0 0,-1 0 0,0-1 0,-2 0 0,-4 0 0,1-1 0,3 2 0,1 0 0,2 0 0,0-1 0,5 2 0,0 0 0,1 0 0,1 0-55,1 0 0,2 1 55,-24-2 0,5 1-1025,14 1 935,5 0-90,9 1-270,-1 0 1,8 1 1619,0-1-1170,9 2 0,16-9 0,3-2 0</inkml:trace>
  <inkml:trace contextRef="#ctx0" brushRef="#br0" timeOffset="59564">20075 3126 10501,'2'-9'1529,"0"1"-1259,2 3 270,-1 1-1,1-1-179,0 2 180,0-1 179,0 1 91,-1 0-180,1 0-361,-1 0-269,0 6 90,-1 0-90,-1 6 90,-1-2 0,1 3-90,0 1 90,-1 2 0,1 3-90,-1 2 90,1 4-90,0 6 90,-1 5-90,2 5-863,-1 1 863,1 1 0,0 0 90,0 2-90,-1 1 90,1 1 0,-3 1-1249,1 3 1249,-1 0 0,1 2 0,0-1 0,-1 0 0,-1 4 0,2-3-45,0-11 0,1 1 45,0 15-90,0-16 0,1 1 89,0 0 1,-1 0-45,1-8 0,0 1 0,1 6 0,-1 0 45,2 18 0,-2-8 0,1 3 0,-2 1 0,-1-3 0,-1 4 0,0-1 0,-1-3 0,1 3 0,-2-6 0,0-3 0,0 0-940,-1-2 940,-1-1 0,1-2-90,-2-2 72,1 6 18,0-1 0,0-4 645,3 2-645,0-9-90,1-2 1319,1-1-1319,0-11 0,0 1 1080,1-2-1080,-1 2 25,1-3 65,-1 3-90,1-1 0,-1 1 0,1 0 0,-1 7 0,1-7 0,-2 5 90,1-1-90,-1-5 0,0 5 0,0-6 0,0-1 0,1 1 0,0-1 0,0 0 0,0 0 0,0-1 0,0 1 0,0 0 0,1 0 0,0 1 0,-1-1 0,0 1 90,0 0-90,0 0 0,0 0 0,0 0 0,0 0 0,0 1 0,0 0 0,-1-1 0,0 1 0,1-2 0,-1 1 0,0-2 0,0 0 0,1 0 0,-2 0 0,2 0 0,-1 0 0,-1-1 0,1 1 0,0-2 0,0 1 0,0-1 0,0 0 0,0 0 0,0 0 0,-1 6 0,1-4 0,-1 4 0,0-7 90,-1 7-90,0-4 0,0 5 0,1-5 0,-2-1 0,1 0 0,0-1 0,0 1 0,1-1 0,-1-1 0,1 1 0,0-1 0,-1 0 0,0 1 0,1-1 0,-1 0 0,1 1 0,0-1 90,0 4-90,-1-4 0,0 2 0,1-4 0,0-1 0,0 0 0,1-1 0,-1 0 0,1-1 0,0 0 0,0-1 0,-1 2 0,1-2 0,-1 1 0,1-1 0,-1 0 0,0 1 0,1-2 90,-1 2-90,0-2 90,0 1 180,-1-1-270,8-2 0,2-1 90,11-1-90,-2-1 0,8 1 0,-4 0 0,1 0 90,0 1-90,-3-1 0,23 1 0,-6 0-1192,18-1 1192,-8 1-1308,5-2 1308,3 2 0,-25-1 0,1 1 0,0 0 0,0 0 0,0 0 0,0 0 0,2 0 0,-1 1 0,0-1 0,3 0 0,13 1 0,1 0 0,-11 0 0,0 0 30,4-1 0,4 1 0,-2 0-30,9 0 0,1 1 0,-9-1 0,2-1 0,0 1 0,-2 0 0,1-1 0,-2 1 0,9-1 0,-2 0-45,-2 0 0,-4 0-697,-10 0 1,-2 0 741,0-1 0,1 0 0,0 1 0,0 0-509,0-1 0,0 0 509,0 1 0,0 0 0,1 0 0,-1-1 0,0 1 0,-1 0 0,1-1 0,-1 1 0,0 0 0,-1 0 0,0 0 0,0 0 0,0 0 0,-1 0 0,27 1 0,-4 0 0,-2-1 153,-18 1 0,0 0-153,2-1 0,0 0 0,0 1 0,0 0 23,-3 0 0,-1 0-23,13 1 0,-11-2 0,-1 1 0,18 1 0,-17-1 0,0 0 0,12 0 0,-1 1 0,1-1 0,1 1 0,0-1 0,1 0 419,-15-1 1,3 0-420,0 1 0,1-1 0,9 0 0,0 0 0,-10 0 0,-2 0 238,0-1 1,-3 1-239,11-1 0,0 0 0,-1-1 0,-2 1 11,-2 0-11,-3 0 0,-4 0 0,0 0 757,-1-1-757,-1 1 0,-1-1-90,-2 1 90,-1-1 496,-3 0-496,-2 1 1041,-1-2-1041,3 2-89,-5-1 718,3 0-539,-7 0 128,-1 1-218,-1-1 90,-1 0-90,0 0 0,0 1-90,0 0 90,-1-1 0,3 1 0,-4 0 0,2 0 0,-1 0 90,0 0 0,0-1-90,-7-5 90,1 3-90,-6-6 0,4 6 0,-2-2 0,2 0 0,-1 0 0,0-5 0,2 3 90,-3-5-90,2 3 0,0-1 90,-2-3-90,-1-10 0,0 1-425,-2-11 425,1 4 0,0-6-889,0-2 889,2-3 90,1-2-90,0-7-1416,3-4 1416,-1 24 0,1-1 0,2-1 0,0-1 0,0 0 0,0 0 0,1-2 0,1-1 0,2-15 0,1-5 0,-1 12 0,0-2 0,0 1-752,0 3 1,0 1 0,0-1 781,-1-2 0,1-1 0,0 4-75,-1 0 0,0 3-33,-1-6 0,1 0 78,-1 3 0,0-1 0,0-2 0,0 0-364,-1 3 1,-1 0 363,0 1 0,-1 0 0,1-1 0,-2 0 0,1 1 0,-1 0 0,0 0 0,0 0 0,0 0 0,-1 1 0,1 0 0,0 0 0,0 0 0,-1 1 187,1 2 0,0-2-187,0-12 0,0 0 0,0 11 0,1 1 246,-1-10 1,0 0-247,1 15 0,-1 1 0,1-10 0,-1 0-225,1 11 0,-1 1 180,0-8 0,1 2 791,-1-10-656,1 2-180,-1 4 138,0 0-48,1 6 0,-2 1 1350,2 4-1350,-2 2 0,1 2 0,-1-1 1298,1 4-1298,-1 0 904,-1 3-904,1-7 776,-1 1-776,0-5 0,1 8 0,0 3 417,0 6-417,1 2 0,-1 0 0,1 1 0,0 0 0,0 0 0,0 2 0,-1 0-89,0-2 89,0 1 0,1-1 0,-1 1-90,1 1 90,-2 1-90,0 0 90,-1 2 0,-3 2 0,-2 2-90,-1 2 90,-1-1 0,2 1 0,-8 0 0,2 1 0,-6-1 0,0 0 0,-1-1 0,-10 1 0,-2-2-1199,-9 1 1199,-8-2-1620,-5-2 1620,24 2 0,-2-1 0,0 0 0,0 0 0,-2 0 0,0-1-45,0 0 0,-1 0 45,-1 0 0,0 0-775,0-2 1,0 1 774,-1 0 0,-1 0 0,-3 0 0,0-1-747,-1 0 1,0 0 746,-4 0 0,1-1 0,0 1 0,-2-1 0,4 0 0,-3 0 0,2 0-45,-8-1 0,-1 1 45,8 0 0,-2 0 0,3 1-405,-5-2 1,2 1 404,-2 1 0,1-1 0,0-1 0,0 1 0,-1 0 0,1 0 0,0-1 0,1 1 0,-1 0 0,0 1 0,5 0 0,1 0-95,0 0 1,1 1 94,3 0 0,1 1 0,0 0 0,1 0 0,-1 0 0,1 0 41,0 1 1,1 0-42,1-1 0,0 1 0,1 1 0,0-1 0,1 0 0,1 0 0,1 1 0,0-1 0,0 1 0,1-1 579,-23 1-579,3-1 1529,5 1-1529,16 0 0,-2 1-45,-1 0 0,1-1 450,0 1 1,0 0-406,-24 1 818,21-1-818,3 1 566,2-1-656,3 0 90,-1 1 0,1-1 0,2 2 235,1-2-235,1 0 0,2 1 0,0-1 1100,1 0-1100,0 1 0,0-1 825,3 1-825,0-1 403,-5 1-403,0-1 0,-1 1 0,3-2 0,7 1 0,1-1 0,1 1 0,0-1 0,1 1 0,0-1 0,1 0 0,1 1 0,-1 0 0,2-1 0,0 0 0,-3 0-90,3 0 0,-4 0-90,5 0-180,-2 0-809,1 0-630,0-1-6296,2-1 8095,5-4 0,4-3 0,5-4 0</inkml:trace>
  <inkml:trace contextRef="#ctx0" brushRef="#br0" timeOffset="61695">2363 5755 11670,'-7'3'2879,"0"0"-1350,3 0-1259,5 1 89,3 0-89,7 0 0,4-1 0,10-1-906,8-1 906,16-1-1013,-20 0 0,2 0 878,8-2 0,3 1-45,4-1 0,3 0 0,6 0 0,2-1-655,-17 2 1,0-2-1,3 1 632,4 0 1,4 0-1,0 0 1,-1 0-688,3 0 0,-2 0 1,3 0 664,-3 0 0,4 1 0,-1-1 0,-3 1-15,1 0 0,-4 0 0,1 0-359,0 1 0,0 0 1,1-1 358,-1 1 0,0-1 0,-1 1-209,0 1 0,-1-1 0,1 1 209,-2 0 0,1-1 0,-1 1-92,-2 0 0,0 0 1,0 1 91,-3-1 0,1 1 0,-1 0 46,16 0 1,-2 1-32,-8-1 0,-1 1 218,-5-1 1,-2 1-264,-9-1 0,-2-1 1170,21 3-1170,-12-1 90,-8 0 1756,-3-1-1756,-12 1 1671,-1-1-3020,-18 0 4,3 0-5041,-9 0 6465,6 1 1,2-1 0,1-1 0</inkml:trace>
  <inkml:trace contextRef="#ctx0" brushRef="#br0" timeOffset="65961">20110 3944 8432,'10'1'1259,"-2"-1"-809,-2 1 360,-1 0 1259,0-1-1710,-1 2-269,1 0 90,-1 1-90,0-1 0,2-1 0,0 0 0,4 0 0,2 1 0,3 0-90,4 0 90,8 1-674,4 1 584,7 0 90,8 1 0,3-1-958,7 3 913,-16-2 0,3 0-1160,5 1 1,1 1 1114,-1-2 0,2 1 30,-6-1 0,1 1 0,-3-2 14,-1 1 1,-1-1-45,-2 0 0,2 1 0,-2-2 0,1 2 0,0-1-775,8 0 1,-1 1 774,-6-2 0,-2 1-366,5 0 0,0 0 366,-5 0 0,0-1 0,1 0 0,0 0 0,0 0 0,0 0 0,0 0 0,-1 0-252,1-1 1,1 1 296,-2-1 0,0 1-45,-1-1 0,1 0 0,13 1 0,3 1 298,-1-1 0,2 1-298,-11-2 0,2 1 0,-3 0 0,8 0 0,-3 0 0,7 1 0,-5-1 0,6 1 0,-22-1 0,-1-1 90,10 1-90,-2 0 762,1 0-762,1 2 0,-8-2 0,0 2 0,20 1 128,-17-1 1,0-1-129,15 3 0,0-1 1118,1 1-1118,-2-1 0,1 1 61,-1-1 29,-5 0-90,-2-1 26,-4 0-26,-3-2 0,0 1 879,-2-1-879,-4 0 39,-4 0-39,-5-2 0,-3 1 1187,-4-2-1187,0 1 1010,-2-1-1010,0 0 712,-1 0-712,-1 0 268,0 0-268,-1-1 0,0 0 0,-1 0 0,0 1 0,0 0 0,0-1-180,-2 1 0,0-1-89,-1 1-991,-1 0-2787,1-1 4047,-2-1 0,-1 1 0,-2 1 0</inkml:trace>
  <inkml:trace contextRef="#ctx0" brushRef="#br0" timeOffset="66897">20255 4652 13919,'3'11'900,"1"-2"-631,3-6-89,3-1 0,1 1 0,7-1 180,24 4-225,-12-4 0,3 0-355,2 1 1,0 1 264,5-1 0,0-1-910,-8 1 1,0 0 909,2-1 0,1 1 0,0-1 0,2 0-1002,5 1 1,2-1 1001,1 0 0,1 0-940,6 0 1,1 0 939,2 0 0,0 0-45,1 0 0,1 0-373,-18-1 0,0 1 0,0-1 373,2 0 0,-1 1 0,1 0-141,0-1 0,1 1 1,0-1 140,0 2 0,1-1 0,-1 0-83,2 0 1,-1 0 0,0 0 82,1 0 0,-1 1 0,1-1 0,0 1 0,0-1 0,0 1 30,-2 0 0,0 0 0,3 0-37,0 0 0,1 0 0,3 1 1,-2 0 28,2-1 1,0 1-1,0 0 1,0 0-23,0-1 0,0 1 0,0-1 0,-1 1 0,-3-1 0,0 0 0,-2 1 0,-2-2 0,17 2 0,-4 0 80,0 0 0,-1 0-35,-6-1 0,-1 0 140,-3 0 0,-1 0-185,-4 0 0,-1-1 283,-3-1 0,0 1-283,0 0 0,-2-1 1032,23 1-1032,-5-1 90,-8 1-90,-6-2 1411,-6 1-1411,-5-1 1571,-4 0-1571,-1 0 1424,-2 0-1424,5-1 0,-7 1 1133,3 1-1133,-4 0 409,-3 0-409,1 0 58,-5 0-58,-1 1-180,0 0 0,0 1-90,-1-1-629,0-1 899,0 1 0,-3-1 0,0-1 0</inkml:trace>
  <inkml:trace contextRef="#ctx0" brushRef="#br0" timeOffset="67907">20225 5447 15628,'-11'0'1799,"21"4"-1799,-2-2 90,19 2-90,-7-2 0,9-1-1315,7 1 1315,11 0 90,5 0-90,-23-1 0,2 0 0,15 0 0,6 0-872,-10 0 1,1 0-1,2-1 872,0 1 0,1 1 0,0-1-346,6-1 1,0 0-1,-1 1 346,-9 0 0,-1 0 0,0 0-563,2 0 1,1 0 0,0 0 562,1 0 0,1 0 0,-1 0-288,2 0 1,0 1 0,0-1 317,0 0 0,0 0 0,1 0-30,0 1 0,0 0 0,0 0 0,-1 0 0,0-1 0,-1 0 7,1 1 1,-1 0-1,-1 0-7,0 0 0,-1 0 0,0 0 30,-1 0 1,-1 0 0,0-1-31,-1 1 0,-1 0 0,1 0 0,-3-1 0,1 1 0,-1 0 0,17 0 0,-1 0 192,-5 0 0,-2 0-192,-1 0 0,-1 0 0,-6 1 0,0 0 0,-1-1 0,-1 1 568,-2 0 0,1 0-568,11-1 0,-1 0 0,-15 0 0,0-1 79,9 1 0,-2 0-79,4 0 0,-2-1 1381,-3 1-1381,-1-1 0,-3 0 1444,-3 1-1444,-4-1 0,0 0 567,-4 0-567,0 0 0,-3-1 0,-1 2 1158,-1-2-1158,-2 2 844,-3-2-844,-1 1 420,0 0-420,-2 0 90,-1-1-90,-1 1 0,0-1 0,-1 1 0,-1 0 0,2-1 0,-1 1-8365,0-1 8365,-15-2 0,-4-1 0,-16-3 0</inkml:trace>
  <inkml:trace contextRef="#ctx0" brushRef="#br0" timeOffset="68939">20173 6053 13469,'-10'2'-90,"0"2"900,6-3-540,4 5-90,3-3 89,6 3 1,2-3 0,3-2 0,5 2-90,10-1 0,6 1 0,12 1 0,7-2-1143,-23 0 1,2 0 1007,1-1 0,1 0 45,5 1 0,3 0-929,2-1 1,4 1 0,-2 0 868,-8-1 0,0 0 0,3 1 15,11-1 0,6 1 0,1 0 0,-5-1-616,-6 0 0,-4-1 1,3 1 592,0-1 1,2 1-1,1 0 1,-4-1-425,2 1 0,-2-1 0,-1 0 432,2 0 0,1 0 0,0 1-159,0-1 1,1 0 0,0 0 128,0 0 0,0 1 0,0-1 30,1 0 0,0 0 0,0 1-30,-1 0 0,0-1 0,-1 1 0,1-1 0,-1 1 0,1 0 30,-3-1 0,1 1 0,-1 0-30,-1-1 0,0 0 0,0 0 0,-2 1 0,0-1 0,-1 0 240,-1 0 0,-1 0 0,1 0-240,10 0 0,1 0 0,-3 0 119,6 0 0,-2-1-89,-12 1 0,2 0 0,-3-1-30,11 1 0,-2-1 560,-3 0 0,-1-1-560,-1 2 0,-2-1 0,-8 0 0,-4 0 0,6 1 0,-6-1 1858,-4 1-1858,-4 0 0,-2 0 637,-2 0-637,-3 0 2494,-1-1-2494,-1 1 816,-1 1-816,0 0 309,-1 0-309,0 0-180,-1 0 0,0 0-90,-1 0-539,2 1-2789,-2-1 3598,2-3 0,-6 1 0,-2-2 0</inkml:trace>
  <inkml:trace contextRef="#ctx0" brushRef="#br0" timeOffset="70020">21058 3275 13649,'-3'-11'450,"1"2"-180,0 2 90,0 3-1,0-2 541,0 1-540,4 17-180,-2 6-1,3 13-739,-2 2 740,-2 1-1,1 5 1,-1 11-90,0 7-856,1-26 1,-1 2 810,1 0 0,-1 2 45,1 15 0,0 4-30,-1-15 0,-1 0 0,1 0-30,0 1 0,0 0 0,-1 0 0,0-1 0,0-1 0,0-1-1030,-1 9 1,0-2 999,0 2 0,-1 1 45,-1 4 0,0 0-861,1 1 1,0 0 815,-2 0 0,1 0 45,1 0 0,0 0-45,-1 0 0,1-1 45,0 0 0,0 0-466,0-5 0,0 0 466,1-1 0,0 1-45,0-1 0,0 0 0,1-2 0,0 1 45,0 2 0,0 0-45,1-4 0,0 0 0,-1 0 0,1 1 145,-1 2 1,0 3-146,0-9 0,0 2 0,-1 1 30,0 1 0,1 0 0,-1 0-30,0-2 0,-1-1 0,1-1 151,-1 14 1,0-3-152,0-15 0,1-2 0,0-1 0,0 1 363,0-2 0,0 0-318,0-1 0,1 0 759,-3 23-804,1-3 0,0-7 90,0-1-90,1-3 357,0-4-357,1-3 0,-1-5 1554,2-1-1464,-1-2 1230,0 7-1320,-1 1 0,1 5 0,1-9 90,-1 2-90,1-14 1151,1 2-1151,-2-6 687,2-2-687,-1 0-90,1-3 90,0 1-270,-1-2-180,1 0-4497,-2 0 720,-1-9 4227,-1-2 0,-3-15 0,1 0 0</inkml:trace>
  <inkml:trace contextRef="#ctx0" brushRef="#br0" timeOffset="71021">21665 3364 14099,'4'-10'989,"-1"1"-719,-2 3-270,2 11 90,-1 0 0,1 11 90,-2-1 0,0 4 0,-1 5-579,0 9 578,-1 6-1512,0 13 1378,0-23 0,1 0 45,-2 4 0,1 1-46,0 2 1,0-1 45,0 2 0,-1 0-906,1 1 1,0 0 860,0 2 0,-1 0 0,1 0 0,-1 1 0,0 4 0,0 1 0,0-3 0,0 1 45,0 7 0,0 1 0,0-2 0,1-1-1012,-2 5 1,0 1 1011,1 0 0,-1-1-1,0 1 1,0-1-45,1-1 0,-1 0 45,1-5 0,-1-1-499,1 0 1,0-2 453,0-4 0,-1-1 45,1 1 0,0 1-177,0-2 1,0-1 131,0 1 0,0-1-45,0-1 0,1 0 331,0 0 0,0 0-286,1-2 0,-1 1-1,1-1 1,-1 0-45,1-2 0,0 1 45,1 12 0,-1 1-45,1-13 0,0-1 382,-1 9 1,1-2-383,1 11 45,-1-20 0,0 0-45,0 18 359,0-20 0,1-1-269,-1 12 780,2-3-870,-2-1 0,3 7 90,-1-13 139,2 6-229,-2-15 0,0-1 1399,0-1-1399,0-1 90,2 6-90,0-5 0,0 4 0,-1-7 1150,0 0-1150,-1-1 0,1 6 0,0-6 882,0 5-882,-1-8 423,-1-1-423,0 1-90,1 2 0,-1-4-90,0 1 90,-1-4-90,0-2-4138,0 0-1258,0-17 5576,-2 2 0,-2-25 0,-1 5 0</inkml:trace>
  <inkml:trace contextRef="#ctx0" brushRef="#br0" timeOffset="72028">22274 3408 13469,'6'-8'-180,"0"1"270,-3 3 90,0 1-90,0-2 180,-1 2-90,2-2 180,-1 1-270,3 5 269,0 6-179,1 4 0,-2 6 0,0-1 0,0 5 0,0 6 0,0 4-873,-1 7 783,0 2 90,-1 3-1380,-2 3 1380,1 7-90,-1 3 0,-1-13 0,-1 5-46,0 3 1,-1 4-486,0-4 1,0 3 0,0-2 470,0-6 0,0-2 0,-1 1-756,1 3 0,0 1 0,0-1 770,-1 7 1,1 0-45,0 0 0,0 1 45,1-1 0,-1 1-597,1-1 1,-1 0 596,1-1 0,0 0-45,0 0 0,-1-1-223,2-4 1,-1-1 222,1-1 0,0 0-112,-1-4 1,2 0 156,-1 0 0,0 1-45,0-1 0,0 0 0,0 0 0,0-1 500,-1-1 1,1 0-456,-1-2 0,0 1-45,0 14 0,-1 0 257,1-15 1,0 0-258,0 10 0,0 0 0,-1-9 0,0-2 401,1-9 1,0-1-402,-1 6 0,1-1 1057,-1 8-967,0-2-90,1-4 0,-1-3 214,1-5-124,0-3 1641,0-2-1731,1-2 1335,-1-1-1335,0-1 810,1 0-810,0-3 418,1 2-418,-1-2 0,1 0 90,-1-1-90,1 6 0,1-5 0,-1 4 0,0-7 0,0 1 0,0-1 0,0-1 89,0 0-89,0 0 0,0 0 0,-1-1 0,1 0 0,-1-2 0,0 1 0,1-2-269,-1 0-8366,-1 1 8635,-2-16 0,0-5 0,-2-16 0</inkml:trace>
  <inkml:trace contextRef="#ctx0" brushRef="#br0" timeOffset="73329">23177 3342 14279,'5'10'629,"-1"2"-449,-3-5 0,1 3 0,-1-2 0,0 2 0,0 1 0,0 3 0,-1 1 0,1 3 0,-2 4-1,0 2-619,-1 7 530,-1 4-1027,-1 8 1027,0 5 45,1-10 0,0 2-90,1-8 0,1 0 0,-2 10 0,1 2 45,1 1 0,-1 2 44,1 8 1,-1 0 0,1 1 0,-1 1-967,1-16 0,0 1 1,0-2 966,-1 9 0,1 0-1,0 4 1,-1 2-45,0 0 0,1 0 0,0-5 0,-1 0-311,1-2 0,0 1 311,0-1 0,0-1 0,1-2 0,0-1-561,-1 3 1,0 1 515,1-5 0,-1-1 0,1 0 0,-1 1 0,0-1 0,1 0 91,-1 0 0,0-1-91,1 0 0,-1 0 0,0-1 0,1 1 398,0-2 0,1-1-443,-1 0 0,1 0 45,1 13 0,1 0 0,-1-13 0,1 0-45,0 10 0,0-1 45,0-16 0,-1-1-45,1 9 0,0 0 90,1 17-214,-1-21 0,0-2 124,0 9 975,0-1-885,1-3-90,-2-3 198,1-4-198,-1-4 0,0-1 1511,0-2-1511,0-1 1319,1 6-1319,0 1 0,2 7 0,0-9 0,-1-3 0,-1-9 946,1-1-946,-1 0 566,0-1-566,0-1 0,0-1 0,-1-1 0,1 0-90,-1-2 90,0-1-90,0-1-90,0 0-360,0-2-9291,0 1 9545,-4-18 1,-2-3-1,-3-16 1</inkml:trace>
  <inkml:trace contextRef="#ctx0" brushRef="#br0" timeOffset="75219">3058 6197 10681,'-8'-2'5217,"3"5"-5127,5 2 0,3 6 90,2 0-90,-1 3 0,0 4 90,1 11-1203,0 11 1113,0 14 0,-3-23 0,0 1-45,-1 3 0,0 1 45,0 2 0,-1 2-1241,0 7 1,-1 1 1240,0 2 0,-1 2-754,1-14 0,-1 1 0,1 0 724,-1-1 0,0 1 0,0-1-1,0 0 1,0 1 0,0-1-694,-2 18 1,1-1 723,0 0 0,0-1-303,0-5 1,0-2 257,1 0 0,0-1 0,0-4 0,1-2 0,-1 1 0,1-1 375,0 0 0,0-2-375,0-1 0,1 1 0,-1 10 0,2-1 385,-1-14 1,0-1-431,1 9 0,0-3 90,0 1 1719,1-5-1809,-1-8 90,0-4-90,0-4 2134,0-2-2313,0-2 397,-1-4-3546,0-2 2673,-3-14-3032,2-3 3687,-2-14 0,1-14 0,2-7 0</inkml:trace>
  <inkml:trace contextRef="#ctx0" brushRef="#br0" timeOffset="76053">3032 6244 14279,'-3'-15'-450,"1"3"360,1 5 90,3-1 0,-1 2 90,2-3 90,2 3-90,1-1 90,3 0 0,4-1-90,2 0 0,8-1-483,4 0 483,7 0-1149,9 1 1239,8 0-90,-21 4 0,1 1 0,2-1 0,3 1 0,6 0 0,5 1 0,-2 0-1413,9-1 0,1 1 1383,-3 0 0,3 0 0,-3 1-30,-11 0 0,-2 2 0,0-1 0,2 0 0,0 0 0,0 1-629,2-1 1,-1 2-1,1-1 629,1 0 0,-1 0 0,1 1-371,-1-1 1,1 0 0,0 1 340,-1-1 0,1 1 0,-1 0-180,0 0 1,0 0 0,0 0 209,0 0 0,-1 0 0,0 0-7,-1 0 0,1 0 1,-2-1-24,0 1 0,0 0 0,-1 0 138,18 0 0,-2 0-138,-7 0 0,-1 0 247,-3-1 1,-1 1-248,-8-1 0,0 1 623,-5-1 1,-1 0-534,22 1 90,-12-1 1925,-8 1-1475,1 0-360,-13-1 2152,3 1-2242,-10-1 2207,-2-1-2207,-1 2 158,-2-2-248,0 1 90,-1 0-90,-2 0 0,1 2 90,0 6-91,-2 0 1,1 8-90,-1 0 90,0 10 0,1 5-90,1 14 90,0 8-623,-2-25 1,-1 4 577,2 15 0,-1 6-15,0-14 0,0 3 0,0-1-30,-1-1 0,1 0 0,0 0-666,0 4 0,0 0 1,1-3 710,-1 0 0,1 0-45,1 2 0,0 5 0,0-3 45,0-1 0,1 1-692,-1-4 0,0 3 0,1-4 647,-1-2 0,1-3 0,-1 2 0,0 0-537,0-1 1,1-1 536,-1 1 0,1 0 45,0-3 0,0 1-199,0-2 1,1 0 153,-2-2 0,1 0 502,1-2 1,0-1-503,4 21 0,0-5 1300,-2-8-1300,-1-6 0,-2-5 1678,-2-6-1678,0-3 1588,-2-4-1498,0 1 40,-2-5-130,-2 0 772,-1-5-772,-2-1 0,-3-1 0,-3-1 0,-4-1 0,-4-2 0,-10 0-1025,-6-1 1025,-13-1 0,-5 1 0,22 2 0,-1-1-683,-2 0 1,0 1 682,-3-1 0,0 1-1037,-6-1 1,-2 1 1036,-1-1 0,-1 0-835,-7 1 1,-1-1 834,0 0 0,-1 1 0,18 0 0,0 1 0,-3 0-264,-2 0 0,-3 1 0,-1-1 1,3 1 263,-3-1 0,2 1 0,-2 0-165,2 0 1,-3 0 0,1 0 0,2 0 164,1 1 0,3 0 0,-1 0 138,1 0 0,0 0 0,0 0-138,1 1 0,1 0 0,0-1 0,-18 2 0,2 0 49,6-1 0,1 1-49,3-1 0,1 0 0,6 0 0,1 0 340,2 0 0,0 0-340,2 0 0,1 1 1268,-23-1-1268,5 0-90,10-1 0,5-1 734,6-1-914,7 0 0,5 0 1916,3-1-2096,2 0 892,-1-5-1162,6 1 515,-1-3-1504,7 2-470,0-3-879,3 0 3058,2-3 0,6-8 0,2-4 0</inkml:trace>
  <inkml:trace contextRef="#ctx0" brushRef="#br0" timeOffset="76648">3888 6106 13829,'-1'11'630,"1"0"-450,0-2 89,0 4-89,0 5 0,0 8-1314,2 9 1404,-1 12-90,2 7-90,-1-23 0,-1 1 0,1 2 0,-1 1 0,1 2 0,-1 1-1098,1 6 1,0 1 1096,-1 2 1,0 2 30,1-1 0,-1 2 0,0-1-803,-1-9 0,1-2 0,-1 2 712,0 8 1,0 3 0,0-3 60,0 7 0,-2-3-642,1-3 0,-1-1 597,1-1 0,-1-1-241,0-4 0,1-1 241,0-1 0,0 0 123,0-1 0,0 0-123,1-2 0,0 0 385,0-2 0,0-1-385,2-1 0,-1-1 44,2 23-89,1-4 1011,0-10-1101,0-6 1442,0-5-1802,1-1 90,-1-10 1472,0-1-5249,1-11 4471,2-12 1,1-10-1,1-12 1</inkml:trace>
  <inkml:trace contextRef="#ctx0" brushRef="#br0" timeOffset="77119">4470 6338 14459,'2'-17'-90,"-1"0"90,1 3 90,-1 1 90,0 0 0,1 1 89,0-2 1,1-1 0,0 1 0,2-2-90,-1 4 90,-1-1-90,0 2 89,1 1-89,-2 1-90,1 0 90,0 2 360,-1-2-450,4 13 90,-2 2-90,2 14 0,-2 7 0,-1 7-1388,1 13 1298,-1 7-848,-2-23 0,1 2 893,-1 1 0,0 0-1,1 3 1,-1 1 0,1 5 0,0 1 0,0-2 0,-1 1-929,1 8 0,-1 1 884,0-8 0,0 0 45,1 8 0,-1 1 0,0-4 0,0 0 0,-1 0 0,1 0 0,-1 0 0,0-2-428,0-4 0,0 0 413,0-4 0,0 1 0,1 1 0,0-1 0,0 1 0,1-1-230,-1 0 0,1 0 0,0-2 200,1 14 0,0-5 0,1-16 0,-1-3 587,4 22-587,0-6 0,-1-11 0,1-5 1426,-1-8-1606,-1-4 904,0-4-1083,0-4 2316,1-4-2677,0-3 715,1-4-1704,1-3-630,-1-4-629,0-5 2968,-1-3 0,0-12 0,-1-4 0</inkml:trace>
  <inkml:trace contextRef="#ctx0" brushRef="#br0" timeOffset="79287">3095 6764 13020,'-8'-3'2158,"9"-1"-1978,3 2 0,9-1-90,-2 1 90,4 0 0,5-1-90,7 1 0,6-1-1152,9-2 1152,8 0-818,-22 1 0,1 1 773,2 0 0,2-1 0,6 0 0,0 0 0,4 0 0,0 0-1008,6 0 1,1 0 1007,0 1 0,1 0-882,1-1 0,0 1 882,2 0 0,-1 0 0,2 1 0,0-1-1,0 1 1,2 0-15,-3 0 0,4-1 0,-3 1-293,-12 1 1,-2 0 0,3 0 262,11-2 0,2 1 0,-3 0-181,4 1 0,-4 0 181,1-1 0,0 0 0,-2 0 0,1 1 30,-12-1 0,2 1 0,-2 0-30,6-1 0,-2 0 44,8 1 1,-2 0 124,-18-1 1,-3 1-170,25 1 1190,-7-2-1100,-10 2-90,-7-1 0,-7 1 0,-5 0 1918,-3 0-1828,1 0 2561,-5 0-2651,-1-1-3685,-6 0 627,-16 4 3079,6-2 1,-17 3 0,7-1 0</inkml:trace>
  <inkml:trace contextRef="#ctx0" brushRef="#br0" timeOffset="80019">3181 7301 13469,'-11'2'-449,"4"-1"359,0 0-90,2 0 180,0 2 449,-1-2 1081,1 2-1171,7 1-89,1-1 90,7 1 0,1-4-90,3-1 0,5 0-91,8-1 91,7-2-90,11-1-1616,5-2 1526,-21 4 0,1 0-798,1-1 1,1 0 797,1 0 0,1 1-45,2-2 0,1 1 0,3 0 0,3-1 15,-1 1 0,3 0 0,-1 0-15,11-2 0,0 1-802,-7 0 1,1 1 0,-2 0 801,7-2 0,-3 1-45,2 0 0,0 1-266,2-1 1,-1 0 265,1 1 0,0-1 45,0 1 0,-1 0-403,0 0 1,-1 1 402,-1 0 0,-1-1-45,-5 2 0,-1-1-91,-1 1 0,-1 0 136,-6 0 0,0 0 327,0 0 1,-2 1-373,-1-1 0,-2 1 25,-3 0 0,-1-1 64,22 1 1127,-9-1-1216,-5 1 1403,-7 0-1403,-5 0 1438,-4 1-1438,3 0 1191,-1 1-1191,2-1 947,-6 0-947,-4 1 98,-5-1-98,1 1 0,-1-1 0,0 1 0,0 0 0,-1 0-90,0 0 0,0 0-180,-1 0 1,-1-1-541,0 1 810,0 0 0,-3 0 0,-1 0 0</inkml:trace>
  <inkml:trace contextRef="#ctx0" brushRef="#br0" timeOffset="81831">3392 6304 13649,'-11'4'180,"0"2"-90,2 2-90,-2 2 0,-3 5 90,-1 3-90,-3 5-311,2 0 401,1 3-13,1-1 13,0 9-90,4-9 0,2 5 90,6-11-90,2-2 0,2-1 0,3 2 90,2-1-90,3-1 234,1-1-144,2-3-90,1-1 0,2-3 0,0-2 90,6-1-90,-5-3 0,5 0 90,-3-5-90,-6-1 0,7-6 0,-10 3 0,0-5 0,-7 4 0,0-1 0,-3 1 0,-2-2 90,-2 0-90,-2 1 0,-2-1 0,-1 2 0,-2 0 0,0 1 0,0 1 0,1 3 0,-1 0-90,1 3-90,0 1-810,-4 4-989,3 1 1,-1 2 1978,5 0 0,-1 3 0,-1 1 0</inkml:trace>
  <inkml:trace contextRef="#ctx0" brushRef="#br0" timeOffset="82594">4060 6240 13469,'-6'11'180,"1"-1"-180,2-3 0,-1 1 90,-1 0-90,1 0 0,0 0 0,0 0 90,1 0-90,0-1 0,1 0 0,0 1 0,2-1 0,0 0 90,2 2-90,1-2 90,4 1-90,0-3 0,8 2 0,-3-1 90,7 1-90,-4-2 0,-1 0 0,1 0 0,0 0 0,-1 0 0,0 0 0,-2 2 0,0-1 0,-1 1 0,-3 1 0,-1 0 90,-2 0-90,-2 1 90,-3 4 0,-4 2-90,-1 1 90,-7 4-90,3-8 0,-4 3 0,4-5 0,0-1 0,0-1-180,1 0-90,-1-3-90,2 1-179,0-3-361,1 0-1798,0-1 2698,-1-2 0,0-4 0,-2-3 0</inkml:trace>
  <inkml:trace contextRef="#ctx0" brushRef="#br0" timeOffset="82828">4080 6315 12660,'-1'-11'1079,"0"0"-899,2 4 0,1 0 0,1 2 0,0 1 0,3 1-90,1-1 89,3 1-89,1 0 0,3 0 0,3-1 0,2 1 0,3-1-180,-1 1-180,0 0-269,-1 1-541,0 0-899,-1 0 91,0 1 1888,-1-1 0,8 1 0,2 0 0</inkml:trace>
  <inkml:trace contextRef="#ctx0" brushRef="#br0" timeOffset="83520">5055 6326 13649,'-7'-6'810,"1"0"-450,3 2-91,0 0 361,0 0-360,-2 0 180,3 1 179,-3-1-449,-1 5-180,1 1 90,-1 4 0,1 1 0,0 1-90,-2 3 90,0 0 0,-1 2-90,-2 2 0,1-1 90,-6 9-90,3-6 90,-7 12-90,8-14 0,-1 4 90,4-8-90,1-2 0,1 0-90,0-1 90,2-1-90,0 0 90,2-3-270,0 1 180,3 0 90,3-5 0,3 0-90,6-6 0,-4 2 0,4-3 90,-2 2 0,-2 0-90,3 1 90,-2-1 0,1 1-90,-1 1 90,0 0-90,-1 2 0,-1-1 0,1 2 1,-1-2-1,1 2 0,0-1 0,0 1-90,0-1 90,0 0-180,3 0 90,0-2 0,1 1 180,-3-1-90,-2-1 0,-2 0 0,1 0 90,-1 0-90,-1-1 0,0-1 90,-1 0 0,3-4 0,-3 3 0,2-3 0,-3 4 0,0 0 0,-1 1 0,1 0 90,-1 0-90,3 8-90,-3 0 90,1 10 90,-3-2-90,-2 4 0,1 1-90,-1 4 180,1-1-90,-1 3 0,0-2 0,2-1 0,-1 0 0,0-1-90,0 0-179,0-4-91,0 1-360,1-4-3417,-1 3 4137,0-5 0,1-1 0,0-6 0</inkml:trace>
  <inkml:trace contextRef="#ctx0" brushRef="#br0" timeOffset="84364">3455 6927 13469,'-6'-11'1350,"3"1"-1261,5 4 91,3 0-90,-1 3 0,1 0 0,1 0 0,2-1 0,1 0 0,1 0 0,1 0-90,2 1 90,0-1-90,2 1 90,-1 0-90,0 1 90,-1 1-90,-1 0 0,-1 1 90,-1 1-90,0 0 0,1 1 90,-3 0-90,0 2 0,-4-1 0,-1 0 0,-3 3 90,0 0-90,-2 2 0,-2-1 0,1-1 0,-2 1 0,0 0 0,1 0 0,-1 1 0,1-2 0,0 1 0,2 0 0,0 1 90,4 5-90,-1-3 0,4 2 0,0-6 0,1 0 0,1 0 0,0 0 0,0 0 0,-1 0 0,0 2 0,-1-2 0,-1 4 0,-3-2 0,0 2 0,-4-2-90,-2 2 90,-3 0 0,-1 0 0,-3 1 0,0-1 0,-2 1 0,0-1 0,2-1-90,1 0-360,-2 1-90,3-3-89,-1 2-1620,6-4 2249,1-1 0,1 0 0,1 0 0</inkml:trace>
  <inkml:trace contextRef="#ctx0" brushRef="#br0" timeOffset="85013">4032 6944 14459,'2'-11'1169,"0"1"-989,1 3-90,-1 2 90,2-1-90,1 1 0,1 0 0,1 0 0,1-1 0,1 1 0,8-4-1,-3 4-89,4-4 90,-4 5-90,-1 0 0,0 0 90,-3 2-90,1 0 90,-1 0-90,0 2 0,-2 0 0,-1 0 0,-1 2 0,0 0 90,-2 6-90,-2-2 0,-2 5 0,-5 4 0,1-2 0,-8 11 0,5-10 0,-2 6 0,2-7 0,1-2 0,0 0 0,1-1 0,-1 1 90,3-3-90,0 2 0,3-4 0,2 0 0,1-1 0,3-1 0,5-1 0,5-3 0,1-1 0,4 0 0,-3-2 90,10-2-90,-5 1-267,8-2 267,-9 1-43,-2 1 43,0 0 0,-3 2-90,-1 0-90,-3 0 0,0 1 176,-3 0-356,0-1-45,-3 2-315,-1 0 720,-1 1 0,-1 1 0,-1 0 0</inkml:trace>
  <inkml:trace contextRef="#ctx0" brushRef="#br0" timeOffset="85505">5057 6850 14369,'-9'-7'2608,"1"0"-2518,5 11 0,1 0-90,2 8 90,0 0-90,-1 3 90,0 2-90,-2 3 90,-1 13-90,0-6-318,-1 8 318,2-10-90,0 0-180,1-1-630,-2 6 1,2-8-1440,0 3-1169,1-11 3508,1-2 0,0 4 0,1 0 0</inkml:trace>
  <inkml:trace contextRef="#ctx0" brushRef="#br0" timeOffset="86856">3506 7617 14908,'-5'-9'1080,"-1"4"-990,0 6 0,-1 3 0,1 0 0,-1 3-90,-2 1 90,-2 3 0,1 0 0,-2 2-90,4 2 89,-3 1-89,3 1 0,-1 0 90,1 0-90,1 0 90,2-1-90,1-1 0,1 1 0,1-1 90,0-1-90,2-2 0,0 0 90,2-2-90,1 1 0,1-2 90,2-1-90,1-2 0,1 0 0,2-3 0,2-1 90,0-2-90,2-1 0,2-3 0,3-1 0,0-2 0,3-4-225,0-1 315,1-3-90,-2 0 0,4-10 0,-5-3 0,2-11 0,-10 7-90,-7-10 90,-5 17-176,-3-7 176,-2 10 0,0 3-90,-3 0 90,-2 3 220,-1 1-220,-1 4 0,-2 1 0,0 4 0,-11 4 0,4 3-270,-21 8-450,5 9-347,-1 0 257,5 4-1528,14-6 2235,-1 4 0,2 1 0,-3 6 0</inkml:trace>
  <inkml:trace contextRef="#ctx0" brushRef="#br0" timeOffset="88204">4191 7562 14279,'6'-9'1169,"-1"2"-989,-7 2-90,-4 4 0,-3 0-90,0 4 90,1 1-90,-1 0 90,0 0-90,-2 3 0,1-1 90,-2 2-90,2 1 0,0 0 0,1 1 0,1 1 90,1-1-90,2 0 0,1 0 0,1-1 0,2 1 90,1-1-90,3 1 0,1 0 0,3 0 0,2 0 0,2-1 90,2 0-90,1-1 0,3 1 0,-1 0 0,2-2 0,-1 1 0,0-1 0,0 1 0,-2-1 0,0 0 0,-2-1 0,0 1 0,-3-1 0,2 3 0,-4-3 0,0 3 0,-6-3 0,-1 0 0,-2 3 0,-3-2-90,-1 2 90,-2-2-90,-1 0 0,0-1 90,-1 0-90,-1-1 90,0-1-90,-1 0 90,1-2-90,1 0 90,0-1 0,0-1 0,1-1-90,1-1 90,0-1 0,1-1 0,0-2 0,2-2 0,0 0-90,2-2 90,2-1 0,1-3 0,1-2 0,3-3 0,1-1 0,1-4-266,1 0 356,0-1-90,-1 2 90,-1 2 90,-1 2-90,-2 1 0,0 3 0,-2 0 180,-3-5-180,-2 4 89,-8-7-89,2 11 176,-6-1-176,3 6 0,-2 3-90,0 1 90,-1 2-90,0 1-90,2 2-90,-1 2-179,3 1-181,0 0-450,3 1-1348,0 1-810,3 0 3148,2 0 0,2 0 0,1-1 0</inkml:trace>
  <inkml:trace contextRef="#ctx0" brushRef="#br0" timeOffset="88913">5095 7490 15538,'8'-8'990,"-2"0"-91,-3 4 1,-1-1 449,-2 0-540,0-2-539,-5 4-180,-1 4 90,-2 6-90,0 4 0,1 3 0,-3 5-90,0 4 90,-2 4-632,0 2 542,0 0 90,-1 1-90,1 0 0,0-1 0,0 0-334,0-3 244,1-3 0,2-3 90,0-1-90,1-2 0,1-3 0,1-2 700,1-1-700,1-3 446,1 0-626,1-3 180,10-9 90,-2 0 0,8-8-90,-5 4 90,0-1 0,1-1 0,0 1-90,0 0 90,1 0 0,-1 0 0,1 1-90,-1 1 90,2 0 0,-3 1-90,1 0 90,0 2-90,-1 0 1,2 1-91,5-1 90,-3 1-90,5 0 0,-6 1-90,6 0 180,-5-1-90,4 1 90,-7 0 0,1-1 0,-1 0 0,0-1 0,-2-1 0,1-1 1,-1 0 89,-1-3-90,-1 2 90,0-2 0,-1 1 90,-1 1-90,-1 0 89,0 2 1,-1 0 0,-3 13 0,-1 0-90,-5 18 90,-2 0-857,-1 8 767,1 1 90,1 3-90,1 1 0,1 1 0,3-3-180,2 2-270,3-7-270,0-3-899,4-4-899,0-6-1350,4-4 3868,-1-4 0,7-3 0,1-3 0</inkml:trace>
  <inkml:trace contextRef="#ctx0" brushRef="#br0" timeOffset="99103">6476 7015 10501,'9'2'1259,"-2"-1"-989,0-1 90,1-1-90,2 0 0,4-1-1,4-1 1,8-1 90,6-1-664,12-3 573,-7 2 1,2-1-1186,-6 0 1,0 1 1005,12-2 0,0 0-1,-11 2 1,0 0 0,5-1 0,2 0-1040,1-1 0,1 1 995,5-2 0,1 0-837,1 1 1,1 0 836,3 0 0,0 0-15,-17 2 0,1 1 0,0 0 0,1 0 0,1-1 0,0 1 0,2 0 0,0 1 0,1-1-388,1-1 1,1 1-1,1 0 388,7-1 0,1 0 0,1 0-116,-12 1 1,0 1 0,0-1 0,1 0 85,4 0 0,0-1 0,2 1 0,-1-1-27,-1 1 0,1 0 0,0 0 0,0-1 49,1 1 1,-1-1 0,1 1-1,0-1-38,0 1 1,1-1 0,0 0 0,-1 1 37,2 0 1,-1-1-1,1 1 1,-1 0-1,0 0 1,0 0-1,1 0 1,3 0-8,-8 1 0,2-1 0,2 1 0,0-1 0,1 1 0,0-1 0,1 1 0,1 0 0,0 1 0,0-1 0,-1 0 0,1 0-15,-3 0 0,0 0 0,-1 0 0,1 0 0,-1 0 0,0 1 15,0 0 0,1 0 0,-1 0 0,0 0 0,-3 1 0,-3 0-15,14-1 0,-5 1 0,2 0 0,-5 0 0,2 0 0,0 0 0,-2 0 30,6 1 0,-1 0 0,0-1-30,-9 1 0,0-1 0,1 1 0,-1-1 0,0 1 0,0 0 0,0 0 0,-1 0 148,10 0 1,0 0 0,1-1-149,-11 1 0,1 0 0,-1 0 0,0 0 0,9 1 0,-2-1 0,1 0 0,0 0 0,-1 1 0,1-1 0,0 0 0,0 1 0,-1-1 0,0 1 0,-1-1 0,0 1 0,0-1 0,-1 0 0,0 1 30,0-1 0,-2 0 0,1 1 11,-1-1 1,0 1 0,-1-1-42,0 1 0,0-1 0,-1 1 163,-2 0 0,0 0 1,2-1-164,-3 1 0,2-1 0,1 1 0,-1-1 0,0 1 0,1 0 0,-1-1 0,-1 1 0,11 0 0,0-1 0,1 1 0,-9 0 0,3 0 0,-2 1 0,-5-1 0,5 0 0,-2 1 0,-1-1 0,3 1 0,-4 0 128,4 0 0,-2 0-128,4 1 0,1-1 0,-5 1 0,0-1 112,-1 1 1,0-1-113,1 2 0,0-1 0,1-1 0,0 0-205,5 1 0,-1 1 205,1-2 0,-1 0 0,0 1 0,0-1 0,0 1 0,0-1 0,1 0 0,-1 1 0,-4-1 0,0 0 448,3 0 1,1 1-449,-9-1 0,2 0 0,0 0 0,5 1 0,0-1 0,1 1-106,-4-1 0,0-1 0,0 2 76,1-1 0,-1 1 0,-3 0 30,4-1 0,-1 0-395,4 1 1,1 1 394,-1-1 0,0 0 0,0 0 0,-1 1 0,-4-1 0,0-1 0,4 2 0,0-1 0,-4 0 0,0 0 80,1 0 1,0-1-81,3 2 0,-1-1 0,-6 0 0,0-1 0,7 1 0,-1 0-45,-5-1 0,-2 0 45,4 0 0,1-1 52,-6 1 0,1 0 0,-1-1-52,6 1 0,0 0 196,-6-1 0,2 1 0,-3 0-196,2 0 0,0-1 0,-3 2 0,2-1 0,1 0 257,1 0 1,0 0 0,0 0-258,0 0 0,0 1 0,0-1 30,-3 0 0,0 1 0,-3-1 112,4 0 0,-2 1-142,0 0 0,-1 0 0,0-1 0,-1 0-229,-1 0 1,0 1 228,-2-1 0,-1 0 519,0 1 1,-1 0-520,-1-1 0,-1 0 0,22 2 61,-2-2-61,-6 0 0,-2-1 1319,13-1-1319,-19 1 90,16 0-90,-20-2 0,-3 1 0,-5-1 1548,-11 1-1548,0-1 158,-3 0-248,0 0 1235,-3-1-1505,0 0-225,-2 0-2923,-1-2 3508,-4 0 0,-7-4 0,-3 0 0</inkml:trace>
  <inkml:trace contextRef="#ctx0" brushRef="#br0" timeOffset="99545">18571 6386 14998,'0'-10'2609,"2"4"-2519,7 4 0,0 5 0,6 3 0,-1 1 0,6 3 0,3 2 0,3 4 0,1 1-745,1-1 744,-1 2-89,1-1 90,-2 0-90,1 0 90,-1 0-521,-1-2 431,-3 1-16,-2-4 16,-4 0 0,-1-2 0,-2-1 708,-2-1-708,-1-1 0,-2-1 455,0-1-455,-2 2 119,-5 0-119,-2 1 0,-9 0 0,-3 0 0,-10 0 0,-4 3-1255,-10 3 1165,-4 0 90,-4 2 90,-3 1-180,-1 0-1254,-1 2 1344,1-2-90,1 0-225,15-5 0,0 0-135,-14 4-539,9-2 0,2-1-1440,-1-1-1169,-12 2 3428,21-6 1,-8-1 0,2-1 0</inkml:trace>
  <inkml:trace contextRef="#ctx0" brushRef="#br0" timeOffset="100353">13411 5846 14639,'11'-2'-360,"-2"1"360,-1 1 0,0 0 450,1 1-271,-1 1 1,-1-1 0,-1 1 270,-3 0-90,0 3-270,-6 3 90,-1 1 0,-6 3-90,-5 0-1,-3 1 1,-5 4 0,-2-3-552,-1 2 462,-3-2-110,-14 4 110,11-5-90,-16 5 90,19-9-90,5-2 90,9-3-90,8-3 90,4-5 0,2 0 456,4-6-456,5-1 0,5-7 0,4-3 0,7-7-90,3 1-733,0-2 823,2 1 90,-3 3 0,9-7-90,-12 11 90,10-6 0,-16 12 0,-1 3-90,-5 3 0,-6 6 0,4 3 90,-4 2 849,4 4-939,-2 3 90,0 3-90,1 4 0,0 7 0,0 3 0,1 5 90,2 15-90,-3-1 0,-2 2 0,-6 3 0,-5-12-744,-2 2 744,-4-6 90,1-10-406,-6 2 316,3-7 0,-6 3-91,4-9 91,-2-2 0,-4 0 0,-1-1 90,-6 0-90,3-3 0,-2-1 0,1-1 0,3-1 0,0-1 712,2-1-892,1 0-90,4 0-89,1-2 66,3 1-696,1-1-4396,3-1 5385,3-2 0,8-3 0,3-3 0</inkml:trace>
  <inkml:trace contextRef="#ctx0" brushRef="#br0" timeOffset="100680">13917 5755 14908,'5'-11'450,"1"1"-180,-3 3 360,2-1-91,-3 3-89,2-2 0,-1 4-270,2 4-90,-2 3 0,-1 6 0,-2 3 0,-2 2 0,-2 10-1,-1 3-700,-3 6 611,-2 3 90,0 1 0,-2 3-45,2-10 0,-1 0-45,-4 15 0,5-16 0,-1 0 90,-8 21-180,5-13 0,-4 9-90,6-17-90,2-4-180,1-4 1,1-3-181,2-3-270,1-3-1528,0-2-1440,2-2 3868,-1-2 0,2-1 0,0-1 0</inkml:trace>
  <inkml:trace contextRef="#ctx0" brushRef="#br0" timeOffset="100954">14060 6030 15718,'6'-7'810,"0"0"-271,-3 4-359,3 3-90,-2 2 0,2 3 90,-3 1-90,1 2 0,0 2 0,-1 1 0,0 3-90,0 2 90,-1 1 0,0 3-90,-2 0 90,0 0-90,-2 2 90,0 0-90,-1 2 0,0-1-90,1 0-450,-2 5 90,2-9-90,-1 5-269,2-11-1710,0-1-1348,2-2 3867,1-2 0,0-1 0,0-2 0</inkml:trace>
  <inkml:trace contextRef="#ctx0" brushRef="#br0" timeOffset="101294">14094 6016 14908,'-3'-14'-269,"-1"1"359,2 3 0,0 2 359,0 1-89,0-1 0,1 1-270,1-2 0,2 2 90,1 1-90,2 2 0,1 0 0,3 0-1,11 0 1,-4 1-90,9 0 90,-5 4-90,2 0 90,2 2-449,2 1 359,1 2 90,0 2-90,-4 1 0,-3 0 0,-4 0 90,-2 1-90,-3-1 0,-3 1 0,-3-1 0,-4 1 90,-8 6-90,-2-2 0,-11 5 0,0-4 90,-5 1-90,-1-2 0,-1 0 111,4-2-111,2-2 0,4-2-90,4 0-90,2-1-180,2 0-269,2 0-3059,4-2 809,5 2 2941,2-3 0,10 3 0,3-2 1</inkml:trace>
  <inkml:trace contextRef="#ctx0" brushRef="#br0" timeOffset="101464">14891 6124 15988,'8'-10'1529,"-2"0"-1079,-3 5 269,0 0-449,0 0 90,-1 1-10164,2-1 9804,-9 12 0,-6-5 0,-10 9 0</inkml:trace>
  <inkml:trace contextRef="#ctx0" brushRef="#br0" timeOffset="106520">20583 3271 11760,'7'-8'2879,"0"2"-721,-4 3-1888,-9 6-180,-5 2 0,-8 4 0,-1 1 0,0 3 0,-1 0 0,-3 6-583,1-1 583,0 2 0,1 2-90,2-1 0,2 1 90,1 1-90,3-1-68,3-1 68,3 0 0,4-1 0,2 0 0,4-2 90,1 1-90,3 0 0,2-1-90,2 0 90,1-1 0,2-2 0,2-1 0,2-2 0,1-3 0,1 0 0,2-3 0,0-1 0,0-2 0,0 0 0,-3-3 0,1 0 485,-1-3-485,-2 0 166,-1-2-166,-1-1 0,-2-2 0,-3 1 0,-1-2 0,-3-5 0,-4 3 0,-1-4 0,-6 4-90,-1 1 90,-6 0 0,-2 1 0,-3 1 0,-1 2 0,0 2-90,0 2-90,0 1 0,1 1-180,-2 0-89,2 3-181,0 0-2788,-3 4 3418,4 1 0,-2 3 0,5 1 0</inkml:trace>
  <inkml:trace contextRef="#ctx0" brushRef="#br0" timeOffset="107503">21918 3538 14189,'7'-8'2608,"0"2"-2428,-5 9-180,-1 1 90,-2 5 0,-3 0-90,0-1 90,-1 1 0,-1 1-90,0 1 0,-2 0 90,2 1-90,-1-1 0,1 1 90,1-2-90,0 0 0,0 0 0,2 0 90,-1-1-90,3 1 0,-1-2 0,3 1 0,0-1 90,4 2-90,0-3 0,3 3 0,0-4 0,0 1 90,1-2-90,-1 2 0,2 0 0,-1-1 0,1 1 0,-1-1 0,0 2 0,-2 0 0,-1 0 0,1 0 0,-2 0 0,0 1 0,-2 1 0,-1-1-90,-1 0 90,-1 0 0,-4 6 0,0-5-90,-6 9 0,3-8 0,-4 2-90,2-3 0,-1-2 0,-1 1-89,0-2-91,1 0 0,0-2-90,0 0-90,1-1-179,0-1-1440,1 0-359,1-1 2518,1-1 0,-1-2 0,1 0 0</inkml:trace>
  <inkml:trace contextRef="#ctx0" brushRef="#br0" timeOffset="107796">21866 3627 14189,'-1'-9'1169,"0"-1"-629,0 4-90,2-1-180,1 0-181,1 1 91,2 0-90,1 3 90,2-1-90,1 1 0,2-1 0,1 1 0,1-1 0,0 0-90,1 0 90,0 2-90,0-2 0,1 1 0,0 0-270,-1-1-629,6-2-1,-6 2-1529,2-1-1258,-7 0 3687,-1 2 0,1-3 0,-1 1 0</inkml:trace>
  <inkml:trace contextRef="#ctx0" brushRef="#br0" timeOffset="109380">23563 3685 13829,'5'-9'4138,"0"1"-4138,-9 26 0,2-9 90,-8 18-90,3-11 0,-1 2 0,-2 1 0,0 4 90,-1 0-90,-7 12 0,7-11 0,-3 5 0,7-13 0,0-2 0,0-1 0,2-3 0,-1 1 0,3-4 0,-1 1 0,2-2 0,-2 1 0,4-1 90,2-1-90,5-4 0,-1-1 0,6-5 0,-4 2 0,3-1 0,-1 0 0,-2 2 0,1-2-90,0 2 90,1-1 0,0 1 0,4-1 0,-4 1 0,4 0-90,-5 1 90,4-1-90,2 1 90,-1 0 0,0 0 0,-6 1 0,2-2-90,-1 0 90,1-1 0,0 0 0,0-1 0,1-2 0,-2-1 0,2-1 0,-1-1 0,0-1 0,-1 0 0,0 0 0,-1 0 0,0 0 0,-1 0 0,-1 2 0,0 1-90,-1 1 90,-1 1 0,-1 1 0,-2 9 0,-2 2 0,-5 9 0,0 0 0,-1 2 0,0 3 0,-3 3 0,2-1 0,-5 11 0,4 1 0,1-3 0,3 4 0,3-18 0,1 4 0,1-9-90,1 0 0,1-2-90,-1-1-180,0-2-89,1-2 449,0 0 0,-1-4 0,0 0 0</inkml:trace>
  <inkml:trace contextRef="#ctx0" brushRef="#br0" timeOffset="110269">21457 3592 14189,'-11'-9'270,"1"2"-180,5 5 0,1-2 0,-2 2 89,2-1 1,-3 1-90,2 0 0,-4 0 0,3 1 0,-2 2 0,1-1-90,-1 3 90,-2 0 0,-1 2-90,-2 1 90,0 3-90,-2 1 90,1 1-90,-7 7 90,2 5-90,1-1 0,4 1 90,7-8-90,2 0 0,2 0 0,2-1 90,2 0-90,2-1 0,2 0 0,2 0 0,2-1 90,2-1-90,3-1 0,0-2 0,2 0 0,0-3 0,1-2 0,1 0 0,1-3 0,1 0 0,1-3 0,1-1 0,1-5 0,-2-1 0,1-5 90,1-6-90,-8 2 0,1-5 0,-10 6 0,-2-2 0,-4 2 0,-3-2 0,-4-4-419,-3 0 329,-5-3 90,-3 4 0,0 4 0,-1 5 0,0 3 0,-10 2 0,8 4 0,-9 1 0,10 6-180,0 2-180,0 1-90,1 3-539,2 0-1170,4 1-449,1 1 2712,3 0 1,1 5 0,1 2 0</inkml:trace>
  <inkml:trace contextRef="#ctx0" brushRef="#br0" timeOffset="111064">22712 3754 13829,'6'-9'1079,"1"-1"-359,-5 7 0,1-3-91,-1 0-179,-1-1-90,-2 1-180,-4 1 90,0 2-180,-5 4-1,2 2 1,-4 5 0,2 0-90,0 4 180,-5 10-180,3-2-296,-3 10 386,6-7-90,1 2 0,2-2 90,3-2-90,1-1 0,2-1 0,1 0 89,2 0-89,1-2 387,2 2-387,2-4 0,2 0 0,0-2 0,8 1-90,4-4 90,1-1 0,10-7 0,-12-3-261,10-5 261,-9-1 0,4-5 0,-4-2 0,9-16 0,-9 5-808,5-12 808,-12 8-90,-2-3 90,-4 1-485,-3-1 485,-3 4 0,-3 1 0,-8-10 0,-12 2-90,-2 2-179,-23 10-91,16 18-715,-18 2 86,12 7-932,-8 3-418,0 6 2339,13-3 0,0 1 0,-19 8 0,19-7 0,1 1 0</inkml:trace>
  <inkml:trace contextRef="#ctx0" brushRef="#br0" timeOffset="113340">20445 4964 13919,'9'-8'720,"-1"1"-540,-3 3 89,-1 1 1,2-1-90,0 0 0,0 0 0,1 1 180,5-4-180,-2 3 0,4-3-91,-5 3 181,6-2-180,-4 2 0,5-1 0,-4 3 0,0-1 0,1 0 0,0 1-90,1-1 90,-2 1-90,2 1 90,-2 0-90,2 0 90,-1 0-90,0 2 0,-1-2 0,-2 2 90,3-1-90,-2 2 90,-2 0-90,-1 1 0,-7 2 0,-4 3 90,-2 2-90,-5 2 0,0-3 0,-2 2 0,-1-1 0,-1 1 0,1 0 0,-3 2 0,6-4 0,-2 2 0,6-4 90,1-1-90,3 0 0,0 0 0,6 4 0,1-3 0,5 4 0,-1-6 0,2 2 90,1-1-90,0 1 0,1 0 0,0 2 0,0-1 0,1 3 0,-2-2 0,0 2 0,-3 1 0,-2-1 0,-2 0 0,-1-1 0,-5 6 0,-1-5 0,-5 6 0,-2-5 0,-4-1 0,-2 1 0,-5 0 0,0-2-285,-7 2 285,3-3 0,-1-1 0,2-1 0,2-1 0,1-1 0,2-2 0,2 1-90,3-1-90,0 0-450,1-1-6910,4-1 7540,7-8 0,11 0 0,10-8 0</inkml:trace>
  <inkml:trace contextRef="#ctx0" brushRef="#br0" timeOffset="114647">21819 5072 14009,'-6'-9'1619,"1"0"-1259,5 3-90,2 0 90,1 1-271,2-1 91,-1 3-90,3-2 90,-2 1-90,1 1 0,0-1 0,3 0 0,1 1 0,1-1 0,0 2 0,1-2-90,0 2 90,1 0 0,0 0-90,0 0 90,5 0-90,-4 1 90,3 0-90,-6 1 0,-2 0 90,0 0-90,-1 2 0,-1 0 0,-1 1 90,-2 1-90,-2 2 0,-2 2 0,-2 1 0,-4 2 89,-8 8-89,-12 9 0,-9 7 0,2-4 0,4-4 0,12-12 0,3-1 0,2-2 0,1 0 0,2-2 90,2-1-90,1-1 0,1-1 0,2-1 0,1-1 0,5 1 0,1-2 0,4-1 90,0-1-90,3-1 0,9 0 0,-3-1 90,7-1-90,-4-1 0,11-1 0,-8 2 0,8-2 0,-11 2 0,0 0 0,-1 1 0,0 0 90,-1 0-90,0 0 0,-2 1 0,0-1-90,-4 1 0,0-1 0,-2 1-179,-1 0-1,-1 0-630,-2 1 900,-1 0 0,-2-1 0,-2 0 0</inkml:trace>
  <inkml:trace contextRef="#ctx0" brushRef="#br0" timeOffset="115961">23643 5171 11580,'-8'-10'1530,"2"1"-811,4 3 1,0 0 449,1-1-90,-1 0-89,1 1-271,-1 1-629,-2 9 0,2 1 0,-1 9 0,2-3 0,0 2-90,1 1 90,0 2-90,1 2 90,1 14 0,0-6-90,0 9-298,0-10 298,-1 0 0,0-2-45,0-1 135,-1-2-90,1 0 0,-1-3 0,0 0 0,0-3 90,1 0 296,-1-2-386,0-1 47,0-1-47,0-2 0,1 3 90,-1-5 0,2-6-90,-2-5 0,2-9 0,0 0 0,-1-3 0,0-1 0,0-4 0,1-2-519,-1-6 519,1-3 0,0-1-90,-1 2 90,1-8-630,-2 4 180,2-11-89,-2 20-91,-1 2 630,1 18 0,-10 11 0,-2 6 0</inkml:trace>
  <inkml:trace contextRef="#ctx0" brushRef="#br0" timeOffset="117539">20573 6277 15448,'3'-9'630,"-2"-2"-360,-1 3 269,-1 1-89,0-1-180,-1 3 0,-1 0-90,-4 4-90,0 2 0,-3 3 0,0 2-90,-2 3 89,-2 1 1,-1 1-90,-3 5-243,0 2 243,-3 4 90,3 0-90,1 2 0,2-2 90,4 0-90,2-2 0,1 7 0,4-8 0,2 7 0,3-11 0,2 1 0,3-3 333,1-1-333,2-2 0,2-1 0,1-2 0,1-1 0,3-2 0,0-1 0,1-3 0,2-3 0,0-1 0,4-5 0,10-8 0,-7 2 0,5-8 0,-8-4 0,-7 4 0,0-6 0,-9 8 0,-3 2 0,-2-1 0,-2 2 0,-3-2 0,-2 3-90,-4-2 90,-6 2 0,-3 2 0,-4 2-216,-2 4 216,1 5 0,-1 2-90,0 3-90,-1 1 0,1 2-90,2 0-180,1 3-1079,-5 3-989,9-1-1440,-3 2 3958,12-3 0,0 4 0,2 0 0</inkml:trace>
  <inkml:trace contextRef="#ctx0" brushRef="#br0" timeOffset="118586">21820 6347 14369,'8'-2'-180,"1"-1"450,-4 1-90,2-1 269,-3 0-179,2 0 270,-2 1-90,1-1 269,-2 0-89,-1-2-450,-4 0 0,-3 3-90,-5 2-90,3 2 90,-2 2-90,2 0 90,1 0-1,-3 5-89,3-3 90,-2 3-90,4-2 0,-1 0 0,2 1 90,0 0-90,1 0 0,3-1 0,0 2 0,2 1 90,1-1-90,1 1 0,8 4 0,-2-2 0,13 9 0,-8-9 0,7 5 0,-6-6 0,0-1 0,1 0 0,-2 0 0,0 0 0,-2 0 0,-1-1 0,-1-1 0,-3-1 0,0 0 0,-2 0 0,-1-1 0,-2 0 0,-2 0 0,-7 3 0,1-4 0,-7 3 0,2-4-90,-4-1 90,0 1 0,-3-1-90,0-1 90,1 1 0,0-1-90,0 0 90,2-1 0,1-1 0,1 0 0,0 0-89,3-2 89,0 0 0,1 0 0,1-1 0,2-5-90,4-4 90,8-8 0,4-2 0,12-12 0,-5 11-524,5-6 524,-8 9 0,-1 2-18,-2 1 108,-2 2-90,-2 0 90,-1 1-90,-3-1 90,-2 1 522,-1 0-612,-4 0 109,-2 0-109,-3 0 0,-2 0 90,-10-2-90,-7 1 0,-10 1-90,4 6 0,1 4-179,9 3-181,0 2-90,1 1-449,2 1-1530,0 1-1798,2 0 4317,3 1 0,-2 3 0,-1 0 0</inkml:trace>
  <inkml:trace contextRef="#ctx0" brushRef="#br0" timeOffset="119620">23442 6365 14998,'9'-7'0,"-1"0"180,-2 4 90,0-1 0,0 1 0,1-1 270,3-1-271,-2 1 271,4-3-90,-2 2-270,0 0 0,-2 1 0,-4 2 89,1 0 91,-1 0-180,0 5-180,-4 3 90,-1 4 0,-5 5-90,-1-1 90,-2 3-90,-2 5 0,-1 1 90,-9 16-90,4-11 0,-4 9 0,3-8 0,6-9-90,-2 3 90,8-12-90,0 0 90,1-2-90,1 0 90,1-1-90,1-3 90,3 0 0,5-3-90,6-3 90,0-3 0,7-6 0,-5 2 0,3-1 0,1-2 0,-5 4 0,5-2-90,-7 4 90,0 0 0,-1 1 0,0 1 0,1 0 0,0 1 0,-1 0 0,1 1 0,-1 1-90,0 0 90,1 1-90,-1 0 0,-1 0 0,1-1 0,-1 0 90,1-1-179,3-1 179,-3-1-90,3-3 90,-5 1-90,-1-2 90,1 0-90,-2 0 90,0-1 0,-1 0 0,-1 1 0,1-1 0,-2 2 0,1 0 0,-1 1 90,0 1-90,-6 17 0,2-3 90,-7 15-90,4-6 0,-3 1 0,1 1 0,-1 1 90,1 0-90,1 1 0,0 0 0,2-3 0,0-1 0,1-2 0,1-2 0,0 0-90,1-4-180,0-1-180,1-2 450,0-3 0,2-14 0,-1-4 0</inkml:trace>
  <inkml:trace contextRef="#ctx0" brushRef="#br0" timeOffset="120520">20684 4294 13739,'-8'-9'90,"0"0"180,5 6-180,-2-2 90,2 3 0,-3-1 0,-2 4-90,-1 0-1,-1 3 1,0 0 0,-2 3 0,-2 1 0,0 1 0,0 3-90,0 2 90,-1 4 0,2 0-90,1 3 90,3-2 0,4 0-90,2 1 0,2-2 90,3 2 0,4-1-90,5 4 90,4-3-90,5 1 0,15 3 90,-7-9-653,10 1 563,-12-10 0,-1-2-228,0-3 228,1-2 90,3-2-545,-1-2 455,3-2 0,-5-3 89,-3 0-116,-5-1 27,-3-2 0,0-12 0,-7 6 522,-1-9-522,-15-2 0,-2 5 0,-9-8-357,-3 11 357,-2 2 0,-4 5 0,-1 2 0,-2 4 0,1 3-90,3 4 346,4 1-346,2 4-179,2 2-63,2 2-297,3 2-720,2 0-630,4 1 699,3 1 1280,3 1 0,6 8 0,3 1 0</inkml:trace>
  <inkml:trace contextRef="#ctx0" brushRef="#br0" timeOffset="121131">21223 4399 12840,'-4'-8'180,"1"0"89,0 3 181,1 0-180,-1-2 90,0 1-180,-1 0 359,2 2-269,-1-2 90,0 2-90,-2-1-180,-1 3 90,-2 2-90,1 1 0,-1 3-90,2 2 90,-2 2 0,1 2-1,1 3-89,1 1 90,2-1 0,1 4-90,2-1 90,2 3-90,2 0 0,2 0 90,5 3-90,9 6 0,5-2 90,1-1-395,-1-9 305,-6-8 0,-1-2 0,1-2 0,-1-1 0,0-2 0,-1-2 0,-1-2 305,1-1-305,-1-2 0,5-5 0,-1-8 0,-4 1 0,-4-5 0,-9 6 0,-1-1 0,-2-3 0,-3 1 0,-4-5-337,-3 2 337,-5-2-90,-3 3 90,-3 4 0,-2 3 0,-1 4 0,0 4-90,1 5 90,1 3-90,0 2 0,-2 5-180,1 2-89,-1 4-91,4 2-270,3 0-4767,1 8 5487,7-6 0,2 13 0,6-5 0</inkml:trace>
  <inkml:trace contextRef="#ctx0" brushRef="#br0" timeOffset="121631">21931 4481 14369,'-3'-13'270,"0"1"-90,1 7 89,-2-1-89,1 1 0,-1 0 180,-3 1-180,1 0-90,-2 1 90,0 3-90,0 1 0,-2 2 0,0 2 0,0 2-1,-1 1 1,-4 7 0,1 3 0,1 0 0,1 6-90,6-4 90,2-2-90,3 0 0,2-7 0,1 0 0,1-1 0,3 0 0,0-2 0,2-1 0,2 0 0,0-1 0,2-1 0,0-3 0,1 0 0,1-1 0,1-1-90,1-2 180,-1-1-180,1-2 90,-1-1 0,-1-2 0,3-9 0,-2-3 0,-2-3 0,-6 1 0,-5 5 0,-3 1 0,-2-1 0,-2-1 0,-3 3-90,0 1 90,-5 0 0,-1 5 0,-3 1-90,-1 4-90,-2 2-449,-17 10 89,6 0-1632,-14 8-77,11 1 2249,-14 10 0,21-9 0,0 0 0,-6 5 0,-1 0 0</inkml:trace>
  <inkml:trace contextRef="#ctx0" brushRef="#br0" timeOffset="122220">21264 5216 13649,'9'-15'0,"0"2"180,-5 5 0,1 1 90,-1 0 0,0 1 0,0-1-1,-2 1 1,0 0 270,0 1-90,-1-2-91,-2 1-179,-2 1 0,-1 1-90,-6 5 90,1 1-180,-3 3 90,1 2 0,1 1 0,-1 3-90,1 2 90,1 0-90,1 2 90,1 1-90,2 0 90,3 9-90,7 3 0,3-1 0,7 1-90,-1-10 90,4 1 0,-1-5 0,2-1-90,-1-4 90,1-1 0,0-3 0,1-2-90,-1-2 90,2-2 0,-1-1 0,2-3 0,-3-1 0,7-8 0,-9 2-90,5-11 90,-12 6 0,-1-3 0,-9-8 0,-3 7 0,-14-21-90,2 19-447,-12-7 537,4 15 0,-4 4-90,-2 4 0,1 5-180,-5 4-90,1 4-1254,-9 4 534,0 4-1258,-2 3-721,1 2 3059,3 2 0,-1 3 0,0 2 0</inkml:trace>
  <inkml:trace contextRef="#ctx0" brushRef="#br0" timeOffset="122813">20402 5766 13649,'3'-7'180,"1"0"90,0 3 0,0 0 0,1 0 89,-1 0-89,0 0 90,0 0 180,-1 0 89,1 0 721,0 0-1260,-11 9 0,3-1-1,-9 7 1,6-1 0,1 4-90,1-2 0,1 5 0,7-1 0,2-3 0,6 4 0,1-6-180,19 4 91,-6-4-498,12 1 497,-10-7 0,0-2 0,-1-2 90,6-2-90,0-2 0,4-2-641,0-3 731,-1 0-90,-3-3 90,-2-1-90,-4-2 90,-6-1 0,-3-1 0,-5-8-90,-6-3 90,-4-2 459,-8 3-459,-5 4-89,-5 1 542,-4 0-453,-1 6 0,-3 4 0,2 6-90,-2 3 90,-1 2 0,-3 4-180,1 2-90,-2 4-90,1 4-270,2 0-2788,-5 8 450,11-5 2968,-1 4 0,9-2 0,0 0 0</inkml:trace>
  <inkml:trace contextRef="#ctx0" brushRef="#br0" timeOffset="123288">21262 5773 14639,'-3'-13'629,"0"2"-359,0 4 0,1 2 0,-1 0 270,0 1-361,-2-1 181,1 3-90,-8 2-180,4 3 0,-6 3 0,4 1 0,-2 2 0,-1 2 0,1 3-90,-1 1 90,2 1-90,0 0 90,2 1-90,1 1 90,2-1-90,1 0 0,3 5 0,3-6 0,8 9-90,1-12 90,7 3-90,-1-7 90,1-3-90,1-2 90,1-3-90,3-1 90,3-3-563,3-3 563,2-4 0,-1-3-90,-3-1 90,-3-4 0,-2-2 0,-5 0-90,-3-1-30,-4 1 120,-3-1 0,-3 1 0,-5-12 0,-3 10-90,-5-6 90,-1 13 0,-4 2 0,-2 5-90,-2 3-90,-3 3 377,-6 5-647,-1 4-269,-5 4-1438,2 4-2,-3 3-540,5 1 2699,1 4 0,0 5 0,2 2 0</inkml:trace>
  <inkml:trace contextRef="#ctx0" brushRef="#br0" timeOffset="123828">21196 6389 14639,'4'-10'899,"0"2"1,-1 1 359,-2 1-1259,-5 4 90,1 3 0,-4 6 0,2 0 0,1 1-90,0 2 90,1-1-90,0 1 0,0-1 90,1 1-90,2 4 0,1-3-90,2 2 90,1-3-90,2-2 0,2-2 0,2 0 0,1-2 0,2-1 0,0-1 0,3-1 0,0-3 0,2-1 0,1-2 0,-1-1 90,0-3-90,0-1 90,-2-1-90,-1-3 90,4-8-90,-4-6 90,-3 0 0,-4 0 0,-8 10 0,-2-2 0,-3 1 0,-2 0 90,-4 1-90,-5 1 0,-2 2 0,-5 2 0,0 4 0,0 4 0,-1 4-435,-4 2 435,0 4-180,-4 2 0,3 2-270,0 2-359,3 2-1620,4 1 2429,0 4 0,7-1 0,-1 4 0</inkml:trace>
  <inkml:trace contextRef="#ctx0" brushRef="#br0" timeOffset="124348">21868 5945 14908,'3'-10'270,"0"0"-90,-1 1 90,-1 2 0,0 1 0,-1-1 0,0 1-1,-1-1 1,0 1-90,0-1 90,-2 1-90,0 0-90,-2 1 90,-2 0-90,-1 2 90,-3 2-90,-1 1 0,-3 4-1,-2 2 1,-4 5-90,1 4 90,-3 4 0,4 2-422,2 1 422,5-1-90,1 2 0,5-3 0,2-1 90,3 0-90,2-1 0,3 0-90,3 0 90,3-1 332,2 0-422,2-3 90,2-3 0,1 0-90,11-4 90,-7-3 0,9-2-90,4-9 90,-7-3 0,8-5 0,-12-3-421,-2-1 421,-4-3-90,-1-3 90,-5 0 0,-2 0 0,-4 1 0,-2 1-150,-2-1 150,-2 1 0,-3 1 0,-1 2-90,-2 3 90,-1 2 0,-2 5 0,1 1 325,-2 4-505,0 3-360,-5 4 1,3 3-2543,-7 8-1145,9-2 4227,0 4 0,6 1 0,1 1 0</inkml:trace>
  <inkml:trace contextRef="#ctx0" brushRef="#br0" timeOffset="124796">22622 5839 15898,'5'-11'540,"-1"0"-1,-3 5 91,1-1-450,-3 0 270,0 0-271,-5 1 1,1 4-90,-3 1 90,0 2-90,-1 2 0,-1 3 0,0 2 0,-2 2 0,1 3-90,0 1 90,1 3-90,1 1 90,1 1-90,3-1 0,1 0 0,2-1-90,2 0 90,3-1-180,6 6 90,0-6 0,6 3 0,-2-8 0,1-3 0,0-2 90,2-2-90,1-3 90,0-2-90,1-2 90,-1-3-90,0-2 90,-1-3 0,-1-2-90,-2-2 90,-2-3 0,-2-1-89,-1-11 89,-4-3 0,-1-1 0,-6 5-90,-2 10 90,-1 3 0,-2 2-90,-1 4 0,-2 1-90,-1 5-180,-2 3-90,-1 4-269,-7 5-631,-2 5-1652,-6 3-146,0 6 3148,0 2 0,-3 7 0,2 2 0</inkml:trace>
  <inkml:trace contextRef="#ctx0" brushRef="#br0" timeOffset="125271">22620 6423 15088,'9'-6'990,"1"-1"-630,-3 1 89,0 0 1,-2 2 0,0 0 359,-2 0 361,0 0-810,-6 1-271,-5 2 91,-3 4-90,-3 5 0,3 1 0,0 2 0,1 2 0,-1 2-90,3 0-90,1 1 90,1 0-90,3 0 0,1-1 0,3 0-90,1-1 90,4 0 1,2 0-91,2-3 90,3 1 0,1-4-90,3-1 90,1-2 0,1-1 90,1-2-90,0-3-90,16-5 180,-7-2-780,11-5 780,-12-1 0,-3-2-90,-3-2 90,-1-2 0,-3-10 0,-6 6-314,-2-4 314,-8 8 0,-2 0 0,-5 1 0,-1 1 0,-3 1 0,-4 2 674,-3 4-674,-10 1 0,5 5-90,-19 5-270,4 8 0,2 2-640,0 7-170,17-6-1348,1 1-1710,5-2 4228,5-2 0,3 0 0,2-1 0</inkml:trace>
  <inkml:trace contextRef="#ctx0" brushRef="#br0" timeOffset="125821">23703 5887 15628,'-3'-11'450,"0"1"-270,1 4 90,-1 1-91,0-1 91,-1 1-90,1 0 0,-3 0-90,2 1 90,-2 0-90,-1 0 90,-1 1-90,-1 1 0,-1 0-90,-1 2 90,-2 1 0,0 1 0,-1 3-90,-1 1 89,0 2-89,1 3 0,1 0 90,1 4-90,2-2 0,1 2 0,3-1 0,1 1 0,3-1 0,1 0-90,4 5 90,1-5-89,2 2 89,2-6 0,1-3-90,1-1 90,2-2 0,0-1-90,2-1 90,0-1 0,3-2 0,1-2 0,0-1-90,1-2 90,0-2 0,-1-1 0,-1-1 0,-2-3 0,-2-1 0,1-8 0,-6 4 0,0-5-90,-6 7 90,-3-1 0,-1 2 0,-3-1 0,-3 1 0,-2 1 0,-5 1 0,-2 3 0,-2 2 0,-2 2 0,2 1-180,-1 4-90,1 0-180,1 2-179,-1 0-631,3 1-4406,-7 2 5666,8 0 0,-6 1 0,6-2 0</inkml:trace>
  <inkml:trace contextRef="#ctx0" brushRef="#br0" timeOffset="126403">22769 5130 14729,'3'-12'539,"0"1"-179,-1 5 0,-1 0 0,0 1 269,1-1-269,-2-2-90,-1 2 0,0-2-90,-1 3 0,-2 1-1,0 1 1,-3 2-90,0 1 90,-3 2-90,0 2 0,-2 3 0,-2 1 0,1 4 0,-4 3-90,2 2 90,0 1-90,2-1 90,4 1-90,1 0 0,2 0 0,2 0 0,3-1 0,2 0-180,5 7 90,2-6-90,5 5 90,-1-10 0,2-1-90,2-3 0,11-1 90,-7-4 1,10-2-1,-9-4 0,1-3 90,1-4-90,-1-2 90,0-4-90,-3-2 90,-4 0-90,-5-1 90,0-10 0,-6 5-90,-6-21 90,-4 18-387,-6-8 387,-1 13-89,-2 4 89,-3 2 0,-1 6 0,0 2-90,-2 4-180,2 2 0,-1 3-180,0 1-269,-1 3-631,2 1-898,1 1-541,3 1 2789,0-1 0,-1 3 0,-1 1 0</inkml:trace>
  <inkml:trace contextRef="#ctx0" brushRef="#br0" timeOffset="126947">22719 4444 14099,'-9'-7'989,"0"-1"-449,6 6-270,-4-1 90,3 1-270,-4 0 90,2 2-90,-4 0 89,2 1-89,-1 2 0,-3 1 0,-1 3-90,0 2 180,-7 8-90,2 5-90,0 1 90,7 0-90,5-6 90,3-1-90,2 0 0,3 8 0,1-7 0,4 6-90,0-9 90,4 0 0,0-1 0,1-3 0,2-2 0,1-2 0,1-2-90,0-3 90,1-1 0,-1-2 0,3-3 0,6-6 0,-6-1 0,5-4 0,-11 2 0,-1-1 90,-2-3-90,-2 0 0,-3-2 0,-2 0 0,-2 1 90,-2-3-90,-2 1 0,-2 0 0,-3 1 0,-6-2-90,1 8 90,-13-1-360,2 13 90,-1 5-269,0 5-91,6 5-719,1 3-810,2 2-449,4 1 2608,4-1 0,4 6 0,2 2 0</inkml:trace>
  <inkml:trace contextRef="#ctx0" brushRef="#br0" timeOffset="127453">23701 4565 13919,'-5'-8'630,"0"0"-360,1 2 89,-3 1-89,0 1 90,-1-1-90,-3 3 0,0-1-90,-2 1 89,-1 1-89,-2 1-90,-2 2 90,-2 0-90,0 1 90,-1 2 0,-11 7-90,9-2-90,-6 5 90,12-4 0,3 0-90,2 0 90,3 2 0,2-2-90,3 1 0,2 0 90,3 0-90,3 0 0,2 0 0,4 0-90,3-1 90,3 0 0,11 1-90,-5-5 90,19 3 0,-18-8-90,10 0 90,-3-5 0,-7-2 0,6-3-248,-8-3 248,-2-1 0,-2-3 0,-3 0 0,-3-2 0,-3-2 0,-2-2 0,-2 0 0,-3-1 0,-2 1 0,-3-1 0,-4-1 0,-2 4 0,-5 0 0,-16 3 0,7 9-90,-17 1-877,11 9 428,-3 6-271,0 2-1798,2 4-1530,1 1 4138,4 2 0,-2 6 0,1 1 0</inkml:trace>
  <inkml:trace contextRef="#ctx0" brushRef="#br0" timeOffset="130456">21184 10220 11850,'0'-13'720,"0"1"-450,1 3 89,1-1-89,1 2 0,0 0 0,2 0-90,-1-1 90,2 1-90,0 0 248,6-3 124,2-1-72,0 2 37,2 0 26,-5 5-47,2-1 239,0 1 25,0 0-159,1 1-56,-2 0 54,1 2-254,-1-1 53,0 1-136,-2 1-61,1 0-20,-3 1-10,0 1-289,-1 1-112,-2 2-24,-2 3-494,-3 0 320,-10 10 243,-3-1 166,-9 7-485,-1-3 740,-3 0 238,-1 0 97,0 0 411,0-1-290,1 1-373,1-1-155,2 1-80,1-1-100,6-2-89,2 0-97,5 7-241,6-6-59,4 7-302,15 9-141,0-7 117,11 12-946,-2-10 1084,-1-4-4,1 2 383,-2-4 94,-4-1 124,-2-2 185,-5-2-149,-4-3-126,-4-1-90,-3-2 1112,-4-1-588,-3 0 756,-5 0-336,-3-2 295,-12 3 257,3-6-100,-7 2 56,-2-4-308,10-1-801,-12 2-647,18-3-1269,-2 1-164,9-1 1984,3 0 0,2-1 0,3 0 0</inkml:trace>
  <inkml:trace contextRef="#ctx0" brushRef="#br0" timeOffset="130738">21639 10433 13379,'8'-9'270,"0"2"-90,2 2 0,2 1 90,3 1 270,13 1-271,0 2-89,11 3 0,-5 3-90,0 2 270,13 10-1327,-12-4 1057,9 9 0,-17-6-1,-3 2 1,-2 1 0,-3 0-199,-3 1 109,-4-3 90,-1 1-180,-4-2-90,-1 0-179,-2-2-91,0-1 675,-2-1-2474,-1-2-719,-1-2 2968,-1 0 0,-1 3 0,-1 1 0</inkml:trace>
  <inkml:trace contextRef="#ctx0" brushRef="#br0" timeOffset="130931">22127 10445 14009,'-3'-16'0,"1"2"0,-1 3 90,1 3 0,0 2 180,-6 4-180,-3 5 90,-7 5-90,-4 5-810,-5 8 810,-2 4-90,-2 5 90,0 3-1193,1 1 1193,-1 2-90,2 0-90,0 2-269,0-3-271,4-2-2847,-6 9 3477,9-8 0,-1 5 0,9-8 0</inkml:trace>
  <inkml:trace contextRef="#ctx0" brushRef="#br0" timeOffset="131447">22486 10371 12750,'-2'-12'449,"1"2"-179,-1 0 0,0 2 0,1 1 270,-1 1-91,0-1-179,1 0-90,2 0 0,2 2-90,3 3 0,2 0 0,1 2 0,3-1 0,2 0 0,2 0 0,1 0-90,2 0 90,-1-1-90,2 1 90,-2-1-90,0 1 90,-1 0-90,-2 1 0,-1-1 90,-1 0-90,-2 1 0,0 1 89,1 2-89,-4 0 0,0 3 0,-4 0 0,-4 1 0,-1 2 0,-3 1 0,-1 3 90,-3 0-90,-1 3 0,0 0 0,0 2 0,0 1 0,2 0 0,1 1 0,1 0 0,3 1 0,1-2 0,2 2 0,4 10 0,8 8 0,0-1-983,11 11 983,-10-24 0,5 6-187,-8-13 187,0-1 0,-2-1 0,-1 0 0,-3-4 0,-1 1 964,-3-3-964,-3 0 296,-3-1-296,-6-2 0,-8 2 0,-5-1-610,-8 0 610,-1-1 0,0 0 0,0 0-90,4 1-180,4 0-270,4-1-809,6 2-900,1 0-629,6 1 2878,3-1 0,6 6 0,2 1 0</inkml:trace>
  <inkml:trace contextRef="#ctx0" brushRef="#br0" timeOffset="131616">23308 11047 15178,'14'-17'810,"-1"2"-630,-3 3 0,-2 2 0,-2 1-1,-1 1-89,-1 0 0,-2 1-809,-2 1-181,-4-1-1438,-1 5-1080,-6-1 3418,-2 4 0,-10 2 0,-5 1 0</inkml:trace>
  <inkml:trace contextRef="#ctx0" brushRef="#br0" timeOffset="137570">19126 11683 9871,'-1'-14'1799,"0"0"-1529,1 1 90,-1 2-90,2-1 0,-1 2 0,1-2 89,-1 0-89,1 0 0,-1 1 0,1 0-90,-1 2 90,0 0-1,1 1-89,0 0 0,0 1 0,0 1 90,-1 0-90,1 0 0,2 2-90,2 3 0,1 4 0,2 6 0,-1 3-90,0 5 90,4 6-90,-1 5-749,3 5 749,1 6 0,-2-1-901,3 6 901,-3-5 0,1 2 90,-2-5-90,0-1 0,-1-2 0,2 6 90,0-10-90,0-2 0,0-12 749,-4-10-749,9-6 0,-2-4 0,9-7 1080,-3-6-1080,7-6 0,0-6-1340,4-6 1340,-2-5 90,2-2-1459,-2-4 1369,0-2 0,-3 1 176,-2 2-164,-4 5 153,2-6-3,-7 10-94,0 3-90,-7 15-85,-5 12-3322,-1 3 1176,-2 10 2237,-2 3-1,-3 15 1,-2 1 0</inkml:trace>
  <inkml:trace contextRef="#ctx0" brushRef="#br0" timeOffset="138247">20067 11918 14639,'-5'-15'-180,"-1"0"180,-1 4 90,-2 0-90,-1 0 90,-2 0-90,-9-3 90,5 4-90,-8 0 0,8 6 90,-2 3-90,0 3 0,-1 3 0,-4 3-315,0 4 405,0 4-90,1 3 0,5 0 0,2 1 0,4 0 0,3 0 0,2 1 90,4 7-90,4-1 0,3-1 0,6-7 0,-2-8 0,3-2 314,1-3-224,0-2-90,1-4 0,0 0 0,0-4 0,-1-1 0,1-3 0,-1-2 0,0-4 0,-2-1 0,-1-3 0,-2 0 0,-1 0 0,-1 1 0,-1-4 0,-2 7 0,1-3 0,-3 8-90,1 2 90,3 9 0,-2 1 0,3 8 0,-2-2 0,1 1 0,2 0 0,1 2 0,0-2 0,0-1 0,2-1 0,3 0 0,5-5 0,5-4 0,-1-4 0,-1-5 0,-3-4 0,1-3 0,1-5 0,5-19 0,-7 7 0,-7 8 0,0-1 0,2-15-1456,0-7 1456,-2-1 0,-1-2 0,-2 4-89,-1 2-623,-3 7 712,0 5 0,-1 6 0,-1 4 0,-2 10 0,-3 15 0,-3 14 0,-3 18 0,-2 8-56,0 7 56,0 7 0,6-26 0,0 0 0,1 0 0,0 1 0,0 0 0,0-1 0,1 1 0,0-1 0,-1 25-409,3-3 409,1-5 90,1-3-180,2-3 180,-1-2-90,3-6-90,-1-5 0,1-4-630,3-1 181,-1-8-1530,3 0 90,-1-8 2309,0-4 1,6-4 0,2-3 0</inkml:trace>
  <inkml:trace contextRef="#ctx0" brushRef="#br0" timeOffset="138464">20517 11957 13469,'5'-9'1080,"0"2"-810,-2 3-181,0 7 1,-1 0 0,0 6-90,-1 0 90,0 2 0,-1 2-90,0 2-180,0 0-89,0 2-271,-1 0-540,0 0-898,1-1 269,0-2 1709,0-2 0,2 4 0,0 1 0</inkml:trace>
  <inkml:trace contextRef="#ctx0" brushRef="#br0" timeOffset="138690">20683 11565 13469,'-6'-10'450,"1"2"-180,1 4-90,2 0-450,-2 7-270,1-2-809,0 7-360,0-5 720,0 1 989,-1 0 0,-3 1 0,-1 1 0</inkml:trace>
  <inkml:trace contextRef="#ctx0" brushRef="#br0" timeOffset="139189">20958 11967 13020,'2'-11'899,"-1"1"-179,-2 0-451,0 2-89,-1-2 0,-1 2 0,-1 2 0,-1 1 0,-1 2-90,-2 1 0,-2 5 90,-3 2-90,-5 6 0,-10 14 0,4-1 0,-4 10-90,10-5 90,3 1-90,1 0 89,4 0-89,3-4-89,3-3-1,4-2 0,1-3 0,3 0 0,1-3-90,2-2 90,3-3 0,2-2 0,2-3 0,2-2 0,2-5 0,5-4-388,2-5 388,2-6-868,2-7 958,-1-6 0,1-5-90,-2-5 90,-3-4 0,-2-4-45,-9 11 1,-1-4-1,-2-4 0,-1-1 45,1-1 0,-2 0-898,-1 0 0,-3 3 898,-2 12 0,0 2 0,-1-25-815,-1 6 725,0 11 127,-1 7-37,1 8 617,-1 7-707,0 6 1845,-4 12-1755,-1 12 0,-3 12 0,0 14 0,1 8-246,1 7 246,4-26 0,0 1 0,0 15 0,1 1-765,0-11 1,1 1 764,0 10 0,1 0-45,0-14 0,1-2-564,2 13 1,-1-2 608,0-11 0,1-1-327,0 7 1,1-1 146,2 4 350,2-3-709,-1-7 754,2-4-2014,-1-7 2051,1-4-252,1-4 0,7-2 0,1-1 0</inkml:trace>
  <inkml:trace contextRef="#ctx0" brushRef="#br0" timeOffset="139361">21634 12023 14998,'6'9'-1372,"-2"1"1,-3-7-1,-1 0 1</inkml:trace>
  <inkml:trace contextRef="#ctx0" brushRef="#br0" timeOffset="145653">3592 8595 12886,'2'-16'1402,"1"4"-902,1 2-23,0 3 17,2-2-74,2 0-31,2-2-23,2 0 277,2-2-261,1 0 136,14-7-190,3 0-206,2-1-114,-2 5 282,-14 8-68,2 1-128,-2 2 25,0 0-90,-1 2 72,0 0-73,-1 2 46,-1 0-356,-1 2 73,5 3-132,-6-1-29,4 4 60,-8 4-298,-3-1 225,-4 12 227,-5-6 215,-7 9 185,-10 8 194,-1-7 228,-8 7-702,5-11 684,0-1-134,1-2-459,3-3-94,3-2-25,5-3-125,3-2 17,5 1-299,12-2 494,16-2-435,9-4 248,-3-1 0,1-1-1038,13 1 1047,-15-1 1,-1 1-68,11 1-99,-4 1 165,-4 2 427,-7 1-279,-5 1-113,-6 1-120,-4 1-83,-5 0 263,-4 3 1233,-6 1-727,-6 7 415,-9 2-701,-5 6 1051,-6 0 448,-1 1-860,9-9 0,0 0 527,-11 7-155,-7 9-994,18-16-943,5-2-28,5-2 834,5-3 0,4-3 0,3-2 0</inkml:trace>
  <inkml:trace contextRef="#ctx0" brushRef="#br0" timeOffset="145916">4313 8604 12210,'1'-19'90,"-1"2"0,2 3-90,-1 2 180,2 1 0,2-1-90,2 2 90,1 0-90,2 1 89,0 2-89,1 2 0,1 3 0,7 4 0,-3 3 0,7 4-90,-4 4-260,0 4 378,3 4-99,-2 1 82,0 3-96,-1 1 95,0 1-722,-1 1 754,0-1-275,-1 0 10,0-3-285,-3-1-151,0-3-1175,-2-3 1748,0 0 0,1-4 0,1 3 0</inkml:trace>
  <inkml:trace contextRef="#ctx0" brushRef="#br0" timeOffset="146111">4690 8498 19675,'-5'-15'-2139,"1"2"1385,0 4 90,1 4 127,-5 6 1557,1 7 141,-6 9-436,0 6-1228,-3 6 1346,-1 7-1139,1 2 1226,-2 5 34,2 0-1111,3-3-241,1 1 127,1-2-96,3 0-976,-1-1 386,1-1-872,2-4 654,1-5 1107,1-5 0,2 2 1,0-2-1</inkml:trace>
  <inkml:trace contextRef="#ctx0" brushRef="#br0" timeOffset="146561">4858 8565 16895,'4'-14'915,"-1"2"-710,-1 1 80,0 1-12,1 2 49,-2 0-161,1 2 34,-1-1-39,1 1 71,0 1-55,1 0 187,1 1 208,3-1-142,0 2-35,4-2-143,1 1 77,2 0-126,3 1-90,0 0-323,3 1-40,1 1-104,0 0 148,0 1-87,-2 2 111,-2 1-119,0 0 22,-2 2 69,-2 1-153,-2 1-76,-3 1-116,-2 2 172,-4 1 197,-3 3 214,-4 2 211,-5 6-436,-5 3 759,-7 6-695,-2-1 1021,0 0 275,1-2-202,-3 9-270,10-12 119,-1 8-204,12-10-514,4-6-604,10 11-109,2-13-568,9 6-147,-1-7 335,4 1-169,-1-1 143,-1-3 367,-4 1 1017,-2-3-487,-3 2 328,-2-1-298,-4 0-285,-3 0 591,-4 2 508,-15 9 875,-1-2 349,-13 8-329,3-8 687,-1 2 273,0-2-1952,-11 10-25,13-10 377,-3 6-1033,16-13 1,3 4 0,3-1 0</inkml:trace>
  <inkml:trace contextRef="#ctx0" brushRef="#br0" timeOffset="146728">5535 9080 14316,'6'-19'2145,"0"2"-1605,-2 3-85,-1 3-115,-1 2-39,1 1-101,-1 1-142,0 1 0,-12 21 0,-4 7 1</inkml:trace>
  <inkml:trace contextRef="#ctx0" brushRef="#br0" timeOffset="165903">1372 14917 12390,'-2'-10'3508,"0"3"-2249,-3 3-1169,11 4 0,-1 0-90,9 4 90,-3-3 90,2 3-90,2-2 0,5 2 0,6-2-90,6-1-997,6-1 1087,9-2-1638,6-1 1593,-23 0 0,0 1-45,2-1 0,0 0 45,1-1 0,1 0-45,0 0 0,0-1 45,2 0 0,0 0-45,1 0 0,0 0 0,1 0 0,-1 0-789,5-1 1,-1 1 788,-5 0 0,2 0 0,16-3 0,0 1 0,-16 1 0,-1 1 45,12-1 0,-2 0-45,-14 1 0,-3-1-445,1 2 0,-1 0 445,-1-1 0,0 0 0,27-4 0,-4 0 0,-6 0 11,-3-1-11,-5 2 90,-1-1 513,-3-1-603,-1 2 0,-1-2 0,-2-1 0,0-1 0,-2-1 0,13-6 0,-11 3 0,9-4 0,-12 5 0,-2-2 1243,0 0-1243,-2-1 90,0 1-90,-2-1 0,-1 1 1001,-1-1-1001,-2 2 0,0-4 0,-1 1 0,0-4 0,2 0 920,0-3-920,10-13 0,-8 7 349,6-11-349,-2-4-844,-5 7 844,2-12 90,-5 8-90,-5 4-630,-1-5 720,-4 3-90,-2-3 90,-2-1-90,-3 0 0,-2-5 90,-4 2-1249,-4-5 1159,-3 4 90,-5 1-90,-3 2 0,-3 1 0,-3 1 0,-2 1-216,7 15 1,-2-1 215,-3-1 0,-1 1 0,1 1 0,-1 0 0,0 2 0,1 3 0,-11-9 0,-1 2-76,0 0 76,-3 2 0,0 2 0,-5 0 0,-1 3 0,23 13 0,-1 1 0,0 0 0,-1 1 0,-1 1 0,-1 1 0,-1 0 0,0 1-254,-3 1 1,1 1 253,-2 0 0,0 2 0,-1 0 0,-1 1 0,0 1 0,-1 1 0,-2 2 0,-3 1 0,3 2 0,-4 2 0,3 0-492,-10 2 1,1 1 491,7 0 0,-2 2 0,4-1 0,-3 4 0,2 1 53,2 1 1,0 3-54,1 0 0,2 3-45,1 1 0,1 1-230,1 2 0,1 2 275,1 0 0,1 2 0,1 1 0,1 1 0,1 2 0,1 1 0,0 2 0,1 0 0,2 3 0,0 0 0,1 3 0,1 0-287,1 2 0,1 1 332,0 2 0,1 0-45,1 2 0,1-1 0,1 0 0,1 1 0,2-2 0,0 3 0,3-7 0,0 3 0,0 0 119,2-1 1,0-1 0,0 2-120,1-6 0,0 1 0,0 1 0,1-3-259,0 1 0,1-2 0,0-1 259,-2 15 0,1-5 0,4-15 0,0-2 178,0 0 0,1 0-178,1-2 0,2-1 0,-1 0 0,2-1 801,6 26-801,4-2 0,6-4 0,3-3 0,6-3 0,4-5 0,5-4 0,4-4 0,5-6 370,5-4-370,-24-11 0,1-2 0,2 0 0,0-2 0,1 0 0,1-1 0,1-1 0,1-1 0,13-1 0,3-2 0,4-3 0,0-1 0,0 0 0,0-1-45,-3-2 0,-2-2 203,-11 1 0,-1-1-203,-3 0 0,0 0-45,1-1 0,0-1-66,-3 1 0,-2-1-24,1 0 0,-1 0-90,2-2 1,1-1-91,-5 1 0,1-1-495,0-1 1,0 0-316,-4 0 1,-1 0-1931,20-17 3100,-4-2 0,-18 9 0,-1-2 0,1-2 0,-1 0 0</inkml:trace>
  <inkml:trace contextRef="#ctx0" brushRef="#br0" timeOffset="172989">11787 17848 9871,'-18'0'900,"1"0"-720,2-1 90,0 1-1,1-1-89,0 0 90,0 0 0,0 1 0,0-1 90,0 0-1,1 0-89,1 0 90,1 1-90,2-1-90,0 0 0,1 0 359,-2 1-359,1 0 270,1 0 360,1 3-181,14 4-449,1-2 90,14 3-90,3-4 90,9-1-90,11-2-1694,8-3 1649,-23 0 0,2 0-1078,6-3 0,0 1 988,4-1 0,1 0-905,5-1 1,2 0 904,2 0 0,1-1 45,2 0 0,2 1-60,-19 1 0,0 1 0,3 0 15,2-1 0,2 1 0,3-1 0,-1 0-23,4 0 1,0 0-1,1 1 1,0-1-1,0 0 1,1 0-1,-1 1 1,0-1-1,-2 1 1,1 0-1,-1 0 1,-4 1-529,2 0 0,-4 0 0,0 0 506,-1 1 0,1-1 0,-1 1 30,-2 0 0,1 0 0,-2 0-30,0 0 0,-1 0 0,-2 0-116,14-1 0,-2 1 116,-3 0 0,-2 0 351,-7 0 1,-2 0-352,-2 0 0,-2 0 90,19-1 975,-9 0-1065,-12 1 0,-8 0 2324,-7-1-2324,-4 1 2286,-4-1-2196,-3 0 359,-9-6-539,2 4 221,-9-5-761,6 6-269,-2-1-2250,4 2-2247,-1 0 5396,2 1 0,2 0 0,0 1 0</inkml:trace>
  <inkml:trace contextRef="#ctx0" brushRef="#br0" timeOffset="-33306.74">20196 3150 13289,'-4'-1'2609,"2"2"-2519,0 8 0,3 0-90,1-3 90,-2 1 0,1 2-90,1 2 90,-1 1-90,2 1 90,-1 3-90,0 0 90,0 2-90,0 2 90,0 2-1,0 3 1,0 0 0,-1 2 0,0 0 90,1 20-1596,-1 4 1506,1 5-90,-1-3-774,0-16 774,1-1-376,-1-4 376,-1-1 90,1-3-90,-1 5 0,1-2 90,-1 2-90,0-3 0,-1-2-294,0-1 384,0 0-90,-1-1 0,-1 1 0,1-2 1226,-2 0-1136,0 10-90,0-8 559,-1 7-559,2-9 0,-1-3 560,0 2-560,1 7 90,-2-6-90,2 5 0,-1-10 0,2-1 391,-1 0-391,0-1 0,1 0 0,0 0 394,-2 0-394,1 2 0,-1 1 0,-1 0 90,1 1-90,-4 7 0,2-6 0,-2 6 0,4-10 0,-1-1 0,0 0 0,-2 9 0,2-8 0,-1 6 0,3-8 0,0-3 0,0 0 0,0-1 0,0-1 0,0 0 90,0 5-180,-2-1 180,2 1-90,-1 2 0,1-10 0,1 4 0,0-5 0,0 0 0,0-1 0,0 1 0,0 0 0,0-1 0,0 0 0,0 0 0,-1 0 0,1-1 0,0 0 0,-1 0 0,1 0 0,-1 2 0,-1 1 0,1-1 0,-2 2 0,2-4 0,0 2 0,1-3 0,0-1 0,-1 3 0,1-2 0,0 1 0,-1-1 0,2-1 0,-1 1 0,0 1 0,0 0 0,0-1 0,0 1 0,-1-1 0,0 2 0,0 1 0,0 0 0,-1 3 0,2-4 0,0 2 0,1-3 0,0 0 0,0 1 0,0-1 0,0 2 0,0-2 0,0 2 0,-1-2 0,2 2 0,-1-2 0,1 3 0,-1-1 0,1 1 0,0 2 0,1-2 0,-1-1 0,0-2 0,0 1 0,0-1 0,0 1 0,1-1 0,-1-1 90,1 3-90,0-3 0,0 2 0,0-2 0,0 2 0,-1-1 0,1 1 0,0-1 0,1 0 0,0-1 0,0-1 0,2 0 0,0-2 0,2-1 0,-2 1 0,2-1 0,3 0 0,0 0 0,1 0 0,0-1 0,-3-1 0,2 1 0,0-1 0,1 1 0,2-1 0,1 1 0,2 1 0,1-1 0,2 1 0,4-1 0,1 1-488,6 1 488,2 0 0,5 1-821,0 1 821,1 1 0,0-1 0,1 2 0,14 2 0,-12-3 0,11 4 0,-17-3 0,13 2 0,-10-1 0,8 1 0,-12-1 0,0 0 0,0 0 0,2-1-570,1 1 570,0-1 0,-1 0 0,0 1 0,-1-1 0,0 0 0,0 0-90,-3-1 90,0 2 0,-5-2-90,0 1 90,9 0 0,-11 0 329,9 0-329,-11 0 0,-1-3 0,1 2 0,-2 0-90,-1 0 897,-1-1-807,-1 0 653,0-1-653,-1 0 0,0 0 0,0 0 0,-1 0 0,-1-1 0,-1 0-90,0 0 90,-1-1 0,5 2 0,1-1 0,-3 0 0,0-1 0,-7 0 0,4 0 0,-3 0 0,2 0 0,-4 0 0,1-1 0,-1 1 0,1 0 0,-1 0 0,1 1 0,0-1 0,1 0 0,-1 1 0,1-2 0,-2 1 0,1 0 0,0 0 0,1 0 0,2 0 0,-1 0 0,2-1 0,-4 1 0,1-1 0,-2 0-90,0 1 180,-1-1-90,2 0 0,-1 1 0,1-1 0,1 1-90,0-1 90,2 0 0,-1-1 0,1 1 0,2 0 0,-2 1 0,2-2 0,-3 0 0,-1-1 90,-1 1-180,0 0 90,0 0 0,-1 0 0,0-1 0,1 2 0,-1-2 0,-1 1 0,1-1 0,2-1 0,-2 2 0,2-2 0,-4 2 0,2-1 0,-2 1 0,2-1 0,-2 0 0,1 0 0,-1 0 0,0 0 0,0 1 0,1 0 0,0-1 0,-1 1 0,1-1 0,0 1 0,0-1 0,1 1 0,1 1 0,-1 0 0,2 0 0,-4 0 0,2 0 0,1 0 0,-3 0 0,4-1 0,-4 2 0,3-2 0,-3 1 90,1-1-90,0-1 0,-2-1 0,0 0 180,0-1 0,-1 0 0,-2-1-180,-1-2 89,-2 1 1,0-2-90,0 3 0,-1-2 0,1 1 90,1-1 0,-2-1-90,2 0 90,-2-2-90,1 0 90,-1-3 90,-1-10-180,0 3 90,0-9-90,0 0 180,0-20-1612,0 5 1477,2 15 0,0 0-45,0-16 0,0-2 0,1-6 90,1-3-90,-1 26 0,1 0 0,1-1 0,-1 0 0,1 1 0,-1-1 0,1 0 0,0 1 0,1-1 0,-1 0 45,1 0 0,-1-1-45,1 2 0,1-1 0,-1 0 0,0 1 0,0 0 0,1 0 0,-1 0 0,1 0 0,-1 0 0,1 0 0,0-1 0,0 1 0,0-1 0,1 1 0,-1 0 0,1 0 0,1-11 0,2-1 0,-1 3 0,1 0 0,0 1 0,0 0-45,-1 5 0,1 4 45,2-10-753,0 1 753,0 3-459,-2 3 459,-1 5-149,-2 3 149,-1 3 0,0 1 1210,-2 0-1210,1 4 0,-1 0 0,0 1 810,-1 2-810,0-4 0,0 5 572,1-7-572,-1 10 201,0-3-291,0 5 90,1-2 0,-1 2 0,0-3 0,1 3 0,-1 0 0,0-1 0,0 2 0,1-1 0,0 1 0,-2 0 0,-1 1 0,-2 1 0,0-1 0,0 1 0,1-1 0,-1 0 0,1 0 0,0 0 0,-1-3 0,1 2 0,0-1 0,0 1 0,1 1 0,0-2 0,1 1 0,0-1 0,1-1 0,0 2 0,2-3 0,-2 3 0,2 0 0,-1-2 0,0 3 0,1-3 0,-1 3 0,1-3 0,-1 3 0,1-2 0,-1 1 0,0 0-90,0-1 90,-1 1-90,0 0 90,-4 1 0,-1 3 0,-3 1 0,1 1 0,0 0 0,0 0 0,-1 0 0,0-1 0,-3 1 0,-9-2 0,-14-2 0,-2 0 0,6 1 0,-2-1 0,-10-2-773,11 2 1,0 0 772,-18-4 0,21 3 0,0 1 0,-1-1 0,0 1 0,-1-1 0,0 0 0,-1 0 0,0-1 0,-1 1 0,0-1 0,1 0 0,-1-1 0,0 1 0,1 0 0,0 0 0,0 0 0,1 0 0,0 0 0,1 1 0,1-1 0,-1 1 0,1 0-168,-24-5 168,20 5 0,-2 0 0,2 0 0,1 0 0,1 1 0,0 0 0,-3 0 0,3 0 0,-3 1-477,-8-1 387,16 2 90,-1 0 0,0 1 0,-5 0 0,0-1 0,-6 0 0,2 0-90,1 0 90,-2 0 0,2 0 1430,-2-2-1430,2 0 0,-1 0 0,-7-1 0,3 0 0,-6-1 0,14 2 0,7 0 0,10 2 188,2 0-188,3 0 0,-1 0 0,3 1 482,-1 0-482,1 0 0,-1 0 0,3 0-90,-3 0-180,3-1 270,-2 1 0,4 0 0,0 0 0</inkml:trace>
  <inkml:trace contextRef="#ctx0" brushRef="#br1" timeOffset="-24065.73">20760 2944 9242,'-5'8'-450,"0"-1"810,3-2 629,0 1 3239,1 0-2879,3-2-1259,1-4 0,1-1-90,1-4 0,-2 1 0,-1 0 0,0-1 0,1 0 90,-1 0-90,1 0 0,-1 1 90,1-1-90,-1 1 0,1-1 0,-1 0 0,2 2-90,-3-2 180,3 2-90,-2-2 90,1 0 0,-1-1-90,0 1 90,0 0-90,1 0 90,0 0-90,0-1 0,-1 2 0,1-2 0,-1 3 0,1-3 0,0 3 0,1-3 0,-2 3 0,2-1 0,-1 1 0,1-1 0,0 0 0,1-1 0,-1 1 0,1-1 0,-1 0 0,1 0 0,1-1 0,0 1 0,0-1 0,0 0 90,1 1-90,3-4 0,-2 3-90,4-3 90,-4 4 0,0-2 0,1 2 0,0-1 0,0 0 0,0 1 0,1-1 0,0 1 0,1 0 0,-1 0 0,-1 1 0,1 0 0,-1 1 0,0 0-90,4 0 90,-3 0 0,3 0 0,0 0 0,-3 2 0,8-2 0,-9 2 0,5 0 0,-6 1 0,1 0 0,0 0 0,-1 1 0,1-1 0,-1 1 0,1-1 0,-1 2 0,0 0 0,0-1 0,-1 1 0,1 1 0,-2 0 0,2 1 0,-1 0 0,4 4 0,-3-2 0,3 3 0,-5-1 0,1-1 0,-1 1 0,0 1 0,1 0 0,-1 1 0,0 0 0,-1-1 90,1 2-180,-2-2 180,1 2-90,-2 0 0,1-1 0,0 1 0,0 0 0,-1-1 0,0 0 0,0 0 0,0 1 0,0-1 0,-1 0 0,0-1 0,0 0 0,0-1 0,-1 0 0,1 0 0,0 0 0,-1 0 0,0-1 0,0 0 0,0-1 0,0 1 0,1-1 0,-2-1 0,2 1 0,-1 0 0,0-1 0,0 0 0,1 0 0,-1 2 0,1 0 0,0 2 0,-1-2 0,0 2 90,0-5-90,0 4 0,-1-3 0,1 2 0,-1-1 0,0 0-2069,0 1 2069,-3-3 0,-1-5 0,-3-4 0</inkml:trace>
  <inkml:trace contextRef="#ctx0" brushRef="#br1" timeOffset="-23205.73">21408 3122 15718,'6'-11'360,"-1"1"-270,-3 4 0,1 0 0,0 0 0,-1-1 0,1-2 0,0-1-90,0-2 89,0 0-89,2-3 0,-1 1 90,1-2-90,1-2 0,1-1 90,4-7-90,-2 8 0,2-7 0,-2 11 0,-2 0 0,3 1 0,-1 1 0,2 0 0,-1 2 0,1 0 0,0 1 90,0 1-90,0 2-90,1-1 180,4 0-90,-3 2-90,4 0 90,1 1 0,-4 2 0,4 0 90,-5 2-180,6 0 90,1 1 0,0 0 90,-1 0-90,-7-1 0,0 2 0,-1-1 0,-1 0-90,-1 0 90,1 1 0,-2-1 0,1 2 0,-1-2 0,-1 1 0,1 0 0,-2 1 0,1 1 0,-1 0 0,2 2 0,-2 0 0,0 2 0,3 3 0,-4-3 0,3 4 0,-4-4 0,0 1 0,0 0 0,0 0 0,-1 0 0,0 0 0,-1 1 0,1 0 0,0 0 0,-1 0 0,0 0 0,-1-1 0,1 1 0,0 0 90,0 3-90,1 1 0,-1 0 0,0-2 0,-1-4 0,0-1 0,1-1 0,-1 1 0,0 0 0,1-1 0,-1 0 0,0 0 0,1 0 0,-1-2 0,1 4 0,-1-4-359,0 2-181,-1 0-3328,1-1 3868,-1 2 0,1-4 0,-1 0 0</inkml:trace>
  <inkml:trace contextRef="#ctx0" brushRef="#br1" timeOffset="-22722.73">21927 3048 14369,'3'9'180,"-1"0"-180,1-4 0,0 1 90,0 0-90,1-1 0,0 2 90,0-1-90,1 2 0,-2-2 90,2 0-90,-1 0 0,0 0 0,0-1 0,1 1 89,0-1-89,2 1 0,2-1 90,-2 0-90,3-2 90,-1-3-90,1-1 0,0-3 0,-2 0 0,0-2 0,1-2 90,0-1-90,2-4 0,-1 0 0,1-3 0,0 0 0,-1-1 0,4-5 0,-3 2-539,2-2-1,-5 8-2338,-3 5 2878,-2 6 0,-1 1 0,-1 1 0</inkml:trace>
  <inkml:trace contextRef="#ctx0" brushRef="#br1" timeOffset="-15012.74">21685 3227 11221,'8'3'1169,"-1"-1"-719,-3 1-270,-1-1 89,1 1-89,1 0 0,-1 0 90,0 0-180,-1 2 0,0-2 90,0 2-180,0 0 90,-1-1 90,3 3-90,-3-2-90,1 2 90,-2-3 0,1 2-90,-1-1 89,0 0 1,1 1-90,-1 2 0,-1-2 90,1 3-90,-1-4 0,1 2 90,-2 3-90,1-2 90,-1 6-90,1-3 0,-1 1 0,0-1 0,1-4 0,-1 1 0,1-1 0,0 1 0,0 0 0,0 0 90,0 1-90,-1 0 0,1 0 0,-1 0 0,0 1 0,1-1 0,-1 1 90,0 0-90,0-1 0,0 1 0,0 4 0,-1 1 0,1 1 0,-1-3 0,2-4 0,-1 1 0,0-1 0,-1 0 0,1 0 0,0 1 0,0-1 0,0 0 0,0-1 0,0 1 0,0-1 0,1 1 0,-2 0 0,2-1 0,-1 1 0,0 0 90,0 3-90,0-2 0,0 3 0,0-4 0,0 3 0,0-1 0,-1 2 0,0-3 0,1 0 0,0 0 0,0-1 0,0 0 0,0 0 0,1-1 0,-2 1 0,1 0 0,-1 1 0,1-1 0,-1 0 0,1 0 0,-3 5 0,1 2 0,-1 0 0,0 0 0,1-5 0,-1 0 0,1 1 0,-1-1 0,0 1 0,-1 1 0,1 1 0,0 0 0,0-1 0,-1 1 0,0 0 90,1 0-90,-1 0 0,0 0 0,-1 6 0,-1 2 0,-1 4 0,1-4 90,1-5-90,1-4-90,1-2 90,0 0 0,0 0 90,-1 1-90,1-1-90,-1 0 180,1-1-90,0 1 0,0 0 0,1 0 0,-1 0 0,1-1 0,0 1 90,-2 5-90,1-3 90,0 1 0,1 2 0,0-5-90,0 7 90,0-8-90,1 3 0,-1-3 90,1-1-90,-1 1 0,1-1 0,0 0 90,-1 0-90,1 0 0,0 0 0,1 0 0,-1 0 0,1 0 0,-1 4 0,1 2 90,0 4-90,0-4 0,2 0 0,-2-6 0,2 1 0,-1-1 0,0 0 0,-1 0 0,1-1 0,-1 1 0,0-1 0,0 0 0,0 0 0,0 0 0,-1 0 90,1-1-90,0 1 0,-1 3 0,0 2 0,0 2 0,0-3 0,0-2 0,1-2 0,0-1 0,1 1 0,-1-1 0,1 0 0,-1 0 0,1 1 0,-1-1 0,0 0 0,0 0 0,0-1 0,0 1 0,1-1 0,-1 0 0,1 0 0,-1 3 0,0 0 0,0 1 0,0 0 0,1-5 0,0 4 0,0-4 0,1 4 0,0-4 0,0 3 90,0-4-180,0 2 180,0 0-180,0 0 90,0 1 90,0 0-90,1 1 0,-1-1 0,0 1 0,1-3 0,-1 1 0,1-2 0,0 2 0,-1-1 0,1 2 0,-1-2 0,1 1 0,-1-1 0,0 4 0,0-2 0,0 2 0,0-2 0,0-2 0,0 1 0,-1-1 0,2 1 0,-2-1 0,1 0 0,0 0 0,0 1 0,0-1 0,1 1 0,-1-2 0,1 2 0,1-2 0,-1 0 89,1 0-89,0-2 0,2 1 0,0-1 0,1 0 0,1-1 0,-3 0 0,5 1 0,-4-1 0,4-1 0,-2 1 0,1 1 0,1-1 0,6 1 0,-3-1 0,5 0 0,-4 0 0,5 0 0,-1 0 0,2 0 0,-4 0 0,-1 1 0,1-1 0,1 2 0,0-1 0,0 1 0,1 0 0,-1-1 0,2 1 0,-1-1 0,2 3 0,1-2 0,1 3 0,9 0-89,-6-1 89,4 1 0,-8-1 0,5 0 0,-4 0 0,4 0 0,-8-2 0,0 0 0,-1 0 0,0 0 0,-2-2 0,1 1 0,-2-1 0,1 1 0,-1 0 0,0-1 0,1 1 0,4 0 0,-3 0 0,3 1 0,0-1 0,-4 0 0,4 0 0,-7 0 0,0 0 0,0 0 0,-1 0 0,-1 0 0,0-1 0,-1 0 0,1 0 0,0 0 0,0 0 0,1 1 0,-2-1 0,1 0 0,0-1 0,1 1 0,0 1 0,4 0 0,-3 1 0,3-1 0,-5 0 0,0-1 0,-1 1 0,0-1 0,-1 1 0,1-1 0,-1 1 0,-1-1 0,1 1 0,-2-1 0,1 0 0,-1 1 0,1-1 0,-1 0 0,0 0 0,4 0 0,-3 1 0,3-1 0,-3-1 0,4 2 0,-3-1 0,6 0 0,-6 1 0,2-1 0,-4 0 0,2 0 0,-2 1 0,1-2 0,-1 1 0,1 0 0,-1 0 0,1 0 0,0-1 0,1 1 0,0 0 0,1 0 0,1 1 0,-1 0 0,2-1 0,-1 1 0,2 0 0,-1-1 0,0 1 0,2-1 0,-2 1 0,0-1 0,-1 1 0,-1-2 0,1 1 0,-1 0 0,1 0 0,-1 1 0,1-1 0,0 1 0,0-1 0,1 0 0,0 1 0,1-1 0,1 1 0,0 1 0,0-1 0,7 1 0,-5 0 0,6 0 0,-7-1 0,0 1 0,-2-1 0,2 0 0,-2 0 0,1-1 0,-1 1 0,1 0 0,-1 0 0,1 0 0,-2 0 0,2-1 0,-1 1 0,1-2 89,0 2-178,0-1 178,8 1-178,-5 0 89,6 1 89,-8-2-89,6 0 0,-5 0 0,3 0 0,-6 0 0,-1 1 0,0-1 0,-1 0 0,1-1 0,-2 1 0,1 0 0,0 0 0,-1 0 0,1 1 0,-1-1 90,1 0-90,0 0 0,4 1 0,-3 0 0,6 0 0,-6 0 0,4 0 0,-4-1 0,1 1 0,-1 0 0,5 1 0,-4-1 0,3 1 0,-5 0 0,-1-2 0,0 1 0,-1-1 0,-1 0 0,0-1 0,0 2 0,-1-1 0,3 0 0,-2 1 0,5 0 90,0 1-90,0 0 0,0 0 0,-3-2 90,4 1-90,-4-1 0,4 1 0,-4 0 0,-1-1 0,0 0 0,0 0 0,-2 0 90,1 1-90,-2-2 90,2 2-90,0-2 0,0 1 0,1 0 0,1 0 90,0 0-90,2 0 0,-4 0 0,1 0 0,-2 0 0,3-1 90,-3 1-90,1-1 0,-1 2 0,1-2 540,0 0-360,-1-1-180,-2-2 90,-1-2-90,-3-2 0,-1 0 0,0 2 0,0-2 0,1-1 0,0 2 0,1-4 0,0 3 0,0-7 0,1 4 0,0-5 0,1 1 0,-1-1 0,2-2 0,-1-2 0,3-1 0,0-2 0,3-4 0,1-1-526,2-3 526,0 1 0,0 0 0,0 0 0,1 0 0,-1 3 0,-1 2 0,1-1 0,-1 1 0,2-3 0,-2 2 90,-1 1-90,0-1 0,3-11 0,0-8-963,-1 3 1053,-2-1-617,-5 15 617,1-1-90,0-2 0,0 3 164,0-1-74,0 2-90,-1 1 0,1 1 0,-1-4 0,2 2 90,-1 0-90,2-7 0,0 1 922,1 0-832,0-3-90,-1 7 0,0 2 0,-2 1 598,-1 8-598,-1-1 331,1 0-331,-1 0 0,1 0 0,-1 0 0,0 0 0,1-1 0,0 0 0,0-2 0,-1 1 0,2-10 0,-1 8 0,0-6 0,-1 9 0,1-10 0,0 7-205,0-8 205,-1 10 0,0-1 0,0 2 0,1 1 0,0-1 0,0 1 0,0-1 0,0 2 205,-1-1-205,0 1 0,0 0 0,0 0 0,0 1 0,0 1 0,-1 2 0,1 1 0,-2-1 0,1 2 0,-2 0 0,0 1 0,0 0 0,0 1 0,0-4 0,0 3 0,-1-2 0,1 4 0,-1 1 0,0 0 0,1-1 0,-1 1 0,1 0 0,-1 0 0,1-1 0,-1 1-90,1 0 90,-1-1 0,0 2 0,0-7 0,0 5 0,0-5 0,1 6 0,-1-1 0,0 3 0,0-2 0,0 1 0,0-1 0,0-1 0,-1 2 0,1-1 0,0 1 0,0-1 0,0 2 0,-1-1 0,0 1 0,-1 0 0,0 1 0,-2 0 0,0 1 0,-1 1 0,-1-1 0,1 1 0,-2-1 0,1 1 0,-2-1 0,0 1 0,-1-1 0,-9-2 0,4 2 0,-17-4 0,0 1 0,-1 0-741,-5 0 741,9 0 0,-5-1 0,-1 0 0,0 0 0,-2-1 0,-1 2 0,-2 0 0,-1 0-90,0 1 90,7-1 0,-1 1 0,-14-1-712,15 2 1,-1-1 711,-8 1 0,1-1 0,-2 1 0,14 1 0,-2 0 0,-1 0 0,-1 0-710,-8-1 0,0 1 710,10 0 0,0 1-228,-5-1 1,2 1 227,-5 0 401,-12-1-401,20 1-381,1 1 381,0-2 0,0 1 0,0-1 0,-4 0 0,2 2 0,-2-2 0,-1 1 0,0-1 1254,-1-1-1254,-16-1 0,0-2 227,2 2-227,9 0 0,20 3 553,-7-1-553,9 1 0,-4 0 510,10 0-510,1 1 88,1 0-88,-1 0 1101,2 0-1101,-2 0 196,1 0-196,-1 0 0,-5-2 0,2 1 0,-5-1 0,3 1 0,-11-3 0,6 1 0,-9-1 0,5 1 0,2 0-304,-3-1 304,3 2 0,1 0 0,0 0 0,0 0 0,1 1 0,0 0 0,2 0 0,1 1 0,1-1 0,1 1 0,1-1 0,0 1 0,2 1 0,-4-1 0,5 1 0,-3 0 0,5 1 304,2-1-304,-1 1 0,1-1 0,1 1 0,0 0 0,1 0 0,-1-1 0,0 1 0,0-1 0,-1 1 0,2-1 0,-1 1 0,1-1 0,1 1-89,1-1-91,0 0-360,-2 0-7555,1 0 8095,10-4 0,7-1 0,13-5 0</inkml:trace>
  <inkml:trace contextRef="#ctx0" brushRef="#br1" timeOffset="-13766.74">22187 3134 13739,'6'-8'180,"1"0"0,-3 5-180,0-2 90,-1 2 0,1-2-90,-1 2 90,1-2-90,0 2 0,-1-2 90,1 1-90,0-1 0,1-2 0,0 1 0,1-2 90,0 0-90,1-1 0,0 0 0,1-2 90,0 0-180,0 1 90,2-1 0,-1 0 0,1-2 0,1 2 0,0 0 0,1 1 0,-1 1 0,0 0 0,1 1 0,0 0 0,0 0 0,1 2 90,-1-1-90,1 2 0,0 0 0,0 1 0,-1 1 0,1 0 0,-2 1 0,1 1 90,1-1 0,-1 1-90,7 0 89,1 0-89,0 0 90,3 2-90,-10 0 90,2 0-90,-5 0 90,0 0-90,-1 1 0,1 1 90,0 0-90,-1 0 0,0 1 0,1 0 90,-1 1-90,1 0 0,-1 0 0,-1 2 0,0-2 0,4 7 0,0 0 90,-1 1-90,0 5 0,-7-8 0,3 5 0,-4-5 0,0 1 0,0 0 0,-1 0 0,0 0 0,1 1 0,-2 0 0,0 0 0,0-2 0,-1 2 0,0-3 0,0 1 0,0 0 0,1 3 0,-1-1 90,0 0-90,1 0 0,-1-4-180,1 0 180,-1 0 0,0-6 0,0 1 0</inkml:trace>
  <inkml:trace contextRef="#ctx0" brushRef="#br1" timeOffset="-13057.74">22881 3216 12570,'6'6'1889,"1"-4"-1799,-2-4 0,0-4-90,-1 1 90,-1 0 0,2-1-1,0-1-89,0-1 90,1-1-90,0 0 0,1-1 90,5-7-90,-1 4 0,3-8 90,-3 6-90,4-4 0,0-1-347,3-2 347,-1 0 90,0 2-90,-1 2 0,-2 3 0,0 2 0,1 0 0,-3 1-90,2 1 90,-3 3 0,2 0 347,-2 3-347,0 0 0,6 0 0,-4 2 0,6 1 0,-7 1 0,3 2 0,0 0 0,2 2 0,0 0 0,2 0 90,10 3-90,-7-1 0,8 2 0,-9 0 0,-1-2 0,0 2 0,0-1 0,0 1 90,-1 0-90,0 0 0,-2 1 0,5 2 90,-7-1-90,2 1 0,-5-3 0,1 5 0,-2-3 0,0 3 0,-3-1 0,-3-1 90,1 1-90,-1 1 0,0 0 0,0 1 0,-1 1 0,1 0 0,-1 1 0,2 5 0,-1-4 0,1 4 0,-1-2 0,-1-2 0,1 1 0,-2-3 0,0-2 0,0-1 0,0 0 90,0-1-90,0 0 0,-1-2 0,1 0 0,0-1-90,-1-1-90,0 0-629,0-2 809,-1 3 0,-3-3 0,0 2 0</inkml:trace>
  <inkml:trace contextRef="#ctx0" brushRef="#br1" timeOffset="-12692.74">23639 3374 13469,'10'4'540,"0"0"-360,-5-4 0,3 1 0,-2-2 0,2 1-1,-1-1 1,-1 0-180,1-2 90,-2 2 0,1-2-90,-2 1 90,1-1-90,0 0 90,1-1-90,-1 0 90,1-1-90,0-2 0,0 1 90,2-2-90,1-1 90,7-8-90,-3 4-180,11-13 0,-11 12 0,3-4-90,-8 7-179,0 1-271,-1 2-1349,-2 1-89,1 0 2158,-3 2 0,-1 2 0,-1 2 0</inkml:trace>
  <inkml:trace contextRef="#ctx0" brushRef="#br1" timeOffset="-9517.74">23242 3330 12570,'-2'10'360,"1"2"-270,0-4 89,1 3-89,0 2 0,0 2 0,-1 2-90,1 1 180,-1 2-180,0 2 90,0 1-171,0 2 171,-2 2 0,1-1 89,-1 4-89,1 3 0,-1 2-826,0 2 736,1 1 90,0 0 0,1 2 0,1 0-90,2 1-318,0 1 363,1-12 0,0 1-45,0 2 0,1 1-615,0 0 1,-1 0 614,2-3 0,-1 0 0,1 12-540,1 0 540,0 0 0,-1-1 90,-1-1-90,1-1 0,-2-1 613,1-2-613,0-1 0,0-1-231,-1-2 231,1-4 0,-2-1 1259,1 7-1259,-2-8 0,1 15 90,-1-18 728,-1 6-818,0-9 0,-1-1 0,0 0 0,0-2 861,-1 1-861,0-1 0,0 0 0,1-1 214,-1-1-214,0 1 0,1-2 0,-1-1 0,1 0 0,0-1 0,0 0 0,0-1 90,1 2-90,-1-1 0,0 5 0,-2 1 0,1-1 0,-1-2 0,2-5 0,-1 1 0,0-1 0,0-1 0,1-1 0,0 0 0,0 3 0,0-3 0,0 3 0,0-4 0,1-1 0,-1 0 0,0 1 0,1-2 0,-1 3 0,-1-3 90,1 5-90,-1-4 0,0 1 0,1-1 0,-2-3 0,1 3 0,0-3 0,0 1 0,-1 0 0,1-1 0,-1 1 0,1 0 0,-1-1 0,1 1 0,-1-1 0,1 1 0,-1-1 0,-1 2 0,2-1 0,0 0 0,0 1 0,0-1 0,0 1 0,1-1 0,-1 0 0,1 0 0,-1 2 0,0-1 0,0 0 0,0 0 0,-1 0 0,1-1 0,1 1 0,0 0 0,0 0 0,1 0 0,-1 0 0,0 0 0,2 0 0,2-2 0,1 0 0,0-2 0,1 0 0,3 0 0,1 0 0,2-1 0,6 2 0,3 0 0,4 1 0,3 0 0,-1-1 0,5 1 90,5 1-919,1 0 829,4 0-1064,0 1 1064,5 1 0,0 2 0,4-1 0,-6 1 0,-1-2 0,10 3 90,-12-3-90,11 4 0,-16-4 0,16 5 0,-12-3 0,13 3 0,-16-3 0,0 0 0,0 0 0,16 4 0,-13-4-740,10 3 740,-18-5 90,-3 0 579,-3-1-669,-5-1 0,-2-1 1056,-2-1-1056,0 0 90,-2 0 0,-2-2 818,-1 1-728,0-1-90,2 0 90,1 0-180,-2-1 90,-1 0-90,-5 0 89,3 0-89,-2 0 90,2 0-90,-2 0 0,-1 0 0,0 0 90,0 1-90,-1 0 0,0-1 0,1 1 0,-2-1 90,3 1-90,-2-1 0,1 0 0,-1 0 0,0 0 0,0 0 0,-1 1 0,0-1 0,1 2 0,-1 0 0,3 1 0,-1 0 0,1 0 0,-2-2 0,-1 1 0,1 0 0,-1 0 0,1-1 0,1 0 0,0 1 0,4 0 0,-3 0 0,3 0 0,-3-1 0,4 1 0,-2-1 0,1 2 0,-3-3 0,2 2 0,-2-2 0,2 1 0,-3-1 0,1 1 0,-2 0 0,2 0 0,-1-1 0,1 1 0,-2 0 0,1-1 0,-1 1 0,0-1 0,2 2 0,-1-1 0,2 0 0,-3 1 0,0-1 0,0 0 0,0 0 0,-1 0 0,2 1 0,-2-1 0,0 0 0,1 0 0,-2 0 0,2 0 0,-1 0 0,1 0 0,-1 0 180,1 0 90,0 1 0,0-2 0,-1-1 90,-1-2-271,-3-5-89,-2 2 0,-2-2 0,1 3 0,-1-1 90,2 1 0,-2-4-90,1 1 90,-2-4-90,1 3 90,-1-2 0,1 0 0,-1-4 0,0 2 0,-2-14 0,1 7-90,-1-10 90,2 7 0,-1-5-715,1-1 715,0-7 0,0 0-901,1 0 901,1-3-90,1 1 90,0-2-90,0 1 0,1-2 90,0 0-90,0-2-999,0-2 1089,0 0-90,0 0-1293,0 13 1,0 0 1292,1-18 0,0 18 0,0 0-55,0-12 55,2 0 0,0 1 0,2-1 0,0 1-138,1 0 138,1 1 0,0-1 0,0 1 0,1 0 0,0 1 230,0 2-230,-1 0 0,2 1 0,-1 0 0,-1 1 0,0 0 0,2-14 2355,-4 14-2355,-1 8 0,0 1 0,-1-1 0,1-6 0,-1 11 0,-2 2 718,1 2-718,-1 1 1009,1 0-1009,-1 1 720,1 1-720,-1 0 271,0 2-271,0 0 0,0 1 0,0-1 0,0 2 0,-1-1 0,2 0 0,-1 1 0,0 0 0,1 1 0,0-6 0,1-1 0,-1 0 0,1 3 0,-1 5 0,0 1 0,0-1 0,0 1 0,0-1 0,0 1 0,1 0 0,0-1 0,0 2 0,0 0 0,-1 0 0,1 0 0,-1 2 0,2-3 0,-1 2 0,0-1 0,0 2-90,-2 1 90,1 1-90,0-1 90,-8 8 0,3-3 0,-5 7 0,5-4 0,-1 2 0,0-1 0,-1-1 0,-1 0 0,-1 1 0,0-1 0,-2-1 0,-1-1 0,-3 0 0,-2 1 0,-4-2 0,-2 1 0,-18-3 0,-10-2 0,-1-2-1148,-3 1 1148,18 2 0,-3 0-750,1 1 750,-1-2 0,-1 0 0,-1-1 0,-1 0 0,1-1 0,-2 1-1039,-3-1 1039,-3 0 0,1 0 0,1 2 0,-1-1 0,-1 1 0,1-1 0,14 1 0,0 1 0,-15 0 0,16 0 0,1 1-297,-12 0 252,7 0 0,0 0-45,-19-1-255,15 1 1,1-1 254,-17-1 45,27 2 0,1 0-371,-29-3 327,1 0-1,3-1-90,4 2 90,4-1 170,5 2-260,3-1 262,3 1-262,4 0-450,-5 0 270,11 2-179,-5-1 857,6 0-1398,6 2-3957,-6-2 5037,13 2 0,-2-1 0,6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22:35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10064 2908 13739,'4'-6'2069,"-2"1"-1799,-8 3-180,-2 3 0,0 1 0,-2 5 0,-1 2 0,-3 5-90,-3 3-530,-2 6 620,-3 5-90,0 3 90,-2 6-90,2 1 0,0 2-884,3-2 884,2-1 0,5-3 90,2 1-722,3-3 632,2-2-339,6 5 339,1-9 0,5 5 374,1-12-284,4-2-90,4 0 0,2-5 0,2 0 0,0-6 0,2-4 0,3-3 407,5-3-407,4-4 90,1-4-90,-1-2-204,2-5 204,-2-3 0,1-5 0,-3-4 90,-4-2 66,-6 0-156,1-20 0,-13 12-483,-4 12 0,-1 0 573,-7-14 0,-4-2-90,-6 1-332,-5 0 332,-2 7 0,-2 5 338,-1 7-338,-1 5 90,-1 5 173,1 5-263,2 5 0,-1 5 0,0 3 90,-13 11-270,10-1 1099,-7 8-1099,15-6-270,3 1 1,3-1 959,2 0-1500,1 0-3757,1 4 4747,4-5 0,-4 8 0,2-5 0</inkml:trace>
  <inkml:trace contextRef="#ctx0" brushRef="#br0" timeOffset="414">10665 2787 14729,'1'-8'269,"0"-1"1,-1 1-90,0 1 180,0 0 180,1 1-1,-1-2-89,0 1-180,1-1 180,-1 1-360,-3 10 0,0 3 0,-6 15-1,-1 3-1041,-4 10 1042,-3 7-1407,-1 6 1317,-4 5-856,10-21 0,-1 0 856,0 4 0,-2 1 0,-2 3 0,0 2 45,-1 0 0,0 2-843,-2-1 0,1 0 843,-1 1 0,1-1-45,0 1 0,0-1 45,0-1 0,1 0 14,1-1 0,1-1-59,1-3 0,2-1 0,0-2 0,0-1 77,3-4 0,0 0-77,-8 25 0,2-5 723,7-20 1,2 0-814,-4 10-90,0 3 0,8-21-90,1-5 1964,1-3-2233,2-3 427,2-2-1057,1-3 164,2-3-2593,1-3 3608,4-4 1,7-16 0,4-5 0</inkml:trace>
  <inkml:trace contextRef="#ctx0" brushRef="#br0" timeOffset="725">10745 3349 15268,'2'-13'720,"0"1"-90,-3-3-181,0 4 91,0 1-450,0 14-90,-1 3 90,0 13 0,-3 5-90,0 5-680,-2 5 680,1 4 90,-1-1-90,0 3 0,0-2 90,0 1-90,1-1 0,0-1-90,1-2-90,0-2-349,1-6 259,-1-2-90,2-5-852,-2 3 43,2-7-1080,-1 0-719,2-7 3152,-1-3 1,-3-3-1,-2-1 1</inkml:trace>
  <inkml:trace contextRef="#ctx0" brushRef="#br0" timeOffset="1082">10656 3239 14908,'16'-7'810,"-3"0"-630,3 4-90,-2-1 0,4 2 90,3-1-90,1 0 0,1 0 0,0 1-90,0-1 90,1 2-1,-2 1 1,0 0-90,-1 2 90,-1 1-90,6 5 90,-8 0 0,5 10-90,-14-7 0,-1 5 0,-8-3 90,-3 2-90,-5 4 0,-6 3 0,-4 2-521,-3-2 521,-5 1 0,-4 0 0,-13 4-90,9-6 1,-3 2-91,18-11-450,2 0-3058,9-5 630,8-1 3058,8-8 0,17-6 0,0-3 0</inkml:trace>
  <inkml:trace contextRef="#ctx0" brushRef="#br0" timeOffset="1447">11775 3175 17967,'12'-4'629,"-1"0"-449,-5 3 0,1 0-90,2 0 90,1 0-90,3-1 90,11 0-90,-2-1 0,13-2 0,-5 2-180,5-2-666,-1 2 576,-1-1-90,-4 1-339,-3 0 159,-3 1-179,-2 0-181,-3-1-539,-2 1-1080,-2 0-520,-3 1 2949,-1 0 0,-2 1 0,-1 0 0</inkml:trace>
  <inkml:trace contextRef="#ctx0" brushRef="#br0" timeOffset="1875">11952 3339 15988,'-1'7'1439,"1"-3"-1349,13-2 0,-1-1 0,2-1 0,5 0-90,3 0 90,8-1-749,3-1 659,5-1 90,1-1-90,-1-2-90,1 1-90,-1-2-90,-3 0-270,-1-1-179,-2-2-720,-5 2-810,-2-1-809,-5 2 3058,-2 1 0,3-3 0,0-1 0</inkml:trace>
  <inkml:trace contextRef="#ctx0" brushRef="#br0" timeOffset="2372">14852 2524 12300,'10'11'-697,"-3"-1"0,-6 4 0,-3 0 0</inkml:trace>
  <inkml:trace contextRef="#ctx0" brushRef="#br0" timeOffset="3272">13634 2796 14009,'-10'-8'1979,"1"2"-1349,3 3-451,13 4-179,-1-1 90,14 2 0,-2-1 0,3-1-90,1 0 90,3 0-90,-1 0 90,1-1-90,-3 0 0,-1 0 90,-2 1-180,-3-1 0,-1 0-90,-4 0 0,0 0-269,-2 0-811,-2 0 1260,-1 0 0,-3 0 0,-1 1 0</inkml:trace>
  <inkml:trace contextRef="#ctx0" brushRef="#br0" timeOffset="3572">13742 2941 16348,'-6'14'270,"1"0"-181,4-3-89,0 3 90,1 2-90,0 2 90,1 1 0,0 15-90,1-7-360,-1 10 360,0-11 0,0 0 90,0 0-90,0 0 0,0-1-10,-1-2 10,1-2 0,-1-2-90,1-2-180,0-1-90,0-3-899,-1 3-4053,0-2 5312,0-2 0,-1-3 0,-1-3 0</inkml:trace>
  <inkml:trace contextRef="#ctx0" brushRef="#br0" timeOffset="3799">13526 3519 14998,'-8'5'1080,"6"0"-810,4-1-90,7-1 89,-1-1-89,2-1 0,3 0 0,2-1 0,4-1 0,2 0-90,6-3 0,2 0-449,5-3 449,-1 2-270,15-7-90,-11 3-405,-7 0 1,1-1-1934,4-3-2222,8-3 4830,-15 4 0,4-1 0,1 1 0</inkml:trace>
  <inkml:trace contextRef="#ctx0" brushRef="#br0" timeOffset="4888">14259 2829 14819,'5'-13'-270,"0"1"360,-2 5 269,-1-1 1,1 1-180,-1-2 180,-1 4 360,1-2-720,-9 15 89,2 0 1,-13 33-90,8-10-595,1-4 0,-1 0 595,-1 16 90,-2 6-90,1 1 0,0 1 90,0 2-90,1-1-1281,-1 0 1371,2-6-90,0-1-762,2-6 852,1 0-636,0-3 546,1-2 598,1-5-688,0-3 630,-1 1-810,1-9 248,0 6 22,1-11 0,4-2 0,1-4 0</inkml:trace>
  <inkml:trace contextRef="#ctx0" brushRef="#br0" timeOffset="5199">14393 3177 13919,'2'-11'360,"0"1"269,-1 4-359,-1-1 360,1 2 0,0-3-1,0 3-539,1 12 0,-1-1 0,1 12-90,-2-2 90,0 2-90,0 3 90,-1 3-419,0 3 419,0 0-90,-1 5 90,-1-3-90,1 3 90,0-5-90,-1-2-90,1 0 0,-2-2-180,1-2-180,-1 2 1,1-8-1,0 2-270,1-8-359,-1-1 1079,1-3 0,0-2 0,2-2 0</inkml:trace>
  <inkml:trace contextRef="#ctx0" brushRef="#br0" timeOffset="5538">14399 3123 14099,'4'-9'720,"0"2"-541,4 5 1,1 0-90,2 0 0,3 1 90,1-2-90,1 2 0,0 1-90,-1 0 90,0 2 0,-2 1-90,1 1 90,-2 3-90,-1 0 90,-1 2-90,-1 1 0,-2 2 0,-2 0 0,-2 0 0,-3 0 0,-5 6 0,-2-3 0,-8 6 0,-2-4 0,-3 1 0,-2-3 0,2-2 0,2-4 0,-4 1 0,7-4 0,-3 1-90,9-3 0,2-1-1507,1-1 1,22-10-1,7-3 1</inkml:trace>
  <inkml:trace contextRef="#ctx0" brushRef="#br0" timeOffset="6972">14972 3210 13829,'-8'-3'2699,"1"-1"-2609,10 1-1,0 1 1,8-1-90,-2 2 90,2 0 0,1-1 0,2 1-90,2-1 90,2 0-90,1-2 90,1 2-90,0-1 0,-1 0 90,-1 0-180,-1-1-180,0 2 0,-3-1-179,-1 1-181,-2-1-359,-1 1-1260,-1-1 2249,2 1 0,0-2 0,3 0 0</inkml:trace>
  <inkml:trace contextRef="#ctx0" brushRef="#br0" timeOffset="7523">15604 3048 16078,'3'-7'1079,"0"1"-1079,2 2 0,-1 2 0,0-3 0,0 1 90,0-1-90,0-1 0,1 0 0,0-2 90,0-2-90,0 0 0,0-1 0,0-1 0,0-2 0,0 0 0,0 2 0,-1-1 0,0 2 90,-1 1-90,0 0 0,0 1 0,0 2 0,-1 0-90,0 1 90,0 2 0,2 11 0,-2 0 0,0 12 0,-5-1 0,-1 6 0,-2 5 0,-1 5 0,-4 18-1258,3-12 1258,-1 12 0,3-16-466,3-4 466,0-2 0,1 4 0,2-1-90,0-1-90,3-2-450,-1-11 1463,1-3-833,-1-5 0,-2-9 0,1 0 0</inkml:trace>
  <inkml:trace contextRef="#ctx0" brushRef="#br0" timeOffset="7755">15403 3404 13739,'4'7'540,"1"0"-450,3-7 90,1 0-90,2 0 90,2-1-91,3-1 1,3 0 0,1-2 0,2 1 0,0-2-90,0 1-180,4-3-179,-3-1-271,0-1-1529,-3-2-269,-2 1 2428,-1-2 0,3-6 0,0 0 0</inkml:trace>
  <inkml:trace contextRef="#ctx0" brushRef="#br0" timeOffset="8083">15929 2764 14009,'-2'-13'720,"0"1"-271,1 5-89,1 1-180,1-1 90,2 2-90,2 2-90,0 2 0,3 1 0,-1 2 0,2 3 0,2 2-90,1 5 89,4 5-89,0 5-756,4 9 756,-1 4 90,1 8-90,-2 2 0,-2 5-1460,-4 4 1460,-7-26 0,-1 1 0,-2 2 0,-1 0 45,-1 0 0,0 1-45,-2 0 0,-1 0 45,0 0 0,-2 0-90,0 0 0,-2 0-90,-5 12 0,-3 0-1479,-3-1 0,-2 0 1344,1 0 0,-2-2-135,-1-5 1,0-3-2538,-12 8-117,-2-6 3059,-1-4 0,9-14 0,-1 1 0,-2-1 0,0 0 0</inkml:trace>
  <inkml:trace contextRef="#ctx0" brushRef="#br0" timeOffset="8725">13362 2853 14009,'-5'-9'180,"0"1"0,1 5 0,0 0 0,-2 1-1,0 0 1,-1 1 0,0 0-90,-2 3 0,-1 2 90,-2 3-90,-3 6 0,0 5-517,-2 6 427,1 5 90,0 8-1,1 4-89,2 7-1405,2 2 1495,3 4-90,5-27 0,0 3 45,3 12 0,1 1 0,0-10 0,1 1-45,3 9 0,0 0 45,1-13 0,1 0-45,7 11 0,1 0-770,-2-10 0,0 0 770,7 8 0,1-2-45,-5-12 0,3-2-90,10 7 0,3-2 0,-7-8 0,1-1-90,9 5 0,1-4-549,-8-9 0,-1-2 144,2-1 1,0-2-406,1-2 1,0-1-46,2-2 1,0-1 1079,0-2 0,2-1 0,13-5 0,4-2 0,2-1 0,0 0 0</inkml:trace>
  <inkml:trace contextRef="#ctx0" brushRef="#br0" timeOffset="10388">16431 3139 14369,'-6'-10'1439,"2"-1"-1259,4 5 0,2 1 0,2-1 0,0 4-1,3 1 1,2 0 0,1 2 90,11 3-180,-2 1 0,10 5 0,-6 0 0,3 2-462,1 1 461,-2 0-89,-2 0 90,0 0-90,-3 0-35,0 0 35,-3-1 0,-1-1 90,-1 0-90,-1-2-90,-2 1-180,-1-3-83,3 3-1626,-3-4 2011,2 1 1,-4-5 0,-2-4 0</inkml:trace>
  <inkml:trace contextRef="#ctx0" brushRef="#br0" timeOffset="10605">16795 3053 14729,'-4'-10'449,"0"2"-89,0 2 0,-1 3-180,-4 2-90,0 2 90,-4 4-90,3 2 0,-3 1 0,-1 3-1,-3 4 1,-3 1 0,-1 5 0,-1 1 0,-11 17-2202,-2 5 2157,17-21 0,1 1-225,-13 19-816,12-13 546,1-1-721,3-2-1258,1-1-1169,4-3 3573,2-3 1,2 3 0,0 0 0</inkml:trace>
  <inkml:trace contextRef="#ctx0" brushRef="#br0" timeOffset="11388">17321 2805 14279,'9'-3'0,"-1"-1"180,-3 1 0,-1 1 269,1-1-269,0 0 360,-1 1-180,1-1 359,-1 0-629,-9 0 0,1 2 0,-10 2-90,1 3 90,-3 0-90,0 3 90,0 0-90,-2 2 0,3 1 90,0 2-90,1 0 0,2 0 0,1 1 90,4-1-90,0 0 0,5-1 0,1-1 0,3 1 90,4-1-90,3 0 0,3 1 0,3-1 0,2-1 0,6 2 0,0-1 90,14 5-90,-8-2 0,6 4 0,-1 5 0,-10-4 0,5 8-470,-11-5 470,-3-1 0,-2 0-110,-4 0 20,-1 1 0,-3 0 90,-2 1-90,-2-2 0,-4 1 90,-3 3-90,-5 0 90,-4 2-90,-3-2 0,-2-4-389,-3-2 299,-1-4-89,-3-2-181,2-2-180,0-4 71,5-2-1690,2-2-338,2-1 2587,4-1 0,-6-5 0,1 0 0</inkml:trace>
  <inkml:trace contextRef="#ctx0" brushRef="#br0" timeOffset="15483">17941 3190 15988,'10'5'360,"3"-1"-270,0-5-90,6-1 90,7-1 0,7-1-90,7-1-549,6-1 594,-9 1 0,0 0-761,-7 1 1,0-1 715,10 0 0,-2-1 0,10-2-518,-18 3 0,0-1 518,9-1-373,7-2 373,-21 3 412,-6 1-412,-4 1 1413,-2 0-1323,-3 0 1243,-1 0-1333,-2 0 590,-2 1-950,-2-1-269,1 0-6027,-2 0 6656,-4-1 0,-2 3 0,-4 0 0</inkml:trace>
  <inkml:trace contextRef="#ctx0" brushRef="#br0" timeOffset="15817">18282 3037 13649,'0'-12'1349,"0"3"-1079,4 1 270,-2 4-180,1-1 449,-1 1-719,4 10 0,-3 0-90,1 11 90,-2-2 0,0 6-90,0 2-549,1 7 639,0 3-90,1 4 90,-1 1-90,1-1 0,-1 0 90,0-4-90,-1-2 0,2-4 0,-1 5-180,1-9 0,1 3-180,-2-11-180,1-2-89,0-3-630,1-1-900,2-3-80,0-1 2239,0-2 0,5-3 0,1-1 0</inkml:trace>
  <inkml:trace contextRef="#ctx0" brushRef="#br0" timeOffset="16225">19119 2854 14189,'4'-9'450,"0"0"-181,-1 2 91,-1 2 0,1-2 0,-1 2 0,1-2-1,-1 2-89,0 0 90,-1 0 90,1 0-90,0 0 179,0 0-449,-1 9-90,0 1 90,-1 11 0,-1 1-90,0 4 90,-2 7-659,1 3 569,-3 6 0,2-1 90,-1-2-90,1 1-420,0-5 510,0 0-90,2 8 0,-1-3 0,2 1-269,0-3-1,2-15 0,-1 1-180,1-7 0,0-2 361,2-1-990,-2-2-902,2-4 1981,0 1 0,2-5 0,2 1 0</inkml:trace>
  <inkml:trace contextRef="#ctx0" brushRef="#br0" timeOffset="16747">19425 2883 15358,'3'-14'180,"-1"2"0,0 6 360,1-4-270,-1 5-91,1-3 181,-1 3-180,0-1 630,0 2-810,-7 9 90,0 0 0,-6 11-90,1-3 90,-4 4-90,-7 10 89,1-5-790,-3 4 701,6-9-78,-2 4 78,6-7 0,-3 3 0,8-8 0,0 0 89,2-3-89,0-1 690,0 0-690,2-1 270,0-1-270,0 0 0,7-12 0,-3 6 90,8-9-180,-5 9 90,1 0 0,-1 1 0,3 0 0,-1 2 0,1 1 0,-1 2 0,0 2 0,0 1 0,5 14 0,-3-6 0,3 11 0,-4-11 0,1 1 0,0-1 0,1 1 0,1 0 0,1-1 0,1-1 0,1-2 0,-1-2 0,1-1 0,2-2 0,0-1 0,0-1-180,1-2-89,-2-1-271,2-1-180,-1-2-719,1-1-989,-1-2-1170,0 0 3598,-1-1 0,3-4 0,1-1 0</inkml:trace>
  <inkml:trace contextRef="#ctx0" brushRef="#br0" timeOffset="18791">20097 3009 14549,'-12'0'719,"2"0"91,3 0-181,1 1 451,0-1-900,14 0-90,14-2-90,4-1-337,10 1 337,-12-1 90,6 1-90,-2 0-180,1-1 0,-2 0-269,-4 0-91,0 0-180,-4-1-5980,5-2 6700,-8 1 0,9-5 0,-8 2 0</inkml:trace>
  <inkml:trace contextRef="#ctx0" brushRef="#br0" timeOffset="19393">20935 2781 15178,'-8'-9'1080,"2"1"-361,4 2-629,3-1 90,0 1-90,3 1 0,1 2 0,1 0 0,2 0 0,1 0 0,1 1-90,3 0 90,2 0 0,2 0-90,0 1 90,1 2-90,-1 0 0,0 0 90,-2 1-90,-1 1 0,-2 1 0,4 4 90,-4 6-90,-2 2 0,-11 12 90,-14 9-90,-6 1-1224,-8 6 1224,2-12 0,2-3-739,-1-1 739,2-4 0,1 1-493,1-1 583,3-1-180,2-2 90,3-3 0,3-2 1146,3-2-1146,1-2 790,2-1-790,0 3 609,3-5-609,1 4 0,4-7 0,2 2 0,2-5 0,2 1 0,2-2 0,3-1 90,1 0-90,4-2 0,2-1 0,7 0-610,2-1 610,5-2 0,-1 1 0,0-2 0,-1 1 0,-1-2 0,-4 0-90,-2 1-269,-5-1 89,-2 2-720,3-3 271,-8 2-1890,4-1-1528,-9 2 4286,0 0 1,-1-2 0,-1-1 0</inkml:trace>
  <inkml:trace contextRef="#ctx0" brushRef="#br0" timeOffset="20122">21537 2789 14729,'-3'-9'2338,"0"0"-809,2 4-1439,2 23 0,0-6 0,2 23 0,-2-12-90,2 6 90,-1 4-767,0 3 677,1 0 0,-1-2 90,0-2-90,1 0-291,0-3 291,1 1 0,-1-4 90,-1-3-90,2 6 0,-2-9 0,1 3-90,-1-9-450,0 0-719,-1-5 1443,0 0 0,-4-17 0,-2-4 0</inkml:trace>
  <inkml:trace contextRef="#ctx0" brushRef="#br0" timeOffset="20475">21450 2850 15718,'-2'-12'720,"0"0"-271,2 6-269,2-2 90,0 2-90,2 1 0,0 1 0,3-1 180,9 0-270,-3 2-1,9-1 91,-3 2-90,3 0 0,3 1 0,1 0-535,6 1 445,0 0 90,2 2-90,-3-1 90,-1 2-90,-4 1 90,0 1-90,-6 1 90,2 3-90,-10-2 0,2 4 0,-9-1 90,-4 1-90,-4 1 535,-3 2-535,-6 4 0,-5 1 0,-4 1 90,-4 1-90,-1-2-696,-2 0 696,-2-1 0,1-2 0,1 1-90,1-3-237,5 0 147,2-3-90,5-1-89,2-1-91,4-2-90,2 0 320,2-2-3828,4 0 1244,3 0 2804,3-2 0,8 1 0,1-3 0</inkml:trace>
  <inkml:trace contextRef="#ctx0" brushRef="#br0" timeOffset="20664">22102 3190 17067,'9'-4'4138,"0"0"-4678,-3 3-2068,-1 2-1620,-2 2-89,-6 2 4317,-5 0 0,-10-2 0,-2-1 0</inkml:trace>
  <inkml:trace contextRef="#ctx0" brushRef="#br0" timeOffset="29213">7804 6093 10638,'6'-10'887,"-2"1"-747,-1 4 64,0 0 82,-1 0-5,0 1 84,0-1-92,0 1 54,1-1 28,-1 0-86,0 0 157,0 0-164,0 0 265,0-3-364,0 2 277,1-5-180,-1 6-88,1-4 0,0 4 7,1-2 17,1 1-163,1-1 96,0 0-94,3-1 1,1 0-3,3-1-2,3 0-97,5-3 80,3 1 76,21-6 0,8 1-1418,0 1 1328,0 3 90,-19 5-792,9 2 792,-12 2-350,4 1 260,-14 2 0,-2 0 0,-2 2 0,-1-1 1353,-1 0-1353,-3 0 789,0 0-789,-2 1 328,-2 0-328,0 2 0,-3 0 0,-1 5 0,-7 9 0,-10 16 0,-3-2 0,-6 9-1127,1-8 1127,1 3 0,-2 0 0,3-2-688,2-3 598,1-1 90,1-1 0,1 1 0,1-1 0,-1 2 0,1 2 9,-3 17-9,4-12 0,4-8 0,1 0 0,0 8-180,0 6-90,4-18-90,3-5-179,0-10-451,1-2-316,0 0-2112,0-2 3609,1-1 0,4 1 1,0-1-1</inkml:trace>
  <inkml:trace contextRef="#ctx0" brushRef="#br0" timeOffset="29717">9751 6247 13829,'9'-8'900,"-1"1"-721,-4 4 1,2 1 0,1-1 0,3 1-90,3-2 0,3 1 0,1 0 0,2 0 0,0 1 0,9 0 0,-7 0-90,7-1 0,-10 1-90,-1 1-90,-2-1-180,-2 1-180,-1-1-359,-2 0-1260,-1 0-179,-2 1 2338,-1 0 0,-3 1 0,-1 0 0</inkml:trace>
  <inkml:trace contextRef="#ctx0" brushRef="#br0" timeOffset="29942">9854 6387 13020,'-7'6'539,"6"2"-449,3-5 0,5 0 0,2-1 0,1 0 0,2 0 0,1-1 0,1 0 0,1 0 0,0 0 0,1-1-270,1 1-270,-1-1-719,-1-1-630,-1 0 450,-1-1 1349,0-1 0,4-2 0,1-2 0</inkml:trace>
  <inkml:trace contextRef="#ctx0" brushRef="#br0" timeOffset="31417">11067 6013 12030,'1'-11'900,"1"2"-451,-1 3 1,1 1 90,0 0-90,1 1-1,-1 0-449,-5 12 90,0-2-90,-10 15 90,3-8-90,-4 4 0,2-2 90,-1-1-90,-1 4 0,0-2 0,0 2 0,2-3 0,2-1 90,0 0-90,1 2 90,0 0-90,2-1 0,3-3 0,4-6 0,1 0 90,3-1-90,1 0 0,2-1 0,2-1 0,1 0 0,2-1 0,0-1 0,2-1 0,-1 0 0,3 0 90,0-1-90,2 1 0,0-1 0,6 1 0,-4 2 0,10 1 0,-12 0 0,3 2 0,-8 0 0,-2 0 0,-2 1 0,-2 1 0,-2 1 0,-2 2 0,-2 0 0,-2 1 0,-2 1 0,-2 1 0,-1 0 0,-3 1 0,-1 0 0,-2 1 0,-1-1 0,0 1 0,-1-3 0,0 0 0,-6 3 0,5-4-90,-4 1-90,7-6 0,0 0-90,0-2-179,1 0-1,0-2-270,1-1-1349,0-1 91,1-1 1978,0-1 0,-5-5 0,1 1 0</inkml:trace>
  <inkml:trace contextRef="#ctx0" brushRef="#br0" timeOffset="31672">11037 6113 13289,'2'-9'630,"0"0"-360,-1 3 270,3-3-271,0 3-89,3-3 180,6-1-180,0 2-90,9-2 90,-3 3-90,2 1 0,1 1 0,3-1 0,0 1 0,1 0 0,-5 2-90,-2 0-270,-2 1-180,-2 0-270,-2-1-1618,-1 1-900,-2 1 3238,0 0 0,2 0 0,1 1 0</inkml:trace>
  <inkml:trace contextRef="#ctx0" brushRef="#br0" timeOffset="31972">11591 6255 14908,'17'3'360,"-1"0"-270,-4-3 0,1 0 0,2-1-90,0 0 90,1 0-90,-1 0 90,-1 0 0,0 1-90,-2-2 90,1 1-90,-2 0 0,-1-1-90,-1 1-180,-1-2-180,-1 0-359,0-1-3958,0-2 4767,-2 0 0,1-5 0,-1 2 0</inkml:trace>
  <inkml:trace contextRef="#ctx0" brushRef="#br0" timeOffset="32464">12056 6197 14639,'13'0'809,"-2"0"-719,-4-2 90,-1 0-90,0 0 0,0 0 0,1 0 0,0 0 0,1-2 0,1 0-90,-1-1 90,1 0 0,-1-1-90,0 0 90,-1-1-90,1 0 0,-2-1 90,1-1-90,-1-1 89,3-8-89,-4 3 0,3-5 0,-3 4 90,2-6-90,-3 5 0,2-3 0,-2 7 0,-2 3-90,1 0 90,-1 2 0,0 2 0,-1 0 0,-3 14 0,0-1-89,-3 13 89,1-2 0,0 4 0,1 6-418,0 0 418,1 1 0,0-1 0,0-3 0,1 2 0,-1-1 0,2 2 0,-1-2 90,2-2-235,-1-1 145,2-1-90,-1-2 0,1 0-180,0-2-180,-1-3-179,1-1-631,-1-3-397,0-2-682,1-1 2377,-1-2 0,-1-3 0,0-1 0</inkml:trace>
  <inkml:trace contextRef="#ctx0" brushRef="#br0" timeOffset="32714">12014 6529 14009,'1'10'450,"2"-2"-270,4-7-90,1 0 0,3 0 89,1 0-89,3-1 0,2-1 0,0 1 0,1-2-90,0 0-90,0-1-270,-2-1-179,1-1-990,-1-2-360,-1-2 450,-1-3 1439,-1 1 0,2-10 0,1-2 0</inkml:trace>
  <inkml:trace contextRef="#ctx0" brushRef="#br0" timeOffset="33031">12543 5794 12930,'-6'-9'809,"1"1"1,3 2-540,4 3-1,0-1-89,5 3 0,2 3 0,3 1 0,3 4 0,7 3-468,1 3 378,5 3-870,2 7 870,-2 2 0,3 5 0,-3 2 0,-3 2-1,-3-1-89,-4 3 90,-5-1-90,-3 3-124,-6-8 1,-2 0 123,-3 22 45,-2-18 0,-1 0-1306,-11 21 1261,5-28 0,-1-1 0,-3 1 0,0 0-90,-1-1 0,-2 1-582,-2 1 1,-1-1 491,1-1 1,0-1-91,-2 2 0,-1-2-225,2-2 1,0-2-798,-1 0 0,1-1-1676,-23 18 2968,0-4 0,12-12 0,-2 1 0,-2-1 0,0 1 0</inkml:trace>
  <inkml:trace contextRef="#ctx0" brushRef="#br0" timeOffset="33872">10689 6050 13110,'10'-7'-360,"-2"1"360,-3 2 0,0 0 0,-1 0 90,0-1 0,1 1 0,0-1 89,0 0 181,2-2-180,-2 2 180,4-5-180,-4 5 0,1-1 180,-2 3-181,0-1 1,-1 1 180,1 0-270,-10 11 0,2-1-90,-12 14 90,3-3-713,-4 7 713,0 1-90,0 4 90,0 1-90,0 6 0,2-2 90,-1 8-1132,5-4 1042,-1 4 0,5-2 89,1 0-89,3-1 0,3 0 90,3 0-90,4-2 90,3-2-90,6 1-90,3-1-89,4-5-91,2-2-90,1-6-180,1-3-269,2-4-3779,12 0 4588,-11-7 0,16 1 0,-12-6 0</inkml:trace>
  <inkml:trace contextRef="#ctx0" brushRef="#br0" timeOffset="35483">13238 6122 11041,'8'-9'1259,"-2"2"-989,-3 3-90,1-1 90,-1 1-91,1 0 1,0 0 0,1 1-90,0-1 180,3 0-180,-1 1 90,6 1-90,-5 2 0,4 1 90,0 4-180,-2 0 90,4 4 0,-4-1-90,1 3 90,1 0-90,1 3 89,3 2-89,0 2 0,3 1 90,0 2-90,1-3-406,1 1 406,1-1-270,0-2-89,-1-2-1440,5 0 0,-8-5 1799,8 2 0,-8-8 0,6 2 0</inkml:trace>
  <inkml:trace contextRef="#ctx0" brushRef="#br0" timeOffset="35739">13673 6128 12480,'-5'-8'1169,"0"1"-899,1 3-180,-3 3 90,1 2-90,-4 3-90,1 1 90,-3 3 0,-2 3 0,-14 13 0,5-5 0,-9 12-874,8-9 874,2 1-90,0 1-378,2-1 378,1 0 0,1 0-90,3-3-264,2-1-96,2-2-359,3-2-1170,1-3 917,3-1 1062,2-2 0,4 3 0,2 1 0</inkml:trace>
  <inkml:trace contextRef="#ctx0" brushRef="#br0" timeOffset="36299">14303 5894 12930,'6'-9'1079,"-2"1"-899,-7 5-180,-4 2 90,-3 2 0,-3 3-90,2 1 0,-2 1 90,0 1-90,-1 0 90,-1 1-90,0 2 0,0 0 0,1 1 0,1-1 0,1 1 90,3 0-90,0 0 0,2 0 0,1 0 0,2 5 0,3-4 90,1 5-90,3-7 0,2 2 0,3 0 0,2 1 90,4 0-90,0 0 0,4 1 0,2 0-260,2 1 170,2 1 0,-1 0 90,1-1-180,-1 1 0,5 3 91,-8-4 89,2 4-90,-11-6-90,-2 4 180,-4-4-90,-3 2 0,-4-2 180,-5-1 259,-2 1-349,-3-1 90,-6 2-90,-3-1-252,-4 3 342,2-5-90,-3 3 90,4-4-90,1 0 90,-2 1-90,3-2-360,4-1-180,3-3 540,8-2 0,0-1 0</inkml:trace>
  <inkml:trace contextRef="#ctx0" brushRef="#br0" timeOffset="36783">14900 6162 12030,'-11'-2'1259,"2"1"-719,1 0 0,2 1 539,-1-1-899,16 0-90,6 0 0,11 0 0,1-1-423,-2 0 333,4 0 90,4-1 0,2 0-90,1 0-642,-1-1 642,0 1 90,-3-1-399,-3 0 309,-5 1 0,-3 0-180,-3 0 18,4 0-1097,-3-2-900,-2 1 2343,-5-2 1,-8 4-1,-2-1 1</inkml:trace>
  <inkml:trace contextRef="#ctx0" brushRef="#br0" timeOffset="37117">15182 5959 13379,'-2'-8'270,"0"-1"0,2 1 90,0 1 180,1-1-271,2 5-179,1 5 0,0 3 0,-1 5 0,-1 2-90,-2 2 90,1 3 0,-1 4-90,0 2-306,-3 5 396,1 0-90,-2 6 0,-1-1 90,0 1-90,-1 0 0,1 1 90,2-4-90,-1 11 90,3-14-90,-1 6-180,2-15-90,1 1-89,1-3-181,0-1-359,0-2-1170,1-2 216,0-2 1853,1-2 0,2 2 0,1 0 0</inkml:trace>
  <inkml:trace contextRef="#ctx0" brushRef="#br0" timeOffset="38247">15894 5910 13369,'-6'-10'770,"0"2"-244,3 3-218,0-1-159,4 0 11,1 1 5,3 1-86,0 0-67,2 0 168,2 0-90,1-1 0,3 0 0,3-1 0,1 0 0,3 0-90,1-1 90,1 2-90,4-2-204,-1 2 204,1-1 90,-2 1-90,-2 1 89,-1 0-94,0 2 5,-2-1 0,-3 2 90,0 1-90,2 0 0,-6 1 294,4 4-294,-10-1 6,-1 3 83,-5 1-89,-2 0 0,-5 3 0,-1 1 0,-6 4 0,-3 1 0,-2 1-291,1-1 291,-2 1 0,4-3 0,0 0 0,3-3 0,2-1 0,2-1 0,3 0 0,0-1 0,3 0 291,2-1-201,5 3-90,7 3 0,1 0 0,6 0 0,-4-4 0,2 1 0,0 0 0,0 2 0,0 0 0,-2 1 0,-1 0 0,-2 1 0,-2 0 0,-2 0 0,-3-1 0,-4 2 0,-1-1 0,-12 11 0,-2-7 0,-10 9 90,1-10-714,-4-1 624,-3-2 0,-1-1 0,0-2 0,-1 0 0,2-1 0,2-2-277,4 0 7,6-2-90,1-1-359,3-1-1710,2-1-1079,3-1 3508,2 0 0,3 0 0,2-1 0</inkml:trace>
  <inkml:trace contextRef="#ctx0" brushRef="#br0" timeOffset="41249">16728 6131 14983,'-4'10'1668,"5"-3"-2082,2-4 690,4-1 129,0-2 120,0 1-236,2-1 44,1 0 50,2 0-4,2 0 150,2 1-136,1-1-262,4 0-134,0 0 126,3 0-129,-1 0-233,2 0-130,1 1 73,-1-1-77,0 0-11,-1 0 7,-1 0-11,1 0 97,-3 0-90,0 0 383,-1-1 10,-1 1-10,0-1 198,-2 0-86,7 0 2,-7-1 9,3 0-8,-8 1 336,-1 0-337,-1 0 16,2-1-116,-4 2 92,2-2-95,-4 1-84,1 0-443,-2 0 523,1-1 0,-4 1 0,0 0 0</inkml:trace>
  <inkml:trace contextRef="#ctx0" brushRef="#br0" timeOffset="44383">17968 5885 16676,'-1'-9'-1775,"0"-1"1311,-1 4 408,1-1 223,-1 0 68,1 1 43,-1-2 368,0 1-634,1 1 434,0 0-182,0 1-148,-5 4 447,-1 2 20,-3 5 103,1 1-136,-2 3-49,-3 6 126,-1 3-594,-2 5 517,1 2-407,1 2-228,3 1 2,1-2 22,3 4 79,2-5-184,1 1 80,3-4-45,2 7-141,3-7-42,2 5-89,2-8 25,2-1 30,3-2 207,1-2 139,6 0 148,-1-2 183,6 0 147,-1-4 198,1-1 245,0-4-39,-3-1-429,2-2-36,0-3-103,0 0-54,1-3-19,-2-1-88,0-4 60,-2-1-276,2-12 95,-10 4-173,0-8-184,-11 0-261,-4-5-1194,-6-8 929,-5-3-92,-5-3-795,-5-1 1081,-3 4 86,-3 2 258,-2 5 300,-3 4-590,3 9 885,0 3-248,3 6 351,2 6 625,3 4-635,1 7 24,0 4-110,1 5-280,-3 6-899,5 4-2191,0 15 3062,9-8 1,1 17 0,8-12-1</inkml:trace>
  <inkml:trace contextRef="#ctx0" brushRef="#br0" timeOffset="44616">18584 6236 13829,'7'-9'270,"-2"1"0,-3 4 0,-1-1-270,0 0 0,-7 4 0,-1 1 0</inkml:trace>
  <inkml:trace contextRef="#ctx0" brushRef="#br0" timeOffset="51964">1835 8064 13428,'1'-12'939,"1"2"-645,1 4 122,0-1-103,1 0 93,2 0 10,1 0-119,0-1-19,3 1 174,0-1-86,5 1-48,1 0-142,7-2-465,2 2 347,5-2-11,0 1-55,1 1-123,1 0 74,0 2 37,0-2 30,9 2-91,-11 0 25,15 2 71,-22 2-88,6-1 93,-13 3-104,0-1 9,-4 2 165,-1 0-32,-3 2-64,-3 1-300,-3 2 520,-3 4-122,-3 3 140,-5 7 68,-4 4-141,-13 23-448,11-20 1,-2 1 486,-4 10 1,-1-1 117,4-6 0,0-1-10,-2 7 0,2-2-80,-3 5-1179,-2 10 879,10-18 118,1-2-603,2 1 427,3-4-24,1-1-130,1-4-88,2-2-96,1-1 501,0-2-1641,2 4 337,1-6-978,0 1 2265,4-8 1,3 0 0,3-1 0</inkml:trace>
  <inkml:trace contextRef="#ctx0" brushRef="#br0" timeOffset="52239">2764 8159 13199,'-3'-9'1530,"2"1"-1245,0 1 10,2 2 61,4-2 112,6 3-208,-1 0 183,6-1 86,-1 2-84,0 0-15,3 1-44,-1-1-250,1 1-248,1-1-289,-2 1-509,0 0-1208,-1 0-438,-3 1 2542,-1 0 0,-3 1 1,0 0-1</inkml:trace>
  <inkml:trace contextRef="#ctx0" brushRef="#br0" timeOffset="52440">2833 8354 13739,'-9'7'0,"1"-2"90,2 0 0,1-2 450,2 1-450,6 0 0,1-3 0,7 1 0,3-3-1,1 1 1,5-2-90,2-1-179,6-1-421,-2 0-210,2-1-1258,-4 1-91,-3-1 2159,1 0 0,5-2 0,2-1 0</inkml:trace>
  <inkml:trace contextRef="#ctx0" brushRef="#br0" timeOffset="53133">3749 7839 13919,'4'-15'540,"-2"1"-180,2 2-91,-3 2 1,1 2 90,-1 0-180,1 1 90,-2 0 90,2 1 179,-1 0-449,-5 10 0,-1 0 0,-5 12 0,-2 5-90,-4 8 146,2-2 0,-2 2-1572,-9 18 1527,7-14 0,1-1 12,-9 15-1,0-1 92,1 0-91,1-1-2,1-1-21,0-2-951,4-5 860,1-3-456,3-4 542,3-3-180,4-4 80,2-5-2,2-4-10,2-2 1379,1-2-1394,1-2 928,3-2-973,1-2 591,1-1-445,2-3 63,2-2-72,1-2 10,2-3 30,2-1-144,1-2 33,4-2 1,-1-2-46,4-2-34,-4 2-35,0 0-8,-2 0-15,-1 2 158,0 1 0,1-1-90,0 0 90,1 0 0,3 0-90,-1 1 90,2 0 0,1-1-90,-3 2 90,2 0 0,-2 0 0,-3 1-90,0 1 90,-3 0 0,0 0 0,-2 1 0,-2 0 0,0 0 0,-1 0 0,-2 1-90,0-1 90,-2 1 0,0-1 0,-1 2 0,-1-1-90,1 1 90,-1-2-90,0 2 0,0-1 90,-4 14 0,1-2 0,-3 12 0,0-1 0,-1 2 0,-1 6-583,-1 3 583,0 5-83,0 0 83,-2 18 0,3-13-1070,-2 10 1070,5-18 90,1-3-237,0-4 147,2-1 0,0-3 337,1-1-427,1-2-103,1-2-257,-1-1 1025,2-3-1655,-1-2-993,2-2-1075,0-2 3148,0-3 0,5-3 0,1-1 0</inkml:trace>
  <inkml:trace contextRef="#ctx0" brushRef="#br0" timeOffset="53605">4210 8072 14549,'-3'-9'1439,"-1"5"-1349,-2 6 0,-1 4-90,1-1 90,-2 3-90,-1 0 90,0 1-90,0 1 90,1-1-90,-1 1 0,2 1 90,0 0-90,1 0 0,0 0 90,1-1-90,3-1 0,-1 1 89,2-1-89,1 0 0,2 0 0,1 1 90,3-1-90,2 0 0,2 1 0,3-1 0,1 0 90,2 0-90,0 1 0,1-1 0,0-1 90,7 5-90,-7-3 0,4 3 0,-9-4 0,-2 0 0,-1 0 0,-2 0 0,-4 0 0,0 1 0,-3-1 0,-2 1 0,-1 0 0,-1 1 0,-4 0 0,1 0 0,-3-1 0,0 1 0,-3-2 0,1 0 0,-2 1 0,0-1 0,-3 0 0,2-2-180,-1-1-179,7-4-181,0 0-450,2-2-1348,1-1-720,1-3 3058,3-1 0,2-6 0,1-3 0</inkml:trace>
  <inkml:trace contextRef="#ctx0" brushRef="#br0" timeOffset="53889">4578 8208 15718,'7'-6'989,"1"2"-719,-3 1 0,2 1-90,1-1 0,1 1 0,4-1 0,3 0 0,3 0-90,4-1-448,5-1 538,1 1-91,5-1 1,1 0-90,-1 0 90,0 0 0,-3 0-90,-3 0-90,0 0 0,-4 0-269,0-2-721,1 0-2518,-5-1-539,-3 1 4137,-7 0 0,-8 3 0,-1-1 0</inkml:trace>
  <inkml:trace contextRef="#ctx0" brushRef="#br0" timeOffset="54180">4806 8024 15448,'3'-9'-90,"-1"1"180,1 2 90,0 0 0,1 1 180,-1 0-180,1 0 179,-1 0-269,2 4 90,-2 2-180,2 5 90,-2 4 0,-1 4 0,0 3-90,-2 4 90,0 3-426,-1 2 336,-1 5 90,0-1-90,0 2 0,0 1 90,1-2-90,-1 5 0,2-3 90,0-2-90,1-3 0,1-2-180,2-3-89,-1-1-91,1-1-360,0-4-629,1 0-3958,1-1 5307,0-4 0,5 2 0,-1-4 0</inkml:trace>
  <inkml:trace contextRef="#ctx0" brushRef="#br0" timeOffset="54747">5415 7833 14369,'-1'-13'539,"1"-1"-359,0 8 180,-1-1-180,1-1-90,0 2 0,2-1 90,0 1-90,2 0 0,2 1 0,0-2-90,3 1 90,2-1 0,2 0-90,0 0 90,3 0-90,1 1 90,3-1-90,1 2 89,1-1-89,11 2 90,-7 0-90,9 2 0,-12 3 0,8 2 0,-10 1 0,4 2 90,-11 1-90,-1 1 0,-3 2 0,-2 1 0,-2 0 0,-4 2 0,-2 1 0,-4 1 0,-4 1 0,-4 4 0,-4 1 0,-2 2-353,0-1 353,0-3 0,3-2 0,-2 4 0,5-7 0,-3 9 0,8-11 0,1 3 0,4-4 0,3-2 0,1 2 353,3 0-263,1 1-180,2 1 90,2 0 0,2 2 0,-1-1-90,1 0 90,0 0 0,0 1 0,-1-1-90,-1 1 90,-2-1 0,-2 0-89,-3 0 89,-2-1 0,-6 7-90,-2-6 90,-5 6 0,-1-6 0,-4 0 0,0 0-90,-1-1 90,1-1 0,4-3 0,-1-1-90,2 0-180,1-1-180,1-1-359,2-1-1440,0 0-809,2-2 3058,1 0 0,3-2 0,0 0 0</inkml:trace>
  <inkml:trace contextRef="#ctx0" brushRef="#br0" timeOffset="54956">6358 8185 14639,'8'-5'809,"0"0"-179,-1 1-1,-2 0-89,0-1-90,-1 1-5487,-1 0 1889,-9 9 3148,1-3 0,-18 9 0,1-4 0</inkml:trace>
  <inkml:trace contextRef="#ctx0" brushRef="#br0" timeOffset="98473">2602 9141 17926,'3'-12'-148,"-1"1"205,0 5 130,0 0 85,0 1-145,-1-1 15,1 0 88,0 1-46,0-1 91,0 0 126,-1 2 25,1-3 63,0 3 606,1-2-675,-2 13-530,-1 0 159,-1 11 7,-3 2 132,-2 5-788,-2 5 623,-3 4-15,-1 1 43,-1 5-348,-1-2 635,0 1 9,-1 1-101,1-5-118,-1 3-467,2-6 405,2-2 64,1-3-397,2-4 350,2-5 398,0-2-475,1-4 928,1-1-948,1-2 637,1-2-720,3 0-5,3-4-490,1-3 432,3-4 409,1-3 192,1 0 100,1-2-287,0 0-22,2-2 394,-1 1 229,7-7-441,-1 2-501,6-4-192,-6 5-15,-1 2 249,-4 4-10,0 1-36,1 1-68,1 0-126,0 1 30,1 1-131,0 0 40,0-1 14,0 0 52,0 0 27,-1 0 171,1 0-35,-2 0 84,-1 0 76,-1-1-4,-1 0 32,5-6 199,-6 1-72,3-3-140,-6 3-66,-1-1-77,-1 0-36,0 0-130,-3 1-119,1 1-92,-1 0 7,0 1 79,0 2 113,-1 1 38,0 0 24,0 15-96,1-1 1,-1 14 57,0 16 87,0-5 56,-1 1 1,1 0-50,0 10-1015,0 9 971,0-20 366,2 1-528,-1-5 331,2 1-254,-1-5 284,1-3-233,-1-3-11,2-1-23,-1-5 703,2-2-1042,0-2 205,1-3-533,1-3-1271,0-2-644,2-2 2941,1-3 1,8-5 0,1-3 0</inkml:trace>
  <inkml:trace contextRef="#ctx0" brushRef="#br0" timeOffset="98733">3448 9319 16791,'-10'3'4081,"2"0"-3417,22-5-535,-6 1 119,18-5-102,-12 3-72,2-2-11,-1 1 124,2 0-419,-2 0-267,0 0-161,-1 0-525,-3 1-1024,-1 0 2202,-2 1 1,-2 1 0,0 0 0</inkml:trace>
  <inkml:trace contextRef="#ctx0" brushRef="#br0" timeOffset="98939">3551 9497 16528,'14'0'629,"1"-2"-449,-1-4 0,4 0-90,6-2-651,3-1 651,3-1-180,1 2-89,-2-1-361,-2 1-306,-3 1-1673,-2-1-1618,-4 1 4137,1-1 0,3-3 0,3-2 0</inkml:trace>
  <inkml:trace contextRef="#ctx0" brushRef="#br0" timeOffset="99584">4335 8939 16258,'-2'-10'539,"-1"1"-359,2 1 360,-1 3-180,1-1 269,-2 1-539,0 11 0,-1 1 0,-1 15 0,-2 1 0,0 4-90,-3 6-587,0 1 587,-2 1 90,0 1-45,2-9 0,0 0-45,-4 14-1895,-5 12 1895,7-20 0,3-3 0,0-5-90,1 2 90,3-9 542,0 3-632,3-10 90,1-2 0,0-1 2030,2-2-2120,1-3 90,5-2 0,-1-2 0,9-7 0,-4 1 0,12-9-90,-9 4 90,4-3 0,-1 1 0,-4 3 0,4-1 0,-6 4 0,-1 1 0,1 1 0,-2 1-90,1 0 90,0 2-90,0-1 0,0 1 0,-2 0 90,2 0-90,-2 1 1,1-1 89,-1 1-90,0 0 90,-1 0-90,0-1 90,0 0 0,0-2-90,0 0 90,0-1 0,-1-2 0,-1 0 0,0 0-90,0-2 90,0 0 0,-1 1 0,0 0 0,-2 1 0,2 2-90,-2 0 90,0 1-90,1 1 90,2 12 0,-3-1 0,3 13 0,-5-4 0,-1 15 0,1-6-434,-1 10 434,0-8 0,1 0 0,0 1 0,0-1 0,2 1 0,-1-3 0,2 0 0,0-4 0,0-1-180,1-4 0,-1-2-89,1-2-181,0-1-916,3-2-882,0-4-900,0-1 3148,0-5 0,2-7 0,1-2 0</inkml:trace>
  <inkml:trace contextRef="#ctx0" brushRef="#br0" timeOffset="100022">4933 9083 14998,'1'-8'1799,"-2"-1"-1169,0 4-90,-4 0-180,0 3-181,-3 2-89,2 2 0,-2 2 180,-3 4-180,2-1 0,-8 8 0,6-5 0,-3 4 0,5-4-90,1 2 90,0-1-90,2 0 0,1-1 90,2 1-90,0-1 0,2 0 90,2 0-90,2 0 0,2 0 0,3 0 0,2 0-90,1 1 90,2-1-180,9 7 180,-5-4-90,12 11 0,-13-9 90,5 5-90,-9-5 90,-1 1 0,-2 1-90,-2-1 90,-3 2 0,-2-1 0,-4 1 0,-5 5-407,-4 1 407,-6 2 0,-3-2 0,-8 1-859,-3-2 859,-2-1 0,-2-3 0,-10 3 0,10-7 0,-12 4-540,20-9-90,4-1 630,9-4 0,24-16 0,6-3 0</inkml:trace>
  <inkml:trace contextRef="#ctx0" brushRef="#br0" timeOffset="101305">5881 9833 14009,'7'-9'1169,"0"1"-179,-5 3-810,-3 0-90,-3 2 0,-4 2-90,-1 3 0,-2 3 90,0-1-90,-1 1 0,-2 1 89,-1 2-89,0 0 0,-1 2 0,0 0 0,0 1 0,2 1 90,0 0-90,3 0 0,-3 5 0,5-4 0,0 4 0,6-6 90,2 5-90,3-3 0,4 3 90,1-5-90,5 1 0,1-1 0,3-1 0,1 0 0,0-1 90,2 1-90,-1-2 0,0 1 0,1 0 0,-2-1 0,7 5 0,-7-3 0,4 3 0,-9-4 0,-2 1-90,-1-1 90,-3 2 0,-1-2 0,-2 1 0,-2-1 0,-2 0 0,-3 1 0,-1 0 0,-3 1 0,-2 0 0,-2 0 0,-2 0 90,0-1-180,0-2 90,1 0-359,-5-1-1,5-1-270,-1-1-2968,6-3 3598,2-3 0,5-8 0,1-3 0</inkml:trace>
  <inkml:trace contextRef="#ctx0" brushRef="#br0" timeOffset="101590">6234 9934 15718,'4'-6'2788,"-2"3"-2698,18-3 90,-7 3-180,1-2 90,1 1 0,0-1 0,0 0-180,-1 0 0,0 1-270,-2 0-89,-1 0-181,-1 1-629,-3 1-1260,1-1 2519,-4 2 0,-1 0 0,-2 1 0</inkml:trace>
  <inkml:trace contextRef="#ctx0" brushRef="#br0" timeOffset="101805">6263 10098 18237,'9'0'719,"1"0"-539,-1-3-90,3-2 90,3-2 0,1 1-90,2-2 0,9-3-270,-6 2-180,6-3-270,-9 2-809,0 0-270,-1 0-719,-2-2-1080,-1 1 3508,-1-1 0,3-6 0,0 0 0</inkml:trace>
  <inkml:trace contextRef="#ctx0" brushRef="#br0" timeOffset="102272">6825 9788 17157,'-2'-12'1529,"2"4"-1349,5 3 90,4 2-180,-1 0 0,3 0 0,-4 1-90,-1 0 90,0 0 0,0-1 0,1 1-90,1-1 90,-1 0 0,0-2-90,0-1 90,1 0-90,-1-1 90,4-8-90,-3 2 0,4-7 0,-6 5 0,1-1 90,-2 0-90,1 1 0,-2 1 0,1 3 0,-1 0 0,-1 2 0,-1 2 0,0 0-90,-1 2 90,-1 17 0,0-2-90,-4 28 90,-2 2 0,1 3-1318,0 2 1318,2-13-659,2 9 659,1-12 0,1 10-265,1-15 265,0-2 0,0-1 0,1-4 1182,0-1-1272,0-3 641,0-2-820,-1-1 237,1-2-508,0-2-2068,0-2 2608,0-1 0,-2-1 0,1-2 0</inkml:trace>
  <inkml:trace contextRef="#ctx0" brushRef="#br0" timeOffset="102508">6764 10268 18327,'17'0'539,"0"0"-359,-3-4 0,2 0-90,2 0 0,1 0 0,5-3 90,14-3-180,-6 0-1506,11-3 1146,-14 1-180,2-1-539,-1-2-540,3-3-900,-3 0-2027,1-3 4546,-4 0 0,2-6 0,0-1 0</inkml:trace>
  <inkml:trace contextRef="#ctx0" brushRef="#br0" timeOffset="103176">7594 9267 15718,'-2'-16'270,"0"0"-90,-2 3 90,-5-7-90,1 5-1,-9-8 1,0 5 0,-6-1 0,-3 1-871,-3 1 871,-7 1-90,-5 2-1454,-9 2 1454,-6 4-45,25 5 0,0 1-1,-4 2 1,-1 0 0,-6 3 0,-1 0-1129,-2 3 1,-2 1 1128,-4 2 0,-2 1-45,0 2 0,-1 2 45,1 1 0,-1 2-45,18-5 0,0 0 0,0 1 30,0 1 0,1 0 0,0 1-30,1 1 0,-1 0 0,1 1-592,0 1 1,1 0 0,0 0 621,0 2 0,1 0 0,0 1-30,-15 12 0,2 1 0,2 1 0,1 2 45,3 0 0,1 1-45,2 1 0,2 1 0,2-1 0,1 1 0,2 0 0,-1 3-336,6-5 1,-1 3-1,1-1 336,-2 5 0,0 1 0,5-8 0,0 2 0,2-3 0,0 4 0,3-3 30,1-3 1,1-1-31,2 1 0,1-1 0,3-4 0,1 0 0,1-1 0,1 1 0,-1 24 1099,4-3-1099,4-17 0,2 0 0,6 16 315,5-9 1,3-3-316,12 4 0,-8-17 0,4-3 1335,20 3-1335,-20-15 0,2-1 0,3 0 0,0-2 0,3 0 0,0-2-176,3-1 0,1-1 221,1-1 0,1-1-741,5-1 1,2-1 695,0-1 0,1-1 0,4-2 0,0 0 0,0-2 0,-1 0 0,1-1 0,-1-1-247,0 0 0,0-2 247,-1 0 0,0 0 0,0-1 0,-1-1 0,-2-1 0,2-1-274,-5-1 0,3-1 0,-3 1 319,8-5 0,-1 0-45,-8 3 0,3-2 0,-4 1-123,4-3 0,-2 0 123,0-2 0,1 0 0,0 0 0,-1-1 0,0-1 0,0 0 0,0-2 0,-2 0 0,0 0 0,-2-1 0,-1-1 0,-2-1 0,-2 0 0,-1 0 64,-2 0 1,-2 0-65,-2-1 0,-2 0 221,-4 4 1,-1 0-222,-3 0 0,-2 0 977,8-21-977,-9 3 0,-8 1 0,-9-1 0,-8-2 0,-10-1 0,-8 11 0,-5 0 0,6 12 0,-4-1 0,-9-2 0,-8-2 0,3 3-87,-2 5 1,-1 2 116,5 3 0,-3-1 0,1 3 15,-8-1 0,1 3-45,15 5 0,-1 0 0,0 1-156,-1 1 0,0 0 0,-1 0 186,-1 2 0,0 0 0,0 1-30,-1 0 0,-1 1 0,1 1-211,-1 1 0,1 0 1,0 1 210,-1 1 0,0 0 0,1 1-247,0 1 0,0 1 1,1 1 216,0 0 0,0 2 0,0 0-62,0 2 0,1 0 0,0 2-58,0 1 0,1 0 1,0 2 39,1 1 1,-1 1-1,2 1-340,0 1 0,0 0 1,2 1-72,0 1 1,1 2 0,0-1-260,2 1 1,1 1-1,1 0-749,-13 12 0,1 1 1529,3-1 0,0 2 0,10-8 0,-1 2 0,0-1 0,0 2 0,-1-1 0,1 1 0</inkml:trace>
  <inkml:trace contextRef="#ctx0" brushRef="#br0" timeOffset="109373">8544 5630 23144,'-1'-10'-7417,"-1"1"4780,2-1 1725,-1 3 405,1-3 369,0 2 271,-2-3-225,2 2-1704,-3-4 2035,1 5 27,0 0-122,-1-1 196,-1-1-99,-2 1 209,-1-1 234,-1 1 173,-2 0 120,-2 0 210,-2 1 99,-3 0-177,-2 1 196,-1 0-194,-2 2-11,-20-1-14,-6 3-739,13 2 1,-1 1 615,-21 3-449,17 2 1,0 1-1069,-12 3 976,17-1 0,-1 0 414,-16 8-195,-1 4-467,27-9 1,0 2-130,-1 0 1,1 1-124,-2 3 0,0 2-923,0 0 1,0 1 749,-1 4 1,0 1-110,1 0 0,1 2-87,2 0 0,-1 3-51,-5 12 1,2 1 58,8-10 0,1 0-42,-3 9 1,2 2-52,6 0 0,4 0-18,3-9 1,3 1 143,1 4 1,2 4-1,1-3-295,4-3 1,2 0-924,4 16 0,3 0 1024,1-13 0,2-2 159,2 4 1,2 0 71,3-1 0,2-1 231,2-1 1,2 0 197,3-2 0,2-2 151,2 0 0,3-2-437,1-1 1,3-2 790,0-1 0,3-3 109,1-1 0,2-2-72,1-2 0,1-2 56,2-3 0,1-1-246,1-2 0,1-2 15,0-3 1,2-2-162,-19-3 1,0-1-1,1-2-54,-2 1 0,0-2 0,3 0 20,13-4 0,3-1 0,-2-1-53,-13 1 0,-2-1 0,3-2-44,6-3 1,5-2 0,-1-2 0,-6 1-331,-7 0 1,-4-1 0,0-1 294,11-5 1,1-1 0,-4-1-65,0-5 1,-4-1-268,-1-1 0,-1-3-132,-3 0 1,-3-3 68,-2 0 1,-3-3-213,-3-1 0,-2-1 69,-4-1 1,-2 0 11,-3 2 1,-3-1-83,-2 0 0,-3-1-63,-3-2 0,-2-1 26,-2 0 0,-3-2 135,-2-3 1,-2-1-137,-2 1 1,-2 1 180,-2 1 0,-3 1 95,-2 0 0,-2 2 127,0 2 0,-5 0 187,0 5 1,-4 0-1,0 2 118,-4-4 1,-5 1 66,7 10 1,-6-1 0,0 1 0,3 3 379,-12-3 1,0 4-145,5 3 1,-3 1-1,3 3 226,-5 1 1,1 3 47,-3 2 0,1 1 2,-1 2 0,1 2 4,3 2 0,1 1-88,0 2 1,1 1-101,0 2 1,0 1-88,-1 2 1,1 1 3,-4 1 1,0 2-60,2 3 1,1 1-178,1 1 1,1 2-171,3 2 1,0 2-166,2 1 0,0 1-149,3 2 0,1 1-700,1 1 1,1 1 324,3 2 0,0 1 471,3 1 1,1 1 0,-3 9 0,0 3 0,0 1 0,0 1-1</inkml:trace>
  <inkml:trace contextRef="#ctx0" brushRef="#br0" timeOffset="132848">12008 17005 11041,'10'-11'1529,"-3"2"-1349,-5 1 0,-1 1 0,0-1-1,1 0 91,2-2 0,-1-1 0,1 1 180,3-6-180,-1 5-91,1-3 91,-2 3-90,-1 4 0,0-2-90,-2 4 90,0 1 180,1 0-270,2 6 0,-2 1 0,3 8 0,-3 4-1,1 4-89,1 7 90,-1 4 0,2 5-45,-3-7 0,0 1-282,0 2 1,1 2 236,1 8 0,-1 1 45,0-10 0,-1 0-530,1-2 1,0-2 394,1 8 0,0-3-456,0-3 276,-1-6-180,-1-2 1,0-3 394,0-2-754,0-2-368,0-1-1431,0-3 2715,0-1 1,-6-6 0,0-2 0</inkml:trace>
  <inkml:trace contextRef="#ctx0" brushRef="#br0" timeOffset="133173">12509 16965 14009,'5'-26'90,"-1"2"90,-3 12-90,2 0 90,-1 1-90,1 1 0,-1 0 0,2 0-1,0 1 1,1 2 0,0 0 0,0 3 0,1 2 90,0 2 0,1 3-90,0 4 90,-1 3 0,1 17-90,-3 2 45,-1 2 0,-2 3-135,-1 18-839,-1-18 0,-1 0 929,0 22 0,0-7-245,1 2 245,1-4-90,2-2-762,1-2 672,2-1-90,1-4-90,2 0-180,-1-3-179,3-2-451,0-3-1079,0-5 1198,0-3 961,0-6 0,-1-8 0,0-2 0</inkml:trace>
  <inkml:trace contextRef="#ctx0" brushRef="#br0" timeOffset="133473">13492 17305 15268,'6'-13'1080,"0"1"-541,-8-2-89,1 5-180,1-4-90,2 5 0,4-3-90,1 2 90,5-1-90,2 0 89,3 1-89,2 2 0,1 1-180,2 1 0,0 1-179,-1 2-181,0-1-180,-2 2-269,0 1-1620,-3 0-1708,0 1 4227,-4 2 0,1-2 0,0 0 0</inkml:trace>
  <inkml:trace contextRef="#ctx0" brushRef="#br0" timeOffset="133689">13657 17413 15718,'-8'3'540,"1"0"-270,2-1 269,0 0-449,22-5 0,-4 0-90,24-5-90,-9 0-180,5-2-179,0-1-971,0 0-1098,-1 0-1260,0 0 3778,-1 1 0,5-1 0,1 0 0</inkml:trace>
  <inkml:trace contextRef="#ctx0" brushRef="#br0" timeOffset="136951">14918 16710 13289,'7'-8'-269,"-1"2"359,-2 1-1,0 2 1,-1-1 90,1 1 90,0 0-90,1 4-90,-1 2 90,0 5-90,-2 4 0,-2 3 0,-1 11 0,-3 4-315,-2 9 314,-1-7 1,-2 3-347,-1 3 0,-1 1 257,0 2 0,0-1-696,0-1 1,-1-3 695,-1 14 0,-1-6-650,0-3 650,2-5 0,-1-3-21,4-4 21,-1-4 508,4-6-418,-1-2 1324,3-4-1414,-1-1 932,1-2-842,2-2 382,0 0-472,1-2 15,8-7-15,0-1 0,7-6 0,-2-1 0,1-1 0,1-2 0,1 1 0,0-2 0,0 1 0,-1 0 0,-1 1 0,1 1 0,-2 1 0,-1 1 0,0 0 0,-1 2 0,1 1 0,-1 0 0,0 1 0,0 1 0,4-1 0,-3 1 0,4 0 0,-4 2 0,0-1 0,0 0 0,-1-1-90,3 1 90,-2-2 0,2 0-90,-1-2 90,1 0-90,-1-1 90,0-2 0,0 0-90,-2 0 90,2-3 0,-3 0-90,1-1 90,-3-1 0,0 0 0,2-4 0,-4 5 0,1-2 0,-3 7 0,0 1 90,0 2-90,-8 19 0,0 2 0,-7 19-823,4-4 913,-2 2-90,2 1 0,0 2 0,-1 11 90,4-12-90,-1 7 0,4-16-474,1 9 474,1-9 0,1 6-89,1-12 179,0-2-180,1-1-90,1-1 684,0-3-1044,1-1 61,0-3-1500,1-3 283,1-2 1696,0-2 0,4-3 0,0-3 0</inkml:trace>
  <inkml:trace contextRef="#ctx0" brushRef="#br0" timeOffset="137425">15750 17005 13559,'3'-14'1170,"-1"-1"-811,-1 4 1,0 0 0,-1 3 0,-1 0 0,0 2 179,0 0-359,0-1 180,-2 2-90,0-2-90,-4 6-90,0 2 0,-4 4 0,-6 9 89,-3 5-89,0 1-90,1 0 90,7-4-90,0 0 0,1 1 90,1-2-90,2-1 0,2 1 90,1-3-90,2 2 0,2-2 0,2 0 0,3 1 0,3 0 0,4 1 0,1 0 0,4 1-90,1-1 90,4 3 0,0-3-90,0 3 90,7 3-90,-4 3 90,-1-1-90,-7-1 90,-8-6-90,-2 1 90,-5 0 0,-2-1 0,-4 3 0,-4 3 0,-4 0 0,-5 2 0,-2 0-89,-4-1-573,0-2 662,-2 1 0,0-4 0,-10 6 0,11-7 0,-11 5-270,16-10-90,2-2-89,7-4-3779,5-3 720,6-9 3508,3 0 0,12-14 0,3 2 0</inkml:trace>
  <inkml:trace contextRef="#ctx0" brushRef="#br0" timeOffset="137689">16068 17197 15808,'20'-3'90,"-1"1"-90,3 2 90,2 0-90,6 0 0,3-2 0,3 0-1313,2-1 1043,-1 0-89,-2-1-91,-1-1-180,-1 0-1528,-1-2 2158,8-4 0,-7 0 0,8-3 0</inkml:trace>
  <inkml:trace contextRef="#ctx0" brushRef="#br0" timeOffset="137985">16329 16961 14639,'-4'-12'989,"0"1"-719,1 3 270,1 2 449,1 0-899,2 19 0,0-1 90,3 34-90,-1-12-1043,-1 15 953,-2-10 90,0 1 0,-2-2-90,0 1 0,-2 11-180,0-15-89,0 8-181,1-19-180,2-3-359,-1-1-1440,1-4-1259,1-1 3688,1-2 0,2 3 0,1 0 0</inkml:trace>
  <inkml:trace contextRef="#ctx0" brushRef="#br0" timeOffset="138464">16855 16885 16258,'-6'-14'899,"1"1"-629,1 3 0,1 2-90,0 2 90,1-1-1,1 2-89,0-3-90,2 4 0,3-2 0,1 3 0,3 0 0,3 2 0,3-1 0,2 1-90,2 1 0,2 2-90,6 0 0,0 2-230,1 1 230,-3-1 0,-4-1 0,-3 1 90,-1 0-90,-3 0 1,-1-1 89,-1 1-90,-3-1 230,-1 0-140,-4 1-90,-4 3 90,-5-1 0,-6 4 0,-13 6 0,4-2-452,-8 7 452,9-3 0,0 9 0,6-5 0,1 6 0,7-6-117,3-1 117,3 3 0,3 1 0,3 3-90,4 1 0,2 0 0,0-1-270,2-2 270,-2-1 0,-1-3 90,-3-2-90,-2-2 0,-3 7 90,-2-6 0,-6 6-90,-5-4 90,-17 10 0,3-5-480,-12 4 480,5-8 0,1-2-90,-3 1-90,0 0-270,2-3-539,-2 1-1530,4-3-1650,1 1 4169,2-1 0,-2 1 0,1-1 0</inkml:trace>
  <inkml:trace contextRef="#ctx0" brushRef="#br0" timeOffset="139581">12330 18267 14009,'4'-10'-180,"0"1"360,-2 5 90,1-1 90,-1 0-360,2 8 90,-1 0 0,3 9-1,-1 5 1,0 0 0,2 19-90,-2-11-443,-1 10 443,0-6 90,-1-1-90,0 1 0,0-1 0,0-4-257,0 2 167,0-1-180,0 0-90,0 0-90,0-5-179,0 0-1350,1-3 0,0-2 1979,0-2 0,4 2 0,0-1 0</inkml:trace>
  <inkml:trace contextRef="#ctx0" brushRef="#br0" timeOffset="139864">12655 18202 13020,'-3'-10'449,"1"1"-359,0 2 90,0 1 360,0 0-360,6 14-90,0 6 0,4 9 0,-2 5-90,-1-1 0,0 2-534,1 5 534,0-1 90,-1 1-90,-1-2 0,0-2-195,-1-4 15,0-1 0,0-2-179,0-1-181,1-3-449,-1-1-900,1-2 539,-1 0 1350,0-4 0,2 3 0,0 1 0</inkml:trace>
  <inkml:trace contextRef="#ctx0" brushRef="#br0" timeOffset="140109">12952 18373 14009,'-11'-1'1529,"18"-3"-1529,1 2-180,15-2-180,-9 2-89,2-2-271,0 1-1349,0-2-179,0 1 2248,-1-1 0,7-3 0,0-1 0</inkml:trace>
  <inkml:trace contextRef="#ctx0" brushRef="#br0" timeOffset="140616">13348 18143 14279,'-11'-12'629,"0"2"-359,7 6 90,0 0 0,0 0-270,3-2 0,1 1 90,5-1-90,2 1 0,4 0 0,2 0-90,3 0 0,2 1 0,2-1-90,0 2 0,-1 0 0,-1 1 0,-2 0 0,2 1-180,1 1 270,-4 0-90,-1 1 0,-6 0 0,-3 1 0,-2 2 90,-4 3 0,-2-1 0,-4 4 0,-2-1-90,-2 2 90,0 0 0,0 1 0,2 1 0,1 0 0,0 0 0,2 2 0,2-1 0,2 1 0,3 1 0,1 1-180,3 1 0,4 5-89,1-3-91,5 4-342,0-3 342,2 1 0,-1 0 1,1 0 89,-2-2 0,-3-1 180,-2-3 0,-3-1 180,-3-1 90,-2-1 0,-4 1 90,-3 1 341,-4 0-341,-5 3 0,-3-1 180,-12 9-90,0-4-180,0-1-360,5-1-360,13-11-539,0 4-810,7-5 1889,3-2 0,9 2 0,3-1 0</inkml:trace>
  <inkml:trace contextRef="#ctx0" brushRef="#br0" timeOffset="140889">14134 18343 13919,'-12'-5'1079,"1"1"-809,3 0-90,2 2 720,2-1-810,9 0 90,0 2-91,10 0-89,-2 1 90,2 0-90,0 1-179,3-1-91,-1 0-180,0 1-90,-2-1-179,1 0-1530,-1 0-629,0 0 2878,-3 0 0,5-1 0,-1 1 0</inkml:trace>
  <inkml:trace contextRef="#ctx0" brushRef="#br0" timeOffset="141097">14235 18519 14639,'-9'5'629,"8"-1"-629,12-4 0,6-2-90,7-4-90,2 0-179,3-3-91,5-1-615,2-2-913,3-1-1018,0-1 2996,0 0 0,4-1 0,-2 0 0</inkml:trace>
  <inkml:trace contextRef="#ctx0" brushRef="#br0" timeOffset="141781">15114 18100 14459,'-2'-10'1799,"-1"0"-1260,1 4 541,0 0-990,1 10 0,-1 0 0,0 8 0,-1 0 0,-2 3-1,-2 3-89,-2 6 90,-1 2-90,-1 4-871,0 2 871,1 1 0,-1 0-180,-4 14 90,4-12-180,-4 15 90,8-25-21,1 1-69,2-12 90,2-2-90,0-2 90,1-1 0,1-3 780,0-1-870,4-3 204,4-4-114,1-1 90,1-5 0,-1 1-90,4-6 90,1 0 0,0-1 0,-3 3 90,-3 4-90,-3 1 90,1 1-90,-1 0 90,0 1-89,-1 1-1,0 1 90,2-1 0,-1 2 0,4-1 0,-4 2 0,5 0 0,-4 0 0,1 0 0,-1-1-90,2-2 90,-1-1 0,3-1 0,-4-1 0,1 0 90,-2 0-90,1-1 90,-1 0-90,0 0 89,-1 0-89,0 1 90,-1 1 0,0 0-90,0 0 90,-1 0 180,1 2-270,-1 8 90,-1 1-90,0 9 90,-3-1-90,1 2 0,0 2 90,-1 1-90,2 0 0,-1 1 90,0 0-90,2 2 0,-1-2 0,1 1 90,0-2-180,1 1-90,0-4-90,2 0-180,0-2-449,0-3-3598,5 2 4497,-2-7 0,7 2 0,0-6 0</inkml:trace>
  <inkml:trace contextRef="#ctx0" brushRef="#br0" timeOffset="142216">15655 18218 14279,'-6'-9'629,"0"2"-449,2 3 360,0 0-360,0 0 0,1 1 180,-1-1-90,0 2-181,-4 2 1,1 1 0,-4 3 0,3 1-90,-1 1 90,0 1 0,0 1-90,1 1 90,0 1-90,1-1 0,1 1 90,1-1-90,2 2 0,1-1 90,1 1-90,2-1 0,1 0 0,2 0-90,1 0 0,2 0 0,2-1-90,0 1 0,2-1 1,2 0-1,0 0-90,1 0 90,0 1 90,0-1-90,-2 1 90,-1-1-90,-1 1 90,-2 0 90,-3 0 0,-2-1 0,-1 1 90,-4 0 90,-1 0 0,-3 2-90,-4 1 90,-1-1-90,-3 1 0,1-1 0,-1 0 90,-6 4-270,6-5-90,-4 3-180,9-6-180,-1-1-539,2 0-1080,0-2-449,2 0 2608,1-1 0,0-1 0,2-2 0</inkml:trace>
  <inkml:trace contextRef="#ctx0" brushRef="#br0" timeOffset="143289">19142 16849 13739,'4'-9'720,"0"1"-91,-3 3 1,2-1 270,-1 0-1,0 0-539,-5 2-270,-4 4 0,-4 3 0,-2 4 0,-1 2 0,0 1-1,-2 1 1,-2 3-90,0 1-250,-3 4 340,2 0-90,2 1 0,3-2 90,2-1-90,3 0 90,-1 6-90,4-7 0,2 5 0,4-9 0,2 2 0,2-1 250,2 0-250,1-1 0,3-1 0,2 1 0,-1-2 0,3 0 0,0 0 0,1 0 0,0 0 0,1 1 0,5 4 0,-6-1 0,8 8 0,-10-1 0,0-2 0,-7-1 0,-6-6 0,-2 1 0,-3-1 0,-2 2 0,-3 0 0,-2 0 0,-4 2 0,-3-1 0,0 1-90,-1-2 0,3-2-90,1-1-89,0-1-181,2-1-90,1-1-269,2-2-6027,-2 1 6836,5-2 0,-1-1 0,4-2 0</inkml:trace>
  <inkml:trace contextRef="#ctx0" brushRef="#br0" timeOffset="143583">19768 17088 16078,'-1'-13'899,"0"2"-809,3 5 0,2 2 0,1 3-90,2 0 90,-1 1-90,2 0 0,1 0-180,1-1-90,0 1-89,0-1-271,0 1-180,1-1-1528,-1 0-900,-1 0 3238,-2 0 0,0 0 0,-2 0 0</inkml:trace>
  <inkml:trace contextRef="#ctx0" brushRef="#br0" timeOffset="143784">19717 17260 14908,'10'7'540,"-1"-1"-450,-1-5 90,0 0-90,1 1 0,2-2-180,1 1-270,1-1-359,1-1-1530,2 0-719,1-2 2968,2 0 0,9-3 0,3-2 0</inkml:trace>
  <inkml:trace contextRef="#ctx0" brushRef="#br0" timeOffset="148133">20797 16450 13379,'-4'-9'1350,"-1"0"-1171,2 5 451,-2 1-270,0-1-90,1 2-90,-3 1 0,1 2-90,-2 1 89,0 2-89,0 0 0,-3 1 0,1 2 0,-3 2 0,1 1 0,0 1-90,1 2 90,2-1-90,1 2 90,2 0-90,3 1 90,1-2-90,2 1 0,3 0 90,6 8-90,9 5 0,1-1 0,6 1 90,-4-8-90,0 0-421,1-1 331,0-1 90,-1 1-90,1-1 0,-3 0-199,-3-1 289,-2-1-180,-4-1 90,0 0 90,-4-2-90,0 1 416,-2-1-326,-2-2 24,-2 1-114,-5 4 90,-5 1 0,-3 0 0,-2-4 0,1-5 90,-1-1-90,-2-2 90,0-1 0,0-2 0,0 0 0,1-2 0,0-1 0,2 0 0,1-3 0,3 0-90,0-2 90,5-2-90,0-2 90,6-3-90,2-3 0,13-19-90,11-8 90,1-2-45,-8 17 0,0 1 45,0-2-694,5-8 694,-10 14 0,-5 3 0,-3 2 0,-3 1 90,-3 1 0,-3 0 0,-3 0 0,-4 0 0,-6-2 0,-4 2 694,-5 1-784,-3 1 90,-1 3 0,-10 3-90,1 5-180,1 3-540,1 8 90,17 1-359,-2 3-1440,11-3-1438,4 2 3867,3-1 0,5 5 0,3 3 0</inkml:trace>
  <inkml:trace contextRef="#ctx0" brushRef="#br0" timeOffset="148539">21421 16333 14908,'9'-8'990,"-2"0"-360,-3 6 989,-1-2-1529,-2 10 0,-3 1-1,-5 13 1,-5 4-1060,-7 11 970,-4 5-892,8-14 1,-2 2 936,0 2 0,-2 1-45,-2 3 0,-1 1 45,0 1 0,0 0-45,0 0 0,0 1 45,0 0 0,1 0-879,0 0 0,1 1 879,0-1 0,2 0-45,-1 1 0,1-2 0,2-2 0,1-1 45,-1 0 0,1-1-587,2-3 0,0-1 542,1 0 0,0 0-45,1-2 0,-1 1-45,-8 22-90,0-4-83,3-5-7,2-6 753,3-7-1023,1-5 1625,3-4-1895,1-5-13,2-2-3045,1-3 4119,1-2 0,-1-1 0,2-2 0</inkml:trace>
  <inkml:trace contextRef="#ctx0" brushRef="#br0" timeOffset="149192">21184 17205 15988,'3'-9'1349,"-2"0"-719,1 3-1,0 1-359,-4 12-180,-2 8 0,-4 8-90,-3 5-262,1-3 352,-2 3-90,-1 1 0,-1 0 90,1 0-669,-1-1 669,0-1-90,1 0-172,0-4 172,2-2 322,2-2-412,1-5 90,1 0-90,2-4 583,0-2-583,1 0 288,0-2-288,1 0-360,0-2 360,9-3 1,-2-3-91,9-3-90,1-4 180,-2 1-90,7-3 90,-7 3 0,2-1 0,-2 3 0,0-1 0,0 2 90,-1-1-90,0 2 0,-2 1 90,1 0-90,-1 0 90,0 1-90,0 0 90,-1 1-90,6-1 90,-4 0 0,4 0 0,-3-1-89,3-1 89,-3 0 0,5-2 0,-6 0 0,1-1 0,0-2 0,-1 0-90,0-1 90,0-1 0,-1-1 0,-2 0 90,0 2-1,-2 0-89,0 2 90,-1 1-90,0 1 270,-1 1-270,0 8 90,-4 9 0,0 6-90,-4 7 90,-1 1 0,1 4-90,-1 5-752,0 2 842,1 2-965,0 1 965,1 0-90,1-2-598,0-3 688,1-3-366,1-3 276,0-5-89,1-2 72,1 0-612,-1-7-1941,1 4 2570,0-12 0,3 0 0,0-6 0</inkml:trace>
  <inkml:trace contextRef="#ctx0" brushRef="#br0" timeOffset="149639">21912 16437 15268,'-8'-8'1529,"6"-2"-1349,6 6 0,6-1-90,2 2 0,4 0 0,3-2 0,7 0 0,-1 0-427,2-1 157,-4 2-180,-3-1-90,-2 2-179,-4 0-361,-2 0-1348,-2 2 2338,-4 0 0,-2 3 0,-2 1 0</inkml:trace>
  <inkml:trace contextRef="#ctx0" brushRef="#br0" timeOffset="149848">21930 16670 16168,'18'2'450,"0"-2"-361,1-3 91,5-2-180,4-1-90,2-2-269,0 0-880,-1-1-110,0-1-810,-2-1-719,-1 0 2878,-4-1 0,2-3 0,-2-1 0</inkml:trace>
  <inkml:trace contextRef="#ctx0" brushRef="#br0" timeOffset="150292">22695 16123 15718,'-1'-9'1619,"0"-1"-1079,2 4-270,0-1-90,1 2-1,2 0 1,3 1-90,2-1 0,5 0 90,0 0-90,4 0 0,0 2 0,2 1-90,-1 0 90,0 1 0,-1 0-90,-1 2 0,-1 1 90,-4 2-90,-1 1 0,-4 2 0,-3 2 90,-4 4-90,-7 8 0,-6 4-890,-6 8 890,-6 2 90,-2 2-90,-2-1 0,1-2 0,3-2 0,3-3 0,4-3 0,2-2 0,3 4 0,6-1 0,3-2 0,6-6 0,4-5 0,3-1 0,2-2 0,5-2 890,1-1-890,3-3 0,0-2 0,3-1-90,0-1 0,2-2-90,-1-2-341,4-2 251,-3 0-720,13-8 361,-13 2-451,6-3-1528,-13 2 2608,4-5 0,-1-3 0,4-6 0</inkml:trace>
  <inkml:trace contextRef="#ctx0" brushRef="#br0" timeOffset="150747">23107 15690 16078,'-17'-19'360,"-3"1"-180,-2 0-619,-4 3 709,-2 0-90,-2 4 89,-3 3-89,-2 3 202,-2 6-202,-5 5-90,-3 9-3096,-4 8 3096,22-5 0,0 2-45,-1 3 0,1 3-793,-1 4 0,1 3 792,1 2 1,1 2 0,1 3 0,2 1 0,2 2 0,1 2-674,2 0 1,1 2 673,2 0 0,1 1 0,3 0 0,0 0-446,3-4 0,1 1 401,1-2 0,1 0 45,2-2 0,2-2 228,0 1 1,1 0-274,2-1 0,1 0 44,2 2 1,2 1-45,1-2 0,1 0 45,1-2 0,2 0-45,1-4 0,2-1 45,-1-5 0,1-2 97,2-3 1,2-1-143,22 15 45,-8-20 0,2-4-45,-7-5 0,0-2 0,11-2 0,0-3 45,-10-5 0,0-3-45,4-3 0,0-2 0,1-2 0,-1-3 126,4-2 1,-1-3-127,-1-2 0,0-3 0,-1-1 0,-1-1-61,-1-3 1,-1-2 60,-1-1 0,-1-2 0,-2-1 0,-1-2 0,0-1 0,-3-2 0,-1 0 0,-2-2-45,-2-1 0,-2-1-111,-2-2 0,-2 0 156,-3-1 0,-2 0-45,-3 3 0,-2 0 189,-4-3 1,-4 0-145,-1 4 0,-6-1-30,-4 4 0,-4-2 0,-3 1-119,-5 3 0,-2 1 1,-2 2 148,0-1 0,-1 2 0,-2 3 179,-2 5 1,-2 4 0,1 5-180,-7 2 0,-1 6-135,-2 4 0,-1 3-149,-3 4 1,1 4-77,-2 5 0,0 3-450,-1 4 1,1 4-78,12-2 0,0 3 0,1 0 137,4 0 1,1 0 0,-1 2-12,-2 2 1,-1 2 0,2 1 760,6-3 0,1 1 0,0 1 0,-5 7 0,-1 3 0,1 0 0,-1 3 0,1-1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6:37.38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2032 3186 9152,'2'-16'3148,"17"8"-2743,5 18 0,5 9-316,-3 3 1,1 5 0,0 1-720,2 5 1,0 1-1,-1 0 630,-5-3 0,-1 0 0,-3-3 0,-1 1 0,-4-5 0,-5-13 0</inkml:trace>
  <inkml:trace contextRef="#ctx0" brushRef="#br0" timeOffset="267">2366 3139 10411,'-7'-18'1439,"-5"-7"-539,-18 33-661,6 15 1,-1 11 0,0 2-210,1-3 0,1 1 0,-1 4-192,4-5 0,-1 3 0,0 2 0,0-1 1,3-3-932,-2 5 1,2-2 0,2-3 596,-4 5 0,4-4 0,5 9 0,14-31 0</inkml:trace>
  <inkml:trace contextRef="#ctx0" brushRef="#br0" timeOffset="558">2750 3276 12210,'7'-6'1709,"9"1"-1215,16 2 1,5 2-810,-10 0 1,0-1-181,15-1 0,-1 2 495,1-1 0,-32 4 0,-6 3 0</inkml:trace>
  <inkml:trace contextRef="#ctx0" brushRef="#br0" timeOffset="758">2813 3414 11131,'-1'10'1638,"22"-5"0,9-2-1406,9 1-232,1-4 0,8-1 0,-6 0 0,-14-1 0,-2-1 0,17-1 0,1 0 0</inkml:trace>
  <inkml:trace contextRef="#ctx0" brushRef="#br0" timeOffset="1359">3993 2922 10411,'1'-6'2159,"23"5"-2069,2 3 90,17 3 0,7-1-225,-10-3 0,2 0-165,-5 1 0,2-1 0,-1 0 210,12 0 0,-8-2 0,-12 1 0,-21 1 0</inkml:trace>
  <inkml:trace contextRef="#ctx0" brushRef="#br0" timeOffset="2009">3972 3024 10141,'-4'-13'3058,"5"9"-2518,10 11-151,2 23 1,1 18 0,-2-4-345,-3-10 0,0 3-232,-4-4 0,0 8 0,0 4 0,0 4 0,-1 2 0,-1-1 0,-1-1 277,-2-6 0,-2 1 0,-1-1 0,0 1 0,0 1 0,-1 0 0,1 1 0,1 1-273,1-4 1,0 2 0,1 1 0,-1 1 0,1 0 0,0-1 0,0 1 0,-1-1 0,0-1 0,0-2 204,-1 4 1,0-1-1,-1-1 1,0-1-1,0 0 1,0 0-1,1 1 1,2 0 66,0 2 1,2 3 0,0 0 0,1 0 0,0-1 0,0-2 0,0-4 0,-1-3 55,1 6 0,-1-5 0,-1-2 0,2 2-73,0 2 0,1 2 0,-1 1 0,1-2 0,-2-5 137,-2 4 1,0-4 0,-1-6 420,-1 7-180,-1-8 567,2-10-927,1-11 3154,-1-6-3334,0 1 628,14-3-1033,16-4 1,9-2-556,2 0 1,5-1-1,-1-1-43,1 0 1,-1-2 0,0 1 623,-3 0 1,-1 0 0,-5-1 0,-6-3 0,-8-2 0,-9-7 0</inkml:trace>
  <inkml:trace contextRef="#ctx0" brushRef="#br0" timeOffset="3075">6588 2796 10861,'4'11'2428,"18"8"-4067,2-9 1,2-1 244,16 9 1215,-1-9 0,8 0 0,-7-3 179,-16-3 0,0-1 209,14 2 1,6 0 0,-3-2-120,0-2 0,-2-1 90,1 0 0,-1 0 0,-2 0 0,-3-1 149,10-1 31,-26 1-90,9 14-180,-16-3 0,2 23 0,-2 9-45,-6-6 0,-4 6 135,-2-7 1,0 7-1,-2 5 1,1 3-1,-2 2 1,0-1 0,0-3-143,-1-3 1,-1 0-1,0 0 1,-1-1-1,0 2 1,0 0 0,0 1-28,0 0 0,1 1 0,0 1 0,-1 0 1,1 1-1,-1 0 0,0 1 0,1-1 9,-1-1 0,0 0 0,-1 2 0,1 0 0,0-1 0,0 0 0,0-1 0,1-2 0,1-3-5,0 5 0,1-3 0,1-1 0,-1-2 0,1 1 0,0 0-15,-1 1 0,0 1 0,0 0 0,1-1 0,-1-2 0,2-4 0,0 14 0,1-6 0,0-7 225,-3-10 0,0-6-45,-1 2 3064,-15 21-2794,-2-40 898,-14 2-1258,-16-11 43,11 4 0,-6 2-613,0 1 1,-3 1-1,-1 1-340,9-1 1,0 2 0,-1-1 0,3 0-274,-6 0 1,3 0 0,0-1 954,3 0 0,2 0 1,5-2-1,-1-4 1,-14-2-1</inkml:trace>
  <inkml:trace contextRef="#ctx0" brushRef="#br0" timeOffset="4638">4990 3180 10681,'1'-9'3058,"4"13"-2968,-2 5 360,8 36-270,-4-6-135,-1-5 0,0 1-45,0 1-450,-2-4 0,0-2 0,-1-9-2827,6 28 348,-6-35 2929,3 7 0,1-13 0,1-1 0</inkml:trace>
  <inkml:trace contextRef="#ctx0" brushRef="#br0" timeOffset="5164">6102 3185 10861,'2'-11'2069,"0"2"-1710,1 6 1,2 0-180,2 2 90,2 0 90,24 3-180,-9 1 0,3 2-1742,14 3 1,1 3 1561,-12-5 0,-2 3-171,4 6 0,-9 3 261,-19 13-350,-3 3 305,-22 6 0,-7 2-45,11-15 0,-1 0 0,-7 11 0,3-2-23,8 5 113,50-15-90,9-11 1519,-8-7 0,4-3-1609,3-4 0,0-2-405,-8 0 0,-1 0-1144,2 0 1,-3-1 1104,-3 1 0,-26 4 0,-17 1 0</inkml:trace>
  <inkml:trace contextRef="#ctx0" brushRef="#br0" timeOffset="6188">5096 4290 9152,'-9'-10'2968,"3"2"-2428,8-2-360,1 5-90,11-1 90,5 3-1,12 0-179,5 1 90,10 6-90,-21 6 0,-2 2 0,11 4-90,-8 20 0,-38 9 45,-14-10 1,-3 1 44,9-8 0,-1-1-45,-15 6 0,2-6-45,16-12 0,3 0 90,17-8-270,19 1 180,0-1-90,11 2 90,-4 10 180,-26 12-90,-2-2 135,-19-6 0,-9-1-45,2-7 0,-1 0-135,-2 0 0,-1 1-810,-2-1 1,2-3 854,3 0 0,2-1 0,20-8 0</inkml:trace>
  <inkml:trace contextRef="#ctx0" brushRef="#br0" timeOffset="6864">6234 4326 11670,'11'-20'2879,"-1"2"-2160,1 0-359,-10 32-270,-11 18-135,-6 7 0,-3 3 45,6-14 0,-2 2-158,-3 1 1,-4 5 0,0-1-1,4-5 113,2-4 0,1-2-15,-7 9 0,-2 4 1,4-6-391,-5 9 360,6-8-90,5-8 180,14-16-90,10-10 90,10-5 90,4-4-90,16-5 0,-2 3-90,2 1-180,-2 5 0,-9 3 180,-7 2-179,15-11 269,-13-4 90,7-6 269,-11 0 181,-13 11-360,-3 16-90,-5 4 45,-4 18 0,-3 6-45,0 13-135,0-1 0,1 3-90,4-15 0,3 0-1504,2 7 1,2-3-1639,3 2 2741,12-7 0,-7-30 0,5-3 0</inkml:trace>
  <inkml:trace contextRef="#ctx0" brushRef="#br0" timeOffset="9670">10184 3045 7713,'-4'-9'1259,"-1"2"-809,3 1 359,-1 0 91,1 0 629,0 2-1259,3 18-1,3 21-134,1 0 0,2 6-68,-2-6 1,1 4-1,0 1 1,0-3-68,1 1 0,-1-1 0,0 0-265,2 10 0,0 2 1,-1-8 264,2 5 0,-1-12 0,1-18 0,2-8 0,1-5-45,8-26 0,0-12 45,-2-1 0,0-2 0,-1 6 0,2-2 0,-3 2 0,0-7 0,-1 5-90,4-4 90,5 49 0,-4 6-45,-2 9 0,-1 3-45,4 12 0,-6-10 0,1-1 0,3 4 0,8 2 0,-10-25 0,12-13 90,-11-7 0,14-25 0,-7-6-896,-9-1 0,1-8 1,-2 3 895,-1 8 0,-1 0-297,0-9 1,0-5-1,-2 7 207,-7 9 1,-1 5-988,0 5 0,0 2-272,-1-15 629,-2 44 720,1 19 0,1 11 0,4 8 0</inkml:trace>
  <inkml:trace contextRef="#ctx0" brushRef="#br0" timeOffset="9971">11371 3281 10321,'-8'-8'810,"1"0"-541,12 4-89,1 1 180,43-1-630,-11 2-270,-6 0 1,1 1-1530,2-1 2069,-13 2 0,-13 0 0,-7 0 0</inkml:trace>
  <inkml:trace contextRef="#ctx0" brushRef="#br0" timeOffset="10164">11358 3442 9512,'-3'7'1709,"6"4"-1530,2-9 361,20 1-540,10-8-629,12-2-766,-15 2 1,0-2 738,16-5 1,-22 5-1,-2-1 1,12-6 0</inkml:trace>
  <inkml:trace contextRef="#ctx0" brushRef="#br0" timeOffset="10698">12460 2710 9242,'-9'-7'539,"8"-2"-449,4 6 180,32-4-180,-3 5 0,2 1-135,-9-1 0,2 0-1594,24 1 1,-3 1 871,-16-1 765,-3 1 1,-3 0 0,-13 0 0,-2-1 0</inkml:trace>
  <inkml:trace contextRef="#ctx0" brushRef="#br0" timeOffset="11204">12559 2663 8612,'-12'-4'1349,"1"-1"-719,5 1 90,1 1-181,-1 0-359,2 5 270,2 17-270,1 6-1161,3 10 0,2 11 1,-1-2 1039,-1-8 1,0-1 0,-1 6-22,0-4 1,0 4 0,0 5-1,-1 2 1,0-1 0,0-1-1,0-4-130,-1 0 1,-1-2-1,1-1 1,-1 1-1,-1 6 142,0-4 0,-1 5 0,0 2 0,-1 3 0,1 0 0,-1 0 0,0-1 0,0-4 0,1-4-14,-1 8 0,0-5 0,1-2 0,-1 0 0,0 3-24,0-4 1,0 3 0,-1 2 0,1-1 0,0-1 0,0-4 0,2-6 17,-1 7 0,1-6 0,1-1 30,0 3 0,1-1 0,1-5-999,0-6 1,1-3 938,0 4 0,0-2 179,8 6-89,11-18-90,9-1 45,0-6 0,4-1-135,5-2 0,4-1-240,-1 1 0,3-1 1,-1 0-181,-7-1 0,-1-1 1,0 0 509,7-2 0,1-2 0,-7-1 0,-8-2 0,-3-2 0,-1-4 0,1 0 0</inkml:trace>
  <inkml:trace contextRef="#ctx0" brushRef="#br0" timeOffset="11765">13170 3119 9512,'-7'-12'359,"2"1"541,-2-6 269,3 4 1,1 1-631,3 37-449,-1-10 90,3 21 0,1 3-90,-1 3-90,0-10 0,-1 1-270,1-6 0,-1-2-359,1 8-1350,3 5 180,-1-23 1799,3-2 0,-1-11 0,2 1 0</inkml:trace>
  <inkml:trace contextRef="#ctx0" brushRef="#br0" timeOffset="12354">15163 3169 10771,'-6'-19'989,"-2"1"181,-14-6-631,3 9-179,-11-3 0,7 13-45,-2 13 0,-2 4-226,5 3 1,0 2-45,-6 3 0,0 4 45,5 8 0,2 7 0,3-2-180,4 2 0,2 0 0,0 1 0,0 3 0,8-3-135,14 7 1,10-6 134,-4-14 0,7-4-90,10-7 0,8-5 0,-2-6 135,0-11 0,-1-8 15,-1 0 0,1-4 0,-7-5-15,-3-16 0,-12-7 45,-9 13 0,-6-2 0,-6 1-1093,-15-2 1,-10 1 0,1 4 810,2-2 0,-3 6-278,-6 9 0,-4 4 0,0 9-533,6 11 1,2 6 0,1 1 682,-4-2 0,0 2 1,0 4-1,-2 3 1,4 0-1,6 1 0,0-1 1</inkml:trace>
  <inkml:trace contextRef="#ctx0" brushRef="#br0" timeOffset="13105">13501 4181 10141,'-8'-10'1259,"-6"0"-719,3 3-90,-7 1 0,0 7-91,-5 8 1,-1 4-90,-17 13-225,15-9 0,1 3 135,-1 11 0,5 1-180,5-1-45,4 9 0,8 1-45,21-4 0,3-7 0,6-3 0,4-12 0,3-4 90,6-2 0,3-6-30,-8-5 0,1-5 0,0-3 0,-3-2 0,0-3 0,-2-2 30,2-5 0,-1-2 0,-4-1 0,4-6 0,-11-5 0,-19 1 0,-8-4 0,-2 6 0,2 9 0,-5 1 0,-8-4 0,-6-1 0,0 8-539,-19 9 179,-2 1-2917,2 26 887,32-6 2390,-4 10 0,20-5 0,3 2 0</inkml:trace>
  <inkml:trace contextRef="#ctx0" brushRef="#br0" timeOffset="13464">15075 4170 10681,'4'-9'2159,"4"-6"-180,-1 3-1440,7 19-449,-8-1-45,1 22 0,-3 5-135,-2-4-1003,1 2 1,1 6 0,0-5-822,0 4 1099,0 1 0,2-1 815,2-5 0,2-10 0,2 0 0</inkml:trace>
  <inkml:trace contextRef="#ctx0" brushRef="#br0" timeOffset="14181">15615 2838 10231,'-14'-12'90,"5"5"989,-1-7-269,7 7-90,5-3-361,9 5-44,12 0 0,4 1-225,14 0 22,-8 1 1,8 0-1,1 0 1,-3 0-831,-4 0 0,-2 0 0,2 1 763,2-1 0,4 0 0,-2 0 0,-3 0-492,10-2 1,-7 2 491,-12 2 0,-4 0-45,3 0 90,-15 22 0,-4 9-45,-5 13 0,-4 8 0,2-10 0,0 4 0,0 2 0,-2 2-413,0-9 1,0 2 0,-1 1 0,0 1-1,-1-1 1,1 0 382,0 0 0,0-1 0,0 1 0,0-1 0,0 0 0,-1-1 166,1 5 1,-1 0-1,0-2 1,1 0-1,-1-2-181,0 1 0,0-3 0,1 0 0,-1 3-36,2 0 0,0 2 0,0 1 0,0-2 0,0-4 6,0 2 0,1-4 0,-1 4 12,1 1 0,0 3 0,0 3 0,1-1 0,0-5-12,1 7 0,1-3 0,0-2 0,0-6 0,0-1 1,0 1 58,2 6 1,-1 1 0,1-7 302,0-12 1,-1-3-153,6 19 0,-6-26 0,-3-4 0,-17-6-90,-7 2-90,-6-2 0,-4-1 0,-3 1 0,0 1-45,2-1 0,0 1-495,-1-1 0,-2 0 1,5-1 2622,-6 1-3433,1-1 1,3-2 1349,7-8 0,3-4 0,1-7 0</inkml:trace>
  <inkml:trace contextRef="#ctx0" brushRef="#br0" timeOffset="19464">3814 1387 9422,'11'3'719,"1"0"-89,12 1-90,14 2-316,-9-2 1,3 1-135,-3 0 0,0 0 0,3 1 0,-1 1 0,-5 1 0,-2 2 0,17 16 0,-18 3-1729,-31 3 1,-8 1-566,-6 3 2611,-2-5 0,-4 1-407,-5 0 0,2-1 0,14-12 0,0 0 0,-13 15 0,13-2 937,55-6-1027,5-20 0,5-6 45,-7 4 0,3-3-607,-1-7 0,6-5 0,0-1 0,-8 1 652,-9 1 0,-1-1 0,6-1 0,4-1 0,-9 1 0,-6-6 0</inkml:trace>
  <inkml:trace contextRef="#ctx0" brushRef="#br0" timeOffset="19754">4627 1471 9602,'-2'-18'1259,"2"4"-720,3 5 541,41 29-900,-18-7 0,13 11 0,2 3-91,-19-11 1,0 1-45,13 10 0,-1 0-180,-12-9 1,-2-1-946,7 6 1,-3-1-720,-5-5 1799,3 4 0,-20-18 0,1-1 0</inkml:trace>
  <inkml:trace contextRef="#ctx0" brushRef="#br0" timeOffset="19954">5090 1505 10231,'-8'-24'720,"-8"4"-540,7 17 134,-13 14 1,-2 5-225,1 3 45,-9 13 0,0 3-135,15-14 0,0 1-480,-3 6 0,-2 4 1,2-3-601,4-5 1,2-2 1079,-5 9 0,4-2 0,7-8 0,4-2 0</inkml:trace>
  <inkml:trace contextRef="#ctx0" brushRef="#br0" timeOffset="20431">5491 1302 9512,'1'-8'1259,"2"-5"-1079,-1 8 90,8-6-91,-1 8 46,14-1 0,6 2-1741,2 6 0,0 2 1516,0-4 0,-1 2-92,3 6 0,-8 7 182,-19 7 0,-6 2-90,-2-1 0,-3 1 0,-3 6 0,-4-1 0,-9-1 0,-5-1 45,-6 1 0,0 0-45,1 1 0,1 0 0,-2-3 0,11 1 90,34 15-90,10-29 0,9-5-642,1-2 0,5-1 0,-2-2 642,11 0 0,-2-2-455,2-2 1,-3-1-401,-12-1 1,-2 0-2423,18-4 3174,-9 1 0,-10-2 1,-9 1-1</inkml:trace>
  <inkml:trace contextRef="#ctx0" brushRef="#br0" timeOffset="21708">20233 1302 8792,'8'-11'3276,"2"-4"-2774,-12 23-382,-11 16 0,-8 11 0,0-1-165,-3 6 0,-2 3-23,6-9 1,-2 3-1,-1 0 1,4-5-23,-4 2 0,6-6 90,6 6 0,30-35-90,23-12 45,-12 3 0,2 1 45,-1 2 0,1 0 0,4-1 0,-1 1 0,5-1 90,4-11 450,-17-5-181,-2 3-359,-1 5 180,-21 39-135,-5 11 0,-3 6-135,2-1 0,0 3-240,0-8 0,2 1 1,1-4-2948,7 16 2457,4-20 1,2-32 0,-2-6 0</inkml:trace>
  <inkml:trace contextRef="#ctx0" brushRef="#br0" timeOffset="21958">20725 1457 10321,'1'-10'1799,"7"10"-3438,19 24 1,4 7 424,2 0 1274,-8-6 0,4 4 0,0-2 149,7 3 1,-1-2-1849,-5-4 1,1-1 1004,1 1 1,-3-2 0,-2-7-1,-21-15 1</inkml:trace>
  <inkml:trace contextRef="#ctx0" brushRef="#br0" timeOffset="22191">21130 1491 10141,'-23'-6'1889,"-16"21"-1709,10 5 0,-3 7 0,1 1-510,3-1 0,0 0 0,0 2 330,-5 6 0,-1 1 0,4-2 0,5-2 0,4-3 0,8-7 0,-1 1 0</inkml:trace>
  <inkml:trace contextRef="#ctx0" brushRef="#br0" timeOffset="22842">21736 1307 10951,'9'-14'3276,"-4"18"-2576,-10 21 1,-9 10-551,-1-3 0,-4 2 0,-1 2-180,0 0 0,0 2 0,-2-1-60,-5 2 0,-1 0 0,3-6-135,3-9 0,6-5 45,8 0 90,11-18 90,22-15-359,0 11 269,-10 2-405,16 3 0,0 2 225,-4-1 45,16-1 1,4-5 134,-13-9 0,-1-2 135,0 2 0,0-1 45,-1-8 0,-6 1 179,-13 10-179,-22 31 0,-10 16-1183,7-5 1,-1 4 0,0-1 1053,-4 1 1,-1-1 0,2 1-82,3 2 0,3 0 1,3-5-691,6 7 810,5-11 0,3-1 0,5 4 0,10 6 0</inkml:trace>
  <inkml:trace contextRef="#ctx0" brushRef="#br0" timeOffset="23042">22529 1818 12570,'-29'28'-450,"4"-9"0,7 9 1,1-16-1</inkml:trace>
  <inkml:trace contextRef="#ctx0" brushRef="#br0" timeOffset="34220">3934 6601 7533,'5'-10'1979,"1"-1"-540,-6 0-900,-10 5-269,-9 3-45,-5 6 0,-4 3-90,-6 2 0,-4 2-1146,0 2 0,-3 3 1,3-1 1010,0-2 0,1 2-362,-10 9 1,10 4 361,27 4 0,13 14-45,21-14 0,6-1 0,-9-9 0,5-1-68,3 0 1,8 2 0,-1-1-1,-5-3 68,-5-2 0,-1-1-15,11 6 0,5 2 0,-10 0-119,-10 8 179,-8 12 0,-29-17 0,-8-2 1494,6-8 1,-5 0-1450,-12 0 0,-10 2 0,-1-1 0,7-3 562,5-2 1,0-2-631,-2 1 1,-6 2 0,1-1-1,7-3-382,7-1 1,3-2 404,-21 7 0,28-8 0,20-5 0</inkml:trace>
  <inkml:trace contextRef="#ctx0" brushRef="#br0" timeOffset="34797">4617 6955 9961,'-15'-13'810,"0"-1"-630,5 6 1079,-2-5-1079,16 6 0,4-3-90,18 2-90,20 2-90,-12 2-945,-1 2 1,-1 1-585,-11 2 1619,13 0 0,-37 9 0,-4 1 0</inkml:trace>
  <inkml:trace contextRef="#ctx0" brushRef="#br0" timeOffset="35004">4579 7111 10231,'13'5'1709,"6"-3"-1529,-3-2 90,17-2 0,6-1-1350,-3 1 1,2 0-560,7-1 1,0 1 1591,-10 0 1,-5 1 0,3-1 0,-11 0 0</inkml:trace>
  <inkml:trace contextRef="#ctx0" brushRef="#br0" timeOffset="38165">5500 6763 6993,'7'-9'989,"0"0"-539,-5 5 360,1 0-361,-1 0-359,1 0 0,1 0 0,-1 0-90,2 1 90,0-2-90,0 2 0,5-2 0,1 2 0,7-2 0,2 3 0,4 0 0,19 7 0,-14 2 0,-5 7 0,-3 4 0,-8 1 45,-6 12 0,-7 5-45,-10-5 0,-5 2 0,0-1 0,-1 1 0,-3 0 30,0-2 0,-3 0 0,1-3-30,-5 5 0,0-3 0,-1 1 0,4-5 90,8-7 0,-5 16 90,33-18-90,18 4-90,-6-12 0,5-1 30,2-2 0,4-1 0,-1-1-30,4 2 0,1-1-120,-6-1 0,1 0 0,-5-1-60,13 1-1169,4 2 270,-33-5 1079,9 1 0,-16-4 0,0-1 0</inkml:trace>
  <inkml:trace contextRef="#ctx0" brushRef="#br0" timeOffset="38731">5799 6524 8612,'-13'-22'180,"1"0"0,-12-11-90,7 14 0,-3 3 179,-7 6 1,-1 3-180,-9 0 180,-2 19 0,-9 11 0,4 6-1090,14-2 1,4 5 0,0 2 0,-1-1 403,-6 2 0,-2-2 0,1 4 0,5 6 467,10-6 0,3 6 1,0 3-1,3 1 1,1-1-1,1-3 1,2-5-152,-1 5 0,3-4 0,4 5 100,4-6 0,1 7 0,3 3 0,1 1 0,2-2 0,2-4 0,1-8-259,8 5 0,4-9 0,3 2 259,0 6 0,4 4 0,1-2 0,2-8 0,5-8 0,3-6 0,1-6-27,3-3 1,2-5 0,0-4 48,-8-3 1,0-3-1,1-3 1,-1-1 371,5-3 0,0-4 0,0-1 0,-2-1-349,-2-1 0,-1 0 0,0-3 0,-2-3 9,-3-1 0,0-4 0,0-2 0,-3 0 0,-3 3-24,3-2 0,-5 0 0,-1-3-134,-5 1 1,-1-5 0,-1-1 0,-3 0 0,-5 5 132,-4-2 1,-6 3 0,-6-3-12,-5-4 0,-6-6 0,-4-1 0,-2 2 0,-2 4 362,-2 5 1,-2 4 0,-2 2 0,-5-2-381,5 4 0,-4-1 0,-1-1 0,-3 2 0,0 2 0,-1 4-159,-2 3 1,-2 3-1,-1 3 1,0 2-1,-1 1 1,1 3-112,2 2 0,0 1 0,0 3 0,-1 1 0,1 2 0,1 0 161,-1 0 1,-1 2 0,1 0 0,0 2-1,2 2 1,3 2 0,-8 6 0,3 3 0,2 3-1,5 2 1,5 7 0,0 0 0,0 0-1</inkml:trace>
  <inkml:trace contextRef="#ctx0" brushRef="#br0" timeOffset="50008">1979 8383 6903,'-10'-2'2069,"0"0"-1080,5 0 271,0-1-811,-14 12-314,-10 15 0,-1 13-68,12-4 1,1 7-1,2 2 1,3-1-68,3-1 0,3 0 0,3 1 0,2-1 22,3 1 1,0 3-1,7-5 1,8-10 7,23-10 0,13-13 0,-3-11 0,-10-7 0,-3-9 0,-4-7 15,-5-7 0,-2-7 0,-6-4 0,-9 3-23,-11 5 1,-7 0-1,-6 1 1,-1 1-23,-4-2 0,-3 0 0,-3 4 0,-4 6-270,-6 9 0,-5 5 0,0 5 0,3 3 0,-9 0 1,4 12 269,11 10 0,1 9 0,9-1 0,10 12 0,5-6 0,-1-1 0</inkml:trace>
  <inkml:trace contextRef="#ctx0" brushRef="#br0" timeOffset="51081">2367 8942 9242,'-2'-8'539,"0"0"-269,1 2 180,-1-1 90,1 0-360,-3 24-90,2-9-1,-3 30 91,-3 3-180,3-11 0,0 1 0,0-4 0,1-1-180,-3 20-719,4-13 449,3-20-1529,-1 7 1979,2-15 0,-1-2 0,1-1 0</inkml:trace>
  <inkml:trace contextRef="#ctx0" brushRef="#br0" timeOffset="51414">2292 8950 9332,'-2'-9'1349,"3"-3"-540,15 3-539,5 1-45,7 7 0,4 5-180,-7 2 0,-1 0-45,6 1 0,0 3-45,1 12 0,-5 2-45,-7-1 90,-4 2 0,-7 3-45,-17-6 0,-8-1 0,-4 4 0,-3 1 45,-11 4 0,-1-2 0,10-9 0,0-1-180,-6 0 0,4-2-89,11-6-3008,-8 5 3016,26-10 1,5-3 0,8-2 0</inkml:trace>
  <inkml:trace contextRef="#ctx0" brushRef="#br0" timeOffset="51887">2697 9225 11221,'2'-10'1799,"1"2"-1620,0 3 361,8 0-180,9-3-90,23-6-270,-14 4 0,16-9-90,-29 3 0,-1 1-90,-17-12 90,-6 16 0,-15 0 0,-4 3 90,1 6 0,1 0 0,-2 5-90,2 14 0,3 3-793,0 1 883,1 6 0,4 0-60,14-7 15,8 6 0,6 0-45,21 9 90,-16-14 0,3-2-270,10-4 0,2-5-539,7-7-810,-5-3 0,0-2 1619,10-7 0,3-7 0,-17 1 0</inkml:trace>
  <inkml:trace contextRef="#ctx0" brushRef="#br0" timeOffset="52264">3260 9156 10141,'6'-13'2249,"-8"1"-1799,-2 5 449,-24 8-629,7 8-90,-11 3 90,7 8 0,3 6-136,9-4 1,1 2-180,-7 4 0,4 2-90,11-4 1,6-1-406,13 3 270,0-5-2968,28-10 3238,-11-17 0,16-5 0,-13-8 0</inkml:trace>
  <inkml:trace contextRef="#ctx0" brushRef="#br0" timeOffset="53131">3407 9215 11131,'-9'-9'2248,"1"2"-1978,0 9 0,-2 6 0,-7 14-180,2 2-180,-4 15 0,10-16-450,3 21 270,11-23 1,5 10-181,17-14 360,-9-10-90,26-10 90,-26-12 0,10-12 90,-24-5 0,-9-2 0,-4 9 90,-6-3-90,10 18 0,-6-7 0,11 7 0,0 3 90,18-9-90,4 4 90,5-3 0,1 2 0,-9 7 0,-5 2 0,5 6-90,-9 12 90,2 4-90,-7 17 0,-8 0 0,-1 1 90,-3 0-90,3-18 180,0 5-180,20-38 0,-9 11 0,12-20 0,0-5-90,-5 7 45,2-4 0,2 1-135,4 2 180,-2 0-180,3 20 180,-16 9-90,4 32 90,-9-9 0,1 2 0,0 1 0,2 4 0,2 2-450,11-13 90,-9-16-2698,17 2 3058,-12-15 0,8-6 0,-3-4 0</inkml:trace>
  <inkml:trace contextRef="#ctx0" brushRef="#br0" timeOffset="53497">4005 9194 10771,'0'-11'2968,"6"15"-2788,-2 1 90,13 38-540,-7-12 45,-1-6 0,0 2-854,8 20-2198,-1-13 1493,-3-6 555,10-36 1229,-14-6 47,6-20 0,1-8 88,-7 10 0,-1 0-161,2-4 1,0 1-1614,-3 1 1,-1 7 1984,-4 14 1,2-6 0,-4 16 0</inkml:trace>
  <inkml:trace contextRef="#ctx0" brushRef="#br0" timeOffset="53910">4691 8584 1860,'-9'1'3276,"26"-1"0,19-1-3107,10 0-136,-17 1 1,0 1-3311,11 1 0,-11 0 3274,-7 1 0,-16 1 0,-3-1 0</inkml:trace>
  <inkml:trace contextRef="#ctx0" brushRef="#br0" timeOffset="54088">4766 8764 10681,'-8'6'2069,"6"2"-1889,7-2 539,27 5-1169,4-4-1189,-5-3 1,1-1-1291,5 0 2929,0-3 0,-19-2 0,-1 0 0</inkml:trace>
  <inkml:trace contextRef="#ctx0" brushRef="#br0" timeOffset="56371">6132 8363 8972,'6'-11'989,"-2"3"-539,1 2 270,-3 2-540,4 7 359,0 16-359,-3 5 0,-1 2-90,-1 4 0,-1 3-30,-1 1 0,-2 4 0,-1-4-15,0 0 0,0-1 0,-1 3 0,1-1 135,-5 14 89,7-30-179,4-6-90,8-45 90,3-8-90,-5 3 0,0-8 0,0 4 45,-1 4 0,-1 1-15,0-2 0,1-2 0,-1 5-30,0-9 0,6 24-3277,12 55 3162,-4-13-260,-3 10 0,-1 3 375,-3-7 0,0-1 0,2 1 0,0 1-187,1 1 1,2-1 186,1-2 0,2-3-379,7 8 109,-7-15 1,-1-2 2646,-3-5-3996,11-5 1873,-10-12 0,1-4 0,-3-7 1</inkml:trace>
  <inkml:trace contextRef="#ctx0" brushRef="#br0" timeOffset="56821">6598 8356 9961,'4'-27'1619,"-2"7"-989,1 5 899,-2 8-1169,-3 19 44,-2 12 1,0 4-315,-2 17-45,1-11 0,1 3 180,1 4 0,2 0-135,0-8 0,2 1-135,-2 8 0,2 0-180,3-11 0,1-4-494,2-3-990,8-2-1568,2-22 3129,2-7 0,2-11 1,-2-2-1</inkml:trace>
  <inkml:trace contextRef="#ctx0" brushRef="#br0" timeOffset="57104">6917 8568 12930,'26'4'1799,"22"0"-1620,-16-4-179,12 0-495,-13-2 1,-1 0-2744,10-4 1599,-14 3 1,-2-1 1535,-1-1 0,-16 1 1,-2 2-1</inkml:trace>
  <inkml:trace contextRef="#ctx0" brushRef="#br0" timeOffset="57622">7551 8501 10771,'8'3'2069,"11"-2"-1530,7-7-449,-4 3 0,10-13-180,-12-4 0,3-9-90,-1-16 180,-11 14-45,-4 3 1,-2-1-46,0 3 180,1-13-1,-8 66 1,2-14-60,-3 16 0,-1 11 0,0-4 15,2-10 0,-1 0-45,-2 23 0,1 1-90,2-23 0,0-1-450,1 2 1,0-1-630,0 4 1169,2-8 0,0-15 0,0-4 0</inkml:trace>
  <inkml:trace contextRef="#ctx0" brushRef="#br0" timeOffset="57848">7527 8821 10771,'4'8'1799,"8"0"-1259,5-6-91,7-2 1,6-1-2089,8-4 1,2-2-1,-7 4 1,-1-2-1,12-4 1,-5-2 1429,-14-2 1,7-8 0,-13 1-1</inkml:trace>
  <inkml:trace contextRef="#ctx0" brushRef="#br0" timeOffset="58256">8127 8021 10321,'12'-14'1439,"6"8"-1079,11 17 0,5 11-1453,-7 2 1,0 4 0,0 1 537,3 0 1,-1 1-1,-2 4 622,-5 0 1,-1 3-1,-2 1 1,-4-1 387,-5 5 0,-5-1 1,-1-1-456,2-4 0,-2-1 0,-5 2-90,-9 2 0,-6 4 0,-2-2 0,1-6 0,0-2 0,-4-1-414,-2-3 0,-5 5 1,-3 2-1,0-2 1,3-7-590,0-4 1,2-5 0,-2 2 1076,-9 8 0,-2 2 1,1-4-1,7-9 0,1-2 1,0-2-1,-7 3 0,0 0 1</inkml:trace>
  <inkml:trace contextRef="#ctx0" brushRef="#br0" timeOffset="58839">5801 8184 9691,'3'-11'1440,"-1"2"-991,-7 12 181,-20 40-405,10-17 0,-2 5-68,2 1 0,-3 4 1,1 4-1,1-1-977,4 0 1,1 1 0,1 0 0,0 0 733,-1-1 0,0 0 0,2 0 0,2 0 86,3 2 0,3 0 0,2-1 0,3-3 339,9 11 1,3-4-385,-3-6 0,5-3-885,11-8 1,7-3 0,-1-7 645,1-7 0,2-5 1,-4 3-1,3 0 1,-3-3-1,3-9 1,-1 0-1</inkml:trace>
  <inkml:trace contextRef="#ctx0" brushRef="#br0" timeOffset="60407">8738 8666 11221,'5'-9'2518,"-1"0"-4137,0 0 1619,2 6 0,-3 0 0,1 6 0</inkml:trace>
  <inkml:trace contextRef="#ctx0" brushRef="#br0" timeOffset="61191">9525 8148 10141,'-2'-13'2519,"-15"3"-1800,-21 9-629,7 2 0,-9 8 135,11 3 0,2 2-45,-10 16-135,7-11 0,6 3 0,14 9 0,12 3 0,21 4 0,10 0-45,-8-6 0,2 0 0,0 1 0,6 3 0,1 1 0,-4-1-1093,-10-5 1,-2 0 0,-4-1 1079,1 2 1,-11-1 72,-18-1 0,-12 0 0,-3-4-1,2-9 1,-4-4 0,0 1-876,-8 5 0,-1 1 0,2-3 681,-6 0 0,4-10-1504,7-14 1,7-8 1040,13-6 1,-8-22 0,18 11 0</inkml:trace>
  <inkml:trace contextRef="#ctx0" brushRef="#br0" timeOffset="88804">10784 8528 12300,'12'-8'989,"20"-1"-809,9 4-210,-7 2 0,6 0 0,-3 0-60,-4 0 0,2 0-730,1 0 1,5 0 0,0-1 0,-6 1 690,-7 0 1,-1 0 0,20-2-1,-3 0 1,-7-2 0</inkml:trace>
  <inkml:trace contextRef="#ctx0" brushRef="#br0" timeOffset="89314">12125 8187 10861,'-3'-13'1889,"0"3"-1080,1-8 1,30 1-630,-9 3-45,15 6 0,7 3-91,-11 3 1,1 2-45,15 2 0,0 2-90,-11 3 1,-3 2 89,14 8-45,-49 18 0,-15 5 90,-11-5 0,-9-1-23,11-7 1,-1 3-1,-2 0 1,0-2-721,0-3 0,0-2 1,-1-1-1,2-1 728,-4 3 0,1 0 0,5 0-1058,4 6 1,8-2 1117,8 0-533,37-4 398,5-18 0,5-3-90,7 0 0,5 0-440,-15-1 0,4 0 0,0 0 1,-2 0 364,1-1 0,-2 0 0,-1 0 7,0 0 1,0 0 0,-5 0-3036,17 1 1080,-23 1 2454,-4-1 0,-15-1 1,-1 1-1</inkml:trace>
  <inkml:trace contextRef="#ctx0" brushRef="#br0" timeOffset="89705">13243 8201 11670,'-14'-30'1889,"4"7"-450,7 12-809,6 39-540,-3-10 0,-1 22 0,-1 9-135,-5-1 0,-1 2-1048,1-12 1,0 1 0,0 1 805,-1 4 0,0 1 0,1-4 509,0-5 0,1-2-402,0-1 0,2-2-1259,0 8 809,3-20-2647,2 8 3197,10-33 0,2-9 0,7-13 0</inkml:trace>
  <inkml:trace contextRef="#ctx0" brushRef="#br0" timeOffset="90038">13195 8145 10411,'-10'-11'2339,"-7"-9"-990,9 7-809,2-5 89,26 12-269,30 6-270,-2 3 45,0 6 0,1 3-180,-19-2 0,0 3-45,1 2 0,2 4 0,-5-1 45,-7 0 0,-4 2 0,-1 6 0,-10 1 0,-28 2 0,-11-3 45,7-7 0,-4 0-210,-7 0 0,-5 1 1,3-3-1430,1-1 1,2-4 982,1-1 1,6 0-1,11 5 1,31-10 0</inkml:trace>
  <inkml:trace contextRef="#ctx0" brushRef="#br0" timeOffset="91854">14243 8597 9871,'-17'-12'1260,"-1"1"-361,6 4-89,1 0-361,45 4-359,14 1-1183,-5 1 1,8 1 0,-2-1 377,-13 1 1,-2 0 0,2 0 234,9-1 0,3 0 0,-5 1 379,-3-2 0,-4 1 0,10-3 1,-12-2-1</inkml:trace>
  <inkml:trace contextRef="#ctx0" brushRef="#br0" timeOffset="92204">14461 8352 10681,'-2'-15'1439,"0"2"-539,1 7-451,-2 44-359,-1-14-30,2 4 0,-1 8 0,1 0-15,0 7 0,0 0-105,0-9 0,1 1 0,1 1-240,0 5 0,0 1 1,1-2-1340,4 5 1,0-3 982,-2-6 1,2-2-1,11 10 1,-4-33 0</inkml:trace>
  <inkml:trace contextRef="#ctx0" brushRef="#br0" timeOffset="92715">15331 8235 10501,'2'-7'540,"1"-3"539,0 2-269,11 31-630,-8-9-31,0 14 1,-2 13 0,-1 0-60,-3-3 0,-3 0 0,1 0-180,0 5 0,1 1 0,-2-1-150,0-3 0,-2-1 1,0-4-1400,-2-4 1,1-5 1445,-2 3 0,0-8 1,7-20-1</inkml:trace>
  <inkml:trace contextRef="#ctx0" brushRef="#br0" timeOffset="93274">15714 8287 10771,'9'-13'2428,"-18"22"-2338,-1 4 30,-9 8 0,-6 6 0,-1 1-120,-2-1 0,-1-1 0,-1 1-90,-3 3 0,-1 1 0,2-2 60,4-6 0,2 0 0,2-4-375,-1 1 1,8-12 134,18-20 90,11-4-3097,18-8 3162,-1 8 160,-6 24 0,0 8 45,-1 5 0,1 2-120,4-4 0,4 0 0,0-2-1063,3-1 1,0-2 0,0-2 660,6-1 1,-2-4-1,-2-6 1,-4-5-1,-7-2 1</inkml:trace>
  <inkml:trace contextRef="#ctx0" brushRef="#br0" timeOffset="95787">16393 8527 9422,'9'-9'539,"-1"1"-179,0-2 270,9-4-450,-4 5 89,12-4 1,6 0-1876,3 5 0,2 1 1561,-4-2 0,1 0-714,12 3 1,-2 3-142,0 3 29,6-1 871,-8 4 0,-26-2 0,-1 0 0</inkml:trace>
  <inkml:trace contextRef="#ctx0" brushRef="#br0" timeOffset="96081">16695 8265 8792,'-9'-15'1169,"3"4"-989,2 23 90,1 26 0,3 9-225,-2-6 0,0 2-75,1 1 0,0 3 0,-1-3-105,1-4 0,-1-2-675,1 3 1,2-4 809,6 6 0,4-4 0,6-20 0</inkml:trace>
  <inkml:trace contextRef="#ctx0" brushRef="#br0" timeOffset="96614">17507 8447 9691,'-9'-2'1350,"5"1"-1260,-12 14 90,-2 16-91,7-9-44,0 3 0,0 2-45,2 8-90,0 0-89,8 8 179,3-26-270,20 21 270,-10-26-180,24 6 90,-11-15 0,4-4 0,0-7 90,-15 0 0,0-15 90,-16 6 0,-6-16 0,-16 4-90,4 7 0,-18-8-90,25 22-900,-20-11-1708,23 14 2698,-4-4 0,10 9 0,3-1 0</inkml:trace>
  <inkml:trace contextRef="#ctx0" brushRef="#br0" timeOffset="97115">18165 8091 9152,'7'-23'1709,"-3"8"-720,0-6-809,-9 23 90,-12 26 0,-2 11-225,7-17 0,-2 3 22,-4 12 1,-4 8-1,-1 2 1,3-3-161,0-2 0,1-2 0,-1 3 93,3-6 0,-2 2 0,0 1 0,0 0 0,1-2-23,-2 3 1,1 0 0,1-2-1,0-1-37,-2 4 0,1-3 0,1 0-210,1-1 1,0-1 0,3-4-1370,5-2 1,3-3 1242,-6 16 1,22-26 0,3-20 0</inkml:trace>
  <inkml:trace contextRef="#ctx0" brushRef="#br0" timeOffset="97457">18198 8614 10141,'5'-12'1349,"-1"23"-1214,-11 22 0,-8 12-195,5-12 0,-1 1 0,0 1 30,0 0 0,-1-1 0,0 1-570,-2 0 1,0 0-1,4-8 600,7-7 0,-6 10 0,11-27 0</inkml:trace>
  <inkml:trace contextRef="#ctx0" brushRef="#br0" timeOffset="97766">18211 8588 9602,'18'-14'269,"11"11"1,6 4-270,9 1 0,1 5 45,0 5 0,-14 8 315,-32 4 0,-11 2-270,-2-6 0,-8-2-240,-9-3 0,-7-2 0,6-3 150,-6 2 0,18-5 0,24-6 0</inkml:trace>
  <inkml:trace contextRef="#ctx0" brushRef="#br0" timeOffset="98333">19419 8493 9781,'-9'-4'1169,"2"31"1,1 16-1080,-1-5 0,-1 5 0,0 2-225,2-6 0,1 2 0,0 1 0,-1-3-958,-2 9 1,0-1 0,1-6 436,0-4 1,4-7-1,6-6 1,1-20 0</inkml:trace>
  <inkml:trace contextRef="#ctx0" brushRef="#br0" timeOffset="98666">19432 8505 9961,'0'-27'1170,"1"9"-946,23 11 1,10 6-225,3 10 0,0 2 0,-1-7 0,0 2-90,4 15 0,-11 3 180,-24-5 270,-19 22-1876,-11-27 0,-5-4 1606,-12 10-1231,8-11 1,4-3-210,15-4 1350,-8 1 0,20-3 0,0-1 0</inkml:trace>
  <inkml:trace contextRef="#ctx0" brushRef="#br0" timeOffset="99198">19996 8543 10501,'1'-10'1439,"-1"-5"-629,-11 3-540,-2-1-1,-16 4-179,8 8-90,-8 12 0,1 3-90,6-1-315,-7 11 1,6 5-676,28 8 451,4 1 359,17-13 90,0-27 0,-1-6 180,0-6 135,-3-2 0,-1-2 135,-4-4-90,-1 4-90,-5 10 180,0 22-180,0 1 89,13 22-89,4-5-180,2 0-809,8-11-2378,-4-16 3196,-7-4 1,5-8 0,-11-2 0</inkml:trace>
  <inkml:trace contextRef="#ctx0" brushRef="#br0" timeOffset="99732">20549 8550 10951,'-8'-11'1709,"2"2"-540,-33 5-1079,20 7 45,-22 12 0,-4 7-270,20-1 0,3 2 0,-12 5 0,3 1-90,13 0 0,6-3 46,7-3-361,36 1 540,-12-22-90,8-14 0,8-11 0,-3-6 67,-11-3 1,-3-7-1,-2-2 1,1-2-18,0 5 0,-1-3 0,0 0 0,-1-1 0,-1 2 62,1-8 1,0-1-1,-3 3 1,-5 5 69,-6-13 0,-6 24-92,-12 69-135,10-7 0,0 10 0,1 3 0,2-1-23,3-1 1,1 1 0,3-1-1,1 0-584,1 1 0,1 0 0,3-1 0,2-5 742,8 13 0,7-14 0,2-24 0,2-11 0,8-12 0</inkml:trace>
  <inkml:trace contextRef="#ctx0" brushRef="#br0" timeOffset="100300">20974 8470 11041,'-27'-1'1394,"-2"12"0,-1 6-3033,-1 4 1,1 3 401,-4 3 1,1 3 1400,4 9 1,10 1-1334,20 1 1489,43-24-440,-14-35 0,4-19 0,-2-4 102,-9 10 0,-1-5 0,0-1 0,-1-1 0,0 1-14,1-3 1,0 1 0,-2-1 0,-2-2 103,-3-1 0,-2-4 0,-2 0 0,-1 4 0,-3 8 1566,-1 8 0,-2 3-1454,3-18 1,-3 17-125,-7 49 0,-6 30 0,1 3-15,2-16 0,-1 2 0,1 1 0,0 2-9,1-1 0,-1 2 0,1 0 0,1 0 0,1-3-14,3 1 1,1-1-1,2-3 1,1-5-23,-1 5 0,8-12-1125,29-18 1,6-15 655,-18-8 1,0-4 0,13-2 0,-1-2 0,-16 0 0,1 0 0</inkml:trace>
  <inkml:trace contextRef="#ctx0" brushRef="#br0" timeOffset="100526">21400 8513 10861,'-6'40'1709,"1"-16"-1484,0 13 0,1 2-585,1-7-1279,0 1 1,2-2 818,4-12 1,3-2 0,1-14 0</inkml:trace>
  <inkml:trace contextRef="#ctx0" brushRef="#br0" timeOffset="100751">21523 7991 11400,'-5'-8'1440,"-2"-1"-2340,9 16 271,0-1-2648,5 15 3016,-1-7 1,0 7 0,-2-6 0</inkml:trace>
  <inkml:trace contextRef="#ctx0" brushRef="#br0" timeOffset="101254">21574 8479 11490,'2'-17'2969,"2"1"-6246,-7 52 1163,0-17 1944,-5 20 0,-1 6-145,0-16 0,0-1 729,1-1 0,0 1-864,-2 3 1,4-4 179,8-14 180,3 4 90,25-40-45,-9 2 0,1-2 45,1-2 0,2 0 0,2-3 0,-2 3 2821,4-2-2821,9 10 0,-25 17 1626,8 6-1626,-15 26 0,-4-13 90,1 26-90,-2-9 6,1-6 84,5 15-360,2-27 0,4 6-2878,19-18 1619,-13-6 1529,17-3 0,-7-6 0,4-2 0</inkml:trace>
  <inkml:trace contextRef="#ctx0" brushRef="#br0" timeOffset="101848">22347 8590 10411,'-6'-14'2159,"-5"-3"-1799,2 6 1079,-27-7-1169,17 12-91,-9 3 1,-4 5-135,5 8 0,1 4-135,-6 1 0,1 2-135,-3 12 1,4 3 44,15-8 0,3 0 0,-2 22 90,26-19 0,28-21 90,-15-9 0,2-2 45,11-6 0,2-4 0,2-5 0,-3-2 0,-9 5 0,-2 0 0,-3-2 0,-4 8 45,-12 22-1161,-14 18 0,-11 12 1,1-2 1070,4-5 0,0 4 18,-2 1 0,-3 8 0,-2 4 0,2-1 0,3-8-47,3-3 0,2-5 0,0 4 29,-1 3 0,-2 4 0,2 1 0,2-4 0,2-1 0,3-3 0,1-3 0,-2-2 0,2-3 0,3 8 0,-2-10 0,-5-23-90,-2-6 90,-6-21-45,-6-12 0,-2-4 45,-2-2 0,0 0 0,2-2-45,10 16 0,6 0-270,14-10 0,5 0 180,-8 10 1,6 1-959,19-3 1,12 0 0,-1 4-547,-3 5 1,1 2 1473,3-3 1,4-2 0,-3 2 0,-8 4 0,-2 2-1,0-1 1,0 0 0,1-1 0,-1 1 0</inkml:trace>
  <inkml:trace contextRef="#ctx0" brushRef="#br0" timeOffset="102048">23134 8757 11311,'10'-12'2518,"0"1"-1618,-4 4-900,0 2 0,-15 2 0,-4 4 0</inkml:trace>
  <inkml:trace contextRef="#ctx0" brushRef="#br0" timeOffset="105631">6232 9009 7083,'-12'-2'1169,"1"1"-809,4 1 360,0-1-271,-1 1 361,2-1-1,-3 1 91,3 0 179,-2 0-989,16 2 90,10 0-180,15 0 45,-6-1 0,3 0 0,-5 0 0,2 0-45,12-1 0,0 1 45,-7-1 0,-1 1-45,-6-1 0,0 0 45,3 0 0,-3 0 45,-5 0-90,8-1 0,-40 1 0,2 0 0,-24 0 0,-10 0 0,1 1 0,-1-1 0,1 0 0,-1 1 0,8-1 0,-2 0 0,4 1 0,3-1 0,2 0-1639,-8 1 1,1-1 1433,-10 0 56,18 1 59,21-1 90,30 3 0,-12-2 0,33 2 0,8-1 0,-3 0 0,-13-1 0,6 1 0,-4 0-1110,-2-1 1,-4 0 1109,-4 0 0,-2 0 1995,18 0-1995,-34-1 144,-9-1-54,-29 0-90,3 0 0,-5 0 0,-3 1 45,5 1 0,1-1-45,1 0 0,-2 1 0,-18 0 0,3 0-90,8 0 90,2 0 0,5 1-90,22 0 90,21-1-90,21-1 45,4-1 0,2-1 45,5 0 0,0 1 0,-2 0 3276,-16 0-3275,2 1 0,-2 0 89,-11-1 343,6 0-433,-28-2 0,-33 1 0,-13 1 0,8 0 0,-1 1-30,0-1 0,-4 1 0,3 1-195,-8 1 0,8 1-224,6 3 89,21-1 180,39-3-90,9-3 0,8-1 0,-4-1 180,12 0 60,-8 0 0,5-1 0,-7 1 120,-2-3 180,11-3 90,-28 4-180,-17-5 180,-37 5-270,6 2 0,-3 2-90,2 0 0,0 2-45,-8 3 0,4 1-45,5 3 0,2 1-90,31 1 180,6-6-90,28 3-90,6-4 180,-10-3 0,2 1 0,-2-2 0,-1 1 0,16-2 270,-2-1 90,-33 2-270,-9-1 0,-25 2-45,-21 1 0,-6 1-45,22-1 0,-2 0-120,-14 2 0,-5-1 0,7 1-1679,-3 2-630,5 0 2429,55-3 0,28-4 0,2-3 0</inkml:trace>
  <inkml:trace contextRef="#ctx0" brushRef="#br0" timeOffset="108697">8894 9121 9332,'-13'-1'2248,"2"0"-629,5 0-1259,13-1-270,17 1 30,12 0 0,10 1 0,-2 1-120,3-1 0,2 1 0,-12 0 0,5-1 0,3 1 0,-1 0 0,-4 0-1093,11 1 1,-4-1 0,-1 1 737,0-1 0,-1 0 1,-2 0-19,-2 0 0,-1-1 1,-7 0 462,12 0 0,-7-1 90,-13-2 89,-14 0-269,-17-4 2503,-10 2-2503,-17 1 0,-7 2 0,-2 1 2957,-5 0-2957,4-1 0,-5 1 0,13 0 0,-2 0 0,2-1 0,-11 1 0,-1-1 0,3 1 0,-3-1 0,1 1 0,-1 0 0,0 1 0,5-1 0,3 1 0,2-1-30,-2 1 0,-2 1 0,7-1 30,1 1 0,-9 1-90,59 2 90,-3-2 0,17-1 0,13 1 0,-1 0-30,-7-1 0,-1-1 0,4 1-145,4 0 0,3 1 1,2 0-1,-1-1 85,-4 1 0,-1 0 0,0 0 0,0-1 22,-1 1 1,-1 0 0,0 0-1,0 0 0,1 0 1,0 1 0,-1-1-1,-3 0 23,10 0 0,-4 0 45,6 0 0,-9-2 0,-24-2 0,-26-6 45,-14 3 0,-6 2-45,5-1 0,-1 0 0,-13 0 0,-3 2 0,2 2 0,1 1-45,0-2 0,0 1-180,-9 1 1,0 1-956,9 1 0,4-1 1180,0 2 0,4 0 0,29-4 0</inkml:trace>
  <inkml:trace contextRef="#ctx0" brushRef="#br0" timeOffset="110837">13106 9116 9062,'-8'-5'1439,"-2"0"-540,3 3 181,-1-1-900,19-1-90,-4 1 45,26-1 0,9 0-90,-11 1 0,3 1-1138,11-1 1,6 0 0,-3 0 1053,-11 1 1,-3 1 0,1-1 38,0 1 0,1-1 0,0 1-60,3 1 0,1 0 0,-4 0 15,-4-1 0,0 1 15,2 1 0,3-1 0,-5 1 120,7-1 90,-20-1-135,-50 1 0,-21 0-1,16 0 1,-3 0-45,2 0 0,-4 0 0,-2 1 0,2 0 30,-2 0 0,2 0 0,0 0 0,0 0 0,-1 0 0,-1 1 30,-4-1 0,0 1 0,4 0-60,6-1 0,2 1-726,-1 0 0,-1 1 0,6-2 816,1 0-90,4 1 0,2 1 90,15 0-90,35 1 0,-8-1-506,15-1 0,11 0 1,-4-2 460,-15 1 0,0-1 131,18 0 0,8 1 0,-5-1-221,-6 1 0,-2 0 410,7-1 1,0 1-411,-2 0 0,-4 0 45,1 1 0,-10-1 0,-3-1 180,-9 1 2096,9-1-2096,-37-4-702,-19 1 702,-4-2 0,-5 3 1,-4 2-46,3-1 0,0 1-307,6 1 0,-1 0 0,0-1 172,-5 2 0,0-1 1,4 1-278,5 0 1,2 1-39,-10 1 1,6 1 1539,15 0-4412,5 5 3017,15-5 0,23-1 0,1-3 0</inkml:trace>
  <inkml:trace contextRef="#ctx0" brushRef="#br0" timeOffset="113070">14913 9214 7083,'-12'-2'3276,"31"0"-2954,19 0-322,-9 1 0,2 1 0,4-1 0,2 1-30,-4-1 0,3 2 0,-2-2-15,6 1 0,2-1-15,-4 1 0,2 0 0,-4-1 60,-10 0 0,0 1-45,15-1 0,-4 0 45,-11-1 0,0 1 0,0-1 270,-3-1-90,-3 1 0,1-1 0,-12 3 359,1-2-539,-16-1 0,4 1 90,-25 0-90,4 2 45,-5 0 0,-3-1-45,6 2 0,-1-1 0,-12 1 0,-3 0 30,3-1 0,-1 2 0,-2-2-30,-4 1 0,-1-1 0,0 1 0,0-1 0,-1 1 0,1-1 0,-2 0 0,-1 0 0,8 0 0,14 0 0,3-1 0,-5 2 0,5 0 0,12 0 90,38 5-90,2-4-1093,5 0 1,9 1 0,-2-2 1034,3 0 1,-1-1 57,-8 1 0,2-1 0,1 1-63,0-1 1,2 0 0,0 0 0,-3 0 62,6 0 0,1 0-45,-1 0 0,6 0 0,0 0 1,-6-1 44,3 0 0,-3 0-30,-4 0 0,1 0 0,-2 0 120,0-1 0,-4 0-1,16 0-89,-40 2 3276,-36 3-3505,-5 1 1,-3 2-312,-12 4-90,21-5 1,2 1 654,8 0 1,8-3 0,7-1 0</inkml:trace>
  <inkml:trace contextRef="#ctx0" brushRef="#br0" timeOffset="113499">15803 9213 8612,'10'-1'-90,"-1"2"-450,-3-1 540,-1 2 0,-2-2 0,-2 1 0</inkml:trace>
  <inkml:trace contextRef="#ctx0" brushRef="#br0" timeOffset="114618">15934 9202 8432,'7'-4'1080,"0"0"-721,-1 2 271,2-1 359,1 0-269,0 1-270,-2-1-360,-4-2 359,0-8-179,-6-21-90,-3-10-135,-1 4 0,-2-4-15,3 8 0,0-1 0,0 1-30,-2-10 0,0-3-820,2 4 1,-1-6 0,1-1 0,1 8 806,1 2 1,0-1-6,1 1 0,-1-7 0,0-3 0,0 1 0,1 7-31,0 5 1,2 4-1,-1-2 26,0-8 1,-1-4 0,0 0-1,1 4 23,0 5 0,0 4 0,0 1 0,0-6 0,0 2 0,-2-1 0,2 5 0,0 12-90,-2-20 90,2 26 0,-1 0-90,1 1 3366,-2 7-3322,1 0 264,-3 4-128,-1 4-90,-1 2 0,-14 4 0,-12 2-90,-7 2 45,9-2 0,-4-1 0,-3 0 0,-1-1 45,7 0 0,-2 0-30,-9 0 0,-5 0 0,4 0-60,2-1 1,0 0 89,6-1 0,-2 1 0,3-1-45,1 0 0,4 0-225,-10 1 270,18-1-270,-8 2 180,17-1 90,0 1 0,4 4 90,8 6 180,4 23-270,0-10 135,4 6 0,1 4 44,-1 9 1,0 3-1251,-2-6 1,0 3-1,-1 2 1116,-1-5 0,0 3 0,-1-1 0,0-1 0,-2-6 0,0-1 0,0-1 0,0 2-590,-1 2 1,0 1-1,0-1 1,0-4 544,-1 6 0,0-1-312,2 0 1,0 2 0,0-6 311,1 11-77,1-12 0,0-1 167,3 6 1640,-2-19-1730,3 9 90,-4-23 2453,2 9-2543,-2-12 2378,1 4-2828,-1-6-82,2 1 532,1-3 0,-1 0 0,0-2 0</inkml:trace>
  <inkml:trace contextRef="#ctx0" brushRef="#br0" timeOffset="115764">17271 9432 8252,'-9'-5'1619,"0"-1"-989,3 1-90,0 0 1079,1-1-1080,13 1-89,5 1-120,26 0 0,17 1 0,-2 0-454,-20 1 0,-2 1 1,4-1 141,0 0 0,3 0 0,3-1 0,3 1 0,4 1-241,-8 0 0,4 0 1,3 1-1,3 0 0,1 0 1,0 0-1,0 0 1,-2 1-1,-3-1 0,-4 0 223,5 0 0,-5 0 0,-2 0 0,0 0 0,5 1 0,5-1-165,-12 1 0,3-1 0,4 1 0,2 0 1,2-1-1,2 1 0,1 0 0,0 0 0,1 0 1,-2 0-1,0 0 0,-1 0 0,-3 0 1,-2 0-1,-4 0 142,12 0 1,-4 0-1,-4 1 1,0-1-1,-1 1 1,1-1-1,3 1 1,5-1-11,-11 1 1,3-1 0,2 0 0,1 1 0,2-1 0,1 1 0,0 0 0,0-1 0,0 1-1,-1-1 1,0 1 0,-2-1 0,-2 0 0,-1 1-121,3-1 1,-2 1-1,-2-1 1,0 0-1,-1 1 1,0-1-1,-1 0 1,1 0-1,1 0 1,2 0 135,-1 0 1,2 1 0,0-1-1,1 0 1,0 0 0,0 0-1,-1 0 1,0-1 0,-1 1-1,-1 0 1,-1-1 4,6 0 1,-1 1 0,-1-1 0,0 0 0,-2-1-1,-1 1 1,-1 0 0,-1-1 56,2 1 0,-2-1 0,-2 0 0,0 0 0,0-1 0,-1 1 45,10 0 0,1-1 0,-2 1 0,-3-1 0,-5 0 89,12-2 1,-10 0-8,-17 1-1,-3 0-530,14-1-181,-15 2-90,-3 1-2647,-11 3 2736,-12 0 0,-5-1 0,-10 1 0</inkml:trace>
  <inkml:trace contextRef="#ctx0" brushRef="#br0" timeOffset="134623">11113 5905 9152,'7'-7'2159,"-14"9"-2070,0 0 136,-17 11 0,-3 3-135,5-2 45,-14 11 0,2 6-45,24-7 0,8 3-90,16 14 0,7 0 45,-7-13 0,6-2-75,15-2 0,8-2 0,-7-6 30,-2 0 45,7 3 0,-8 4 135,-32 9-90,-19 11-180,-15-14-180,2-17 0,1-2-3007,9-5 2814,-1-3 1,17-8-1,9-6 1</inkml:trace>
  <inkml:trace contextRef="#ctx0" brushRef="#br0" timeOffset="134876">11105 5932 9961,'-23'-23'1529,"11"2"-1349,18 16 135,26-1 0,13 2-495,1 1 0,4 1-120,-11 0 0,2-1 1,-1 1-511,-4 0 1,0 1-1,-4 0 154,-3 0 1,-4 1-1,13 0 1,-7 1 0</inkml:trace>
  <inkml:trace contextRef="#ctx0" brushRef="#br0" timeOffset="135154">11699 6016 10591,'8'-3'2249,"6"2"-1440,9 8-449,9 6-90,3 5 0,2 3-405,-4-1 0,0 0-180,2 2 0,-2-1-450,-7-4 1,-4-1 764,-5-2 0,-6-5 0,-9-5 0</inkml:trace>
  <inkml:trace contextRef="#ctx0" brushRef="#br0" timeOffset="135350">12050 6054 10681,'-3'-34'1799,"-7"14"-1215,-18 33 1,-8 16-705,9-2 0,-1 5 0,0 0-450,-2-1 1,-1 2-1,2 0-523,3 2 1,2 1 0,5-6 764,3 7 1,14-11-1,6-13 1</inkml:trace>
  <inkml:trace contextRef="#ctx0" brushRef="#br0" timeOffset="135780">12517 5898 10591,'-8'-4'3058,"3"3"-2248,-31 28-720,21-11 45,-7 5 0,0 3-46,3 12-224,10-11 1,3 1-46,6 18-90,16-3 90,4-19 0,1 0 45,-2-1 0,-1-1 90,2 2 0,-3-1 45,2 8 180,-29-2-90,-14-7 0,-4-2 0,-4-1-45,6-4 0,-2-1-45,-5 1 0,2-2-180,-3 1-2878,0-3 3058,21-8 0,5-10 0,17-10 0</inkml:trace>
  <inkml:trace contextRef="#ctx0" brushRef="#br0" timeOffset="136001">12479 5949 10501,'-12'-10'1349,"23"1"-1169,-1 1-180,17 3 0,7 1-450,-3 1 1,2 1-811,4-2 1,2 1 1259,-3 1 0,-2 0 0,13 0 0,-4 1 0</inkml:trace>
  <inkml:trace contextRef="#ctx0" brushRef="#br0" timeOffset="136638">13957 6071 10861,'4'-13'1799,"7"7"-1619,3 6 134,7 10 1,3 7-495,2 5 1,-1 3-406,2-1 0,0 0-1054,0 4 1,-5-3 1220,-6-6 1,-6-6-1,-7-9 1</inkml:trace>
  <inkml:trace contextRef="#ctx0" brushRef="#br0" timeOffset="136868">14273 6018 10681,'-5'-10'899,"1"2"-449,-3 3 0,-9 12-90,-6 11-270,-13 15-1729,9-3 1,1 1-686,-5 7 781,8-7 1,2-2 1542,9-10 0,-4 7 0,7-9 0</inkml:trace>
  <inkml:trace contextRef="#ctx0" brushRef="#br0" timeOffset="137337">14119 5924 9961,'-20'-19'1170,"-1"6"-271,-22-1-494,15 13 0,0 3-270,4-1 0,-2 3 164,-8 11 1,-4 6 0,6 4-1939,1 11 1,4 4 1053,0-9 1,-2 1-1,11 5 861,14 1 0,8 4 0,5 1 0,4-6-336,5-4 0,5-4 0,2 0 322,4 10 1,3 1-1,2-8-292,1-14 0,2-7 0,-2-5 30,3-3 0,0-8-30,0-6 0,1-5 1,-2-2 1653,0-3 0,-3-5-1624,-4 0 0,0-4 0,-7-3-30,-10-5 0,-6-3 0,-2 2 30,2-1 0,-6 0-23,-9 3 1,-7-5 0,-2 2-1,1 7 103,0 8 1,-4 4-171,-13-8 0,-8-2 0,4 11-449,-12 14 44,7 3 0,1 8 495,18 11 0,4 5 0,-9 12 0,11 13 0</inkml:trace>
  <inkml:trace contextRef="#ctx0" brushRef="#br0" timeOffset="137867">14981 5922 11580,'-7'-16'1889,"4"1"-1259,10 1 90,34 1-720,-14 6 44,14 6 1,1 3-224,-1 4 89,-10 0 0,-1 2 0,-2 5 0,-24 10 45,-23-4 0,-7 0 0,7 0 0,0 0 0,-10 6 0,3-1-45,9 0-450,24 22 181,17-8 314,-11-15 0,1 0-45,14 15 270,-26-7-1787,-21-12 1,-6-1 1516,-3 9-932,-13-8 0,0-3-417,13-5 1439,-11 3 0,26-9 0,6-3 0</inkml:trace>
  <inkml:trace contextRef="#ctx0" brushRef="#br0" timeOffset="138147">15474 6097 10951,'-3'-11'2968,"6"3"-2698,3 6 180,9 7-181,5 10 1,0 4-180,5 4-135,4 6 0,1 1-314,2 5-586,-4-7 1,-1 0-1035,5 2-1298,1-2 3106,-20-21 1,-3-4 0,-4-3 0</inkml:trace>
  <inkml:trace contextRef="#ctx0" brushRef="#br0" timeOffset="138359">15836 6117 10231,'-12'-29'1799,"-2"2"-1169,3 26-450,-1-1 809,-23 34-809,3 5-450,9-7 0,-1 2-270,6-7 1,2 0-1100,2 4 1,3-3 1108,1 0 0,4 8 0,8-18 0</inkml:trace>
  <inkml:trace contextRef="#ctx0" brushRef="#br0" timeOffset="138871">16127 5981 10321,'4'-19'1979,"1"2"-810,-2 5 360,15-2-989,11 4-450,8-1-135,-10 9 0,2 2-90,-3 1 0,0 1 45,18 1-90,-16 0 1,-3 1-1,-1 1 0,6 5 90,-25 4 90,-15 8 0,-16 10 0,4-7-1639,7-3 1,2 0 1523,5-4-296,-1 25 232,19-13 89,-1 0-45,6-5 0,2 1 45,-4 9 90,4 8 0,-25-12 0,-26-5-1439,-8-3-720,-1-4 2159,7-6 0,24-10 0,3-1 0</inkml:trace>
  <inkml:trace contextRef="#ctx0" brushRef="#br0" timeOffset="139225">17700 6181 10411,'8'-6'2968,"3"-1"-2518,-5 3 989,20-3-1259,-11 5 225,18 2 0,6 2-270,-11-1 0,2 1-135,1 0 0,3 1 0,3 0-68,0-1 1,2 0-1,2 0 1,0-1-753,4 0 1,0-2 0,1 0 0,0 0 215,0 0 1,0 1-1,-1-1 1,0-2 220,0-1 1,0-1 0,-2-1 0,-5-1-628,1-3 1,-5-2 1009,-4 2 0,-7-2 0,-12-9 0,-19 7 0</inkml:trace>
  <inkml:trace contextRef="#ctx0" brushRef="#br0" timeOffset="139648">18528 5967 10231,'-8'-12'1979,"2"-2"-1349,18 11-271,1 2-89,18 10-45,-4 7 0,1 2-225,7 3 0,4 6 0,-1-1-90,-13-8 45,2 1 0,1 0-45,-1-2 0,3 3 180,-5-4-90,-14-8 270,-4 4-180,-10-6 135,-15 8 0,-7 1-135,-14 9-45,11-8 0,-2 3-225,-9 8 0,1 0-1459,14-7 1,2-1-1,-10 7 1,3-1 1455,2 1 0,14-11 0,4-3 0</inkml:trace>
  <inkml:trace contextRef="#ctx0" brushRef="#br0" timeOffset="147680">18526 4942 7892,'4'-11'1080,"-1"2"-810,-10 0-90,-1 5 89,-15 0-179,5 6 0,-6 4 0,-2 3 0,-6 5-45,8-5 0,1 2 0,0 8 0,6 3 45,9 23-45,3-15 0,6 0-45,15 5 0,8-1 0,1-4 0,3 1 0,-5-5 0,0 3 0,-3-2 0,-1 2 0,-5 1 0,-5 4 0,-9-4 0,-16-10 0,-6-3 0,-1-2 0,0-1 0,-22 6 122,14-9-1256,-6 3 1165,21-8 0,-9 4 1,24-9-1</inkml:trace>
  <inkml:trace contextRef="#ctx0" brushRef="#br0" timeOffset="147921">18669 5347 8792,'0'-20'1079,"8"2"-899,6 1 0,26 2-765,-16 9 1,2 2-586,15-3 1170,-2 4 0,-31 4 0,2 0 0</inkml:trace>
  <inkml:trace contextRef="#ctx0" brushRef="#br0" timeOffset="148108">18763 5399 8702,'9'6'1079,"39"-7"-1548,-16-2 1,2-2 0,2 0 0,0-1 0,-7 1 0,0 0 0</inkml:trace>
  <inkml:trace contextRef="#ctx0" brushRef="#br0" timeOffset="148587">19354 5205 8612,'-4'-12'630,"2"3"-91,0-2-89,10 1-270,3-3-90,6 2 90,12-7-90,-14 7-90,9-8 0,2-16 90,-14 17-135,2-6 0,0 1 45,-8 10-180,4-7 180,-9 24 0,-8 41 0,1-12 0,-2 14 0,0 2 0,6-16 0,0-2 0,-1 7 0,1 1-135,4-1 0,0-3-45,2 0 180,2 14 0,-6-37 0,0 7 0</inkml:trace>
  <inkml:trace contextRef="#ctx0" brushRef="#br0" timeOffset="148784">19381 5529 8972,'3'11'1439,"10"-3"-1439,15-6 0,4-2-360,4 0 360,7-1 0,-1-2 0,-10-3 0,-6 1 0,0 1 0</inkml:trace>
  <inkml:trace contextRef="#ctx0" brushRef="#br0" timeOffset="149039">20214 5440 9781,'6'0'720,"-3"1"-630,-9 22-630,-9 4-989,1-4 0,0 0 709,-7 8 1,-7 4 0,14-19 0</inkml:trace>
  <inkml:trace contextRef="#ctx0" brushRef="#br0" timeOffset="149376">21018 5034 9152,'8'-13'1169,"0"0"-989,-11 31-180,2-7 90,-9 26 0,-3 7-90,5-18 0,0 0-45,-6 18 0,1 2-405,4-10 0,2-2 450,1-7 0,0 0 0,-2 18 0,3-16 0</inkml:trace>
  <inkml:trace contextRef="#ctx0" brushRef="#br0" timeOffset="149731">20900 4988 8792,'12'-15'1169,"12"2"-809,11 10 0,7 4-180,0 5 0,1 1-180,-1-2 0,-1 2 45,-5 6 0,-11 6 45,-35 20-135,-8-15 0,-5-1-90,-7 3 0,-3-2-45,1-7 0,0-2 180,-11 6 0,40-12 0,8 1 0</inkml:trace>
  <inkml:trace contextRef="#ctx0" brushRef="#br0" timeOffset="149964">21586 5267 9242,'-8'-4'1349,"1"0"-1079,13-2-180,1 3-180,27-1-450,-12 2 180,8 1 360,-7-1 0,-16 1 0,6-1 0</inkml:trace>
  <inkml:trace contextRef="#ctx0" brushRef="#br0" timeOffset="150176">21538 5351 8882,'9'8'630,"-1"-1"-361,26-4-448,4-2-181,2-1 360,-8 0 0,0-2 0,0-4 0,-6 2 0,0 0 0</inkml:trace>
  <inkml:trace contextRef="#ctx0" brushRef="#br0" timeOffset="150577">22314 5065 8792,'-6'-8'1349,"-1"3"-989,-1 6 180,-15 16-316,4 4 1,-1 4-90,1 6 0,0 3-180,0-1 0,5 1-135,13 11 1,8-3 44,6-18 0,5-2 45,5 7 0,6-7 0,13-16 0,2-10 45,-11-3 0,-1-5 15,-3-3 0,0-5 0,-4-3 30,-5-14 0,-7-2-45,1 7 0,-7-2 15,-14-4 0,-9-4 0,-5 8-1609,-6 12 1,-4 3 746,-1-17 0,-2 9 892,-5 32 0,5 10 0,13 9 0,5-1 0,-1 0 0</inkml:trace>
  <inkml:trace contextRef="#ctx0" brushRef="#br0" timeOffset="150772">23009 5298 9512,'-6'8'0,"0"6"0</inkml:trace>
  <inkml:trace contextRef="#ctx0" brushRef="#br1" timeOffset="152221">19857 6049 8574,'-5'-14'159,"1"-10"144,3-3-98,3-2 96,9 4 292,24 1-235,-10 11-131,13 2 0,2 3-21,-7 4 66,13 2 1,0 1 94,-7 5-173,-9-2 0,-3 4 130,-8 13-348,-44 15 62,-9 1-7,-1-13 0,-2 0-34,11-6 0,2 0-1,3 1 0,5 1-151,10 25-1484,29-5 1,7-1 1123,-12-13 1,2 0 194,8 3 0,3 2 0,-5-3 81,2 7 62,1 2-51,-46 4 106,-3-24 209,-7 2 1,-5-2 143,2-4 0,0-2-97,6-2 0,0 1-1011,-15 5 1,5-1 956,13-4 0,-15 10 0,24-9 0</inkml:trace>
  <inkml:trace contextRef="#ctx0" brushRef="#br0" timeOffset="152525">20588 6181 8432,'29'-6'585,"6"18"0,6 9-1678,-10-2 1,0 4 0,1-1 357,-2-2 1,-1 0-1,-1 3 360,1 6 1,-2 2-1,-7-6 405,-4-4 0,10 15 0,-22-31 1</inkml:trace>
  <inkml:trace contextRef="#ctx0" brushRef="#br1" timeOffset="152731">21015 6195 11294,'-9'-11'-882,"-7"0"967,-6 14 438,-11 9-417,11 2 1,1 2-66,-3 5 0,0 3-110,-4 9 1,-1 2-290,1 2 0,1 0-275,1-1 0,4 0-23,5-10 1,2-2-1,-4 14 1,8-13 0</inkml:trace>
  <inkml:trace contextRef="#ctx0" brushRef="#br0" timeOffset="153259">21420 5996 8162,'10'-24'1440,"3"-2"-1081,6 11-179,0 1-45,6 5 0,3 3-45,-1 1 0,12 0 0,2 3 0,-3 4-90,-9-1 0,-1 2-90,5 11 90,-18-5 0,-34 27 0,-17-8 0,7-5 0,0 1 0,8-8 0,3 2 0,6 7 0,8 2 0,13 8 0,6 1 0,-3-2 0,3 1-30,1-5 0,3 2 0,-3-3 30,6 14 90,-5 0-45,-32-23 0,-10-2-270,-2-4 0,-3-2-270,-4 5 1,0 0 494,0-5 0,5-1 0,6-1 0,4 3 0</inkml:trace>
  <inkml:trace contextRef="#ctx0" brushRef="#br0" timeOffset="153440">22324 6498 9512,'6'-9'449,"1"-2"-1978,-2 7 1529,5 3 0,-7 1 0,2 4 0</inkml:trace>
  <inkml:trace contextRef="#ctx0" brushRef="#br0" timeOffset="163221">21426 7139 6633,'1'-11'1349,"0"-5"-1079,0 8-90,4 11-90,-2 8-45,0 12 0,-2 7 0,-3 11 0,-2 3-45,3 1 0,-2 1 0,-1-3 0,0-2-135,1-2 0,2-6 45,0-8-585,1 1 1,1-2 674,2-11 0,2 5 0,0-14 0</inkml:trace>
  <inkml:trace contextRef="#ctx0" brushRef="#br0" timeOffset="163599">21452 7177 7803,'10'-12'539,"19"4"-404,-3 11 0,3 4-45,4 3 0,0 0-90,-3-2 0,-4 3 90,5 22-90,-56-7-90,7-9 0,-2 0-566,-5 0 1,0-3-1,-10 2 1,20-7 0</inkml:trace>
  <inkml:trace contextRef="#ctx0" brushRef="#br0" timeOffset="164164">21982 7250 7982,'-15'-18'450,"-1"4"-180,-17 9-180,-4 11 0,-4 5 0,3 13-90,17 0 90,6 14-90,10-15 0,14 6-90,6-21 90,0-1-90,13-9 90,-10-5 0,20-15 0,-14 3 0,5-11-90,-14 10 90,-4 6 0,-3 11-90,-1 19 90,0 2 0,7 16 0,3-8-3277,16 6 2532,-10-14 344,17-3 0,-18-15 0,11 0 1</inkml:trace>
  <inkml:trace contextRef="#ctx0" brushRef="#br0" timeOffset="164718">22357 7288 9152,'-11'-8'809,"-11"3"-719,11 4 180,-31 9-90,17 1-90,-16 11-90,4 13-90,9 6 0,4 1 0,15-4-90,13-16 180,1-5-270,22-10 180,4-22 90,6-4-45,-16-5 0,-4-6 0,-4-1 1,-3-1 44,0 4 0,-1-2 0,-2-19 0,-3 3 0,-2 11-45,-1-2 0,0 3 45,-1 19 0,-5 10 0,3 16 0,-1 19 0,1 5 0,2-7 0,0 1 0,1 12 0,0 2-180,3 1 0,1-2-315,-1-12 0,3 0 495,2 5 0,3-3 0,8 0 0,5-2 0</inkml:trace>
  <inkml:trace contextRef="#ctx0" brushRef="#br0" timeOffset="165506">22674 7384 7982,'-8'-12'630,"2"4"180,-14-4-451,-4 13-179,-7 0-90,3 14 0,1 4 0,-2 4-135,5 1 0,4 0-225,15 2 180,5-4-89,16-10 89,21-22 90,-14 0-45,6-17 0,-2-7-45,-9 1 60,-5-1 0,0-9 0,-4 5 30,-3-11 0,-4 7 0,-1-7 0,-1 7 0,-3-2-45,1 7 0,-1 1 45,-1 4 180,2 16-90,-4 13-1562,0 36 1,2 16 1516,0-21 0,1 1-487,-1 15 0,-1 6 1,2-5 531,2-4 0,1-2-344,-1 6 0,2-1 299,3 1 0,3-5-135,10 4 0,9-4 0,0-30-135,-4-20 0,0-8 90,-3-8 1,-2-2 89,1 2 0,-2 1 681,-4-1 0,-4 0-816,-1-5-1527,-2 12 1527,-1-6 270,-5 39 179,4 15-269,-4 3 90,7 4-539,2-10-1350,1-6 1799,1 3 0,-2-16 0,-4-5 0</inkml:trace>
  <inkml:trace contextRef="#ctx0" brushRef="#br0" timeOffset="165747">22920 7033 8162,'3'-15'202,"-2"6"1,1 0-1,-2 7 1</inkml:trace>
  <inkml:trace contextRef="#ctx0" brushRef="#br0" timeOffset="166287">22956 7361 8882,'13'1'1169,"-5"15"-1079,-11 23-180,-4 8 45,2-21 0,-1-2 45,-1 7-180,0-1 180,5-20 0,5-3-90,4-14 90,18-32 0,-6 12 0,1-5 0,1 0-89,-5 8 89,1 2 0,-1 2 0,-8 12 0,8-1 0,-5 27 0,-2 9 0,1 9 0,-3-1-90,3-2-90,-3-15-1799,13 9 1979,-6-21 0,9 0 0,-5-7 0</inkml:trace>
  <inkml:trace contextRef="#ctx0" brushRef="#br0" timeOffset="166975">23446 7412 8252,'-5'-25'1799,"-3"5"-1709,-2 9 360,-19 7-540,-6 33-270,2-1 90,16 0 1,6 1 89,7 1 0,9 3-90,6-19 0,8 1 180,0-7 0,10-4 180,5-17 90,-8 2-90,2-6 90,-10 4 0,-5 20-90,0 3-90,-7 26 30,-7-4 0,-2 7 0,-1-4-30,2-5 0,-1 1 22,1 4 1,-2 7-1,1-1 1,0-7-23,1-8 0,-1 0 0,-3 24 0,-2-3 0,1-18 0,-24 0 179,8-41 1,0-10 45,2-3 0,0-2-180,-2 2 0,6-3 90,21-18 0,12 1-135,-3 25 0,5 0 0,11-9 0,9-6 0,2 1 0,-6 4 0,-3 3 0,0 2 0,0 2 0,0 1 0,0-1 0,-1 1 0</inkml:trace>
  <inkml:trace contextRef="#ctx0" brushRef="#br0" timeOffset="167192">24137 7480 9422,'7'-10'539,"1"2"-539,0 4 0,-10 6 0,-4 3 0</inkml:trace>
  <inkml:trace contextRef="#ctx0" brushRef="#br0" timeOffset="171230">8578 5931 9602,'1'-11'1259,"-5"-1"-720,-18 13-449,3 0 0,-15 11 90,3 8 0,-1 3-180,-7 8 60,12-8 0,-3 6 0,5-1-15,6 3 0,4 1-135,-1 6 0,5 2-135,12-1 0,6-2 45,12 9-405,15-19 1,3-6 44,-2-7 540,10-5 0,1-5 0,0-8 0,-11-1 0,1 1 0</inkml:trace>
  <inkml:trace contextRef="#ctx0" brushRef="#br0" timeOffset="172121">8935 6178 8972,'-5'-7'1169,"-5"-1"-539,-1 4-180,-10 3-1,-4 9-359,2 3 90,-5 15-90,12 3-90,3-4-270,12 14 180,5-23-269,18 19 179,-4-23 0,13 3-90,3-15 180,-14-2-90,12-17 180,-25 9 0,3-20 0,-18 5 0,0 1 180,-22-9-90,18 21-90,-12-7 180,14 10-180,13 1 90,15-3-90,2 3 0,9 2 0,3 0 0,-15 3 0,29-5 0,-28 5 90,8-1-90,-8 3 0,-11 3 90,7 16-90,-11-7-90,-2 21 90,-11 4-45,1-12 0,-1 0 135,-4 14-180,-5 1 90,34-47 0,16-19 0,2-6-45,-4 2 0,0 1 45,4-3 0,-12 14 0,0 2-90,11-1 90,-6 29 0,-13-1 0,0 23 0,-7 6 0,-2-12-135,5 0 0,0-1 45,-1-11-90,10 10-809,1-18-1260,0-5 2249,5-2 0,1-8 0,-3-1 0</inkml:trace>
  <inkml:trace contextRef="#ctx0" brushRef="#br0" timeOffset="172510">9634 6144 9602,'3'-8'1978,"3"11"-1888,-2 3 270,9 32-450,-3 0-90,3 9 0,0-5 0,-3-20 180,0-8-89,11-15 89,-10-5 44,6-13 1,0-4-45,1-13 0,-4 8 0,0-3 0,-4 2 0,-1 1-89,0-4-1710,4-10 1799,-9 34 0,6 5 0,0 12 0</inkml:trace>
  <inkml:trace contextRef="#ctx0" brushRef="#br0" timeOffset="172737">10103 6151 9602,'1'-10'1798,"4"0"-1708,0 6-539,18 0 89,-11 4-2917,18 1 3174,-19 0 0,5 1 1,-9 0-1</inkml:trace>
  <inkml:trace contextRef="#ctx0" brushRef="#br0" timeOffset="172908">10180 6203 10591,'7'11'1349,"21"-1"-4227,14-9 809,-4 0 2069,-5 1 0,-27 0 0,-3 1 0</inkml:trace>
  <inkml:trace contextRef="#ctx0" brushRef="#br0" timeOffset="173817">2010 9767 9512,'-7'-13'1259,"0"0"-540,1 3 1,1 0-540,8 6 0,1 3 134,21 0 1,10 2-818,0-1 1,3 0-1,3 1 525,-1-1 1,1 0 0,3 0-1,1-1-58,-2 1 0,2 0 0,1 0 0,0 0 0,0-1 0,0 1 0,0-1 0,0 0 0,2 1 0,3-1-77,-8 1 1,3-1 0,2 1-1,1-1 1,0 1 0,-1 0-1,-2 0 1,-3-1 58,6 1 0,-5-1 0,0 1 0,1 0 0,5-1-311,-8 1 1,5 0 0,2 0 0,3 0 0,-1 0 0,-2 0 0,-2 0 0,-4 0 0,-7 0 202,12 0 0,-9 0 0,4 0 108,4 0 0,7 0 0,0 1 0,-4-1 1,-9 0-209,-7 0 1,-3-1 441,5 1 0,3-1 0,-8 1 0,-4-1 270,15-2-91,-33 0-2914,0-1 2555,-19 9 0,0-1 0,-13 7 0</inkml:trace>
  <inkml:trace contextRef="#ctx0" brushRef="#br0" timeOffset="175319">8602 6663 6723,'11'8'630,"9"3"-450,14-3 0,8-1-121,-7-2 1,3 0 0,4-1-6,-5 0 0,4-1 0,3 1 0,-1-1 0,0 0-710,-3-1 1,0 1-1,0-1 1,0 0 0,0 0 600,8 0 0,-1 0 0,1-1 1,-2 1 99,-3 0 0,1 0 0,-2-1 0,-6 0-1,1 0 1,-3 0 225,17 1 0,-8 0-180,-23-2 1339,11 1-2778,-25 1 599,-3 3 750,-5 0 0,-1 1 0,2-4 0</inkml:trace>
  <inkml:trace contextRef="#ctx0" brushRef="#br0" timeOffset="180247">23906 7439 7623,'25'1'-360,"-1"0"450,15 1-90,-2 0 0,-11-2 0,0 0-270,7 0-540,-6-2 810,-15 2 0,-6 0 0,0 0 0</inkml:trace>
  <inkml:trace contextRef="#ctx0" brushRef="#br0" timeOffset="180510">23945 7591 8612,'1'9'900,"5"0"-271,9-5-269,17 1-810,8-1 1,-3-2-1440,2-3 1889,-13-2 0,7-2 0,-2 0 0</inkml:trace>
  <inkml:trace contextRef="#ctx0" brushRef="#br0" timeOffset="181199">24630 7303 8612,'-32'-4'2609,"-14"8"-4248,20 6 1,1 2-296,-15 6 2728,15 3 1,5 4-1065,19 22 385,2-11 0,5 3-385,8-2 0,2-1 135,-3-5 0,-1-2 135,2 4 0,-30-11 0,-12-11 0,4-2-360,-12 3 1179,18-6 0,2 0 0,6-3 0</inkml:trace>
  <inkml:trace contextRef="#ctx0" brushRef="#br0" timeOffset="182465">24717 7565 8972,'-18'-20'1799,"0"4"-1709,1 7 360,-10 16-361,14 0-89,-18 26-449,18 2-1,4 8 360,11-7-90,14-17 90,11-18 90,-9-3 135,3-11 0,1-4 585,2-12-630,5-2 449,-9 3-539,-16 29 0,1 11-180,-4 16 90,-2-1-89,3 1 89,2-18 0,12-2 90,4-17 0,3-6 90,0-11 179,-2-10 181,0-3-180,-1 3-270,-7 21 0,-8 13-180,-6 32 0,-1-10-90,-2 12 180,1-15-269,1 3 89,1-12 180,6-15 90,2-9 0,11-24 0,-9 16 0,2 1 90,-6 11-90,1 0 0,5 4 0,-5 34-90,0-14 0,-7 33 90,0-35 0,1 6-90,9-18 90,-4 2 0,15-17 0,-11 9 0,5-5-180,-6 6 180,-2 7-180,-5 14-539,-5 16-1440,-1 7 1339,1-4 1,11-14 0,4-10 0</inkml:trace>
  <inkml:trace contextRef="#ctx0" brushRef="#br0" timeOffset="182932">25127 7652 8252,'-7'-3'2069,"9"-4"-1799,11 0-270,5-3-270,10-13 90,-20-3 90,-17 9 0,-28 37 135,20 7 0,2 4-45,-2-6 0,5 1-45,15 7 0,6-6-45,2-16-1978,23 8 2068,-18-17 0,11-1 0,-11-4 0</inkml:trace>
  <inkml:trace contextRef="#ctx0" brushRef="#br0" timeOffset="183516">24143 8320 9152,'-3'-11'2698,"0"2"-449,3 0-1889,9 18-270,-3-1-180,11 36-720,-6 3 630,-1-7-269,-2 3-91,-3-29 180,15-7 270,3-22 0,3-10-90,3-3 0,-1-3 180,3-4 0,-4 1 0,-9 10 0,-4 3 0,-6 8 0</inkml:trace>
  <inkml:trace contextRef="#ctx0" brushRef="#br0" timeOffset="184192">24521 8483 10051,'1'-11'1889,"-3"-4"-1709,-2 8 180,-17 2-720,-16 22 180,7-5-225,7 4 1,3 3-406,7 2 360,1 4 1,14-3 179,6-11 0,12-3 180,1-10 180,6-6 0,-8-1 180,3-5-270,-13 9 90,4-3-90,-7 9 0,0 2-90,2 5 90,-1-1 0,0 1 0,0-5 0,9-1 90,4-7 0,15-9 0,-8-1-1,-4-7 1,3-6 0,-1-1 135,3-10 0,-1-2-135,-2 7 0,2-1 0,-3 2-45,-1-5 0,-4 4 225,-4 9 0,-5 7-180,-8 12-180,-1 2 0,-23 38-180,3 0 0,0 3 135,5-13 0,1 1-165,-1 6 0,-1 3 1,4-3-511,0 15 810,8-11 0,4 0 0,9 3 0,11-4 0</inkml:trace>
  <inkml:trace contextRef="#ctx0" brushRef="#br0" timeOffset="184433">25074 8519 9062,'-18'13'899,"-3"20"-1169,4-6 270,3 18 0,14-35 0,1 6 0</inkml:trace>
  <inkml:trace contextRef="#ctx0" brushRef="#br0" timeOffset="184665">25068 8339 9152,'-1'-19'-1260,"0"1"1260,0 18 0,-1 3 0</inkml:trace>
  <inkml:trace contextRef="#ctx0" brushRef="#br0" timeOffset="185284">25137 8585 12030,'0'9'1529,"-10"5"-1709,1-6-1169,-19 17 0,17-7 719,1 11 450,13-12 270,10-6 0,0-12 630,15-20-450,-11-7 0,-1-3-226,-1 8 1,1-3 67,-4-5 1,-1-8 0,0 0-1,-2 4-1673,3-7 0,-2 3 1591,1-1 0,0 0 0,-9 19-791,-8 23 761,-2 22 0,-7 18 0,0 5 0,8-21 0,2 2-1098,-3 19 0,2 1 1053,3-21 0,2-1-45,-1 4 0,5-2-119,11-4 1,1-4 0,4 3 0,0-2 0,1 0-1</inkml:trace>
  <inkml:trace contextRef="#ctx0" brushRef="#br0" timeOffset="194052">24074 8950 8072,'0'-11'1350,"1"1"-1170,1 4 179,0 1-89,1 0 360,13 0-450,8 3 0,4 2-91,4 0 1,4 0-1161,7 3 1,6 1-1,1 0 1071,-12 0 0,1 0 0,1 0 0,-2 0 0,8 1 0,-2 0 0,5 0-99,-3-1 0,4 1 1,3 0-1,-3 0 0,-4-1 99,4-1 0,-4-1 0,2 1-23,-2 0 1,2 1 0,0 0-1,-5-1 53,-3-2 0,-4-1 0,-5 0-30,13-1-90,-24-1-36</inkml:trace>
  <inkml:trace contextRef="#ctx0" brushRef="#br0" timeOffset="195536">23557 6010 8072,'6'-10'-269,"-1"1"269,-13 11 0,-6 9 0,-2 2 0,-9 16 0,7 12 0,4-11 0,5 9 0,10-25 0,16 26 89,-4-16-89,14 12 0,1-2 0,-6-10 0,4 2 0,-3-1 0,-10-7-89,-13 11 89,-14-9 0,-16-5 0,-7-3-135,8-3 0,-2-1 135,-13 4 0,1-1 0,-5 0 0,7-1 0</inkml:trace>
  <inkml:trace contextRef="#ctx0" brushRef="#br0" timeOffset="195804">23417 5989 7173,'19'-18'359,"3"8"1,3 3-180,23 0-135,-12 3 0,0 2-90,-3 1 0,0 1-495,0 1 1,-1 0-281,11 2 1,1 1 0,-25-3 0</inkml:trace>
  <inkml:trace contextRef="#ctx0" brushRef="#br0" timeOffset="196044">23917 6039 7533,'27'14'1259,"-1"1"-989,11 6-90,-9 0 0,1 2-270,-3-2 0,-1 2-765,5 8 1,-3-1 854,-1 6 0,-14-4 0,-11-15 0</inkml:trace>
  <inkml:trace contextRef="#ctx0" brushRef="#br0" timeOffset="196243">24227 6249 7713,'4'-28'269,"-2"4"-89,-4 16 0,-15 5 0,-3 10-135,-6 4 0,-2 5-135,-5 11 0,1 2 0,5-7 0,1 1-450,-5 11 1,4-1 359,11-9 180,-2 7 0,8-10 0,3 0 0</inkml:trace>
  <inkml:trace contextRef="#ctx0" brushRef="#br0" timeOffset="196708">24639 6169 7982,'5'-12'1530,"-23"34"-1351,-3 12-179,5-10 0,4 3-45,11 5 1,9-2-1,15-5 0,6-1-1594,-1 5 1,0-2 1535,0-8 1,-4-1 102,-6 8-1611,-47 6 1611,11-16 0,-18 9 0,-6 1-900,16-13 1,1-2 899,-4 3 0,2-1 0,-4 1 0,29-14 0</inkml:trace>
  <inkml:trace contextRef="#ctx0" brushRef="#br0" timeOffset="196934">24599 6254 7982,'-13'-9'180,"1"-1"990,16-1-900,11 5-91,27 1-224,-5 4 0,2 2-899,0-2 0,1-1 944,-2 1 0,-1-2 0,-8 0 0,-3-3 0,0-5 0</inkml:trace>
  <inkml:trace contextRef="#ctx0" brushRef="#br0" timeOffset="198151">23224 5745 7803,'-11'-9'269,"-1"-4"181,4 5 270,-2-4-450,1 17 179,-1 39-1430,7-2 1,1 9-1,0-3 981,1-13 0,0-2 0,0 4 36,1 1 0,1 6 0,0 1 0,1-1 0,0-5-25,2 4 1,1-4 0,0 1 18,0 7 0,1 0 0,0 0 0,2 1 0,1 0 0,1-4 15,1-2 0,-1-3-45,0 0 0,0-5 90,6 4 0,-3-22-90,-4-6 0,13-5 0,13-5 0,6 3 0,5 0 994,-13 0 1,1 0 0,3 0-995,5 2 0,4 0 0,1 1 0,1 1-171,-8-2 1,2 1 0,0 0 0,0 0-1,0 0 171,1-1 0,-1 1 0,1 0 0,1-1 0,0 1-493,-2-1 0,2 0 1,1 0-1,-2 0 0,-1 0 1,-3-1 492,11 1 0,-5-1 0,4 0 18,-5-1 0,4-1 0,1 0 0,-2-1 0,-6 0 12,-6-1 0,-4 0 0,3-2 82,10 0 0,6-2 1,-1-1-1,-7 0 171,1-5 1,-5-2-239,5 0 0,-4 0 717,1-8-672,-23 9 3186,-4 0-3070,-8-2-206,-2 1 0,0-33-1639,-2 6 1,-1-5 1539,1 11 1,0-2 0,0-2 68,-1-7 0,1-2 0,0-2-127,0 4 0,1-3 0,0 1 1,0 4 126,0 4 0,0 4 0,0-5-6,2-3 0,1-6 0,1-1 0,0 3 0,-2 8-9,2 1 0,-1 2 15,3-12 0,0-7 0,-1 9-15,-3 16 0,-1 4 0,1-5 0,-3 3-45,-4-7 0,-25 28 0,-1 9 90,-7 6 0,10 0 0,-1-5-90,4-2 90,-11-3 0,-12 0 0,-3-2 0,4 0 0,-3 0 0,-1 0 0,-2-1 0,4 1 0,-2 0 0,-1-1 0,-1 1 0,0-1 0,6 1 0,-1 0 0,-1-1 0,1 1 0,-1-1 0,0 1-90,1 0 1,-1 0 0,-1 0-1,2 1 1,1-1 0,4 1 89,-3-1 0,4 1 0,0 0 0,-4 0-45,1 2 0,-4 0 0,-3 0 0,2 0 0,5 1 0,6 0-90,-4 0 0,1 2-113,1 1 1,-6 0 0,-1 2 0,6 0 247,-10 6 0,4 1 0,1-2 0,0 0 0,3 3 0,0-1 0</inkml:trace>
  <inkml:trace contextRef="#ctx0" brushRef="#br0" timeOffset="202430">22300 2885 6543,'10'13'630,"-2"11"-450,-4 11 0,-4 0 0,-2 5-61,-1-5 1,-1 2 0,-1 1-60,1 2 0,-2 2 0,0 0-242,-1 6 0,-2 1 0,1-2 242,1-6 0,1-1 0,-1-2-1222,-1 8 0,2 1 1192,1-8 0,0 2 0,2-2 60,0 3 0,2-2-90,0 7 0,0-1 8,3-10 0,1-4-368,4 7 360,-1-13 0,5-19 0,-1-13 0</inkml:trace>
  <inkml:trace contextRef="#ctx0" brushRef="#br0" timeOffset="203122">22378 2902 7713,'-9'-15'-90,"-4"-11"180,7 10 89,2-7 1,24 11 0,19 5-68,-8 4 1,9 1-1,5 0 1,4 1-523,-9 0 0,4 1 1,4 0-1,1 0 1,1 0-1,0 0 0,-2 0 1,-2 0 131,4 0 1,-3 0 0,-1 0 0,1-1-1,1 1 1,2 0 277,-3 1 0,4-1 0,1 0 0,1 1 0,-1-1 0,-2 0 0,-4 1 0,-6-1 483,13 1 0,-8 0 1,-1 0-305,-6-1 1,-1 0 0,-2 0-45,6 0 0,-3 0 433,-8-1 0,-5 4-298,3 27-270,-9-9-1082,-11 21 0,-4 8 1082,-2-11 0,-2 4 22,0-7 1,0 5-1,0 2 1,0 1-1,-1 4 1,-1 2-1,0 0 1,0-3-23,0 3 0,-1-3 0,0 3-373,0-1 1,-1 5 0,0-4 0,0-7 417,1-10 0,0-2-189,-2 8 1,-1 4 0,0-5 188,1-9 0,1-2 452,-2 5 1,-1-1-498,-8 9 90,-8-20-90,-12-7 0,2-12 0,-8-4 0,-3-2 0,-2 1 0,-4-2 0,0 0 0,1 0 0,6 1 0,1 0 0,1 0 0,-2-1 413,-5 0 1,-2 0 0,0 0 0,4 1-414,-4 0 0,2 0 0,1 2-150,3-1 0,1 1 1,-1 0 346,-2-1 1,0 0 0,3 1-333,-4 0 0,4 1-1504,13 1 1,4-1 1602,-1-1 1,-15-5 0,28-1 0</inkml:trace>
  <inkml:trace contextRef="#ctx0" brushRef="#br0" timeOffset="203547">23165 2913 8702,'3'-20'360,"-2"-2"539,1 2-269,-1 3 179,1-5-449,-4 42-180,-2 17-90,0 4 0,0 11 0,0-4-1729,0-3 1,0 1 1654,1 0 0,0 6 1,1 1-1,0-7 4,2 3 0,0-1-65,1-11 0,-1 2 0,1 1 1,2-2-196,0 3 0,2-2 0,1-1-450,1-3 1,0 0-1,1-3 690,4 5 0,2-7 0,10-3 0,-3-28 0</inkml:trace>
  <inkml:trace contextRef="#ctx0" brushRef="#br0" timeOffset="203889">23595 2908 8972,'-4'-17'1349,"1"2"-1259,6 15 540,1 42-451,-1-16 1,-1 5-60,0 11 0,-2 7 0,0 0-943,0-1 0,-1 0 0,-1 4 877,1-11 0,1 3 0,-1 0 0,0 0 0,0-4-54,0 7 0,-1-3 0,1 0-23,1-5 1,-1 1-1,1-1 1,0-6 154,2 1 0,0-2-897,3 13 1,0-1 314,-3-18 0,2-2 450,2 4 0,1-6 0,-4-14 0,2-1 0</inkml:trace>
  <inkml:trace contextRef="#ctx0" brushRef="#br0" timeOffset="204203">22480 3294 8972,'-23'-4'1439,"10"1"-719,39 2-540,0 1-46,4 2 1,7-1 45,1 0 0,4 1 0,1-1-1273,1 0 1,1 0 0,2 0 586,-6 0 0,1 0 0,3 0 1,1 0 538,-4 0 0,2-1 0,2 1 0,0-1 0,0 1 0,-1-1-159,3 1 0,-2 0 0,1-1 0,0 1 1,2-1-55,-7 1 0,1-1 0,1 0 0,1 1 0,-1-1 0,0 0 0,-3 0 180,11-1 0,-1 0 0,-1 0 0,-3 0 0,-4 0 0,4 0 0,-5-1 0,-3 0 0,3-2 0,0-1 0</inkml:trace>
  <inkml:trace contextRef="#ctx0" brushRef="#br0" timeOffset="204554">22522 3671 9422,'-23'2'180,"-1"0"989,13 1-989,10 2 719,44 3-659,-6-4 0,9 1 0,0-1-456,1 0 0,1 0 1,3 0 251,-9-1 0,3-1 0,1 1 0,2 0 0,0 0-583,-1-1 1,2 0 0,0 0 0,1 0 0,-1 0 0,-3-1 424,0 1 1,-3 0 0,0-1-1,2 1 1,2-1-289,-5 0 0,4 0 1,2 1-1,1-1 1,0 0-1,-3 0 0,-3 0 1,-5-1 190,15 0 1,-7 0 0,2 0 0,-3 0 0,3-1 0,-3 1 0,-8-1 0,-11-2 0,0 1 0</inkml:trace>
  <inkml:trace contextRef="#ctx0" brushRef="#br0" timeOffset="206034">21895 2538 8612,'-11'-2'-270,"-7"0"450,-2 6 90,-15 13-90,9 3-45,8 1 0,6 5 0,16 11 0,6 0-135,-5-12 0,2 0-1639,17 11 1,5-7 573,3-17 975,-4-8 0,4-4 96,1-10 1,1-3-52,-3 1 0,-2-4 45,8-12 0,-6-4 0,-18 9 0,-5-1-45,-2-12 0,-6 0 45,-4 9 0,-6 1-1054,-9-6 0,-3 2 964,-6 0-877,-4 20 0,1 6 276,8 10 766,-22 13 1,26 0 0,-5 6 0</inkml:trace>
  <inkml:trace contextRef="#ctx0" brushRef="#br0" timeOffset="206567">22827 2548 7803,'-5'-11'179,"1"2"1,-5 5 0,-15 14-90,-7 12-90,2-1 0,6 15 90,20-19-90,7 11 0,10-9 0,27 1 0,-15-12 0,14-3 0,2-12 0,-17 0 45,4-7 0,-3-5 45,-14-19-90,5-2 0,-32 12 0,-6 3 0,1 10-270,-10 2 0,-2 5-809,4 14 1079,-11 7 0,18 3 0,5 2 0</inkml:trace>
  <inkml:trace contextRef="#ctx0" brushRef="#br0" timeOffset="207089">23480 2541 7623,'-2'-11'719,"0"2"-269,-4-3-270,2 8 180,-18-2-270,9 8 90,-28 18-91,18-1-44,4 0 0,2 1-135,0 9-89,6 10-91,17-5 180,3-7 0,12-6 0,7-14 0,-2-8 0,10-10 90,-8-17 0,-7 7 0,-14-4 0,-6 0 0,-7 1 0,-10-15-90,-2 22-450,-5 9-539,5 11 259,1 7 1,6 4 0,4 1 0</inkml:trace>
  <inkml:trace contextRef="#ctx0" brushRef="#br0" timeOffset="207585">23994 2592 7713,'-2'-11'1259,"0"1"-1079,-1 6 0,-2 1 179,-20 15-179,-1 10-90,-4 2-90,9 2-90,13 1 0,6-12-179,13 23 179,5-24 90,18 7-90,1-16 0,4-11 180,-12-2-90,1-21 0,-22 14 90,-7-34-90,-14 24-45,0 4 0,-2 2-315,-16 2-1169,-3 12 1529,11 9 0,5 9 0,9 0 0</inkml:trace>
  <inkml:trace contextRef="#ctx0" brushRef="#br0" timeOffset="208067">24446 2635 8072,'-1'-11'990,"-3"-1"-810,-1 7-90,-4 1 90,-5 7-1,-10 15-179,7-5 0,-7 27-89,18-23-46,5 8 0,4 1-45,5-6 90,5 1 0,5-3 0,17-7 0,-2-1 180,13-23 0,-32 3-90,10-10 270,-22-20-180,-7 3-45,-10-2 0,-6 1-1684,-1 14 1,-2 3 1355,1-3 1,-1 5-1357,-9 15 1,3 8 1529,7 4 0,0 3 0,1 1 1,-1 6-1</inkml:trace>
  <inkml:trace contextRef="#ctx0" brushRef="#br0" timeOffset="208775">21845 3042 8162,'-10'-24'1080,"4"10"-810,-6 2-180,1 17 269,-9 23-359,8-10 0,5 11 0,6 2-180,17-1 90,7-4 1,8-4-46,15-16 0,3-6 135,-14 4 0,0-3-30,0-12 0,1-6 0,-8 1 30,-9-4 45,-2-7 0,-5-1-135,-18-2 90,-17 1 0,-12 6-1125,-10 24 1,-4 6 1124,7-13 0,0 3 0,-5 22 0,7 5 0,13 0 0</inkml:trace>
  <inkml:trace contextRef="#ctx0" brushRef="#br0" timeOffset="209414">21925 3592 8252,'8'-25'1439,"-2"5"-1259,-6 2 180,-7 2-180,-1 6-90,-7 0 0,-2 7 90,-8 6-180,-4 9 0,4 7-180,9 8 0,23 3-90,20-4 90,12-5 45,-14-13 0,0-3 45,0-3 1,1-2-1,8-3 0,1-4 45,-6-1 0,-2-4 45,5-11 0,-5-3 0,-3-7 0,-20 3 0,-9 2 0,-13 5-135,-7 6 0,-6 6-855,-9 16 1,-2 5 442,8-5 1,1 2 0,-8 12 0,4 3 0,1 5 0</inkml:trace>
  <inkml:trace contextRef="#ctx0" brushRef="#br0" timeOffset="210264">22019 3915 7713,'-10'-6'90,"-2"-1"269,1 2 1,2 1 450,-8-2-271,5 3-179,-13-3 0,1 6-180,0 4 0,-5 9-180,13-3-90,-6 22-90,18-13-180,9 22 0,20-10 270,-1-6-90,5-10 1,0-3 89,-7-7 0,22 4 90,-22-14 90,-1-14-90,-2-1 90,-8-18 0,-20 7-90,-6-1-270,-27 8-180,9 17-495,5 9 1,1 4 445,1 5 1,-6 13 0,16-6 0</inkml:trace>
  <inkml:trace contextRef="#ctx0" brushRef="#br0" timeOffset="210717">21944 4334 8972,'-7'-13'719,"3"6"-539,-25 28-180,13 0-45,2 0 0,1 2-224,7 17-181,17 8 360,2-19-90,20-2-90,3-21 180,5-6 45,-11-7 0,0-5 45,-8 0 0,-2-5 90,4-11 0,-4-3 0,-1-5-45,-16 2 0,-5 2-45,-4 12 0,-9-2 0,-3 4-270,-1 11-1169,-19 5 1439,23 9 0,-3 7 0,11-2 0</inkml:trace>
  <inkml:trace contextRef="#ctx0" brushRef="#br0" timeOffset="211234">22791 4351 8162,'-23'-19'1529,"5"6"-989,-12-3-90,-3 14-270,-2 6 0,1 14 0,1 7-225,13-5 0,3 3-135,-7 15 0,5 1 90,11 3-180,19 6-180,24-19 360,-2-8 0,-9-10 0,2-4 1,24-12 44,-23-4 0,1-4 45,3-11 0,-2-5 0,-6-5 0,-7-3 0,-8-5 0,-6 1-1008,-3 12 0,-4 3 1008,-16-13-90,8 29-989,-20 10-271,12 7 1350,-11 6 0,18 8 0,6-2 0</inkml:trace>
  <inkml:trace contextRef="#ctx0" brushRef="#br0" timeOffset="211734">23414 4420 8702,'-4'-18'1979,"-5"7"-1889,-2 4 0,-1 7 180,-14 15-180,14-6 0,-21 28-450,26-2 270,-2 1-90,15-4 0,5-16-360,25 10 360,-6-11 45,-1-4 1,2-2 44,10-10 90,-13-5 0,-1-4 90,9-22-1,-20 10 1,-3-3-90,-1-15 45,-19 5 0,-7 2-45,-12 5-450,0 6 1,-1 6-155,-14 24 1,9 8 0,11 11-1</inkml:trace>
  <inkml:trace contextRef="#ctx0" brushRef="#br0" timeOffset="212181">24002 4475 8612,'2'-10'1439,"-2"1"-1079,-3 2-90,-3 4-90,-4 4 0,-4 5 0,-4 6-1,-9 16-268,12-9-91,-3 25 0,21-24-270,21 18 270,4-22 45,7-10 0,2-5 135,-2-4-45,-7-3 0,-2-3 45,-3-9 90,-5-18-90,-5-3 45,-15 4 0,-6-1-45,-3 13 0,-2 1-45,-4-3 0,-2 4-674,-29 14-900,18 17 1619,-3 11 0,18 3 0,6 0 0</inkml:trace>
  <inkml:trace contextRef="#ctx0" brushRef="#br0" timeOffset="213032">24567 4466 7713,'-13'-10'449,"2"1"361,1 2-180,4 2-361,-5 7-269,5-1 180,-14 13 0,-2 20-180,13-7 0,1 2-45,4 1 0,4-1 45,2-2 0,7-4-1639,24-8 1,5-9 1523,-5-4 115,3-4 0,-1-10-45,-12-18 0,-10-9 45,-11-8 0,-7-3-210,4 15 0,-1 1 1,-5 1 209,-18-11 0,-6 9 0,10 20 0,-2 6 0,-14 4 0</inkml:trace>
  <inkml:trace contextRef="#ctx0" brushRef="#br0" timeOffset="213640">24509 3849 8252,'-10'7'360,"-11"13"-135,5-1 0,-1 2-135,-1 2 0,-1 0-45,1 0 0,0 0-45,-7 15 90,15-20 0,-2 7 0,5 2-1,19 7 1,16 5-90,4-23 45,7-27 0,-2-14-45,-20-2 0,-4-6-1639,6-9 1,-5 0 1490,-8 8 1,-7 3-550,-15 3 1,-5 6-743,0 13 989,-11-3 450,13 12 0,-1 0 0,-1 0 0</inkml:trace>
  <inkml:trace contextRef="#ctx0" brushRef="#br0" timeOffset="214165">24440 3470 8342,'-1'-9'990,"-8"6"-900,0 6 90,-12 14-91,1 8 1,-2 19-180,9-12 90,12 10-269,29-20 269,6-10-45,-9-8 0,0-5 90,0-12 0,-3-6 45,6-20-90,-15 13 0,-6-2 0,-13-7 0,-8 2-720,-17-6 64,11 18 1,-2 5-1,-12 11 1,10 15 0</inkml:trace>
  <inkml:trace contextRef="#ctx0" brushRef="#br0" timeOffset="214647">24506 3081 8162,'-29'-9'540,"13"5"-360,-27 21-90,29 4 0,2 2-90,-14 20 0,15-13 0,6 1-90,15-7 0,7-4 90,7-5 0,4-7 90,9-6 0,1-8 0,-7-9 0,-5-8 45,-7-11 0,-12-5-46,-19 2 1,-8 2-180,4 7 1,-4 5 89,-15 6 0,1 9 0,5 15 0,-9 15 0</inkml:trace>
  <inkml:trace contextRef="#ctx0" brushRef="#br0" timeOffset="-202258.73">24279 8054 7263,'-11'-6'2069,"0"-3"-1440,7 4 91,-1-1-90,2 1-361,29-1-89,9 3-135,0-1 0,6 2-15,1 0 0,5 2 0,1 0-850,-8-1 1,1 0 0,0 0 0,1 0 835,1 1 0,0 0 1,1 0-1,0 0-16,4 0 0,2 0 0,-2 0 0,-5 0 45,5 0 0,-4 1-45,3 0 0,-4-1 0,3-6 0,-30 3-1169,10-6-1350,-29 6 990,-2 1 1529,-3 3 0,-3 6 0,2-2 0</inkml:trace>
  <inkml:trace contextRef="#ctx0" brushRef="#br0" timeOffset="-173474.73">12457 11590 10051,'-4'-6'1799,"31"3"-5076,18 0 2882,-3 2 0,-8 2 0,-29 0 0</inkml:trace>
  <inkml:trace contextRef="#ctx0" brushRef="#br0" timeOffset="-155144.74">12807 12959 11400,'13'-9'2069,"-3"2"-5346,-2 1 3017,-19 7 0,-12-4 0,-18 4 0</inkml:trace>
  <inkml:trace contextRef="#ctx0" brushRef="#br0" timeOffset="-136269.74">10392 14546 11490,'-6'-10'180,"2"4"0,3 4 0</inkml:trace>
  <inkml:trace contextRef="#ctx0" brushRef="#br0" timeOffset="-87990.73">15898 18218 12120,'-6'-22'-3277,"16"8"2814,-6 3 1,18 9-1,-9 4 1</inkml:trace>
  <inkml:trace contextRef="#ctx0" brushRef="#br0" timeOffset="44896.27">4996 10741 10861,'-22'-5'2878,"8"1"-1798,2 1 179,7 0-989,19-3-1080,17 0-359,11 2-470,-13 3 1,-1 3 1602,8 7 1,-6 4 0,-11 2 0</inkml:trace>
  <inkml:trace contextRef="#ctx0" brushRef="#br0" timeOffset="45084.27">5051 10962 10771,'-18'4'1529,"3"1"-1079,20-4-90,31-7-316,4-2 1,6-1-525,-8 2 1,1-1-1,-1 0 60,-4 1 1,-1 0-1,0 1-673,2-1 1,0 0 0,-6 1 436,9-3 1,-10 1-1,-2 0 1,9-6 0</inkml:trace>
  <inkml:trace contextRef="#ctx0" brushRef="#br0" timeOffset="49534.27">6067 10237 8432,'-3'-10'1349,"-1"0"-1259,-3 15 315,-13 27 0,-6 19-262,11-18 1,-1 5 0,-1 3 0,1 3 0,2 0-341,3-4 0,1 2 0,0 1 0,1 1 0,0 1 0,1 0 0,0-1 184,1-1 0,0 2 0,0-1 0,1 0 0,1 0 1,1-1-1,3-2-5,0 7 0,0-1 0,4-1 0,3-3 0,5-3-162,7 0 0,7-3 0,3-5 0,-2-8-1459,10-4 1,1-7 1618,6 8 1,-1-7 0,-16-17 0,-4-6 0,-4-4 0</inkml:trace>
  <inkml:trace contextRef="#ctx0" brushRef="#br0" timeOffset="52230.27">6419 10599 8972,'12'-12'899,"0"0"-269,4-1-360,0 2 180,25-10-91,0 7-269,-14 5 0,2 1 0,17-3 0,-19 7 0,-2 4 0,4 18-90,-10 6 0,-18 11 0,-16-7 0,-9 3 0,2-3 0,6-6 0,-1 1 0,-8 7 0,-6 5 0,-1 0 0,5-5 0,1-2 0,1-3-30,-2 2 0,-2 2 0,4-4-366,-6 7 396,6 0 0,18-20 0,12 11 0,6-17 0,12-2 0,7-1 0,3-6 0,4-2-1093,3 0 1,4-1 0,-3 0 920,0 0 1,-2 0-564,12-2 1,-6 0-2543,-19 4 3151,-1 1 1,-12 1 0,-11 2 0</inkml:trace>
  <inkml:trace contextRef="#ctx0" brushRef="#br0" timeOffset="52518.27">7059 10847 10231,'-10'-6'1169,"4"0"-1079,7 0 360,32-5-450,0 4 0,3-1-225,-4 1 0,2 1-315,5-1 1,-1 0 539,3 1 0,-11 0 0,-2 1 0</inkml:trace>
  <inkml:trace contextRef="#ctx0" brushRef="#br0" timeOffset="52990.27">7532 10707 11041,'13'-14'1709,"-1"3"-1080,16-7-179,6 0-360,-2-1-180,-3-1 0,-2-1 0,-6 4-90,2-9 0,-4 7-89,-14 20 269,-5 14-45,-9 12 0,-3 7 45,2 6 0,-1 6 0,2-2-150,3-5 0,2 0 0,0-1-30,0 0 0,0 0 0,3-4 180,6 0 0,2-8 0,-3-14 0,1-4 0</inkml:trace>
  <inkml:trace contextRef="#ctx0" brushRef="#br0" timeOffset="53195.27">7499 11147 11221,'33'-1'449,"-2"-2"1,3-3-675,1-1 0,2-2-735,-3 0 1,3-2 0,-3 1 959,2-1 0,-2-2 0,0-2 0,-1 0 0,-9 2 0,-1 0 0</inkml:trace>
  <inkml:trace contextRef="#ctx0" brushRef="#br0" timeOffset="53560.27">8188 10245 10501,'-8'-16'989,"0"0"-809,26 25 0,9 11-90,-7-3 0,1 3-30,11 11 0,4 6 0,-2 2-38,-11-9 1,-3 2-1,0 0 1,-1 0-1116,4 3 1,-1 0 0,-2 4 939,-7-2 1,-1 5 0,-1 2 0,-2-3 0,-3-5 152,0 6 0,-5 1-18,-4-3 0,-2 7 0,-3 3 0,-1-3 0,-3-7-12,-2-6 0,-3-6 0,-2 2 7,-1 5 1,-3 3-1,-1-1 1,-1-3 137,-7-1 0,-1-4 1,2-3-341,2-1 0,1-1 225,-9 4 0,6-6 0,19-14 0,-4 1 0</inkml:trace>
  <inkml:trace contextRef="#ctx0" brushRef="#br0" timeOffset="53909.27">8759 11062 2489,'3'-10'2249,"-3"-3"-1617,0 4 1,4 3 0,2 3 0</inkml:trace>
  <inkml:trace contextRef="#ctx0" brushRef="#br0" timeOffset="54440.27">9582 10537 10051,'-6'-28'900,"-13"-6"-720,5 13 539,-28-3-539,21 24-90,-5 6 0,-2 6 0,6 13 0,3 5-90,0-10 0,5 3 0,12 17 0,9 9 0,3-7 0,4-12 0,4-1-45,1 1 0,2 6 0,2 0 0,-2-3-1048,0 0 1,0-3 0,-2-2 989,8 5 1,-6 2 102,-15 0 0,-7 5 0,-6-8 45,-6-12 0,-7-3 15,-10 9 0,-6 3 0,-1-5-816,3-9 0,-2-4 0,2-1 621,-10 4 0,1-2 129,-1 1 0,16-10 0,29-8 0,1-3 0</inkml:trace>
  <inkml:trace contextRef="#ctx0" brushRef="#br0" timeOffset="54736.27">10131 10998 11400,'-11'-6'1530,"-5"-1"-991,7 3 361,-2-2-630,20 4-90,25 1-450,8 2-450,-4 0 1,2 0-920,-4-1 1,0-1-1,-5 1 1,-1 0 1047,-3-1 0,-1-2 0,7-3 0,1-1 0</inkml:trace>
  <inkml:trace contextRef="#ctx0" brushRef="#br0" timeOffset="57067.27">11242 10676 9871,'-3'-9'1260,"-1"-3"-631,6 1-359,2-1 450,23-7-585,-3 13 0,1 1-45,17-6-90,2 11 0,-2 6-90,-14 13 45,-6 1 0,-8 6-1048,-24 6 1,-14 5 0,1-2 1034,4-3 1,-3 1 2,0-3 0,-7 5 1,-1 1-1,1-1 0,5-8 55,3-1 0,1-1 0,-9 9 0,-1 5 0,15-7-2117,33 5 2117,-6-11-30,24-18 0,16-8 0,-4-3-105,-15 0 0,1-2-158,2 1 1,6-1 0,0-1 0,-6 0 292,-1-3 0,-5 0 0,-1 2 0,-3-1 0,3-3 0</inkml:trace>
  <inkml:trace contextRef="#ctx0" brushRef="#br0" timeOffset="57900.27">11863 10862 10231,'-5'-7'2159,"-1"-6"-1889,8 8-90,3 0 0,11 12 44,3 8 1,3 4-1864,10 11 1,2 0 1580,-8-6 1,2 2-693,-1 0 1,3 3 0,-6-6-2528,0-1 3039,11 12 0,-26-28 1,-4-3-1</inkml:trace>
  <inkml:trace contextRef="#ctx0" brushRef="#br0" timeOffset="58121.27">12224 10872 10771,'-5'-17'719,"-2"0"-359,-6 14 0,-7 6-90,-6 14 0,-4 8-180,-3 5 0,0 4-150,10-10 0,-1 0 0,2 1-570,-9 14 0,7 0-1009,14-15 1,4-1 1333,-2 11 0,19-9 0,3-13 0</inkml:trace>
  <inkml:trace contextRef="#ctx0" brushRef="#br0" timeOffset="58536.27">12904 10703 11670,'-25'-9'2069,"-16"6"-1754,17 11 0,0 3-135,-22 6 29,14 10 1,-2 9 0,5 0-120,7 6 0,3 2-120,-1-7 0,-2 2 0,7-1-105,11 14 0,13-6 0,8-18 1,5-3 89,-5-1 0,4-3-135,24-7 0,2-7 180,-5-9-60,-8-4 0,4-4 0,-3-4 60,0-13 0,-3-4 0,4-2 0,-4-5 60,-15-1 0,-5-4 0,-4 3-15,-4 6 0,-7 0-904,-7-3 0,-7-4 0,-3 9 904,-2 9 0,-5 6-255,-4 2 0,-5 1 1,2 6-286,2 7 0,1 6-1144,-6 8 1,6 7 1224,14 24 1,17 4 0,15-4 0</inkml:trace>
  <inkml:trace contextRef="#ctx0" brushRef="#br0" timeOffset="58809.27">13562 11088 11850,'13'-22'1638,"7"9"0,5 1-848,15-2 1,4 1-1884,-8 5 1,1 2 0,0 0 623,-1-1 1,-1 2 0,-2-1 0,3 1 0,-5 0 0,5-10 0</inkml:trace>
  <inkml:trace contextRef="#ctx0" brushRef="#br0" timeOffset="59100.27">13744 10836 10501,'-11'-11'2609,"1"-1"-1710,3 5-719,1 6 224,2 26 1,2 10-315,-1-9 0,0 3-120,1 13 0,0 6 0,1-2-1063,3-6 1,0-1 0,1-2 135,-2 10 0,3-1-682,7 2 1,5-8 1172,7-17 0,11 5 0,-1-13 1</inkml:trace>
  <inkml:trace contextRef="#ctx0" brushRef="#br0" timeOffset="59555.27">14740 10787 11760,'-9'-17'1709,"2"1"-989,8 1-630,3 5 539,39-7-494,-5 18 0,3 3-225,-1-1 0,0 3 45,7 8 0,-6 6-45,-22 2 1,-9 3 44,-11 9 0,-10 3 45,-5-8 0,-5 1 0,-1-1 45,-7 9 0,-2-1-15,7-10 0,-1 0 0,3-2 59,5-4 1,7 0 45,14 7 0,12-3-630,25-7 1,11-5-599,-16-3 1,1-1 0,1-2 1086,-1-4 0,3-2 1,-2-2-1,-2 0 0,8-2 1,-4-1-1,-3-3 0,1 0 1</inkml:trace>
  <inkml:trace contextRef="#ctx0" brushRef="#br0" timeOffset="60440.27">5001 12748 9332,'9'-7'3276,"8"-5"-2055,-3 4-411,16-5-541,-7 5-134,11 2 0,6 2-1774,2 3 1,0 1 1434,2-1 1,-1 2 0,-4 1-1,-6 4 1,-8 4 0</inkml:trace>
  <inkml:trace contextRef="#ctx0" brushRef="#br0" timeOffset="60638.27">5275 12939 11221,'-1'13'2878,"15"-4"-2518,16-5-765,5-5 0,4-1-1234,1 1 1,-1-1 1359,-1-1 1,-1 0 0,-5 0 0,-5-1-1,-2-5 1</inkml:trace>
  <inkml:trace contextRef="#ctx0" brushRef="#br0" timeOffset="61729.27">4017 12419 9781,'2'-11'630,"8"-11"-270,-4 10 989,10-15 360,-8 18-1259,0 9-91,-16 23 1,-8 10-180,-3 11-150,0-9 0,-5 6 0,-1 0-60,1-5 0,-2 0 0,0 0-30,3-2 0,-1 0 0,0 1-60,-4 4 0,-1 0 1,4-5-61,5-8 0,3-3-270,-10 15 270,38-32 90,29-25 45,-5 4 0,2-2 0,-4 0 0,0 1 0,4 0 0,-4 3 45,1 2-135,-6 5 1,-2 1-46,0 3 90,15-1-90,-7 1 180,2-5 0,5-8 90,-12 1 90,5-21-90,-22 18 0,10-17 89,-16 23-179,-1 8 45,-10 23 0,-5 13-45,2-4 0,0 3 0,-3 7 0,0 2-180,2 7 1,2 0-406,4-10 0,3 0 116,4 12 1,3-2 0,1-14 0,3-4 0,5-7 0,0 1 0</inkml:trace>
  <inkml:trace contextRef="#ctx0" brushRef="#br0" timeOffset="63788.27">7040 12519 9781,'-2'-11'450,"-5"4"-270,-13 4 180,-23 14-270,14-3 0,-5 10 0,1 2 0,10-2 0,-4 9 0,4 2-90,13 0 44,3-4 1,5 1 45,19 6 0,10 0-90,-4-8 0,5-2 0,0 1 0,2 3 0,0-1 0,2-1-30,1-2 0,0-2 0,0 0 0,-2 1 0,-1-1 0,-3 0 30,-1-1 0,-2 3 0,6 9 0,-10 3 180,-28 9-90,-8-16 0,-7-2-45,-3-5 0,-4-2 90,-14 1 0,-2-3-315,13-6 0,1-3-135,1 1 1,4-3-2565,2-9 2879,31-10 0,12-8 0,12-4 0</inkml:trace>
  <inkml:trace contextRef="#ctx0" brushRef="#br0" timeOffset="68163.27">7853 12947 7713,'-16'-5'1799,"4"-1"-1350,-2 1 181,6 1 359,2 1-449,27-3-450,-8 4 45,12-2 0,7 1-105,1 2 0,3 1 0,-2 0-75,2-1 0,2 1-775,1 0 1,6 1 0,0 0 0,-9-1-273,-9 2 0,-2-1 714,8 0 0,5 0 0,-8 0 0,-3-2 0,9 0 0</inkml:trace>
  <inkml:trace contextRef="#ctx0" brushRef="#br0" timeOffset="68464.27">8097 12679 10051,'-5'-12'1080,"1"2"-900,2 19-1,1 28-89,2 6-30,0-2 0,-1 9 0,1-1-150,1-9 0,0 0 0,0 1-23,0-4 1,0 2 0,0 0 0,1-2-338,2 7 0,1-1 0,2-5 450,5-5 0,1-4 0,0-3 0,1-4 0,19 4 0</inkml:trace>
  <inkml:trace contextRef="#ctx0" brushRef="#br0" timeOffset="68940.27">8999 12577 10141,'-6'-10'900,"1"1"-720,6 3 719,16-4-359,19 3-450,-9 3 0,2 1 0,17 2 0,1 4-45,-1 3 0,-2 1-1,-5-3 1,-1 3-45,1 14 0,-8 4 0,-16-1 0,-16 8 0,-7 9 0,-5-4 0,-10-2 0,-5-2 0,7-5 0,-1 3 0,-3 0 0,0-2-77,-3 0 0,-2-2 0,0-1 0,3-1 77,-7 5 0,2 1-796,0 1 0,-1 2 0,9-6 796,8-4-533,19 25 623,38-37-90,-17-3 0,5-2-60,16-6 0,9-5 0,-6 0 15,-12 1 0,1-1-502,-2 0 1,7-2 0,4 0 0,0-1 0,-3 0 0,-6 1 181,11-4 1,-2 0 0,-6 2 0,5-1 0,-1 0 0,-8 0 0,-5 0 0,-1-1 0</inkml:trace>
  <inkml:trace contextRef="#ctx0" brushRef="#br0" timeOffset="69137.27">10490 12986 12120,'1'-10'1619,"1"1"-3418,1 4-1079,2 13 809,-4-2 2069,-1 10 0,-14-3 0,-4 1 0</inkml:trace>
  <inkml:trace contextRef="#ctx0" brushRef="#br0" timeOffset="71528.27">4475 14112 9422,'16'-37'3276,"-32"2"-2864,-20 13-323,-4 17 1,-6 8 30,4 10 0,-3 7 0,8 6-120,11 5 0,7 4 0,1 1-30,-3-3 0,1 1 0,13 1-60,17-2 0,11 2 0,7-2 0,-2-3 0,3-5 0,1-3 1,2-1 29,5 5 0,2 1 0,-4-3 60,-2-2 0,-8 0 90,-13 3 0,-10 0 90,-25 10-91,-14-6 1,-7-2-45,15-12 0,-3-1-158,-1 0 1,-6 1 0,1-1 0,6-3-338,-13 6-1189,-6 0 1,18-4 1085,40-12 1,13-5-1,19-5 1</inkml:trace>
  <inkml:trace contextRef="#ctx0" brushRef="#br0" timeOffset="71773.27">5362 14415 11580,'-17'-20'2249,"-1"0"-1799,13 12-90,7-4-360,41-3-630,-9 7 0,3 2-135,-1-1 1,1 2-875,2 3 1,-4 2 1243,-14 2 0,-5 4 0,-16-2 0</inkml:trace>
  <inkml:trace contextRef="#ctx0" brushRef="#br0" timeOffset="71961.27">5337 14603 10771,'-1'8'1439,"7"-3"-899,22-8-420,3-1 0,6-2 0,-2 1-255,-3 0 0,2 1-473,1-1 1,5-1 0,1 1 0,-5 0 607,9-1 0,-3 0 0,5-1 0,0-2 0,-6 1 0,0 0 0</inkml:trace>
  <inkml:trace contextRef="#ctx0" brushRef="#br0" timeOffset="72636.27">6681 14165 10591,'2'-23'2878,"5"-10"-1978,-2 5 179,4 0-764,-23 47 0,-4 13-315,-1-2 60,-3 6 0,-6 8 0,1-2-60,8-12 0,1-3 0,0 1-45,-9 13 0,-1 0-105,7-8 0,-1 0 0,5-5-120,1 10 180,-6 6 0,28-28 0,14-22 90,6-1-45,-3 0 0,3-1-45,1 3 0,1 1 0,-1 0 1,0 0-91,6 3 0,-2 1-90,15 1 180,-8 1-270,7-9 360,-27 1-180,20-21 180,-25 9 90,6-14 0,-12 5 0,-2 11 0,-1-1 90,-9 42 0,-2 13-90,1-8-30,0 10 0,-2 9 0,2-7-60,0 0 30,4-9 0,1 4 0,1-6-30,4 5-90,0-9 0,3-3-1979,14-2 1249,10-23 1,0-7 0,3-17 0</inkml:trace>
  <inkml:trace contextRef="#ctx0" brushRef="#br0" timeOffset="72878.27">7276 14498 11670,'-2'-11'2069,"17"-3"-1889,0 9 135,8 0 0,4 0-225,22-1-270,0 0-1459,-9 3 1,-2-1 982,-1-3 1,-10 2-1,-1-1 1,2-6 0</inkml:trace>
  <inkml:trace contextRef="#ctx0" brushRef="#br0" timeOffset="73333.27">8201 14217 10951,'-11'-23'1638,"0"1"0,17-19 33,35 13-1626,-13 18 0,5 5-75,2 7 0,3 3 0,-3 2-15,-1 0 0,-5 7-45,-5 11 0,-4 9 0,-12 0 30,-19 2 0,-14 0 0,1 0 60,10-1 0,1 1 0,-7 0-23,-11-1 1,-9 1 0,1-2-1,9-3 68,9-4 0,10 1-90,9 12 0,17-4-615,17-20 1,14-9-1,0-1-30,-4-1 1,-1-2 0,2-1 324,-4-3 1,2-2 0,-3 0 0,-5-1 0,-5-2 0,-4 0 0,5-2 0,0-1 0</inkml:trace>
  <inkml:trace contextRef="#ctx0" brushRef="#br0" timeOffset="73591.27">9257 14521 12120,'-11'-23'3276,"4"6"-2774,46 5-1941,-6 8 0,1 2 1439,-7-1 0,-1 1 0,5 0 0,-6 0 0,-16 2 0</inkml:trace>
  <inkml:trace contextRef="#ctx0" brushRef="#br0" timeOffset="73783.27">9177 14694 11760,'5'4'1169,"17"-4"1,10-2-2809,14-2 1,3-1 1091,-5 0 1,0 0 0,7-2 0,-5 0 0,-4-4 0</inkml:trace>
  <inkml:trace contextRef="#ctx0" brushRef="#br0" timeOffset="74251.27">10599 14343 11311,'-37'-32'1978,"15"12"-718,5-8-631,57 15-2268,-6 10 1,2 1 1151,-1 1 0,1 2 460,-2 5 0,0 3 0,-4 2-63,12 16 4,-17-15 0,-6 4 41,-14 15 0,-12 5 105,-14-5 0,-10 1 0,1 0-30,4 6 0,0 1 0,-1-1 0,-4-6 0,-2-1 0,7 0 82,8 7 0,12-5-112,14-18-262,22 5 1,7-3 81,10-6-539,-11-9 0,9 0 0,3-3 1,-5-3 718,-3-7 0,-2-3 0,1 0 0,9 2 0,2-1 0,-5-3 0,-5-12 0,1 1 0</inkml:trace>
  <inkml:trace contextRef="#ctx0" brushRef="#br0" timeOffset="74725.27">11274 14010 9692,'-37'-31'409,"1"0"1,-1 1-1,1-1 1,-3 10-1,-3 1 1,-1 3 0,-3 4-1,-1 3-209,6 6 0,-3 4 0,-1 2 0,-1 2 1,1 1-1,1 1 0,2-2-292,-6-1 0,1-3 0,2 3 0,2 5 0,2 11 159,9 7 1,0 7-1,1 7 1,2 5-1,2 2 1,4 1 0,4-1-1,6-2-270,4-1 0,6 0 0,5 1 0,3 0 0,2 1 0,1 1 0,1 0 273,0-3 0,1 2 0,1 2 1,1 0-1,2-1 0,2 0 1,2-2-1,3-1 0,2-4 12,2-2 1,3 0-1,1-1 1,3-2-1,2-2 1,2-2-1,1-3 1,2-4-1,2-4-78,2-4 0,4-5 0,3-4 1,2-3-1,1-3 0,0-1 0,0-2 1,-2 0-1,-2-1 0,-4 1 12,3 0 1,-2 1 0,-2-1-1,-1-2 1,0-3 0,-1-4 0,1-6 6,-5-1 0,2-5 0,2-2 0,1-4 0,-1-2 0,-1-2 0,-3-2 0,-4-1 0,-5-1 1,-7 1-1,-7-1 51,-7-5 0,-9-2 0,-6-1 0,-6-2 1,-4-1-1,-3 1 0,0-1 0,0 1 1,1 2-273,1-1 1,-1 0 0,-1 1-1,-2 0 1,0 0 0,-2 1 0,0 0-1,-2 1 1,0 1 197,1 3 0,1-1 0,-2-1 0,1 0 0,-2 1 0,-1 2 0,-2 4 0,-2 2 0,-2 6 0,-2 4-328,-6 6 0,-5 3 0,-5 4 1,-2 5-1,-1 2 0,1 4 1,2 2-1,4 3 0,6 3 1,7 2 130,-5 12 0,11 8 0,3 4 1,-5 0-1,-1-8 0,-6 0 0,-2 1 1,3 2-1,6 0 0,10 2 0,21 12 1,0 1-1,0-1 0,0 1 1</inkml:trace>
  <inkml:trace contextRef="#ctx0" brushRef="#br0" timeOffset="74917.27">12376 14632 4018,'-1'-36'2159,"-19"10"-3798,-22 7 1,-5 3 1414,21 9 0,-1 2 0,-6 2 0,-4 2 0,7 1 0,-5 3 1</inkml:trace>
  <inkml:trace contextRef="#ctx0" brushRef="#br0" timeOffset="93162.27">1804 4287 8252,'-13'-4'1889,"3"0"-1619,11 0 270,14 0-180,14 0-181,-2 1 1,2 0-135,-4 1 0,1-1-180,9 0 0,0 0-270,-9 1 1,-1 0-406,19-1 810,-17 2 0,-16 0 0,-7 2 0</inkml:trace>
  <inkml:trace contextRef="#ctx0" brushRef="#br0" timeOffset="93416.27">1955 4299 11131,'-8'31'629,"2"-4"-479,0 9 0,1 9 0,0-1-285,0 1 0,0 0 105,1-6 0,-1 2 0,1-2-1609,2 8 1,2-8-775,1-17 2732,1 17-319,0-25 0,-1-4 0,1 0 0</inkml:trace>
  <inkml:trace contextRef="#ctx0" brushRef="#br0" timeOffset="93629.27">1718 4911 9242,'0'9'899,"13"0"-449,19-9-360,1 1-135,12-8 0,4-4-1125,-14 2 1,-1 0 1169,14-3 0,-1 0 0,-16 2 0,-3-1 0,6-2 0</inkml:trace>
  <inkml:trace contextRef="#ctx0" brushRef="#br0" timeOffset="94297.27">2162 4666 10321,'1'-17'2069,"1"4"-1529,16 39-450,-12-13-90,12 26 90,-19-5-180,0-13 90,-2 4 0,-1 0 0,1-7 0,-4 8 0,6-20-90,-1-2 90,5-20-90,3-10 90,6-15-45,-1 13 0,-1 1 45,3-2-90,11-11 0,-16 33 90,13 4 0,-8 18 0,2 6 0,-2 0-90,-1 4 180,-1-6-90,-1-3 90,-1-4-90,6-17 0,-5 0 0,26-22 0,-16 8 0,14-12 0,-9 11 0,-3 17 0,-4 6 0,-5 26 0,-6 9 0,-2 2-180,3 3 0,-3-21-1169,13 0 1349,11-25 0,4 1 0,9-14 0</inkml:trace>
  <inkml:trace contextRef="#ctx0" brushRef="#br0" timeOffset="94924.27">3020 4645 10141,'-21'-20'2159,"6"6"-900,-23 7-1169,23 8 90,-10 14 0,1 7-270,13 1 0,-2 1 0,5 0-360,27 4 1,29-16 449,-19-14 0,2-5 90,0-3 0,-1-4-45,-8-3 0,-5 0-45,-1-3 179,-8 22-89,-5 5-90,-1 25 90,-2-3-90,-1 16 45,2-10 0,1 10 0,0 1 0,0-7-45,0-2 0,-1 1 36,2 0 0,0 7 0,0 3 0,0-3 0,-2-11 9,-1-6 0,0-5-45,2 14 0,-3-6 90,-11-18-90,-9-22 0,-4-9 45,-1-1 0,-1-2 15,-2-4 0,-1-3 0,3 2-60,0 0 0,8-2 0,14-17 0,13 1 0,19 12-338,3 10 1,11-3 0,2 0 0,-5 4-338,-1 3 0,0 2-145,-2-1 1,5-1 0,-2 0 0,-6 4 491,11-7 1,-2-3-1,-24 11 1</inkml:trace>
  <inkml:trace contextRef="#ctx0" brushRef="#br0" timeOffset="95100.27">3483 4733 11670,'5'-7'2069,"-1"0"-1799,2 4-900,1 0-2647,5 5 168,-8 3 3109,-2 2 0,-16 7 0,-3 0 0</inkml:trace>
  <inkml:trace contextRef="#ctx0" brushRef="#br0" timeOffset="95673.27">1492 5796 9871,'-6'-10'1979,"-1"-3"-1439,6 8 0,4-8 89,15 1-89,24-3-450,-6 5 90,5 6 0,0 2-180,-7 3 0,4 4 0,-1 5-90,-6 17 0,-2 9 0,-30 3 0,-9 3 0,-9-3 0,-4 0 60,7-8 0,-1 0 0,1-1-861,-6 8 1,5-4 890,4 0-1084,53-11 634,0-24 270,-11 2 0,3-2-720,5-6 1,-1-2 899,-8 1 0,0-2 0,3-1 0,0-1 0,-8-1 0,1 1 0</inkml:trace>
  <inkml:trace contextRef="#ctx0" brushRef="#br0" timeOffset="95930.27">2097 5801 11131,'-1'-7'1799,"0"-1"-990,3 4-179,27 9-450,-9-2-61,12 10 1,10 7 0,-6-2-299,4 3-541,-4 0 0,6 4 1,-10-3 719,-10 1 0,8 4 0,-26-18 0</inkml:trace>
  <inkml:trace contextRef="#ctx0" brushRef="#br0" timeOffset="96116.27">2406 5821 10051,'-13'-22'1619,"-6"5"-899,-2 26-270,-8 11-315,4 10 0,1 4-315,8-9 0,2 2-990,-7 18 1,3-1-2108,5 1 3241,4-3 1,9-21 0,1-6 0</inkml:trace>
  <inkml:trace contextRef="#ctx0" brushRef="#br0" timeOffset="96523.27">2695 5724 11311,'-3'-10'2338,"4"1"-2158,2 6 0,6 0 270,22 0-360,-8 1 45,9 0 0,6 0-46,-4 3 1,1 1-90,-3-1 0,2 2 0,11 8 0,-10 9-45,-29 5 0,-7 5 45,4 4 0,-6 1 0,-14-1 0,-9 0 0,-1-1 0,3-5 0,-2-2 0,2 0 0,-9 8 0,3-1 0,0 2 0,9-3 0,17-10-179,19 10-1,11-30 0,5-6-135,2 1 0,2-3-525,2-3 1,3-3 0,-4-1-800,3-2 1,-2 0 1407,4-3 0,-2 0 1,-14 3-1,-4 1 0,10-9 1</inkml:trace>
  <inkml:trace contextRef="#ctx0" brushRef="#br0" timeOffset="96719.27">3388 5968 12300,'-16'0'3276,"-9"-1"-6462,11 1 3186,4 3 0,-4 0 0,10 5 0</inkml:trace>
  <inkml:trace contextRef="#ctx0" brushRef="#br0" timeOffset="98012.27">16148 7855 11131,'33'-20'674,"-8"6"1,2-1-450,1 1 0,0 0-180,0 0 0,2-2 44,1-2 1,5-5 0,-1 0 0,-4 3-1408,-4 2 1,0-1 1227,4-3 0,5-4 0,-2 1 0,-7 5 703,3-4-1108,-5 3 0,-2 3 495,-13 10 0,0-1 0,-8 7 0</inkml:trace>
  <inkml:trace contextRef="#ctx0" brushRef="#br0" timeOffset="98912.27">17211 7094 9781,'-5'-11'270,"-2"0"180,-6-1 90,-11 2-360,4 1-1,-12 14 91,11 18-180,-4 13 0,14 2 0,6 5-120,5-10 0,4 2 0,0-1-30,-1 0 0,1 0 0,2 0 0,3 0 0,1 0 0,-1-2-75,1 7 1,-1-4 44,1 9 45,-8-14 0,-4-1 45,-9-4-45,-4-5 0,-3-2 45,-11 3-90,-5-3-2429,-2-13 1170,22-6 1349,-9-1 0,17-6 0,0-1 0</inkml:trace>
  <inkml:trace contextRef="#ctx0" brushRef="#br0" timeOffset="99129.27">17003 7508 10771,'6'-13'989,"27"-4"-899,-9 11-360,12-3 1,3-1-1370,-14 1 1,-1 1 982,3 0 1,-1 0-1,10-9 1,-23 9 0</inkml:trace>
  <inkml:trace contextRef="#ctx0" brushRef="#br0" timeOffset="99373.27">17363 7380 12030,'5'45'270,"-3"-19"0,0 1-1909,-2 2 1,0-1 1580,0 13 0,-2-23 0,1-12 1</inkml:trace>
  <inkml:trace contextRef="#ctx0" brushRef="#br0" timeOffset="99624.27">17447 7044 10591,'3'-10'1169,"1"4"-4446,1 6 2904,0 3 1,-1 3-1,-3-4 1</inkml:trace>
  <inkml:trace contextRef="#ctx0" brushRef="#br0" timeOffset="99988.27">17666 7083 10321,'4'-19'2069,"0"0"-1529,-1 11 179,1-1-449,3 18-90,-4-1-45,-1 22 0,-3 6-45,-1 1-120,0-4 0,-1 6 0,0-2-105,0 2 0,0-1 45,1 4 0,0 1-180,2-3 0,2-3-1079,12 2 90,2-10 1259,8-24 0,-5-17 0,2-6 0</inkml:trace>
  <inkml:trace contextRef="#ctx0" brushRef="#br0" timeOffset="100321.27">17922 7108 10321,'5'-11'1979,"0"0"-1709,-1 2 1619,1 0-1709,1 11 89,-3 6 1,0 17-90,-5 7 0,-1 5-1819,0 12 1,0 0 1535,-1-8 1,1 0-489,2 9 1,2-6-490,6-13-89,2 5-2108,5-14 2679,-6-15 1,0-4-1,-5-3 1</inkml:trace>
  <inkml:trace contextRef="#ctx0" brushRef="#br0" timeOffset="100528.27">17936 7349 10051,'0'-9'1619,"16"1"-1529,-3 4 0,19 0-1619,13-2 1529,-1 1 0,-18 2 0,-1-1 0,9 0 0</inkml:trace>
  <inkml:trace contextRef="#ctx0" brushRef="#br0" timeOffset="101304.27">18184 7441 10681,'7'14'2698,"-4"-6"-1978,39 3-720,-24-10 90,28-2-270,-23-10 90,0-2-360,-7-23 180,-24 13 181,-4-5-1,-22 24 0,2 25 0,3 4 90,14 3 0,4 1 0,3-1-45,5 1 0,4 0 45,11 1 90,7 3-90,21-8 0,-16-17 0,6-9 0,0-5 0,-7-4-90,8-16 0,-2-5 0,-10-5 90,-3 9 0,-3-1-180,-6-22 180,-6 30 0,0-13-180,-6 17-90,1 7 270,8 2-90,2 6 0,20 4 0,-6-3 180,19 2 0,-22 0 90,7 10 90,-22 9-180,1-1 90,-10 27-90,4-25-45,0 3 0,2 1 45,4 3 0,3 3-450,16-3-2917,25-15 977,-10-4 1644,-11-8 1,-1-4-1,8-5 1,2-2 0</inkml:trace>
  <inkml:trace contextRef="#ctx0" brushRef="#br0" timeOffset="102167.27">19329 7420 11580,'-10'-3'1260,"-3"-1"-541,-4-1-269,-5 0 90,-23 4-360,1 21-270,3 3-45,25-1 0,5 2-225,12 17 270,5-7-270,26 4 270,-16-27 0,13-6 0,4-6-89,6-14 134,-8 1 0,1-5-15,-8-4 0,-2-6 0,-2 1 15,0 3 0,-1-4 22,-2-2 1,1-7-1,-1 1 1,-3 5-23,-3 5 0,-1 0 75,2-14 0,2-5 0,-4 7-30,-1-1 45,-1 7 0,-6 12 45,-6 24 0,-6 22 0,0 9-90,1-3 0,-1 2 30,1-1 0,0 3 0,1-1 14,0 13 1,4 0-1684,7-4 1,2-1 1580,-4-8 1,5-3-1368,18-3 1,4-8 704,-7-15-919,5-2 1,-1-3 1223,-7-6 1,10-9-1,-7 1 1</inkml:trace>
  <inkml:trace contextRef="#ctx0" brushRef="#br0" timeOffset="102407.27">19757 7415 13110,'3'26'-45,"0"1"0,2 14 45,-2-15 0,0-1 0,0-5 0,2 6 0</inkml:trace>
  <inkml:trace contextRef="#ctx0" brushRef="#br0" timeOffset="102634.27">19734 7042 11041,'-1'-24'1709,"11"19"-2249,-6 9 540,8 25 0,-11-14 0,0 10 0</inkml:trace>
  <inkml:trace contextRef="#ctx0" brushRef="#br0" timeOffset="103293.27">19958 7340 10411,'7'6'2609,"1"3"-1260,1 9-1169,-3-5 179,1 20-538,-7-2-1,-2 6-135,-1-11 0,-1-1 135,-1 2 0,-1 12 90,4-29 180,1 5 0,6-17 180,15-28-1876,-5 7 0,0-1 1606,-2 2 0,0 1-170,3-3 0,-1 6 170,-4 10 0,5 2 0,-4 16 0,-5-2 0,0 19 89,-5-14 3187,1 8-2339,-1-12-757,13-12-90,-6-1-90,21-17-90,-7 5 509,1 0-599,7 3 180,-19 12-90,8 16 0,-17 3 90,0 13-179,-6 11-271,3-12-540,4 5-2287,17-20 2949,4-12 1,16-3-1,-2-6 1</inkml:trace>
  <inkml:trace contextRef="#ctx0" brushRef="#br0" timeOffset="103436.27">20856 7564 12570,'5'-10'3276,"-3"-5"0,-3 3-2722,-3-5-3831,0 5 2589,-18 5 1,-5 3 0,-18 5-1</inkml:trace>
  <inkml:trace contextRef="#ctx0" brushRef="#br0" timeOffset="111779.27">13069 9089 6993,'-11'0'1979,"-3"-1"-1080,7 1 1278,-5-1-1940,25-1-34,22 1 0,6 0-143,-14 0 1,4 0 34,9 1 0,8 1 0,2-1 1,-8 0-26,-5 0 0,1 0-6,-3 0 0,7 1 0,2-1 0,-2 0 0,-5 1 53,10-2 1,-2 0-28,0 1 1,3 0 0,-4-1 228,-1-1 1,-5 1-42,8-1 269,4-4-344,-39 4 108,8-5-183,-13 4-140,0-2-192,-2 2-181,0 0 335,1 0 1,-11 2 0,-1-1 0</inkml:trace>
  <inkml:trace contextRef="#ctx0" brushRef="#br0" timeOffset="127224.27">10947 15932 7892,'-8'0'3276,"0"-1"-2504,34-2-547,11 2 0,7 3-195,-10 4 0,1 1 0,-1 1 15,16 3 0,-8 7 0,-19 11 0,-16 6-1116,-22-5 0,-14 1 1,1-2 1070,4 1 0,-2 1 60,-6 1 0,-3 3 0,19-4-150,39-3 0,14-2-727,-11 1 1,1 1 0,2-3 816,4-7 0,3-3 0,-6 4 90,-3 7 0,-4 4 0,-17-2-23,-23-7 1,-18-2-1,-6 0 1,5 2-878,0 12 1,2 3-1,-3-3 810,2-12 0,-3-2 0,2-1 0,9 0 0,-7 19 0,62-35 0</inkml:trace>
  <inkml:trace contextRef="#ctx0" brushRef="#br0" timeOffset="128504.27">15117 16121 8792,'-3'-9'2698,"-3"3"-2338,-13 6-90,-19 8-225,13-2 0,-1 1-45,-21 8 45,23-5 0,2 2-45,-14 16 0,9-4 0,2 6-180,22 15 90,5-16-45,10 6 0,7 2 0,8-6 0,4-2 135,-7-2 0,2-1-90,8 4 1,-2-4 89,-10-9-90,9 12 269,-26-5 1,-10 0-45,-29-3 0,-10-4-135,1-2-135,-4-1 0,1-1-404,17-5-2070,-6 5 2609,16-6 0,7-1 0,11-6 0</inkml:trace>
  <inkml:trace contextRef="#ctx0" brushRef="#br0" timeOffset="128768.27">15491 16471 9871,'-11'-13'2069,"-2"-4"-1169,9 10-630,13-3-630,16 10 0,7 4-1279,0-1 1,0 0 1214,3 1 0,-3 0 0,6 3 0,-33-4 0</inkml:trace>
  <inkml:trace contextRef="#ctx0" brushRef="#br0" timeOffset="128946.27">15471 16651 10681,'-10'6'1349,"11"-2"-1169,11-3-450,29-3-539,2-1 340,-1-2 1,2-1 0,-17 1 0,-1 0 0,10-3 0,0 0 0</inkml:trace>
  <inkml:trace contextRef="#ctx0" brushRef="#br0" timeOffset="129623.27">16399 16327 9781,'-6'-13'720,"-1"-3"-360,3 3-90,1-1-1,5 4 1,13 0 0,18 2-225,-7 7 0,3 3 0,5 5 0,-1 3-45,-6 0 0,-7 4 45,-13 19 0,-12 3 0,-8-9 0,-8 0-15,-4 3 0,-5 2 0,1-1 0,3-8 0,1-2 0,1 1 0,-2 4 0,1 1 0,4-2 15,3-1 0,11-2-180,19 3 0,14-5-180,19-11 0,8-7 45,-18 1 0,1-1 1,-1 0-46,15-3 0,-2-3 315,-9-1 0,-4-2 0,0-3 0,-9 2 0,0 0 0</inkml:trace>
  <inkml:trace contextRef="#ctx0" brushRef="#br0" timeOffset="129849.27">17157 16600 11400,'-12'-15'2339,"-2"-1"-5616,4 4 2949,-3 11 1,2 6-1,-4 10 1</inkml:trace>
  <inkml:trace contextRef="#ctx0" brushRef="#br0" timeOffset="131954.27">11345 17551 7083,'8'-21'2519,"-1"0"-1710,-5 14-359,-12 21-360,2-3 90,-9 20 0,-2 6-136,7-14 1,0 1-45,-2 6 0,-2 4 0,2-3 0,-2 1 0,1-1-90,-3 10 1,0-3 89,1-1-135,5-12 0,2-4 45,6-10 0,-2 7 90,11-15-90,12-8 90,3-4-270,22-15 270,-19 11-180,3-1 0,1 2 0,2 2 45,-2 1 1,1 1 44,9-1 0,-13 4 0,1-1 180,14-8 0,-9 4 269,-3-9-179,-21 13 90,3-5-180,-14 22 180,-8 26-180,5-11 0,0 3 45,-1 19 0,1 2-90,5-9 0,2 1-45,4 0 0,3 4 0,1-4-135,3-1 0,3-1-285,2-4 0,4 1 0,1-7-929,7-6 0,2-6 880,0 0 1,2-6 0,1-9 0,-1-5 0,-5-1 0,1-1 0</inkml:trace>
  <inkml:trace contextRef="#ctx0" brushRef="#br0" timeOffset="132653.27">15322 17573 9332,'-5'-11'719,"1"2"-269,1 1 360,-1 0-631,-2 4 91,-6 0 0,-17 10-135,4 1 0,-2 1-90,-2 1 0,-2 2-1684,-9 8 1,2 2 1523,-2 2-554,15 4 0,7 2 489,16 3-153,4-5 1,5 2 197,10-2 0,5-2 0,2 1 0,2 0 90,-1-3 0,1-2 45,-2-2 0,-3-2 90,1 4 0,-6-4 360,-23 7 2397,0-12-2667,-14 5 0,-2 0-90,1-5-180,-8 4 0,0 0-180,12-6 605,-16 9 1,43-16-1,2 1 1</inkml:trace>
  <inkml:trace contextRef="#ctx0" brushRef="#br0" timeOffset="132904.27">15895 17973 10411,'-26'-29'2249,"7"5"-1620,11 9-89,18 4-630,19 5-180,-2 0-1529,19 6 1080,-32 0-1080,9 1 1799,-17 1 0,-3-1 0,-2-1 0</inkml:trace>
  <inkml:trace contextRef="#ctx0" brushRef="#br0" timeOffset="133099.27">15851 18020 10231,'-7'4'990,"0"0"-361,12 1-539,20 0-360,-4 0-3007,16-2 1583,-15-3 55,4-1 1,2-1 1220,9-1 0,-3-1 0,0-1 0,11-5 1</inkml:trace>
  <inkml:trace contextRef="#ctx0" brushRef="#br0" timeOffset="133734.27">16747 17601 10051,'-10'-20'2429,"5"10"-2069,-7 17-181,-5 22 1,-3 11-90,0-2 0,-3 4 0,0-2-90,3-4 0,1-1 0,-1-1 0,-3 3 0,0-2 0,4-5 0,-1 3-90,17-14-90,24-15 91,20-11-1,-5-3 0,-10 5 0,-2 1 0,2 1 0,4 0 0,7-7 0,-4-12 90,-2 4 45,-10 1 0,-3 0 135,-9 8-180,6 3 270,-33 43-180,6-7-1131,-2 2 0,-3 6 0,2-5 1131,0 4-180,3-5 0,1 7 0,7-7-2158,18 3 2248,9 5 0,13-32 0,3-20 0</inkml:trace>
  <inkml:trace contextRef="#ctx0" brushRef="#br0" timeOffset="133977.27">17284 17978 10681,'-9'-8'1619,"0"2"-450,5 2-809,11 0 0,13 3-360,11 0-450,-7 1 0,3 0-1189,9-3 1,1-2-1,-9 1 1,-1 0 982,9-3 1,-3-1-1,5-7 1,2-1 0</inkml:trace>
  <inkml:trace contextRef="#ctx0" brushRef="#br0" timeOffset="134311.27">18100 17627 10141,'5'-14'1439,"0"-1"-899,-2 9 180,1 0-1,0 2-359,-1 14 0,-2 8-90,-6 22 0,-4 7-226,4-20 1,-1 1 45,-5 15 0,-2 7 0,1-8-90,3-15 0,1-2 0,-6 12 0,0 3-585,3-3 1,0-2-675,-1 10-380,3-8 1,1-3 1467,5-9 1,2-10 0,0-10 0</inkml:trace>
  <inkml:trace contextRef="#ctx0" brushRef="#br0" timeOffset="134600.27">18509 18283 11490,'-5'-12'2519,"-3"4"-3149,1 5-2647,-9 10 3062,2 4 0,-8 3 0,1-4 0</inkml:trace>
  <inkml:trace contextRef="#ctx0" brushRef="#br0" timeOffset="135017.27">18477 18718 11850,'-18'-26'1619,"-12"4"-1417,4 11 1,-8 0-1,-5 0 1,-7 1-501,11 4 0,-5 0 0,-2 0 0,-5 1 0,-1-1 0,-3 1 0,-2 0 0,-1 0 1,-2 0-1,1 0 0,-1 0 210,13 1 0,-2 0 1,0 0-1,-2 0 1,0 0-1,-2 0 1,0 0-1,0 0 1,-2 0-1,1 0 0,-2 0 1,1 0-1,-1 1 1,0-1-1,0 0 1,-1 1-1,1-1 1,0 1-1,0 0-14,5 0 0,0 0 1,0 1-1,-1-1 1,-1 1-1,1-1 1,-1 1-1,0-1 0,0 1 1,0 0-1,-1-1 1,1 1-1,-1 0 1,1 0-1,-1 0 0,1 0 1,0 1-1,-1-1 1,1 0-1,1 0 1,-1 1-1,1-1 0,0 1-55,-3-1 1,0 1 0,-1 0 0,0 0 0,0-1 0,-1 1 0,1 0 0,0 0 0,-1 0 0,2 1 0,-1-1 0,1 0 0,1 1 0,0-1 0,1 1 0,1-1 0,1 1 0,1 0 0,2 0 0,0 0 0,2 0-27,-13 0 1,1 0 0,1 0 0,2 1 0,1-1 0,2 1 0,1 0 0,2 0 0,2 0 0,2 1 0,2 0 0,-19 1 0,0 2 0,6 0 0,12-1 0,16-1 0,17-3 0</inkml:trace>
  <inkml:trace contextRef="#ctx0" brushRef="#br2" timeOffset="191604.27">16710 11774 8072,'0'-9'2879,"3"17"-2789,-2-3 90,2 38-90,-1-24-46,-1 8 1,0 2 45,-2 10 0,1 9-45,-1-20 0,0-2-45,0 16-90,0-9-179,1-7-991,1-19 1260,5-4 0,0-9 0,4-7 0</inkml:trace>
  <inkml:trace contextRef="#ctx0" brushRef="#br2" timeOffset="193804.27">17476 11811 11670,'-19'17'360,"-10"21"-270,14-9-90,3-5 0,1 2 45,4 2 0,3-2-45,-2 6 45,7-1 0,3-3-45,1-11 0,15 20 0,1-26 90,5 1-90,16-14-90,-3-19 90,-1-7-45,-20 5 0,-5-2 45,-8 0 0,-3 0 0,0-15-45,-15 3 0,-8 3-45,0 18 0,-3 2 0,-3-9 0,-2 3-450,-8 15 1,2 8-810,-2 7-990,-5 10 2339,28-6 0,8 5 0,5-4 0</inkml:trace>
  <inkml:trace contextRef="#ctx0" brushRef="#br2" timeOffset="194553.27">18617 11885 8882,'-6'-12'1619,"-1"-4"-1169,5 8 89,-1-4-269,5 4 270,11 0-90,21 3-360,-8 1 90,23 10-90,-35 0-90,6 8 89,-37 21-89,2-12 0,-17 10 0,-2 0 0,4-6-45,-6 5 1,1 0 44,11-7 0,-8 14 0,26-12 0,5-11 0,22 7 0,-6-16 0,31 4-180,2-10-45,-21 0 0,2-1-765,9-1 1,-1-2 442,-11 0 1,-1 0 0,1-1 0,-1 0 0,8-5 0</inkml:trace>
  <inkml:trace contextRef="#ctx0" brushRef="#br2" timeOffset="195127.27">19453 11909 10051,'5'-11'810,"-2"1"-360,-3-2 269,-5 1-179,-3 0 179,-12 4-539,6 6 270,-21 13-180,7 13-180,-4 2 45,15 2 0,3 0-45,5-1-45,6 8 0,5 0-45,10-4 0,6 13-45,4-26 0,3-5-45,0-10 0,2-3 45,8 4 0,1-5-90,3-12 0,-3-7 90,-6-4 0,-4-2-45,-3 0 0,-5-2 45,-6-9 0,-7 1-45,-7-7 0,-13 7 0,-5 2 0,-13 8-90,4 8 1,-4 5-316,3 13 0,2 6-45,-19 4 540,19 6 0,4 3 0,6 3 0,-5 14 0</inkml:trace>
  <inkml:trace contextRef="#ctx0" brushRef="#br2" timeOffset="195361.27">20108 12117 11670,'7'-7'1350,"-1"0"-1350,-3 3 0,-5 12 0,-3 2 0</inkml:trace>
  <inkml:trace contextRef="#ctx0" brushRef="#br2" timeOffset="196353.27">16781 12623 12390,'-40'18'1079,"15"-8"-944,0 13 0,1 6 45,0 12-135,9-18 0,2 1-45,4 9 0,4-3-90,4-5 0,7 6 0,4-1 0,9-8 45,0-5 0,3-2 45,20-10 0,-7-5-45,-1-15 0,-3-5 45,-6-2 0,5-14 0,-5-4-90,-15-1 90,-2 8 0,-5 0-45,-9 5 0,-5 4-764,-21-9 449,6 5-1709,-14 33 2069,27 14 0,1 7 0,11 3 0</inkml:trace>
  <inkml:trace contextRef="#ctx0" brushRef="#br2" timeOffset="196837.27">17674 12754 10051,'-19'-21'1709,"-6"-5"-1349,16 17 540,-15-7-541,11 14 1,-9 2 180,-13 23-450,14-6 90,-3 11 0,3 3-90,10-7-90,-1 11 0,4 1-90,12-6 0,8 18-45,7-31 0,2-3 135,6 4-90,4-11 0,2-5 0,11-14 90,-9-1 0,1-6-45,-7-5 0,-3-4 0,-3-3 0,-5-3 45,-9-6 0,-9 1-45,-11 2 0,-5 3 0,2 7 0,-5 5-135,-8 4 0,-2 9-899,-18 25 539,8 2 540,18 10 0,5 4 0,11 5 0,3-6 0,0-1 0</inkml:trace>
  <inkml:trace contextRef="#ctx0" brushRef="#br2" timeOffset="197371.27">18659 12858 10051,'-2'-9'900,"-1"0"449,0 1-719,1 1 89,-2 0 1,-17 11-450,4 3-1,-21 19-89,14 7-180,5-3-90,15-2 0,6-1 1,3-6-1,10 18-360,29-18 360,-19-12 45,9-3 0,2-5-45,2-13 45,-8-2 0,-1-5 0,-8-1 0,-3-2 45,-2-1 0,-4-3 0,-9-9 0,-8 0-45,-9 9 0,-3 4 0,0-4 0,-3 6-180,-11 12 0,-1 10-450,6 9 1,2 5 269,2-3 1,2 2 404,2 10 0,5 1 0,10 1 0,2 14 0</inkml:trace>
  <inkml:trace contextRef="#ctx0" brushRef="#br2" timeOffset="197851.27">19647 12851 10681,'-13'-17'989,"2"5"-449,-7-3 180,-8 9-91,-10 15-449,0 5-45,14 3 0,2 3-45,-3 24-180,7 1-45,17-13 0,5 0-45,6-9 0,3-1 90,0 2 0,3-4 45,6-7 1,2-5-46,2-10 0,-1-5 90,17-3 0,-7-16 0,-4-4 0,-9-1 179,-4-11 1,-7-5-90,-14 22 0,-3 0-90,3-6 0,-6 1 45,-17 2 0,-3 6-225,-1 7-420,-3 12 1,-7 5-1,6 3-659,-6 12 1259,8 0 0,-5 5 0,6-1 0,-6 13 0,10-8 0,-1 0 0</inkml:trace>
  <inkml:trace contextRef="#ctx0" brushRef="#br2" timeOffset="200570.27">18704 13580 10141,'14'-9'2159,"0"0"-1080,-8 3 900,2-3-1799,-11 19-90,-4 1-180,-21 31 90,9-17-90,1-3 0,0 0-270,-8 10 45,9-10 1,-1 0-226,-6 11 450,18-14 90,14-18-180,25-17 180,0 1-90,2-1 0,6 5-90,-7 9 1,2 1-91,4 3 270,-17-1-180,12-3 0,-12-6 180,4-5 180,-1-10 90,-9 2-90,-3 3-1,-14 26-179,-4 3 90,-6 19 0,0 3-90,2-3 45,-1 13 0,1 1-45,6-7-90,1-5 0,3 0-809,9 1 359,0-8 540,15-10 0,-6-17 0,12-3 0</inkml:trace>
  <inkml:trace contextRef="#ctx0" brushRef="#br2" timeOffset="201038.27">19686 13715 10861,'-4'-15'1889,"-2"-1"-1260,5 9-179,-6-2 180,-11 7-91,-18 27-449,9-8-90,7 9 0,3 4-180,10 8 1,3 10 44,10-22 0,5-4-135,29 0 270,-8-3-45,2-27 0,-1-10 45,-4-15 0,-7 13 0,-3-4 0,-9-20 0,-12-2 0,-14 10 0,-6 0-45,1-8 0,-5 4-135,-8 10 0,-6 11-660,3 18 1,-3 8 0,3 0-61,4-1 1,1 3 489,-7 5 0,-4 4 1,5 0-1,5 2 1,2 1-1,-10 7 0,0-1 1</inkml:trace>
  <inkml:trace contextRef="#ctx0" brushRef="#br2" timeOffset="201629.27">17711 13704 10861,'-5'-19'1979,"-1"-1"-1530,2 11 181,-13 2-450,7 9 180,-25 23-180,18 1-135,1-1 0,3 2-45,6 18-90,6 1 0,27-6 0,-5-20 0,12-12 0,4-6 90,-12-6 0,1-2-45,14-4 0,0-5 0,-5-10 0,-5-3 45,-9 8 0,-3-1 0,2-5 0,-4-3 0,-12-10 0,-5 0 0,-3-4 30,-8 12 0,-5-4 0,-4 8-30,-1 14 0,-3 6-1639,-19-5 1,-1 5 1310,15 11 1,0 6-513,-1 4 1,-2 4 0,3 3 514,-4 9 1,2 3 0,-4 1 0,2 1 0,11-1 0,0 1 0</inkml:trace>
  <inkml:trace contextRef="#ctx0" brushRef="#br2" timeOffset="203070.27">17875 14447 10681,'-18'-12'1979,"5"3"-1529,-6 0 359,-12 15-629,8-1-90,-11 10 270,-4 14-180,10 1-180,8-6 0,2 3-90,10-2 0,5 0-135,8 3 0,5 1-45,7-3 0,5-4 0,10-1 1,4-7 134,-4-5 0,1-6 45,11-8 0,-1-7 0,-9-6 0,-2-3 90,-3 4 0,-4-4 0,-4-18 0,-9-2 0,-10 3 45,-1 6 0,-7-1-45,-16 4 0,-4 4 90,-3 0-135,-1 2 0,-5 7-630,7 21 1,1 4-136,-9 1 810,9 8 0,6 5 0,15 3 0,1 14 0</inkml:trace>
  <inkml:trace contextRef="#ctx0" brushRef="#br2" timeOffset="203687.27">18979 14586 10411,'-13'-19'2069,"-2"-3"-1799,7 12 359,-7-7-269,3 13 90,-22 8-270,-3 17-225,12-3 0,1 4-135,5 2 0,3 1 0,5-1 0,5 1-180,7 3 1,9-2-91,25 6 360,-15-16 0,2-4 0,10-10 0,2-7 90,-4-8 0,-1-3 0,-3 4 0,-2-3 135,6-21 0,-9-5-45,-21 6 0,-7-1-45,6-5 0,-8 2 0,-16 3 0,-10 9-225,0 18 0,-1 7 0,7-2 0,0 6 180,-13 19 0,7 7 0,14 2 0,5-1 0,-1 0 0</inkml:trace>
  <inkml:trace contextRef="#ctx0" brushRef="#br2" timeOffset="-213893.46">17814 10080 9332,'-6'-9'899,"0"-1"-719,6 3 180,4-1 90,28-2-271,-1 7 1,3 1-225,-1-1 0,1 1-225,12 1 1,-2 2-181,-16 0 0,-2 0-359,18 2 809,-17 1 0,-18-1 0,-5-1 0</inkml:trace>
  <inkml:trace contextRef="#ctx0" brushRef="#br2" timeOffset="-211437.46">18997 10892 10681,'-11'-8'1079,"2"1"-359,-1 16-630,6-2 270,-3 22-91,5-1-269,1-1-359,2 17-361,2-23-719,4 12 1439,2-16 0,-2-8 0,3-2 0</inkml:trace>
  <inkml:trace contextRef="#ctx0" brushRef="#br2" timeOffset="-173018.46">21471 13396 9152,'7'-18'2159,"16"6"-2070,-2 3-404,5 8 1,1 3 314,2 4 0,9 2 0,-15 0 0</inkml:trace>
  <inkml:trace contextRef="#ctx0" brushRef="#br2" timeOffset="-172805.46">21468 13518 9152,'-8'6'1349,"8"3"-1169,5-5 360,21 3-1080,16-5-360,-6 0-494,-10-2 0,-2 0 967,-5-1 1,9-4 0,-8-1 0</inkml:trace>
  <inkml:trace contextRef="#ctx0" brushRef="#br2" timeOffset="-168054.46">22591 12383 8342,'-2'-9'1260,"1"0"-811,0 3 1,0-1 0,0 1 179,0 0 271,0-1-181,1 1-719,-2 0 0,3-1 90,-3 2-90,3-3 0,-2 2-179,1-1 179,-1 21 0,-7 14 0,4 3 0,-2-6 0,-1 1 0,-3 17 0,1 2 0,4-18 0,1-3-90,2 8 90,2-8 0,0 0 90,1-13-90,0 3 0,1-19 0,0-17 0,2-2 0,-2-7 0,0-3 0,1-7 0,-1-1 0,1-1 44,-1 16 1,-1 2-45,1-5 0,-1 2 90,1-6-90,-2 12 0,-3 33 0,1-4 0,-4 40-90,2-11 90,0 0 0,0 1-89,-1 3 89,1-7 0,1-4-90,1-15 90,0 10 0,1-15 0,6-22-3277,2-34 3162,0 7-72,-2 0 0,-2 0 97,0 0-1549,-1 10 1,-1 3 1333,-6 11 0,-1 8 0,-5 31 0</inkml:trace>
  <inkml:trace contextRef="#ctx0" brushRef="#br0" timeOffset="-145886.46">21879 9806 7623,'-18'-2'180,"-3"1"-1,-6 4-179,7 0 90,-10 10-90,19-7 90,-9 32-90,26-12 0,5 1 0,-3 19 0,13-7 0,2-5 0,-7-12 0,6 6 0,-5 3 180,-18 5-45,-13-10 0,-7-2-135,1-7 0,-3-4-225,-12-1 0,3-4 225,6-2 0,24-3 0,13-3 0</inkml:trace>
  <inkml:trace contextRef="#ctx0" brushRef="#br0" timeOffset="-145617.46">22139 10089 7892,'2'-9'900,"3"-7"-810,1 8 90,4-6 270,16 1-450,-10 6-900,20-5 900,-18 11 0,-3 0 0,-6 4 0</inkml:trace>
  <inkml:trace contextRef="#ctx0" brushRef="#br0" timeOffset="-145412.46">22225 10127 8162,'12'4'810,"-7"-2"-2339,37 1 1529,-18-4 0,17 0 0,-11-1 0</inkml:trace>
  <inkml:trace contextRef="#ctx0" brushRef="#br0" timeOffset="-144909.46">22641 10060 8972,'11'-22'2069,"10"-1"-1710,8-3-404,-10 9 1,-1-1-136,11-14 90,-9 6-180,-9 8 180,-19 54 90,6-19 60,-4 13 0,-2 10 0,1-1-15,4-1 0,1 0-135,-1-3 0,0 1 0,2-2 90,3-2 0,1-5 0,3-1 0,-2-22 0</inkml:trace>
  <inkml:trace contextRef="#ctx0" brushRef="#br0" timeOffset="-144710.46">22597 10347 8522,'1'6'1349,"0"-1"-1079,19-3-90,3-2-1395,10-3 1,3-1 315,4 0 899,-7-1 0,0 0 0,-2-3 0,0-1 0</inkml:trace>
  <inkml:trace contextRef="#ctx0" brushRef="#br0" timeOffset="-143855.46">23192 10122 8882,'-2'-9'989,"2"0"-809,3 4 90,13-1-180,-5 3-1439,26-2 1349,-13 3 0,10-3 0,-11 1 0</inkml:trace>
  <inkml:trace contextRef="#ctx0" brushRef="#br0" timeOffset="-143378.46">23561 10038 8522,'12'-7'630,"-3"2"-540,0 1 90,-2 0-90,4-1-180,-4 1-180,10-8-360,1-12 540,-3 7-180,3-14 180,-12 19-179,1-3 358,-18 33 1,2 6 90,-6 21 0,0 5-296,8-25 0,1 0 161,-3 19 0,2-1-1643,8-16 1,1-3 1597,0 11-180,3 7-1259,-1-17 1439,-3-12 0,-3 10 0,-4-14 0</inkml:trace>
  <inkml:trace contextRef="#ctx0" brushRef="#br0" timeOffset="-143140.46">23357 10418 9152,'9'8'1259,"15"2"-989,9-7-450,3 0 0,5-2 180,-6-5 0,0-2 0,0-1 0,8 1 0,-1-2 0,4-7 0,-1 0 0</inkml:trace>
  <inkml:trace contextRef="#ctx0" brushRef="#br0" timeOffset="-142786.46">24101 10170 8702,'-8'-4'360,"1"0"269,2 1-539,13 1 90,2 1-450,21 2-1529,-2 1 900,-3 1 899,-8-2 0,-11 0 0,0 0 0</inkml:trace>
  <inkml:trace contextRef="#ctx0" brushRef="#br0" timeOffset="-142573.46">24093 10282 9422,'23'9'-1215,"7"-3"1,2-1 1214,7-3 0,-3-1 0,-1 0 0,-6-4 0</inkml:trace>
  <inkml:trace contextRef="#ctx0" brushRef="#br0" timeOffset="-142156.46">24802 10073 9332,'2'-12'1799,"-1"3"-1619,-5 2 269,-17 19-359,4 1-45,-9 15 0,1 7-180,10-3 0,1 1 90,-4-1 0,4 1-180,10 11 1,7-6 134,6-15 0,12 2 0,4-4 90,-1-14 45,5-2 0,4-5 179,0-12 1,-1-4-180,-8 6 0,-1-2 105,2-13 0,1-6 0,-8 3-60,-6-9 0,-7 5 0,-3-6 0,-5 4-90,-12 4 0,-7 2-450,-12-8 0,-6 6-854,-1 15 0,-1 8 757,0 7 1,2 8 0,11 5 0,4 4 0,-9 16 0</inkml:trace>
  <inkml:trace contextRef="#ctx0" brushRef="#br0" timeOffset="-141978.46">25018 10251 10951,'14'-15'-3277,"0"7"3106,-11 8 1,-7 7 0,-6 3 0</inkml:trace>
  <inkml:trace contextRef="#ctx0" brushRef="#br0" timeOffset="-138354.46">22249 10914 8162,'-5'-7'2159,"1"0"-1799,5 1 0,11-2-270,-1 3-180,20-1-90,-18 4-1079,14 0 1259,-16 3 0,1 1 0,-5 1 0</inkml:trace>
  <inkml:trace contextRef="#ctx0" brushRef="#br0" timeOffset="-138150.46">22260 10996 9152,'7'4'180,"19"-1"-180,16-3 0,2-3 0,-8-2 0</inkml:trace>
  <inkml:trace contextRef="#ctx0" brushRef="#br0" timeOffset="-137663.46">22746 10796 8792,'3'-13'1079,"4"2"-899,3 4 0,7 2-90,-5 3-90,3 1 180,2 4-180,-1 1 0,7 4-90,-5 10 90,-8-5 0,-18 36-1639,-9-22 1,-4-1 1535,6-1 1,0 0 29,-8 2 1,0-1 72,4 1 0,5-3 0,5 6 0,10-17 0,22 8-90,-1-12-90,18 4-270,-15-9 1,2-2 78,0-2 1,0 0 0,0 0 0,-1 0 0,19-5 0</inkml:trace>
  <inkml:trace contextRef="#ctx0" brushRef="#br0" timeOffset="-137328.46">23248 11049 9062,'-7'-10'2069,"16"3"-3059,20 4 990,16 3 0,-1 0 0,-5 0 0</inkml:trace>
  <inkml:trace contextRef="#ctx0" brushRef="#br0" timeOffset="-136963.46">23769 10821 9242,'2'-12'899,"1"1"-539,-2 5-90,-4 40-180,0-8 0,0 3-90,-1 9 0,1 1-45,-1 0 0,1 0-225,3-1 0,1-2 0,0 4 270,5-4 0,1-3 0,2-11 0,6 13 0</inkml:trace>
  <inkml:trace contextRef="#ctx0" brushRef="#br0" timeOffset="-136678.46">24099 11117 9961,'10'-8'1439,"8"-2"-1259,-8 6 0,21-3-540,-14 6-359,10-2 719,-8 3 0,-10 0 0,0 0 0</inkml:trace>
  <inkml:trace contextRef="#ctx0" brushRef="#br0" timeOffset="-136489.46">24075 11211 9602,'20'7'269,"11"-1"-538,-1-6 269,-1 0 0,0 0 0,2-4 0,-6 1 0,1 0 0</inkml:trace>
  <inkml:trace contextRef="#ctx0" brushRef="#br0" timeOffset="-135719.46">24747 10905 8522,'-1'-11'990,"0"-3"-361,0 6-269,-4 26-270,2-6 90,-2 21 0,0 4-90,4-8-45,-2 8 0,2 3-135,6 9-45,-3-20 0,1 0-630,4 0 1,0-3 764,4 2 0,0-5 0,-3-16 0</inkml:trace>
  <inkml:trace contextRef="#ctx0" brushRef="#br0" timeOffset="-135196.46">24790 10815 8702,'-23'-34'1529,"3"9"-1214,-10 17 0,-6 11-195,8 12 0,-1 9 0,1-2-120,-11-4 0,3 6 67,9 11 0,2 11 1,3 3-1,9-2-67,12 1 0,10 0 0,-3 0-97,-7-10 1,-2 0 0,1 0 0,4-2 96,8 6 0,5-1 0,3-6-1639,12-3 1,0-6 1441,7 6-198,-7-14 0,4 1 0,-1-5 395,0-7 0,-1-3-384,4 3 1,2-5 383,-2-8 0,3-5 0,-6-2 71,-9 3 0,0-4-94,1-8 1,5-6-1,-2-2 1,-7 1 22,-4-8 0,-5-3 0,2-3 0,-1-5 0,-9-1 477,-9 6 1,-7-1 0,-5 0 0,-4 2-496,-2 6 0,-6 1 0,-3 1 0,1 1 0,2 0 18,1-5 0,3 0 0,-2 2 0,-5 4-126,-2 9 0,-5 0 0,-2 4 0,2 6 0,6 5 338,-6 12 0,3 8-212,4 3 0,-2 3 0,4 2 0,2 5 0,4 4 0,5 6 0,-1 0 0</inkml:trace>
  <inkml:trace contextRef="#ctx0" brushRef="#br2" timeOffset="10507.54">16718 13664 7892,'-1'-17'2069,"0"-2"-1169,-1 3-540,0 2-1,2 3 1,7 1-180,4 2 90,32-9-1876,-9 10 0,1 1 1606,-7 0 0,-1 0 0,9 1 0,-4 2-180,0 5 90,-8 2-90,-12 13 0,-34 10 180,-5 2-45,5-12 0,1 1-45,-7 8 0,10 4 90,14-6-90,22 4 90,12-5-90,-3-4 0,11 11 3366,-29-12-3160,-1 11-161,-26-10 1,-7-1 44,-4 5-225,-12 1 0,0-2-135,12-8-270,3-2 1,2 2 629,7 0 0,2 2 0,5 1 0</inkml:trace>
  <inkml:trace contextRef="#ctx0" brushRef="#br2" timeOffset="11092.54">16891 14526 8972,'-5'-8'450,"-4"-1"-270,3 3-1,-5 0-3456,-25 6 1794,15 2 1935,-10 4 1,-2 6-363,12 3 0,1 3 258,-1-5 1,1 4-349,2 13 0,6 0-180,7-4 90,5 2 0,5 1-135,12-6 1,5-3 134,-3-1 0,5-2 30,6-4 0,5-2 0,1-7-563,2-8 0,1-8 0,-2 1 623,10 1 0,-3-5 268,-7-6 1,0-5 0,-10-2-179,-14-2 0,-6-2-4,5 2 1,-6-2-27,-17 0 0,-8-1 0,0 5 142,-13-7-292,2 14 0,-7-1 0,3 8-630,-16 15-225,14 1 1,2 5 944,-1 17 0,15 5 0,8 1 0</inkml:trace>
  <inkml:trace contextRef="#ctx0" brushRef="#br3" timeOffset="11983.54">19640 14672 8972,'-1'-26'3208,"0"6"-3065,-2 5-75,-2 7 4,-17 5-24,-7 17-6,6 3 1,1 4-23,-8 12-20,12-5 0,4-1-465,6 6 367,5-7 0,4 0-97,17 13 105,9-3 45,-2-21 0,2-5 45,7-3 0,14-7 0,-18-13 0,3-6 0,-2-1 45,2-7 0,-2-4-15,2-2 0,1-3 0,-8 0 15,-9-6 0,-13-1-15,-12 10 0,-5 0 0,-3 4-30,1 3 0,-6 3-360,-9 3 0,-6 1 1,2 8-901,5 8 1,1 5 1259,-16 1 0,2 3 0,17 5 0,4 3 0,-17 15 0</inkml:trace>
  <inkml:trace contextRef="#ctx0" brushRef="#br3" timeOffset="21833.54">16376 11803 23204,'9'-10'587,"0"0"-899,-4 3 156,0-4-354,-1 5 280,-1-1 286,1-1-153,-2 1-465,1-1-51,0 1 274,-1 2-68,-1 0 368,1 0-3238,0 0 2701,1 1 1165,-2 9-1603,-3 13 948,-1 9 1,-1 2-230,-2 10 245,2-4 0,-1 3-62,3-6 0,0 1-79,-1 14 0,0 0-199,1-11 0,1-2-623,-1 13 1,0-5 1469,2-14-769,-1 20-30,1-22 70,0-5 19,1-2 2481,0-10-2802,3-7 3110,4-1-1823,-1-5 487,15 7-496,-11-1 9,25 5 37,2-1-238,6 0 0,5 0-43,-6 0 1,-1-1-55,6 0 1,-1 0-500,-11-2 0,-3 0-495,8 0 492,-10-1-4,0-1-57,-21 0 12,11 1 11,-13-2-238,3 0 693,-2 1-395,-1 0 82,0 0 62,-1-1 108,-2-2 184,0-1-228,2-11-344,-1 0-369,5-13 219,4-20 173,-4 10 1,1-3 2,-1 2 0,0-2-15,2-3 0,0-4 1,-2 6-219,-4 14 0,0 1 225,2-8 0,0-4 1,-1 9-170,-4 9 83,7-26 74,-9 35 71,1-5-101,-1 4 100,-1 5-14,1-6-15,-1 7-57,-2-1-101,-1 3-95,-3 0 785,-11 1 847,-11 3 236,-5-1-705,8 1 0,-4 0 18,-4 0 1,0-1 21,4 1 1,-2-1-376,-4 0 0,-5-1 0,-2-1 0,4 1 133,1 0 1,3 0-1,-3 0-380,-2 0 0,-3-1 0,1 0 0,3 1-447,-12 0 0,5 0-758,14 2 0,3 1-63,-2 2 1213,12 3 0,13-2 1,2 0-1</inkml:trace>
  <inkml:trace contextRef="#ctx0" brushRef="#br2" timeOffset="30050.54">15239 4057 6543,'-15'-18'1170,"0"2"-721,-6-3-179,3 6 180,-20-5-2089,5 14 1,0 2 1375,6-2 1,-1 2 186,-20 5 1,-1 6 165,15 2 0,0 2-335,-4 2 1,-1 3 274,9 2 0,0 4 0,4 4-581,6 8 1,3 5-1,2-1 551,-8 4 0,4 2 0,11-1 0,4 3 0,6-2 508,9-5 1,4-1 0,2-2-509,-4-2 0,2-2 0,3 2-23,6 2 1,4 3-1,3-2 1,0-5 22,-1-6 0,2-5 0,2-1 245,-2-3 1,3 0 0,1-2-1,-4-3-245,9 1 0,1-8 45,-6-9 0,5-5 0,-1-4 0,-5 0-86,1-7 0,-2-4 41,7-1 0,3-3 0,-7-6 30,-12-10 0,-8-6 0,-4 1-60,-2 8 0,-3 1 0,-3-3 30,-1 1 0,-1-2 0,-3-2 0,-7 2-380,-5 4 0,-5 0 1,-4 1-1,-1 0 0,0 4 380,-1-1 0,0 4 0,-2 0 0,-5 0-244,-1 2 1,-5-1 0,-3 0 0,0 1 0,0 4 0,2 3 198,-2 3 0,2 4 0,-1 3 0,-3 1-363,-2 2 1,-3 1 0,-2 2 0,2 2 0,4 2 407,-5 4 0,3 4 0,1 3 0,-6 1 0,0 3 0,3 2 0,13 1 0,-1-1 0,0 1 0</inkml:trace>
  <inkml:trace contextRef="#ctx0" brushRef="#br3" timeOffset="34291.54">15413 12351 10699,'-4'-7'-85,"-3"3"363,-1 3 311,-9 3-60,9-2-154,-11 2 198,8-1 124,0 1-205,1-1 3,16 5-479,12 3-156,6 0 111,4-2 1,8 0 0,2 0-8,-1-1 0,2-1 0,2 1 0,-2 0-156,6 1 1,0 0 0,3 0 125,-8-1 1,4 0 0,0 0-1,-2 0 1,-4 0 26,0 0 1,-4 1-1,2-1-32,7 1 1,2 1 0,0 0 126,-8 0 0,1 0 1,0-1-1,-2 1-97,9 2 0,0-1 0,-2 0-18,0 0 1,0 0-1,-1-1-39,-1 1 0,0-1 0,-3-1-37,2 0 1,-4 0-2,-8-2 0,1-1 3,5 2 0,-2-1-132,-8-3 136,6 2 0,0 0-30,-5-2 0,17 3 94,-17-3 65,-6 0 90,-2 0 240,-9-1-240,5 0-90,-6 0 90,1 0 0,-1-1-90,-2 1 180,2 0-90,-2-3 0,-2-4 90,-4-7-90,-1 4 0,-7-9 90,5 6-90,-2-4 0,2-3 0,1-2-90,-1 2 0,1-26 0,1 22 45,2-15 0,1-5-45,0 17 0,2-2 0,1-7 0,1-8 0,2 0 0,-2 5 0,0 1 0,1-1-53,1-4 1,1-9-1,1 0 1,0 6 67,-2 8 1,1 4-1,-1-2-30,1-9 0,1-3 0,-1 3 31,0 6 0,0 2 0,0 0 38,-1-2 0,-2 1 1,1 2 22,-1 3 1,0-1-29,0-3 0,0-4 0,-1 8 89,-1-2-139,-1 6 0,1-2 85,0-11-8,0 12-37,-1-1 0,0 2-79,0 10 17,3-26 265,-2 25-229,2-11 18,-1 6-2,0 2 14,-1 2-104,-1 2 73,-1 5-20,0-1-12,-1 7-40,0-1-86,0 3 58,-5 1 383,-8 5 410,-1 1 195,-10 1 6,10-1-73,-24 2 84,10-1-468,5-1 0,-4 0-41,-10 0 0,-4 0-1466,-1-2 0,-3 1 0,2-1 1085,9 1 0,2-1 0,-3 0-100,-10-1 1,-6 1-1,1-2 1,6 1-32,0 0 1,1-1 58,-2 0 1,-3 1 0,-1-2-26,4 1 1,1 0 0,-2-1-727,-2 1 1,-2-1 0,2 1 822,9-1 0,2 0 0,-1 1-132,1 0 1,0 0 0,4 0 122,2 1 0,4-1 910,2 1 0,-1-1-850,-15 0 0,-1 0 5,9 1 1,2-1 11,-1 1 0,1 0-40,0 0 0,3 0-24,-9 1 100,9-1-108,-9 0 2865,14 0-2788,-10-3 725,11 1-927,6-2 555,2 0-713,2 1-67,3 0 29,0 1 55,4 4 603,2 13-900,0 4-36,4 17 358,-4 3 0,-1 2-66,2-14 1,-1 4 243,-1 3 0,-1 8 0,-1 4 0,-1 0 1,0-3-781,-1 3 1,-1-2 0,0 1 0,-1 2 610,2-3 1,0 1-1,-1 2 1,0 0 0,0 2 60,-1-1 1,0 3 0,0 1 0,-1-1 0,2-2 0,1-4-448,0 0 1,2-4 0,0-1-1,0 2 539,0-1 1,-1 2 0,1 0-1,0-1 1,2-5-487,2 4 0,1-5 0,1-4 278,0 10-196,2 5 62,-2-31 1396,0 2-2543,0-2 2033,-2-9 1,1 0-1,-1-5 1</inkml:trace>
  <inkml:trace contextRef="#ctx0" brushRef="#br2" timeOffset="35187.54">16505 10753 8612,'-28'-8'-1529,"6"4"1799,-12 2 90,17 9-91,4 4 1,8 5 450,3 14-450,0-10 134,1 15 1,1 6-225,0-5 0,1 1-60,-1 3 0,0 3 0,-1-1-860,1-4 0,1-1 0,-2 2 852,-1 3 1,-1 2 0,0 2 0,-1-1-23,0 1 0,-2 1 1,1 0-1,-1-1-45,0 1 1,1 0-1,-1 0 1,0 1-10,-1-6 0,0 0 0,0 0 0,0 0 0,0-3 24,-1 12 0,-1-2 0,1-2-60,1-8 0,0-1 0,0 1-806,-2 8 0,1 1 1,0-8 804,0 4-63,1-8 0,0-1 78,0 6-61,2-20-22,-2 19-201,4-26-1809,0 1 2079,0-21 0,0-4 0,-2-15 0</inkml:trace>
  <inkml:trace contextRef="#ctx0" brushRef="#br3" timeOffset="35889.54">14985 11555 12201,'7'4'-824,"5"0"907,1-1 518,28 5-374,-12-2 30,2-2 1,8 1 0,-4-1-303,-7 0 0,2-1 304,10 1 1,11 0 0,5 0 0,-2 0 0,-8 0-341,-9-1 0,-5-1 1,7 1 204,-1 0 0,7 0 1,4 0-1,2 1 0,1-1 1,-3 1-1,-3-1-311,3 0 0,-2 1 0,-1-1 0,0 1 0,2-1 253,-1 1 1,1-1-1,2 1 1,0-1 0,1 1-1,0 0-17,-7-1 0,1 0 0,1 1 0,0-1 1,0 1-1,0-1 0,-2 0 0,-2 0 14,4 0 1,-1 0 0,-1-1 0,-1 1 0,-1-1 0,0 1 10,6 0 1,-1 0 0,-1 0-1,-1 0 1,-2-1-48,1-1 1,-1 1 0,-4-1 0,-7-1-1530,12 0-1775,-10 9 3229,-33-6 1,-18 9-1,0-8 1</inkml:trace>
  <inkml:trace contextRef="#ctx0" brushRef="#br3" timeOffset="37819.54">15797 11127 20696,'-3'-12'-2686,"0"19"3028,1 6-777,-1 21 115,-4 13 175,4-21 1,0 0-126,-2 19-318,3-13 1,1 0-2690,7 2 2875,0 7 1,11-18-1,-2-13 1</inkml:trace>
  <inkml:trace contextRef="#ctx0" brushRef="#br3" timeOffset="38422.54">16932 11214 16441,'3'-14'-1336,"-2"2"933,-8 2 47,0 6 1079,-30 22-280,11 6 0,0 2-256,4-6 1,0 0-97,-6 11 1,4 1-254,10 7 183,5-4-35,8-9 1,7-2-3264,30 4 2387,-7-6 26,14-12 720,-11-20 1,-2-7-19,8-10 50,-1-4 0,-8-7-61,-27-2 0,-15 0-716,-6 15 1,-8 2-1,0 1 683,-7-6 0,-3 5 0,3 14 0,-2 6 0,5 3 1,-15 11-1</inkml:trace>
  <inkml:trace contextRef="#ctx0" brushRef="#br3" timeOffset="39595.54">15606 11858 14077,'-2'-11'-1763,"-7"-7"1106,3 11 787,-10-6 238,-16 20 522,-5 12-405,-2 8-319,21-4 0,5 1-272,2 4 424,2 6-220,16 6-247,12-11-38,5 8-399,7-16 175,9-14 656,-15-5 107,0-5 0,0-4 567,9-12 81,-1-2-537,-13-5 0,-4-3 129,-12-15-522,-1 15 1,-3 0-263,-10 5 1,-5 3-789,-19-3 196,6 10-2068,-13 12 2872,27 6 1,-13 9 0,16-2 0</inkml:trace>
  <inkml:trace contextRef="#ctx0" brushRef="#br3" timeOffset="40303.54">16791 12050 7892,'2'3'1387,"4"10"-1302,5 8-100,7 10-276,-3-7-1077,6 5 1393,-8-13 0,-1-2 1,-7-10-1</inkml:trace>
  <inkml:trace contextRef="#ctx0" brushRef="#br3" timeOffset="40583.54">16886 12064 8658,'-4'8'454,"-2"-2"-1178,-24 32 72,15-22 203,-10 10 450,17-17 0,-3 2 0,-1 1 0</inkml:trace>
  <inkml:trace contextRef="#ctx0" brushRef="#br2" timeOffset="40919.54">17062 12020 7533,'4'-8'989,"2"0"-629,-3 3 0,1-1-90,-2 20-180,-3-1-139,-5 24-543,-2-2-228,0 12 1,3-9 0,3 0 0</inkml:trace>
  <inkml:trace contextRef="#ctx0" brushRef="#br3" timeOffset="44104.54">22429 12082 15409,'-25'-10'-735,"10"5"675,-35 5 499,18 11 0,-3 5-1532,3 1 1,-1 1 0,0 1 45,-10 6 0,3 2 1055,1 3 1,4 4-36,12-1 0,3 4 1,2-3 228,1-5 1,3 3-292,1 6 0,-1 9 0,3 1 1,5-7-320,7 3 0,5-2 7,-4-4 1,1 1-1,5 0 73,12 0 0,7-1 1,-1-6-39,-7-8 1,4-2 226,7 2 1,8 2-1,2-1 1,-5-6-111,5-5 1,1-5 161,1 3 1,5-1 0,1-4 747,-11-7 0,1-3 0,0-4 0,-1-2-607,3-7 1,0-5 0,-1-1 0,0 2 204,6 2 0,0 0 0,-4-6-234,-7-8 1,-2-6-1,-3-2 1,-9 6-103,-7 4 1,-5-2-3,-2-2 1,0-6 0,-4-3 0,-4 1 19,-9-2 0,-6-1 0,-3 0 0,-1 1-1,2 0 1,0 0 0,-3 0-1,-7 1-24,2 11 1,-5-2-1,-3 1 1,-2 0-1,0 1 1,2 4 0,3 3-28,-1 1 0,2 3 0,0 3 1,-4 1-98,-3 3 0,-6 0 1,-1 1-1,-1 3 1,3 2-1,6 4 0,-4 6 1,6 4-1,-2 2 1,-5 1-1,1-1 0,-1 0 1,1 1-1</inkml:trace>
  <inkml:trace contextRef="#ctx0" brushRef="#br1" timeOffset="52883.54">16820 10799 10482,'0'-10'-455,"0"1"287,1 3 126,1 1 92,1 0 46,2-4 10,1-1-6,3-4-291,-3 4 541,11-12 39,13-7 138,5-6-399,-10 14 1,0 0 124,11-6 60,-10 8 0,1 0 17,-5 5 0,1 0-38,7-5 1,0 2 146,8-4-226,-1 5 1,-1 1 254,-5 4-334,-3 2 1,7-3 0,-3 3-1615,-1 2 1,-1 1 1490,8-3 0,1 1-182,-12 3 0,0 0 256,15 0 1,-2 0 52,-3 1-160,-1 2 0,8-1 1,-2 1-1230,7 3 0,-2 1 1136,-4-1 0,1-1-585,-4 3 1,2 1 0,-9 0 64,-2 0 967,-4 0 0,3 1-757,2 2 0,-1 0 50,-2 1 0,1 0 35,8 2 1,0-1 81,-6 2 0,-3 0-389,11 5 679,-9-2-119,-8-3 1,-1 2 2112,16 10-2107,-15-9 0,-1 1 5,1-1 0,-2 0 14,11 10-85,-8-6 3423,10 13-3270,-19-16-6,10 14-90,-12-11 180,0 0 243,4 7-333,-10-15 0,6 11 0,-9-12 0,1 3-720,-2-1 720,-3-5 0,1 0 0,-1-4 0</inkml:trace>
  <inkml:trace contextRef="#ctx0" brushRef="#br0" timeOffset="53637.54">18929 10625 7803,'2'-8'1439,"-1"0"-720,1 2-89,-1 1 179,1 0-719,1 15 90,0 9-90,1 12-90,-1 4-180,-2 10 90,1-17-45,-2 0 1,0-1 44,0-10-90,1 22 90,-1-25 90,1 3-90,-2-8 270,2-3-90,-11-9 180,-4-2-91,-20-10-89,7 4-90,-6 2-180,-11 3-1079,1 5-1889,-7-1 2328,18 5 1,14 4 0,7-1 0</inkml:trace>
  <inkml:trace contextRef="#ctx0" brushRef="#br1" timeOffset="60453.54">18172 10896 16686,'2'16'-2674,"1"22"1842,-2-18 730,0 4 0,-1 4 76,-2 11 0,-1 1-25,1-4 0,-1 0-17,0 8 1,-1 2 95,1-11 0,0 1 0,0-5-767,0 16 788,0-8 0,-1 6 0,2-5-72,0-13 1,1-2 23,-2 17 0,1 2-14,-1-7 0,0 0-1626,-1 6 1,-1 0 1591,2-10 1,0-1-454,-2 9 0,0-2 347,0-1-165,-1 8 254,3-20 1,0 0-60,-2 15-3,1-4-100,1-3 87,2-14 113,0-4 0,0 6-1,1-15-62,-1 15 89,0-14 2887,-1 12-2887,1-9 1233,-2 9-1233,1-7-90,-1 5 90,1-10 201,0 7-291,1-6 0,0 8 90,0-5-90,0 0 90,2-3 0,-1-2 90,2 0 0,-1-2-90,9-1 90,-4-1-90,15-1 0,-3-2-1606,13 0 0,2 0 1696,10 2-659,-9-2 1,7 1 0,-1 0 598,-2 1 0,1-1 0,3 2-347,-5-1 0,3 1 1,1 0-1,1 0 0,-2 0 294,4 0 1,-1 0 0,1 0-1,3 1-7,-7-1 0,3 1 0,2 0 0,-1 0 0,-2 0 1,-3-1-37,11 1 0,-5 0 1,2 0 42,1 0 1,3 0-1,-1-1 1,-4 1 22,-6-2 0,-3 0 0,-3 0-45,9 0 0,-1 0 45,4 0 0,-6-2 1621,-13 0-1666,2 0 0,0 0 45,-2 0 1738,6-1-1738,2 1 0,-4 0 0,-8 0 3276,-2 1-3357,-10 0 404,0 0-323,1 0 0,-3 0 90,-3 0 180,0 0 270,0 0-271,0-2 91,-3-2-180,-1-2 0,-3-5-90,-2-3 0,2-4-90,0 3 90,1-20-90,1 15 0,1-18 0,1-8 0,-2 6 0,1-1 0,1-3 0,-1-4 0,-1-2 0,-1-4 0,0 7 0,0 16 0,0-2-23,-2-4 1,1-7-1,-1-2 1,1 5 22,-1 4 0,0 2 0,1 0 0,-1-2 0,0 1 0,0-3-1093,1-11 1,0-3 0,0 7 989,1 17 1,1-1 72,1-14 0,1-7 0,0 7-15,0 17 0,1 1-307,2-19 0,1 0 262,5-5-61,-4 12 151,4-7-90,-9 28 90,7-21 0,-7 22 0,2-7 0,-2 5 2969,-1 1-3059,0-2 1028,-2 5-938,-1 3 250,-5 8-250,-13 3 0,-4 2 0,-15 1 0,1-2 0,-7-2 0,9 0 0,-4-2 0,-1 0 0,2 1-83,-2 0 1,2 0 0,-4 0 82,2-2 0,-3 0 0,-2 0 0,1-1 0,3 1 0,-7-2 0,4 1 0,-1 0-30,0-1 0,1 0 0,-4 0 12,8 0 0,-2 0 0,-2 0 0,2 0 0,2 1-12,-6-1 0,3 0 0,-2 1 7,4-1 1,-3 0 0,1 0-1,0 1-67,-6 0 0,1 1 0,3 1-45,-6 1 1,4 0 89,7 1 0,0 0-135,-11 0 0,5 2 90,12 0-90,-2-1 0,1 1-180,3 0 90,-3 0-449,4 1 179,11-1 360,0 0-449,1 1 629,7-1 0,-2 0 0,4 1 0</inkml:trace>
  <inkml:trace contextRef="#ctx0" brushRef="#br0" timeOffset="61309.54">19079 10994 7083,'5'-7'809,"0"0"-269,-2 4 180,1-1-540,-2 7 0,0 0-1,-1 10-89,-2-3 0,0 2 270,0 18-270,1-11 90,-1 20 0,1 7-135,0-17 0,0 1-15,0 3 0,-1 3 0,2 1 30,0 3 0,0 2 0,0 2-863,0-3 0,0 2 0,0 0 0,0-3 833,0 3 0,1-2 0,-1 3-8,-1-1 0,1 3 1,-1 0-1,0-5-22,0 6 0,-1-1 22,1-9 1,0 4 0,-1 1-1,1-3-22,1 6 0,0-3 0,0 0 0,0-3 0,-1 0 0,1-4 0,1 3 0,0-8-90,-1-5 1,0-1-271,-2-12-90,2 5-90,-2-7 3033,1 0-2493,1-3 0,0-2 0,1-1 0</inkml:trace>
  <inkml:trace contextRef="#ctx0" brushRef="#br0" timeOffset="62286.54">18131 11524 8972,'20'0'540,"2"0"-271,23 2-179,-8-1 0,2-1-45,-5 1 0,4 0 22,5 0 1,9 1-1,0 0 1,-6-1-571,1 1 0,3 0 548,-10 0 0,9 1 0,4 0 0,0 0 0,-2-1 0,-7 1-15,7 1 0,-6 0 0,4 0-30,-5-1 0,3 1 0,2 0 0,-1-1 0,-3 1 22,-2-1 1,-2 1-1,-2 0 1,0-1 7,7 1 0,-1 0 0,-1-1-30,-2 0 0,-1 0 0,-3 0 0,-3-1 0,-3 0 45,-2-1 0,-5 0-45,-8 0 118,21 1-208,-24-1 325,6 0-235,-7 0-90,-1 1 90,-2-1 553,-2 0-643,-2 0-1159,0 0 1249,1-1 0,-4 0 0,0 0 0</inkml:trace>
  <inkml:trace contextRef="#ctx0" brushRef="#br1" timeOffset="68766.53">18438 11034 13652,'8'-10'698,"-2"1"-568,-2 3-291,-3 9-579,-1 14 290,-1 2 156,-1 21-541,1-6-123,1-5 231,1-3 585,3-10 1,0-4 0,3 6 0</inkml:trace>
  <inkml:trace contextRef="#ctx0" brushRef="#br1" timeOffset="69352.53">19445 11179 18149,'5'-12'-3239,"-12"6"2242,-15 18 1319,-8 12-249,12-5 0,2 1-194,-4 16-4,11 11-265,9-23-813,20 19-168,3-28 1248,4 4-150,3-14-171,1-18 264,-6-5 49,2-7 79,-18 0 0,-6-3-1575,-9-4 0,-2 1 1543,4 1 1,-3 1-432,-14-7 1,-6 6-142,-14 11 79,14 11 0,0 2 592,-16 9 1,4 12-1,6 2 1</inkml:trace>
  <inkml:trace contextRef="#ctx0" brushRef="#br0" timeOffset="70050.53">18132 11854 7623,'-12'-2'1169,"-6"12"-899,4 16-180,2 2 0,16 20-135,11-28 0,4-1 45,6 11-90,14-4 0,-13-21 0,3-5-45,7-10 0,1-4 135,2 1 0,-2-3-45,1-10 0,-10-7 45,-22-5 0,-9 0-90,0-5 0,-25 9 0,-10 8-540,9 22 1,-2 6 629,-7-6 0,0 3 0,7 6 0,3 3 0,-7 6 0</inkml:trace>
  <inkml:trace contextRef="#ctx0" brushRef="#br0" timeOffset="70935.53">19662 12166 7982,'12'13'180,"-2"-4"-180,0 3-90,1 0 90,-4-3-719,12 16 89,-12-16 630,8 8 0,-10-13 0,0 1 0</inkml:trace>
  <inkml:trace contextRef="#ctx0" brushRef="#br0" timeOffset="71166.53">19833 12180 7263,'-3'-9'180,"-3"3"0,-8 15-180,-2 5-180,-6 10-990,0 6 1170,8-10 0,0 5 0,9-12 0</inkml:trace>
  <inkml:trace contextRef="#ctx0" brushRef="#br0" timeOffset="71519.53">19885 12099 7173,'0'-13'989,"1"1"-449,-1 7-360,4 7 90,-1 6-180,2 3 180,-3 31-270,1 3-45,-1-18 0,-1 0-270,1 3 0,1-3-1484,3 9 1799,-1-9 0,3-2 0,-2-12 0</inkml:trace>
  <inkml:trace contextRef="#ctx0" brushRef="#br0" timeOffset="73402.53">23581 12391 7713,'-6'-10'899,"2"2"-539,-4 0 90,1 2-270,-5 2-1,-5 6 91,-21 21-180,15 0 0,1 2-45,-1-1 0,2 2 0,0 7 0,4 2 45,4 13-90,8-23 0,3 0-45,6 2 0,3-1 45,3 3 0,4-7 0,5-2-90,17-2 90,-7-8 0,3-2 0,9-7 0,2-5 0,2-6 0,-2-2 0,-7 2 0,-1-3 0,-6-7 0,-2-4 0,-4 3 90,0-10-90,-4-13 0,-8-3 45,-14 23 0,-6 0-45,-10-17 0,-7 1 0,0 15 0,-3 4-135,-14-1 0,-1 6-90,12 7 0,1 6-1414,-11 7 1,4 3 912,5 4 0,-7 16 1,27-11-1</inkml:trace>
  <inkml:trace contextRef="#ctx0" brushRef="#br1" timeOffset="78693.53">15377 13206 14225,'0'0'0</inkml:trace>
  <inkml:trace contextRef="#ctx0" brushRef="#br1" timeOffset="81518.53">15377 13206 14760,'9'-6'1011,"2"1"-525,4 3-345,-3 2 45,22-1-126,-9 0 20,7 1 0,5-1-96,9 0 1,1 0 13,-5 1 1,4-1-819,-6 1 1,6 1 0,-1-1 0,-5 1-432,-3-1 1,1 1 1184,7 0 0,8 1 0,1 0 1,-8 0 661,0 0 1,-2 1-676,2-1 0,4 1 0,-2 0-60,-9-1 0,-1 0 0,-4 0-665,0 0 0,-2 0 741,5-1 1,-1 1-82,-10-1 1,0-1-282,-1 0 1,1 0 254,4 0 0,-1 0 1750,20 0-1814,-5 1-867,-16 0 1,-1 0 938,15 2 801,-14-2 0,-1 1-727,6 0 718,5 1-722,-10-1 0,1-1 0,18 2 0,1-1 10,-12-1 101,-15-1 126,-5 0 76,5-1 3055,-11 0-3113,4 1 490,-21 7-760,5 0 207,-14 10-111,-4 18-1628,2 3 1,0 1 1335,5-11 1,0 1-150,-1 4 0,-1 4 0,3-3 281,2-5 0,3-1-206,-4 5 0,2 2 207,1 3 1,3 0-848,3-4 1,0-2 887,1-6 0,0-1 880,2 3 1,0-3-919,1-3 964,1 4-938,-1-4 576,-1-4-345,1-4 3186,-2-2-3232,0-5 173,0-1-307,-1-1 180,0 0-180,-2 0 90,1-1 0,0 1 0,0 0 0,1 0 0,-1 0 0,0 0 0,0 2 0,0 0 0,0 2 0,0-1 0,-1 2 0,1-1 90,-1 0 0,1-1 0,0-3 90,1 0-180,-4-3 0,-1-1 0,-2-2-90,-4-2 90,4 2 0,-7 0 0,6 0 0,-4 0 0,-4 0 0,7 1 0,-13-2 0,15 2 0,-19-1 0,11 1 0,-11 0 0,-11-3 0,11 1 0,-3 0-45,1 0 0,-4 0 45,2 0 0,-4 0 0,1 0 0,-11-1 0,1 1 0,-5-1 0,-2 0 0,15 1 0,0 1 0,0 0-1639,-13 0 1,3 0 1445,10 1 1,1 0-188,-7 0 1,3 0 289,-4 0-230,-1 0 275,13-1 0,3 0 45,4 0 0,-4-1 0,1 0 0,5-1 0,-12 0 0,14 0 2991,5 1-2991,-5 1 925,4 0-925,0 1 376,3 0-376,2 1 90,2-1-90,0 0 89,1 0-89,1-1 0,0 2 0,1-1 0,-1 1 90,1 1-90,0-2 0,0 2 90,-5 0-90,0-1 90,-1 1-90,-3-1 0,-1 1 0,4-1 0,-11 2 0,15-2 0,-9 2 0,9-3 90,-3 1 0,2-1-90,0 1 90,0-1-90,0 1 0,1-1 90,1 0 53,0 1 4,0-1-93,0 1 6,0 0-2,1 0 0,0 0 3,0 0 88,1 1-144,-1-1 0,1 1 31,-2-1-52,2 0 1,1 0 0,2-1 0</inkml:trace>
  <inkml:trace contextRef="#ctx0" brushRef="#br0" timeOffset="83212.53">15497 14155 8162,'-6'-10'2290,"3"6"-2153,-2-18 292,3-23-341,1 19-29,0-11 1,0-11 0,-1-1-880,0 9 1,-2-1 0,1 0 0,0 0 523,0-7 0,0 0 0,-1-5 296,1 14 1,-1-6 0,-1-1 0,1 1 0,-1 4 0,2 6-59,-1-8 1,0 2 52,1 4 1,-1-6-1,1 1 1,1 7 7,1 5 0,1 3-2,0-19-89,2 10 93,0 14 0,-1-1 0,0 8 2,2-3 2,0 3 2913,0 1-2822,1-4 1356,1 4-1446,2-9-1,-2 7 2,2-2 0,-5 11-4,1-1-2,-1 0-5,-2-6-7,0 3-5,0-5 0,-1 4-4,1 1 2,0-6 0,1 7 5,-1-4-20,2 1 135,-1 5-203,0-2 203,1 5 49,12 3 62,11 3 1,2 2 262,15 2-353,-5-1 0,8 1 1,0 0 7,-3 0 1,0 0 0,6 0-337,-5 0 1,4 1 0,4-1 0,0 2-1,0-1 1,-3 0 150,1 0 1,-3 1 0,0-1 0,0 1 0,1-1 63,-5 0 1,0 0 0,1 0 0,-1 0 0,-2 0 0,-1 1-115,6 0 0,-2 1 0,-3-1 0,-2 0-39,-3-1 1,-2-1 0,0 1 24,3 0 1,0-1 0,-2 0 37,1 0 1,-2-2-41,-1 0 1,-4-1-18,-3-1 71,4 1 1,-1-1-123,-6-1 93,18 2-7,-6-4 82,-2 0-6,-4 0-9,-9 1 932,-9-1-1434,-2 2 155,-8 2 80,0 0 6,-11 8-19,4 4 90,-4 18 109,0 9 1,0 3-46,4-18 1,0 2 156,-1 14 0,-2 7 0,3-6 0,3-15 0,1-2-45,-2 12 0,0 2-720,4-5 1,1-5 764,1-4 0,0 0 0,1 0 0,-1-7 0</inkml:trace>
  <inkml:trace contextRef="#ctx0" brushRef="#br0" timeOffset="83752.53">16186 12823 7443,'3'48'269,"0"1"1,-1-21 0,-1 2-180,1 14 0,-1 7 0,0-2-182,1-12 0,0 0 1,1 0 91,-1 7 0,0 1 0,1 1 22,2-4 1,0 3-1,1-1 1,0-2-113,3 4 0,0-2 0,0 0 19,0-1 1,1 1 0,0-4-320,1-5 1,0-2-1,-1-5 139,5 9 0,3-2 0,-7-17 1</inkml:trace>
  <inkml:trace contextRef="#ctx0" brushRef="#br1" timeOffset="88096.54">16453 13245 8162,'3'-19'601,"0"0"-672,-2 10 70,2 0 1,-1 12 0,1 2-1</inkml:trace>
  <inkml:trace contextRef="#ctx0" brushRef="#br1" timeOffset="88544.54">15951 15033 27830,'-9'-13'-3277,"1"2"0,5 6 2457,0 0 1,10 4 0,0 1 0</inkml:trace>
  <inkml:trace contextRef="#ctx0" brushRef="#br1" timeOffset="89146.54">19795 15397 3977,'3'-8'3276,"1"1"0,-2 1 0,0 1 0,0 0-2771,-5 2 0,-3 0 1,-5 0-1</inkml:trace>
  <inkml:trace contextRef="#ctx0" brushRef="#br0" timeOffset="89419.54">19991 12782 7982,'-9'9'0</inkml:trace>
  <inkml:trace contextRef="#ctx0" brushRef="#br0" timeOffset="125666.54">17373 9295 7713,'2'11'2338,"1"-2"-2158,0-4 90,8 0-180,-3-1 360,35 9-1922,-5-5 1,2-2 1516,-8 1 0,3 0-524,5-1 0,4 0 0,-1-2 539,-9 0 0,-1-2 0,3 1-419,1 0 1,2-1 0,2 1 0,0 0 380,1 0 1,1-1 0,1 1-1,0-1 23,2 1 0,2 0 0,-2 0 0,-1 0-24,1 1 0,-2-1 0,3 1 1,-2 1 1,4 0 0,-1 1-1,-3-1-22,2 1 0,-3 0 0,2 0 47,-5-1 1,2 1 0,0-1 0,-1 0-48,5 0 0,-1 0 0,1-1 398,0-1 0,1 1 0,-1-2-398,0 1 0,-1-1 0,1 0 0,1 0 0,1 0 0,-1 0 792,-4 0 0,0-1 0,-1 0-792,2 1 0,-1 0 0,-1 0 18,-9-1 1,-2 0 0,5 1-42,6 0 1,6 2 0,1-1-1,-2 1 23,-6-2 0,0 1 0,-1 0 0,0 0-32,3 0 0,0 0 1,0 0-1,-1 0 32,-5 0 0,0-1 0,-1 0 0,0 1-19,9 0 1,0 0 0,1 0 18,-10-1 0,0 1 0,1-1 0,0 1 22,0 0 1,2-1-1,-1 1 1,-1 0-23,12 1 0,-1-1 0,-1 1 0,-1 0 0,0 0 0,-5 0-45,-2-1 0,1 1 45,-3-1 0,4 1 0,-1-1 0,-8 0 0,6-1 0,-1 0 0,7 1 0,-4-2 0,-4-1 0,-1 0 0,10 1 0,5-1 0,-2 1 0,4-1 0,-6 1 0,-13-1 0,1 0 755,2 1 0,5 0 1,1 0-1,-5 0-755,3 0 0,-3-1 41,4 1 1,-1 0-42,5-1 0,-6 0 0,-16-2 0,3 1 0,-1 0 90,-1-2-90,-1 1 180,1-2-90,-15 2 90,8-2-1,-10 1 1,1 0 0,3-10-90,-10-11-90,3-11-45,-5 9 0,1-5-75,4-10 0,3-7 0,1-2 7,-2 4 1,1-3 0,0 1 0,0 0-422,-1 7 0,0 1 1,1 0-1,-1-3 480,0-2 0,0-3 0,0-1 0,-1 2 1,-1 5 23,-2 2 0,-2 5 0,1-2 30,1-4 0,0 0 0,0 3 0,-1-5 0,0 6 90,0-6 0,-1 18-90,1-23 89,0 26 1,-2 2 0,2-1-90,-2 12 90,0-5 0,1 5 2045,-1 1-2046,-1-6 1,0-1 0,-2 0-90,1 1 90,-10-3-90,-10 10 0,-9 1 0,-4-1 0,-5 1 0,-4-1-178,0 2 0,-3 0 0,-3 0 1,-2 0 162,8 1 0,-2-1 0,-1 1 0,-1 0 0,-1 0 0,0-1-244,4 1 1,-1 0 0,1 0-1,-2 0 1,0 0 0,-2 0-1,-2-1 232,7 1 0,-4 0 0,0 0 0,-2 0 0,0 0 0,-1 0 0,2 0 0,1 0 0,2 0 0,2 1 27,-8-2 0,3 1 0,3 1 0,0-1 0,-3 1 0,-6-1-30,13 1 0,-4 0 0,-3 0 0,-2 0 0,-1 0 0,-1 0 0,0 0 0,2 0 0,1 0 0,2 1 1,4 0-1,4 0-24,-14 0 0,7 1 0,3 1 0,-2-1 0,-5 0 34,8 0 0,-2 0 0,-3 0 0,-1 0 0,-1-1 0,0 1 0,0 0 0,1 1 0,2-1-25,1 2 0,0-1 0,1 1 0,0 1 0,0-1 0,1 0 0,-1 1 0,0-1-155,0 0 1,0 0-1,0 0 1,0 0 0,0 0-1,0 0 1,0 0-1,0 0 188,1 0 1,-1 0 0,-1 1 0,1-1 0,0 0 0,1 1 0,0-1-1,1 0-3,-8 0 0,0 0 0,0 0 0,2 0 0,0-1 1,1 1-4,-3-1 0,-1 0 0,2-1 0,2 1 0,3 0 18,-5 0 0,3 0 0,-4-1 0,9 0 0,-7 0 0,-1-1 0,0 0 0,4 0 0,7 0 0,-12 1 0,2-2 0,11 1 0,-5 0 0,-2-1 0,2 0 0,6 1 0,-14-1 0,6 0 0,1 0 0,1 0 45,-3 1 0,6 0-45,8 1 290,1 0 0,2 0-110,11-1-180,-7 1 1735,8-1-1555,7 3 1620,-3-3-1530,11 12-180,1-5-90,6 9 450,8 33-301,-6-14 1,-1 5 0,1 2-282,0-1 1,2 2-1,-1 6 196,-2-7 0,-1 4 1,1 4-1,0 3 0,0 0 1,-1 0-1,0-3-181,0-4 0,-1-1 0,1 0 0,-1 0 0,0 0 0,0 1 1,1 0 141,0 2 1,0 2 0,0 1-1,0-1 1,0-1 0,0 0-1,0-3-7,0 9 0,0-1 0,0-2 0,0-4 0,0-6 27,3 11 0,-1-9-135,-1-10 0,2-4-3187,13 4 618,-9-18 2659,7-16 0,-12-12 0,-1-3 0</inkml:trace>
  <inkml:trace contextRef="#ctx0" brushRef="#br0" timeOffset="176786.54">1871 9741 6183,'-21'-12'900,"0"1"-720,5 4 90,-4 0-180,7 3-90,-1 1 180,3 2 359,-1 0-359,29 1 0,6 1-938,12-1 0,15 0 0,6 1 0,-6-1 788,-5 1 0,-2 0 0,9 1-3,-16-1 0,6 0 0,4 0 0,3 0 0,3 1 0,1-1 0,0 1 0,0 0 0,-2 0 0,-2 0-179,1 0 1,-1 1-1,0 0 1,0 0-1,-1 0 1,1 0-1,0 0 1,1 0-1,1 0 160,-5-1 0,1 1 0,1-1 1,1 0-1,0 0 0,0 1 0,-1-1 1,0 0-1,-1 0 0,-2 1 0,-1-1 3,4 1 0,0 0 1,-2 0-1,-1 0 0,-1 0 1,-1 0-1,-1-1 0,-1 1 7,12 0 0,-1-1 0,-2 1 0,-4-1 0,-5 0 102,-4 0 0,-5-1 0,2 1-60,6 0 0,1 0 0,-3-1-340,3 1 1,-6-1 369,-6-1 89,6 1 91,-3-2-270,-12 2 2397,11-2-2307,-17 2 1713,0 0-1803,-3-1 1834,-5 1-1834,1 0 0,0-2 360,-1 2-360,-7-11 90,1 5-90,-9-19 90,6 10-90,-5-19 0,3-7 0,3 4 0,2-7 0,0-3-820,1 4 1,1-4 0,0-1 0,0 0 742,0 8 0,-1 0 0,1-1 0,0-2 0,0-1 32,1-1 0,1-3 0,0-1 0,0 0 0,0-1 0,0 1-311,1-2 0,-1 0 0,1-1 1,0 2-1,-1 0 0,1 2 338,-1 2 0,0 3 0,0 0 0,1 0 0,-1-2 3,0-1 0,1-3 0,0 0 0,0 0 0,0 5 0,-2 4-45,0 1 0,0 5 0,-1 0 60,1-2 0,0 1 0,-1 0-90,1-14 0,-2 7 0,-1 6 104,0-1 0,-2 21-94,-2 19 2587,0 2-2475,-6 13-4,-2-2 3,4-5 2790,-2-2-2806,-17 2 1,-5 0 43,8-3 0,-3-1-52,-8 2 0,-8 1 1,-2 0-1,3-2-1081,-1-1 0,2-1 1,-6-1 1096,8-2 0,-4 1 1,-3 0-1,-3-1 1,-2 1-1,0-2 1,-1 0-3,9-1 0,-1-1 1,-1 0-1,-1-1 0,-1 0 1,0 0-1,-1 0 1,1 0-1,0 0 0,0 0-203,-1 0 0,0 1 1,0-1-1,0 1 0,-1-1 1,1 1-1,0-1 1,0 0-1,0 0 0,0 0 225,2 0 1,-1-1 0,-1 0 0,1 0 0,0 0 0,1 0 0,0 0 0,1 0 0,2 0 0,1 0-119,-12-1 0,1 0 0,3 0 0,1 1 0,1-1 0,3 0 218,-6 1 0,3 0 0,2-1 0,1 1-202,4 0 1,1 1 0,0-1-1,2 1 220,-11-1 0,2 1 1,5 0 635,8 1 0,2 1-711,-5 2 1,-3 1 0,2-1 22,-4 1 0,1 0 31,6 0 0,-2 0 0,2-1 821,-16 1 0,5-1-812,1-2-122,16 0 0,3-2 2,4-1 1198,5-1-1415,4 0 2332,2-1-2439,3 2 932,5 5-491,8 25-638,3 20 294,-3-16 1,1 6 0,-1 1 101,-3-4 0,-1 1 1,-1 4-1,0 4-3,0-6 0,-1 4 1,-1 4-1,1 1 1,-1 2-1,0 1 0,0 0 1,1-1 61,0-2 1,0 1 0,0 0 0,0 1 0,0 1-1,0-1 1,0-1 0,0 0 0,0-1-290,0 0 0,-2-1 1,1 0-1,-1-1 0,1 0 1,1 1-1,0 0 1,2 0 253,1 1 1,0 2 0,2 2-1,0 1 1,0-2 0,1-2 0,0-4-1,0-6 1,0-6-383,5 12 0,1-5-363,-1-1 1,2 5 0,-1-3 0,-4-14 761,-3-11 0,-10-25 0,-5-11 0</inkml:trace>
  <inkml:trace contextRef="#ctx0" brushRef="#br0" timeOffset="184056.54">16908 564 8342,'5'-11'900,"3"-5"-630,-4 10-91,2-6 181,-3 8 0,1-1-180,6 8 180,4 14-180,2 17-90,-2 5 0,-5 6 44,-5-1 1,-1 1-90,-2-11 0,0 1-75,-1 3 0,1 3 0,0-3-150,-2 1 1,0-3-91,0-4 0,1-1-1169,1 18-810,3-23 2249,0-7 0,0-12 0,0-5 0</inkml:trace>
  <inkml:trace contextRef="#ctx0" brushRef="#br0" timeOffset="184386.54">17040 560 8972,'-10'-24'90,"6"7"270,16-3-180,25 10-136,-13 5 1,3 1 45,17 3 0,1 3-90,-11 1 0,0 1 45,15 4 0,-4 2-45,-1 4 0,-9 6 0,-55 1 45,-7-9 0,-4-2-90,-5 2 0,-2-1-90,-10-1 0,2 0-135,15-5 1,3 1 269,-19 9 0,44-5 0,11 2 0</inkml:trace>
  <inkml:trace contextRef="#ctx0" brushRef="#br0" timeOffset="184846.54">18895 540 8882,'9'-16'630,"-4"6"89,0-9-269,-7 9 180,-7-7-361,-5 8 1,-17 1-90,-8 14-90,5 1-90,-9 10 90,17 1-135,7 0 0,1 1-135,-3 13 45,16 3 0,8 3 45,7-10 0,5-1 45,1 6 0,3-1-45,5-3 1,-2-1-91,-9 12 180,-24-1-90,-26-8 90,-11-16-540,10-5 0,2 0-1349,3 2 1889,6-3 0,4 1 0,13-1 0,8-1 0</inkml:trace>
  <inkml:trace contextRef="#ctx0" brushRef="#br0" timeOffset="185696.54">19395 1000 8162,'4'16'900,"-1"-5"269,4 3-899,-8-8-90,-3 1 224,-29-1 1,-9-3-225,-3 1-277,13-3 1,-10-1-1,-8 0 1,-4 0 0,1-1-1,3 0 1,8 1 126,-7-1 0,6 0 0,-11-1-226,19 0 0,-5 1 0,-4-1 0,-5-1 0,-2 1 0,-3-1 0,0 1 0,-2-1 0,0 0 0,2 1 1,0-1-1,4 1 0,2-1 232,-2 1 0,2 0 0,1 0 0,0 0 0,2 0 0,-1 1 0,0-1 0,-1 0 0,-1 0 0,-1 0-30,4 0 1,0 0 0,-1 0 0,0-1 0,-1 1 0,0 0 0,-1 0 0,0 0 0,0-1 0,0 2 0,0-1 0,-1 0 0,1 1 18,1 0 1,-1 0 0,-2 0-1,0 0 1,0 0 0,-1 1-1,1-1 1,0 1 0,2-1 0,1 1-1,2 0 1,1 0 0,3-1-1,3 1-25,-12 0 0,5 0 0,3 1 0,1-1 0,0 1 0,-4-1 0,-5 1 0,-4 1 0,-3-1 0,2 1 0,3 0 0,7 0 0,9 1-135,-2 2 0,9 1 135,-13 4-179,9 1-181,19-10-450,-3 2 360,31 2 361,-9-4 936,25 9 143,-19-6 2286,0 1-2828,1-5-88,5-20-316,3-8 1,3-5-197,0-1 1,3-7 106,-8 8 0,3-7 0,1-5 0,0 0 0,-1 3 0,-2 5-472,0-2 1,-2 5 0,2-6 501,-3 5 0,1-5 0,1-2 0,0-1 0,-2 3 0,-3 3-15,1-8 0,-4 5 0,0 2 30,2-3 0,-2 2 0,3-10 0,-3 8 0,-8 28 0</inkml:trace>
  <inkml:trace contextRef="#ctx0" brushRef="#br0" timeOffset="186376.54">16209 0 12570,'28'38'0,"-11"-20"0,5-2 30,9-7 0,7-2 0,6-1-577,-4-1 1,3 0 0,5-1 0,2 1 0,3 0 0,2 1 552,-12-2 0,3 1 0,2 0 0,2 0 1,1 0-1,0 1 0,1-1 0,0 0 1,-1 1-1,-1-1 0,-1-1-238,-1 1 0,0 0 0,-2-1 0,1 0 0,-1 0 0,0 0 0,1 0 0,0 1 0,0-1 0,2 1 232,-5-1 0,3 1 0,0-1 0,1 1 0,0 0 0,0 0 0,0 0 0,-2-1 0,0 1 0,-2-1 0,-2 1 0,-2-2 39,13 3 1,-5-2-1,-2 1 1,-1-1 0,2 0-1,3 0-39,-5 0 0,1 0 0,2 0 0,1-1 0,1 1 0,-1-1 0,0 0 0,-1-1 0,-2-1 146,0-1 0,-1-1 0,0 0 0,-1-1 1,0 0-1,-1 0 0,0 0 0,0 1-146,4 2 0,0 0 0,0 1 0,-1 0 0,-2-1 0,-1-1 0,-4-1-307,11-4 0,0-2 1,-9-1-1,-17 3 217,-18 4 870,0-1-960,0 1 2004,-1-1-1824,-4 8 1059,0-3-1149,-8 17 0,3-11 90,-2 10-45,-1 6 0,0 1-45,-2 3 45,-1 8 0,0 3 1293,-1-7 1,1-1-1249,2-6 0,-1 2-60,-2 7 0,-1 5 0,2-5 60,-2 10-90,3-12 0,0 5 0,0-4 0,3-3 0,1-2 0,0-1 0,0 1-180,-1 6 0,1-4 91,3-9-496,-1 7 0,1-2 136,2-10-721,0 12 1260,2-16 0,0-1 0,2 3 0</inkml:trace>
  <inkml:trace contextRef="#ctx0" brushRef="#br4" timeOffset="-128710.19">12979 9150 24575,'32'0'0,"0"0"0,12 0 0,5 0 0,-7 0 0,3 0 0,1 0-626,-9 0 0,1 0 0,0 0 0,0 0 626,11 0 0,-1 0 0,-1 0 0,-5 0 0,-2 0 0,-1 0 399,8-1 0,-3-1-399,-11 1 0,-3-1 413,10-2-413,-17 2 0,-12 0 0,-6-1 1293,-4-1-1293,-3-4 0,-2-5 0,-3-14 0,3-3 0,0-7 0,1 3 0,0-4 0,1-3-691,0-1 1,0-3-1,0-3 1,0 0 690,1 2 0,0-1 0,0-1 0,1 0 0,-1 0 0,0 1 0,0 0 0,0-1 0,0 1 0,0 1 0,0 2 0,0 0 0,0 0 0,0 2 0,-1 1-107,1 0 1,-1 1-1,1 2 1,-1 2 106,0 1 0,-1 1 0,0 3 0,0-4 0,0 3 0,-3-4 0,0 18 0,2 9 2696,0 4-2696,0 1 492,1-1-492,-2-3 0,0-2 0,0-1 0,1 3 0,0 3 0,-1 7 0,-4 6 0,-6 5 0,-12 5 0,5-7 0,-4 0 0,-6 1 0,-4 0 0,-8 0 0,-3-1 0,15-3 0,-1-1 0,0 0 0,0 0 0,-1-1 0,2 1 0,-14 1 0,2-1 0,6-1 0,4 0 0,5-2 0,3 0 0,-9 1 0,17-1 0,9 0 0,6-1 0,3 2 0,0 2 0,0 1 0,0 1 0,0 6 0,-1 18 0,-1-3 0,-1 5 0,0 1 0,0 3 0,0 2-551,-1-3 0,0 3 1,0 1-1,0 1 551,1-4 0,-1 1 0,1 0 0,-1 1 0,1-1 0,-1 9 0,0 1 0,1-1 0,0-1 0,1-3 0,-1-1 0,1-1 0,1-2-121,-1 6 0,1-2 0,1-2 121,0 6 0,0-3 0,0-11 0,0-3 0,0 7 0,0-18 0,0-12 0,0-5 0</inkml:trace>
  <inkml:trace contextRef="#ctx0" brushRef="#br4" timeOffset="-125490.19">17391 9431 24575,'28'0'0,"9"0"0,10 0 0,-6 0 0,5 0 0,4 0 0,2 0-469,-11 0 1,3 0 0,1 0 0,2 0 0,1 0 0,0 0 0,1 0 103,-5 0 1,0 0 0,2 0 0,0 0 0,0 0 0,1 0 0,0 0 0,0 0 0,0 0-1,2 0 1,0 0 0,0 0 0,1 0 0,-1 0 0,1 0 0,-1 0 0,0 0 0,0 0 347,-1 0 0,0 0 0,-1 0 1,1 0-1,-1 0 0,0 0 1,0 0-1,-1 0 0,0 0 17,2 0 0,-1 0 0,-1 0 0,1 0 0,-1 0 0,-1 0 0,0 0 0,0 0-55,2 0 1,0 0 0,0 0 0,-1 0 0,-1 0-1,0 0 1,0 0 54,3 0 0,-1 0 0,0 0 0,-1 0 0,0 0 0,-2 0 145,4 0 1,-2 0 0,0 0 0,-2 0 0,-1 0-146,5 0 0,-3 0 0,0 0 0,-1 0-166,7 0 1,-1 0 0,-1 0 165,-7 0 0,-1 0 0,-1 0 0,-3 0 0,-1 0 0,0 0 1092,-1 0 0,-1 0 0,0 0-765,14 0 0,-1 0-327,-3 0 0,0 0 1535,-4 0 0,-2 0-1535,-4 0 0,-1 0 977,-4 0 0,-1-1-977,-2 0 0,-1 0 925,21-3-925,-1-1 250,0 0-250,0-1 0,0 1 0,-5 1 0,-2 2 0,-2 2 0,0 0 0,2 0 0,0 0 0,0 0 0,1 0 0,1 0 0,1 0 0,2 0 0,-1 0 0,-2 0 0,-6 0 0,-9 0 0,-6 0 0,-7 0 0,-4-1 0,-4-4 0,-2-3 0,-2-10 0,4-14 0,3-12 0,1 2 0,0-3 0,-1 9 0,0 0 0,1-13 0,0 1 0,-2 12 0,-2 2 0,0 2 0,0 0 0,-1 2 0,0 1 0,0 3 0,0 0 0,2-21 0,-1-1 0,0 1 0,-2 21 0,-1 1 0,1-1 0,-1 0 0,1 1 0,-1 0 0,2-20 0,1 9 0,-1 11 0,-1 12 0,-1 7 0</inkml:trace>
  <inkml:trace contextRef="#ctx0" brushRef="#br0" timeOffset="-120750.19">20397 9894 7892,'3'-22'1889,"0"6"-1529,0 4 270,-2 6-360,5 18 0,-2 10-181,1 16-89,-3-11 0,-1 1-179,2 22-1,0-7-1439,3 6 1619,-2-33 0,2 8 0,0-20 0</inkml:trace>
  <inkml:trace contextRef="#ctx0" brushRef="#br0" timeOffset="-120290.19">20468 9746 8792,'-21'-12'540,"-5"1"-270,-2 2-181,3 5 46,-1 8 0,-1 7 0,-2 12 0,0 5-135,-5-2 0,1 3 30,11-3 0,3 3 0,3 2 0,6 3 0,5 2 0,1-2-30,-1-2 0,5 1 0,10 10 0,7 6 0,2-10 0,-4-16 0,4-4 30,16 10 0,8 2 0,-1-8-30,-5-13 0,1-5 0,3 1 0,3-1 0,1-5 30,2-11 0,1-7 0,-4 1-810,0 2 1,-2-4 801,-11-1 0,4-5 1,-4-3-1,-10-1 8,-11-6 0,-10-3 0,-5-1 15,0 3 0,-3-2 0,-4 1 0,-5 0-27,-3 5 0,-6 0 0,-3 0 0,-1 2 0,2 3-18,-1 1 0,0 1 0,-1 3 0,-4 2-90,-6 3 0,-6 2 0,-2 1 0,4 4 1,5 2-136,-2 2 0,0 5 225,-1 4 0,-8 3 0,2 3 0,9 2 0,10 4 0,4 3 0,-2 2 0,0 1 0,1-1 0</inkml:trace>
  <inkml:trace contextRef="#ctx0" brushRef="#br0" timeOffset="-95820.19">19091 15947 6453,'10'-17'990,"0"-4"-900,-7 13 269,1-5-179,-2 5 0,0 0 0,0 3-90,0 12 0,0 38-90,-1-12 0,1 5 0,0 0 0,0 0 0,-1 0 0,1 2 22,-1-1 1,1 2-1,0 1 1,-1-3-115,1 3 0,0-3 0,0 1 122,-1 4 0,-1-1 0,1-1-165,0 9 0,-1-4-180,0-8 0,-1-3 315,2 11 0,1-23 0,2 0 0</inkml:trace>
  <inkml:trace contextRef="#ctx0" brushRef="#br0" timeOffset="-94760.19">19201 15851 7443,'-8'-23'90,"1"4"0,2 10 269,1-1-269,5 3 90,14-2-90,22 3 0,-6 3 0,6 0 0,1 1-60,4 0 0,2 0 0,8 0-432,-15 2 1,5-1-1,3 1 1,3 0-1,0 1 1,1-1-1,-1 1 1,-2-1 426,3 1 1,-1 0 0,0 0 0,-1 1-1,1-1 1,1 1 0,1 0-166,-6-1 0,1 1 0,0 0 0,2-1 0,-1 1 0,1 1 0,0-1 0,-1 0 0,1 1 150,0 0 0,0 0 0,0 0 0,-1 1 0,2-1 0,-1 1 0,2 0 0,1 0 0,2 0-153,-9-1 1,2 1-1,0 0 1,2 0 0,0 0-1,0 0 1,1 0 0,1 0-1,-1 0 1,2 0-1,-1 0 1,1 0 0,0 0 148,-3 0 0,2-1 0,-1 1 0,2-1 0,0 1 0,0-1 0,0 0 0,0 1 0,1-1 0,-1 1 0,1-1 0,-1 0 0,0 1 0,0-1 0,0 0-89,-2 0 0,0 1 1,0-1-1,0 0 1,0 1-1,-1-1 1,1 0-1,0 1 1,-1-1-1,1 0 1,-1 0-1,1 0 1,-1-1-1,1 1 1,-1-1 88,4 0 0,1 0 1,0 0-1,1 0 1,1 0-1,-1 0 1,0-1-1,-1 0 1,-2 0-1,0 1 0,-3-2 1,-2 1-1,-2 0 1,-3-1 162,14 0 0,-5 0 0,-4 0 1,-1-1-1,-1 0 0,2 0-139,3 0 0,2 0 0,0 0 0,-2 0 0,-4-1 0,-5-2 240,2-2 0,-5-2 0,-5 0 952,11-8-1042,-13 4 0,-4 0 89,-2-3 1900,-7 7-1989,6 7-90,-8 3-90,14 8 90,-9-2 3019,6 4-3020,-5-3 767,-3-1-766,-5-3-90,-2 0 0,-3-2 0,-1 4 0,-2-2 0,2 18 0,-3-2 0,-1 15 0,0 11 0,-1-2 45,0 0 0,-1 4-159,0-9 1,-1 6 0,0 3 0,0-3 0,1-5 113,-2 8 0,0 1 18,1-10 0,0 7 0,0 1 0,0-2 0,0-5-18,0-4 0,0-4 0,1 3 0,-1 4 0,0 3 0,1 0 0,-1-5 0,-1 7 0,-1-5 0,2-12 0,-5-4 90,-27-2-90,-6-18 0,2-11 0,-11-5 0,-6-1-469,17 5 1,-6 0 0,-2-2 0,-2 1 0,1-1 0,1 1 0,2 0 464,-3-2 1,3 1-1,0 0 1,-2 0 0,-5 0-127,8 2 1,-3 0 0,-4-1-1,-2 1 1,-2-1 0,1 1 0,2 0-1,1 1 1,4 0 0,4 1 129,-5 0 0,7 1 0,2 0 0,-3 1 0,-8-1-133,9 1 1,-3 0 0,-4 0 0,-3-1 0,-2 1-1,-2-1 1,0 0 0,-2 1 0,1-1 0,1 1 0,1 0-1,2 0 1,3 1 105,-2 0 0,2 1 0,1-1 0,1 1 0,1 0 0,-1 0 0,0 1 0,-1-1 0,-2 0 0,-3 0-62,8 0 0,-2 0 1,-2 0-1,-1 0 1,-1-1-1,0 1 1,-1 0-1,0 0 1,0 0-1,0 0 1,2 0-1,0 0 1,1 1-1,2-1 1,1 1 61,-7 0 0,2 0 0,1 0 0,1 0 0,1 0 0,0 1 0,1 0 0,-1-1 0,1 1 0,-2 0-27,1 0 0,0 0 0,-1 0 0,0 0 0,0 0 0,1 1 0,1-1 0,0 0 0,2 1 0,1-1-36,-6 1 0,2-1 0,2 1 0,0 0 0,1 0 1,0-1-1,0 1-150,-6 0 0,-2 0 0,1 0 0,2 0 0,2 0 1,4-1-91,-12 2 0,6-1 0,4-1 319,-4 1 1,12-2-1,23-1 1,0-1 0</inkml:trace>
  <inkml:trace contextRef="#ctx0" brushRef="#br0" timeOffset="-94040.19">20534 15894 7982,'0'-13'270,"1"3"270,-1-1 0,0 4-181,9 37-269,-5-6 0,1 8 0,1 10 0,-2 1-30,-1-4 0,-2 0 0,0 5-246,0-6 0,0 5 0,0 3 0,0 0 1,0-2-1,0-4 216,0 10 0,0-4 0,0 4-564,0-3 1,0 6-1,0 0 1,1-4-1,-1-12 534,1-9 0,0-4-310,1 11 0,0 4 1,2-7-1670,7 4 1979,3 0 0,6-19 0,-1-15 0</inkml:trace>
  <inkml:trace contextRef="#ctx0" brushRef="#br0" timeOffset="-93460.19">22113 15936 8612,'-11'-24'1619,"2"23"-3258,4 37 1,4 13 716,-1-20 0,-1 4 994,1 5 0,0 10 0,0 5 0,0 0 0,2-5 220,0-2 1,1-3-1,1 0 1,-1 2-949,0 0 1,-1 2-1,1 0 1,0-1 0,0-3 544,2 6 1,0-4 0,1-6 0,1-3 0,1-9 0,-1-14 0</inkml:trace>
  <inkml:trace contextRef="#ctx0" brushRef="#br0" timeOffset="-92760.19">23034 16009 8612,'39'-29'1169,"-12"10"-899,-7 12-1909,-18 37 1,-7 11 64,3 7 1664,-2-12 0,-3 10 0,-2 5 0,1 1 0,1-4-315,1 3 1,1-2 0,0 0 0,0 1 206,-1-9 0,0 1 0,0 0 0,0-1 0,1 0-802,2 11 1,0 2 0,2-5 0,0-13 807,2-1 0,0-5 1,-1-5-1,-2-19 1</inkml:trace>
  <inkml:trace contextRef="#ctx0" brushRef="#br0" timeOffset="-92160.19">21131 16438 8882,'-7'-6'1439,"-1"17"-1079,2 11-180,10 14-135,33-35 0,16-17-99,-18 1 0,5-7 0,2-4 0,0 0 0,-2 2-766,2 0 1,0 1 0,-1-1 0,3-3 474,-11 4 0,4-3 0,0-2 0,0 0 1,-1 0-1,-2 2 0,-5 3-405,9-7 1,-6 3 0,0 0 572,0-1 1,0 2 0,-1 0 0,5-7 0,-4 4 0,-14 11 0,0 0 0</inkml:trace>
  <inkml:trace contextRef="#ctx0" brushRef="#br0" timeOffset="-89320.19">20262 17694 7623,'-8'-5'1259,"0"0"-719,3 2 539,-3-2-629,-2 1 539,-16 2-899,9 2 135,-11 6 0,-1 6-90,4 12 0,2 4-90,-2-1 0,3 2-45,7 13 0,8-1-90,14 5-180,23-13 0,6-6 0,1-5-420,-1-11 1,7 0-1,-5-4-2587,10-7 3018,1-4 0,-1-4 0,-3-10 0,-17 5 0,0-1 0</inkml:trace>
  <inkml:trace contextRef="#ctx0" brushRef="#br0" timeOffset="-88980.19">20799 17354 9242,'-3'-34'989,"1"9"-449,2 7-450,6 28 0,-4-2 30,-1 18 0,-3 12 0,0-1-31,-3 1 1,0 2-45,-1 2 0,0 7 0,0 2 0,-1-5-15,1-3 0,0-3 0,0 0-164,-1 5 0,1 0 1,0-5 88,1-5 0,1-3-360,0-6 0,0-3 45,2-6 360,-2 7 0,8-36 0,2-6 0</inkml:trace>
  <inkml:trace contextRef="#ctx0" brushRef="#br0" timeOffset="-88680.19">20751 17844 8702,'0'-14'1169,"0"0"-629,5 5 0,28 9-405,-9 8 0,1 5-46,3 9 1,-4 8 90,-6 12 0,-9 7-60,-7-13 0,-3 2 0,-2 0-330,-3 0 0,0 0 0,2-2 210,4 3 0,5-5 0,11 2 0,17-34 0</inkml:trace>
  <inkml:trace contextRef="#ctx0" brushRef="#br0" timeOffset="-88030.19">21123 18022 9961,'-28'-10'630,"2"4"-270,33 14-180,9-2-90,3 2-45,6-12 0,0-4-135,-1-9 45,-2 0 0,-2-3-135,-12-26 180,-34 18 90,-1 33 0,-3 8-45,3 2 0,2 5 0,-4 20 0,10 4 44,17-12 1,5-1 0,0-1 0,6-2 135,23 7 0,5-6-135,1-2-180,0-20 0,10-4 0,-6-7-45,-9-6 0,-1-6-175,7-4 1,4-5-1,-4-5 100,-9-7 0,-4-6 1,-2 2 179,-4 11 0,-2 0 0,-1-3-15,-3-4 0,-2-6 0,-2 1 0,-3 9 135,0-15 0,0-2 0,-7 11 89,-6 35 1,-4 12 60,0 23 0,-1 17 0,1 0-90,0-3 0,1 1 0,1 2-128,0-2 1,0 3-1,2-1 1,0-4-293,2-3 0,1-4 0,2-3-315,1 4 1,7-12 584,20-21 0,-2-18 0,11-13 0</inkml:trace>
  <inkml:trace contextRef="#ctx0" brushRef="#br0" timeOffset="-87590.19">21954 17849 9781,'9'-13'2339,"-3"2"-1529,-36 45-601,4-12 1,-7 3 0,0 0-180,1 2 0,0 0 0,-1 0-30,-6 3 0,-1-1 0,2-3-225,-3 0 0,7-6-224,13-6 359,11-8-180,45-22 135,-10 2 0,2 2 135,20-2 0,-9 1 180,-15 32-180,-13-2 90,11 19-90,2-14 0,7-2-810,4-6 1,4-5 809,-5-3 0,2-3 0,-2-2 0,6-6 0,-3-4 0,-6-5 0,0 0 0</inkml:trace>
  <inkml:trace contextRef="#ctx0" brushRef="#br0" timeOffset="-86890.19">22190 18087 9422,'0'0'0</inkml:trace>
  <inkml:trace contextRef="#ctx0" brushRef="#br0" timeOffset="-86210.19">22182 18080 9152,'-9'-10'3148,"12"-1"-3058,8 6-180,24-5-180,2-6 180,-3 2-270,0-18 270,-26 15-179,-5-14 179,-13 21-90,-27 18 180,19 11 0,1 4 0,-16 14 0,21 3 0,8 0 90,12-8 0,5-3 0,3-3 0,17-9-135,2-14 0,1-5 45,6-6-120,-13-5 0,4-5 0,-5 0 30,3-9 0,-1-9 0,-4-2 0,-17 3 45,-4 8 0,-3 2 45,-8 3-90,-4 5-90,-1 19 180,6 3-90,2 7-90,18 2 180,-2-5-90,13 3 180,-7-6-90,-4-2 270,-8 12-90,-9-1-90,-4 7 180,-10 20-90,6-5-90,-2 11 0,13-7-90,7-16-180,4-4-900,18-6-269,-11-10 1349,25-3 0,-10-7 0,10-5 0</inkml:trace>
  <inkml:trace contextRef="#ctx0" brushRef="#br0" timeOffset="-85690.19">23171 17639 9332,'-3'-14'270,"0"2"-181,0 20-89,1 1 90,-4 32 0,-3 8-23,1-16 1,-4 6 0,-1 2-1,0-3-67,0-1 0,0-3 0,-2 3 22,2 0 1,-2 2-1,0-1 1,0-4 247,-7 6 0,3-8 90,2-4-630,58-46 90,-7 3 0,2-3 180,1-7 0,1 2-90,7 7 0,-5 12 180,-15 27-90,2-6 270,-27 8 0,-10 2 269,-27 4-314,8-10 0,-1-1-180,7-9 0,-1-2 45,-6-1 0,0-4-90,-1-6 0,7-7 0,19-7 0</inkml:trace>
  <inkml:trace contextRef="#ctx0" brushRef="#br0" timeOffset="-85280.19">23527 18201 10321,'-6'-32'2878,"1"7"-2608,-10 11 90,-15 36-360,13 3 0,3 3 0,-1 1 0,4 0 0,6 0 0,9-4-90,35-8 90,-15-24 0,0-7-45,-1-6 0,-5-5-315,-10-5 1,-10 3-2160,-30 0 2519,-5 25 0,7 25 0,19 0 0</inkml:trace>
  <inkml:trace contextRef="#ctx0" brushRef="#br0" timeOffset="-84470.19">23918 18283 10231,'-9'-21'1080,"-2"0"-631,2 5-179,-4 1-180,3 6 90,-23 9-90,9 8-90,0 2 0,1 3-90,-9 19-90,7 3-90,15 5 180,14-15-90,18-2 90,-1-17 0,18-14 90,-14-7 0,11-12 0,-16 9-89,3-2 178,-13 12-89,3 9 0,-8 8 0,2 11 0,1 9-89,3 0 89,3-2-180,10-10 90,1-15 45,1-11 0,1-7 45,12-13-45,-14 6 0,-2-2 0,-8 2 0,-4 1 45,1-12 0,-5-3-90,-13 16 0,-7 13-90,2 4-90,5 17 180,9-8-180,24 4 270,-13-7-90,28-1 90,-29-1 0,9-1 360,-12 7 90,-14 25-360,6-9 45,-9 13 0,-2 2-45,3-9-1696,3 8 0,3 0 1516,1-13-90,5 15-2339,17-16 1170,-8-11 1349,15 4 0,-6-13 0,3-2 0</inkml:trace>
  <inkml:trace contextRef="#ctx0" brushRef="#br0" timeOffset="-83990.19">24802 18446 9961,'-16'-35'2249,"6"15"-1619,-17-5-450,15 23 179,-35 10-269,7 21-135,17-13 0,0 2-270,2 11 1,6 2-136,11 2 180,15 2 180,25-32 0,-6-13 0,4-10 0,0-7 0,1-8 0,0-3-45,-8 4 0,0-2 1,-1-2-1,0 1 180,0 0 0,-1-1 0,0 0 0,-4 2-45,0-3 0,-3 0 0,-3 6 180,1-9 0,-24 58-45,-2 9 0,-1 6-90,-3 7 0,1 5-15,1-4 0,1 4 0,1-2-30,0 6 0,4 0-330,4-6 0,3 3 0,1-6-300,3-6 1,2-3-945,4 5 0,3-5 1574,3-12 0,6-8 0,-4-7 0</inkml:trace>
  <inkml:trace contextRef="#ctx0" brushRef="#br0" timeOffset="-83840.19">25253 18386 10411,'-8'-3'-360,"1"8"360,2 9 0,2-2 0,4-4 0</inkml:trace>
  <inkml:trace contextRef="#ctx0" brushRef="#br1" timeOffset="-22290.19">24094 9056 8863,'4'-17'-341,"10"-1"564,9 10 196,20 2 1,9 2-1509,-15 2 0,2 1 0,4 1 1171,2-1 0,5 0 1,2 1-1,0 0 0,-4-1-544,-3 1 1,-3 0 0,-1 1-1,2-1 494,-1 0 0,2 1 0,1 0 0,-3-1 0,-3 1 87,3-1 0,-3 1 0,-2 0 783,8-1 1,-2 1-712,-10 0 0,-3-1 129,15-3 107,-29-1-308,6-1 174,-9 2-213,-6 2 1107,1 2-1247,-9 6 0,0-3 1,-6 2-1</inkml:trace>
  <inkml:trace contextRef="#ctx0" brushRef="#br0" timeOffset="27989.81">1920 16004 6903,'2'-22'1349,"2"-5"-1169,-1 20 720,3-10-541,-3 10 541,0-2-720,-2 15 90,0 10-46,0 12 1,-1 8-105,-1-2 0,0 4 0,0 0-794,0 5 1,0 0 0,-1 4 740,0 0 1,0 3 0,-1 1-1,0-3-22,1-9 0,0-2 0,0 0 0,-1 2-27,1 2 0,-1 1 0,0 2 0,1 0 0,-1-1 18,1-2 0,0 1 0,0-1 0,0 0 0,1-1-14,-1 3 1,0-1-1,0-2 1,1 1-23,-1 8 0,1-1 0,0-3 45,0 6 0,0-5 0,1-21 0,-1 0-45,0 17 0,-1-1 0,0 4 90,0-5-90,0-4 0,0-17 0,0-2 90,1-4-90,-1-6 0,0 3 2289,-2-2-2199,1-3 0,-2 1 90,2-2-90,0 1 0,4 0 0,11 1 0,13 2-60,9-4 0,10 0 0,4 1-12,-6 0 0,4-1 0,3 2 0,2-1 0,0 0-487,-7 0 1,2 0 0,2-1 0,0 1 0,0 0 0,-1 0 0,-1 0 463,4 0 1,0 0 0,-1 0 0,0 0 0,-1 0 0,-1 0 4,4 0 0,-1 1 0,-1-1 0,-1 0 0,-1 0-568,3 0 1,-2 0 0,0 0 0,2 0 582,-7-1 0,1 1 0,1-1 0,1 1 0,1-1 0,1 1-232,-1-1 0,1 1 1,1-1-1,0 1 1,1 0-1,-1-1 0,0 1 217,-3 0 0,1-1 0,-1 1 0,1-1 0,-1 0 0,0 1 0,1-1-145,0 1 0,2-1 0,-1 1 0,0-1 1,-1 0-1,-2 0 0,-2 0 145,9 1 0,-3-1 0,-2 0 0,-1 0 276,-3 0 0,-1-1 0,-2 1 0,-5-1-186,4 0 0,-7-1 450,1 0 1067,-21-2-1067,14 2 2178,-10 0-2358,0 0 2916,-2-3-3071,-10-7-205,-4-5 90,-2-16-90,3-4-120,2-3 0,2-8 1,0 3 74,-1 7 0,0-2-775,2-5 1,1-7 0,0-4 0,1 2 688,-3 10 0,1 0 0,-1 1 0,1-2 0,-1 1 95,1-1 0,0-1 0,0 1 0,1-2 0,-1-2-108,0 4 1,0-1 0,0-2 0,1 0-1,-1 0 1,1 1 0,0 1 107,1-7 0,0 0 0,1 2 0,0 0 0,0 0 18,0 2 0,0 1 0,0 0 0,1 0 0,0-1 0,1-4 0,1-1 0,0 0 0,0 3 0,-1 5 18,0 4 0,-1 4 0,1-1-30,0-5 0,0-1 0,0 5-953,-2 5 0,-1 4 893,1-2 32,5-18-32,-9 30 1937,-2 2-1847,-14 18 0,5-1 810,-18 20-721,6-12-89,-6 1 0,-3-4 0,-1-1 0,-12-1 0,-2 0 0,-6-2 559,8-2 1,-4-2 0,-3 1-560,5-1 0,-3 0 0,-2 0 0,0-1 0,2 1 0,-3 0 0,2-1 0,-3 1 0,-4-1-311,13 0 0,-3 0 1,-4-1-1,-1 1 0,-1-1 1,1 1-1,2-1 0,4 1 1,4 0 310,-8-1 0,6 1 0,1-1 0,-7 1 0,8-1 0,-5 1 0,-2-1 0,-2 0 0,-1 0 0,1 0 0,2 0 0,3 1-223,-9-2 1,3 1-1,1 0 1,-1 0-1,-1 0 208,1 0 0,-1 1 0,0-1 0,-2 0 0,1 0 1,-2 0 1,5 1 0,-2-1 0,0 0 0,-1 0 0,2 1 0,0-1 1,1 0-18,1 1 0,1 0 0,0 0 0,2 0 0,0 0 0,2 0 12,-2 0 0,1 0 0,2 0 0,1 0 0,1 0-42,-14-1 0,3 0 0,6 1 15,11 0 0,3 1 0,-7-1 0,4 0-225,10 0-180,1 2-269,-1-1 1124,10 1-1575,1 1 1879,14 7 1,6-1 0,11 8 0</inkml:trace>
  <inkml:trace contextRef="#ctx0" brushRef="#br0" timeOffset="28459.81">3486 16097 8972,'0'-10'180,"-2"-10"989,-4-1-539,1-2-181,-2 4-44,-3 39 0,0 15-270,2-3 0,0 7-81,1-6 0,-1 7 0,0 3 0,0 1 0,0-1-661,1 2 1,0 1-1,1 1 1,0 0 0,-1 1 635,1-6 1,1 0 0,-1 1 0,0 1 0,0 1 0,0 2 15,0-3 0,1 4 0,-1 0 0,1 2 0,-1 0 0,1-1 0,1-1 0,-1-3-393,1 3 0,1-1 0,0-2 0,1 0 0,-1-1 0,0 2 363,-1 3 0,0 0 0,0 1 0,0-1 0,1-2 0,1-4-223,1 4 0,1-4 0,0-2 0,0-5-17,1 6 0,0-6-1414,0-4 1,2-6 1378,5-6 0,3-29 0,2-31 0</inkml:trace>
  <inkml:trace contextRef="#ctx0" brushRef="#br0" timeOffset="28849.81">4222 16043 10321,'-2'-16'540,"-2"-7"179,1 11-539,-3 7 225,2 39 0,3 18-315,-1-24 0,0 3-1,0 4 1,0 8 0,0 5 0,0 2 0,0 0-302,-1-6 1,0 2-1,0 2 1,-1 1-1,1 0 1,0 0-1,-1-1 263,1-1 1,1 1-1,-1 0 1,0 0-1,0-1 1,1 1-1,-1 0-51,-1 0 0,1 0 0,-1 1 0,1 0 0,-1-1 0,1-2 0,0 0 15,1 1 0,0 1 0,0-1 0,0-2 0,1-5 0,0-4-150,1 11 0,0-4-180,1-5 0,0 5 1,0-2-1,0-8 435,3 11 1,-6-34 0,-5-22 0</inkml:trace>
  <inkml:trace contextRef="#ctx0" brushRef="#br0" timeOffset="29279.81">2009 16622 10051,'-29'-6'900,"6"0"-361,42 3 1,18 2-342,-1 1 0,9 0 0,5 1 0,5 0 0,2 1-496,-18 0 0,2 0 0,2 0 0,1 1 0,2 0 0,1-1 0,1 2 0,1-1 1,1 0-1,0 0 0,0 1 199,-5-1 0,2 0 0,-1 0 0,2 1 0,1-1 0,0 1 0,0-1 0,1 1 0,1 0 0,-1 0 0,1 0 0,-1 0 1,1 0-1,-1 0 0,0 0 45,-1 0 0,0 0 0,1 0 0,1 0 0,-1 1 0,1-1 0,-1 0 0,1 1 0,-1-1 0,0 1 0,0-1 1,-1 1-1,-1-1 0,-1 0 0,0 0 0,-2 0 29,8 1 1,0-1-1,0 1 1,-1 0-1,-1-1 1,-1 1-1,-2-1 1,0 0-1,-2 0 1,-2 0-1,-1-1 109,18 2 0,5 0 0,-3-1 0,-9 0 1,-17-2-1,-23-1-3361,-50-4 3016,-3 1 0,-8 3 0,-1 1 1,-4 2-1,3 1 0,12 1 1,1 1-1,-1-1 0</inkml:trace>
  <inkml:trace contextRef="#ctx0" brushRef="#br0" timeOffset="29709.81">1734 17200 9581,'-41'-7'150,"0"-1"0,8 2 0,4 0 1119,-4-1-775,53 5 1,14 1-270,1 0 0,6 1-113,-4 0 1,5 0-1,3 0 1,2 1-506,-6-1 0,2 1 1,1 0-1,2 0 1,1 0-1,1 0 438,-7 1 0,2-1 0,1 0 0,0 1 0,1-1 0,1 1 0,0 0 0,0-1-155,-2 1 1,0 0 0,0-1 0,1 1 0,0-1 0,2 1 0,0 0-1,2 0 1,1 0 122,-5 1 1,2-1 0,1 1 0,2 0 0,0 0 0,1 0 0,1 0 0,-1 1 0,0-1 0,0 0-1,-2 0 1,0 0 0,-2 0-211,4 0 1,-1 0-1,-1 0 1,0 0-1,-1 0 1,0-1 0,-1 1-1,1 0 1,0 0-1,0 0 188,2 0 0,1 1 0,0-1 0,0 1 0,0-1 0,0 1 0,-2-1 0,-1 0 0,-2 0 0,-2 0 9,11 0 0,-2 0 0,-1 0 0,-4-1 0,-4 0 0,-7-1-1639,11-1 1,-8-1-1,-9 1 1,-8-1 1387,-18-1 1,-17 3 0,6 1 0</inkml:trace>
  <inkml:trace contextRef="#ctx0" brushRef="#br0" timeOffset="36519.81">16418 12400 9871,'-7'-4'2159,"23"3"-1979,0 2-90,23 5 90,10 1-90,-13-1-1183,-1 0 1,7 1 0,-5-1 297,11 2 667,-9-1 0,8 1 1,-6-2 172,-11-1 0,-2 0-259,9 1 1,0-1 258,-10-1 0,-3 0-45,5 0 270,0 0 2385,-20-2-2295,12 0 1447,-13-1-1717,5 0 779,-6-2-689,-1 2-180,-1-3 0,-2-6 90,0-8-180,-1-3 90,1-8 0,1 0 0,2 0 0,0-10-30,2 5 0,1-5 0,0 5 30,2-11 0,-2 12 0,1-5 0,0 3 0,-3 7 0,0 2 0,1-7 0,0 1-45,-1 3 0,-1 2 45,1-9 0,-1 4-90,-2 5 0,-1 12 90,-2 1 0,0 1 0,-2 5 0,-6 0 0,-4 3 0,-12-1 0,-9 1 0,-1 0 0,-5 0 0,-3 0 0,1 0 0,-3 1 0,-1-1 0,2 0 0,-3 0 0,2 1 0,-3-1-23,-1 2 1,-3 0 0,1 0-1,8 1-22,5 1 0,3 0-15,-5 0 0,-3 1 0,4-1 15,1 2 0,4-1-45,-15 2 90,7-1 0,20-2-179,8 0-631,4-1 90,-1 1-1258,4 3 1978,2 4 0,3-1 0,3 2 0</inkml:trace>
  <inkml:trace contextRef="#ctx0" brushRef="#br0" timeOffset="37019.81">16351 11859 7982,'0'-10'1799,"1"1"-269,0 4-1351,-5 30-1818,-1 10 1,-1 4 1421,1-9 0,0 2 163,-1 6 0,0 6 1,0-5 143,0 0 0,0-3-248,0 0 1,0 1 247,0 10 0,1-3 90,3-1-135,0-16 0,1-1 45,2 2-90,1-15 0,-1-6 0,1-3 0</inkml:trace>
  <inkml:trace contextRef="#ctx0" brushRef="#br0" timeOffset="40489.81">3267 16738 8522,'5'-13'450,"0"4"0,-2 3 89,1 2 361,-1 0-450,0 1-271,1 5-89,-2 2 180,1 16-270,-3-7 270,-2 37-90,-3-4-180,1 4 0,-2-9 90,-1-3 0,1-7-90,-4 14 0,4-11 90,2-15-90,0 1 0,3-13-90,0 3 90,1-3 0,0-1-180,0 1 180,4-11-180,2-5 90,4-13 0,3-4 0,0-3 90,3-5-60,-1 4 0,2-4 0,-2 4-30,6-12 45,-3 5 0,0 2 45,-4 4 0,-1 0 0,-7 15 0,-7 20 0,-8 20 45,-1 5 0,-1 2-45,2-1 0,-1 1 45,-2 7 0,1 0-45,4-13 0,1-1 0,0 4 0,0-1 0,1 5 90,1 7-90,4-23 0,0 2 90,2-14-90,9-14 0,-1-7-1639,4-13 1,-2-3 1523,1-4 115,-1-5 0,-1 1 0,-5 15 0,3-14-90,-6 18 90,-10 25 0,-8 21 0,3 1 0,1 3 0,1-5 0,1 1 0,0 3 0,2-4 3276,4-11-3160,1 8-206,8-19 90,15-16 0,-4-2-30,1-8 0,3-7 0,-3 3 30,-4 5 0,-1 0-45,12-21 0,-1 3 45,-10 10 0,-9 18 0,-8 16 0,-12 21 0,-3 7 90,1 2-90,1-1 0,-2 7 0,2-3 0,5-5 0,1 0 0,-3 8 0,0-1 0,0 10 0,11-19 0,3-14 0,19-13-90,-4-12-45,15-18 1,3-7-1505,-10 6 1,-1-1 1509,-1 3 1,0-2 0,-1 2-362,1-7 1,-4 4 489,1-3-90,-8 12 180,-18 22-90,-6 12 0,-15 16 0,9-4 0,1 2 45,0 0 0,1 1-45,1 1 0,2-1-90,-7 18 180,11-18 2861,2-2-2951,15-21 1240,14-22-1330,-1-3 0,1-3 45,1-2 0,0-2 45,2-3 0,-1 1 0,3-5 0,-7 8 90,-18 25-90,-4 6 90,-14 23 0,-5 10-1729,4-3 1,1 1 1625,-5 5 1,1-1-22,6-7 0,3-4 124,2 6-90,6-14 0,6 4 0,4-21 0,18-18 0,4-8-90,2-4 0,1-5 0,6-7 0,-4 3 45,-10 9 0,-1 0 933,-1 1 0,2-2 0,-3 3-888,8-15 96,-18 26-6,-6 5 0,-14 19 0,-9 13 0,-1 5-1640,1 1 0,0 1 1550,0 0 0,1-2-3,5-4 0,3-2 93,2 3 407,9-9-497,4 0 0,17-20 0,1-7 0,3-6-90,3-4 0,2-5 60,-6 5 0,0-3 0,-1 2 30,1-3 0,-3 0 225,5-6 0,-12 12-45,-24 24 90,-10 18-225,1 0 0,-2 3 45,-2 6 0,2 0 0,8-7 0,2-3 3186,-4 13-2984,19-8-292,25-27 0,-5 3-135,7-16 0,0-7-90,-12 5 1,-1-3-1415,16-16 1,-2-1-1616,-1-1 2800,-13 11 0,-5 3 1,-10 12-1,0-2 1</inkml:trace>
  <inkml:trace contextRef="#ctx0" brushRef="#br0" timeOffset="42989.81">16418 11824 8882,'4'-9'720,"-1"-3"-271,-1 5 91,-1-3 539,0 5-629,-7 32-360,2-11 45,-4 20 0,-3 8 0,-1-2 0,-1 2-75,2-3 0,-1 2 0,-1 1-142,0 2 1,-1 0-1,1-3 127,-1 5 0,0-1-996,2-10 1,0 1 0,2-5 950,-3 5-675,0 1 0,1-2 675,4-14 35,-4 12 145,9-20 4,3-4-94,5-9 2298,6-5-2388,0-3 2096,4 0-2096,16 1 0,2 2 0,-4 1 0,0 1 0,9 1 0,11 1 0,0 1 102,-1 1-102,-2 0 0,9 1 0,-6 1 0,-12-1 0,0 0 0,4 1 0,4 0 0,-4-1 0,-3 1 0,-3 0 0,-8-2 0,-1 1 0,1-1 0,-3 1-3277,1 0 3162,3 0 115,-11-1 0,-9-1 270,1 0 180,1-1-270,-2-1-90,-4-4 3186,1-1-3070,-2-6-206,4-6 0,-2 3 0,8-28 0,-7 21 0,4-18 0,-1-5 0,-4 17 0,0 1 0,3-19 0,-1-2 0,-2 1 0,-1 0 0,-1 3 0,-2 0 0,1 3 0,-1 0-1639,-1-2 1,-1 5 1523,0 8 115,0-14 0,1 24 0,-1-5 0,1 3 0,-1 7-90,2 4 90,0 4 3276,-1-1-3160,0 1-116,1 0 0,2-2 0,1 1-90,-1 0 90,-17 9 90,2 1-90,-13 6 0,-17-3 0,18-3 0,-11 0 0,-4-1 45,0-2 0,0-1-45,-5 1 0,-4-1 0,1 0 0,-5-2 0,4 1-1639,-2-1 1,2-1 1599,5 1 1,-1-1 0,4 1 38,1-1 0,4 1-420,0-1 1,2 0-570,-14 0-2288,13 1 2477,17 6 0,11-2 0,6 2 1</inkml:trace>
  <inkml:trace contextRef="#ctx0" brushRef="#br0" timeOffset="47279.81">7274 16637 6993,'8'-6'810,"0"-1"-541,-1 2 271,1 0 180,-1-1-91,0 2-89,7 10-270,-5 9-90,5 11-3302,-5 22 3122,-6-19-428,-1 5 0,0 1 338,-2-2-45,0-5 1,0 1-316,1 1-2825,3 6 2016,-1-21 1233,5 1 1,-3-13-1,2-1 1</inkml:trace>
  <inkml:trace contextRef="#ctx0" brushRef="#br0" timeOffset="48259.81">8557 16632 8432,'-2'-10'1080,"-1"1"-451,0 3 1,1 0-360,3 0 179,16 1-359,-5 2 45,12 2 0,4 2-45,4 2-90,-2 1 0,2 1-90,9 7 90,-5 4-90,-12 13 90,-22-6-90,-5 5 90,-13-6 0,-3-1 0,-9 12 0,8-11 0,1 1-3277,-5 15 3072,14-19 205,11 14-359,22-20-181,7 4 270,-1-10 270,7-4 0,-27-2 0,8 0 0</inkml:trace>
  <inkml:trace contextRef="#ctx0" brushRef="#br0" timeOffset="49059.81">7472 17449 8882,'-1'-12'1799,"0"2"-1349,1 2-91,5-1-269,0 4 90,17-4-180,-11 7-3277,30 0 2033,-26 2 798,27 5 356,-29-2 90,6 4-269,-16 3 269,-5-3 0,-19 14 90,-5-8-90,1-1 0,-1-1 90,-11 6-90,13-4 0,4 0 89,3 0-178,4 6-181,30 3 90,-6-8-135,14 8 0,3 1 45,-5 3 360,10 11 3186,-61-1-3178,4-17-188,-11 0 0,-1-2 1144,9-5-1054,-7 13 0,37-17 0,8 5 0</inkml:trace>
  <inkml:trace contextRef="#ctx0" brushRef="#br0" timeOffset="49799.81">8958 17470 9062,'5'-9'2518,"0"-1"-2248,-5 11-90,-10 17 0,-6 8-90,-2 4 0,-2 3-90,-6 9 0,0 0-90,5-11 0,4-5 0,10-5 90,17-23-135,11-11 0,6-4-90,-1 4 0,1 0-45,6-1 1,-2 1 179,13-3-540,2 10 360,-20-2 720,14-6 270,-14 0-361,-17 21-269,-9 2 45,-10 28 0,-3 9-270,6-11 0,1 0 135,-5 13 0,2-1 0,4-20 0,1-4 0,-1-3 0</inkml:trace>
  <inkml:trace contextRef="#ctx0" brushRef="#br0" timeOffset="52909.81">3633 16907 9152,'-8'-8'0</inkml:trace>
  <inkml:trace contextRef="#ctx0" brushRef="#br0" timeOffset="53979.81">6976 16619 6813,'1'-11'810,"2"-5"-451,-1 10 631,4-10-1,-3 8-89,1-2-630,2 12-1,-3 15 1,1 23-225,-2-16 0,-2 3 15,1 5 0,0 4 0,0-1 30,1 8 0,0 0-90,0 4 0,1-2-45,0-9 0,0-5-45,1-6-1169,2 4-2018,-3-22 3174,3-4 0,-1-11 1,0-7-1</inkml:trace>
  <inkml:trace contextRef="#ctx0" brushRef="#br0" timeOffset="54759.81">7171 16475 9242,'25'-14'180,"4"3"0,1 6-1,8 1-134,6 4 0,3 0 0,-19 1 0,2 0-15,18 1 0,6 1 0,-6 0-1291,-18-1 1,0-1 1290,14 2 0,7 1 0,-9-1-284,5 0 434,-10-1 0,-4 1 737,-8 0-557,-1 0-90,-11 2-180,-4 3 1114,-3 1-1024,-3 18-90,-4-2-90,-1 2 0,0 3 44,-1-4 1,-1 1-45,-3 12 0,0 2 45,-1 0 0,-1-2-45,2-5 0,0-1 0,0-2 0,1-3 90,-1 9-90,3-7 90,1-5 1284,2-6-1284,-1-9 90,0-2-90,-3-5 0,-17-5-90,8 0 90,-35-5-90,6 2 0,0 0 0,-4-1 0,7 2 0,-2 0 29,2 0 1,-2-1 0,1 1-30,-3-1 0,0 1 0,-3-1 0,1 1-45,5-1 1,2 1-91,9 1 0,2-1 0,-1 1 0,2-1-765,-16-5 630,23 4-3007,-10-5 2994,21 5 1,-4-3-1,10 4 1</inkml:trace>
  <inkml:trace contextRef="#ctx0" brushRef="#br0" timeOffset="55959.81">7110 16491 9422,'7'-12'1799,"-17"30"-1665,-2 10 1,-3 8-75,3-4 0,-1 2 0,1 1-60,-1 2 0,2 0 0,1-1-90,2 9 0,3-6 90,5 0-359,42-41 179,-8-21 0,4-8 90,-8 6 0,3-1 0,-2-1 120,-1 0 0,0 0 0,-6 2-30,-3-1 0,-12 11 90,-39 41-45,7-1 0,-2 3 135,-4 4 0,7-1 0,18-5-180,36-45 0,5-7-60,-11-1 0,3-7 0,-5 3-30,-4 6 0,-4 1 0,8-16 90,-38 55 0,-8 14 0,2-1 0,-2 4 0,1 0 60,0 0 0,0 0 0,6-3 30,6 20-315,40-67 0,14-19 45,-16 10 0,1-4 0,1 0 60,4-4 0,1-1 0,-7 7 210,-2-2 0,-39 57 0,-12 16-45,2 0 0,2 1 45,3 7 0,14-11-180,28-31 0,9-12 0,-3-6 0,2-6 0,0-2 30,0 0 0,-1-2 0,-1 0-262,8-9 0,-3 1 232,-12 8 0,-3 2 180,-3 3 360,-23 26-271,-10 9 1,-5 4-135,1-3 0,0 2 90,-6 9 0,7-3-764,19-10 629,8-2 0,10-16 0,9-14 0</inkml:trace>
  <inkml:trace contextRef="#ctx0" brushRef="#br0" timeOffset="62579.81">7797 17135 7803,'10'-7'629,"0"2"-539,-2 4 90,1 1 0,10 1-90,5 1-45,3 0 0,5 1 45,8 0 0,3 0-60,-5 0 0,3 0 0,-2 0-30,7 0 0,2 1-61,-11-2 0,5 0 0,-1 0 1,-4-1 60,8 1 0,0-1 22,-7-1 0,5 1 1,1-1-1,-6 0-22,10 0 0,-3 0 90,6-1 0,-4 0 45,-16 0 0,-3 0 135,18-1-270,-20 1 270,-1-1-180,-15 2-90,10-1 90,-8 1-90,5 1 423,0 0-333,5-1 0,-6 1 0,-1-1 0,-8-1 0,0 2 89,-1-2 1,1 1 0,-1-1 90,1 0 0,-2 0 0,0-1-90,0 0-90,-1-1 0,-1-2 0,-1 0 0,-1-1-90,0 0 0,-2 0 0,2 0 0,-3-2 0,2 2 0,-2-1 0,1 2 0,-1-9 0,2-3 0,-2-16 0,2-3 0,-1 4 0,1-3-1639,0-6 1,1-1 1445,-1-4 1,-1-2 132,2 6 0,1-3 0,-1 3-51,0-6 1,0 0 65,1 10 0,-1-3 0,1 0 1,0 4 44,0-3 0,1 1-30,-1 0 0,1-3 0,0 4-15,0 4 0,1 3 45,-1 5 0,0 1-45,0-4 0,0 3-45,0-1 90,1-3 0,-1 6 3276,-1 9-3270,-1 3 54,0 2-60,-1-4 0,0 3 0,0 2 0,-2 2 15,3 1 2544,-3-1-4200,1 2 4202,0-2 293,-1 2-418,1-1 492,-2 2-1003,-1 0-502,1 0-2201,-4 0-726,2 1 283,-5-3-628,-2 0 450,-3 0-629,-27-2 502,17 5 919,-8-1 1,-4 1-129,10 2 0,0 0 408,-6 0 1,-4 0-1,1 0-314,-10-1 1,-4 1 397,7 0 0,-5 1 0,0-1 0,5 0-29,9 1 0,3-1 1,-4 0 134,-7 0 1,-5 0-1,-3 0 1,1 1-1,8-2 27,4 1 1,4-1 0,-3 1 73,-11-1 1,-4 0 0,-1 0-1,5-1 26,9 1 1,2 0 0,-1 0 27,-11-1 1,-3 0 0,4 0 0,13 1 0,1 0 0,-1 0 7,-10 0 0,-2-1 0,2 1 4,-4-1 0,1 1-49,3 0 0,0 1 5,7 0 1,-1 1 0,5 0-65,-16 1 57,10 0 0,-7 0 0,2 1-7,-4-1 0,3 1 5,1-1 1,-1 1-18,9 0 0,-2-1 0,8 0 19,-1 1 16,-3-1 1,-3 1 1440,11 0 1,1 0 50,-1-1 0,0 1 1406,-20 2 13,17-1-75,7 0 73,2-1-79,6 0 87,7-1-3163,1-1 362,-1 1-165,1 0 14,4 4-2101,3 8-637,5 19 246,-1 4 1180,-1 8 0,0 1 2,-2-19 1,-1 0 412,0 5 1,1 4 0,0 1 56,-2 2 0,1 0 1,-1 3 257,1 0 0,0 4 0,-1 1 1,1-3 424,-1 3 0,1-1 1,0 2 242,-1-7 0,1 3 0,-1 0 0,1-2 1,0-6-147,-1 5 0,0-2 121,1 7 0,0 5 1,-1-3 34,1 0 1,1-2-21,-1-9 0,1 0 0,0-1-58,-1 2 1,1-1 41,2 4 0,-1-1-31,-1-11 0,0-3-19,3 18 79,-2-9 0,0 0-55,0 3-11,-1-10 0,0 2 4,-1-2 1,0-2 51,2 13-31,-2 8 57,0 2-46,-1-16 33,-2 7 55,0-3 109,-3-5-3,3-4 1,-1-2 47,-2 5 106,1 9-80,0-14 46,-1 5-58,1-6 24,-2-1 2,4-12-61,-3 3 143,2-1-147,-1-2 171,0 1-25,1 0-254,-1 1 60,0-1-2,1 0-128,0-1-79,0-2-88,1-1-68,0-1 156,0-1 17,0 2 35,0-3 165,0 0-101,0 0 91,0-1-81,1 3-92,0-2-88,0 1-382,1 1-5,-1-1-222,2-1 248,1-1 219,3-1 1462,3-1 717,8-1 196,-4 0 365,6 1 36,1-1 30,0 1-1335,4 0 1,4-1-202,9 2 1,0-1-611,-4-1 1,0 1-270,4-1 0,4 1-128,0 0 0,2-1 0,0 0-39,-7 0 1,0 0 0,4 1-23,0-1 0,6 1 0,2-1 1,-1 1-1,-2-1 5,0 1 1,-3-1 0,1 1 0,1 0-16,6 0 1,2 0 0,-1 0 0,-2 0 3,2 0 1,-2 1 0,1-1-47,1 2 1,1-1 0,-5 0-4,-6 0 1,-2 0-30,13 2 1,-5 0-46,-10-1 38,-1 0 1,8 0-1,-2 0 44,-7-1 1,-1-1-1,2 1 3,6 1 1,2-1-1,-1 1 42,-3-2 0,-2 1 0,-2-1-29,3 1 0,-3-1 59,-7-1 0,0 1 27,12 0 1,-3-1 79,-8 1-56,-2-2 1,2 1 55,11-1 42,-1 0 97,2-1-92,-13 0 215,-8 0-228,-3 0 107,-2 1-176,-3-1-43,-1 1-42,-3 0 0,3 0 0,-5 0 0,8-2 0,-2 0 0,5 0 0,2 0 0,-8 1 0,3 0 0,-5 1 0,2-1 0,0 1 0,0-1 0,-5 1 0,-3-4-846,-3-2-1679,-4-6 174,-2-7-334,-4-16-18,3-2 1237,2 4 0,1-3 373,3 2 1,0-2 0,0 2-469,-1-4 1,1-2 1263,0 2 1,1-5 0,-1 0 0,1 4 69,-1-4 0,-1-1 33,1-1 1,-2-7 0,1 0 0,-1 7-83,0-4 1,0 1 161,-1 8 0,0-4 0,-1 0 0,1 4 14,-2-6 0,1 3 167,-1 0 0,1 0-72,-1-6 1,1 2 24,2 17 1,-1 2-4,1-9 0,-1 1-21,-3-9 87,1 6-34,3 23-443,-2-9-160,4 15-1976,-1 0 2583,1 4 0,0 2 1,0 1-1</inkml:trace>
  <inkml:trace contextRef="#ctx0" brushRef="#br1" timeOffset="63339.81">7898 16992 27789,'6'-18'-3277,"-2"4"0,0 8 0,-2 1 1751,2 9 1712,-2 0-395,2 24-170,-2-4 1,0 7-210,-1 8 0,-1 10 0,0 3 0,0-2 525,-1-1 0,-1 0 0,1 0 1,-1 0-46,1-8 1,0 1 0,0 0-1,0-1 1,-1-2-99,-1 2 0,0 0 1,0-4-1,0-4-167,0-2 0,1-2 16,0 3 1,0 3 0,0-1 74,1 5 1,0-1 48,1 1 0,1-3 59,1 0-605,0-21-1582,-2-10 2380,-1 1 1,1-3 0,-1 0 0</inkml:trace>
  <inkml:trace contextRef="#ctx0" brushRef="#br1" timeOffset="64269.81">6923 17098 27789,'3'-8'-3277,"0"-2"0,-1 2 0,1 0 0,-1 1 744,1 0 2349,-1 0 368,1 1-2002,-1 1 3099,0 1-1006,3 6 1777,3 25-2152,-1 2 42,-1 17 1,-2 6-223,-2-9 0,-1 0 15,0-9 0,-1 0 1,1 4 187,-1 3 1,-1 4 0,0-1 0,0-5-452,0 1 1,-1-1 383,1-2 1,0 3-1,0 1 1,1-4-887,-1 6 0,0-2 992,0-7 1,0 0 0,0 0-5,1 11 0,0-3 99,-1-9 1,1-4-615,1 13 532,0-29 1,0 4 0,1-13 0</inkml:trace>
  <inkml:trace contextRef="#ctx0" brushRef="#br1" timeOffset="65019.81">6409 17050 27789,'-8'-9'-3277,"7"2"0,22 7 2312,9 3 1,4 1 1750,-8 0 1,3 0-459,10 1 1,8 2 0,1 0-1,-8-1 61,-7-1 0,2 0-275,3 1 1,8 1 0,4 1 0,-2 0 0,-6-1-308,-1 0 0,-5-2 0,1 1 586,12 2 1,3 1-1,-6-1 932,-3-2 1,-8-1-1579,-4-1-100,-17-3-1190,-1-1 1601,1 0 0,-6 0 1,-5 0-1</inkml:trace>
  <inkml:trace contextRef="#ctx0" brushRef="#br1" timeOffset="65769.81">6387 16558 26980,'-3'-9'-3277,"2"1"0,5 3 0,2 1 1454,22-2 3885,11 1-1330,0 2 0,7 0 0,-3 1-76,-2-1 1,2 1-557,-5 1 1,8 0-1,3 0 1,-3 1-1,-5-1 767,-5 1 0,-3 0 0,2 0-109,9 0 0,5 1 1,-1-1-1,-5 1-20,1 0 1,-4 1-352,5-1 0,-4 1-274,-1 0-1063,4 1-997,-24 0 1852,1 0 0,-15-1 1,-4-1-1</inkml:trace>
  <inkml:trace contextRef="#ctx0" brushRef="#br1" timeOffset="66259.81">6946 15689 27728,'-11'-8'-3277,"1"5"1830,3 2 2522,-1 23-3661,6-5 1538,-1 5 0,1 6 597,2 4 0,1 3 0,-1 5 268,1-4 0,-1 4 1,1 2-1,-1 0 0,1-1-506,0 5 1,1 0 0,-1 0-1,1 1 331,0-4 0,0 1 0,0 0 0,1-2 0,-1-6-1014,3 10 1,1-6-268,6-2 1,0-5 1286,2-8 0,15 1 1,-9-21-1</inkml:trace>
  <inkml:trace contextRef="#ctx0" brushRef="#br1" timeOffset="66769.81">8128 15710 4156,'2'-13'3276,"0"4"0,-1-1-1638,-2 31 0,-3 16 0,1-2 0,-2 4-819,1-5 0,0 5 0,-1 0 0,0 1 0,0-2 0,0 1 0,0 0 0,-1 0-27,1-1 1,-1 0-1,1 0 1,-1 0-77,0 3 1,-1 1 0,1-1 0,0-5-727,-1 9 1,1-3-256,-1 9 1,2-6-2350,5-10 2561,4-3 1,3-8 0,3-14 0</inkml:trace>
  <inkml:trace contextRef="#ctx0" brushRef="#br1" timeOffset="67419.81">8027 16471 4156,'0'-8'3276,"8"1"0,4 2-1638,19 1 0,5 1-2755,6 0 579,-4 0 1,7 1 307,2 1 0,3 2 0,-3-1-95,-7 0 1,3 1 360,-7 0 1,8-1-1,3 1 1,1 0-1,-4 1 1,-8-1-1500,12 1 1,-2 0 1127,-7-1 1,8 1 0,1 1 0,-4-1 0,-8-1 205,-5 1 1,-3 0-580,9 0 0,3 1 0,-10-1 753,-14 2 1,10-1 0,-27 0 0</inkml:trace>
  <inkml:trace contextRef="#ctx0" brushRef="#br1" timeOffset="72399.81">7363 16629 3077,'-13'-8'3276,"-1"1"-1435,2 5-2250,-13 4-277,9 0 432,-11 7 422,9 6 873,2 4 722,-1 16-583,18 6 1147,23 0-705,-2-11-1066,10-22 0,3-8-685,8-11 126,-5-4 1,0-1-616,1-7 462,-15-2 0,-7-2-66,-13 1-14,-13-21 938,-16 23-689,0 12 1,-5 4 95,-8 8 0,-1 4-286,1 1 0,0 5 93,-6 9 1,3 5-4,16-3 1,5 3 19,1 0 1,7 1-530,16 23 869,31-15-189,-14-18 1,4-4 96,16-5 0,2-5-270,-9-4 0,1-4 70,-4-1 1,2-3-1,-2-2-149,4-5 1,-4-2-56,-2-2 1,-5-2-454,-2-15-174,-33 5 1927,-19 16-998,-12 14 1,-7 5-39,7 5 0,-1 5 31,8 1 0,-5 4 1,3 3-1,5 2 313,1 15 0,6 3-39,-8-2 1,13 0 327,32-3 1,14-6-1065,8-14 0,8-8-352,0-3 0,4-3 1,-3-1 451,7 2 0,0-5 401,-12-6 1,3-4-1,-3-2 1,-7 0 51,-9 1 0,-5-2-86,13-16 0,-10-1 141,-26 4-623,-20 4 1,-8 4 389,0 5 371,2 3 0,-3 4-230,3 11 1,2 4-305,-9 2 77,10 7 1,-5 5 0,8 0-290,1 11 413,8 6 1,10 0 720,34 2-552,6-15 1,8-4-299,4-13 0,1-4 29,-6 1 0,-1-4 96,4-10 1,-4-7 159,-16-2 1,-5-3 426,11-17-558,-17 14 0,-6-1 107,-13 0 1,-8 1 54,-4 3 1,-4 1 261,-1-1 0,-5 4-123,-19 9 0,-1 8-462,23 2 1,0 3-210,-20 7 0,3 7 27,15 8 1,5 3 209,5-6 1,3 1-311,1 10 1,9 0 891,18-8 1,8-4-545,9-2 1,3-3 187,-4-1 0,3-4-71,5-9 1,5-5-1,-5-2-102,-12 1 1,-1-3-48,13-7 0,5-5 0,-7 0-225,-14 3 0,-5-3 166,11-17 0,-11-4 230,-25 8 1,-8 1 348,7 6 0,-4 3-179,-21 0 1,-5 9 154,-9 20-289,10 7 1,1 3-16,-3 6 94,22 9 1,12 0 696,36-1-1530,-10-9 1,2-3 60,7-8 1,3-7-139,5-9 0,-2-4 606,5-2 287,-10-5 0,-9-4 557,-23-13 703,-1 1-1609,-17 7 1,-5 3-2,-3 3 122,-11 3 1,-2 6 507,3 9-664,3 6 1,4 6-86,17 19 970,6-1-1187,32-2-74,-5-20-130,20-8-31,-18-11 1268,4-7 669,-15 2 321,-24-11-1460,-3 15-1350,-26-5 354,4 18 666,4 10 0,1 3 889,0 3-668,8 1 0,7 2 135,22 10 712,7-5-705,19 4 143,16-18-507,-17-8 0,0-3-12,21-4-216,-4-14 406,-27 2 184,-17-14 44,-34 1-610,14 16 1,-3 2 4,-23 2 1,-2 4 412,23 3 0,0 3 155,-22 7 0,4 5 198,16 5 37,-2 18-118,56-2-981,-8-18 0,4-2 468,22 1 1,4-4 147,-15-6 1,-1-2 83,4 0 0,-1-3 66,-8-5 1,-4-2 256,-2-12 44,3 0-670,-38-12 1118,-2 17 21,-14-9-321,4 12 1,-2 1 168,-10-2-404,9 4 1,0 2-441,-5 9-1092,14 1 209,3 5-433,17 8 2794,4-7-1153,13 5 1,7-2-110,23-1-156,-15-4 0,1-2-25,1-3 1,-3-4 179,15-7 22,-12 0-363,-13-9-1136,-25 1 2686,-5-2 192,-11 3-418,-15 5-581,12 7-224,-7 3-1442,6 18 1847,21 10 1,-5 7-1,23 2 1</inkml:trace>
  <inkml:trace contextRef="#ctx0" brushRef="#br1" timeOffset="74049.81">6599 15923 3887,'-8'-11'3276,"-2"1"0,1 8-2392,-5 9-943,4 1 726,-8 21 627,4 7-617,5-10 0,2 3 698,2 2 1,2 1-749,2 1 0,3-1 827,3 11-276,4-12 1,5-5 109,16-12-1792,-2 10-160,14-40-1119,-21-15 1017,1-10 471,-16 8 0,-6-2 267,-3 8 1,-3 0-28,-3-9 1,-4 2 71,0 10 0,-2 4 611,-16-9-827,-4 37 1,15 9-1,0 21 1</inkml:trace>
  <inkml:trace contextRef="#ctx0" brushRef="#br1" timeOffset="74549.81">7411 16063 3257,'-5'-12'3276,"-6"-5"0,-4 6 0,-3 4-1869,-6 15-2110,4 23 1570,4-7-282,11 5 1,4-1 2421,5-8-2756,11 22 91,18-32-872,-9-10 0,3-5 384,8-10 1,-1-6 425,-6-3 0,-4-3-357,-3-3 1,-8-2-989,-16-5 0,-10 1-24,-3 15 1,-2 1 312,1-5 1,-4 5 485,-9 14 0,1 10 1583,-3 19-1125,-4 0 0,20 20 1,13-12-1</inkml:trace>
  <inkml:trace contextRef="#ctx0" brushRef="#br1" timeOffset="75029.81">8631 16101 27354,'-14'-33'-3277,"-8"15"0,7 8 4019,-6 23 0,-1 12-1442,12-1 0,5 4-602,4 6 1,4 0-527,10 14 1835,25-43 1,15-14-1,-8-6-416,-17-5 0,-3-3 858,13 5 0,4-1 1,-14-5-765,-23-7 0,-13-6 0,-6 6-482,-20 2 0,-6 3 959,12-13 1,-5 7 149,-13 26 0,-8 12 1,10 4-1,1 14 1,12-4-1,0-1 1,0 0-1</inkml:trace>
  <inkml:trace contextRef="#ctx0" brushRef="#br1" timeOffset="75819.81">6500 16722 27354,'6'-10'-3277,"-2"1"0,1-1 0,-1-1 2192,-6 27-5,14 12 914,1-3 1,5-3 411,12-7 1,3-7-453,-4-2 1,0-7 964,4-15 1,-6-8-705,-20-5 1,-7-3-539,-2 1 0,-5 0 289,-5 0 1,-5 4 702,-15-1-161,-7 21-678,14 19 1,0 4 166,-15 4 0,14 4 1,4 2-1,3 7 0</inkml:trace>
  <inkml:trace contextRef="#ctx0" brushRef="#br1" timeOffset="76339.81">6515 17575 27983,'-1'-18'-3277,"-1"-1"0,-1 5 0,-1 3 0,-6 17 3330,4 5 72,-1 32-669,7-18-972,6 7 1,4-1 1909,1-8-111,3 0 0,4-2 387,29-11 315,-17-11 0,2-5-719,2-1 0,-1-7 103,2-21 1,-7-5 44,-14 17 0,-5-3-372,-9-14 0,-7-7 0,-3 8-16,-2 14 1,-2 3-8,-9-21 0,-6 6-83,-8 20 1,0 10-2470,-9 15 2408,12-8 1,4 5 0,6 32-1,17-8 1</inkml:trace>
  <inkml:trace contextRef="#ctx0" brushRef="#br0" timeOffset="84899.81">14707 4972 8342,'-10'-2'630,"11"-2"-360,2 2-180,17 0 359,24 3-359,-21 0 0,4 0 22,7 0 1,6 1-1,2 0 1,-4-1-68,11 1 0,0 0-865,-11-1 1,4 1 0,0 0 0,-3-1 790,0 0 1,-3 0 0,-2 0 73,8 0 0,-2 0 45,3 0 0,-3-1 180,5 2-45,-7-3 45,-15-1-270,-1-2 0,-17 1 0,-2-1 0</inkml:trace>
  <inkml:trace contextRef="#ctx0" brushRef="#br0" timeOffset="86349.81">13260 2924 9152,'-26'-14'-450,"-3"-4"540,2 1 0,-2-1 45,0 2 0,0 2-90,-3-3 0,-1 3 45,-15 10 0,0 8-90,14 4 0,2 2 0,-10 1 0,-1 5 60,7 8 0,0 7 0,6-4-60,9-8 0,2 2-820,-2 9 1,-2 7 0,2 2 0,6-7 376,8-6 1,5 2 112,2 9 0,3 10 1,3 0-1,2-6 330,8 2 0,5-2-203,-5-7 0,1 2 0,2 0 0,4-4 233,12 3 0,5-4 0,2-5-416,1-5 0,1-5 0,1 0 386,0 0 0,2-1 0,-1-6 30,-2-6 0,0-5 0,-2-6 412,1-6 1,-2-7-1,-2-6-397,-10-5 0,-2-7 0,-1-2 0,-1 4-45,5-1 0,0 2 0,-7-5 18,-11 0 0,-4-5 0,-3-3 0,-4 1 0,-5 4 385,-5 4 0,-5 2 0,-2 2 1,-1-2-382,1-2 1,1-2-1,-3 1 1,-5 2-5,-3 5 0,-3 0 0,-3 2 0,-2 4 0,-2 7-153,-11 6 0,-3 9 0,-1 3 0,3-1 67,8-4 1,3-2 0,-1 3-1,0 8-364,-2 7 0,-3 7 1,1 4-1,4 2 0,7 0 324,-1 15 0,7 3 0,0-2 0,-1 4 1,3-1-1,10-4 0,0 0 0,0 0 1</inkml:trace>
  <inkml:trace contextRef="#ctx0" brushRef="#br0" timeOffset="87339.81">14577 3777 9062,'50'6'562,"-16"-5"0,8 0 0,3 0 1,-2 0-519,-6 0 1,0 0 0,1 0 0,2 0-15,1-1 0,4 1 0,1-2 0,0 1 0,-3-1 0,-5 0 0,0 0 0,-4-1 0,0 1 0,4-1 0,2 0 0,-7-1-210,13-4-2878,-25 3 1439,-11-3 1619,-13 6 0,-14-1 0,4 3 0</inkml:trace>
  <inkml:trace contextRef="#ctx0" brushRef="#br0" timeOffset="87909.81">12769 4745 9961,'9'-4'450,"4"1"90,5 2-91,21 0-314,-12 2 0,4 1 15,11 0 0,6 1 0,4 0-806,-11 0 1,2-1-1,2 1 1,-1 0 0,-2 0 149,2-1 0,-2 1 0,0-1 1,3 1 469,1-1 0,3 0 0,1 1 0,-3-1 0,-6 0 605,8-1 1,-4-1-615,2 1 0,-1 0-540,-6-2 0,-7-1 800,-14 1 0,7-2 0,-22 2 0</inkml:trace>
  <inkml:trace contextRef="#ctx0" brushRef="#br0" timeOffset="88319.81">14692 4975 9871,'14'-13'719,"14"9"1,11 2 0,-2 1-1125,0-2 0,4 0 315,-4 3 0,9 0 0,5 0 0,0 1 0,-4-1 0,-7 1-90,-4-1 0,-6 1 0,6-1 180,4 0 0,6-1 0,4 1 0,1-1 0,-4 0 0,-5-1 0,3 0 0,-5-1 0,3 0 0,5-1 0,0 0 0,0 1 0,-1-1 0</inkml:trace>
  <inkml:trace contextRef="#ctx0" brushRef="#br0" timeOffset="90629.81">15142 4078 6453,'-4'-9'1439,"1"2"-1079,1 1 90,-1 2-270,-1-4 0,1 4 180,-11-9-91,0 6-89,-12-6-90,9 6 180,-24-4-180,2 9-45,14 1 0,-1 2 0,-8 5 0,1 5 0,2 5 0,1 2-45,3-3 0,0 4 60,0 13 0,-1 9 0,5 1-1153,10-6 1,3 1 0,0 2 1085,-1-5 1,-2 2 0,1 1 0,4 0 28,5 8 1,3 3-1,3-2 1,0-4-251,2-6 1,1-3 0,1 1 257,3 12 0,2 2 0,0-7-30,0-7 0,2-4 0,4 3 0,3-2 0,9-1 0,0-2 0,-7-6 0,1-2 0,14 6 0,3-7 0,-2-12 0,3-7 30,-1-6 0,3-6 0,-1-2 0,-1-2 0,-1-2 0,-1-6-248,-6 1 0,-1-5 0,-2-1 0,-4-3 240,-7-1 1,-3-2-1,-2 0 1,-2-1-23,2-9 0,-3 0 0,-3-3 45,-4 1 0,-3-3 0,-2 0 0,-4 1-23,-2 5 1,-4 1-1,-1 1 1,-1 0-1,2 0 1,-2 0-1,0 1 1,-3 2-23,-7-7 0,-3 3 0,-4 4-13,-6 6 0,-5 4 0,0 3 13,8 7 0,0 1 0,-2 2-45,-3 3 0,-3-1 0,0 3 0,4 3-45,-5 0 0,0 7-270,0 7 0,-3 5 1,6 4-1280,2 11 1,4 4 1614,-5-3 1,2 2-1,13 5 1,5 0-1,6 5 1</inkml:trace>
  <inkml:trace contextRef="#ctx0" brushRef="#br0" timeOffset="100709.81">3368 16719 6004,'6'-6'2158,"12"3"-1978,9 2 0,5 3-120,0 0 0,3 2 0,3-1-38,0 2 1,2-1-1,1 2 1,1-1-1,4 0 1,0 1-1,1-1 1,-1 1-23,-4-1 0,0 0 0,-2 1 0,-2-1 150,2 0 0,-2 1 0,-7-1-150,2 4 90,-54-8-1,-8-2 1,-8-1 0,-2-1-30,-1 1 0,-2 0 0,-1 0 7,2-1 1,-1 1 0,0 0-1,1 0-7,-8 0 0,1 1 0,2 0 30,6 1 0,2 0 0,2 0-45,-6 0 0,6 3-45,5 6 90,73 2-90,4-3 0,7-1-30,-18-2 0,2-1 0,-2 0-484,15 1 1,-3 0 333,-4-2 0,-4 1 45,-13-2 0,-2 0 225,6 1 0,-8-1 90,-18-3-45,-25 2 0,-13 0-45,-14-4-1,13 5 1,-6 2 0,2-1 90,-5 2 0,1 1-180,2-1 0,3 1 90,-8 11-90,53-13 379,30 1 0,13-5-604,-5-3 0,1-1 165,-7 1 0,1 0 0,-3-1 150,9-3 0,-20-1 270,-47-1-360,-12 3 89,-8 7 1,-11 4 0,3 0 0,0 4 0,1 2-60,7-2 0,0 1 0,7 3-120,-2 16 0,36-9-135,40-13 1,16-8 44,-15-4 0,1-2 120,-6 2 0,1 0 0,-3-2 105,1-5 0,-16 2 405,-59 4-315,0 12 0,-5 4-46,-4 5 1,6 6-180,15 4 1,15 0-91,34-7 0,14-5 90,-1-10 0,5-4 0,-1-4 60,3-4 0,-1-3 0,-2-4 90,-6-2 0,-3-3 0,-9-1 75,-11-6 0,-13 4 0,-36 16 0,-15 13-76,20 3 1,-1 4 0,1 4-30,-4 2 0,-1 4 0,12 2-165,9 8 1,17-5-1,36-17 0,15-14 75,-16-2 0,1-6 0,-1-2 90,3-4 0,-1-2 0,-7-3 60,-7-9 0,-16 4 44,-26 14 1,-11 10-45,-14 13 0,1 11-45,12 8 0,5 4-135,2-5 0,14-2-45,40-8 1,16-10 44,-14-17 0,2-8 0,0 0 45,12 2 0,-3-3 135,4-16 0,-19 1 269,-42 15-224,-13 19 0,-6 10-45,-4 9 0,1 7-135,1 3 0,13 2-404,35 11 314,24-39 0,8-13 135,0-4 0,-2-6 224,-5-5 1,-13-1 225,-32 0-315,-14 25 0,-5 8-90,0 8 0,3 5-45,2 23 0,46-23-45,4-22 0,2-9 45,-1-8 0,-3-6 45,-4 0 0,-7-1 45,-14-9-90,-10 20 90,-29 42-180,28 4 0,-7 3-180,32-4-90,15-28 270,-4 2 0,0-14 0,-2-7 270,-7-14 180,-4-5-90,-37 31-180,-1 14-45,6 12 0,5 4-495,14 15-449,13-4-2378,15-19 3084,-6-14 0,-1-19 1,-13 4-1</inkml:trace>
  <inkml:trace contextRef="#ctx0" brushRef="#br0" timeOffset="106909.81">3381 16812 8612,'-21'35'-1079,"8"8"1079,6-10 0,5 1 45,5-1 0,4-3 45,3 11 0,19-8-1,-2-36 181,10-14-90,-21-3 0,-5-4-45,-4-3 0,-5 0 135,-17-18-180,-12 37 0,-1 35 0,10 12-90,15-13 0,5-1 0,19 10 0,10-21 0,15-23 0,-14-17 90,-18 4 0,-3-1-90,-6 6 0,-4-3 0,-7 23 90,-8 39-180,12-9 90,-4-6 0,6-2-180,27 2 0,11-31 180,-3 7-45,-9-15 0,-3-4 45,-6-4 90,9-19 90,-22 14-90,-12 9 0,-17 30-90,9 14 0,25-3 0,30-25 45,-13-11 0,-4-5 224,-10-8-179,-12 8 0,-24 24 0,-5 12-90,7 12-90,-6 3-180,43-8 180,5-25-89,12 0 89,0-17 0,-15 5 0,-1-13 180,-38 25 0,5-5-90,-25 28 0,27-11 0,2 15 0,22-18 0,4 2-45,11-11 0,3-6 45,16-10 0,-19 3 0,-2-1 0,-2-6 0,-37 0 0,-17 18 0,-6 4 0,1 6 0,23 5 0,13-4 90,28-1-90,23-10-90,-1-1 90,-19-2 0,-2-1 0,0-1-90,-3 2 90,-10 3 0,-1 4-90,-11 3 90,-1 1-90,-2 1 90,15-14 90,5-12-180,6-13 90,-6-7 45,-14 8 0,-3-2 0,-5 2 0,0 0-45,1 3 0,-1 1 90,-4-5 0,-1 4 0,3 11 89,-3-9 91,8 38-180,1-5 0,3 16 0,2 5 0,-1 3-45,1-6 0,-1 1-45,1 10 0,0 1 0,-2-17-180,0-1 90,1-24-270,-1-47 270,2 5-655,-3 7 1,-2 1 924,0 1-91,-4 31 1,1 39-45,1-5 0,1 3 0,2 5 0,0 0-45,2 12 0,2-10 1490,5-55-1490,-5-27-90,3 8-629,-17-7 719,4 60 0,-3 3 0,8 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03:50.55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665 2655 8072,'-11'-2'3276,"0"2"0,-2-1-2992,20 4-194,6 0 45,16-1 0,2 0-135,7-1 0,-1 0 0,1-1-539,2 1 179,2-1-2249,-7 0 2609,-23 0 0,1 1 0,-10-1 0</inkml:trace>
  <inkml:trace contextRef="#ctx0" brushRef="#br0" timeOffset="284">808 2719 10951,'-12'5'899,"2"0"-809,5 3 0,2 0 90,-1 20-90,0 1 0,-1 1 0,-2 20-60,2-19 0,0 5 0,0-3 15,0-1 0,1-1-90,-1 2 0,0 0-135,2 0 0,1-2-1439,0 7 1619,0 1 0,1-13 0,0-14 0</inkml:trace>
  <inkml:trace contextRef="#ctx0" brushRef="#br0" timeOffset="517">381 3392 10141,'28'9'540,"9"0"-315,2-8 0,3-2-180,-9 2 0,3-2-405,-1 0 0,5-1 0,1 0 0,-6 0-1279,0-1 1,0 1 1591,2-2 1,3 0 0,-5 0 0,-6-1 0,-2 1 0,9-2 0,0 1-1</inkml:trace>
  <inkml:trace contextRef="#ctx0" brushRef="#br0" timeOffset="1021">1324 3176 10861,'-8'-12'3276,"2"2"-2505,-6 23-501,-8 18-180,1 3-90,5-10 0,-2 1-135,2-4 0,0-1-44,-8 10-91,-5 9 90,16-24-450,0 0 540,30-24 0,-6 1 45,10-11 0,4-4 45,3-6 0,-1 1-45,-8 7 0,1 0 45,12-12 0,0 3-90,-2 10 90,5 1-90,-4 17 90,-5 32 0,-9-8 0,-7 1 0,-2 4-45,-3-1 1,-1 1 44,6 18-180,-4-16 0,1-3-450,1-6-449,3-7 1079,3-15 0,-1-4 0,5-6 0</inkml:trace>
  <inkml:trace contextRef="#ctx0" brushRef="#br0" timeOffset="1317">1857 3215 13289,'12'3'2609,"-5"-1"-2339,-1 25-45,-8 7 0,-4 3-136,2-8 1,0 2-60,-3 9 0,-1 4 0,1-5-75,1-11 0,1-2-135,-3 12 1,-1-1-2340,-6 8 1530,5-17-361,-5 5 1350,10-28 0,1-3 0,2 0 0</inkml:trace>
  <inkml:trace contextRef="#ctx0" brushRef="#br0" timeOffset="1621">1937 3160 10861,'3'-15'-90,"1"1"630,0-3 449,-1 7-629,19 4-270,-10 7 90,22 8 0,3 3-180,-7-3 89,16 9 1,-1 1 0,-21-5-90,1 1 0,-7 2 90,-29 13-90,2-9 0,-7-4 0,-7 0 0,-7-2 0,-3-2-135,6-2 0,-1 0-45,-4 1 1,1 0 179,2-4 0,5-2 0,8-1 0,-15 2 0</inkml:trace>
  <inkml:trace contextRef="#ctx0" brushRef="#br0" timeOffset="2288">2310 3217 11670,'5'-8'2069,"2"-2"-1349,0 5 719,-2-2-1259,4 9 449,-7 18-539,4-4 90,-6 19-180,3-18-270,-1 17 181,3-16-181,5 14-270,18-11 450,-9-7 0,13-3-180,9-27 270,-20 6-45,4-3 0,-1-4 45,1-17 0,-4 9-90,3-8 90,-13 24-270,22 9 181,-16 2-91,24 5 0,5-11 90,-12 1 45,-5-2 0,3-5 15,1-8 0,1-7 0,0 0 0,-2-2 0,-1 0 0,1-5-626,-5 5 1,2-5-1,1 0 1,-3 0 0,-3 3 646,1-3 1,-3 2 0,-3-1 38,0-3 0,-3-1 0,-4 6 150,-5-3-180,-16 22 0,-8 24 45,-3 20 0,-1 5-255,6-11 1,1 0 209,-2 9 0,0 3-90,3-4 0,0 1 0,1-5 45,3-6 0,0-1 15,-2 8 0,-2 5 0,6-4-600,11 14 361,0-18 3003,10 5-2734,16-31 0,-8-6 0,17-4 0</inkml:trace>
  <inkml:trace contextRef="#ctx0" brushRef="#br0" timeOffset="2500">3154 3012 12300,'26'-4'569,"1"1"1,18-4 0,1-1-525,-15 4 0,0 0-279,6-1 0,3-2 0,1 0-859,4-1 1,2 0 0,-4 0 623,3 0 1,-1 0 0,1-1 0,2 0 0,-8 1 0,8-2 0</inkml:trace>
  <inkml:trace contextRef="#ctx0" brushRef="#br0" timeOffset="2733">3973 2984 12750,'2'8'1349,"6"-1"-809,20-4-450,-4-1-1,6-1 1,1-1-269,-5 0-271,2 0 0,-2-1 450,-6-1 0,-4 1 0,-7 0 0</inkml:trace>
  <inkml:trace contextRef="#ctx0" brushRef="#br0" timeOffset="2917">3961 3154 11221,'16'9'269,"8"-4"-1168,21-8 89,-11-1-314,-4 1 0,-1-1 1124,-4-2 0,16-4 0,-8 0 0</inkml:trace>
  <inkml:trace contextRef="#ctx0" brushRef="#br0" timeOffset="3500">5202 2809 11490,'6'-8'2159,"4"-1"-1349,6 2-540,-1 1 179,17-3-179,-8 5 0,2 1-180,7-2 0,0 0-45,-3 2 0,0-1-45,7 1 0,-3 2-90,-6 0-45,-3 1 0,1 1-495,14 10 540,-13-3-269,1 16 179,-43 5 90,0-4 45,-10-1 0,-5-1 0,4-3 0,-1-2 45,2-1 0,1 0 0,0 0 0,5 0 0,8 4 0,7-4 0,19 9 90,16-9-90,-1-1 0,-6-5 0,1 0 0,11 10 0,-4-2 180,-10 9 0,-39-6-180,0-2 90,-10-4 0,-4-1-135,6-4 0,1-1-90,-1 0 0,-1 1 135,-1 0 0,4-2 0,10-4 0,-6 2 0</inkml:trace>
  <inkml:trace contextRef="#ctx0" brushRef="#br0" timeOffset="3700">6991 3066 14369,'16'2'3276,"1"0"-1245,-2 2-5308,-4 0 0,-30 7 2621,3-7 1,-11 1-1,-4-2 1,-18-3 0</inkml:trace>
  <inkml:trace contextRef="#ctx0" brushRef="#br0" timeOffset="5887">827 4176 10861,'-17'-3'2249,"6"2"-2249,-9 12 89,5 1 46,-9 14 0,-1 3-135,-2 5 30,7-9 0,-1 3 0,3 1-1669,4 12 1,5-1 1241,0-13 0,2 0-64,4 14 1,6-5 460,9-14-301,22 13 301,-13-21 0,26 5 0,-21-15-60,12-6 0,4-5 105,-13 0 0,1-4-45,7-12 0,4-6 0,-6 2 0,-8 4 0,-5-2 0,-3-6 0,-1-5 0,-11 1 172,-23-10 0,-8 3-172,10 11 0,-2 0 103,-6 1 0,-3-1 0,-3 6-148,-10 8 0,-2 9-495,-1 3 1,0 9 539,7 6 0,0 6 0,4 2 0,3 6 0,5 3 0,4 7 0,0 1 0</inkml:trace>
  <inkml:trace contextRef="#ctx0" brushRef="#br0" timeOffset="6988">1515 4477 11580,'-11'-8'1170,"2"1"-631,3 2-449,-4 7 90,-10 19-90,6-5 0,-9 20 0,17-3-180,3-9 90,6 12-360,21-15 270,-7-5-90,6-6 1,3-4 89,4-8 0,0-3 0,19 0 45,-13-3 0,-2-4 180,-10-3 0,-3-1 0,-1 0 0,-1-1 44,1-5 1,-4 1-90,-4-2 90,-3 3-90,-6 14-90,4-1 0,5 6 0,14 3 0,-5 1 0,14-1-90,9-8 90,-12 0 0,-5-1 0,2-3 0,1-8 0,-3-3 0,10-4-675,-9 1 0,-3 0 675,-12 0-494,1-5 0,-2-1 584,-2 0-120,-1 0 0,-2 2 120,-7 12 0,3-17 0,-4 17 1101,3-10-1101,-1 16 1039,4 11-1129,-1 1 78,1 8-78,1 5 0,-3-6 0,5 10 90,-5-12-90,0 2 0,-1-2 0,-1 0 0,-2 5 0,0-4 0,0 11 0,1-10 0,-1 8 0,-2 6 0,2-11 0,-4 23 0,1-9 0,-1 1 0,-1 1 0,0 1-1639,-3 19 1,1-1 1580,3-21 1,1-1 12,-1 6 0,3-2-315,8 10-90,4-11-629,22 2 269,-4-26-179,12-7 989,-4-16 0,-6-2 0,2-9 0</inkml:trace>
  <inkml:trace contextRef="#ctx0" brushRef="#br0" timeOffset="7187">2361 4405 9781,'7'2'1799,"5"-2"-1574,16-1 0,6-2-765,-8 0 1,1-1 539,12-1 0,-1-1 0,11-2 0,-6-1 0</inkml:trace>
  <inkml:trace contextRef="#ctx0" brushRef="#br0" timeOffset="7484">3014 4425 12120,'-6'11'2249,"1"12"-2069,3-6 179,-2 27-179,0-13 0,-3 1-90,0 8 0,-3 4-1173,2-6 1,-2 4-1,0-5 993,2-1 0,-1-2-135,-1 4 0,2-2-1448,2-1 773,2-12-2377,0 2 2972,3-19 0,1-3 0,-1-2 0</inkml:trace>
  <inkml:trace contextRef="#ctx0" brushRef="#br0" timeOffset="7800">3016 4511 11311,'0'-21'1349,"14"-4"-1079,16 11-136,3 5 1,4 3-45,2 3 0,1 3-120,-4 3 0,2 1 0,-4 2-60,0-1 1,-5 4-46,-4 9 0,-11 1 45,-39 7 0,-10-6 0,-6-3-225,2-4 0,0-3-1007,-2-1 0,4-2 1322,-3 0 0,26-6 0,11-1 0</inkml:trace>
  <inkml:trace contextRef="#ctx0" brushRef="#br0" timeOffset="8500">3608 4465 13829,'-9'21'2249,"-4"8"-2294,5-2 0,3 3-180,1-2 0,4-1-405,16 12 271,12-14 359,1-15-180,8-15 45,-10-11 0,1-3 90,-5 2 0,-1-1-45,10-10 0,-3-1 90,-4-3-90,-7 10 90,-2 19 0,1 6-90,5 4-180,8 0 180,6-2 0,-7-4 90,18-11-89,-11-12 89,-9-5 0,0-4-45,-9 10 0,-2-2 45,4-16 0,-4-4 0,-6-5 0,-4 1-151,1 15 0,-1-1 181,-2-1 0,0-2 0,-2 6 60,-2-2-90,-6 15 45,-2 35 0,0 12-45,-6 14-138,7-11 0,-1 6 0,-1-1 168,-1-2 0,0 0 0,0-2-30,0 7 0,0 0-30,-2-2 0,-2 2 0,5-5-240,7-8 1,3-2-181,-2 2 0,5-2-2827,32 4 3017,-9-22 0,19-15 0,-17-4 0</inkml:trace>
  <inkml:trace contextRef="#ctx0" brushRef="#br0" timeOffset="8717">4335 4322 10321,'-16'7'1169,"4"-2"-989,8 4 360,22-3-360,0 0 0,28-3-450,-17-3 0,-1-2-180,19-1 45,-19 2 1,-1-2 404,18-4 0,-11 1 0,-9 2 0,-1-1 0</inkml:trace>
  <inkml:trace contextRef="#ctx0" brushRef="#br0" timeOffset="8951">4764 4484 11221,'-15'10'2608,"9"1"-2068,28-7-360,-3-1 0,22 0-810,0-4 90,-11 1-2737,10-3 3107,-28 0 0,-2 1 0,-6 0 0</inkml:trace>
  <inkml:trace contextRef="#ctx0" brushRef="#br0" timeOffset="9119">4851 4618 11221,'30'5'-1035,"10"-6"1,4-2 1034,-11-1 0,0-1 0,1 0 0,2-1 0,-3 0 0,-3-1 0,1 0 0</inkml:trace>
  <inkml:trace contextRef="#ctx0" brushRef="#br0" timeOffset="9553">5915 4192 10681,'11'-1'2698,"0"0"-2068,3 6-450,-4 0 180,-1 8 179,-20 13-359,-4-6 0,-3 2-90,-3 4 0,-1 0-90,2-4 0,1-1 0,2 1 0,5-1-360,16 9 270,0-3-180,24 1-89,18-10 269,-12-5-45,-5-2 0,0 1 45,-1 1 0,-1 2 0,-16 5 90,-29-2 0,0-1-90,-13-1 90,-4-6-360,6-2 1,0 0-91,-12 1-1169,11-2 0,3-2 1619,9-5 0,2-3 0,6-3 0</inkml:trace>
  <inkml:trace contextRef="#ctx0" brushRef="#br0" timeOffset="9767">5941 4262 12570,'8'-7'899,"0"2"-719,7 4 450,20-1-720,-13 0-405,7-2 0,2 0-2782,10-6 2679,2 0 1,-4-5 0,-16 4 0</inkml:trace>
  <inkml:trace contextRef="#ctx0" brushRef="#br0" timeOffset="10250">5850 3965 12480,'-26'-6'389,"0"-1"1,-3 1 0,2 0 330,-11 5-451,2 12 1,-2 7-150,11 0 0,0 3 0,1 0-625,-11 10 1,2 4 594,8 4 0,2 5 0,4 1-30,8-2 0,4 1 0,0-1-435,0-4 0,-1 0 0,5 1 404,1 8 1,5 2 0,9-4 0,14-8 0,8-2 0,-2-3-30,-10-6 0,-1-1 0,4 0 22,11 1 1,6 0 0,2-3-1,-2-5-22,2-6 0,0-6 0,-2 0 30,-1 2 0,-1 0 0,3-3-30,1-4 0,2-3 0,2-1 0,-1-4 0,-3-4 0,0-3 0,0-1 0,-2 1 0,-2 3 0,-2 0 0,0 0 0,1-3 0,8-5 0,1-2 0,-1-4 0,-8-3 22,-10-2 1,-5-3 0,-3-1-1,0 2-22,3 2 0,-1 1 0,-4-4 0,-3-10 0,-3-5 0,-5-2 0,-9 4-235,-12 9 1,-8 3 0,-5 1-1,0 0 235,-2-5 0,-2 0 0,-3 1 0,-4 4 0,-1 6 0,-5 2 0,-3 2 0,2 2 0,2 4-23,5 1 1,2 4 0,0 2 0,-3 3-140,-2 3 0,-3 4 0,-2 2 0,2 2 0,4 1-931,-8 7 1,4 2 0,0 1 401,-3-3 1,0 0-1,3 3 691,4 5 0,1 2 0,10-2 0,0 9 0,14-9 0,0 1 0</inkml:trace>
  <inkml:trace contextRef="#ctx0" brushRef="#br0" timeOffset="15018">6807 2942 10771,'17'-1'540,"6"3"-361,4 4 1,1 2-90,9 2-45,-3-2 0,4 3 45,-6 0 0,1 3 0,-2-2-717,-1 1 1,0 0 656,6 4 0,2 2 0,-6 5 15,-7 18 0,-8 2 0,-1-14 0,-3 3-45,-4 4 0,-4 6 0,-5-1 30,-7-1 0,-4 0 0,0-2-551,0 6 0,-1 2 551,-1-3 0,-2 3 0,-3-2-30,-1-4 0,-1-2 0,0-3-980,0 3 1,-1-1 979,3-5 0,-2 2 0,-1-4-528,-11 1 0,1-6 618,-2 4 159,0-3 0,-3-1-294,9-12 0,2-3-135,-13 6-315,9-6 1,2-3 494,7-7 0,4-4 0,11-3 0</inkml:trace>
  <inkml:trace contextRef="#ctx0" brushRef="#br0" timeOffset="15453">6855 4026 10321,'-2'-15'2878,"2"5"-2788,-9 28 0,5-7 0,-12 29 90,-2-5-180,7-9 90,-6 12 0,14-13-90,2-6 90,8 4-45,14-17 0,7-4-45,4 0 0,4-2-150,5-1 0,4-2 0,-3 0-291,-1-1 1,-2-1-1044,13-3 0,-6 0-1793,-17 0 3064,5-1 1,-9-1 0,-1-1 0</inkml:trace>
  <inkml:trace contextRef="#ctx0" brushRef="#br0" timeOffset="19033">849 5509 9691,'-9'-19'1620,"2"1"-721,4 3 720,1-4-899,0 4-271,0-2 271,0 8-540,-5 17-90,3 0 0,-4 14 0,-1 7-45,-1 3 0,-2 3-45,-2 1 0,-2 3 0,1-2-45,-1 3 0,-1 0-195,1-7 0,-1 2 0,3-7-120,-1 0-540,2-4 1,2-1 899,3-5 0,-1 0 0,6-10 0</inkml:trace>
  <inkml:trace contextRef="#ctx0" brushRef="#br0" timeOffset="19519">1142 5345 11580,'-8'-1'1080,"3"0"-855,-14 13 0,-4 6-136,-2 1 46,-9 8 0,-4 2-45,6-6 0,0-1-420,0 2 1,-1 0 419,-6 1 0,0 0-45,12-7 0,0-1-45,3-2 0,1-1 0,-17 13 304,27-20-304,15-5 110,15-9-110,6-3-45,1 1 0,1 1 45,1 1 0,17 0 0,-17 9 335,6 21-335,-12-6 0,-5 4 0,0 2 0,-4-2-90,13 17 90,-12-19-90,6 0 0,3-1-809,16 1 449,4 6-1979,4-17 2429,-14-10 0,11-4 0,1-3 0</inkml:trace>
  <inkml:trace contextRef="#ctx0" brushRef="#br0" timeOffset="20300">1503 5713 11490,'-4'8'1170,"5"1"-631,10-5 1,23-4-180,4-7-180,-9-2 0,-2-3-90,2-8-90,-5-4 180,-35-9-180,-10 10 0,-3 8 0,-2 3 0,-10 3 45,6 13 0,-2 7-45,-3 14 0,3 4 0,7-10 0,0 2 0,-8 13 0,7 3-1639,20-6 1,4-1 1343,-1 8 295,7-9 0,7-3-90,28-6 90,-10-6 0,-3-7 0,5-5 0,13-12 0,1-6 0,-10 4 0,2-5 0,4-6 0,4-6 0,-7 2-120,-15 7 0,-2 0 120,5-9 0,-6 0 0,-15-8 0,-2 20 3273,-4-15-3363,-6 23 90,26 8 0,-12-1 0,32 7 0,-4-7 0,-3 1 359,10-1-359,0 0 0,-17 2 0,5 1 0,-29 18 0,-3-7-90,-10 24 135,4-12 0,-1 1-45,-3 10 0,4-7 0,2 1-450,12 15 270,-4-16-360,14 9-2737,8-25 798,-7-5 2479,8-2 0,-6-9 0,2-1 0</inkml:trace>
  <inkml:trace contextRef="#ctx0" brushRef="#br0" timeOffset="21567">2645 5618 12660,'-18'-3'2069,"-1"12"-1979,0 5 89,-1 16-44,7-7 0,1 1-135,-6 9-45,1-1 0,-1 0-135,-5 8 1,-2 0-1,6-10 180,19-24 0,8-11 0,26-27-45,-11 10 0,2-2 0,9-6 0,1 0 45,-9 7 0,-1 2-45,2 2 0,-1 3-45,8 7 90,-9 2-180,7 10-270,-18 21 270,-3-7-269,-2 25-1,-4-13 360,-1 1-90,6 1 90,-5-19 0,15 5 0,-8-13 90,16-1-90,20-15 90,-13 2-45,1-4 0,1-3 90,-13 4 0,-2 0 0,0 0 0,0-1 135,19-14 90,-24 16-180,-9 21-90,-2 3 0,-5 24 90,25-15-90,-2-13 0,3-3 0,0-4 0,2-2-104,4-3 0,2-4 149,0-4 0,1-5-45,6-7 0,0-2 0,-8 5 0,-2-3 60,0-7 0,-1-5 0,-5 1 75,-9 1 0,-4-1-15,0 2 0,1-3 0,-5 3-31,-6 1 1,-5 6 90,-19 1-90,7 23 0,-14 29-45,8 11 0,3 3 0,5-14 0,0 2-1123,0 10 0,-1 5 1,4-7 1077,3 3 0,3-11 0,6 0-180,10-7 0,4-3 180,1 1 0,3 0 0,6-3 45,12-12 0,0-6-45,8 2-692,-2-10 1,8-5 0,-9 0 781,0-8-90,-16 8 0,4-2 0,-4-2 486,6-15 0,-7 0-486,1 1 243,-1-2 0,-3-2-243,-8-7 0,-6 17 0,1-9-90,-6 18 2885,-1 7-2795,3 7 1802,-6 16-1802,2 3 0,-7 10 0,-1-1 0,1-2-270,-2 6-180,6-18-2827,-2 2 3219,-1-9 0,2-1 1,-2-1-1</inkml:trace>
  <inkml:trace contextRef="#ctx0" brushRef="#br0" timeOffset="21933">4900 5704 12030,'-10'-6'3058,"-1"1"-2878,35 5-90,25 0-360,-22 1 1,1 0 269,9-2 0,-3 0 0,-13 0 0,0-1 0</inkml:trace>
  <inkml:trace contextRef="#ctx0" brushRef="#br0" timeOffset="22151">4868 5865 11041,'-7'10'1619,"5"-1"-810,33-5-629,0-2-270,-3-3 0,2 0-630,-2-1 1,0 0 719,0-2 0,1-2 0,-3 1 0,-1 0 0,20-9 0</inkml:trace>
  <inkml:trace contextRef="#ctx0" brushRef="#br0" timeOffset="22667">6247 5604 12210,'-24'4'3058,"4"-1"-2608,63-6-270,3 1-90,-5-1 0,1 1-45,-9 0 0,-4 1-45,7-1 90,4 1-90,-22 1 90,7 3 0,-43 8-90,-23 9 0,12-7 0,-4 2 0,2-1 0,-6 3 0,3 0 0,-6 9 0,7 0 0,14-1-360,19 14-360,28-5 540,-10-14 0,1 1 0,5 1 1,0-1 89,5 8-90,-13-3 90,-46 2 0,8-10-180,-10-3 0,-5-1-1369,10-6 1,0-1 218,2 0 1,0 0 1282,-18 3 1,23-6-1,-1 0 1</inkml:trace>
  <inkml:trace contextRef="#ctx0" brushRef="#br0" timeOffset="22833">6710 6020 13199,'10'-1'1709,"10"0"-1349,-8 1-450,7 0-3187,-2 2 2837,-8 1 0,1-1 0,-8-1 0</inkml:trace>
  <inkml:trace contextRef="#ctx0" brushRef="#br0" timeOffset="31933">9429 2836 10681,'21'3'2788,"0"-1"-2608,-8-4 0,8-2-90,-2 0 45,13 0 0,5-1-45,-11 2 0,0-1-90,12 0 0,1 0-270,1 0 0,-4 1-1079,7-2 1349,-16 2 0,-3 0 0,-6 1 0,-14 1 0</inkml:trace>
  <inkml:trace contextRef="#ctx0" brushRef="#br0" timeOffset="32200">9732 2862 11131,'-4'8'1079,"1"0"-899,1 3-180,0-3 180,-2 24-180,0-12 45,-2 9 0,-1 5 0,1-6 0,-1 1-225,-2 14 0,0 1-180,2-7 0,3-2-1279,0-1 1,3-3 1423,3-1 0,5-5 0,-2-15 0</inkml:trace>
  <inkml:trace contextRef="#ctx0" brushRef="#br0" timeOffset="33221">10295 2887 10051,'12'-6'1638,"-32"17"0,-11 8-1136,-9 11-442,7-1 0,-6 7 0,5-3-714,12-8 0,3 2 654,-4 19 0,7-1 90,17-8-180,17 2 0,4 0 90,2-6-90,4-2 0,7-2-405,7-15 1,2-5 89,-10 0 0,2-3 405,9-3 0,5-4 0,-6-1 0,-8-2 0,-1-3 0,12-4 0,1 0 0</inkml:trace>
  <inkml:trace contextRef="#ctx0" brushRef="#br0" timeOffset="34767">13553 2927 10771,'-5'-12'989,"-1"2"-809,-1 5 90,1 1-90,-5 0 90,-7 3-45,-9 9 0,-3 3-225,-12 5-35,1 3 0,-1 8 170,7 9 0,4 3-368,7-13 0,1 3 263,4 4 0,1 4 0,7-3 15,10-3 0,4-2-45,-2 2 0,4 0 45,10 1 0,7-4 0,9-9 0,2-3-45,-7 0 0,1-2-158,14-3 0,5-5 187,-8-8 1,2-4 0,-2 0-346,2 2 0,1-2 316,-3-2 0,4-1 0,1-3 0,-6-2 30,-3-5 0,-5-2 0,-2-2-30,2-3 0,-3-2 0,-2 0 0,6-9 0,-13-3 45,-25-6 0,-11 3 130,-10 3-145,-1 16 0,-7-2 0,3 5-283,6 7 0,-1 4 223,-12-2 0,-6 1 0,1 5-90,8 7 0,0 4 0,0 2-973,-10 4 1,-2 3 0,3 1 788,12-2 0,3 1 0,2 2 0,-8 11 0,11 2 0,20 5 0</inkml:trace>
  <inkml:trace contextRef="#ctx0" brushRef="#br0" timeOffset="35117">14687 3146 11580,'-26'1'990,"6"0"-900,32 0 0,36-4-315,-13 2 0,2-1-765,8-2 1,-2 0 269,-16 1 1,-3 0 719,15-3 0,-31 4 0,-2 0 0</inkml:trace>
  <inkml:trace contextRef="#ctx0" brushRef="#br0" timeOffset="35319">14716 3280 10051,'-10'7'540,"2"-1"0,2 0-181,11 1-269,1-3 180,19 1-1831,14-4 0,4-3 1291,6 1 45,-3-1 0,2-1-49,-12-4 1,-3-1-1,9-6 1,-9 2-1,0 1 1</inkml:trace>
  <inkml:trace contextRef="#ctx0" brushRef="#br0" timeOffset="36217">16061 2861 11041,'6'-5'1709,"0"0"-1574,25 2 0,11 2-90,-9-1 0,1 0-45,8 0 0,2 0-90,4 0 0,-4-1-450,-6-1-896,11 0 1436,-33 1 0,-11 2 0,-2 0 0</inkml:trace>
  <inkml:trace contextRef="#ctx0" brushRef="#br0" timeOffset="36488">16253 2882 9961,'-10'6'450,"-2"6"-90,3 4 0,-5 17-360,6-10 180,-1 25-1,2-6-179,2-2 45,1-12 0,1 0-225,4 18-899,0 3-1709,2-7 2788,-1-22 0,0-9 0,-1-5 0</inkml:trace>
  <inkml:trace contextRef="#ctx0" brushRef="#br0" timeOffset="36734">15957 3405 10051,'6'9'450,"13"-1"-270,22-6-90,-8-2-135,-6 0 0,2-2-1035,-4-2 1,0 0 90,11-2 702,11-4 1,-19 1 0,2-2 0</inkml:trace>
  <inkml:trace contextRef="#ctx0" brushRef="#br0" timeOffset="37053">16730 3157 13379,'25'1'0,"1"0"-180,8-2-360,-8-1 1,1 0 179,12-1-1034,-10 0 0,-2-2-45,-12 2 1439,6-3 0,-11-2 0,0-1 0</inkml:trace>
  <inkml:trace contextRef="#ctx0" brushRef="#br0" timeOffset="37520">17562 2918 10051,'3'-9'2159,"0"1"-1979,0 28-180,-3-10 90,0 39 0,-2-28-90,-1 23 0,2-22 90,-1 21-540,4-3 180,-3-5-1169,4 1 1439,-2-24 0,2 1 0,0-6 0</inkml:trace>
  <inkml:trace contextRef="#ctx0" brushRef="#br0" timeOffset="37967">17763 2697 10861,'29'7'539,"15"9"-404,-17 0 0,-1 2-90,-3-3 0,0 2 15,3 3 0,2 4 0,-4 3 30,-4 16 0,-4 3-818,4-9 0,-4 1 758,-8-2 0,-4 4 0,-6-2-1,-10 1 1,-6-1 0,0-1-30,3 4 0,-3 1-135,-2-10 0,-5 4 0,-2-2 1,-1-4-959,-4-4 1,-2-5 0,2 0 727,4 0 1,0-1 0,0-2 0,-5 1 0,-2-3 0,4-2 0,8-6 0,-1 1 0</inkml:trace>
  <inkml:trace contextRef="#ctx0" brushRef="#br0" timeOffset="38551">15938 2710 9781,'3'-10'990,"0"0"-810,-26 23-90,9-5 0,-21 20 0,-3 7-761,18-16 1,0 2 715,-3 7 0,-4 7 0,0 1 0,4-4-573,1 3 0,2 2 550,3-5 1,-1 5 0,1 1-1,6 1-232,8 10 0,6 1 1,1-2 59,-4-12 0,1-2 0,4 2-593,10 6 1,5 3 0,3-2 0,0-8 742,2-8 0,5-4 0,-3-2 0,5 1 0,2 1 0,-2-4 0,2-4 0,0 0 0,0 0 0</inkml:trace>
  <inkml:trace contextRef="#ctx0" brushRef="#br0" timeOffset="41601">18691 2888 9512,'7'-6'2248,"-3"-1"-1978,-7 2 0,-5 2-180,-11 4 0,1 1 45,-9 3 0,-2 2-135,-2 2 45,0 0 0,-1 2 0,6 2 0,3 1-45,-10 4 45,10-3 0,5 2 45,18 17-90,0-12 89,16 11-89,12-17 0,2-4 0,1 3 45,4 0 0,4 1-45,-7-3 0,-2-1 0,-7-2 0,0 1 0,11 12 0,-4 0 0,-12-4 0,-4 16 90,-37-8-90,5-7 45,-5-4 0,-2-2-45,-3-2-45,-10 0 0,-3 0-360,11-5 1,0 0 404,-18 2 0,1-2 0,17-5 0,2-1 0,1-4 0,0 1 0</inkml:trace>
  <inkml:trace contextRef="#ctx0" brushRef="#br0" timeOffset="43187">19265 3158 12660,'33'-4'270,"-8"1"-225,1 1 0,2 0 0,-3 0 0,1 0-45,0 0 0,0 0 44,9 0 1,-1-1-360,-5-1 1,-1-1-541,6 1 1,0-1 854,-5-2 0,-1-1 0,12-5 0,-13-1 0</inkml:trace>
  <inkml:trace contextRef="#ctx0" brushRef="#br0" timeOffset="43834">20279 2849 10411,'19'-5'270,"8"1"-180,-1 2 0,-2 1 0,3 0 0,22 0-90,-24 1 0,1-1 45,9 2 0,2 0-45,-6 3 0,-1 0 0,-3-1 0,-1 1 45,4 4 0,-7 4-45,-19 22 90,-4-8-90,-22 6 0,-10 2 44,-6-2 1,-2-3-45,4 1 0,0-1 0,-6 1 0,4-1 0,2 2 0,11-9 0,2 5 90,19-19-90,3 5 0,4-7 90,14 3 0,22-4-90,-6 0 0,-4-4 0,3-1 45,6-3 0,0 0-434,-11 1 1,1-1 208,17-1 0,1-3-1459,-12 0 1,-1-1 1554,-8 2 1,0 0-1,9-4 1,-3-1 0,2-2-1</inkml:trace>
  <inkml:trace contextRef="#ctx0" brushRef="#br0" timeOffset="44200">21406 2927 10321,'7'-8'720,"1"-1"-361,-3 4 1,4-3 180,0 3-450,8 10 180,-1 16-270,-3 0 90,-7 23-45,-7-17 0,-1 0 45,-1 13-90,1-5 0,0-1-180,2 5 0,0-2-450,3-2 270,-2-23-2068,3 5 2428,-1-11 0,-1-1 0,1-4 0</inkml:trace>
  <inkml:trace contextRef="#ctx0" brushRef="#br0" timeOffset="44653">21456 2794 10231,'6'-12'900,"6"-2"-181,10 5-539,-3 1 90,16-2 0,-10 5 0,1 2-270,11-3 90,-3 2 0,4 1-1,-4 4 1,3 1 0,-1 0-45,11 3 0,2 1-1138,-4 2 1,2 1 0,-7 1 1079,-8-1 1,-5 2 12,8 15-223,-44-5 1,-8 1 222,-4 3 45,-10 4 0,-4-1-45,-3-7 0,-4-1 0,0-1 0,2-3 0,1-1 0,1-1 0,8-4-166,3-1 1,0-1 165,3-1-90,-13 4-450,18-6 2694,0-1-2604,3-4-2827,6-1 3228,5-6 1,3 5 0,2-2 0</inkml:trace>
  <inkml:trace contextRef="#ctx0" brushRef="#br0" timeOffset="46854">22460 3050 10501,'-13'0'1889,"0"0"-720,4 2-179,-2 1-631,6 0-89,19 4-180,-1-2 0,14-1 0,6 0-45,1-3 0,1 0-45,0 0 0,2 0-90,-1-2 0,1-1 0,-4 0-90,14-1-270,-2-2 1,-3 0 89,-10 1-809,16-5 359,-30 5 810,2-4 0,-11 1 0,-1-1 0</inkml:trace>
  <inkml:trace contextRef="#ctx0" brushRef="#br0" timeOffset="47167">22545 2952 11490,'-12'-6'2069,"4"-1"-1979,17 18 270,0 18-270,0-3 0,-2 2-90,1 22 45,-6-14 0,-1-1-45,1-3-180,2 1 0,0 1-1079,6 7 1259,0-15 0,2-1 0,8 6 0,6-7 0</inkml:trace>
  <inkml:trace contextRef="#ctx0" brushRef="#br0" timeOffset="47486">23561 2851 11850,'0'-9'810,"0"0"-91,-1 3-539,10 11 0,-4 0-45,5 15 0,-1 7-1696,-5 0 0,-2 1 1561,3 3 0,-3 1 90,-6 13 0,-5 0-579,1-12 1,0-2 443,-1 1 0,0 1-649,-1 1 1,2-5 244,1-7-2790,-2 17 3239,9-26 0,1 4 0,4-10 0</inkml:trace>
  <inkml:trace contextRef="#ctx0" brushRef="#br0" timeOffset="47953">24183 2882 11670,'7'-16'1799,"-7"11"-1529,-30 33-90,-9-1 0,-3 2-135,9-5 0,-2 1-213,0-3 1,-5 0 0,2-1 137,5-3 0,1-1 0,1-1-60,-3 2 0,1-1-60,1 0 0,-1 1 0,7-4-30,4-3-664,-12 8 754,45-21 0,-9 4 0,35-14 90,-12 3-90,7-2 537,-9 4-537,0 1 90,-8 7-90,2 3 90,-3 2 0,6 12 0,8 12 0,-4-6 0,-4-4 0,1-1-180,16-1-90,0 0-405,-7-9 1,2-3 674,-3-5 0,0-1 0,7 1 0,0-1 0,2-3 0,-1 0 0</inkml:trace>
  <inkml:trace contextRef="#ctx0" brushRef="#br0" timeOffset="48153">24617 3227 16348,'7'-6'-3277,"-22"2"0,2 3 2824,-21 0 1,-15-4 0,21 1 0,0 0 0</inkml:trace>
  <inkml:trace contextRef="#ctx0" brushRef="#br0" timeOffset="58267">13722 4367 9062,'3'-10'1529,"0"1"-899,0 4-540,-10 10-90,3-1 89,-13 13-89,6-6 0,-9 10 0,3-1 90,-3 6-90,6-5 0,0 8 0,8-15 90,2 16-90,15-9 90,6 5-90,8-3 0,-2-8 0,7 2 0,-3-1 90,8 5-90,-10-3 0,4 11-90,-17-14 90,1 21 90,-22-8-90,-9 6 90,-15-1-90,3-12 90,-11 0-45,15-12 0,1-1-135,-10 5-809,-10-1 899,28-23 0,8-2 0,5-15 0</inkml:trace>
  <inkml:trace contextRef="#ctx0" brushRef="#br0" timeOffset="58487">13667 4438 10231,'-9'-7'1080,"-1"1"-541,5 2-359,10-1-90,4 0 0,19-1 0,5 1 0,9-1-1183,-2 0 1,9-1 0,-6 1 1009,-12 2 1,-1 0-218,8-2 1,4-1-1,-6 2-807,11-3 1107,-7 1 0,0-1 0,-14 4 0,-1-1 0,11-2 0,0 1 0</inkml:trace>
  <inkml:trace contextRef="#ctx0" brushRef="#br0" timeOffset="58788">14905 4611 10321,'-15'6'1169,"0"0"-269,9-2-630,7 0 0,19-1-180,-2-1 89,22-3-89,9-3-180,-12 0-270,-8 2 1,1-2 359,15-5 0,-13 4 0,4-3 0</inkml:trace>
  <inkml:trace contextRef="#ctx0" brushRef="#br0" timeOffset="58984">15103 4713 10681,'-13'8'270,"0"1"-180,9-1-90,7-2-90,19-2 0,7-4-1259,16-1 1349,0-1 0,2-3 0,-18 1 0,-1-2 0,5-1 0,0 0 0</inkml:trace>
  <inkml:trace contextRef="#ctx0" brushRef="#br0" timeOffset="59973">16010 4131 11131,'-14'5'269,"2"1"-179,6 4 0,0 2 45,-3 10 0,-1 3-135,-3 10-410,-3 8 0,0 2 410,8-20 0,0 2 45,0 6 0,-1 6 0,0 1 0,2-5-436,1-2 1,0 0 390,-1 13 0,-1 6 0,3-9 0,4 5-45,5-2 0,3 0-45,4-2 0,2-8 0,2-1 0,4-9-630,5-4 1,4-2 719,16-2 0,-13-6 0,0-2 0,-6-7 0,1 0 0</inkml:trace>
  <inkml:trace contextRef="#ctx0" brushRef="#br0" timeOffset="60584">16344 4405 9871,'-19'-6'990,"4"1"-271,3 1-629,15-3 0,1 4 90,23-6-180,-11 6 180,32-4-180,-26 3 0,23 0 90,-26 2-90,16 3 0,-17 0 0,15 8 0,-22-2 0,2 10 0,-13-6 90,-15 18-90,-15 4 0,5-4-45,5-9 0,1-1 135,4 4-90,2-2 0,14 5 0,17-8 90,1 1-90,17 5 0,-12-4-90,1-1 90,-14 7 0,-31 1 0,5-4 0,-11-5 0,-3-1-90,-13 5-90,0-1-2428,2 1 2608,30-12 0,-3-1 0,11-6 0</inkml:trace>
  <inkml:trace contextRef="#ctx0" brushRef="#br0" timeOffset="60867">17081 4616 13469,'13'5'720,"30"-3"-630,-17-4 0,11 0 0,0 0-90,-6-1-315,2-1 0,1 1-1754,4-4 270,3 1 1799,-10-1 0,-20 4 0,2-2 0</inkml:trace>
  <inkml:trace contextRef="#ctx0" brushRef="#br0" timeOffset="61217">17670 4468 11131,'0'-10'1889,"1"-1"-1170,-2 5-629,-3 24-90,0-9 180,-2 35-180,4-24 45,-1 5 0,-1 0-45,1-1-270,-5 20 90,4-24-899,-3 16 539,3-18-1888,-1 11 2428,2-16 0,2 0 0,1-5 0</inkml:trace>
  <inkml:trace contextRef="#ctx0" brushRef="#br0" timeOffset="61617">17997 4133 10591,'-7'-13'899,"2"2"-899,21 15 90,-5 0-45,16 12 0,7 8-15,-6 0 0,1 3 0,-1 0-716,7 3 0,0 1 686,-3 3 0,0 4 0,-5-3 45,-10-5 0,-4-1-45,2 11 0,-2 0 0,-5-10 0,-4 1 0,-6 14 0,-7 0 45,-8-7 0,-2-2-45,3 1 0,-3-1 30,-6-8 0,-4-1 0,3-5-120,-11 4-135,2-3 0,-1-2-765,-2-5 990,14-5 0,-1-2 0,-12 1 0,-1-1 0</inkml:trace>
  <inkml:trace contextRef="#ctx0" brushRef="#br0" timeOffset="63053">18929 4408 9602,'6'-8'1709,"-1"1"0,-3 2-1530,-11 2-89,-2 2 90,-30 8-90,13-1-90,-13 4 90,7 2 0,-9 10 0,9-4-90,-4 12 0,25-14 90,3 24 0,15-14-90,5 10 0,23-2 90,-3-10-90,-8-7 0,1 2 0,3-1 0,-3 0 0,6 7 0,-9-8 0,-3 1 0,-10 13 0,-4-7 0,-15 10 0,-17-15 0,-5-3 0,-5 5-45,-2-3 0,-3-2-405,12-7 1,2-3-91,-17 4-810,17-4 1,2-1 1349,6-4 0,7 0 0,5-1 0</inkml:trace>
  <inkml:trace contextRef="#ctx0" brushRef="#br0" timeOffset="65100">19827 4735 10951,'-16'-2'1349,"39"-4"-1259,-14 2-45,21 0 0,5 1-45,-5 2 0,3 0 0,2-1-360,-9 1 0,-1-1-989,11 0 0,-2-1-180,14-1 1173,-8-1 1,-9-1 0,2-2 0</inkml:trace>
  <inkml:trace contextRef="#ctx0" brushRef="#br0" timeOffset="66420">20703 4367 9332,'-1'-9'719,"2"2"-629,7 1-90,2 3 0,6 0 90,-2 0-90,18 0 90,15 1-90,-18 1 0,3 1 0,9 0 0,-1 2 0,7 1 0,-19-1 0,-3 5 0,-5 16 0,-5-6 0,-12 22 0,-12-18 45,-9 7 0,-3 0-45,-4 2 0,-5 3 0,-1 1 0,13-13 0,0-2 0,-2 4 0,2 1 0,-3 11 0,15-14 90,13 5-90,3-13 0,23 9 45,6-14 0,3-4 0,-17 1 0,2-1-105,11-2 0,5-1 0,-7-1-120,0-3 90,-8 0 0,1 0-809,2-3 899,3-5 0,0 0 0,2-4 0</inkml:trace>
  <inkml:trace contextRef="#ctx0" brushRef="#br0" timeOffset="66817">21667 4436 9332,'-12'-12'1709,"1"0"-1529,11 33-180,-1-11 45,5 16 0,1 3-45,-2-4 89,0 24-44,1-12 0,0-1-135,-1 3-360,2 2 1,-1-5-91,-2-22 540,-1 9 0,2-15 0,0 0 0</inkml:trace>
  <inkml:trace contextRef="#ctx0" brushRef="#br0" timeOffset="67217">21542 4307 9781,'22'-10'450,"-8"4"-360,24 0-90,-15 6 45,6 0 0,1 0-45,6 1 45,-3 1 0,1 0-45,-1 2 0,-1 3 0,-1 1 0,0 7 0,11 9 90,-37 4-90,-8-8 90,-24 10-90,6-15 45,-7 0 0,-2 0-45,-2-2 0,1 0 0,0-2 90,3-1-360,1-2 0,0 1 270,-4 0 0,-3 1 0,21-6 0</inkml:trace>
  <inkml:trace contextRef="#ctx0" brushRef="#br0" timeOffset="68255">22652 4471 10861,'21'8'180,"8"-1"-180,-8-6 45,8-1 0,6 1 0,8-1 0,0 0-427,-2 0 0,3 0 382,-7-1 0,4-1 0,0 1 0,-7-1 0,-3 0 0,-2-1-60,10 1 0,3-2 0,-7 1-120,0-2-326,-6-1 1,-1 0 505,-7-1 0,0-8 0,-27 2 0</inkml:trace>
  <inkml:trace contextRef="#ctx0" brushRef="#br0" timeOffset="68586">22957 4319 9422,'-10'-7'899,"1"0"-539,3 3-270,17 17 90,5 19-135,-3-7 0,2 1-45,6 18 45,-10-15 0,0 0-45,8 15 90,-2-2-270,-4-16 0,-1-3-180,-1-5-2608,15 15 2968,-14-21 0,14 5 0,-7-8 0</inkml:trace>
  <inkml:trace contextRef="#ctx0" brushRef="#br0" timeOffset="69151">23738 4320 9602,'-3'-11'629,"2"0"-89,5 4-450,3-1 180,5 1 89,18-6-269,-9 6 0,5 1 0,3 0 0,20 1 0,0 1-90,-12 2 0,-2 0 90,-2 2-90,-3 0 0,0-1 0,-4 2 0,21 2 0,-16 4 0,-4 1 90,-21 12-90,-19-8 0,-23 15 0,5-10 0,1 2 0,0 2 0,5 1 0,2 0 0,1-4 0,3 1 0,4 6 0,7-3 0,10-7-90,8 14 90,0-15-90,14 13 90,-10-13-90,11 12 90,-16-15-90,2 13 90,-22 3 0,2-5 0,-22 5 0,5-15-90,-10 5-90,13-7-2248,-9 4 2428,22-8 0,-4 3 0,12-4 0</inkml:trace>
  <inkml:trace contextRef="#ctx0" brushRef="#br0" timeOffset="69351">24671 4666 10861,'7'-8'2249,"1"-1"-1440,-4 4-269,3 0-1080,2 2 540,8 3 0,-7 0 0,3 1 0</inkml:trace>
  <inkml:trace contextRef="#ctx0" brushRef="#br0" timeOffset="70517">15392 6037 10411,'7'-2'1889,"0"0"-1709,38-4-90,-18 3-180,3 0 0,2 0-1259,17-2 539,-5 1 810,-9 0 0,-29 4 0,-2 0 0</inkml:trace>
  <inkml:trace contextRef="#ctx0" brushRef="#br0" timeOffset="70720">15469 6167 10141,'-7'13'540,"5"-1"-270,12-6 0,31-1-360,-10-2-630,8-3 0,1 0-539,-4-2 1259,0 1 0,0-2 0,9-1 0,-17 2 0,1-1 0</inkml:trace>
  <inkml:trace contextRef="#ctx0" brushRef="#br0" timeOffset="73367">16693 5773 9602,'-7'-9'719,"2"-1"-449,6 4-180,3-3 270,7 0-90,8-1-91,4 2 1,3 1-90,7-1 0,3-1 0,4 2 45,4 6 0,-1 2-135,-14-1 0,0 1 45,14 7 0,-8 6-45,-26 6 45,-12 12 0,-5 3-45,-11 7-852,-1-9 1,-5 5 0,1-6 851,5-9 0,-2 0 0,-7 5 0,-4 4 0,3-2-42,1-3 1,1-1 41,-2 3 0,2-1 0,8-8 0,4-3 0,7 2 0,9-12 0,17 3 0,-5-6-180,35 0 0,-21-4-225,7-1 1,5-1-811,-2-2 1,-1 0 494,0 0 1,-1-1 818,2 0 0,-1-1 0,-10 0 0,0 0 0,2-1 0,0 0 0</inkml:trace>
  <inkml:trace contextRef="#ctx0" brushRef="#br0" timeOffset="73902">18114 5754 9781,'-1'-11'270,"0"2"90,0-1 0,0 3 180,-4 1-271,1 1 1,-3 2 0,-22 3-180,12 1 0,-8 3 0,0 1-90,5 1 90,-16 8-90,18-5 90,-8 12-90,14-8 90,1 18 0,29 8-90,-2-8 45,5-8 0,3-1-45,3-5 0,3 2 0,1 0 0,0 0 0,-5 0 0,4 5 0,-8-2 0,-4 9 0,2-6 0,-6 0 0,-29 2 0,-11-7 45,0-6 0,-4 0-45,-5 1 0,-1-1 0,5-4 0,0 0 0,-8 1 0,2-3-990,-1-2-2287,-4-3 2994,28-9 1,20-11-1,13-4 1</inkml:trace>
  <inkml:trace contextRef="#ctx0" brushRef="#br0" timeOffset="76454">19115 6024 11221,'21'1'90,"0"-1"-1,2-1-89,-3 0 45,5-1 0,2 1-45,1-1 0,2 0 0,-1 1 0,-2-1-45,5 1 0,0-1-134,4 0-1,-8 1 0,-1-1-630,2-1 361,-7 1-1620,-2 0 2069,-6 0 0,0 0 0,-3 0 0</inkml:trace>
  <inkml:trace contextRef="#ctx0" brushRef="#br0" timeOffset="77453">19767 5885 8972,'9'-7'899,"0"1"-359,5-1-270,2 0-180,2 0 90,4 0-90,-7 3 90,27-2-90,4 3-1,1 0-89,-15 2 0,0 2 90,10 6-90,2-1 0,-7 15 0,-27-8 0,-7 17 0,-11-11 0,-21 12 0,-7 4 0,5-9 0,-1 0-100,7-5 1,-1 1-1,1 0 100,-10 5 0,4-2 90,4 3-90,0-2 0,14-2 0,11-17 0,10 5 0,0-9 0,34 0-90,2-7 90,-18 3 0,1-1-270,9-2 1,-3-1-1,0 0-225,-4-1 0,0 0-674,-2 0 1169,16-8 0,-11 4 0,8-4 0</inkml:trace>
  <inkml:trace contextRef="#ctx0" brushRef="#br0" timeOffset="77884">20727 5849 9602,'7'-10'719,"0"1"-359,-4 4-90,2 0-180,-1 1 0,1 7 0,-2 14-90,-3 2 45,-4 12 0,-2 5-1,1-9 1,0 1-199,-1 5 0,0 0 154,1-3 0,1-4 90,3-2-180,0 16 90,2-22-450,2 15-989,-1-21 1439,4 1 0,-3-9 0,0-3 0</inkml:trace>
  <inkml:trace contextRef="#ctx0" brushRef="#br0" timeOffset="78286">20720 5789 9242,'-8'-3'1169,"1"-1"-899,28-2-180,3 1 0,16-1-1729,1 4 1,0 1 843,1 0 840,7 1 0,0 1 613,-8 1-658,5 2 0,0 0 0,-2 4 0,-3-1 0,-1 2 0,-11 3 90,12 16-90,-29-12 40,-5 17-40,-13-16 135,-9 2 0,-5 0-90,-3-4 0,-3 0 0,-12 5 0,-2 0-201,6-6 1,-1-2 200,-13 3 0,3-1-45,-2-1 0,10-3 0,2-1-180,8-2-899,-15 2 1079,24-6 0,1-6 0,15-3 0</inkml:trace>
  <inkml:trace contextRef="#ctx0" brushRef="#br0" timeOffset="78517">22540 5954 12210,'-2'8'1709,"1"1"-2069,3-5 360,3 1 0,1-7 0,3-2 0</inkml:trace>
  <inkml:trace contextRef="#ctx0" brushRef="#br0" timeOffset="80434">13056 5806 10771,'8'-7'540,"-29"5"-540,8 5 89,-34 9-89,20-1 45,0 3 0,-1 0-45,0 2 0,4 0 0,2 0 0,8-1 90,0 17-90,14-14 0,14 14 90,4-16-1183,15 1 1,12 3 0,-7-3-55,-14-7 1,0 1 1146,17 6 0,6 3 0,-10-3 1409,-14-5-1409,3 11 859,-22-12-799,-25 5 0,-18 4 0,0-3-30,8-4 0,-1-3 0,-1 1-620,-9 6 0,-3 1 0,3-2 545,-2-4 0,7-3 2065,6-2-5297,6-2 3084,2-3 1,15-7-1,9-6 1</inkml:trace>
  <inkml:trace contextRef="#ctx0" brushRef="#br0" timeOffset="80667">13060 5870 10411,'-7'-9'810,"-1"0"-720,11 2 89,15-2-89,2 1 0,9 3 0,2 0 0,2-1-367,3 1 1,0-1 6,0 0-900,-1 1 1,0 0-450,-3-1 1401,16 0 0,-19 2 0,2 1 1</inkml:trace>
  <inkml:trace contextRef="#ctx0" brushRef="#br0" timeOffset="80936">13742 6034 10231,'-15'6'0,"5"-1"180,-4 1 90,14 0-180,5-1 0,24-2 0,-4-3-225,3-2 0,1-1-135,1-2-630,-2 1 1,0-1-180,-2-1 978,8-1 1,-6 0 0,1-1-1</inkml:trace>
  <inkml:trace contextRef="#ctx0" brushRef="#br0" timeOffset="81453">14318 5847 9961,'-30'-6'1170,"9"1"-721,-6-3-179,14 3 0,5 0 0,39 2-270,-14 1 45,12 2 0,1 1 45,-8 1-90,26 7 90,-19 2-90,9 6 0,-18-3 0,-4 11 90,-13-11-90,-7 22 0,-18-1 0,-6 1 0,11-16 0,-1-1 0,-15 10 0,10-1 90,5-6-90,15 5-90,6-17-90,11 15 0,-2-8 180,1 1-180,-11 4 180,-8-11 180,-31 15-180,8-13 45,-6 1 0,-3 1-90,10-6 0,2 0-45,-1 1 0,1-1-3187,-12 8 2927,36-10 0,8 1 0,15-3 0</inkml:trace>
  <inkml:trace contextRef="#ctx0" brushRef="#br0" timeOffset="81667">14864 6264 11400,'10'-5'180,"-3"2"0,-5 1 0</inkml:trace>
  <inkml:trace contextRef="#ctx0" brushRef="#br0" timeOffset="82686">14061 6944 10501,'7'-14'1259,"-1"3"-989,0 3-180,2 3 360,25-4-450,-9 5 90,1 0 0,5 1-45,5 7 0,0 2-45,14 1 0,-9 5 0,-3 1 90,-10 3-90,-8 10 0,-5 4 0,-6 3 45,-4-3 0,-6 0-208,-10-6 0,-6-1 163,-11 9 0,-3-1-451,7-5 0,-2-1 451,1-3 0,-3 2 0,3-5 0,-12 9 0,8-6 0,2-1 0,4-2 0,-8 9 90,27-18-90,10 8 0,24-8 296,0 1-251,2-7 0,1-3-45,2-1-135,6-1 0,6-2-955,-12 0 0,1-1 0,0 0 910,12-1 0,5-1-476,-15 1 1,6-1-1,1-1 1,-1 1 0,-7 1 436,11-2 0,0 0 0,-11 1 0,5-1 0,2 0 0,-1-1 1,-4 1-1,3-1 0,1 0 0,-1 1 0</inkml:trace>
  <inkml:trace contextRef="#ctx0" brushRef="#br0" timeOffset="82934">15446 7184 12390,'17'2'270,"-2"-1"-450,29-3-90,-18 1-360,2 0 1,1 0-990,-1 1 1619,14-1 0,-21 2 0,5-1 0</inkml:trace>
  <inkml:trace contextRef="#ctx0" brushRef="#br0" timeOffset="83134">15640 7340 10501,'-3'9'360,"4"-1"-180,24-4-450,15-3-90,4-2-1079,-4-2 0,-1 0 1326,3-3 1,-3 0 0,2 0 0,-14 1 0,1-1 0</inkml:trace>
  <inkml:trace contextRef="#ctx0" brushRef="#br0" timeOffset="83653">17050 6996 9961,'-16'-5'1709,"6"-3"-1439,3-3-180,9 2 180,19-3-270,-4 6 90,19 2 0,2 0 0,-8 1-90,10 2 0,-3 5 0,-13 16 0,-22 24 45,-14-12 0,-7 0-252,-1-3 1,-4-1 206,0-2 0,-3 1 0,2-2 0,2 2 0,2-2 0,-3 1 0,3 0 0,5 0 0,4-2 0,7-8-90,9 17 0,25-14 90,-3-2-90,11-5-90,-4-10-90,-8-2 1,1-1 89,17-1-225,-10-1 0,0 0-134,-1-2 539,0 0 0,0-2 0,11-2 0,-12 1 0,0 1 0</inkml:trace>
  <inkml:trace contextRef="#ctx0" brushRef="#br0" timeOffset="84134">18184 7056 10951,'6'-15'2338,"-3"3"-1888,-11 2 0,-25 5-180,-13 9-225,15 1 0,1 1 45,-15 8 0,4 11-90,32 1-180,10 8 90,11-5-45,9-12 0,1-3 45,2-1 0,1 0 0,1 1-180,5 3 270,0 1-180,-11 7 180,-20-14-90,-8 12 90,-5-11-45,-11 3 0,-2-1 45,-1 1-45,-11 2 0,0-1 45,8-3-225,0-1 1,1-1-136,9-3 360,-10 3 0,34-13 0,1-1 0</inkml:trace>
  <inkml:trace contextRef="#ctx0" brushRef="#br0" timeOffset="84434">18720 7165 11131,'9'5'1169,"0"1"-1079,0-3 0,1 0 90,21-2-90,-9-1-90,16 0 0,8-1-1260,3-3 360,-24 3 1,0-1 899,22-5 0,-20 1 0,4-3 0</inkml:trace>
  <inkml:trace contextRef="#ctx0" brushRef="#br0" timeOffset="84936">19803 6952 11311,'-8'-7'539,"0"0"-269,-1-2 0,5 3 90,17-8-360,-2 8 90,24-4-90,-16 7 90,21 1-90,-18 2 90,25 6-90,-22 8 0,2 0 0,-22 19 0,-23-6 0,-5 1 0,8-6 0,-1 0-529,-16 14 1,-1-2 618,7-7-135,4-2 0,1-1 45,4-1 45,2 0 0,3 1-45,6 5 0,-1 0 0,17 0 0,-1-18 0,12 7 0,-6-12-360,25 4 91,-17-8-181,3 0 0,0-1-539,1-1 989,4-3 0,1 0 0,14-5 0,-12 1 0,1 1 0</inkml:trace>
  <inkml:trace contextRef="#ctx0" brushRef="#br0" timeOffset="85267">20589 7182 14099,'-6'19'270,"1"-1"-135,-3 10 0,-1 5-90,0 0 0,0 1 0,0 2 0,0 1-135,-1 6 0,3-4-90,3-9 0,2-4 0,0-1-90,2-6-989,1 11 539,0-17 720,0 3 0,-1-13 0,1-1 0</inkml:trace>
  <inkml:trace contextRef="#ctx0" brushRef="#br0" timeOffset="85634">20587 7107 11221,'5'-12'359,"-2"2"-89,22 1-270,-9 3 180,24-4-180,-13 6 90,6-1 0,1 2-90,6 0 45,-3 1 0,1 1-45,10 4 0,-15 1 0,-2 1 0,12 3 0,-4 9 90,-28-8-90,-12 15 0,-8-11 0,-28 16 0,2-13-1083,-8 1 0,-1 0 1083,19-9 0,0 1 0,-7 1 0,-3 2 0,6-2 0,-4 0-995,4 0 1,2-1 994,11-4 0,17-2 0,19-8 0</inkml:trace>
  <inkml:trace contextRef="#ctx0" brushRef="#br0" timeOffset="85803">21585 7130 11760,'13'2'1260,"-2"0"-1620,-1 0-2519,2 2 2879,-2-1 0,-1 0 0,-4-2 0</inkml:trace>
  <inkml:trace contextRef="#ctx0" brushRef="#br0" timeOffset="87370">14657 8459 11400,'2'-9'360,"10"-1"-360,0 6 0,9-3 90,6 0 0,15-6-90,-8 2 0,-8 1 0,-3 1 0,-3-2 45,5-9 0,0-2-45,-7 3 0,5-9 0,-2 0 0,-13 12 0,5-9 0,-8 14-180,-1 2 180,-2 22 0,-3-2 0,-1 12 0,-2 3 0,-3 7 0,-3 11 0,-3 4 0,4-13 0,0 0 0,-2 5 0,0 1 0,1-1 0,1-4-270,2-5 1,-2 12-1081,3-18-1078,4-15 2428,-1 6 0,3-12 0,0-1 0</inkml:trace>
  <inkml:trace contextRef="#ctx0" brushRef="#br0" timeOffset="87653">14604 8925 9961,'-8'6'540,"0"1"-360,10-1-90,1-3 0,7 1 90,2-3-45,14-2 0,4-1-46,8-1-416,8-1 1,1-1 326,-21 2 0,2 0-240,9-2 0,6-2 0,-4 1-30,-5 1 0,0 0-660,6-2 1,4-1 0,-5 1 929,-13 2 0,-1-1 0,14-2 0,0-1 0,-12 2 0,0 1 0</inkml:trace>
  <inkml:trace contextRef="#ctx0" brushRef="#br0" timeOffset="87986">16252 8456 10231,'-13'-2'1889,"0"1"-1889,25-3 90,-5 2 0,37-4-90,-24 4 0,22-3-90,-22 3-899,17-2-1170,-20 2 2159,10-1 0,-17 4 0,3-1 0</inkml:trace>
  <inkml:trace contextRef="#ctx0" brushRef="#br0" timeOffset="88186">16335 8559 9871,'-8'9'360,"1"-1"-90,5-3-90,4 0-90,7-1 0,11-2 0,0-1-90,5-2 0,1 0-180,4-1-810,3 0 1,-1-2-270,0 0 980,10-2 1,-6-2-1,3-1 1</inkml:trace>
  <inkml:trace contextRef="#ctx0" brushRef="#br0" timeOffset="88834">17813 8133 10051,'14'-15'2789,"-5"4"-2519,-18 3-181,-3 7 46,-14 6 0,-4 2-135,-2 2 45,4-1 0,0 1 45,-12 9-45,16-3 0,1 2-45,-14 14 90,6 2-90,29-1 0,7-15 0,13 14-90,-1-15 0,8 1 0,3 0 45,-6-4 0,1-2 45,3 3 0,0 0-45,-2-1 0,-3-2-45,-7-1 90,6 9 0,-17-10-90,-13 10 90,-2-9 0,-9 3 0,-5 0 0,-7-1 0,-1-2 0,6 0 0,0 0-366,-8 2 0,4-2 96,12-4-1439,-5 2 1709,15-4 0,13-6 0,9-4 0</inkml:trace>
  <inkml:trace contextRef="#ctx0" brushRef="#br0" timeOffset="89100">18116 8382 12390,'40'-3'539,"-14"1"1,1 0-540,1 1 0,1 0 45,16-1 0,1-1-450,-8-1 1,-2 1 134,2 0 0,0-1-1369,8-2 1,-5 0 1358,-6-1 0,-4 1 0,0 0 0,7-2 0</inkml:trace>
  <inkml:trace contextRef="#ctx0" brushRef="#br0" timeOffset="89451">19295 8245 11311,'5'-12'2608,"-2"4"-2428,7 14-90,-5 1 90,7 32-180,-10-15 45,1 2 0,-1 1 45,-3 6-45,-1 4 0,0 2-45,-3 5 45,1 1 0,0-2-135,1-7-225,2-3 0,0 0-1214,3 4 629,-2 0 900,1-8 0,-1-21 0,-1 0 0</inkml:trace>
  <inkml:trace contextRef="#ctx0" brushRef="#br0" timeOffset="89817">19404 8260 11041,'-1'-9'629,"-1"-4"-269,4 2-180,13-2-90,16 5 0,1 3-45,-2 5 0,4 3-45,3 5 0,0 1 0,-7-4 0,0 2 45,8 4 0,-5 5-45,-13 13 0,-6-8 0,-29 17 0,-10-23 0,-5-3 0,1 2 0,-1 0-90,-7 0 0,3-2 90,-3 1 0,38-9 0,17-4 0</inkml:trace>
  <inkml:trace contextRef="#ctx0" brushRef="#br0" timeOffset="89988">20783 8279 11760,'15'2'990,"-2"1"-810,-5-1-90,-2 2-180,-2 0-360,0 2 450,-3 3 0,-4-2 0,-2 3 0</inkml:trace>
  <inkml:trace contextRef="#ctx0" brushRef="#br0" timeOffset="100336">14386 9719 8162,'10'-5'1350,"1"1"-721,-3 1 1080,0 0-1619,-18 2 90,2 1-45,-27 7 0,-7 5-135,9-1 30,0 2 0,-7 3 0,7 1 15,11-1 0,2 1-45,-6 1 0,2 2 45,7 3 0,6-1-45,7-2 0,3 18 0,11-19 45,8 4 0,3 0-45,8 2-401,1-1 1,0 0 400,7 0-45,-3-1 0,0 1 45,0-1-238,-2 1 1,-3 0 237,-10-5-90,-3 2 0,-6 2 90,-16 7 0,-16 14 90,-8-17 45,-1-11 0,-4-2 45,0-3 0,0-1-90,-4 2 0,0-2-90,8-1 0,2-2-360,-8 0-2012,25-4 2372,16-12 0,11 0 0,19-10 0</inkml:trace>
  <inkml:trace contextRef="#ctx0" brushRef="#br0" timeOffset="100634">14794 10171 11400,'12'-11'1440,"-3"3"-1170,25 3-181,-9 3 1,1 0-90,13-1-315,-7 1 1,-2-1-2655,-2-2 2969,0 1 0,-12 0 0,-14 3 0</inkml:trace>
  <inkml:trace contextRef="#ctx0" brushRef="#br0" timeOffset="100854">14864 10274 10501,'-11'9'270,"15"5"-180,3-11-405,26 1 0,6-2-494,-8-2-136,11-3 1,-1 0 944,-17-1 0,16-6 0,-12 0 0</inkml:trace>
  <inkml:trace contextRef="#ctx0" brushRef="#br0" timeOffset="101334">15720 10105 10681,'-23'-1'3058,"3"0"-2158,8 0-631,26-4 271,20-7-450,0 3-45,-8 0 0,-2-1 45,-4-4 0,3-2-90,-5-1 0,-4-3 90,4-16-90,-6 10 0,4-14-90,-13 26 0,-21 48 90,8-12 0,0 8 0,-3 8 0,3-5-546,-2 13 546,4-2 0,1-1-90,2-4 45,2-4 0,1-1-45,4-4-135,-3-1 0,2-3 45,2-6-629,-2 10-1800,2-18 2745,0-1 1,-1-7 0,1-2-1</inkml:trace>
  <inkml:trace contextRef="#ctx0" brushRef="#br0" timeOffset="101538">15640 10429 10591,'-14'7'270,"4"0"90,-1 2-270,12-1-1,4-4 271,26 2-270,-6-5-910,11-3 1,15-3 0,3-1 0,-9 1 703,-8-1 0,0 0 1,7 0-1,9-2 1,-1 0-1,-10 0 1,-13-1-1,1 0 1</inkml:trace>
  <inkml:trace contextRef="#ctx0" brushRef="#br0" timeOffset="102267">19278 9890 10411,'-10'-6'2519,"5"13"-2250,6 19-179,3 5 45,-3 0 0,-2 2-45,-1 9-1178,0-10 0,-1 4 1,0-3 1132,0-5 0,0 0 15,-2 10 0,-2 6 0,1-7 437,1-11 1,-1-1-618,-2 9 0,-1 5 0,1-6-420,-5 11 590,5-15 1,1-1-3109,1 3 899,3-20 2159,1 6 0,2-15 0,0 1 0</inkml:trace>
  <inkml:trace contextRef="#ctx0" brushRef="#br0" timeOffset="102653">19021 9961 11131,'-10'-23'899,"3"5"-449,34 0-270,-4 8-453,7 1 1,3 1 362,15-3-30,-11 6 0,7-1 0,-5 1-679,-6 0 1,-1 2 648,6-2 0,4 1 0,-1 3 60,9 5 0,-5 3-90,-14-4 0,-1 2 45,15 4 0,-12 7 83,-37 19-128,0-11 0,-14-1 0,-8-1 0,-6-6 0,-6-1 0,3-2 0,0 3 0,-2-1 29,-4 0 1,-4 1-1,7-3-119,12-6 0,2 0-405,-4 2 1,3-1-2783,-2 0 3133,23-2 0,27-9 0,18-1 0</inkml:trace>
  <inkml:trace contextRef="#ctx0" brushRef="#br0" timeOffset="102901">20053 10069 10681,'-10'0'2249,"-3"0"-2159,35 1 89,24-3-539,-9 1 1,1 0 89,-5 0 0,-2-1-944,-3 0 0,-3-1-765,-8 1 1979,2-1 0,-13 2 0,-2 0 0</inkml:trace>
  <inkml:trace contextRef="#ctx0" brushRef="#br0" timeOffset="103100">20095 10172 10411,'-7'9'180,"2"-1"-90,6-2 180,5-1 90,27-1-360,-5-3-45,12-1 0,9-2-1048,-10-2 1,2-1 0,-1 0 727,-5 2 1,-2 0 0,2-1 0,9-3 0,1 0 0,-6 0 0,-7 0 0,-1 0 0</inkml:trace>
  <inkml:trace contextRef="#ctx0" brushRef="#br0" timeOffset="103617">21920 9759 10951,'4'-11'1979,"-4"-5"-990,-9 6-719,-1 0 360,-26 7-451,9 8-44,-7 4 0,-1 2-45,-11 8-737,12 0 0,-4 5 0,2-1 737,0 5 0,2 1-90,6-6 0,-1 0 0,3 2 170,-3 8 0,6 2-260,9-2 0,4-1 90,0-7 0,3 1-90,4 8 0,4-4 0,10-6-90,15-2 0,7-2 135,-7-11 1,1-2-1,10 5 0,4-2-637,-4-10 1,4-4 0,-4-1 636,-6 1 0,2-2 22,2-3 1,7-2-1,0-2 1,-7 1 22,-3 0 0,-3-3 0,10-9 0,4-5 0,-9 1 0,-17 8 0,-3-1 0,9-22 0,-7-1-279,-21-4 279,-7 19 0,-6-2 0,0 3 0,1 5 0,-2 1 223,-8-1 0,-5-1 1,2 4-269,8 8 0,-1 3-405,-22-3 0,1 3-180,3 6-989,7 4 0,3 4 1596,7 11 1,8 9 0,14 3-1</inkml:trace>
  <inkml:trace contextRef="#ctx0" brushRef="#br0" timeOffset="103819">23291 10020 13829,'6'-7'-270,"7"0"-3007,3 7 2589,-2 1 1,-3 2 0,-10-1 0</inkml:trace>
  <inkml:trace contextRef="#ctx0" brushRef="#br0" timeOffset="128601">546 7785 9422,'-3'-9'3276,"0"1"-1425,4 1-1671,10 8-1,-3-1 271,23 13-270,-7 1 0,3 3-60,4 2 0,4 2 0,-2-1-361,5 4 0,0 0 301,-2-2 0,1 2 0,-2-1 30,3 5 0,-4-2-90,-7-7 0,-1 1 45,10 8 0,-4 1-135,-6 2-629,4 4 359,-13-11-1799,-5-10 2159,-7-9 0,0-1 0,-3-2 0</inkml:trace>
  <inkml:trace contextRef="#ctx0" brushRef="#br0" timeOffset="128901">965 7803 11580,'-3'-14'1889,"-9"3"-1349,-25 27-405,9 1 0,-3 6-45,-4 5 0,-5 4 0,2 3-429,10-9 1,0 1 0,1 0 0,-1 2 293,-6 7 0,-2 2 0,2 0 0,3-3-45,4-5 0,2-3 0,2 2-120,0 2 0,0 0 0,6-3-3067,-2 16 2506,7-11 0,13 1 1,9-20-1</inkml:trace>
  <inkml:trace contextRef="#ctx0" brushRef="#br0" timeOffset="129484">1782 8060 13199,'16'4'810,"15"0"-630,7-8-360,-8 2 0,-1 0-90,3-2-1079,6 1 1349,-25 2 0,-4 0 0,-3 0 0</inkml:trace>
  <inkml:trace contextRef="#ctx0" brushRef="#br0" timeOffset="129717">1904 8218 10501,'0'8'1169,"3"2"-359,10 0-270,12-4-450,0-1-1,23-6-1213,-22-2 0,1-1 1124,4 0 0,-1 0 0,-1-2 0,-2 1 0,13-5 0</inkml:trace>
  <inkml:trace contextRef="#ctx0" brushRef="#br0" timeOffset="130884">2859 7352 10951,'7'-4'2248,"28"4"-2158,1 1-45,-3 0 0,5-1 90,7-1 0,-1-1-90,-13 1 0,1 0-75,5-2 0,2 1 0,-3-1-285,-7 0 1,-2 0 134,-1 0 0,-1 0-3097,9-2 1427,-42 0 1850,0 4 0,-26-2 0,0 4 0</inkml:trace>
  <inkml:trace contextRef="#ctx0" brushRef="#br0" timeOffset="131617">2973 7345 13379,'9'7'900,"2"10"-630,-7-5 89,5 22-59,-7 4 0,-3 9 0,0 3-188,0-11 1,0 0-1,0 3 1,-1 4-582,1-5 1,0 5 0,-1 3 0,0 1 0,1 0 0,-1-3 0,0-3 417,0-1 0,0-3 0,0 0 0,0-1 0,0 3 81,1 1 0,0 3 0,0 0 0,0 0 0,1 0 0,0-2-240,0 2 0,2 0 0,-1-2 0,1 0 1,-1-3 231,0 0 1,0-4-1,0 1 1,0 3-85,1 3 0,0 2 1,0 2-1,0 0 1,-1-1 114,0-4 1,0 0 0,0 0 0,-1 0 0,0-2-32,0 8 1,1-2 0,-2 0-1,1 4-218,-1-7 0,0 4 0,-1 2 0,0-2 1,0-2-1,0-5 226,-1 5 0,0-6 0,-1 1-30,-2 5 0,0 1 0,-2-4 338,-2 4 0,-1-6-338,4-10 0,0 0 822,-3 8 1,1-2-733,0 1-90,3-14 593,0 6-593,4-19 2844,0-2-2844,-1 1 1925,2-4-1925,-2 0-90,1 2 90,0-1 0,2 0 0,6-3 0,6-3 0,14-1-90,19-2-45,-17 2 1,2-1-406,10-1 0,0 1-405,-8 0 1,-1-1-695,4-1 1,-3 0 818,-2-1 1,1-6 0,-15 1 0</inkml:trace>
  <inkml:trace contextRef="#ctx0" brushRef="#br0" timeOffset="132834">3683 7668 11041,'13'-4'1799,"0"2"-1709,-6 4 0,-1 0 269,1 18-179,-5 6-90,2 3 0,-7 16-270,2-8-90,-4-2-1079,3 7 1349,5-16 0,2 2 0,6-4 0</inkml:trace>
  <inkml:trace contextRef="#ctx0" brushRef="#br0" timeOffset="133501">4877 7644 10321,'1'-9'2699,"-1"0"-2160,2 3-359,4 1-90,1 3 180,10-1-180,-6 1 180,19 0-90,3-2-90,-3 2 0,12 0 89,-13 7-89,-3 9 0,-23 21-90,-12-8 0,-9-1 0,-4 2 45,3-5 0,1-1-45,0-2 0,0 1 0,-4 7 0,3-2 0,2 5 0,1-1-90,15 4 90,20-19 0,-1 4-45,6-13 0,4-3-135,1-2 1,0-2 44,-1 1 0,2-1-315,4-2 0,5-2 1,-5 0-226,-6 0 0,-1-1 423,6 0 1,2-1 0,-3-1 0,-6 1 0,-3-1-1,4-2 1,-1 1 0</inkml:trace>
  <inkml:trace contextRef="#ctx0" brushRef="#br0" timeOffset="134135">6627 7590 11311,'-17'-12'1619,"5"-1"-1439,11 5 89,6-2 181,23-2-360,-8 5 0,4 1 0,4 0 45,2 2 0,0 1-90,5-1 0,0 1-45,-4 0 0,-1 1 45,-2 1 0,-3 3 135,-2 7-180,-10 7 90,-41 18-90,-1-9 0,-1-4 0,0 1 0,1 14 0,7 5 0,23-15 0,7 0 0,8 2-45,2-10 0,5-1 0,3-1 0,1 0 45,-4-3 0,0 2 0,6 5 0,-8 2 90,-28 8 0,-8-5-46,-20-8 1,-9-2 0,11-2 0,1-2-90,-4 2 0,0-1-585,-2 3 1,5-1-2648,9 0 2567,2 3 0,34-9 0,14-4 1</inkml:trace>
  <inkml:trace contextRef="#ctx0" brushRef="#br0" timeOffset="134335">7849 7875 12480,'28'-2'3058,"-6"1"-6335,-5 0 797,-25 4 2480,1-2 0,-16 2 0,-8 1 0,4-1 0,0-1 0</inkml:trace>
  <inkml:trace contextRef="#ctx0" brushRef="#br0" timeOffset="136084">3794 8559 8702,'4'11'989,"-1"-1"-179,0 4-90,-2 2-451,0 2 451,-15 21-360,-8-1-180,-1-3 0,-2 2-135,8-15 0,0 0 0,-7 6 0,1 0 134,-7 7-89,8-10-90,-3 7-90,19-17 90,2-2 0,7-1-90,17-11 90,13-6 0,8-7 0,5-5 0,-12 4 0,8-4 0,-12 7 0,6-4 0,-8 3 0,-3-2 0,0-4 0,-13 4 0,8-9 0,-16 12 0,9-7 0,-7 8 0,0 13 0,-1 22 90,-3-2-90,-2 4 0,0 3 0,2-4 0,2 0-225,0 3 1,2 1-766,3 1 1,2-2-540,5 0 1529,4-7 0,0-15 0,5-1 0</inkml:trace>
  <inkml:trace contextRef="#ctx0" brushRef="#br0" timeOffset="136552">5088 8669 12840,'-22'30'629,"0"5"-539,5-1 0,14 9-90,20-9 45,6-10 0,6-2-45,-6-6 0,2 0 0,7 4 0,-3 0 90,-5 9-90,-29 9 0,-12-15 45,-4-6 0,-5-2-45,-8 1 0,-2-2 45,13-4 0,-1 0-135,-19 6 0,2 0 90,3-5 0,11-10 0,14-8 0</inkml:trace>
  <inkml:trace contextRef="#ctx0" brushRef="#br0" timeOffset="136801">5168 8747 11400,'-12'-2'1440,"2"1"-1170,49-5-270,-15 2 0,2 1-90,9-1 0,2 0-704,8-2 0,1-1-845,-13 2 1,0 0 1464,0 0 1,1-1-1,1 1 1,-2 0 0,9-1-1</inkml:trace>
  <inkml:trace contextRef="#ctx0" brushRef="#br0" timeOffset="137418">7166 8654 10411,'10'-3'3238,"1"-2"-2878,-31 6 0,-11 6-270,-12 4 45,5 5 0,1 4-46,7 3 1,2 1-90,-2-2 0,1 3 90,0 14 0,7 2-45,15-17 0,4 2 0,3 15 0,7 0-45,7-13 0,5-4-1639,12 4 1,2-4 1343,10-3 295,-17-12 0,0-3-525,19-9 525,-17 0 0,19-14 90,-40-6-90,-13-7 45,-13 13 0,-5 2-45,-13-3 1543,4 11 0,-1 5-2262,-8 6-920,15 1 1,1 1 1377,-4 3 1,14 4 0,19-7 0</inkml:trace>
  <inkml:trace contextRef="#ctx0" brushRef="#br0" timeOffset="137635">7640 8966 12750,'22'-3'-3277,"-3"0"2792,-23 7 0,-9 0 0,-17 3 0</inkml:trace>
  <inkml:trace contextRef="#ctx0" brushRef="#br0" timeOffset="139318">3687 9809 11760,'38'-3'330,"1"0"0,-3 0 0,1 0-270,-4 1 0,3 0 0,-2 1-15,2-1 0,-2 2 0,-1 2 0,-4 1 44,-3 2-89,-14 10 45,-24 10 0,-9 4-45,2 0 0,-2 2 30,-1 4 0,-2 4 0,2-4-30,0-2 0,3-1 0,0 6 0,4-1-539,7 12 179,3-15-540,7 8 900,11-20 0,0-6 0,6 1 0</inkml:trace>
  <inkml:trace contextRef="#ctx0" brushRef="#br0" timeOffset="140035">5246 9913 11041,'-2'-13'1079,"-8"-3"-89,-7 8-361,-21 0-269,-4 8-225,13 5 0,2 2 135,-9 16-180,13 6 0,44 15-90,0-17 0,15-2 0,9 0-30,-14-11 0,2-1 0,0 0-1063,4 2 1,0 0 0,-1 0 933,-3-2 1,0-1 0,-2 0 23,7 3 0,-4 0-624,5 4 759,-3 1-90,-17 0 0,-45-4 90,5-2-45,-21-4 0,-7-2 135,6-3 0,0-2-156,-1 2 0,-1-1 111,-6-2 0,5-2 45,2-6-90,3-1 3129,31-20-3174,30-1 1,11-3 44,-7 4 0,2-2 0,1 0-84,1-2 1,1-2 0,-1 3 83,7-5 0,-8 2 0,-13 6 0,-11 2 45,-18 6 0,-9 3-45,-13-5 0,-5 3-180,8 7 0,-2 1 0,0 2-354,-14 1 1,5 5 533,2 12 0,46 3 0,33 4 0</inkml:trace>
  <inkml:trace contextRef="#ctx0" brushRef="#br0" timeOffset="140701">7274 9784 11221,'-11'-17'1978,"-13"-2"-1708,2 10 90,-18-3 450,-6 6-630,13 2-46,8 1 1,-1 4 45,-7 10 0,3 2-90,-5 0-90,0 5 0,7 4-270,20 12 180,4-8-90,18 11-269,30-16 359,-12-7 0,-3-6 0,2-4-45,0-7 0,0-5 90,-5-1 0,0-1 90,9-9 0,-3-2 45,-5-5 0,-8-6 0,-10 13 0,-2 6 0,10 33-90,-6 5 0,-1 5 0,0 0 0,0 2-140,1 2 0,0 4 1,-1 0 139,-1-6 0,0 1 0,-2-1 0,2 2 0,-2 0 0,-3 0-7,-7 2 1,-4 1 0,-6-6 6,-10-5 0,-9-6 0,-6-5 0,-6-5 0,2-2-173,0-2 1,0-4 142,2-3 0,-3-1 0,3-3-690,-2-8 1,3-2 359,6 5 0,2-2-1279,-3-7 1,7-2 1243,17 1 0,6-16 0,7 4 0</inkml:trace>
  <inkml:trace contextRef="#ctx0" brushRef="#br0" timeOffset="142018">7175 7137 11400,'21'-2'315,"4"-1"0,4 0-270,5 0 0,4-1-316,-4 1 1,5-1-1,2 0 1,-1 0 337,2-1 1,0 1-1,1-1 1,0 0-46,4 1 0,0-1 1,1 0-1,-2 0 0,-4 0 1,0 1 0,-3 0-1,-3 0 193,6-1 0,-6 3-125,1 3 0,-27 15-90,-1 1 45,-13 24 0,-2 10 45,6-15 0,3 2 0,1 6-505,1-3 0,3 7 1,0 3-1,1 0 1,0 0-1,-1-5 437,1 3 1,-1-3-1,1 0 1,1 5 2,0-10 1,1 3 0,1 1 0,0 2-1,1 0 1,-2-1 0,-1 0-290,-2-3 1,0 0 0,-1 1-1,-1-1 1,1-1 0,-1 0-1,0-2 282,1 5 0,0-3 0,0 0 0,-1 1 0,1 3-109,-1-1 1,1 2 0,-1 1 0,1 2 0,-1 0 0,0-2 0,-1-1 120,-1 0 0,1 0 0,-2-1 0,1-1 0,-1-1 0,1-2-8,0 7 1,0-4-1,0 0 1,0 4-8,-1-3 0,1 5 0,-1 1 0,0 0 0,-1-2 0,0-5-242,-1-1 1,-1-3 0,-1-2 0,1 0 256,0 9 0,0-1 0,1 1 0,-1 1 0,1 1 0,1-5 360,2-7 0,2-5-345,-2-6 0,1-1 713,2 4 1,0-2-489,3 0-180,-3-8 1616,2 6-1436,-10-14 2577,2 0-2668,-6-1 1830,0-6-1919,-4 3 0,-14-3-90,4 0 45,-7-1 0,-4-2-45,-5 1 0,-1-1-260,2 1 0,-1-1 200,-4 1 0,-3-1 0,3 1-570,-1-2 1,3 1 269,-4 1 0,1-1-1279,4-2 1,7-2 818,17-3 1,5-10 0,25-3 0</inkml:trace>
  <inkml:trace contextRef="#ctx0" brushRef="#br0" timeOffset="142251">10339 9090 7533,'-40'-11'0,"-5"-1"0</inkml:trace>
  <inkml:trace contextRef="#ctx0" brushRef="#br0" timeOffset="145134">551 11575 10141,'-8'-17'2609,"1"1"-1890,1 7-539,-2 21 90,-2 26-225,3-4 0,1 1 0,1-6 0,1 0 0,-1 15 0,0-2-225,0-7-675,3 0 1,0-2-2423,-1-8 2904,2 3 1,1-22-1,1-3 1</inkml:trace>
  <inkml:trace contextRef="#ctx0" brushRef="#br0" timeOffset="145619">842 11473 11131,'11'-7'1979,"-1"0"-1530,-27 27-179,-21 9-210,9-7 0,-4 3 0,-1 0-198,2-3 0,1-1 1,-1 1 137,-6 3 0,-1 0 0,5-2 16,5-3 1,3-1-107,-13 11-89,31-21 89,18-3 0,13-11 90,5 0-90,8-8 0,-16 9 469,11 4-379,-11 3-45,1 10 0,2 4 45,-3-1 0,-1 1 0,4 3 0,2 2 0,3 2 0,2 1 0,-3-4 0,1-1-45,6 2 0,1-1-270,-6-3 1,0-4 314,-1-4 0,-1-4 0,5-6 0,5-4 0</inkml:trace>
  <inkml:trace contextRef="#ctx0" brushRef="#br0" timeOffset="146601">1901 12052 11580,'11'0'2069,"1"-2"-1979,1 1 90,-2 0 180,33-2-225,-20 1 0,2 0-270,17 0 0,1-1-45,-15 1 0,-2 0-720,4-1 1,-5 1 899,-10 2 0,-20 3 0,-12 4 0</inkml:trace>
  <inkml:trace contextRef="#ctx0" brushRef="#br0" timeOffset="146784">1989 12198 11041,'-3'12'719,"13"0"-359,25-3-495,-6-6 0,5-3-958,0-1 1,3-3 0,-2 1 545,1 0 1,-1-2 0,11-3 0,-2 0 0,-2-3 0</inkml:trace>
  <inkml:trace contextRef="#ctx0" brushRef="#br0" timeOffset="147451">3259 11455 10321,'28'-1'1439,"12"-1"-1079,-3 1-180,-5 0 0,7-1 0,-2 1-135,7 0 0,2-1-370,-1 1 0,6-1 0,1 0 0,-5 1 55,-10-1 0,-2 1 0,0-1 270,11 1 0,1-1 0,-11 1 0,-12 2 0,-31 2 0</inkml:trace>
  <inkml:trace contextRef="#ctx0" brushRef="#br0" timeOffset="148051">3392 11543 10501,'11'4'720,"-2"0"-361,-3 2 271,4 11-450,-2-2 90,2 12 0,3 5-46,3 6 1,1 2-606,-2-3 0,2 5 516,0-1 0,2 5 0,0 1 0,-2-3-398,-4-5 1,-1-3-1,0 6 353,-1-1 0,1 5 0,-1 4 0,1 1 0,-2-3 0,-1-4-68,-2-5 1,-2-4-1,-1 1 1,0 4 37,0 4 0,0 4 0,-1 3 0,0 1 0,-1-1 0,-1-3-546,0-2 0,-1-1 0,0-1 0,0 0 0,-1-1 504,1-2 0,0-1 0,0 0 0,0 0 0,0 1 0,0 3 0,0 1 0,-1-1 0,1 0 0,0-1-425,0 2 1,0-1-1,0-1 1,-1-3 406,1 3 0,-1-3 0,1 2 54,0 1 0,-1 4 1,1-1-1,-2-3-24,0-2 0,0-2 0,-1-3-30,0 8 0,1 0 212,-1-5 0,1 2 0,0-5-167,0-8 0,1-2-45,-1 22 2273,1-10-2183,1-19 3186,0-2-3017,1 1 214,1-8-383,1 2-90,11-7 0,21 1-180,-11-5 1,4-1-136,10-2 0,5 0-735,-5-2 1,2 0 0,-2-1-590,12-2 1,-2 0 1091,-2 0 1,-3-1 0,-15 1 0,-3-1 0,1-4 0</inkml:trace>
  <inkml:trace contextRef="#ctx0" brushRef="#br0" timeOffset="148850">4473 11885 10951,'2'-10'1439,"0"-2"-719,-1 1-181,1 1-269,17 16 0,-2 14-135,-1 7 0,-1 5 0,-5 4 0,-3 3-90,3 7 0,-1 0-1,-5-7 1,0-2 0,0-5 0,0-4 135,1-1-180,-8-18 0,-3-31 0,-4-11 0,-1-5 0,0-3 0,-1-1-145,0 1 0,0 0 100,-1-2 0,1 3-135,-2-2 0,-1 1-719,7 11-450,8 20-1928,10 15 2859,-2 0 0,8 20 1,-6-8-1</inkml:trace>
  <inkml:trace contextRef="#ctx0" brushRef="#br0" timeOffset="149668">7188 11690 11041,'-15'-4'989,"3"1"-359,-18 0-540,15 2 90,-18 4-1,9 5 1,0 2-180,-13 8 90,-1 5 0,1 6 0,17-1 0,3 1-90,-2-3 0,3 0 45,7 5 0,9 0 0,20-2 0,7-3-45,5 10 45,3-9 0,8-4-15,-11-16 0,2-4 0,1-1-30,1-1 0,1-2 0,2-1-265,2-3 1,2-3 0,0-1 0,-4-2 294,-3-3 0,-4-3 0,-1 0-30,13-5 0,-13-4-48,-26-10 1,-16 1 77,-11 12 0,-10 4 0,-3 1-30,1 0 0,-3 1 0,-3 0 0,1 3-23,-1 0 1,0 2-1,-1 3 1,0 2-271,-2 4 1,-1 3 0,2 2-1,5 1 23,-1 1 1,6 5-1081,1 4 1,10 3 1349,22 4 0,13 4 0,15 0 0</inkml:trace>
  <inkml:trace contextRef="#ctx0" brushRef="#br0" timeOffset="149951">8705 11567 11580,'6'-18'2249,"-1"3"-2069,-1 14 180,0 23-270,-1 7 45,2 8 0,2 5-46,3 2 1,1 3-360,0-6 0,0 1 1,0 0-824,-2-5 1,1 0 0,-1-3-547,2 5 1,-3-4 1111,-5 5 1,-9-17 0,-3 4 0</inkml:trace>
  <inkml:trace contextRef="#ctx0" brushRef="#br0" timeOffset="150768">5403 12956 10591,'-29'-4'299,"1"0"1,-10 1 0,1 1-120,-9 3-45,13 1 0,-5 3 45,3 3 0,-2 3 0,1 2-120,5-1 0,0 1 0,0 2 30,-12 6 0,-1 3 0,8 1-45,8 5 0,8 1-45,7-6 0,9-2 45,15 3 0,10-4-1,5-7 1,3-2-45,-3 2 0,2-2 30,8-5 0,4-4 0,0-2-238,8-6 1,2-4 237,-5-1 0,3-3 0,-3 0-30,1-1 0,-5-4 45,-3-4 0,-12-6-45,-21-1 0,-7 0 0,-1-14 0,-9 6 0,-11 2 0,-17 10 0,-7 7-45,5 3 0,-2 5-375,1 6 0,-4 2 1,6 3 14,8 4 0,4 4-1234,-4 5 1,9 2 1511,17-5 1,7 10-1,11-6 1</inkml:trace>
  <inkml:trace contextRef="#ctx0" brushRef="#br0" timeOffset="151085">7197 12826 11490,'-3'-11'2609,"2"1"-2429,-3 26 0,3 9-90,3 5 0,3 3-360,3-3 0,1-1 90,-1-2 0,1-1-810,5-1 1,1-2 989,8 3 0,6 3 0,1-7 0</inkml:trace>
  <inkml:trace contextRef="#ctx0" brushRef="#br0" timeOffset="151635">9085 12760 11311,'-3'-12'1349,"-5"0"-899,-15 11-271,-2 7 1,-3 5-90,-7 5 0,-1 6 0,9-1 0,-1 2 0,3 0-90,-3 2 0,5 1 45,4 8 0,10-1 0,22-9 0,7-2-45,4 1 0,7-1-30,7-7 0,6-2 0,-1-4-131,4-1 1,2-5 160,-6-7 0,5-3 0,0-3 0,-8 1 0,-4 0 0,-3-4 0,8-3 0,3-4 0,-10-3 0,-15-8 0,-7-2 0,1 8 0,-5-1 0,-6-14 0,-13 1-30,-16 15 0,-10 4 0,2 2-375,0-4 1,-3 1 404,5 8 0,-5-1 0,-1 3 0,-1 4-180,-1 7 0,-2 5 0,1 2 0,3-1 30,3-3 0,2 0 0,-2 3-502,-4 3 0,-4 2 0,2 2 0,8 0 652,5 3 0,5 2 0,-2 1 0,2 1 0,5-1 0,0-1 0</inkml:trace>
  <inkml:trace contextRef="#ctx0" brushRef="#br0" timeOffset="152684">4751 14050 11041,'20'-19'90,"2"0"359,5-5 1,-6 5-270,-9 10-90,2 5 90,-3 21 0,-2 28-180,-2-1 30,-5-11 0,0 5 0,1-2-30,3 1 0,1-1-45,-1 6 0,2 0-315,4-7 0,4-5-2338,19 0 989,0-1 1377,5-11 0,1-14 0,4 0 0</inkml:trace>
  <inkml:trace contextRef="#ctx0" brushRef="#br0" timeOffset="153168">7653 13903 10951,'-24'5'1259,"-2"7"0,-4 4-1169,1 2 0,-2 3 0,2 2-570,2 1 1,2 2-1,3-1 480,-7 7 0,11 2 90,23 9 0,11-3-90,-1-19 0,6-3 30,11 5 0,9 1 0,-2-5 15,3-5 0,2-6-45,-8-6 0,6-3 0,-1-1 0,-5-1 0,2-2 0,-3-5 0,3-4 0,2-5 0,-10-4 48,-15-7 1,-9-4-49,-1-9 0,-11-1 0,-16 9 0,-11 2 0,-4 3-30,-2 5 0,-3 4 0,-2 3-210,-2 2 0,-1 2 1,2 7-854,4 5 1,1 5 0,5 3 1027,8 1 1,4 4 0,-3 18 0,33-8 0</inkml:trace>
  <inkml:trace contextRef="#ctx0" brushRef="#br0" timeOffset="153484">9168 13799 11670,'16'-7'990,"1"6"-271,-1 17-629,-4-3 180,4 19-45,-7-4 0,0 3-135,0-2 0,2 1-270,0 1 0,3 3 0,0-3-495,3 0 1,0-4 179,-1-2 0,1-4 495,17 4 0,-19-19 0,6 1 0</inkml:trace>
  <inkml:trace contextRef="#ctx0" brushRef="#br0" timeOffset="154484">9415 11090 10321,'3'-11'-180,"4"-5"450,5 2 270,20-11-405,-5 13 0,3 1-612,-1 0 1,3 1 565,8 1 1,7 1 0,0 1-578,-1 0 1,0 1 0,1 0 517,-1 0 0,0 0 0,3 1-12,-9 1 0,3 0 0,1 0 0,-1 0 0,-6 2 12,1-1 0,-4 1 0,2 0-150,2 0 1,4-1 0,0 1 0,-6 1 208,7 1 1,-5 2-45,-11-2 0,-3 4 135,-3 13 0,-6 8 0,-6 12 0,-4 7-317,1-10 1,0 3-1,0 3 1,0 3 181,-1 0 0,1 4 0,-1 3 0,1 0 0,-1-1 0,0-4-112,0-3 0,-1-4 0,0 0 0,1 1 1,1 4 88,0-2 1,0 4-1,1 2 1,1 1-1,0 1 1,0-1-1,0-2 1,0-2-283,0 1 0,1-1 0,0-1 0,0-1 0,0 0 0,0 1 275,0-1 0,0 0 0,-1 1 0,1-1 0,0 3 0,1 1 5,0-5 0,0 3 0,1 1 0,1 2 0,-1-1 0,1 1 0,-1-2 0,0-1 0,-1-3-126,2 5 1,-1-3 0,-1-2-1,0 0 1,0 3 0,1 2 115,-1-4 0,0 2 0,0 2 0,1 2 0,0 0 0,-1-1 0,-1 0 0,-1-2 0,0-3 5,-1 6 0,0-1 0,-2-2 0,0-1 0,-2-1 0,-1 1-15,-1 7 0,-1 1 0,-2-1 0,-1-2 0,-2-5 280,-5 5 0,-2-4 0,-1-3-190,0-7 0,0-1 0,0-5 270,-8 13 1281,14-22-1012,8-13 2647,3-2-3110,-5 0 1647,-25 0-1903,-2-1 1,-8-1-235,0-1 0,-7 0 0,-4-1 0,0 0 0,4 0-368,5 0 0,3 0 1,-1 1-1,-5-1 242,-3 0 0,-5 0 1,-2 0-1,-2 0 1,3 0-1,3-1 239,-6 1 1,4-1 0,1 0-1,0 0 1,2 1 0,0-1-1,1 1 1,-1-1 0,2 0-1,0 0 1,0 0 0,0 0-1</inkml:trace>
  <inkml:trace contextRef="#ctx0" brushRef="#br0" timeOffset="175188">7340 12605 8882,'1'-9'2429,"-2"2"-2070,-13 0 1,-8 6 90,-17 0-315,14 2 0,-2 2-90,-2 0 0,1 1 45,-16 3-45,16 1 0,1 3 0,2 3 0,1 1-45,0-1 0,-1 2 44,-9 13 1,3 5-45,9 2 0,5 3 30,2-6 0,2 4 0,3 0-1123,2 2 1,4 1 0,1-2 1034,3 6 1,4-2 57,3-9 0,4 2 0,1-4-198,6 3 1,2-2 242,-2 2 0,5-1-758,3-5 1,5-1-1,-3-4 713,13 4 45,0-2 0,4-2-595,-5-13 0,-2-2 550,-11-2 0,0-1 774,16 1 0,4-5-744,-14-5 0,1-3 0,-2 0-30,2 1 0,1-2 35,8-5 0,5-2 1,-6-4 8,-4-5 1,-3-5-45,-4-3 0,0-6 0,-4 0 0,-8 8 0,-4-1 0,-5-2 90,-4-12 0,-7-3 0,-6 4-30,-5 13 0,-5 3 0,-4-1 30,-5 0 0,-6-1 0,-2 1 0,2 4-60,0 2 0,0 3 0,-4 1-8,-7 0 1,-7 0-1,1 2 1,7 3-23,1 3 0,2 2 0,-3 2 0,-3 0 0,2 4-360,-6 6 0,5 2 135,12-1 1,0 0-496,-17 5 0,3 5 720,21 0 0,2 1 0,0-1 0,1 2 0,1 3 0,0-1 0</inkml:trace>
  <inkml:trace contextRef="#ctx0" brushRef="#br0" timeOffset="175838">7061 12990 10861,'11'-6'-810,"0"0"810,-4 4 0,-3 1 0,0 0 0</inkml:trace>
  <inkml:trace contextRef="#ctx0" brushRef="#br0" timeOffset="177157">3719 7546 8792,'-11'-7'899,"-2"0"-719,1 5 630,-19 0-360,2 3-226,2 3 1,-1 2-135,-4 4 45,7 6 0,2 5 0,11 3 0,5 5-1206,1 3 0,1 4 1,2-2 1115,0 3 0,4 1-15,7 0 0,3 3 0,4-5-74,6-1 0,6-3 73,0-1 1,3 0 0,-2-3-30,2 1 0,0-5 0,8 1 0,1-5 45,-8-13 0,-2-3 45,17 5-90,-12-7 0,0-6 45,-4-9 0,-5-6-45,-5-1 0,-5-5 30,-8-10 0,-7-7 0,-3 3-174,-4 3 1,-7-1 143,-6 3 0,-5-5 0,-4 0 0,0 5 549,-4 1 1,-2 4-1,-3-1-549,0 2 0,-3-2 0,0 1 0,3 2 0,-1 1 0,2 2 0,-3 3-90,1 5 0,-3 3 0,1 1 0,6 4-45,6 3 0,1 3-135,-11 1 0,-5 1 1,4 6-91,-6 15 1,4 3-1,4-5 1,2 1-1,-3 10 1,-1-1-1</inkml:trace>
  <inkml:trace contextRef="#ctx0" brushRef="#br0" timeOffset="220563">12792 13220 10591,'-9'-6'989,"20"-1"-629,27 0-270,-1 2-45,-10 1 0,1 1-585,14-2 540,-11 1 0,-3 5 0,-24 3 0</inkml:trace>
  <inkml:trace contextRef="#ctx0" brushRef="#br0" timeOffset="220780">12847 13398 9871,'-4'17'1350,"6"0"-811,13-4-359,0-3 90,11-6 0,4-3-270,-5-1 0,1-2-1639,19-1 1,0-2 1359,-17 2 1,-2-1 0,5-2-1,-2-1 1,1-1 0</inkml:trace>
  <inkml:trace contextRef="#ctx0" brushRef="#br0" timeOffset="221896">14398 11861 10771,'-15'-4'540,"-11"-2"359,1-1-359,-7 0-1,9 0-359,21-1 0,24-2-135,16 1 0,10 2-23,-12 3 1,4 0-1,2 1 1,0-1-251,5 1 1,2-1 0,0 1 0,0 0 137,-1 1 0,0 0 0,-1 0 1,-1 1-204,-6 0 1,0 2 0,-2-1-1,-5 1 68,3 0 1,-4 1 224,16 5 0,-54 0 0,-5 2 0</inkml:trace>
  <inkml:trace contextRef="#ctx0" brushRef="#br0" timeOffset="222897">14393 11823 10501,'-13'-2'-270,"0"0"540,2 0 899,1 1-989,9 9 630,19 29-601,-8-9 1,1 4 0,1 3-366,0 1 0,0 3 0,0 2 0,2 3 261,-1-1 0,0 2 0,1 2 0,0 2 0,1 0 0,1 1-325,-3-9 0,1 1 1,1 1-1,-1 0 1,1 1-1,0-1 0,0 1 1,0 0 264,1 2 0,-1 1 0,1 0 0,0 1 0,0-1 0,0 0 0,-1-2 0,0-1-31,3 4 1,0-1 0,0-2 0,-1 0 0,-1 0 0,0 2 36,-4-5 1,1 1-1,-1 0 1,-1 0-1,-1 0 1,0 0-1,0 0-6,-1 2 0,-1 0 0,0-1 0,-1 1 0,0 0 0,0 2-20,-1-2 1,1 0 0,0 2 0,-1 0-1,0 0 1,0 1 0,0-1 7,-1-3 1,1-1 0,-1 1 0,0 1-1,0-1 1,-1-1 0,0 0 0,0-1-4,0 8 0,-1-1 0,-1-1 0,1 0 0,-1-2 0,0 0 6,0 4 0,-1-2 0,1-1 0,-1 0 0,0 2-6,-1-6 0,0 2 0,-1 0 0,0-1 0,0-2 0,0-3 0,0 12 0,0-5 0,-1 4-13,0-6 1,0 4 0,0 2 0,0-1 0,1-4-384,0-1 0,1-2 0,0-1 0,0 0 366,-1 1 0,0 0 0,1 0 0,0 2-119,1-4 0,0 3 0,1-1 0,0 1 1,1-2 140,-1 4 1,1-1-1,0 0 1,-1 2-242,0 1 1,0 2-1,0 2 1,-1-2-1,1-2 219,0-1 0,0-2 0,0 0 0,-2 0 22,-1 7 1,-1 1-1,-1-1 1,0-6 304,-1-9 1,-1-3 0,0 3-306,-1 7 1,-1 4-1,0 0 1,0-4-23,2-6 0,1-3 0,-1 1 0,-1 13 0,-1 1 0,3-8 0,3 4 0,0-9 0,0-4 90,1-11 1224,-4 22-1314,2-18 0,-2 0 869,-2 4-869,3-17 3232,-5 11-3232,4-9 484,-2 1-484,3-5 90,-1-1-90,1-4 90,-1 2-90,14-5 90,4-3-90,15-2 0,4-1 0,11-1-613,-3 0 1,9 0 0,4-1 540,-11 1 0,4 0 0,1 0 0,-1 0 0,-2 0 4,3 0 1,-3 0-1,2 0 1,2 0-68,-3 0 0,3 0 0,3 0 0,-1 0 0,0 1 0,-3-1-521,2 0 1,-1 1-1,-1-1 1,-1 1 0,-3-1-165,1 1 1,-3 1 0,0-1 0,3 0 163,2-1 1,4 0-1,0-1 1,-4 0 0,-7 1 486,0-1 1,-2-2-1,4-1 1,4-3-1,-1 0 1,-9 2-1,0-1 1,0 0-1</inkml:trace>
  <inkml:trace contextRef="#ctx0" brushRef="#br0" timeOffset="224514">23224 11637 11490,'31'-3'630,"0"0"0,1 0-540,10 2 45,-2-2 0,6 0-16,-8 0 1,3 0 0,-1-1-90,-4 1 0,-1 1 0,2-1-850,1-1 1,3 0 0,-1 0 0,-6 1 422,2 0 0,-4 0 442,1 0 0,-4 0 814,-3 1-769,-1 0-90,-1 3 0,-2 18 90,-9 3-93,-2 16 1,0 10 159,-6-11 1,-1 3-1,-1 3 1,1 1-39,0-1 0,0 3 1,-1 1-1,1 0 0,-1-2-101,0-2 0,0-1 0,-1 0 0,0 2 0,0 1 46,-2-4 0,0 1 1,-1 2-1,0 0 0,0 1 1,-1 0-1,-1-1-240,-1 2 0,-1-1 0,-1 0 0,0 1 0,0 0 0,0 1 0,0 1 226,0-5 0,1 0 0,-1 1 0,1 1 0,-1 0 0,1 0 0,-1 2 0,1 0 0,-1 0-145,1-1 0,0 1 1,0 2-1,-1 0 1,1 1-1,0-1 1,0 0-1,0 0 1,0-3-1,0-1 1,1-2 119,-1 4 1,0-2 0,1-3-1,0 0 1,0 0 0,1 1 0,0 3 13,2-1 1,-1 2 0,1 1 0,0 1 0,1 1 0,1-1 0,0-1 0,0-1 0,2-2-114,1 2 0,1-2 1,0-1-1,2-1 1,-1 0-1,1 1 1,-1 1 106,-1-1 1,1 0 0,0 1 0,-1 1-1,1 0 1,0 0 0,0 0 0,0 0-12,1 3 0,0 2 1,1 0-1,0 0 1,-1 0-1,1-2 1,-1-3-1,-1-3-4,1 4 0,0-5 0,-1-1 0,-1-1 0,0 1-18,1 4 0,-1 0 0,-1 0 0,-1 0 0,-1-2 228,-3 7 0,-2-2 0,0 0 0,-1-1-206,1-6 1,0-1 0,-1 1-1,0 2 32,-2 2 0,0 4 0,-1 1 0,1-3 0,-1-6-24,1-5 0,0-5 0,-1 2 150,-2 11 0,0 1 0,-1-3 670,0 0 0,-1-2-640,2-2 0,-1 2 0,0-3-166,-1 3 1,0-1 225,-2 10 0,1-2-135,7-20 0,0-2-90,-1 4 0,0 0 1109,2-2 0,1-1-975,-6 13-179,-1 1 45,-3-13 0,-2-2 135,-14 13 2276,-1-3-2456,10-13 0,2-3 0,6-6 1166,-10 11-1166,14-14 375,-1 0-375,0-1 0,1-3 0,-1-1 0,-5-1 0,-1 0-90,1-1-90,-7 0 0,-2-2 0,-13 0 90,4 0-90,-3 0 0,-8 1-640,3 0 1,-6 1 0,-1 0 0,2 0 481,-1 0 0,3-1 0,-7 1 158,7 0 0,-6 1 0,-3-1 0,0 1 0,1 0 1,4-1-641,-4 1 1,4-1 0,0 0 0,0 1 441,0-1 1,0 1-1,0 0 1,-2-1-279,4 0 1,-3 1-1,-1-1 1,4 0 0,4-2 417,1 0 1,4-2-1,-1 0 1,0 1-1,-3-1 1,1 0-1,4-1 1,-11-5 0,0-1-1</inkml:trace>
  <inkml:trace contextRef="#ctx0" brushRef="#br0" timeOffset="225681">15264 12298 10861,'-5'-9'539,"-8"6"-359,-4 7-90,-2 3 180,-15 18-135,19-5 0,3 4-45,5 9 0,6 3-45,11 5 0,7-2-175,0-8 0,5-3 175,15 2 0,3-5 0,-12-13 0,0-2 0,0 2 0,2-2-1,12-4 1,-1-5-45,-14-5 0,-1-4 45,14-9 0,-3-3 45,0-11-45,-22 3 0,-10-3 45,-20-8 0,-8 2-90,11 10 0,-4 0 30,-4-2 0,-6-1 0,-3 5 30,-4 10 0,-2 4 0,1 1-293,-1-3 1,-3 2 232,2 7 0,-6 2 0,-1 4 0,4 4-270,2 9 0,4 4 1,0 0-87,0-5 0,0-2 0,3 4-858,-10 17 0,16 2 1214,33-3 0,12 5 0,14-2 0</inkml:trace>
  <inkml:trace contextRef="#ctx0" brushRef="#br0" timeOffset="226463">16829 12254 10411,'1'-9'1259,"0"0"-719,-3 2 0,-8 2-270,-15 12-91,-10 12-179,3 3 90,13 0 0,3 3 0,6 17-90,1 1 90,20-8 0,9-3-90,1-11 0,4-2 30,1 1 0,3 0 0,1-3-30,9-2 0,3-6 0,-6-5 0,2-3 0,-3-1 0,-5-1 0,0-3 45,15-8 0,-3-5-45,-21-4 0,-5-3 0,1-5 0,-8-3 0,-19-16 0,-14 2 0,0 19 0,-6 3 0,-1 2-120,-2-1 1,-1 3 0,-2 5 29,-3 5 0,-2 6 1,2 5-451,4 8 0,3 5 0,2 1 45,-4-1 1,5 4 494,-1 10 0,10 2 0,20-3 0,5 11 0</inkml:trace>
  <inkml:trace contextRef="#ctx0" brushRef="#br0" timeOffset="227247">18940 12197 10321,'-2'-9'1349,"-6"-1"-989,-15 7 0,-11 5-270,0 2 45,7 3 0,0 4-45,1 4 0,1 1-90,1-2 0,1 1 90,-3 10 0,5 4-46,15-5 1,6 2 0,7 6 0,5-1 0,8-2 0,4-3-45,-1-7 0,2-3 45,7-5 0,1-4-45,17-5 45,-25 0 0,1-2-45,12-6 0,-3-4 0,3-14 45,-12 0 0,-7-5-45,-20-3 0,-7-2 0,2 6 0,-6 0-30,-8 3 0,-6 0 0,0 5 30,-5 3 0,-2 4-141,1-5 1,-3 3 140,-9 8 0,-1 7-270,4 10 1,1 2 44,3-3 0,2 2-1414,-10 16 1,8 2 1286,19-4 0,6-2 0,5 0 0,13 1 0</inkml:trace>
  <inkml:trace contextRef="#ctx0" brushRef="#br0" timeOffset="227847">20416 12152 10681,'-4'-15'1709,"-2"2"-1529,-5 9 90,-14 10-90,-5 12-180,0 3 89,11-2 1,3 4-45,7 0 0,4 2 0,3 9 0,5 1-45,8-2 0,4-3 0,1-5 0,3-4-90,10-3 0,4-4 45,-4-7 1,1-2 44,-2 1 0,0-1-45,14-4 0,1-4 0,-10-4 0,-1-1 45,0 2 0,0-4 0,8-12 0,-8-7 0,-25 3 0,-4-1 0,9-2 0,-6-1 45,-25-9 0,-12 2-45,-1 14 0,-3 4 0,4-4 0,-4 3-30,0 10 0,-2 5 0,2 2-195,7 5 0,0 3-868,-5 4 1,-3 3 0,4 0 758,-8 9 0,16-1 0,8 2 0,13-2 0</inkml:trace>
  <inkml:trace contextRef="#ctx0" brushRef="#br0" timeOffset="228514">23658 12046 9871,'-19'-6'810,"-17"1"-540,-5 3-46,3 3 1,-3 1-90,3 1 0,-2 2-15,3 1 0,-2 0 0,0 2-30,3 1 0,0 2 0,1 2-60,-4 2 0,1 4 0,3 0 60,-7 6 0,8 5-45,9 5 0,11 2-45,15-8 0,9-2 30,10-3 0,8-2 0,1-3-75,9 1 0,5-4-115,0-4 0,5-2 0,-3-5 130,-9-3 0,-2-3 0,1-3 30,5-2 0,1-3 0,-4-3 0,5-6 0,-9-8 60,-17-4 0,-7-6 0,-7 2-60,-13-10 0,-12 1 0,2 15 0,-6-1 0,-2 2 0,-1 4 0,-5 2 0,-2 5 0,-4 4-594,-3 6 0,-4 4 0,-1 3 0,4 4 594,0 4 0,3 5 0,0 2 0,-5 0 0,1 1 0,3 2 0,15 0 0,0 0 0,0 0 0</inkml:trace>
  <inkml:trace contextRef="#ctx0" brushRef="#br0" timeOffset="229814">15630 13602 10231,'5'-8'990,"-1"1"-721,-5 0 271,-5 1-360,-11 6 0,-11 11-90,9 8 0,3 2 0,-7 11-45,14 0 0,8 1-45,10-9 0,8-2 0,13 9 0,4-2 0,-10-9 0,2-3 0,21-1 0,2-7 0,-15-10 0,-1-5 0,1-2 0,2-2 0,-3-1 0,1 1 0,-3-3 0,5-12 0,-12-6-45,-26 1 0,-10-1 45,-5-5 0,-7 2-123,-7 7 0,-5 1 1,-2 5 92,4 6 0,-1 3 0,-2 5-420,-9 5 0,-2 6 1,6 3-1,8-1 0,4 6-944,-3 10 0,9 3 1394,22-3 0,13 17 0,10-7 0</inkml:trace>
  <inkml:trace contextRef="#ctx0" brushRef="#br0" timeOffset="230264">17205 13488 10321,'-20'-11'990,"-6"-2"-361,10 8-539,-12 2 360,-10 13-270,5 8 0,1 6-90,3 5 0,5 3-90,4 8 0,8 0-90,8-8 0,9-3-180,25 2 0,11-5-45,1-12 0,2-3-173,-3 3 1,2-3 337,-2-7 0,3-4 0,-1-3 60,-4-5 0,-1-4 1,-2 1 119,-2 4 0,-2-1 0,1-2 59,8-10 1,1-4 0,-10-2 73,-14-4 1,-9-3 76,-5-2 0,-5-3 0,-7 1-61,-11 3 1,-8 2 0,-2 3-90,-2 1 0,-3 2 0,-4 8-120,-10 7 0,-4 9 0,6 7-1499,11 8 0,4 6 270,-2 3 0,11 4 889,36 16 0,19-11 1,-13-14-1,0-1 1</inkml:trace>
  <inkml:trace contextRef="#ctx0" brushRef="#br0" timeOffset="230714">19062 13394 11940,'-24'-13'809,"0"1"1,-2-1 0,2 3-271,-15 1-269,8 13 0,0 4-180,-4 5 0,2 5 0,2 6 45,14 5 0,4 3-270,2-4 0,7 1-255,18 5 0,10 1 1,4-6 74,9-4 0,7-8-505,-6-5 1,5-1 0,1-2 0,-5-3 401,5-4 1,-1-5 357,-4-2 0,2-3 1,-4-3-648,6-15 0,-4-2 752,-9 10 0,-2-4 0,8-14 0,-12-6 135,-31-3 0,-10 1-180,10 15 0,-3 2 30,-9-2 0,-5-1 0,1 9-30,-13 6 45,-6 10 0,-4 7-495,14 7 0,0 5 0,2 0-1189,-14 8 1,3 2 1142,2 1 0,11 3 1,23 18-1,15-17 1</inkml:trace>
  <inkml:trace contextRef="#ctx0" brushRef="#br0" timeOffset="231230">20749 13296 10771,'-13'-9'989,"-1"-2"-179,1 5-270,2 0-1,-9 1-89,-2 10-90,-19 18-270,13-2-45,8-2 0,3 4 45,11 4 0,3-1-90,-4 13-90,15-1 0,10 0-135,10-14 0,6-4 90,5 5 0,3-4-117,-3-10 1,4-3-1,-2-3 222,-7-4 0,-1-3 0,1-4 0,8-6 0,1-5 0,-4 1 30,-5 0 0,-3-4-53,-6-4 1,-3-4-1,-9-2 98,-17-10 0,-13-1 0,-5-2 0,-8 2-15,0 13 0,-5 3 0,-3 6-194,-1 9 0,-3 6 0,1 6-676,-1 5 1,0 6-1,5 4 840,-3 8 0,8 4 0,6 1 0,10 1 0,18 16 0</inkml:trace>
  <inkml:trace contextRef="#ctx0" brushRef="#br0" timeOffset="231714">23396 13250 11221,'-3'-17'2428,"-11"6"-1888,-32 10-360,13 8 0,-3 5-90,1 4 0,-3 3 0,3 2-123,4-1 0,2 1 0,2 3-27,-1 4 0,1 2 0,6-2 4,4-2 1,7 0-125,10 3 0,8-2-180,24-1 270,-2-1 0,0-14 0,3-7 0,-2-5 0,1-4 90,-3 4 0,1-4-30,8-6 0,4-5 1,-6-4-44,-5-5 0,-4-6 103,-2-3 0,-1-5 0,-5 1-30,-7 2 0,-9 0 0,-14-11 0,-16 4-90,-6 22 0,-9 6 0,0 3-210,10 1 0,0 1 1,-5 3 82,-5 4 1,-8 3 0,-2 2-1,1 1 1,4 2 0,6 2-1,4 2 1,-1 1 0,-2 1 0,-5 3-1,0-1 1,1 0 0,-1 0-1,0 0 1</inkml:trace>
  <inkml:trace contextRef="#ctx0" brushRef="#br0" timeOffset="232531">16277 14855 10501,'-21'-22'1349,"-3"0"-449,-5 9-451,-15 6-269,9 7-60,4 8 0,-4 5 0,2 2 15,-2 9 0,1 3-193,1-1 0,-3 2 0,7 3 88,11 0 0,5 1 0,4-1-32,0 3 1,8-2-44,16 5 0,10-6 0,9-15 0,7-7 0,4 1 0,5-6 15,-3-8 0,2-5 0,-3-6 30,-8-2 0,-4-5 0,-1-2 0,-2-1 0,-3-2 0,-7-4 0,-12-6 0,-7-3 0,-4 4 0,-5 3 0,-7 2 0,-4 2 0,-6-1 0,0 7-45,0 11 0,-3 5-630,-17 2 1,1 9-965,17 7 1,4 5 1322,-2 1 0,8 2 0,24 25 0,14-15 0</inkml:trace>
  <inkml:trace contextRef="#ctx0" brushRef="#br0" timeOffset="232964">17728 14846 11311,'-33'-14'2248,"-11"1"-2068,12 4 90,5 6 0,-1 5 0,2 7 0,2 5-136,-6 4 1,2 5-45,2 11 0,5 3-90,8-12 0,6 1-135,8 7 0,10-2-135,15-8 1,6-5 224,-13-2 0,3-2-45,16 4 0,5-8-1003,-7-12 1,1-6 0,-2 0 809,-1 3 1,0-2 282,6-4 0,4-3 0,-9-5-1066,-12-10 1,-7-2 1110,-1 8 0,-4-2 12,-7-15 1,-12 0 32,-14 15 0,-8 3 0,0 1-90,2-4 0,-3 3 30,-11 0 0,-6 2 0,2 8-210,0 13 0,3 7-675,-2-1 1,3 4-135,10 1 0,10 5 989,21 27 0,24-17 0,-4-8 0,-1 0 0</inkml:trace>
  <inkml:trace contextRef="#ctx0" brushRef="#br0" timeOffset="233414">19154 14702 12030,'-24'-17'1529,"-15"1"-1079,3 13-225,3 7 0,-1 6-135,3 9 0,1 7 0,-2 8 0,5 6-180,10 0 0,12 1-210,14-9 0,9 0 0,4-4-30,8-5 0,5-5 1,2-3-504,6 1 1,2-3-1,-1-3 803,-7-5 0,0-2 0,-1-4-60,6-4 0,-1-4 0,-3-3 8,2-8 0,-3-2 127,4 4 0,-5-5 180,-13-20 0,-15-4-46,-17 13 1,-10 2-60,-2 1 0,-4-2 0,0 5-75,-4 0 0,-3 6 0,-11 4 0,-4 10-375,10 16 0,0 8 1,2 0-931,0 0 1,1 3 1259,-1 0 0,-1 4 0,10 0 0,11 19 0,13-4 0</inkml:trace>
  <inkml:trace contextRef="#ctx0" brushRef="#br0" timeOffset="233930">20972 14702 11490,'-15'-15'2339,"-1"3"-2159,-2 6 360,-18 14-360,7 9-46,4 8 1,3 2-135,3 4-135,13 2 1,9 1-181,14-10 0,8-3 180,3 4 0,5-2 45,-2-9 0,3-3 0,1-3-193,13-4 1,2-8 342,-8-5 0,2-5 0,-5 0-15,-1-1 0,-3-3 45,-7-2 0,-1-5 0,-10 0 44,-14-5 1,-6 0-135,4 3 0,-5-1 90,-23-11 0,-9 5-45,4 17 0,-1 4-45,-2-6 0,-2 5-360,-12 12 1,-1 9-1280,14 7 1,3 3 173,-3-2 0,3 1 1295,6 3 1,7 1 0,12 9-1,3 1 1</inkml:trace>
  <inkml:trace contextRef="#ctx0" brushRef="#br0" timeOffset="234414">23550 14577 11940,'-15'-10'1439,"-12"12"-1169,4 13-90,1 6 0,-1 5-135,5 0 0,1 4 45,-4 10 0,6 2-225,9-2 0,7-1-45,5-5 0,5-3 90,0-8 0,4-4-45,10-5 0,3-7 0,3-6 1,1-5 134,7-4 0,-1-5 90,4-12 0,-10-9 44,-26-12 1,-16-4-45,-3 18 0,-7 2 0,-3 2-273,-1 0 1,-3 2-1,-4 5 243,-9 5 0,-4 5 0,0 6-726,5 5 1,1 5-1,1-1 486,3-1 0,0-1 0,-2 4 180,-6 6 0,-4 4 0,0 2 0,7-2 0,0 1 0,2 1 0,-4 3 0,-1 0 0,0 0 0</inkml:trace>
  <inkml:trace contextRef="#ctx0" brushRef="#br0" timeOffset="235297">16052 16171 10681,'-5'-8'1439,"-5"0"-539,-17 7-271,-16 7-1722,12 5 1,-3 5 0,2-1 1009,1-1 1,0 4 172,-5 7 0,-2 5 0,7 2 437,9 0 0,9 4-467,7-2 0,5 4 0,9-3-120,13-5 0,11-3 0,2-3 0,5-1 0,4-5 0,0-3-171,1-3 0,0-5 0,1-4 171,4-5 0,1-6 0,-3-3 30,-6-4 0,-3-2 0,0-3 0,2-2 0,-1-2 0,-5-4 30,-7-4 0,-4-2 0,-6 0-17,-7-1 0,-11 0 47,-15 1 0,-9-1 0,0 6-30,6 11 0,-1 3 0,-7-6 0,-5 0 0,1 7-180,-6 10 0,0 8 0,-2 1 0,-1 4-540,-8 5 1,3 8 719,11 7 0,7 4 0,10-7 0,5 0 0,9 5 0,-1-1 0</inkml:trace>
  <inkml:trace contextRef="#ctx0" brushRef="#br0" timeOffset="235763">17508 16318 12210,'-23'-15'1259,"1"1"-449,9 8-450,-20 11-1999,3 10 1,-1 4 1420,7-6 1,1 3 262,-15 17 0,8 4-286,18 10 151,1 2-142,28-18 1,10-4-129,5-11 1,3-4 224,0 6 0,2-3-74,2-9 1,3-4 0,2-4 28,3-5 0,1-4 0,-1 0 789,-8 4 0,-1 1 0,1-4-609,1-4 0,4-2 0,-3-3 0,-8-2 90,-3-11 0,-7-3-45,6 3 0,-6-4 45,-17 3 0,-6-3 0,-7 3 44,-15-2 1,-6 4-90,6-5 0,-5 4 15,0 12 0,-6 4 0,0 7-559,-3 10 0,0 8 0,1-1 364,-6-4 0,0 4-555,2 11 1,-1 6-1,12 2 504,19 0 0,7 2 0,-2 3 0,5-1 0,17-5 0,-1 1 0</inkml:trace>
  <inkml:trace contextRef="#ctx0" brushRef="#br0" timeOffset="236197">19205 16080 10951,'-42'-9'899,"16"4"-359,-5 3 0,-4 3-226,6 5 1,0 4-105,-4 4 0,-2 3 0,1 2-1303,6 1 1,1 2 0,1 0 829,-11 8 1,7 3 792,14 8 0,10-1-620,19 4-210,8-18 0,9 1 0,1-4 30,9-3 1,6-7-428,-7-6 1,6-3 0,0-1 0,-4-2 651,7-3 0,-2-5-15,-3-1 0,1-4 0,-4-5-324,-11-3 0,-5-4 1,0 2 383,3-2 0,-1-1 589,-7-3 1,-1-4-1,-8 0-409,-14-10 0,-10 2-90,-4 3 0,-5 4-45,-10 0 0,-5 9 0,7 12 0,-2 11-225,-9 17 0,3 11-952,15 1 1,4 2 276,-4-2 1,5 2 854,13 5 0,8-1 0,15 2 0,-3-12 0,0-1 0</inkml:trace>
  <inkml:trace contextRef="#ctx0" brushRef="#br0" timeOffset="236697">21558 15910 10681,'-18'-1'360,"-4"-1"719,-17 5-629,4 1 44,-9 9 1,-1 2-405,4 2 0,13-4 0,-4 3 0,3 3 90,-1 12 0,3 1-135,4-9 0,3 0 0,-4 18 0,9 1-585,32 4 135,4-17 1,3-1 269,-4-8 0,3-4-315,22 3 0,5-8 225,-14-10 0,0-4-80,5 3 0,1-3 305,-7-5 0,0-4 0,-2-3 135,1-10 0,-3-3-90,4 5 0,-4-6 135,-16-4 0,-6-5 0,-6 2-45,-6 5 0,-8 1 31,-9-7 1,-6-2-1,-3 8-76,-6 10 0,-4 9-570,-7 8 0,-6 5 1,7 8 184,2 14 1,6 7 0,9-9 0,1 2-1,5 1 1,11 6 0,-1 0 0</inkml:trace>
  <inkml:trace contextRef="#ctx0" brushRef="#br0" timeOffset="237131">23715 15909 11940,'-29'-5'509,"0"1"1,-11 4 0,-2 4-330,8 3 0,-1 2 0,1 4-425,-6 4 1,0 4 0,3 2 334,3 0 0,3 1 0,4 4-180,5 1 0,5 4 0,8-2-235,14 9 0,12-3-125,4-13 0,7-2 0,0-3 270,5 2 1,3-5-31,2-8 0,4-3 0,-1-4 120,-2-6 0,0-5 0,-1-1 210,0-1 0,-1-2 0,-2-5 60,1-7 0,-4-6 0,-11-1-61,-15 0 1,-9-2 0,-8 0-8,-9 4 1,-8 0-1,-4 2 1,1 4-291,0-1 1,0 4-1,-6 5-416,-1 8 1,-7 4-1,-2 4 1,2 2-1,7 1-1045,-8 8 1,3 5 1593,8-3 0,-3 2 1,0 1-1,4 0 1,2 4-1,3 0 1,-1 0-1,-2 2 1,0 0-1,0 0 0</inkml:trace>
  <inkml:trace contextRef="#ctx0" brushRef="#br0" timeOffset="237981">15967 17376 10951,'-2'-10'1529,"-2"0"-810,-8-2-89,-1 4-450,-3 4 90,-8 12 0,-3 17-180,13-2 0,2 2-90,-4 13 45,14-11 0,9 0-225,23-2 0,6-4 90,-16-6 0,3-1-30,11 1 0,7-2 0,0-5-30,-1-8 0,0-5 0,1-1-116,4 0 0,2-2 0,-1-3 221,-7-1 0,1-2 0,-3-3 0,-4-1 45,-2-1 0,-5-3 0,-7-4 0,-8-7 0,-8-4 0,-8 3 0,-11 4 0,-8 3 0,-4 2 0,-3 0 0,-4 2 0,-2 5-282,-4 8 1,-2 5 0,1 7-812,3 9 1,2 5 0,3 2 545,-1 0 1,6 2 0,3 8 0,11 0 0,16-3 0</inkml:trace>
  <inkml:trace contextRef="#ctx0" brushRef="#br0" timeOffset="238564">17408 17292 12390,'-41'26'315,"21"-7"0,2 2-225,0 20-46,17-11 1,5 0-45,6 3-45,5-12 1,7-3-1,12-8 0,3-4 0,-6-1 0,4-2-775,2-6 1,6-2 0,0-1 0,-5-1-418,-2-1 0,-1-3 1237,5-1 0,3-3 0,-9-4-2,-11-9 1,-8-2 1,7-9 562,-14 1 0,-11-1-427,-26 2 0,-10 4-90,9 6 0,-4 4-123,-8 4 0,-6 4 1,1 7-103,10 11 0,1 5 0,0 3-913,-5 5 1,0 2 0,4 1 723,-1 0 1,4 3 0,8 2 0,6-1 0,10 0-1</inkml:trace>
  <inkml:trace contextRef="#ctx0" brushRef="#br0" timeOffset="239781">19202 17154 11131,'-1'-14'2068,"-3"3"-1438,-5 0 0,-31 11-450,13 3-90,-4 5 0,-1 5 89,3 10 1,3 2-180,5-8 0,3 1 45,-7 10 0,12 4-315,28 1 1,10-1 89,-9-10 0,4-2-913,15 3 1,10-2 0,-5-5 539,-12-8 1,1-4 492,4-1 0,5-2 0,-3-5-1083,6-11 0,-3-4 1143,-9 7 0,-1-2 0,12-12 0,-8-6 134,-22 1 1,-7 0-90,3 6 0,-4-1 45,-7-12 0,-7 1 45,-8 11 0,-3 2-135,-8-12 90,1 17 0,-1 8-1169,-14 26-560,21-3 1,1 3 1130,-10 17 1,22 9-1,16-13 1</inkml:trace>
  <inkml:trace contextRef="#ctx0" brushRef="#br0" timeOffset="240264">21541 17036 11311,'-12'-16'899,"1"5"-269,-16 0-181,-8 15-224,2 7 0,-4 6-45,-1 8 0,2 5-90,0 2 0,7 4-90,9-1 0,12 0-225,22-4 0,12-4 45,4-8 0,5-6 90,3-5 0,5-4 0,-3-1-300,0-3 1,0-3 359,3-5 0,4-4 0,-5-1 165,-4-6 0,-4-2-90,5 3 0,-5-4 90,-12-6 0,-11-3 0,-19-1 0,-10 1-90,-3-2 0,-4 2 0,-7 0 0,-4 8-585,-9 15 0,1 8 180,18 2 1,1 4-1280,-6 7 1,4 3 1265,13 0 0,0 11 1,7-4-1</inkml:trace>
  <inkml:trace contextRef="#ctx0" brushRef="#br0" timeOffset="240714">23252 16894 12300,'19'-30'3238,"-8"6"-2608,-6 5-91,-33 24-179,-11 21-315,17-11 0,0 2 90,-6 11 0,5 5-135,12-4 0,4 1-315,2 10 0,7-1 0,6-4 1,8-4-91,15-4 0,3-6 315,12-2-90,-3-15 0,3-7 45,-6-4 1,1-6 164,-2-1 0,1-4 0,-3-4 59,-6-3 1,-3-3 0,-6-2-30,-7-3 0,-4-3 0,-6 2-160,-6-7 0,-11 3 130,-9 8 0,-9 2 0,-1 5-300,-5 3 0,-4 5-823,0 2 1,-3 1 0,1 5 727,5 4 1,1 3 0,1 3 0,1 0 0,1 3 0,1 1 0,-6 7 0,0-1 0</inkml:trace>
  <inkml:trace contextRef="#ctx0" brushRef="#br0" timeOffset="246648">3234 7569 9422,'-13'-9'1619,"2"0"-1260,7 5 1,19-1 0,19 1-270,7 1 45,1 0 0,5 0-464,-14 0 1,1 0 0,0 0 372,12 0 1,1 0-15,-2-1 0,4 0 0,-4 0 5,5 0 1,-1 1-6,-11 1 0,0-1 0,-1 1-30,11-1 0,-6 1 89,4 0-89,-15 1 0,-17 1 90,12 4 1073,-12 4-1163,7 14 0,-12-7 22,2 14 68,-5 18-90,-3-12 0,0 0 0,0 5 30,0-6 0,1 2 0,-1-2-157,1 0 1,0 1 156,2 2 0,1 3 0,0-4-30,2-4 0,0-4 0,6 16 0,-6-16 0,0-1 90,3 11-90,-1-9 0,3 14 0,-9-30 90,1 6-90,-4-10 253,0-1-253,-2 0 0,2-2 0,-1 2 90,-1-1 630,0 2-540,-3-4 89,-9 0-179,-2-2 0,-11-1 0,-3 1-90,0 0 45,-3-1 0,-4 1-45,-3 0 0,0-1 0,11 0 0,-1 0 45,-19 1 0,-3-1-1266,4-1 1,2 0 1220,13 0 0,-1 0-3,-4 0 1,-3-1-1,4 0 48,2 0 0,2 0-45,-4 0 0,0-1 0,3 1 0,2-1 0,-2-1 0,0 2 2438,16-2-2438,-3 2 101,5-1 79,1 0-90,3-1 0,1-1 0,1-10 0,4 5-90,-3-18 0,2-4 45,-1-4 0,-2-8-45,-1 4 0,-2-3 0,-1-2-147,2 8 1,0-1 0,-1 0 0,-1-1 146,-3-5 0,-1-1 0,0 0 0,1 5-30,1 5 0,1 2 0,1 1-60,-9-16 0,4 5-180,8 10-539,2-8-91,10 14-899,7 5 1799,1 12 0,-3 4 0,-5 3 0</inkml:trace>
  <inkml:trace contextRef="#ctx0" brushRef="#br0" timeOffset="256798">15741 11896 9691,'-2'-10'1709,"2"18"-1439,0 7-180,1 9 270,-3 18-270,-1-14 45,-1 2 0,0 0-135,1 0 0,-1 19 90,4-20-90,0-4 0,0-1 360,2-13 629,-2-2-899,4-15 90,3-18-90,-2-1-90,2-12 90,-1-3-90,-4 12 0,0 2 0,0-1 0,0-6-90,-1-4 0,1 9-810,-2 10 900,0 9 0,-1 2 0,1 3 0</inkml:trace>
  <inkml:trace contextRef="#ctx0" brushRef="#br0" timeOffset="268597">17372 11989 6723,'0'-17'1709,"-1"6"-1349,-2-5 270,-2 7 89,-7-1-449,2 3 90,-26 5-180,10 13-135,5 4 0,2 4 45,2 23-45,15-12 0,6 1 0,5-7 0,6-1-1,6 2 1,5-5 0,0-7 0,3-4-45,1-4 0,-1-3 0,12-5 0,0-17 90,-19-13-90,-10-11 0,-15 11 0,-9 0 0,-8 7 0,-6 3 0,-4 0 0,-2 5-45,6 8 0,1 4-360,-7 7 1,3 5-2744,-7 13 3148,-3 0 0,10 8 0,12-9 0</inkml:trace>
  <inkml:trace contextRef="#ctx0" brushRef="#br0" timeOffset="270464">19357 11831 9242,'-6'-8'1529,"1"0"-900,4 1-539,0 15 0,2 8-90,0 5 90,0 21-45,1-17 0,1 2 0,0 6 0,0 2 0,1 0 0,0-3-45,2 12 0,0-10 90,-3-18-809,3 1-631,-6-24 1350,-3-8 0,-8-16 0,-2 3 0</inkml:trace>
  <inkml:trace contextRef="#ctx0" brushRef="#br0" timeOffset="273948">16212 13218 9242,'-19'-4'-360,"-13"3"360,4 8-90,-14 19 90,17 8 45,15-6 0,4 3-45,7-4 0,4-1 0,4 1 0,2-3 90,10 7-90,4-19 0,3-4 0,10-6 0,9-5 0,2-3 45,-21 0 0,-1-2-15,5-3 0,3-3 0,-6-2 60,-4-8 0,-5-3-90,0-3 0,-6-3 45,-6 5 0,-8 0 0,-19-4 0,-8 4 0,1 10 0,-1 2-45,-2-2 0,0 2-45,-7 6 0,-1 6-540,4 8 0,1 2 180,6-4 1,0 2 404,-4 6 0,4 1 0,8 5 0,-2 5 0</inkml:trace>
  <inkml:trace contextRef="#ctx0" brushRef="#br0" timeOffset="274748">17675 13033 8252,'13'-16'1350,"-1"3"-991,-7 7-269,4 16 0,-4 10-45,0 3 0,-1 3-45,-2 8 0,0-8 0,-1 1 45,2 0 0,1-1-225,-1 14-225,3-10 1,1-3-136,-1-10 540,6 1 0,-8-14 0,2-1 0</inkml:trace>
  <inkml:trace contextRef="#ctx0" brushRef="#br0" timeOffset="276598">19454 13006 8432,'-10'-9'630,"-3"6"-540,-5 17-90,-5 16 90,4 9-90,5-6 90,10 7-90,10-13 0,0 0 90,20 3 0,2-19-90,-1-6 0,1-2 0,6-4 45,-9-3 0,-1-5 44,10-18-89,-11 7 90,0-19-90,-41-5 0,0 11 45,-9 4 0,-6 3-90,-1 11 0,-2 4-45,-6 0 1,-3 3-601,9 7 0,-3 4 1,4 1 342,3 0 1,1 3 0,-8 7 0,3 0 0,0 5 0</inkml:trace>
  <inkml:trace contextRef="#ctx0" brushRef="#br0" timeOffset="277314">16379 14402 9062,'9'-12'989,"-1"3"-539,-4 4-360,4 9 90,-1 12-90,3 20 0,-2 12-90,-3-7-270,-1-12 0,-1 0-360,1 2 630,2-3 0,1-1 0,3-1 0,5 2 0</inkml:trace>
  <inkml:trace contextRef="#ctx0" brushRef="#br0" timeOffset="277914">17860 14285 8612,'-4'-11'990,"-1"-2"-631,1 6 91,1-2-450,0 13 180,3 23-180,0-6 90,4 25-90,10-3-180,-5-12-45,0-7 0,1-1-2293,4 7 2518,-3-8 0,6 6 0,-6-16 0</inkml:trace>
  <inkml:trace contextRef="#ctx0" brushRef="#br0" timeOffset="278531">19411 14161 8792,'0'-16'630,"-1"3"-181,1 4-359,2 20 0,4 22-90,-2-6 0,1 1-45,-1-3 0,0 1-315,2 8 1,1-1 359,2 12 0,-4-18 0,1 0 0,4 18 0</inkml:trace>
  <inkml:trace contextRef="#ctx0" brushRef="#br0" timeOffset="283098">493 16090 10141,'18'-5'810,"20"0"-720,-12 4 0,3-1-45,5 1 0,2-1 0,7 0 0,-1 0-1,-10 1 1,-2 0-135,2 0 1,-3-1-3188,-1 2 3174,-24 2 0,-15 1 0,-18 4 1</inkml:trace>
  <inkml:trace contextRef="#ctx0" brushRef="#br0" timeOffset="284514">457 16131 8972,'-10'-2'360,"-2"6"-1,0 15 91,4 28-1543,8-8 1,2 7 0,1-2 874,-1 2 1,1 2 289,1-10 0,0 4 0,1 3 0,1 0 0,-2-3-103,1-1 0,0-1 1,-1-1-1,2 3 103,0 2 0,1 2 0,1 2 0,-1-2 0,0-2-50,0-2 1,-2-3-1,1 1 1,2 1 67,1 2 0,2 3 0,1 0 0,-1-2 0,0-4-608,0 2 0,0-3 0,0 0 548,2 9 0,1 1 0,0-2 30,-4-11 0,0-1 0,-2-5-272,4 17 302,2 1 1629,-6-10-1539,-4-20 1110,0 2-1200,0-3 3031,-2-7-3031,1 2 999,-2-4-1089,0-2 90,-1 0 0,0 0 270,1-1-270,1 1 0,3-3 989,3-1-719,3-1-360,-6 2 0,4 5 0,-9-1 90,7 6-90,0 11 0,-4-5 0,3 21 0,-6-10 0,-1 1 90,1 15-90,0-3 0,-1 2 0,0-10 0,1-1 45,-1-6 0,1 0-45,0 4 0,1-2 0,3 11 0,-2-13 0,4 9 90,-3-18-90,0-5 90,0 4-90,0-10 0,0 4 90,0-4-90,0-1 0,-2-1 0,8-4 90,33-3-90,4-4 0,-7 2 0,7 0 0,-4 0-231,-7 0 1,1 1 230,-1 0 0,5 0 0,1 1 0,-1 0-90,5 0 0,-1 1 0,0-1-150,6 1 0,1-1 0,-2 1 120,-7 1 0,-1-1 1,-1 0-661,-1 0 0,0 0 1,-5 0-750,-7-1 0,-2-1 1529,17-1 0,0-3 0,-15 0 0,-1-1 0,1-3 0,1 1 0</inkml:trace>
  <inkml:trace contextRef="#ctx0" brushRef="#br0" timeOffset="285665">4351 16036 10141,'-2'-12'90,"3"1"180,2 0 270,2 2 89,10 2-449,6 2 90,27 0-180,-21 4 0,2 1 0,17-1 0,-1 0-90,-15 1 0,-1 0 0,10-1 0,-1 2 90,-10-1 0,-2 2 0,19 3 0,-17 4 0,-3 5-45,-11 7 0,-5 7 104,1 13 1,-2 9 0,-1-2-933,-1-15 0,-2-1 0,1 4 837,-1 1 0,1 3 0,0 3 0,0 2 0,1 1 23,-1-4 0,1 1 0,1 2 0,-1 0 0,0 1 0,1-2 0,-1-1-47,0 1 0,-1-3 0,1-1 0,0 1 0,0 3 0,0 3 15,-1-4 0,0 4 0,1 3 0,0 2 0,-1 0 0,1 1 0,0-1 0,-1-3 0,0-2 0,-1-3-15,1 3 0,-1-4 0,0-2 0,0-1 0,0 1 0,-1 3-5,1 4 1,0 3 0,-1 1-1,0 1 1,1-3 0,-2-3 0,1-5-26,1 12 0,-1-8 0,-1 1 90,1 3 0,-1 0 0,-1-6-461,-4-7 0,0-5 416,2-5 0,-2-1 135,0 1 0,-2-1 989,1 1-629,1-6 0,-1 5 1650,3-16-1740,-2 3 1440,2-6-1620,0 2-1,-2-3-179,-2-2 0,-30-4-270,-2-3-315,-2-1 1,-14-1-1,-2-1 1,6 1-253,12 1 1,3 1 0,-5-1 476,2 0 0,-5-1 0,-4 1 0,-1-2 0,1 1 0,2 0-386,-4-1 1,1-1-1,0 1 1,2-1 0,1 1-165,1 0 1,2 0 0,0 0 0,-1-1 521,-8-1 0,-1-1 0,1 0 0,5-1 0,9-1 0,4 0 0,0-1 0,-1 0 1,0-1-1,0 1 0</inkml:trace>
  <inkml:trace contextRef="#ctx0" brushRef="#br0" timeOffset="286514">1036 15182 10861,'16'-14'719,"-3"3"1,-3 2 449,-4 3-1079,-19 6 90,-10 10-180,-5 1 90,3 5 0,3 4 0,3 9-45,9-2 0,4 1-45,8 5 0,9-11 0,6-1 0,8-2 0,1-3-90,10 9 45,-4-5 0,-3-1-45,-10 5 90,-13 5 0,-23-11 0,-9-2-90,-13 5 90,3-9 0,-3 0-405,7-5 1,1-1-136,-17 3-765,17-4 1,3-1 1304,1-4 0,-7-4 0,4-3 0</inkml:trace>
  <inkml:trace contextRef="#ctx0" brushRef="#br0" timeOffset="286748">704 15209 11221,'4'-13'899,"3"0"-89,18-1-630,-6 5 89,27-6-44,-6 6 0,1 2-225,-14 2 0,2 0-240,6-1 0,5-1 1,-4 2-1400,-5 1 1,-3 1 1178,-1 0 0,-1 0 0,13 1 0,-28 3 0</inkml:trace>
  <inkml:trace contextRef="#ctx0" brushRef="#br0" timeOffset="286998">1411 15214 11850,'13'-4'1529,"29"9"-1259,-2 6-150,-3 3 0,8 3 0,-3 1-75,-2 1 0,-2 2-465,2 0 0,2 3 1,-7-2-1200,-11-3 0,-6-1 1619,6 12 0,-27-13 0,-8-6 0</inkml:trace>
  <inkml:trace contextRef="#ctx0" brushRef="#br0" timeOffset="287198">1819 15414 10501,'-22'-39'540,"6"13"359,-9-10-269,7 18-180,1 1-91,-7 14 181,-8 27-450,5-3 45,4 3 0,-1 3-450,8-7 0,1-1-135,-14 20-1189,13-17 1,3-1 1580,8-3 0,4 8 1,11-11-1</inkml:trace>
  <inkml:trace contextRef="#ctx0" brushRef="#br0" timeOffset="287614">2510 15159 11131,'6'-17'2248,"-12"5"-1078,-16 6-631,-14 14-314,9 4 0,1 3-45,-10 9 0,9 3 0,3 2-90,3 3 45,7 3 0,5 0-135,6-5-90,18 15-90,6-32 0,3-2 90,7 6 0,-1-6 0,1-1-180,17 3 270,-13-3-90,5 4-90,-48 9 180,1-8-45,-13 1 0,-8-1 0,-11 0 0,-2-1-90,13-4 1,0 0-226,-15 5 0,2-1 360,4-4 0,14-2 0,3-4 0</inkml:trace>
  <inkml:trace contextRef="#ctx0" brushRef="#br0" timeOffset="287815">2376 15158 12120,'-4'-14'1619,"1"-3"-270,5 2-269,9-3-451,35-2-1888,-17 11 0,3 1-380,6 1 1,1 2 982,-9 1 1,-2 2-1,13 6 1,-15 2 0</inkml:trace>
  <inkml:trace contextRef="#ctx0" brushRef="#br0" timeOffset="295731">17806 14284 9332,'10'3'2518,"0"12"-2338,-5 1 180,4 21-90,-1 4-180,-1-15 0,3 0 0,5 8 0,2-1-45,0-7 0,2-2 44,9 3 1,4-4 45,-1-8 0,1-3 0,2-4 0,0-2-45,-9-3 0,0-3 45,1-4 0,-2-5 45,5-13-90,-1-1-45,-16 1 0,-4-4 0,-10-2 0,-4 0 0,5 1 0,-4 0-16,-10-5 1,-8-2 0,0 3-30,-5 5 0,-2 2 0,-3-9 0,-3 4 0,-3 10 0,-1 7-90,7 9 1,0 4-1,2-3 0,-2 3-450,-1 5 0,-2 4 1,4 1-1100,2 5 1,3 1 1091,-8 1 1,3 0 0,11 1 0,4 1 0,-1 5 0</inkml:trace>
  <inkml:trace contextRef="#ctx0" brushRef="#br0" timeOffset="298364">748 16361 10321,'0'-14'1169,"0"0"-809,1 4 90,0 1-360,8 16-90,1 7 90,2 7 0,5 17 0,-5-5-180,2-1-900,6 9-1798,-6-21 1529,3 3 1259,-3-12 0,3-8 0,3 0 0</inkml:trace>
  <inkml:trace contextRef="#ctx0" brushRef="#br0" timeOffset="298848">1620 16314 9691,'-23'0'540,"-8"4"-270,-7 3-135,12 2 0,0 2 45,-14 12-90,18-6 0,4 2 0,4 17-90,7-9 90,18-3-1,18-11-89,-9-4 90,21-2 0,3-19-90,-10-4 45,-15-3 0,-4-1-45,-10-7-90,-20-12 90,-21 10 0,12 8 0,1 9 0,0 3-539,0 10-2738,2 10 3219,12-1 0,18 8 0,6-7 1</inkml:trace>
  <inkml:trace contextRef="#ctx0" brushRef="#br0" timeOffset="299181">2265 16277 9781,'13'-10'3239,"4"0"-2880,-9 19-89,-1 13-90,-3 20-180,0-13 0,0 1-270,5 6-360,-1-10 1,0-2-2648,0-1 2904,0 1 1,-4-9-1,-2-8 1</inkml:trace>
  <inkml:trace contextRef="#ctx0" brushRef="#br0" timeOffset="300298">3242 16345 10411,'-8'-17'1529,"-8"-1"-1259,8 13 0,-9-2 90,-8 12-180,0 7-90,-11 17-1,18-8 1,8 15 0,25-10 0,3 0-135,10-12 0,4-6 0,-7-5 0,1-3 45,10-3 0,-2-2 0,6-5-90,-6-14 90,-28 0 0,1 1-89,-31-9 89,-19 13 0,6 1-225,6 13 0,0 4-945,-6 12 451,1 0 719,4 12 0,25-7 0,-2 6 0</inkml:trace>
  <inkml:trace contextRef="#ctx0" brushRef="#br0" timeOffset="300747">4010 16367 10591,'3'-9'1979,"-5"2"-1619,-23 19-91,2 12-179,-6 14 0,17-6-90,17 4-269,16-14 179,1 1-135,2-13 0,3-4 90,0-5 0,0-2 45,-1 2 0,3-3 30,2-5 0,4-3 0,-4-1 15,-2-5 0,-1-1 45,8-1 0,-3-3 0,-13-4 0,-10-2 90,-19-16-90,-1 2 45,-12 18 0,-6 4-225,4 12 0,-1 2 0,-2-2 1,-1 2 179,-14 13 0,2 6 0,-1 6 0,8-2 0,-1 1 0</inkml:trace>
  <inkml:trace contextRef="#ctx0" brushRef="#br0" timeOffset="302415">966 16920 10411,'-13'-3'360,"-5"3"-360,3 6 90,-8 10 0,10 3-90,-1 1 90,9 13 0,19-6-90,-1 0 45,10-8 0,6-2 45,18-2-90,-5-4 0,3-3 44,-8-7 1,0-3-45,6-5 0,-3-5 45,-14-3 0,-5-4-45,-2-26-45,-31 15 0,-7 2 45,-13-6 0,4 14 0,-2 5-719,-19 10 269,12 1-1349,-12 12 1799,33 2 0,0 7 0,7 0 0</inkml:trace>
  <inkml:trace contextRef="#ctx0" brushRef="#br0" timeOffset="302865">1908 16970 9512,'-14'-9'2428,"1"2"-2338,5 9 90,2 8-180,0 3 180,3 21-90,5-6-900,0 17-1798,4-13 2608,2-7 0,0-12 0,0-7 0</inkml:trace>
  <inkml:trace contextRef="#ctx0" brushRef="#br0" timeOffset="303348">2533 16867 10591,'-11'-6'989,"-11"4"-719,-2 9-180,-2 2 90,-11 22 0,21-3-90,5-3 0,3 1-90,4 3 90,14 6-90,25-13-90,-6-8-45,6-8 0,1-6 45,6-12 45,-16-3 0,-3-3-45,-5-6 90,-17-14-45,-20 19 0,-5 1 45,-11-7-360,-6 11 1,-2 8-2918,4 17 3196,-7 5 1,37 8 0,10-8 0</inkml:trace>
  <inkml:trace contextRef="#ctx0" brushRef="#br0" timeOffset="303865">3581 16965 10591,'-21'-12'1439,"-4"2"-1259,-1 9 90,-20 10-180,23 1 0,1 3 0,0 2 0,3 1-90,-3 11 90,26 2-90,18-12 0,0 2-90,25-7 0,-5-13 0,1 0 90,-10-6 0,-3-4 0,-2-9 0,6-4 90,-33-10-45,-18 16 0,-6 2 0,-5-2 0,-2 1-45,-1 2 0,0 4-540,-7 11 0,5 5-89,10 2-2648,-3 15 3174,28-13 0,8 8 0,5-2 1</inkml:trace>
  <inkml:trace contextRef="#ctx0" brushRef="#br0" timeOffset="304298">4088 16952 11580,'5'-12'2429,"-8"8"-2159,-2 9 90,-6 22-270,8-9 0,7 16 89,26 0-179,-9-9-135,6-6 1,4-3-1,-5-10 0,1-3 90,8 0 0,1-3-45,5-6 0,-2-6 45,-10-1 0,-6-6 0,-9-13 0,-13-3 45,-24-2 0,-12 3-30,8 12 0,-2 0 0,-1 3-68,1 2 1,-1 2-1,-2 5-142,-1 4 0,-1 5 0,2 2-1399,-10 6 1,1 3 48,3-2 0,1 0 1297,0 4 1,4 1-1,-3 7 1,0 1 0</inkml:trace>
  <inkml:trace contextRef="#ctx0" brushRef="#br0" timeOffset="306331">917 17472 9422,'2'-10'719,"1"3"-449,1 2-90,-1 1-180,2-1 1349,-2 0-449,1 1-810,2 7 0,0 13-90,0 5 45,0 3 0,0 3 44,1 9-44,-1-9 0,1 0-404,2 8-1171,1-7 1530,-1-12 0,6-11 0,1-7 0</inkml:trace>
  <inkml:trace contextRef="#ctx0" brushRef="#br0" timeOffset="306898">1926 17479 11041,'-13'-6'989,"4"2"-809,-7 12 0,-5 11-90,7-6-90,-9 15 180,13 3-180,4-9 90,9 14 0,32-12-90,6-8-45,-1-9 0,2-4 0,-9-7 0,-1-4 0,3-5 0,-4-5-45,-7-25 90,-21 3-45,-25 13 0,-7 4 45,-1 4-90,2 6 0,0 5-3187,2 11 2927,5 8 0,5-1 0,13 4 0</inkml:trace>
  <inkml:trace contextRef="#ctx0" brushRef="#br0" timeOffset="307198">2493 17459 10321,'5'-15'1619,"-3"4"-1529,3 12 270,-4 10-180,0 21-90,-2-8-90,3 19-720,2-14 360,1 0-2917,5 1 3084,-5-20 1,6 7-1,-3-9 1</inkml:trace>
  <inkml:trace contextRef="#ctx0" brushRef="#br0" timeOffset="307865">3808 17452 10501,'-25'-11'1619,"1"3"-1439,0 0 360,-7 4-181,1 8-269,0-1 45,6 4 0,0 2 135,-17 16-180,5-3 0,2 14 0,35-12 90,22 7-270,19-10 45,-4-13 0,3-6 0,0-6 0,-1-4 0,-3-2 0,-3-2 45,-7 3 0,-6-3-90,-9-26 90,-17 21-45,-21-7 0,-8 2 45,-4 9-315,-12 6 1,1 4-136,13 9-270,9 3 1,6 2 719,15 5 0,6 1 0,9 2 0</inkml:trace>
  <inkml:trace contextRef="#ctx0" brushRef="#br0" timeOffset="308331">4267 17458 10951,'-32'-10'1709,"0"3"-1349,8 10-91,-6 13-179,7 8 90,10 10-270,11-11-269,18 7-181,12-16 360,-2-1-225,3-9 0,2-4 46,18-8 134,-10-1 0,0-5 180,-10 1 0,-6-5 90,-7-9 0,-6-1 45,-8-7-45,-14 10 0,-7 3 45,-11 9 0,-2 6-315,2 1 0,-1 3 225,-13 4 0,1 6 0,17 3 0,3 2 0,1 3 0,0 1 0</inkml:trace>
  <inkml:trace contextRef="#ctx0" brushRef="#br0" timeOffset="310031">1135 18034 9422,'-10'-8'989,"0"1"-719,-1 5-270,-4 2 90,1 2 90,-4 8-90,7-2 0,-6 14 0,12 0-90,1-1 179,19 14-179,9-16 45,1-4 0,2-1-45,8-2 45,-9-7 0,2-3-45,21-9 0,-13 3 0,-7-3 0,-2-3-90,-6-13 90,-10-7-90,-30-14 90,-19 13-45,7 15 1,-2 4-91,4 7 0,0 3-1170,-4 6 1,2 2 1304,-10 7 0,10 7 0,18-5 0</inkml:trace>
  <inkml:trace contextRef="#ctx0" brushRef="#br0" timeOffset="310614">2069 18033 9781,'5'-8'2249,"-8"2"-1979,-23 15-270,8-4 180,-13 17 0,23 2-180,2-6 90,11 10-450,32-7 180,-11-9 45,1-3 0,3-5-45,0-6 0,0-4 90,10-1 45,-8 0 0,-2-4 45,-3-23 90,-20-1 0,-11 8 0,-7 0-45,-8 9 0,-4 2 45,-16-8-90,-7 18-809,13 18 809,6 8 0,13 3 0,20 2 0</inkml:trace>
  <inkml:trace contextRef="#ctx0" brushRef="#br0" timeOffset="311049">2740 18012 10051,'-24'-13'1709,"6"4"-1259,-12 7-90,1 11-180,-11 12 0,12 4-90,15 6-630,34-9-90,20-8 270,-1-14 1,2-5 134,-6-1 0,-1-4 90,4-6 0,-4-3 135,-1-5 90,-21-11 90,-37 3-90,-5 9-45,4 11 0,-2 4-765,-8 13 720,12 14 0,22-2 0,15 2 0</inkml:trace>
  <inkml:trace contextRef="#ctx0" brushRef="#br0" timeOffset="311532">3738 17920 9961,'-2'-12'2519,"-1"2"-2249,-9 15 0,2 8-91,3 10-358,22 6-271,26-6 270,-16-14 0,3-3 45,11-3 0,-2-5 135,6-2-45,-16-1 0,-4-4 315,-8-18-90,-20-1-90,-8 6 0,-7 2-45,-4 6 0,-2 5 0,-10 0 0,-1 8-1684,5 13 1,3 3 1175,-9 2 1,19 20-1,30-25 1</inkml:trace>
  <inkml:trace contextRef="#ctx0" brushRef="#br0" timeOffset="311948">4424 17871 11580,'-22'-1'1350,"0"12"-1170,9 9-1,12 13-89,10-14 0,14 2-90,13-11 0,-9-4 0,21-3-45,-17-11 0,0-4 45,-6 1 0,-1-4 0,8-9 0,-9-5-90,-26-16 90,-19 19 0,-11 7-90,2 11 0,-4 6 1,-1 2-451,-3 1 0,0 3 0,0 2 209,1 4 0,1 2 0,3 1 1,-5 3-1,5 0 0,10-1 1,-1 0-1</inkml:trace>
  <inkml:trace contextRef="#ctx0" brushRef="#br0" timeOffset="312731">1240 18404 10501,'-18'0'1439,"-3"1"-809,-9 0-450,10 1 269,-15 7-179,12 4-90,-3 13 0,21 2-180,35 6-90,-2-15 0,-3-9 0,4-3-180,4-7 1,0-3-1,16-2 90,-8-7 0,-6-6 90,-18-12 45,-16 4 0,-5 1-45,-15-5 90,0 13 0,-3 2-90,-21 6 90,11 2-315,6 8 0,1 4-2293,3 7 2608,2 4 0,18 1 0,12-3 0</inkml:trace>
  <inkml:trace contextRef="#ctx0" brushRef="#br0" timeOffset="313248">2218 18384 11490,'-15'-9'1709,"-8"10"-1529,10 9 0,-5 16-180,12-8 0,16 12-360,12-14 271,2 0-91,17-4-90,-7-11 270,0 0-180,11-16 90,-24-5 0,3-2 90,-25-14 0,-21 8 90,0-1-90,0 13 0,-3 3 0,-19 7-270,17 6 0,0 4-2428,-13 12 2698,20 9 0,25-2 0,10-5 0</inkml:trace>
  <inkml:trace contextRef="#ctx0" brushRef="#br0" timeOffset="313731">2873 18328 10951,'-9'-7'1439,"-2"2"-1259,-6 10 90,-1 11-90,4 9-1,13 12-179,26-2-179,14-6 179,-1-12-90,-13-13 0,2-4 0,17-7 0,-3-1 45,-11-4 0,-5-4 45,-10-10 0,-12-22 0,-30 12-90,-5 6 90,4 20 0,0 5-360,-7 10-2917,-12 6 2949,22 8 1,16 1-1,12-2 1</inkml:trace>
  <inkml:trace contextRef="#ctx0" brushRef="#br0" timeOffset="314232">3961 18386 10141,'-6'-7'900,"-6"-6"-361,2 6-269,-4-3 0,-1 6 0,-5 3-270,6 2 270,-18 11-180,17-1 90,-8 21-180,21-10-270,19 11-270,24-20 405,-16-9 0,0-4 45,3-3 0,-2-6 90,9-19 90,-16 6 0,-22-16 0,-27 13 0,-7-1-180,12 18 0,0 5-2698,-11 14 2788,15 6 0,21 7 0,13-6 0</inkml:trace>
  <inkml:trace contextRef="#ctx0" brushRef="#br0" timeOffset="314649">4523 18307 11221,'-25'3'1529,"8"9"-1259,-5 20-180,24 5-1,1-3-178,29 1-136,-9-23 0,3-3 45,5 0 0,4-3 60,-3-5 0,3-3 0,-1-3 30,9-10 0,-3-5 135,-4-1 0,-8-5 90,-15-5 0,-11 0-45,-16 8 0,-9 4-45,-14 0 0,-7 7-975,10 10 1,0 4 0,0 2 929,-10 3 0,3 3 0,4 2 0,5 3 0,2 8 0</inkml:trace>
  <inkml:trace contextRef="#ctx0" brushRef="#br0" timeOffset="320581">5326 17310 11400,'-4'-9'2159,"21"1"-2024,6 5 0,4 1-45,21-2-342,-5 1 0,6 0 282,-4-1 0,2 0 0,-2 0-30,-2 0 0,2 0-113,-5 0 1,6 0 0,-2 0-1,-10 0 38,10 0-510,-5 0 0,-2-1 609,-15 1 1,4-1 0,-20 3 0</inkml:trace>
  <inkml:trace contextRef="#ctx0" brushRef="#br0" timeOffset="320848">5561 17102 10231,'-10'-18'1080,"3"4"89,2-2-1079,13 17 360,16 41-360,-3-8-1,-4 4 1,0 6-968,-7-11 0,-1 0 0,0-2 923,1 5 0,1 0-135,-1 1 0,2 2 0,2-2-1549,7 0 1,1-4 384,-7-7 1,1-2 1253,5 2 0,2-6 0,3-11 0,2-2 0</inkml:trace>
  <inkml:trace contextRef="#ctx0" brushRef="#br0" timeOffset="322915">5062 7464 9602,'-6'-9'89,"1"0"181,3 3 270,0 1 719,-2-1-719,-3-2 0,1 2-1,0-2-179,1 3 90,-2-3 0,-4 2-181,-6-2-89,-9 3-90,-10 3-45,12 4 0,-2 1 45,-20 7-90,7 4 0,1 3 0,-5 5 45,4 4 0,1 7-45,15 4 0,4 3 0,-1-9 0,4 3 30,6 1 0,4 5 0,5-3-153,12 9 0,6-1 123,-5-10 0,2 1 0,3-1 0,4 3 0,4-1 0,2-2 30,3-2 0,2-2 0,1-2-1104,1-2 0,1-2 0,-1-1 1074,6 5 0,1-4 30,-9-10 0,1-3 0,-1-2-30,3-4 0,1-3 0,3-2 0,4 0 0,0-3 0,-1-3 0,-1-1 0,2-3-110,-5-2 0,1-1 0,-1-2 0,-2-2 110,-2-3 0,-1-3 0,-2 0 0,-2 0 0,1 0 0,-1 0 0,-3-4 0,-2-4 0,-2-4 0,-7-2-53,-7-3 0,-7-2 0,-3 0 53,-2 0 0,-3-1 0,-5-1 22,-3 2 1,-4-2 0,-3 1-1,0 5 679,-2 3 0,-1 4 1,-6 2-680,-7 2 1,-6 1-1,-3 2 1,0 4-250,8 7 0,1 2 1,-2 2-1,-1 0 1,-1 1 226,2 0 0,-1 0 0,-1 0 0,0 2 0,-2 1 0,-1 2-245,-1 3 1,-2 2 0,-2 2 0,0 1 0,2 1 0,1 1 0,5 0-409,-7 2 1,4 1 0,1 2 0,1 4 652,3 1 0,-2 4 0,2 1 0,5 1 0,8-2 0,5 9 0,9 1 0,2 6 0,0-1 0</inkml:trace>
  <inkml:trace contextRef="#ctx0" brushRef="#br0" timeOffset="481266">800 10966 8252,'-49'-6'321,"1"0"0,0 0 1,0 0-1,0 0 0,1 0 1,0 1-1,2 2-201,-5 1 0,2 2 0,2 0-684,9 0 1,1 1-1,-1 2 624,-10 4 0,-3 4 0,3 6 7,24-5-21</inkml:trace>
  <inkml:trace contextRef="#ctx0" brushRef="#br0" timeOffset="481266">0 12231 7371,'6'5'0,"27"23"0,-2-2 0,1-1 0,5 0 15,1-1 0,4 0 0,4 0 0,0-1 0,0-2 0,-2-4-226,-1-4 0,-1-3 0,0-3 0,0 0 1,2 0 225,-1 0 0,1 0 0,2 0 0,0-1 0,-1-1 0,0-2-41,5 0 0,0-1 0,0-2 0,-1-2 0,-2-4 44,-1-3 0,-1-3 0,-1-2 0,-3-3 0,-2-1 4,-1-6 1,-4-2-1,-2-2 1,-1 1-79,7-6 0,-2-1 0,-6-5 78,-9 1 1,-3-5-1,-4-2 1,-5-1-23,-6 6 0,-3 0 0,-3-1 0,-3-1 0,-2-1 15,-2-2 0,-3-2 0,-1-1 0,-3 0 0,-2 0 0,-3 1-62,1 5 1,-3 0 0,-2 0 0,-2 1 0,0 0 0,-1 3 0,1 1 46,-1 0 0,1 1 0,-1 3 0,-2 0 0,-1 2 0,-4 2 0,-1 3 0,-4 0 0,-2 3 0,-1 0 0,0 3 0,1 1 0,2 2-175,-4 0 1,2 3 0,0 3 0,1 0 0,-1-1 174,0-2 0,0 0 0,0 0 0,0 2 0,-2 2-163,3 4 1,-2 2 0,-2 1 0,2 1 0,4 1 0,6 2 72,-10 1 0,2 3 54,4 0 1,-5 1 0,18-1 15</inkml:trace>
  <inkml:trace contextRef="#ctx0" brushRef="#br0" timeOffset="490066">9340 3615 9332,'-32'0'-360,"-1"-1"0,-10 0 360,7 0 0,3 1 90,6-1 90,-7 1 180,11 1 89,-5 1-179,7 0 450,4 0-360,46 2-226,1-4 1,9 0 0,4-1 0,2 1-620,-6-1 0,2 1 0,2-1 0,2 1 1,2-1-1,2 0 512,-6 0 0,3-1 0,2 1 0,1-1 0,2 1 0,0-1 0,1 0 0,0 1 0,-1-1 0,-1 0-3,-3 1 1,-1 0-1,1-1 1,0 1-1,0-1 1,0 1-1,0-1 1,0 1-1,-1 0 1,1-1 0,-1 1-247,3-1 0,1 0 0,0 1 0,0-1 0,0 1 0,-1-1 0,0 0 0,-2 1 0,-2 0 0,-1-1 222,4 1 0,-1 0 0,-2-1 0,-1 1 0,-1 0 0,-2 0 0,-1 0 112,16 0 1,-2 0 0,-5 0-1,-8 1 23,-9-1 0,-3 0 90,14-1 0,-5 0 45,-17-2-90,-18-6 2096,-9 4-2186,-9-5 3186,9 6-3070,-4-1-116,-1 0 0,-1 1 90,-5-3-1,3 1-89,0-2 0,0-2 0,1-5-90,2 0 45,2-5 0,1-5 0,2-5 0,1-5-45,0 3 0,0-5 0,-1-2 0,1 0-356,1-2 0,0 1 0,0-3 0,0-2 341,0 6 0,0-4 0,0-1 0,0 0 0,0 1 0,0 1 15,0 0 0,0 1 0,1 1 0,0 0 0,-1-1-18,0-3 0,0-2 0,0 0 0,1 2 0,-1 4 18,0-8 0,0 3 0,0 3 0,1 5 0,0 3 0,1 2 0,0 3 0,-1 3 0,-2-13 0,3 20-90,-3 0 90,2 11 1424,0 0-1424,-24 5-45,-5 4 0,-9 2 45,6 1 0,-7 0 0,-3 0 0,-2 1 0,0 0-544,4 0 0,0 0 0,-1 0 0,-1 0 0,-2 1 0,-2-1 544,5 1 0,-3-1 0,-1 1 0,-2 0 0,0 0 0,-1 0 0,1 0 0,0 0 0,1 0 0,2 0 0,0 0 0,1-1 0,-1 1 0,1 0 0,0 0 0,0-1 0,0 1 0,1 0-165,-3 0 0,0 0 0,1 1 1,-1-1-1,2 0 0,0 0 0,1 0 1,2 0 164,-4 0 0,1 0 0,2 0 0,1-1 0,2 1 0,3-1-31,-13 3 1,4-1-1,6 0-14,10-2 0,3-1 0,1 0 0,4 1 45,-8 0 2689,6-1-2689,7 0 1803,4-1-1893,5 0 93,-1 6-3,1 6 0,2 8 0,1 5 0,-3 8 0,0 5 22,2-5 1,1 5-1,-1 2 1,1 1-558,-1-3 0,1 2 0,-1 0 0,1 2 1,0 0 552,0 4 0,1 0 0,-1 2 0,2 0 0,-1 1-4,2-4 1,0 1 0,1 1 0,0 0 0,1-1 0,0-2-176,1 3 0,1-2 1,0 0-1,0-1 1,1-1 160,0 7 0,1-1 0,0-1 0,0-4 0,1 4 0,-1-2 0,1-6 0,-1-1 0,-2-6-2159,0 9-1118,-12-41 2769,6-8 1,-11-28-1,8 10 1</inkml:trace>
  <inkml:trace contextRef="#ctx0" brushRef="#br0" timeOffset="506299">658 17857 8792,'-3'7'1169,"0"-1"-989,9-1 360,5 2 0,10 2-361,-3-2 91,13 2-45,-6-4 0,3-1-90,1 0 0,3 0-75,4 0 0,3 0 0,0-1-230,10 1 0,1-1 200,-5-1 0,2 1 0,-3-1 15,-5 0 0,0-1-45,-1 0 0,2 0 0,-2 0 45,-2-1 0,0 0-45,0 0 0,2 0 0,0-1 0,-1 0 0,-1 0 0,0-1 45,14 1 0,-2-1-45,2-1 0,-5 1 0,3 0 0,1 0-90,-24 0 90,0 2 0,6-1 0,-1 2 0,0-2 520,4 2-520,-12-1 0,1 1 0,-10-1 0,12 0 0,-7-1 0,14-2 0,-4-1 0,-4 0 0,13-3 0,-8 1 0,6-1 0,4 0 0,-8 2 90,-2 0-90,6-1 0,-17 3 0,5-2 0,-4 1 0,-1 0-90,2 1 90,4 0 0,-3 0 0,4-1 90,-6 0-90,3 0 0,-11 1 0,5-3 89,-6 0 181,2-3 0,-2-2 90,-3-4-270,-3-3 180,0-11-180,-3 9 0,0-14 0,-1 1 0,-2-2-46,0 4 1,1-4-865,-1-4 1,0-7 0,0-1 0,1 5 806,-1-3 1,1 0 12,1 6 0,1-3 0,1-2 0,2 2-756,6-8 0,3 2 0,0 2 756,-5 11 0,1 2 0,1-2-63,2-2 0,1-3 0,0 0 1,0 3 62,-1-1 0,0 2 0,0 2 0,2-6 0,-1-1-30,0 0 0,-1-5 0,-2 4-42,-3-3 1,-2 1 71,-1 11 0,0-1 0,-1-1 0,-1-2 0,-2-1 0,0 4 0,0 6 0,-2 1 1036,1-4 1,-1 2-1037,1-14 3010,-1 7-3010,-1-11 0,2 27 544,-1 0-544,1 12 338,-1-6-338,1 2 0,1 0 0,-3-2 0,1 3 0,-1-2 0,0 2-90,-1 2 90,-1 5 0,-17 2-90,-11 4 90,-7 3 0,-7 3 0,12-3 0,-4 1 0,-1 0 0,-1 0-265,-3 1 1,-1 0 0,-1 0 0,-2 0 264,6-1 0,-3 0 0,-1 1 0,1-1 0,1-1 0,3 1 0,0-1 0,4 0 0,0 0 0,-3-1 0,-3 1 0,-3 1 0,-1-1 0,2 0 0,3-1 0,-6 1 0,4-1 0,-4 0 0,8 0 0,-4 0 0,0 0 0,-1 0 0,1 0-18,3 0 0,0 0 0,0-1 0,0 1 0,0-1-5,-9 2 1,0-1-1,1 1 1,0-1-1,1 0 1,1 1-1,1-1 1,3 0-8,6-1 0,3 1 0,0-1 30,-2 0 0,0 1 0,3-1 0,-1 0 0,3-1-90,-14 2 90,12-2 0,1 1 0,-3-1 0,-3 0 0,0 0-90,12-1 90,5 0 1057,6 0-1147,4 0 90,2 1-90,2 1 90,2 4 0,0 10 0,1 6 0,-1 1 0,2 19 0,3-12 0,1 3 0,1 9 0,0 3-82,1-6 0,1 4 0,1-1 82,0-1 0,1-1 0,-1 0 0,0-4 0,-1 1 0,1-1 30,1 2 0,-1 0 0,0-4-30,-2-6 0,-1-2 0,3 14 0,0-2 0,1 8 45,1-13 0,1 3-45,0-3 0,0-1 45,1-2 0,0 0-45,0 1 0,-1-2 0,2 4 0,2 9 0,-6-17 336,2 16-336,-2-16 0,1 13 0,-2-14 0,-3 1 0,2 8 90,-5-5-90,1 6 0,-1 7 0,-1-6 0,2-8 0,-1 2 90,0-10-90,-2 10 0,1-4 0,-1 5 0,-1-6-90,3 2-900,-2-5 990,6-4 0,3-9 0,6-3 0</inkml:trace>
  <inkml:trace contextRef="#ctx0" brushRef="#br0" timeOffset="510916">6225 15883 10681,'19'-1'1259,"25"0"-1169,-3 2 0,7 0 0,-5-1 0,3-1 0,-3 0-530,0 1 0,-1-2 500,-3 1 0,2 0 0,-5-1 127,-10 1 0,-1-1-412,8 1 1,0-2-980,6-1-2073,-14-1 3264,-27-1 0,-16 2 0,-12-1 1</inkml:trace>
  <inkml:trace contextRef="#ctx0" brushRef="#br0" timeOffset="511266">6370 15840 9602,'-11'-6'899,"0"2"-539,-9 8 359,-1 26-539,1-6 0,11 5 0,3 7 90,4 3 0,3 3 0,0-1-1330,0 2 0,0 4 1186,1-8 0,0 7 0,1 3 0,-1-3 0,1-5-66,-1-5 0,-1-4 0,1 5 29,0 1 1,0 6 0,1 4 0,-1 1 0,0 0 0,0-3-439,0 2 1,0 0 0,-1-1 0,0 0-1,1 0 367,-1 0 0,1 1 0,0-1 0,0 1 0,0 3 46,1-9 0,-1 3 1,0 1-1,1 0 0,0 0 1,0-2-1,1-2-325,1 5 1,1-2-1,-1-1 1,1-1 0,0 0 278,-2 0 0,0-1 0,0 0 0,1 1 0,0 2-98,2 0 0,1 2 0,1 2 0,-1-1 0,1-2 0,-2-3 125,1 1 0,-1-4 0,0 0 0,0 4-122,1 0 1,1 3 0,0 3 0,0 0 0,0-3 0,-2-4 76,1-1 0,-2-4 0,1-1 0,-1 0 0,3 12 0,-1 0 0,-1-10 0,-1 1 0</inkml:trace>
  <inkml:trace contextRef="#ctx0" brushRef="#br0" timeOffset="514499">6773 16144 10321,'-15'-1'180,"1"1"-90,-3 1 90,-4 5-90,-15 14-45,14-1 0,1 3-45,-1 3 0,3 2 45,2 8 0,4 0-45,2 8 90,15 3 0,33-13-90,6-11 89,-1-11 1,5-6 90,-6-9 0,0-6-212,-4 2 0,-1-4 256,6-10 1,-5-6 0,-18 3 0,-3-1-180,4 1 0,-5-2 180,-14-12 0,-14 1-45,-20 5 0,-10 5-90,9 5 0,-2 1 0,-2 3-270,-4 3 0,-2 2 0,1 6-913,-1 7 1,1 5 0,4 1-238,5 2 0,5 2 1330,-1 3 0,6 3 0,7 7 0,4 1 0</inkml:trace>
  <inkml:trace contextRef="#ctx0" brushRef="#br0" timeOffset="517249">7755 15934 11131,'-10'-2'90,"1"-4"179,22-3-134,11-2 0,5 1-135,18-4 45,-4 3 0,4 1 15,-13 5 0,0 0 0,0 2-15,9-1 0,0 2-15,-5 1 0,1 2 0,-7 4-30,5 18 0,-20 3 45,-30 2 0,-12 1-45,-2-1 0,-3 0 0,1 0 0,0 2 0,2-3 0,-2 2 0,4-3 0,8-4 0,2 0 0,-7 4 0,4 0 0,10 9 0,22-17 0,1-1 90,30-4-90,3-12-45,-23 1 0,1-2-495,18-3 1,2-3-1100,-13 1 1,-1-1 1276,5 0 0,-1-1 0,-4-1 1,-3 1-1,8-5 0</inkml:trace>
  <inkml:trace contextRef="#ctx0" brushRef="#br0" timeOffset="517766">9255 15985 9871,'-8'-9'630,"-17"5"-540,9 4 90,-23 8-45,9 8 0,0 5-90,2-1 0,1 4 0,-8 12 0,6 3 0,17-8 0,5-2-45,7 18 89,22-24 1,7-4-90,13-4-1093,-5-8 1,8-2 0,-5-2 1079,-9-2 1,-1-2 12,7-2 0,3-2 0,-2-4-879,6-13 1,-4-3 878,-10 9 0,-2-2 0,11-11 0,-10-5 90,-27 1 0,-11 0-45,-11-2 0,-5 2-246,1-2 1,-5 3 200,-8 11 0,-7 3 0,3 5 45,5 4 0,-1 3-105,3 1 0,-3 0 0,1 3-362,-7 6 0,5 3 422,-9 7 0,6 8 0,35-3 0</inkml:trace>
  <inkml:trace contextRef="#ctx0" brushRef="#br0" timeOffset="518316">10646 15922 10231,'-39'-16'630,"3"1"89,16 9-449,7 0 0,-5-1 0,12 4-90,19-3 0,27 0-180,0 1 45,-6 3 0,1 0 0,0 4 0,-2 0-45,16 1 45,-11 2 0,-6 6 45,-20 21-90,-4-3 0,-20-2 0,-7-1 0,-12 4-114,-6 0 1,-3 3 158,7-5 0,0 0-45,0-1 0,1 0 0,0 6 0,7-3 0,15-6 0,5 12 0,36-18 0,-6-12 0,3-2 0,-4-1 0,2-1-45,20-3 0,4-3-495,-2-3 1,1-3 220,-8 2 1,3-1-1,-3 0 1,-6 1 0,-1-1-1,-1 0 1,7-4 0,-1 0-1</inkml:trace>
  <inkml:trace contextRef="#ctx0" brushRef="#br0" timeOffset="518516">11754 16086 11221,'2'3'0,"-2"2"0</inkml:trace>
  <inkml:trace contextRef="#ctx0" brushRef="#br0" timeOffset="521099">8021 16999 8522,'10'-7'1259,"-2"-1"-179,-5 3-990,-10 9-90,-1 3 90,-14 28 0,11 5-90,2 2 45,10-15 0,6 1 45,19 13-90,-2-1 44,1-17 1,5-4-45,-1-8 0,3-4 45,13 0 0,2-4-45,0-4 0,-2-8 0,-2-9 0,-5-4 0,-15 7 0,-5-3 0,-6-10 0,-9-2 45,-23-5 0,-9 2-45,7 6 0,-3 2 0,-4 3 0,-3 0 0,0 7-225,-3 10 1,2 5 89,5 0 0,1 4-1035,1 8 1,6 3 1169,8 5 0,5 10 0,15-5 0</inkml:trace>
  <inkml:trace contextRef="#ctx0" brushRef="#br0" timeOffset="521633">9327 16962 9062,'-16'-4'1079,"2"2"-179,3 0-900,33 1 135,12 1 0,7 1-91,4 1 1,3 3-15,-5 1 0,3 2 0,-7 2 15,-1 4 0,-12 6-45,-22 22 0,-14 3 45,-5-15 0,-8 0-708,-9 3 1,-6 2 0,4-5 662,8-11 0,2-1-248,-9 7 1,6-2 247,14-10 90,5 12-90,27-13 45,5-4 0,4-1-180,6-3 0,5-3-285,-4 0 0,2-2 1,-2-1 126,-1 1 1,-1-2 292,8-1 0,-3-1 0,-2-2 0,10-2 0</inkml:trace>
  <inkml:trace contextRef="#ctx0" brushRef="#br0" timeOffset="522221">10896 17045 9961,'-11'-25'1619,"-1"6"-1349,-8 2 0,-19 20-270,12 3 90,-3 10 0,-1 6-45,9 1 0,3 1-45,-2-2 0,3 1 45,1 9 0,8 1 45,19 12-90,0-2 45,15-14 0,8-5 0,-4-12 0,1-2-45,3 4 0,1-2 45,9-6 0,2-7-45,1-6 0,0-6 0,-12 2 0,0-1 0,-1-4 0,-1-5 0,-1-3 0,-8-4 0,-8-16 0,-11-1-228,-4 9 1,-8 2 227,-12 4 0,-8 1 0,2 5-332,5 8 0,0 3 287,-18-11 0,-4 4 0,3 12 0,1 5-45,9-1 0,0 2-225,-16 4 1,-1 6 314,4 10 0,2 3 0,6-5 0,1 1 0,-7 7 0,0 1 0</inkml:trace>
  <inkml:trace contextRef="#ctx0" brushRef="#br0" timeOffset="524283">8074 17953 10321,'-12'-6'180,"10"-5"-90,12 5 0,25-3-90,-10 6 0,3 2 0,3 2 45,0 2 0,1 1-45,6 2 0,0 0 0,-5-1 0,-1 1 45,-3 2 0,-5 1-45,-9 8 90,-22 21-45,-17-12 0,-7-1-45,6-4 0,0-1 0,-13 5 0,3 0 90,3 7-90,10 1 0,9-3 90,38-4-90,10-16 0,8-4 30,-3-1 0,4-1 0,1 0-850,-7-2 1,1 0 0,0-1 0,-2 0 510,5-1 1,-1-1 0,-1 0-382,0-1 1,-1 0-1,-5-1 511,15-3 0,-16 2 0,-1-1 0,7-5 1</inkml:trace>
  <inkml:trace contextRef="#ctx0" brushRef="#br0" timeOffset="524816">9738 18101 8972,'-1'-15'809,"-2"3"361,-15-4-900,-7 13-91,-14 4 1,-4 19-180,16-2 90,2 16 90,38 1-135,6-14 0,6-3-45,10 0 0,6-4-60,0-8 0,4-4 0,-3-2-97,2-1 1,-2-4 126,-6 1 0,0-3 0,-3-3-60,-1-10 0,-5-2 90,9-8-45,-20 1 0,-11-4 75,-20 4 0,-13-2 0,-2 3-30,2 4 0,-2 1 0,-3 0-80,0 1 1,-5-1 0,1 2-1,1 6-160,0 5 0,2 5 1,2 4-1380,-5 4 0,7 6 1619,7 10 0,33 7 0,10-7 0</inkml:trace>
  <inkml:trace contextRef="#ctx0" brushRef="#br0" timeOffset="525299">10918 17843 9602,'-4'-13'719,"15"-1"-179,30-1-405,-12 8 0,1 1-90,-3 0 0,0 2 44,8 0 1,0 2 0,-7 3 0,0 2-45,0 1 0,-2 4 135,5 29-180,-39-10 0,-11 3 30,-2-2 0,-4 1 0,-1-2-30,-5 4 0,-1-2 45,-6 4 0,4-2 45,12 5-90,9-11 0,29 3-45,13-23 0,9-6-45,-5 0 0,3-1 0,1-1-730,-1-2 1,3-1 0,-1 0 0,-2-1 241,-2 0 0,-1 0 0,-1 0-726,20-7 0,-9 0 1232,-17 3 0,5-8 1,-11 4-1</inkml:trace>
  <inkml:trace contextRef="#ctx0" brushRef="#br0" timeOffset="527766">11962 15839 9152,'2'-12'-180,"-1"3"270,-12-5-90,-10 15 90,-3 8 0,-1 5 0,-9 9-45,7 3 0,2 4 45,9 8 0,4 2-46,2-4 1,4 1-15,5-3 0,2 2 0,5-4 15,14 0 0,6-4 0,5-3 0,5-7 15,-1-10 0,3-5 0,1-4 60,1-5 0,1-6 0,-2-1-60,0-2 0,-1-2 0,-4-6 30,-2-7 0,-4-5 0,-8-1-494,-12-13 0,-10 1 449,0 4 0,-7 3-45,-9 11 0,-8 2 0,-1 4 45,-7 5 0,-5 6-255,5 3 0,-4 2 0,2 4-450,1 6 1,1 4-1,2 3-490,-6 3 0,5 3 1150,8 2 0,6 2 0,4 8 0,2 2 0</inkml:trace>
  <inkml:trace contextRef="#ctx0" brushRef="#br0" timeOffset="528016">13087 15969 9691,'3'-6'0,"-1"1"0</inkml:trace>
  <inkml:trace contextRef="#ctx0" brushRef="#br0" timeOffset="529483">7015 17019 8342,'-17'-9'360,"-2"0"-180,-8 11-90,-3 6 45,4 2 0,1 2-135,-9 8 135,5 6 0,2 4-90,12-7 0,3 1-1,-6 16 1,5 1 45,7 6-90,11-20 0,7-2 90,11-5 0,3-4-90,9 10 45,-2-10 0,5-3 0,5-9 0,1-5-45,-3-1 0,2-3 0,-3-2 0,2-2 0,-9-9 45,-10-25 0,-10-6-45,2 18 0,-8 0-30,-18-6 0,-13-3 0,-3 6 30,-13 8 0,-4 7-240,7 4 1,-3 1-1,0 5-120,-3 3 0,0 4 1,1 5 103,7 5 0,2 4 1,1 2-1,-5 5 0,5 3 1,9 2-1,1 0 1</inkml:trace>
  <inkml:trace contextRef="#ctx0" brushRef="#br0" timeOffset="530217">7197 18224 8432,'-9'-21'450,"2"7"90,-6-6 179,-6 6-359,-12-2-180,4 5 90,-20 12-90,5 15-90,1-1-45,18 5 0,6 5 134,17 24-89,18-19 0,11 2 0,2-2-60,0-6 0,1-3 0,3-1-261,3 3 1,3-1 0,-1-4 260,0-8 0,-1-4 0,-1-4-30,2-3 0,0-5 0,-1-5 0,3-5 0,-4-1-45,1-1 0,-8-6-37,-14-12 0,-8-8 1,-10 4 36,-20 0 0,-11 3 0,8 9 0,-4-1 0,-2 1 0,0 5-285,-6 4 0,0 6 0,0 2-615,-13-2 1,3 7 944,15 9 0,5 5 0,4 12 0,13 1 0</inkml:trace>
  <inkml:trace contextRef="#ctx0" brushRef="#br0" timeOffset="530999">12464 17018 9152,'-30'-23'180,"-6"2"0,4 5-1,-14 6-134,17 13 0,-1 3-45,-1 5 0,0 3 45,2-2 0,3 4 0,-2 25 0,8 1-45,13-9 45,13 12 0,11-2 0,6-27 0,6-7-15,3 2 0,4-2 0,0-4 0,-2-4 0,-1-4 0,0-5 0,5-8 0,0-6 0,-4 0-30,-1-3 0,-8-4 30,-11-3 0,-5-5 0,-8 5-30,-15 2 0,-8 4-45,-9-1 0,-6 9-225,4 16 0,-4 9 1,3 1-438,-3 3 0,2 6 707,0 8 0,-1 7 0,7-1 0,10-5 0,3 0 0,-9 15 0,0 1 0</inkml:trace>
  <inkml:trace contextRef="#ctx0" brushRef="#br0" timeOffset="531466">12178 18139 8432,'-4'-23'180,"14"-19"360,6-3-1,-5 15 1,-2 1 180,-2-6-271,-24 15-89,-18 27-90,-5 18-135,23-4 0,4 3-135,2 7 135,42 1 0,17-5-180,-11-18 0,5-5-202,1 2 1,7 0-1,3-3 0,-6-3 217,0-7 0,-4-4 1,0-4 6,-5-1 1,0-2-1,-3-2 1,-7-3-123,-1-19 0,-17-5 115,-21 8 0,-13 0 0,-1 3 30,-2-1 0,-10 7-162,-1 16 0,-10 4 0,-4 3 0,2 4 1,6 4-932,6 6 1,4 5 0,-2-1 708,-6-2 1,-5-2 0,1 2 0,8 3-1,0 13 1,7 1 0,-4 4 0</inkml:trace>
  <inkml:trace contextRef="#ctx0" brushRef="#br0" timeOffset="532450">7505 18873 9152,'-3'-9'0,"-4"-2"360,-1 2 269,-3-1 1,-7-1-450,1 3 0,-10 3-90,1 15 89,3 13-134,17 5 0,5 3-45,5-2 0,3-1 0,2 1 0,4-2 0,14 7 0</inkml:trace>
  <inkml:trace contextRef="#ctx0" brushRef="#br0" timeOffset="532666">8084 19039 11850,'-8'-35'-23,"0"0"1,1 1 0,0 1-1,-3 2 23,-5 1 0,-6 0 0,-3 4-45,-16 0 0,-2 7-45,12 3 0,-2 3-420,-5 5 1,-4 4-1,5 5 510,10 8 0,3 3 0,-8 2 0,4 2 0,2 15 0</inkml:trace>
  <inkml:trace contextRef="#ctx0" brushRef="#br0" timeOffset="533266">8906 18768 8612,'-31'-9'-630,"4"2"630,2 0 90,2 3 0,9 2 270,-9 0-90,6 1 90,-14-1-180,-5 3-90,-10 11-90,9 2 0,25 10 0,7 4 90,5 0-90,9 1 0,8 2 0,14-3 0,5-3 0,-8-4 0,2-1 0,9 3 0,-2-4 0,5-7 0</inkml:trace>
  <inkml:trace contextRef="#ctx0" brushRef="#br0" timeOffset="533450">9107 19046 9691,'35'-29'30,"1"1"0,-15-7 0,-11-4-30,-11-4 0,-9 1-326,-3 7 1,-8 2 325,-4 9 0,-6 2 0,3 4 122,-10-3-122,-2 4 0,-3 3-126,13 11 1,2 3-730,-5 1 1,1 3 854,6 3 0,4 2 0,1 15 0,17-1 0</inkml:trace>
  <inkml:trace contextRef="#ctx0" brushRef="#br0" timeOffset="533983">10234 18767 8342,'-23'-5'720,"3"0"-450,-10 5-90,0 8-91,5 3 1,-1 4-45,5 1 0,1 4 45,-1 8 0,4 3-45,9-6 0,6 1 0,8 3 0,8-3 0,7-10 0,4-5 0,13-6 0,2-7-45,-3-6 0,0-7 45,1-11 0,-8-7-45,-15-6 0,-11-4 0,-10 11 0,-6 0 0,-3 2-45,-10-11 0,-6 5 45,-10 7 0,-1 9-225,14 13 0,3 6-2113,-12 21 2338,24-2 0,22 15 0,11-12 0</inkml:trace>
  <inkml:trace contextRef="#ctx0" brushRef="#br0" timeOffset="534450">11475 18751 8612,'-38'-18'810,"10"6"-451,-7 5 1,-5 11-180,4 12 0,2 5-90,12 1 0,5 4-45,-1 8 0,12 2 45,25-3 0,12-5-45,6-6 0,6-9-23,-6-11 1,5-6-1,0-3 1,-5-2-23,-3-2 0,-3-4 0,-2-3 0,7-10 0,-1-6 0,-15 1 0,-20-5 0,-11 2-45,-3 6 0,-5 3 45,-5 6 0,-3 7-630,-15 7-1619,-1 7 2249,11 13 0,23 7 0,12-1 0</inkml:trace>
  <inkml:trace contextRef="#ctx0" brushRef="#br0" timeOffset="534866">12447 18674 9512,'-19'-9'1439,"-8"0"-1169,-8 14-180,6-2-1,6 7 1,1 5 90,5 11-135,11-2 0,5 2 0,7-2 0,7-1 45,19 4 0,6-6-90,-4-8 0,3-7 45,13-6 0,-3-10-45,-17-4 0,-8-7-45,-9-14 0,-11-4 45,-14 6 0,-9 1-45,-9-5 0,-3 5-45,7 12 0,1 5-629,-16-3 719,26 16 0,5 1 0,3 2 0</inkml:trace>
  <inkml:trace contextRef="#ctx0" brushRef="#br0" timeOffset="535633">13530 15830 9512,'-10'-7'-360,"18"-1"270,41 0 90,-8 0 0,2 5 0,4 2 0,-11 1 0,-1 1 0,6 0 0,1 3 45,5 3 0,-2 9 45,-16 2 0,-2 6 0,-2 6 44,-4 3 1,-3 5 0,-1 3 0,-2 3-791,-3 0 1,-2 2-1,-2 2 1,0 3 0,-2 2 553,-2-9 1,-2 2-1,0 2 1,0 1-1,-1 1 1,-1 0-1,0 0 1,0-1 157,-1-1 0,0 0 0,-1 0 1,0 0-1,0 0 0,0 1 1,-1 0-1,1 2-16,0-7 1,0 0 0,-1 2 0,1 0 0,-1 0 0,1 1 0,-1 0 0,1 0 0,-1-1 0,1-1 0,0 0-12,0 5 1,0-1 0,0 0 0,0 0 0,0 0 0,1-1 0,-1 0 0,0 0 0,0 0 0,0 0 0,-1-1 0,1 1 0,0 0 0,-1-1 0,1 0 0,-1-1 0,1-1 0,-1-1-5,0 4 1,0 0 0,1-1 0,-1-1 0,0-2-1,0-2 1,0-2-179,-1 10 0,0-3 1,0-4-1,-2-3 1,-4 13-1,-1-11 1,0-13-1</inkml:trace>
  <inkml:trace contextRef="#ctx0" brushRef="#br0" timeOffset="537899">8177 15142 9781,'11'-10'-179,"0"-1"448,-5 2 91,-1 2-270,-30 7 0,-13 12-90,-9 2 45,10 5 0,2 3 45,2 8-90,11-4 0,8 2 90,28 14-45,12-18 0,8-3-45,0-3 0,0-3 0,-1-3 0,-2-1 0,-2-1 0,-5 0 0,-14 4 0,-21 14 90,-29-4-495,3-9 0,-1 0 405,8-4 0,2-2 0,-12 5 0,21-8 0</inkml:trace>
  <inkml:trace contextRef="#ctx0" brushRef="#br0" timeOffset="538118">8031 15081 9152,'10'-17'269,"11"4"1,6 2-180,-3 3 0,2 1-90,6-3 0,3 1-900,8 2 1,-1 2 899,7-1 0,-11 1 0,0 0 0,8 0 0</inkml:trace>
  <inkml:trace contextRef="#ctx0" brushRef="#br0" timeOffset="538383">8649 15077 9062,'-15'4'1169,"19"3"-809,23 4 0,8 0-315,-9-3 0,1 1 74,14 5 1,6 2 0,-2 1-280,-10-2 0,-2 0 1,0 1 9,3 1 0,0 0 0,-1 0-1110,9 9 1,-6-2 1259,-7-2 0,-13-7 0,-13-12 0</inkml:trace>
  <inkml:trace contextRef="#ctx0" brushRef="#br0" timeOffset="538552">9223 15237 9152,'-30'-35'270,"-4"9"-91,3 14 1,-2 3-180,-9 4 90,7 9 0,-3 7-30,8 6 0,0 6 0,1 0-285,-9 7 0,1 2-244,5-2 1,-1 2 0,6-3 0,8-2 0,6-3 0,-4 16 0</inkml:trace>
  <inkml:trace contextRef="#ctx0" brushRef="#br0" timeOffset="538983">9679 15063 9062,'20'-16'1349,"-7"5"-360,-3 1-719,-20 23-90,-23 17-45,6-4 0,-2 3-90,-2 3 0,3 2-45,6-6 0,6 0 0,2 12-270,45-11 180,-3-18 0,4-4 0,14 6 0,3-1 0,-4-1 0,-2-1 90,-5-4 0,-8 4-89,-7 15 89,-47-2 0,-6-2 0,-5-1-225,-1-3 0,-3-1 225,-5 1 0,3-3 0,1-1 0,15-6 0</inkml:trace>
  <inkml:trace contextRef="#ctx0" brushRef="#br0" timeOffset="539199">9585 15003 9152,'27'-10'0,"-7"3"90,23 0-495,-9 4 0,1-1-404,9-1 809,-5 1 0,-2 0 0,-3-1 0,7-1 0</inkml:trace>
  <inkml:trace contextRef="#ctx0" brushRef="#br0" timeOffset="541733">4829 8128 7892,'-14'-1'1170,"1"2"-720,4 1-91,0 0 181,1 1-540,15 1 90,18-3 0,5 0 0,8-1-60,2 0 0,4-2 0,1 1-228,1-1 0,-1 1 0,3 0 198,-7 0 0,3 0 0,-2-1 0,-3 1 0,8 0 0,-4 0 45,3 1 0,-6 0 45,-7 0 0,6 0 0,-9 1 90,-11-1-180,-47 1 0,-14 3 0,11-2 0,-5 0 0,-2 1 39,-5 0 1,-2 0-1,-2 0-39,4 1 0,-2-1 0,-1 1 0,0-1-269,-2 0 0,-1 0 0,1 0 0,0 0 246,5 0 1,0-1 0,1 1-1,1-1 23,-5 1 0,2-1 0,4 0-97,7-1 1,4 0 6,-14 0 90,59-1 0,17 0-30,-3-1 0,7 1 0,1-1 60,8 1 0,2-1 0,1 0-126,-6 0 0,0 0 1,1 0-1,1 0 96,1-1 0,1 1 0,0-1 0,-1 1 0,-4-1 0,-1 1 0,-1-1 0,-3 1 45,11-1 0,-5 0-90,-3 0 0,-10 0 1060,-21 1-1015,-28 0 0,-12 2 0,-5 0 0,5-1 0,-3 1-351,-11 1 1,-6 0 0,1 0 350,14 0 0,1 0 0,0 0 0,-3 0 0,-1-1 0,0 1 0,-2 0 0,0 0 0,5-1-45,3 1 0,3-1 45,-10 1 0,16-2 0,42-1 0,26-3 0,10 1 0,-7-1 30,-2 1 0,-2 0 0,5-1-121,-3 1 1,5 0-1,2 0 1,-1-1-1,-5 1 113,-4 0 1,-2 1 0,-3-1-1,-5 1-22,1-1 0,-4 1 0,7 0 0,-15-1 0,-44 0-90,-6 4-60,-2-1 0,-7 1 1,2 0-1021,-4 2 1,3 0 1169,-1-1 0,2 1 0,8-1 0,5 1 0,6-1 0</inkml:trace>
  <inkml:trace contextRef="#ctx0" brushRef="#br0" timeOffset="542866">3619 8199 7892,'5'6'450,"15"-1"-180,26-6-225,-16 1 0,3-1 45,13-1 0,1-1-45,-6 1 0,-2 0 135,-2-1 0,-2 0 359,13 0-449,-89 7-90,11-1 0,-7 0 18,-2 1 0,-8 0 0,-5 0 0,1 0 0,4 0-254,4 0 0,3-1 0,0 0 0,-2 0 236,-3 0 0,-2 1 0,-1-1 0,4 1 0,6-1 45,-10 0 0,14 0-135,19 3 135,46-4 0,22-2-45,-11 0 0,3 0 0,3 0-302,-4-1 0,3 1 1,-1-1-1,-1 0 332,4 0 0,-1 0 0,-4 0-30,8 0 0,-5 0 0,-10 0 0,-5 0 0,-8 0 0,6-1 822,-47 1-822,7 0 0,-17 2 0,-5 0 0,6 0 0,1 0 0,0 0 0,-1 0 664,-6 0 1,2 1-575,0 0-90,44-2 0,-2 0 30,14-2 0,12 0 0,-2-1-30,3-1 0,-2 0 0,1 0 0,1 0 0,0-1 0,-6 0 0,-14 1 0,-29-1 0,-19 5 0,-10 3-405,-9-1 1,-1 1 404,2 3 0,4 0 0,14-3 0,6 1 0,7 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1:49.54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7192 10761 6633,'-31'-7'3058,"7"1"-2878,31 5 270,10 0-135,25 1 0,7 1-270,-19 0 0,4 0 32,-1 0 0,7 2 0,7-1 0,3 1 0,1 0 0,-2 1 0,-3-1-624,0 0 1,-3 1 0,0-1 0,1 1 0,2 0 0,3 0 493,-6 0 1,3 0-1,2 0 1,2 0 0,0 0-1,1 0 1,-1 0-1,-1 0 1,-3 0 0,-2 0 52,9 1 0,-3-1 0,-3 1 0,0-1 0,2 1 0,3-1-68,-8 1 0,3-1 0,2 0 1,1 1-1,0-1 0,-1 1 0,-1-1 1,-3 0-1,-3 0 229,8 1 1,-4 0 0,-3-1 0,0 0 0,2 1-126,6-1 0,1 1 0,-1 0 0,-1 0 0,-5-1 294,8 0 0,-5 0 0,-14-2-510,-16-1-540,10 0-1079,-22 4 1799,-4 8 0,-4 3 0,-6 5 0</inkml:trace>
  <inkml:trace contextRef="#ctx0" brushRef="#br0" timeOffset="786">7555 11145 9422,'-2'-13'269,"1"2"901,-2-4-361,12 9-629,-1-2 135,26 18 0,8 10-225,-19-10 0,2 3 0,5 2 0,6 4 0,2 1 0,-2 0-989,5 3 1,0 0-1,2 1 935,-9-4 0,2 1 0,2 0 0,-1 1 0,-2-1-14,3 0 1,-2 0 0,1 1-1,5 3-250,-9-5 0,4 2 0,2 3 1,2 0-1,1 1 0,-1 0 1,-1-1-1,-3-1 0,-3-3 246,3 2 0,-4-2 0,-2-1 0,3 1 0,5 4-2,-7-4 0,3 2 1,4 2-1,1 1 1,2 2-1,0 0 0,0 0 1,0 0-1,-2-2 1,-1 0-1,-3-3-126,4 4 1,-1-1 0,-2-2-1,-1 0 1,0 0 0,1 1-1,0 0 121,0 0 0,0 0 1,1 0-1,-1 1 0,1 0 1,0 0-1,0 0 0,-1 0-11,1 0 0,0 0 0,1 1 0,-1-1 0,0 0 0,-2 0 0,0-2 0,-3 0 18,7 4 0,-3-2 0,-2 0 0,1 0 0,1 1-240,-1 0 1,2 1 0,0 1 0,-1 0-1,-2-3 1,-4-2 251,4 3 0,-5-3 0,1 0 155,6 6 1,1 2 0,-8-7-186,-1-1 1604,3 6-1604,-8-10 1033,-13-10-1033,8 6 3000,-11-10-3090,7 5 1455,-9-7-4642,0 1 0,-9-8 3049,2-1 0,-7-7 0,2 0 0</inkml:trace>
  <inkml:trace contextRef="#ctx0" brushRef="#br0" timeOffset="1318">10691 12825 9152,'-6'-13'180,"0"-3"269,4 9 991,1-2-1081,7 12-179,-3 1 270,11 25-270,-5-7 0,0 3-90,7 14 0,2 3-60,-2-7 0,1 1 0,0 1-30,-1-3 0,1 1 0,0-1 0,0-1-60,1 2 0,0-2 0,0 0 0,2 3 0,0 0 0,-3-6-30,-2-5 0,-1-4 90,7 13 90,-36-30 0,-2-7-90,-10-5 0,-3 1-180,3 4 0,0 2-270,-21 0 450,9 8 0,3 2 0,0 4 0,6-1 0,1-1 0</inkml:trace>
  <inkml:trace contextRef="#ctx0" brushRef="#br0" timeOffset="2653">12959 13149 9512,'-19'-43'-450,"-2"6"548,4 15 0,-3 1 49,-1 4 1,-3 0 1,-11-2 1,-1 1 8,7 5 0,-4 1-978,-3 3 1,-7 1 0,-1 2 0,6 1 161,-2 0 0,-3 4 786,6 4 0,-8 3 1,-4 2-1,-1 1 0,2 2 1,7 2 108,3 4 0,5 1 0,0 3 0,-3 2-184,0-2 0,-3 1 0,-1 2 1,-1 2-1,3 2 0,4 5 3,5 2 0,2 4 0,2 4 0,2 1 0,1 0 0,1-2 0,1-2-43,-1-2 0,1-2 1,2-1-1,1 2 1,1 5-219,2 0 0,1 6 0,-1 2 0,2 3 1,1-1-1,1 0 0,3-4 0,1-4 211,3 0 1,2-4 0,3-2-1,0 2 1,2 3-18,-1 1 1,2 3 0,0 2-1,1 0 1,1 1 0,2-2-1,0-2 192,3-1 1,2 0 0,1-2 0,0-1-1,1-1 1,0-1-190,-1 2 0,-1-1 1,1-1-1,2-1 0,4 1 61,3 0 1,3 1 0,3 0 0,1-1 0,2-4 0,-1-5 161,2-6 0,1-5 0,1-3 0,-1 0 0,0 3-10,-1 3 0,-1 3 0,0-1 0,1-2 0,1-5 242,11-2 0,3-4 0,-1-5 0,-1-5 149,-7-6 1,-1-4 0,-1-2 0,-2 2 240,1 1 0,-1 1 1,3-5-483,-1-4 1,5-5 0,2-2 0,0-2 0,-2-2 0,-7 2 58,0-5 1,-6-1-1,-2-1 1,4-4-250,-1 2 0,4-3 0,1-2 0,-2-1 0,-1 0 0,-5 1-226,-4 0 1,-2 0-1,-3 0 1,-2-2-1,-1-1-229,-3 1 1,0-2-1,-3-2 1,0 0-1,-2 2 1,0 3-92,-1-2 1,-1 3 0,-2-1 0,-2-5 54,-3 2 1,-1-6-1,-2-2 1,0-2 0,-2 1-1,-1 2 1,1 5-168,-1 2 0,-1 4 0,-1 2 1,-1-2-1,-2-5 255,0 4 1,-1-4 0,-2-3-1,-1-2 1,0-1 0,-2 1 0,1 2-1,0 2 1,0 4-99,-5-9 0,-1 5 0,0 2 0,-1 0 1,-1-1 136,3 3 1,0 0 0,-1 0 0,0 0 0,-2 2 0,-3 1 84,-2 1 0,-5 1 1,0 1-1,-1 2 0,2 2 1,4 3-4,-3-2 1,2 5-1,-4-2 57,3 3 1,-4-3-1,-3-1 1,-1 2-1,2 3 1,3 7 54,-8 5 0,3 7 0,-1 2-177,-5-3 1,-1 3 0,0 10-475,13 10 1,-1 8-1,1 5 1,2 0 0,4-2-112,0 1 1,3-1-1,1 4 767,-1 6 0,-2 4 0,2 1 0,5-3 0,7-3 0,3-3 0,1 2 0,-1 2 0,-1 1 0,1-1 0</inkml:trace>
  <inkml:trace contextRef="#ctx0" brushRef="#br0" timeOffset="3312">12284 16241 9871,'-14'-23'720,"1"0"-90,4 5-361,3 3 1,2 7-90,1 31-90,0-2-90,-1 25 45,3-21 0,1 3-45,-1 16 0,0 3-405,2 1 1,1 0-496,-1-11 1,0 0-1,1-3-123,0-2 1,1-5 1022,1 8 0,-1-22 0,0-2 0</inkml:trace>
  <inkml:trace contextRef="#ctx0" brushRef="#br0" timeOffset="3811">12062 16303 9422,'1'-12'719,"11"0"-449,22 2-90,7 1-45,-6 5 0,0 1-135,5 1-45,-1 2 0,-1 4 45,-9 5-90,11 21 90,-31-10 0,-21 12 0,-10 3-333,2-11 0,-1-1 378,-9 11 0,1 0-45,7-7 0,4 0 0,4 16 72,17 0-162,18-10 1,4-1-1,-9-8 0,1-2 90,7 4 0,-5-1 90,-15 14 90,-18-16-91,-8-1 1,-3-1 0,-7 4-135,-2-4 0,2-2 279,9-4-504,-10 5-2968,24-12 3238,10-3 0,8-3 0,10-3 0</inkml:trace>
  <inkml:trace contextRef="#ctx0" brushRef="#br0" timeOffset="4353">12656 16575 9242,'-11'-28'2248,"4"2"-1888,3 6 720,3-2-541,2 16-269,8 4 0,10 32-180,3 14-45,-6-1 0,-3 3-90,-3-7 0,-3 1 0,1-1 0,-2 1-1409,-1 6 0,-3-3 1364,0 5-456,0-16 1,-1-1 365,-2-5 180,-5-40-45,5-20 0,3-7 45,-4 8 0,1-4 22,3-1 1,2-6 0,1 0-1,-1 6-22,1 4 0,0 1 0,0-2 0,2-3 0,1 9 0,6 4 90,18 32-90,1 23-221,-10-1 0,3 6 0,-3-2 221,-2-5 0,0 2 164,6 10 0,4 6 0,-6-9-344,3-1-360,-4-6 1,-1-12-2738,-6-36 2961,-4-3 0,-7-3 0,-3-3 0,-1-12 0</inkml:trace>
  <inkml:trace contextRef="#ctx0" brushRef="#br0" timeOffset="4536">13237 16290 10231,'-6'-5'1799,"-2"11"-1529,-3 21 224,0 9 1,2 7-285,5-8 0,1 3 0,1-1-300,-2 1 0,-1-1 0,3 2-450,1 10 1,3 3-1,4-5 540,7 1 0,2-4 0,-3-3 0,1-3 0,7-9 0,-1 1 0</inkml:trace>
  <inkml:trace contextRef="#ctx0" brushRef="#br0" timeOffset="5136">13392 16266 10231,'-22'-23'-120,"1"0"0,-7-5 0,-5 0 255,7 6 0,-4-1 0,-2 0 0,-3 1-198,-3 2 1,-4 0-1,-2 1 1,1 0 0,2 2 107,0-1 0,4 1 0,-2 1 0,-5 1-182,5 4 1,-5 0 0,-3 1-1,0 1 1,-1 2 0,2 1 0,4 2 225,-1 2 1,2 2 0,2 2 0,-1 2 0,-3 0-52,3 0 1,-3 0-1,-1 1 1,-1 1 0,1 0-1,1 3 1,3 0-21,-5 4 0,2 1 0,1 2 0,2 4 0,2 4 27,2 5 0,2 5 0,0 3 0,3 3 0,3 1 0,5-1-9,3 5 0,4 1 0,4 1 0,3 2 0,1 2-11,3-6 1,1 3 0,1 1-1,2 1 1,3 0 0,1-2 0,2-2-11,2 0 0,2-1 0,2-2 0,3-1 0,3 1 0,3 0-271,0-6 0,5 2 1,1 0-1,3 0 0,1-2 1,1-1-1,-1-2 0,-2-2 274,8 5 0,-1-4 0,0-3 0,3 0 0,3 0-70,-5-7 0,2 1 0,3 0 1,2 0-1,0-2 0,-1-1 0,0-3 1,-3-3 51,8 1 0,-2-3 0,0-4 0,2-3 0,3-1-75,-7-4 1,4-1 0,2-2-1,1-2 1,0-1 0,-2 0 0,-2-1-1,-5 0 75,2 0 0,-4 0 0,-2-1 0,1-3 0,3-5-102,-4-1 0,3-3 0,2-4 0,1-2 1,1-1-1,-3 0 0,-2 0 0,-4 1 1,-5 3 101,9-12 0,-8 1 0,3-6-13,-9 10 0,4-3 0,1-3 0,0-1 0,-2-2 0,-4-1 1,-4 1 155,-5-5 1,-5-2 0,-4-1 0,-1 1-1,-1 0 1,1 3-167,4-7 1,1 4 0,-3-1-1,-6-5-137,-3 10 0,-3-4 0,-3-2 0,-1-2 0,-2 0 0,-1 3 0,-1 4 0,0 5 160,-5-3 0,0 7 0,-4 2 0,-5-4-12,2 4 1,-5-3 0,-2-2 0,-3 0 0,-2 0 0,-1 2-1,0 3 1,0 4-10,-1 3 0,0 4 0,-2 2 1,0 2-1,-2 2 0,-1 0 0,-3-1-24,4 3 0,-4-1 0,-1 2 0,-2-1 0,-1 2 0,0 0 0,1 0 0,0 2 0,3 1 1,2 1 99,-3 0 1,2 1 0,2 1 0,0 1 0,1 1 0,-1 2 0,0 1-108,-1 1 1,-2 1 0,0 0-1,0 3 1,2 1 0,3 4 0,3 3-605,-4 9 1,3 6-1,3 3 1,3 0 0,3-3 451,-2 0 0,5-2 0,-1 5 1,1 1-1,-3 5 0,1 2 0,3 0 1,7-4-1,11-1 0,0 1 0,1-1 1</inkml:trace>
  <inkml:trace contextRef="#ctx0" brushRef="#br0" timeOffset="7474">14769 8756 9691,'-17'-5'-539,"2"0"629,1 0 719,-7-6-449,13 6 360,-8-4-2147,41 7 1,14 2 1606,5-1-120,-14 1 0,11 1 0,7-1 0,7 1 0,2 0 0,1 0 0,-2 0 0,-5-1 0,-7 1-496,0 0 0,-7-1 1,-1 1-1,4 0 1,9-1 444,-15 1 1,3-1 0,4 0 0,3 1 0,3-1 0,2 1 0,2-1 0,1 1 0,2 0 0,0-1 0,0 1 0,0-1 0,0 0 0,-1 1 0,-2-1 0,-1 1 0,-2-1 0,-3 0-122,8 1 1,-1-1-1,-1 0 1,-2 0 0,0 0-1,-1 0 1,0 0 0,0 1-1,0-1 1,1 0 0,0 0-1,1 0 112,-2 0 0,2 0 0,-1 0 0,1 1 0,0-1 0,1 0 0,-1 0 0,0 0 0,0 1 0,-1-1 0,1 0 0,-1 0 0,-1 0-12,2 0 1,1 0 0,2 0-1,0 0 1,0 0 0,-1 0-1,-1 0 1,-3 0 0,-3 0 0,-4 0-1,-4 0 1,-5-1 41,11 0 0,-10 0 0,2 1 164,12-2 0,7-1 0,-9 2 0,-25 4-3471,-52 14 2799,12-5 0,-10 4 0,-2 2 0,-1 5 0</inkml:trace>
  <inkml:trace contextRef="#ctx0" brushRef="#br0" timeOffset="7991">14145 10067 9961,'-27'-10'180,"-3"-2"180,3 2 450,2 0-4087,59 2 2490,-4 5 0,7 1 876,-3 1 1,5-1 0,5 1 0,1 0 0,1 0-96,-7 1 0,1-1 1,0 1-1,2 0 0,2 0 1,3 0-1,3 0 30,-11 0 0,4 1 0,2-1 0,2 1 0,2 0 0,1 0 0,2 0 0,-1-1 0,1 1 0,0 0 0,-2 0 0,0 0 0,-2 0 0,-2 0 0,-3 0-67,10-1 1,-4 1-1,-2 0 1,-1-1-1,-1 1 1,1 0-1,3 0 1,2 0-1,4 0 52,-14 0 1,3 0-1,1 0 1,3 1-1,2-1 1,1 1-1,1-1 1,0 1-1,1-1 1,0 1-1,0 0 1,-1 0-1,-1-1 1,-1 1-1,-2 0 1,-2-1-1,-2 1 1,-2 0-1,-4-1 2,13 1 0,-4 0 0,-4 0 1,-2 0-1,-1 0 0,1 0 1,2 0-1,3 0-3,-1 0 0,2 0 0,2 1 0,1-1 1,1 0-1,0 1 0,0-1 0,-1 0 1,-2 1-1,-2-1 0,-2 0 43,6 1 0,0-1 1,-3 0-1,-1 1 1,-3-1-1,-1 0 1,-2 0-30,8 1 1,-5-1-1,-1 0 1,1 0 89,4 0 0,2 0 1,-5-1-1,-11 1-1551,-6-1 2601,4 4-3411,-35 4 2249,-18 14 0,-4-1 0,-11 9 0</inkml:trace>
  <inkml:trace contextRef="#ctx0" brushRef="#br0" timeOffset="8458">14997 11015 9747,'-47'-14'1709,"7"3"-1529,36 5 179,24 2 1,12 2-270,-6 0 0,5 1 45,4 0 0,10 0 0,5 1 0,3-1 0,-3 1 0,-7 0-707,-4 0 0,-5 0 1,2 1-1,6-1 622,-3 0 0,4 1 0,5-1 0,2 0 0,2 1 0,1-1 0,-1 1 0,-1 0 0,-4 0-207,-1 0 0,-1 0 1,-1 0-1,0 1 1,0 0-1,-1-1 1,1 1-1,0-1 168,2 1 0,-2-1 1,1 0-1,0 0 0,0 1 1,2-1-1,2 0 0,1 1-71,-5 0 0,4 0 0,2 0 0,1 0 1,2 0-1,0 0 0,-1 1 0,-1-1 1,-2 0-1,-2 0 0,-4 0 0,-5 0 78,12 0 0,-8-1 0,-3 1 0,2 0 0,6 0-161,-5-1 1,6 1 0,4 1-1,1-1 1,1 0 0,-3 0-1,-5 0 1,-5-1 0,-8 0 277,11-1 0,-7 0-328,16 0 1,-11 1-348,-33 0-1709,-23 5 990,-9 2-1924,-8 9 3183,7-3 0,-9 6 0,1-3 0</inkml:trace>
  <inkml:trace contextRef="#ctx0" brushRef="#br0" timeOffset="12167">11545 18172 9332,'-12'-7'-450,"4"1"720,3 0 269,18-10-3816,15 1 2753,1-3 1338,5 8-634,11 7-90,-10 4-90,-4 2 0,0 1 90,0 5-90,5 12 90,-24-5 90,-9 13 0,-17-6-180,-3 0 180,-10 0 0,10-8-90,3 5-90,9-7 0,27 7 0,5-6-45,-3-1 0,0 0 45,9 8 90,-3 7 90,-32 10-90,-16 1-45,-6-9 0,-5 0-225,9-9 0,-1 0-135,-3-1 0,7 0 1122,15 1-807,23-16 0,19-5 0,-15-4 0,0 0 0</inkml:trace>
  <inkml:trace contextRef="#ctx0" brushRef="#br0" timeOffset="12608">12135 18228 8882,'-16'-9'270,"3"-1"0,11 5 89,13-7-269,4 3 90,24-4 0,5 9-180,1 3 90,-19 7 0,-3 4-90,-2 9 90,-21 18 0,-12 5 0,-4-10 0,-6-1-60,4-2 0,-3 2 0,0-2-1636,-9 7 0,2-5 1696,1-2-279,10 10 279,30-28-180,28 3-90,6-10-225,-6-4 0,1 0-45,-13-1 1,0 0 13,8-1 1,-2-1 0,3 1 0,-1-2 0</inkml:trace>
  <inkml:trace contextRef="#ctx0" brushRef="#br0" timeOffset="12875">12558 18414 8972,'-2'-10'270,"-2"2"269,1-1-179,1 1 0,6-5-90,7 8 90,36 11-360,-16 3-90,14 10 0,0 3 0,-11-2-540,6 4 1,-2 0-2648,-9-3 2596,4 1 0,-18-12 0,-8-7 0</inkml:trace>
  <inkml:trace contextRef="#ctx0" brushRef="#br0" timeOffset="13076">12899 18321 8792,'-15'-12'1439,"-17"25"-1349,12 0 0,-8 21 0,2 3-270,6-6-405,-3 8 1,2 1-2693,9-12 2457,-3 9 1,12-21 0,3-8 0</inkml:trace>
  <inkml:trace contextRef="#ctx0" brushRef="#br0" timeOffset="13603">13218 18184 8612,'-13'-7'90,"-1"0"360,7 1-360,4-1 0,7-1 180,22-1-181,2 4 1,6 0 0,14 7 0,-14 3-90,12 5 0,-16 7 90,-16-2 90,-14 16 0,-10-7-90,-12 11 0,-2-5 90,3 1-180,6-4 0,13 9 0,6-18 0,15 26 0,-12-29 0,1 31 0,-12-30-90,-13 24-180,2-20-1079,-13 16 179,15-20 271,-2 4 899,13-15 0,2-3 0,0 0 0</inkml:trace>
  <inkml:trace contextRef="#ctx0" brushRef="#br0" timeOffset="14103">13607 18227 9242,'24'-15'494,"1"7"1,2 3-495,7 2 45,4 4 0,-2 5 45,-10 13-90,5 10 45,-32-1 0,-8 3 45,-2-6 0,-4 1-1183,-6 6 1,-5 2 0,3-3 35,5-9 0,0-1 1775,-10 12 0,3-4-538,15-10 778,10 1-958,11-4 90,28-4-270,5-6-1459,4-3 1,2-1 1387,-24-1 0,0-1-82,19 1 1,-1-2 332,-3-3 0,8-3 0,-2-2 0</inkml:trace>
  <inkml:trace contextRef="#ctx0" brushRef="#br0" timeOffset="14370">14190 18342 9062,'-9'-11'1799,"8"2"-1349,13 7-271,2 3-89,7 4 90,1 7 0,1 1-180,4 2-135,6 7 0,2 2-224,-3 0-361,-4-3 0,-2-1 181,-3-2 539,7 3 0,-25-18 0,2 1 0</inkml:trace>
  <inkml:trace contextRef="#ctx0" brushRef="#br0" timeOffset="14551">14553 18385 8702,'-1'-21'989,"-1"-6"-539,0 16 180,-14 0-450,5 14 0,-14 8 44,2 11 1,0 6-315,2-3 0,1 3-405,-8 10 1,2 2-162,8-6 1,4-2-1,3 8 1,6-6 0</inkml:trace>
  <inkml:trace contextRef="#ctx0" brushRef="#br0" timeOffset="15178">15228 18230 9242,'-7'-15'719,"1"5"-359,-2 1-270,1 9 180,-8 7-90,-2 10-90,-3 4-3212,-6 19 3122,13-19 90,-1 14-90,15-15 0,7 3 0,18 7 0,10-2-90,4 1 45,-16-12 0,-2 0 45,3 7 0,-3 7 90,-23-10 0,-20 6-1,-7-8-1313,0-5 0,-2-3 1134,-3 1-1342,3-6 0,3-2 263,13-4 976,-9-4 193,21-2 0,5-7 0,2-4 0</inkml:trace>
  <inkml:trace contextRef="#ctx0" brushRef="#br0" timeOffset="15402">15277 18209 8702,'-11'-9'810,"-1"-3"-541,8 6 91,9-5-270,2 5 0,18-2 0,6 2-270,-4 1-990,14-1 1,0 1 1169,-9 3 0,18 0 0,-23 3 0</inkml:trace>
  <inkml:trace contextRef="#ctx0" brushRef="#br0" timeOffset="15669">15746 18140 9332,'-2'-11'1529,"1"21"-1349,2 19-135,-1-5 0,0 4 45,-2 18 0,1 4-495,2-2 0,0-1 225,-2-4 0,2-3 180,5 0 0,3-8 0,5-18 0,8 6 0</inkml:trace>
  <inkml:trace contextRef="#ctx0" brushRef="#br0" timeOffset="16070">16096 18188 9332,'-9'-12'1979,"3"3"-1530,14-1-179,7 5 0,27-2-180,-1 6-45,-10 3 0,0 2-45,11 6 0,-3 15 0,-39 0 0,-6 1 0,-3 12-1093,-15-5 1,-10 4 0,4-6 1079,12-13 1,0 0-147,-19 16 0,2 0 159,8-4 90,16-5-90,-1 0-2133,38-5 2043,-8-14-1446,18-1 0,3-2-263,-8-2 1799,6-1 0,0-1 0,-2-3 0,11-1 0</inkml:trace>
  <inkml:trace contextRef="#ctx0" brushRef="#br0" timeOffset="16253">16865 18505 9655,'-3'-15'1080,"0"3"431,1 2-3310,2 3 1868,3-3 1,-2 6 0,3 2 0</inkml:trace>
  <inkml:trace contextRef="#ctx0" brushRef="#br0" timeOffset="19384">9644 15930 8702,'5'-12'630,"-1"-1"-271,-3 5-89,-1 0-180,-4 3 180,-22 22-225,7 0 0,-1 5-15,-5 9 0,-1 6 0,2-2-1669,0-2 1,2 1 1599,4-5 1,0 3 0,5-1-307,6 6 1,7-3 164,11 14-115,-3-11 1,7-4 204,25-7-123,-1-17 168,-13-14 0,-3-6 45,4-20 90,-6-4-90,-34-9 0,-19 20-270,-11 5-270,5 15-989,10 11 1529,16 5 0,11 2 0,6 1 0</inkml:trace>
  <inkml:trace contextRef="#ctx0" brushRef="#br0" timeOffset="20018">9935 16032 8432,'-3'-33'1529,"-1"-4"-1169,0 22 0,-14 16-180,-3 32-90,2-2 0,1 2-45,5-7 0,1 3-45,-1 2 0,0 3 0,2-5-90,-3 6-45,0 5 0,0-2 45,5-14-90,-3 10-180,8-21 90,14-13 180,-4-3 0,21-14 1,-14 8 89,9-5-90,1 7 90,4 2 0,0 2-90,4 1 90,-12-2 0,10-11 0,-11 1 0,6-12 180,-10 4 89,-4 7 1,-9 33-270,-4-3 45,-3 21 0,-1 2-45,3-7 0,0-5 0,1 2-989,8 20 539,-2-26 450,10 23 0,-1-37 0,7 2 0</inkml:trace>
  <inkml:trace contextRef="#ctx0" brushRef="#br0" timeOffset="20334">10207 16181 8342,'1'-9'1349,"5"5"-1079,3 6 90,16 18-180,-5 0-180,10 11-360,-12-12 0,-1 0 360,18 13 0,-7-5 0,-7-12 0</inkml:trace>
  <inkml:trace contextRef="#ctx0" brushRef="#br0" timeOffset="20519">10379 16111 8342,'-10'-16'630,"2"7"-180,-19 12-360,11 4 44,-8 20 1,1 4-135,6-1-270,-4 9 1,1 5-200,11-11 1,1-2 0,0-1 0,1 0 0,2-2 0,1 0 0</inkml:trace>
  <inkml:trace contextRef="#ctx0" brushRef="#br0" timeOffset="20978">10670 16043 8522,'-5'-21'2069,"1"2"-1260,-2 11-449,-11 22 0,-3 9-270,-3 2-30,2 4 0,-2 7 0,3 0-60,2 2 0,4 3-210,3 2 0,0 4 0,6-3-60,5 2 1,5-4 224,-1 0 0,5-7-45,17-9-180,2-25 270,-12-3-180,20-15 270,-23-8 0,-3-7 90,-34-12-360,-13 21-270,-7 4-1979,7 22 2429,24 4 0,10 6 0,11-3 0</inkml:trace>
  <inkml:trace contextRef="#ctx0" brushRef="#br0" timeOffset="21545">10914 16117 8882,'-1'-14'1889,"-2"-11"-540,1 10-1079,-9 6 90,-5 34-360,0 5 135,-1 13 0,2 3-180,6-17 0,1-1 0,-5 15 0,0 0-225,4-11 0,1-3 90,-1 3-360,0 5 91,17-35 269,-1-1 0,10-14 0,-2-3 90,-4 6-360,10-3 270,-11 11-179,11-2-181,-3 4 0,11-5 450,9-12 180,-7-3 0,-5-4 630,-10-14-181,-10 12-269,2-5 270,-17 27-450,5 11 45,-8 22 0,-1 6-135,7-2-210,0-3 0,0 7 0,3-3-1429,6 2 1,2-2 1091,-3-2 1,1 0 0,4 0 0,2-5 0,2-6 0</inkml:trace>
  <inkml:trace contextRef="#ctx0" brushRef="#br0" timeOffset="21978">13020 17657 8612,'0'0'0</inkml:trace>
  <inkml:trace contextRef="#ctx0" brushRef="#br0" timeOffset="23479">14335 12542 7353,'-6'-7'899,"-4"-9"-539,4 6 360,-4-7-271,6 9 361,-1 0-630,1 19 0,2 5 0,-1 27-180,3-1 0,0 0 0,2-10-810,3 13 450,-2-23 360,8 23 0,-6-37 0,3 5 0</inkml:trace>
  <inkml:trace contextRef="#ctx0" brushRef="#br0" timeOffset="23812">14234 12373 9332,'30'-3'622,"1"0"0,12 0-233,-2 3 0,-1 2-11,-8 2-406,12 13 1,-4 8-177,-24 6 162,-12 15 1,-8 2 93,-6-25 1,-5-1 103,-6 6 1,-4 2 0,1-3-89,1-5 1,0-2-65,0 0 0,1 0 46,-12 11 1,27-24 0,-1 2 0</inkml:trace>
  <inkml:trace contextRef="#ctx0" brushRef="#br0" timeOffset="24247">14588 12702 9781,'19'-12'1080,"5"-1"-990,2 3 0,-3 2-90,20-17 0,-21-2-90,6-7 90,-28-5 0,-18 16 0,1 4 90,-26 24-90,25 5 61,-4 15 1,2 6-35,14 5-64,6 4 0,6 1-4,8-14 0,3-3-4,-2-1 0,2-2-762,10-4 1,1-7-349,-5-6 1161,24-5 1,-22-8-1,7-3 1</inkml:trace>
  <inkml:trace contextRef="#ctx0" brushRef="#br1" timeOffset="25387">14417 11634 10448,'-1'-10'2194,"-6"6"-1764,1 6 357,-12 15 1,-3 5-102,1 3-491,0 3 0,-4 7 0,3-2-80,7-5 1,2 1-44,-9 15 1,2 2 75,12-7 0,5-2-12,0 7-64,10 3-575,12-30 0,5-5-27,4-1 312,5-6 0,-1-3 76,-10-10 176,2-22 213,-25 16-313,-17-19-524,-12 16 275,-5 2-2276,-4 12 1897,21 6 766,0 5 0,16-5 1,0-1-1</inkml:trace>
  <inkml:trace contextRef="#ctx0" brushRef="#br1" timeOffset="26062">14681 11759 9981,'-1'-33'1055,"-1"9"-795,2 12-213,-3 17 311,-11 30-218,3-4-79,-5 14 0,-3 3-47,9-22 1,0 0-56,-7 14 1,0 0 27,5-11 1,0-3 264,-1 3-456,-3 9 136,15-28 100,5-3-261,6-10 415,13-9 170,3 0-185,1 1-130,-1 5 39,3 5-81,-7 1 24,18-2 280,-11-4-344,7-5-44,-11-3 118,0-12 172,-10 4-122,-2 1 246,-8 7-222,-8 23-130,2-2 27,-8 41-214,7-1-16,1-19 1,-1 1-458,4 18-1667,9-18 2225,-5-14 1,7-3 0,-6-11 0</inkml:trace>
  <inkml:trace contextRef="#ctx0" brushRef="#br0" timeOffset="26321">15019 11896 8972,'13'0'989,"1"4"-449,13 14-450,-9-4 45,3 6 0,0 0-135,-6-2-315,4 4 0,0 1-674,-5-4-1260,8 8 2249,-13-16 0,-2-4 0,-2-4 0</inkml:trace>
  <inkml:trace contextRef="#ctx0" brushRef="#br0" timeOffset="26520">15271 11861 9062,'-4'-9'629,"-4"5"-269,0 9-180,-6 12 0,1 4 0,0 4-1819,-4 11 1,0 1 881,3-8 0,0 0-882,-4 15 1,2-6 1389,9-17 0,-5 19 0,12-23 1</inkml:trace>
  <inkml:trace contextRef="#ctx0" brushRef="#br0" timeOffset="26986">15638 11760 9242,'4'-23'1799,"-3"4"-1350,-1 5 271,-6 4-180,-28 38-450,17-11 0,-1 3-30,-4 11 0,-3 7 0,3-1-60,2 3 0,1 0-45,-1 4 0,4 2-270,8 2 0,6-1-1324,9-15 1,1-1 791,-5 4 0,3-1 1436,23 2-768,0-40 89,4-21 90,-6 6 90,-16-26 89,-29 21-179,-12-3-449,-10 13 179,9 11 270,-1 14 0,24-4 0,-3 7 0</inkml:trace>
  <inkml:trace contextRef="#ctx0" brushRef="#br0" timeOffset="27579">15929 11830 9332,'-4'-18'1439,"1"5"-989,-2-4 269,2 9-269,-12 27-360,8-8 45,-10 24 0,-2 6-135,9-18 0,1 0 0,-7 14 0,0 2-90,3-8 0,2-2 0,0 2-180,-5 11-180,15-30 270,8-4 180,0-7-180,20-15 91,-11 7-1,11-5-90,1 7-180,10 3 270,-9 1-180,20-2 180,-27-2 90,15-7 0,-2-15 0,-15 9 225,-3-3 0,-2 0-225,-7 6 450,4-11-360,-15 28 89,-7 22-134,0 3 0,0 4-1138,1 0 1,1 2 0,1 0 315,-2 7 0,1 0 323,3 6 0,4-2 1,5-2-1,4 0 1</inkml:trace>
  <inkml:trace contextRef="#ctx0" brushRef="#br0" timeOffset="38859">15264 12995 6723,'-10'1'810,"1"1"-720,3 0 0,1 1 0,0 1-1,1-1 1,1 0-90,-1 0 90,1 1 90,-2 2 0,1-2 471,-1 2-455,25-20 10,-4 2-103,9-6 1,3-3-1,0 2 1,-1 0-1,-3 2 0,1 0-1,12-8 1,-3 2 12,-9 6-69,2-1 1,-2 1-129,-10 7-818,12-7 896,-16 12 1,-3 2 0,-2 2 0</inkml:trace>
  <inkml:trace contextRef="#ctx0" brushRef="#br1" timeOffset="39344">15518 12667 8893,'14'-3'429,"8"2"-440,-9 2 69,15 3-77,-13-3 10,12 2 88,-15-2 4,5 2-6,-16 3-3329,-10 10 3270,-2-3-396,-6 6 1,-2 0 158,-1 5 57,-8 8 170,9 1 0,12-15 0,-1 10 0</inkml:trace>
  <inkml:trace contextRef="#ctx0" brushRef="#br0" timeOffset="40694">16324 11754 7623,'-4'-7'1685,"0"-1"-1447,3 14 69,0-1 89,2 26-246,-1-16 69,1 32-188,0-28 171,0 30-12,-1-16-104,-1 5 105,2 5-154,-1-22-167,1 12-84,0-20-757,1 5 981,1-8 1,-1-3 0,1-5 0</inkml:trace>
  <inkml:trace contextRef="#ctx0" brushRef="#br0" timeOffset="41438">16475 11782 7803,'-10'-6'809,"1"0"-449,5 2-180,5-1 0,8 0-90,3 1 0,12 1 0,0 4-90,-4 1 0,10 7 89,-19-3-89,6 29 90,-17-13-90,-5 6 0,-2 1-45,-4-5 0,-1-2 45,-7 16 0,-1-1 0,16-22 0,2 1-179,14-3-451,20-10 450,-6-1-675,1-6 1,-1-2 854,-7 1 0,17-8 0,-17 5 0</inkml:trace>
  <inkml:trace contextRef="#ctx0" brushRef="#br0" timeOffset="42088">16856 11704 8072,'-4'-18'1170,"0"4"-990,-3 6 0,-8 11-1,-3 11-89,-1 4-90,2 14 90,11-3-90,6 1 0,18 13-90,-3-22 0,2-2 0,0 0 1,0 0-1,3-1 0,-1-1 0,2 1 0,-6-3 90,-16 2 180,-20-7 0,-6 1-1,-16-7-89,10-7 0,8-1-90,4-12 0,17 6-180,14-35 90,5 12 90,-3 8 0,1-2-45,-2 1 1,-1 2 44,0-4 0,-9-16 0,-8 31 8,-10-11-180,-7 17 205,0 10 0,7 4 1,11 10-1</inkml:trace>
  <inkml:trace contextRef="#ctx0" brushRef="#br0" timeOffset="42392">17031 11753 8702,'10'-13'1799,"19"26"-1619,3 9-225,-10-1 0,0 1-135,3 7-1169,-3-1 1349,-10-12 0,-1-3 0,-6-8 0</inkml:trace>
  <inkml:trace contextRef="#ctx0" brushRef="#br0" timeOffset="42592">17207 11741 8702,'-4'-9'540,"0"1"-91,1 5-179,-8 5 90,-7 15-90,-6 10-360,7-4 0,1 1-315,0-1 1,1 0-901,1 1 1,0-1 484,-2 6 1,6-2 0,8-12 0</inkml:trace>
  <inkml:trace contextRef="#ctx0" brushRef="#br0" timeOffset="42925">17382 11675 8702,'-2'-13'720,"0"2"-1,1 0-359,0 3 90,0-3-360,0 17 90,-1 9-90,0 14-90,1-2 0,0 0 0,0 5-315,1 2 0,0-2-45,2-12-1709,0 24 2069,1-30 0,0 4 0,-1-10 0</inkml:trace>
  <inkml:trace contextRef="#ctx0" brushRef="#br0" timeOffset="43350">17457 11654 9062,'7'-14'1169,"9"-3"-989,-4 9 90,15-4 90,-2 7-1,8 0-179,3 8-90,-10 5 0,-11 22-90,-11-11 0,-14 13 0,-7 2 90,-10 3-135,4-4 0,0-2 45,-3 2 0,6-3 0,21-11-90,5-2-449,28-9-1,-5-5 180,6-5 360,6-6 0,-14-1 0,15-6 0</inkml:trace>
  <inkml:trace contextRef="#ctx0" brushRef="#br0" timeOffset="43937">17935 11634 9332,'-4'-23'1529,"-1"-2"-1349,2 13 449,-5-3-539,1 12 180,-13 5-180,5 6 0,-8 9 90,8 15-180,14-7 0,2 1-90,-1 13 45,11-8 0,5-1-225,8 4 90,6 3 45,-15-15 0,-2 0-44,-4 9 179,-5 0-90,-27-4 90,-10-12 90,-7-2-1,-3-6-89,18-6 0,1-10 90,23-4-180,10-18 45,15-6 1,6 0 44,-13 14 0,0-1 0,9-11 0,3-4 0,-6 6 0,-3 1 44,-3-5 1,-7 2-45,-20 14-269,-21-7-2160,-16 27 1609,2 9 1,3 11 0,16 0 0</inkml:trace>
  <inkml:trace contextRef="#ctx0" brushRef="#br1" timeOffset="48641">15779 12559 10266,'32'-1'209,"-12"0"-204,28 4-337,-8 1 79,9 2 168,-18-3 1,2 2 24,0-2 0,-2 1 14,-5-1 1,-2-1-149,6 1 1,-3-1-111,-6-1 2,5 1-148,-8-1 450,-4-1 0,-4-1 0,0 0 0</inkml:trace>
  <inkml:trace contextRef="#ctx0" brushRef="#br0" timeOffset="49120">16315 12483 7533,'-4'-9'1529,"-1"-1"-1259,16 12-90,0 2-90,26 16-90,-16-7-90,17 7 0,-18-10 0,1 1 0,-5-3 180,-7-3-90,-15 3 90,2-3 0,-39 17-90,23-12-315,-10 7 0,0 3-1304,5 0 799,-10 13 1,19-12 0,5-2 0</inkml:trace>
  <inkml:trace contextRef="#ctx0" brushRef="#br0" timeOffset="52640">16010 16974 7533,'-11'-5'-90,"-1"-1"270,-3-1 89,0 2 1,1-1 360,2 2-360,5 2 90,-1-1 719,0-1-899,31 2-90,13 0-90,12 1 45,-17 1 0,2 0-45,9 1 0,0-2 0,-5 1 0,0-1 0,7 1 0,0-1 0,-10 1 0,-4-1 0,-3-1-180,10 1-360,-23 1-809,0 1 1349,-3 1 0,-2-1 0,-4 1 0</inkml:trace>
  <inkml:trace contextRef="#ctx0" brushRef="#br0" timeOffset="53068">16493 16838 8612,'-10'-11'720,"1"2"89,5 6-719,38 25-270,-3-6-45,0 3 1,1 1 134,-1 0 90,-30 10 90,-20-11-46,-6 0 1,-3 0-45,-6 1-585,6 1 1,2 1-405,7-4 989,-6 17 0,20-18 0,2 5 0</inkml:trace>
  <inkml:trace contextRef="#ctx0" brushRef="#br0" timeOffset="53518">17146 17515 8972,'19'-2'1889,"-10"-1"-1709,34 2 0,12 0-91,-14 0 1,1-1-30,-3 1 0,3 0 0,-4 0-60,2-1 0,-1 0 45,2 1 0,-5 0-45,-9-1-315,-1 0 1,-2 1-766,-12 0-1888,7 0 2968,-14 2 0,-1-1 0,-2 1 0</inkml:trace>
  <inkml:trace contextRef="#ctx0" brushRef="#br0" timeOffset="53911">17737 17437 9152,'-8'-14'989,"0"1"-719,5 7 360,1 0-360,5 2-1,8 7-179,-1-1 180,30 15-360,-22-10 0,7 3 0,1 0-90,-2-1 1,14 3 89,-17-5 90,-1 0 359,-41 10-359,-1 2-90,-13 5 0,-4 4-1549,11 0 1,2 0 1449,-1-3 1,4-1 0,6 0 0,6-1-1,5-4 1</inkml:trace>
  <inkml:trace contextRef="#ctx0" brushRef="#br0" timeOffset="60318">14174 11179 6453,'-24'-2'900,"3"1"-4177,-10-2 1821,13 0 3671,-11 0-1601,15 0 876,-5 0-17,6 1-1146,25 1 226,22 0-388,-2 1 1,7 0-57,8 1 0,5-1 1,-2 0 929,-12 1 0,-2 0 0,3-1-995,-1 0 0,2 1 0,2-1 1,4 0-541,0 1 1,4 0-1,3-1 1,0 1-1,-2-1 1,-5 1 464,1-1 1,-4 1 0,0-1-1,8 1 28,-11-1 1,4 1-1,3-1 1,4 1-1,1 0 1,0-1 0,1 1-1,-1 0 1,-2-1-1,-3 0-231,0 1 1,-2-1 0,-1 0 0,-1 0 0,1 0-1,1 0 1,3 0 0,4 0 226,-11 0 1,3 0 0,3 0 0,1 0 0,2 0 0,1 0 0,0 0 0,1 0 0,0 0 0,-1 0 0,-1 0 0,-1 0 0,-1 0 0,-2 0 0,-3 0-14,10 0 0,-4 0 1,-2-1-1,-1 1 0,-1 0 1,1-1-1,1 1 0,2 0 1,3-1 6,-7 1 0,2 0 1,2 0-1,2-1 1,1 1-1,1 0 0,0 0 1,-1-1-1,0 1 1,-1 0-1,-1-1 0,-3 1 1,-2 0-1,-2-1 0,12 0 1,-5 1-1,-2-1 1,-2 0 0,1 0-1,0 1 1,4-1 8,-8 0 1,2 1 0,1-1 0,1 1 0,0-1 0,0 1 0,0-1-1,-1 1 1,-1-1 0,-1 0-1,4 0 0,-1 1 0,-1-1 0,0 0 0,-1 0 0,-1 0 0,-2 0 0,-1 0-3,9 0 1,-3 0 0,-2 0 0,0 0-1,-2 0 111,8-1 1,-1 0-1,-3 0 1,-7 0 75,-4 0 0,-3 0-90,11 0 0,-5-1 234,-9 0-234,-13 2 2459,1 0-2549,-5 0 2907,2 1-2907,-9-1 0,2 1 0,-2 0 0,-1 2 0,-3 14 90,-5 33-90,1-17 0,0 6-820,0 1 1,-1 7 0,1 2 0,-1-2 835,2-4 0,-1-1 0,0 1 1,0 2 1,0 3 0,0 3 0,-1 2 0,1-1 0,-1-2-472,1-4 0,1-2 1,-1 0-1,0 0 0,0 0 454,0 1 0,-1 0 0,1-1 0,0 3 0,0 4-179,0-6 1,0 4 0,0 3-1,0 0 1,0 1 0,0-2-1,0-2 1,1-4 196,-1 3 0,1-4 0,-1-2 0,1 2 0,-1 4-134,1-4 1,-1 3-1,1 2 1,-1 2-1,1 0 1,-1-1-1,2-1 1,-1-3 174,2 3 1,0-2 0,1-1 0,0-1 0,-1 0 0,1-1-42,0 6 0,0-2 0,0 0 0,0 2 0,1 3 15,1-8 1,0 3 0,0 2 0,1 1 0,0 1 0,0-1-1,1-2 1,-1-1 4,1-2 1,0-2-1,1 1 1,-1-2 0,1-1-1,-1 1 1,1-2-39,0 10 0,1-1 0,-1-1 0,1-1 0,0 1 18,0 0 0,0 0 0,0 0 0,0-2 0,-1-1 4,0 2 1,-1-3-1,0-1 1,0-1 17,0 0 1,-1-1 0,1 4 49,0-4 0,-1 6 0,2 3 0,-1-1 0,-1-4 0,-1-6 0,0 11 0,0-2-23,0-7 1,0 3-1,1 2 1,-1-1 179,-1 1 0,0 0 1,-1-1-1,1-4-187,0-7 0,-1-3 0,1 5 45,0 4 0,0 8 0,0 4 0,0 0 0,-1-4 0,1-8-75,-1-4 0,0-5 0,0 5 44,-1 3 1,0 7 0,1 3 0,-1 1 0,-1 0 0,0-5-8,0 5 1,-2-2-1,1-1 1,-1 2-50,2-5 0,-1 0 0,1 0 0,-1 1 0,1 0 0,-1 3 0,0 1 0,0 0 0,1-3 0,0-6 180,0 10 1,1-3-199,1 2 0,-1 3 0,1-8-45,0-17 0,-1-1 443,1 14 1,0-1-489,0 6 1483,-1-10-1393,0-13 1902,-2-10-1902,-1-6 1807,-4-8-1897,-7-3 1053,-4-4-963,-22 0 0,8 4 0,-2 1 0,5 0 0,-3-1-23,-9 1 1,-7-1 0,-3 0-1,7 0-125,-4 0 1,-4-1 108,12 2 1,-8 0-1,-4-1 1,-3 0-1,0 0 1,2 0 0,5 1-272,2 0 1,4 0 0,1 1 0,-3-1 0,-3 1 289,5-1 0,-4 1 0,-1 0 0,-3-1 0,0 1 0,-1-1 0,1 1 0,1 0 0,1 0-219,1 0 0,1 1 0,2 0 0,-1 0 0,0 0 1,-1 1-1,-2-1 0,-3 0 186,6 1 1,-2 0-1,-2 0 1,-2-1-1,0 1 1,-1 0-1,0 0 1,1 1 0,0-1-1,2 0 1,3 0-1,1 0-168,-9 0 1,3 0-1,3 0 1,1 1 0,-2-1-1,-3 0 1,-4 1 175,13-1 0,-4 1 0,-3 0 0,-2-1 0,-1 1 0,-2 0 0,0 0 0,1 0 0,1 0 0,2 0 0,2 0 0,3 0 0,4 0 0,5 0 22,-20 0 1,10 0 0,1 0-1,-7 0 13,12 0 0,-4 0 0,-3 0 0,-2 0 0,-1 0 0,1 0 0,2 0 0,4 0 0,3 0-58,-12 1 1,5-1 0,3 0 0,1-1 37,0 1 0,2 0 0,-2 0-302,-3-1 0,-5 0 0,4 0 0,8 0 332,-9-1-22,16 1 1,-4-1 0,4 1-24,4-1 0,2 1 216,-11-1 0,-1 1-171,3-1 0,1 0 369,1 2 0,1-1-414,3 0 0,2 1 90,-2 0 0,2 0-135,-12 1 2213,-1 2-2123,2 2 0,-3 0 89,1 1 1193,5-2-1012,9-2 1023,2-3-1203,4-1 90,-1-6-180,12 4 1015,-5-3-925,-2 0 165,5 1-165,-19-9-90,16 7 0,-17-10 0,10 3 0,0-3-45,-3-5 0,-2-2 15,3 0 0,-1-2 0,0-2-1063,-2-9 1,0-3 0,2 0 903,4 4 1,1 1 0,0-2 143,2-1 0,0-2 0,1-2 0,1 1-80,4 4 1,2-1 0,1 1 0,0 1 94,-2-6 0,1 2 0,2-6-15,2 8 0,2-5 0,0-3 0,1 0 0,0 3 0,1 6-109,0-5 1,1 6-1,1-5 136,-1 2 0,-1-3 0,1-4 0,1 0 0,0 1-332,1 4 0,1-2 1,1 0-1,0 1 1,-1 2-1,0 3 382,1-12 0,0 5 0,0-7-19,-1 14 1,1-4 0,0-3 0,0-1 0,0-1 0,1 0 0,-1 2 151,0 2 0,1-1 0,0 1 0,-1-1 0,1 1 0,-1 2 0,1 1-162,-1-5 0,1 4 0,0 0 0,-1-3 1,1-5-162,-1 7 0,1-4 0,-1-5 1,1-2-1,0-1 0,0 0 0,-1 2 1,0 2-1,0 5 0,-1 4 150,1-11 1,-1 9-1,0-1 1,0-7-3,0 11 1,-1-3-1,1-4 1,-1-3 0,1-1-1,0 0 1,-1-1 0,1 2-1,-1 2 1,-1 4-104,1-5 1,-1 3 0,0 2 0,0 0-1,-1 0 1,0-1 0,1-3 81,-1 2 0,1-1 0,-1-2 0,0-1 0,0 0 1,0 0-1,-1 0 0,1 0 0,-1 2 8,-1 2 0,1 0 0,-1 0 0,-1 0 1,1 1-1,0 1 0,-1 0 0,1 2 1,-1 1 14,0-7 1,0 3 0,1 1-1,-2 1 1,1-1 0,-2-1-12,0 0 1,-2-2 0,0-1 0,0 1 0,0 1 0,0 5 0,1 4 38,0-2 1,0 6 0,1-6-24,0 0 0,-1-6 0,1-3 1,0 0-1,1 4 0,1 5 254,3 2 1,1 4 0,1-2-188,-1-4 1,0-2-1,1-2 1,2 4 53,3-2 0,4 1 1,-1 3 9,1 4 0,0 1 0,-1 1 83,4-8 0,-1 3 233,0 7 1,-3 5-1243,-3 10 2627,2 0-4051,0 9 2251,-2 8 1,1 6 0,-2 2-1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16:55.2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6603 10916 9871,'-36'-16'3276,"18"10"-1694,-6-1-1313,33 12 1,9 4-135,17-1 0,6-2-832,-14-3 0,5 1 751,5-1 0,8 0 0,5 0 0,0 0 0,-7 0-557,2-1 0,-4-1 0,6 0 515,-10 0 1,5 0 0,4 0 0,1 0 0,-1 1 0,-3-2 0,-4 1-522,4 0 0,-6-1 0,1 0 0,6 1 531,-3-1 1,5 0-1,4 0 1,2 0-1,1 0 1,-2 0 0,-2 1-1,-5-1-22,3 0 0,-4 1 0,-3-1 0,3 1 0,4 0 10,-6-1 0,2 0 0,3 0 0,2 0 0,0 0 0,0 1 0,-1-1 0,-2 0 0,-3 1-273,6 0 0,-3 0 1,-2 0-1,0 0 0,1 1 1,1-1 262,-1 0 0,1 0 0,0 0 0,1 0 0,-1 1 0,0-1 0,0 1-34,4-1 1,0 1 0,0 0 0,-1 1-1,0-1 1,0 0 33,-3 0 0,0 0 0,0 1 0,-1-1 0,-1 0 0,-3 1 0,7-1 0,-3 1 0,-1 0 0,2 0 0,-4 0 0,2 0 0,0 1 0,-3-1 0,-5 0 0,6 2 0,-2-1 30,4 0 0,3 1 0,-8 0 657,3-1-642,-9 0 0,-2 0-45,-4-1 1770,21 4-1680,-32-6 0,7 2 2741,4 0-2831,-12-2 2326,13 2-2236,-16-1-90,-1 0 0,0 0 0,-2-1 90,1 1 809,-1-1-809,-2-11-90,-2 4 0,-2-24 0,-1 13 45,1-13 0,-1-7-45,1-7 0,0-2-545,0 2 1,-2-4 566,0 8 1,-1-5 0,0 1-1,0 5-22,-3-3 0,0-1 0,0 2 0,0-9 0,-1-2 0,0 1 0,0 6-855,0 5 1,0 3 0,0-4 854,0 4 0,1-5 0,0-3 0,-1 0 0,1 1 0,1 2-23,-2-6 1,1 2-1,1 1 1,-1 0 22,1-2 0,0 1 0,0-1 0,0-2 0,1 4 0,0-2 0,1-1 0,0 0 0,1-1 0,1 8 0,0-2 0,2 1 0,-1-1 0,1 2 0,-1 0 0,0-1 0,0 1 0,-1 1 0,2-1 0,0-2-15,1-2 0,0-3 0,2-1 0,0 1 0,-1 3 0,0 6 15,0-4 0,0 5 0,0-3 0,1 2 0,0-4 0,0-1 0,0 2 0,-1 5 0,-1 1 0,0 5 0,0-3 0,1-4 0,-1-5 0,0 1 0,-1 4-356,0-5 1,-2 2 355,0 8 0,-1-1 0,0 1 0,-2-7 0,-2 1-85,0 6 1,-1 3 84,-5-14 90,-3 1-90,5 23 769,-6-15-769,4 18 0,2-1 2576,-1 3-2576,6 8 1073,-3-2-1073,4 3 294,-2 1-294,1 0 90,-1 0-90,-9 1 90,-5 2-90,-17 1 0,-15 2-573,26 1 0,-3-1 573,-3 0 0,-5 1 0,-2-1 0,-1 1 0,-3 0 0,0 0 0,0 0-560,-8 0 0,1 0 1,-4 0 559,12 0 0,-4 0 0,-2-1 0,0 1 0,1-1 0,5 1-541,0-1 0,5 0 0,-2 0 1,-6 1 550,4-1 0,-5 0 0,-4 0 0,-2 1 0,-1-1 0,-1 0 0,2 0 0,3 0 0,4 1-358,-7-1 0,5 0 0,2 0 0,-3 0 0,-6 0 348,13 0 0,-4 0 0,-2 0 0,-2 0 0,-1 0 0,-1 0 0,0 0 0,0 0 0,2 0 0,1 0 0,3 0-124,-9 0 0,2 0 0,1-1 0,2 1 0,-1 0 1,-1-1-1,-2 1 124,5 0 0,-2-1 0,0 1 0,-1 0 0,0-1 0,-1 1 0,1 0 0,1 0 0,0-1-60,-1 1 1,-1-1-1,1 1 1,1-1-1,-1 1 1,1-1 0,1 1-1,-1-1 60,3 1 0,-1-1 0,1 1 0,0-1 0,1 0 0,0 1 0,2-1 0,2 0 42,-10 1 0,4-1 1,1 1-1,-1-1 1,-2 0-43,5 0 0,-3 1 0,-1-1 0,0 0 0,1 0 0,4 0 0,3 0 0,-10 0 0,6 0 0,-6 0 0,6 0 0,-4 0 0,-4 0 0,0 0 0,4 0 0,5 0 0,-5 0 0,5 0 0,0-1 0,-4 1 0,-2 0 0,3 0 0,8 0 0,1 0 0,6 0 1178,-2 0-1178,5 0 0,0 0 1763,3 0-1763,-6 0 1526,6 0-1526,7 0 3276,1 0-3160,5-1-116,-4 1-90,-5 1 180,3-1-90,-1 1 0,2-1 0,3 2 0,2-2-90,-2 2 180,5-1-180,-3 1 90,1 0 0,2 1 0,-1 3 0,3 4 0,-1 9 0,2 0-90,0 19 90,4-10 0,0 3-1072,-1 15 1,0 6 1071,0-16 0,0 2 0,-1 1 0,1 2 22,-2 4 1,1 3 0,-1-1-1,0 0-22,0-5 0,-1-1 0,1 2 0,-1 2 0,1-1 0,-1 4 0,0 1 0,0 1 0,0-3 0,0-5 22,1-2 1,-1-4 0,1 0-1,-1 4-22,0 4 0,0 6 0,-1 2 0,0 0 0,1-3 0,0-7 0,0 5 0,0-6 0,1 6 15,0-9 0,1 5 0,-1 3 0,1-1 0,0-1 0,1-4-15,1 2 0,0-3 0,1-2 0,0 3 0,-1 7 0,0 1 0,1 1 0,2-3 0,0-6 0,1-2 0,1-1 0,0 0 0,4 11 0,1 0 0,0 0 0,-1-1 0,0 0 0,1-1 0,1-2 0,0-1 0,0-3 0,-1-3 0,0-1-1341,5 2 0,-1-2 1341,3 9 0,0-4 0,-1-2 63,-4-9-63,7 15 0,-10-24 0,1 3 1425,-3-8-1425,2-1 3276,-5-4-3177,3-1-47,-2-1-52,-3-4-90,3 3 90,-2-2-90,1 1 90,-1-3 0,1 1 0,0 0 0,1-1 0,3 0 0,2 0-90,3 0 90,1-1 0,21 1 0,-11-1 0,3-1 0,4 0-376,-1 0 0,3 0 376,2-1 0,6 2 0,1-1 0,-2 0-480,1 0 0,-1 1 0,4-1 462,0 0 0,5 0 0,2 1 0,-1-1 0,-5 0-561,1 1 0,-4-1 0,7 1 527,-11-1 1,4 1 0,4 0-1,1 0 1,1 0 0,-2 1 0,-2-1-428,7 1 1,-2 0 0,-1-1 0,1 1 0,2 1 463,-2-1 0,1 0 0,1 1 0,0 0 0,0 0 0,-1-1-222,-1 1 0,-1-1 1,0 0-1,0 0 0,0 1 1,0-1 86,1 1 0,2 0 0,-1-1 0,0 1 0,-1 0 0,-1-1-80,-1 1 0,-1-1 0,-1 0 0,0 0 0,2 0 155,-4 0 0,1 0 0,0-1 0,1 1 0,-3 0 0,-1-1-195,6 1 0,-3 0 1,-1-1-1,1 0-253,-3-1 1,0 1-1,0-1 1,1 0-266,7 0 1,2 0 0,0 0 0,-1 0 787,-8-2 0,0 0 0,-1 0 0,-2-1 0,5 0 0,-2-1 0,-1 0 0,-5 0 0,1-1 0,-1 0 0</inkml:trace>
  <inkml:trace contextRef="#ctx0" brushRef="#br0" timeOffset="1350">12844 13019 8432,'-3'-14'1170,"0"2"-721,-1-3 1,-5 1 0,-4-1-270,-1 1 449,-22-3-449,11 8 0,-3 2 0,-4 2 0,2 4 0,-3 2-1680,-9 2 1,-2 2 1589,6 0 0,0 3 0,4 2 0,-2 4 0,2 2-30,1 3 0,1 3 0,-1 3-15,1 0 0,-1 1 0,-1 3 0,2 1-23,-2 6 1,1 1-1,1 2 1,2-1-1,4-5 1,2-1-1,0 1 1,1 2-5,3 1 0,0 2 0,1 1 0,1 1 0,1 1 18,0 5 0,1 1 0,1 1 0,1 0 0,0-1-36,2-7 0,1-2 0,-1 0 0,2 2 0,0 1 15,-1 6 0,1 3 0,0 1 0,1 0 0,2-3 0,1-5 15,2 5 0,3-6 0,2 5-15,2-5 0,1 6 0,1 3 0,1-1 0,0-2 0,1-6-15,3 7 0,0-5 0,4 4 14,-2-8 1,1 3 0,2 3 0,1 0 0,1-3 0,0-4-392,4 2 0,1-4 0,1-2 1,1 2 376,-1-1 0,1 0 0,1 1 0,1-1 0,0-2 18,0-2 0,0-1 0,1-1 0,0-1 0,0 0-18,7 3 0,0 0 0,0-2 0,-1-2 30,2 1 0,-1-3 0,2-2-30,2-3 0,3-1 0,0-2 0,-5-3 45,4 0 0,1-2-45,-6-4 0,5 0 0,0-1 0,-6-4-203,2-2 1,-1-5 202,1-3 0,5-4 0,0-2 0,-4 1-379,3-3 0,-1-4 379,-2 1 0,3-4 0,1-2 0,-6-2-30,-1-6 0,-4-3 0,-1-3 30,-2 3 0,1-3 0,-1-1 0,-2-2-105,-4 3 0,-1-2 0,-1 0 0,-1-1 0,-1 2 105,0-3 0,-1 2 0,-1-1 0,-2-2 0,-1 0 0,-1-1 0,-1-2 0,-1-1 0,-2 0-42,-1 3 0,-2-1 0,0-1 0,-1 0 1,0 1-1,0 2 60,0-3 0,0 3 0,0-1 0,-1 0 0,0-4-148,-2 4 1,-1-4 0,0-2-1,0 0 1,-1 1 0,-1 4 0,0 4 129,-2-2 0,0 6 0,-1 0 0,-3-4-69,0 0 0,-3-4 0,-2-2 0,0-2 0,-1 2 1,0 2-1,1 5 69,-1-4 0,-1 5 0,0 1 0,-4-4 26,2 3 0,-4-3 0,-1-2 0,-1-1 0,-1 1 0,0 3 1,0 3-45,-4-1 0,0 3 0,-1 2 0,-1 1 0,-1-2 18,-1 0 0,-1 0 0,-1-1 0,-1 0 0,0 1 0,-1 2 0,-1 0 0,-1 1 0,0 1 0,-1 1 0,0 0 0,-1 2 0,1 0 0,-1 1 0,0 1 0,0 0 0,0 2 0,1 1 0,0 0 0,2 1 0,-1 2 0,0 0 0,-2 2-15,-1 1 0,-2 1 0,-2 1 0,1 1 0,3 1 0,3 2-15,-4 0 0,4 2 0,-4 2-26,2 1 1,-4 1 0,-2 1 0,2 1 0,7 2-125,-10 4 0,3 5-428,1 3 1,-4 4 0,0 1 0,6 0-248,-3 5 1,3 2 854,6-1 0,-2 4 0,0 1 0,5-1 0,5 0 0,4 0 0,0 2 0,-7 7 0,0 0 0,1 0 0</inkml:trace>
  <inkml:trace contextRef="#ctx0" brushRef="#br0" timeOffset="6313">11897 11802 10321,'-4'-10'630,"0"1"-360,3 1-1,8-1-179,1 2 0,13-3 0,8 3 0,13-3-45,-16 6 0,1 0 0,2 0 0,0 0-45,15 0 0,-17 2 0,-2 1 90,9-1-90,2 3 0,-5 2 90,-18 7-90,-6 1 0,-25 12 90,-8-5-90,-2 0 0,-2-1 0,-4 5 0,8-6 0,1 0 0,3 2 0,3 3 0,13-2 0,20-1 0,16-2 0,16-1 0,-5-5 0,-15-4 0,-2 0 0,4 1 0,12 7 0,-27-5 0,-5 9-90,-28-2 90,-18 6-45,13-10 0,-1 0-135,-21 7-135,21-9 1,0 0-2295,-15 8 1440,10-3 1071,7-1 1,19-9-1,2 0 1</inkml:trace>
  <inkml:trace contextRef="#ctx0" brushRef="#br0" timeOffset="6795">12661 11739 9332,'1'-10'180,"1"0"-90,1 4 179,4-2-179,0 1 270,17-6-270,0 7 90,14-4-180,-5 6 90,0 2 0,-5 5-90,-7 1 90,-10 12-90,-12-4 90,-21 21-90,-3-12 45,-7 6 0,-5 1-407,10-7 0,-1-2 362,-3 5 0,0-1 0,7-4 0,4-1 90,-1 12-90,7-7-172,13 4 172,11-16 0,33 7 90,3-9-862,-17-3 0,0-1 772,-5-3 0,2 0 0,7-1 0,0-1-177,-7 0 1,1 0 86,5 0 0,0 0-540,17-3-866,-15 0 1496,5-2 0,-3-1 0,-5 0 0</inkml:trace>
  <inkml:trace contextRef="#ctx0" brushRef="#br0" timeOffset="7066">13235 11872 9602,'-13'-7'899,"0"-2"-359,9 4-270,9 0-91,19 7 1,13 5-90,2 0 0,-10 1 0,0 0-90,11 4-1206,7 3 1026,-17-5-1349,-4 2-989,-8-5 2518,2 3 0,-14-6 0,-4-3 0</inkml:trace>
  <inkml:trace contextRef="#ctx0" brushRef="#br0" timeOffset="7252">13570 11851 9961,'-6'-12'990,"-2"1"-720,1 4 179,-15 5-269,-7 8-90,-3 6 0,-5 7-90,7 0 0,2 1-270,-8 6-90,4-1 1,2 0-541,10-3 900,-5 17 0,15-14 0,0 11 0</inkml:trace>
  <inkml:trace contextRef="#ctx0" brushRef="#br0" timeOffset="7766">13943 11731 10321,'-6'-16'1889,"1"1"-1169,1 6-1,1 1-539,4 1-90,6 2 90,11 0 0,13 2-90,11-1 0,7 1-90,-9 1 45,-11 1 0,-2 1 45,0 0-90,21 4 0,-31-2 90,1 12-90,-17-6 0,-8 9 0,-20 0 0,-14 11 0,2-5 0,17-6 0,2-2 0,3-1 0,4 13 0,13-15 0,10 12 0,3-14-90,22 14 90,-9-8 0,7 4-90,-8-1 90,-14 3 0,-9 1 0,-9 0 0,-12-5-45,-4-6 0,-2-1-135,-19 8-88,18-8 0,-1 0-272,-18 4-450,18-6 990,-2 0 0,15-5 0,6-2 0</inkml:trace>
  <inkml:trace contextRef="#ctx0" brushRef="#br0" timeOffset="8262">14743 11662 11131,'-11'-2'-180,"-1"-1"450,4 1 269,-1 0-449,17-3 180,16 1-180,17 0-45,-16 2 0,2 0 0,-1 1 0,0 1 45,14 1 0,-5 5-90,-21 1 90,-35 21-90,-3-7-452,-15 5 1,-3 2 451,15-12 0,-2 1 30,-10 6 0,-5 2 0,4-2-30,10-6 0,1 1 0,-8 4 0,-2 4 0,5-2-188,11-4 0,3-1 188,-4 3 0,5 1 0,9 8 0,17-16 90,28 0-90,-11-10 0,11-1 0,4-2 0,-2-4 0,0-1 235,-1 1 0,2-1-535,-4-1 0,3-1 1,-3-1-1340,6-3 1,-2 0 1449,-2 1 1,-1 0-1,1-3 1,-5 1 0,-1-2-1</inkml:trace>
  <inkml:trace contextRef="#ctx0" brushRef="#br0" timeOffset="8528">15257 11835 10501,'-4'-12'1619,"1"2"-899,1 3-361,8 3 181,33 9-360,-12 0-90,5 3 0,0 2 0,-4-1-45,-5-1 0,2 1-135,9 3-630,10 4-2557,-10-3 3151,-10-3 1,-13-5 0,-10-3 0</inkml:trace>
  <inkml:trace contextRef="#ctx0" brushRef="#br0" timeOffset="8728">15543 11749 11041,'-7'-7'629,"-6"2"-359,-16 15-90,-1 5-45,0 4 0,-1 4 0,0 4 0,2 2-495,-1 2 0,0 0-989,3 0 0,4-1 1349,-1 9 0,14-10 0,9-10 0</inkml:trace>
  <inkml:trace contextRef="#ctx0" brushRef="#br0" timeOffset="9185">15930 11643 10681,'15'-11'1979,"-1"1"-630,-10 6-1259,-12 6 270,-10 9-270,-6 1 90,-9 13-1,6-1-89,-7 7 0,6 1 0,6 0-90,11-10 0,6 4 0,6-15 0,11 8-90,8-10 90,8 2 0,-2-4-90,11-1 0,-6-2 1,7 2 89,-4 2-90,-9 0 90,-9 0 0,-13 8 0,-11-6-90,-19 12 90,-11-4 0,12-6 0,-1-1-151,3-2 0,1 0 61,-5 1 0,2 0-629,-9 1-450,-4 1-1620,17-7 2789,3-1 0,15-4 0,-1 0 0</inkml:trace>
  <inkml:trace contextRef="#ctx0" brushRef="#br0" timeOffset="9413">15811 11692 11041,'0'-7'449,"4"-4"-179,-1 6 540,14-7-540,-7 6 179,19-4-179,-1 2 90,16-1-536,-20 4 1,1 1-5,1-1 0,0 1-180,13-3-1279,-12 3 1,-1 0-841,-2 1 2479,12-2 0,-14 3 0,0-1 0</inkml:trace>
  <inkml:trace contextRef="#ctx0" brushRef="#br0" timeOffset="9667">16485 11601 14189,'-22'24'630,"-3"19"-541,19-19-44,0 1 0,0 1-135,1 11-269,-1 8-91,4-11-539,2 0-1800,4-11 2789,3 2 0,3-6 0,1-3 0</inkml:trace>
  <inkml:trace contextRef="#ctx0" brushRef="#br0" timeOffset="10080">16616 11648 11311,'5'-9'269,"0"2"271,6-1-90,3 0 0,9-2-181,-2 2 1,14-2 90,-1 4-180,11-2-358,4 3 358,-1 4-180,-6 6 90,-8 6 0,-15 2 0,-18 13 0,-30 11-90,5-11 0,-3 1-1197,-7 4 0,-1-2 1197,5-5 0,0 0 0,-1 1 0,1-1 193,-6 10-193,2 1 68,18-10-68,16-8 90,13-5-90,6-6 0,16-4 0,-7-3 0,5-2 0,2-2-90,-7 0 0,-1 0-45,7-1 0,1-1-270,-2 0 0,-2-2 550,16-5-1784,-19 6 1,-1 0 1430,8-5 1,1 1 0,-11 2-1</inkml:trace>
  <inkml:trace contextRef="#ctx0" brushRef="#br0" timeOffset="10712">11088 12521 11221,'-14'-2'3276,"0"2"-2396,35-2 1,10-1-432,-1 0-1542,8 0 1,11 0 0,-4 0 440,-5 0 0,4 0 780,-9 0 1,7 0-1,5 0 1,2-1 0,1 1-1,-3-1 1,-3 1-309,0 0 1,-4 1-1,0-1 1,2 1-1,6-1 220,-9 0 1,3 1 0,4-1 0,1 0 0,2-1 0,1 1 0,0 0 0,-1 0 0,-2 0 0,-2 0 0,-3 1-85,11-1 1,-6 0 0,-1 1 0,0-1 0,4 1 0,5-1 68,-14 1 1,2-1 0,3 1-1,2 0 1,2-1 0,1 1-1,1-1 1,0 1 0,1-1 0,-2 1-1,1-1 1,-2 1 0,-2 0-1,-2 0-93,2 0 0,-1 0 1,-1 0-1,-1 0 0,-1 0 1,1 1-1,-1-1 1,0 0-1,1 1 0,1-1 1,1 0 73,-2 0 1,1 1 0,0-1 0,1 0 0,0 0 0,0 0 0,1 0 0,-1 1 0,1-1 0,-1 0 0,0 0 0,-1 1 0,0-1 0,1 1 1,0-1-1,1 1 1,-1-1-1,0 1 1,0 0-1,-1-1 1,0 1-1,-1 0 1,0 0-1,-1 0 1,-1 0 2,5 0 0,-1 0 0,-1 0 0,-1 0 0,0 0 0,0 0 0,0 0 0,1 0 0,0 0-1,0 0 0,1 0 0,0 0 0,1 0 0,0 0 0,0 0 0,-1 0 0,0 0 0,-1-1 0,-1 1-9,4 0 0,1 0 0,-1 0 0,-1 0 0,-1 0 0,-1 0 0,-2 0 0,-1-1 128,7 1 1,-3 0 0,-1 0 0,-2 0 0,1 0-84,7-1 0,1 0 0,-4 0 0,-7 0-45,-5 1 0,-4-1 45,20 0 0,-6-2 1244,-19 1-1244,-2-1 0,-2 0-315,-5 0 1928,10-3-2917,-20 4-2018,-2 1 0,-24 3 2735,7 1 0,-39 4 1,9-2-1</inkml:trace>
  <inkml:trace contextRef="#ctx0" brushRef="#br0" timeOffset="17879">13916 16205 6273,'-43'-18'3276,"24"11"-1335,-21-11-1761,74 31-180,-6-4-1093,2 2 1,7 2 0,-1 0 856,-1-2 1,3 2 253,-5-3 0,7 3 0,2 1 0,-1-1 0,-3 0-18,5 0 0,-4 0 0,6 2 15,-7-3 0,4 1 0,3 1 0,2 0 0,1 1 0,2 0-143,-9-3 0,1 1 0,2 0 1,1 1-1,1-1 0,0 1 0,0 0 1,0-1-1,-2 0 0,-1 0 139,3 1 0,-3-1 0,0-1 1,-1 1-1,0 0 0,3 0 1,1 1-1,5 0 1,-10-2 0,2 1 0,3 1 0,2 0 0,1 0 0,2 1 0,0 0 0,0 0 0,0 0 0,0 0 0,-2-1 0,-1 0 0,-2 0 0,-3-2 0,-3 0-163,9 3 0,-3-2 0,-4 0 0,0 0 0,-2-1 1,1 0-1,2 1 0,2 0 160,0 1 0,3 0 0,2 0 0,1 1 0,0 0 0,-1 0 0,-2-1 0,-2-1 0,-3 0 0,-5-2-9,11 4 0,-6-2 0,-3-1 0,1 0 0,0 0 0,1 0 0,-4-1 0,-6-1 144,15 2-54,-3 0 1591,-8-4-1591,-17-6 1724,2 0-1814,-4-1 0,-10-1 0,-1 1 0</inkml:trace>
  <inkml:trace contextRef="#ctx0" brushRef="#br0" timeOffset="18329">17268 17066 10051,'-21'-8'0,"-2"-1"450,-2-2-360,7 2 90,0 1-180,24 10 90,7 6-90,8 5 45,3 3 0,2 1-45,5 5 0,4 2 0,0 2-294,1 1 339,3 2 0,0 1-528,-1-1 483,-5-4 0,1 0 0,-1 1 90,5 1-90,-16-9 90,5-1 0,-17-10-90,5 3 180,-7-7 97,-34-12-277,-5 6 45,-9-2 0,-4 2-516,10 3 0,-2 3 471,-3 0 0,-5 2 0,-1 2-68,7 0 1,-2 2 0,0 0-1,2 0-52,-6 1 0,1-1 0,-2 3-375,0 1 1,-3 2-1,2 0 1,7-1-271,1 0 0,4 1 765,-9 5 0,2-1 0,17-6 0,2-1 0,-20 12 0</inkml:trace>
  <inkml:trace contextRef="#ctx0" brushRef="#br0" timeOffset="29828">15167 13099 9242,'-10'-9'1439,"4"0"-1079,2 2-270,6 0 90,2 2-91,11-5 1,-6 4 0,19-7-90,1-1 0,13-5 90,-3 2-90,-7 2 0,0 1 90,1-1-90,4-2 0,3 0 0,-15 5 0,-1 2 0,2-2 0,-1 0 0,0 1 0,-2 1 90,-7 2-180,14-6 90,-20 9-180,6-2-89,-8 4-91,0 0-270,0-1 630,-1 1 0,-4 2 0,0 0 0</inkml:trace>
  <inkml:trace contextRef="#ctx0" brushRef="#br0" timeOffset="30285">15574 12742 8342,'15'-5'180,"-2"0"-180,6 4 90,4 0-90,-2 1 0,12 1 0,-11 1 90,6 0-90,-3 0 0,-5 0 0,2 0 180,-7-1 90,-2 0 0,-4 1-90,0 1-91,-7 2 91,-13 9-180,-1-2 90,-15 13 0,8-4-90,-5 6-90,7 0-180,5-7-449,6 1 719,3-4 0,3-2 0,2-2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0:00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5932 8751 24575,'-13'-2'0,"-6"0"0,-8 2 0,-4 0 0,1 0 0,3 6 0,6 5 0,5 10 0,2 14 0,6-11 0,-1 2 0,-1 9 0,-1 2 0,2-6 0,0 2 0,0 1-451,-2 7 1,1 2-1,-1 1 451,3-6 0,-1 1 0,1 0 0,0 0 0,-1 3 0,1-1 0,0 1 0,0 0 0,0-2 0,1 0 0,1-1 0,-1 0 0,1 9 0,0-1 0,1-2-133,1-5 1,1-1 0,1-2 132,0 12 0,1-2 0,1-5 0,0-3 0,1-5 0,2-1 0,1-5 0,3 0 0,2-3 0,3-1 661,4 0 1,1-2-662,4-1 0,0 0 213,3-1 0,2 0-213,0-2 0,2-2 0,2 0 0,1-2 0,2-1 0,2-2 0,1-2 0,2-2 0,2-1 0,0-2 0,-1-2 0,0-1 0,-4-1 0,-1-2 0,-2-4 0,-2-3 0,-1-6 0,-1-6 0,2-11 0,0-5 0,-8 5 0,-1-2 0,0 0-297,0-3 1,0-2 0,-2 1 296,0-1 0,-2 0 0,-1-1 0,-2 1 0,-1-1 0,-2 0 0,-1-1 0,-3 1 0,-1-2 0,0-4 0,-2-2 0,-1-1-484,-1 9 0,0-2 0,-1-1 0,-1 0 484,-1-2 0,-1-1 0,-1-1 0,-1 1 0,-1-2 0,0-1 0,-2 1 0,-1 1 0,-2 2 0,0 0 0,-2 1 0,-1 1 0,-1 5 0,-2 1 0,0 1 0,-2 1-225,-4-4 0,-3 1 1,0 2 224,0 4 0,-2 2 0,0 2 0,1 3 0,0 1 0,0 2 0,-10-8 0,-1 2 0,1 4 0,1 2 385,2 4 0,1 3-385,1 3 0,1 3 973,1 2 1,1 3-974,3 1 0,0 2 782,-19 1-782,7 1-820,4 9 1,18-6 0,2 5 0</inkml:trace>
  <inkml:trace contextRef="#ctx0" brushRef="#br0" timeOffset="20057">8816 8520 24575,'-11'0'0,"-14"0"0,-1 0 0,-4 0 0,-12 0 0,-4 0 0,9 0 0,-1 0 0,-2 0-358,-2 0 0,-1 0 0,0 0 358,0 0 0,0 0 0,1 0 0,3 0 0,1-1 0,0 2 69,4-1 0,0 1 1,1 1-70,-11 2 0,2 4 0,4 3 0,1 5 0,1 5 0,0 5 0,2 5 0,2 4 0,10-8 0,0 1 0,2 1-294,-1 4 1,0 0 0,2 2 293,-1 3 0,1 1 0,1 1 0,0 2 0,0 2 0,1 0 0,1 2 0,0 0 0,1 1 0,1 1 0,0 0 0,1 0 0,2-2 0,0 0 0,1 0 0,1 1 0,1 1 0,0 0 0,2-2 0,0 0 0,2-1 0,0-3 0,1 0 0,1 0 0,0-1 0,1 0 0,0-2 0,1-3 0,1 0 0,0-1 156,2-1 1,-1-1 0,3 0-157,1 1 0,1-1 0,2 0 0,2 0 0,1-1 0,3 0 0,1 1 0,1-2 0,2 1 0,0-1 0,2 0 0,0-1 0,0-1 0,0-2 0,1 0 0,11 9 0,1-2 0,-2-3 0,2-4 0,0-2 0,2-3 0,0-3 0,2-3 0,2-3 0,2-4 0,5-2 0,1-3 0,-14-2 0,1-1 0,1-1 0,3-2 0,0-3 0,1 0-421,4-4 1,1-1 0,-1-2 420,-7 0 0,-1-1 0,1-1 0,0 0 0,-1-2 0,0-2 0,0 1 0,-1-1 0,10-6 0,-1 0 0,-1 0-178,-6 1 1,-1 0 0,-2-1 177,-6 1 0,-2 0 0,-2-3 0,-2-3 0,-3-1 0,-3-3 0,-2-5 0,-3-3 0,-2-2-244,-3 6 0,-1-2 0,-2-2 0,0 0 244,-2-5 0,-1-2 0,-1-1 0,-1 0-418,-1 7 1,-2 0-1,0-1 1,-1 0-1,-1 0 418,-2-2 0,0-2 0,-2 1 0,-1 0 0,-1-1-286,0 6 1,0 0 0,-1 0 0,-1-1 0,0 1 0,-1 0 285,0-2 0,-2 0 0,0 0 0,-1 1 0,0-1 0,0 1 0,0 0 0,-1 0 0,0 1 0,0 0 0,-1 0 0,0 2-231,-3-5 1,-1 0 0,0 1 0,-1 2-1,0 2 231,1 4 0,0 2 0,0 1 0,-1 1 0,-1 3 161,-3-1 1,-2 3 0,1 1 0,-1 4-162,-7-1 0,-1 4 0,0 3 0,4 4 0,-1 3 0,1 4 605,1 2 1,0 4 0,0 2-606,-13 6 0,3 2 0,16-5 0,3 1 0,-13 12 0</inkml:trace>
  <inkml:trace contextRef="#ctx0" brushRef="#br0" timeOffset="24641">11234 8847 24575,'-28'-3'0,"0"0"0,-13-4 0,-4-3 0,4 1 0,-4-1 0,-1-1-820,3 0 1,0 0 0,-2-1 0,0 1 598,-3 0 0,0-1 0,-1 1 0,0 1 221,0 0 0,-1 1 0,1 1 0,0 0 0,5 2 0,-1 0 0,2 1 0,1 1 62,-8 0 0,1 2 0,2 2-62,4 3 0,0 3 0,3 3 0,5 4 0,2 2 0,1 3 0,1 5 0,1 3 0,2 3 0,6 0 0,2 4 0,0 1 0,2 1-336,-2 4 0,2 1 1,1 2-1,1 1 336,1-1 0,2 1 0,0 1 0,0 2 0,1 0-456,2-4 1,1 1-1,0 0 1,0 1-1,1 0 1,1 0 455,0 1 0,1 1 0,0-1 0,1 1 0,1 0 0,-1 0 0,1 1 0,1 0 0,-1 0 0,2 0 0,-1-1 0,1 0 0,0 4 0,1 0 0,0 0 0,1-1 0,0-1 30,1-4 0,1-1 1,0 0-1,2-1 1,0-1-31,2 5 0,1-2 0,1-1 0,2-1-35,1-5 1,0 0-1,3-2 1,1-1 34,7 9 0,3-2 0,1-1 0,1-2 0,2-1 0,2-1 0,0-2 0,2-1 0,1-1 0,1-2 0,2-1 0,1-2 0,1-2 0,1-1 0,1-2 0,0-2 0,1 0 0,2-3 0,0-1 0,2-3 0,-1 0 0,-2-3 0,-1-1 0,0-1 529,-2-2 1,-1-2 0,-2 0-530,-2-2 0,-1 0 0,-1-3 0,9-2 0,-2-3 1543,-3-5 0,-2-4-1543,-3-5 0,-4-5 0,-2-7 0,-4-5 0,-7 7 0,-3-3 0,-1-2 291,-1-4 1,-2-2-1,-1-2-291,-1-3 0,-1-2 0,-1 0 0,-2 11 0,0-1 0,0 1 0,-1-1 0,0-11 0,0 0 0,-1-1 0,-1 1 0,-1 0 0,-2-1-134,1 12 0,-1-1 1,-1 0-1,-1 0 134,-1-2 0,-2 0 0,0 0 0,-2 0 0,0-1 0,-2 0 0,-1 0 0,0 0 0,0 2 0,-1 1 0,-1 0 0,1 2-145,-6-10 0,0 2 1,-1 1 144,3 6 0,-1 2 0,0 1 0,1 5 0,-1 1 0,1 1-58,-10-11 1,-1 2 57,1 1 0,-1 2 0,-1-1 0,0 0 0,-1-2 0,1 1 0,-1-2 0,1 1 0,1 0 0,-1 0 0,2 3 0,0 1 0,0 1 0,-1 1 0,0 2 0,0 1 0,-2 1 0,-1 0 447,1 2 1,-1 2-448,1 2 0,-1 1 833,2 3 1,0 1-834,6 5 0,1 2 0,-5-1 0,12 6 0</inkml:trace>
  <inkml:trace contextRef="#ctx0" brushRef="#br0" timeOffset="26790">12754 8751 24575,'-14'0'0,"-14"0"0,4 0 0,-3 0 0,-5-2 0,-2 0 0,-5-1 0,-2-1 0,-1-1 0,-1 0 0,0-1 0,1 0 0,-1 1 0,1 0 0,4 1 0,1 1 0,5 1 0,1 0 0,4 1 0,2 1 0,-20 1 0,2 7 0,0 12 0,20-5 0,0 2 0,0 5 0,0 1 0,-1 2 0,2 2 0,0 2 0,1 1 0,1 5 0,1 1 0,0 7 0,1 3-416,6-10 0,0 1 1,2 2 415,-1 6 0,1 1 0,0 1 0,3-7 0,1 0 0,0 1 0,0 0-425,1 2 0,1 1 0,0 0 0,1-1 425,0 2 0,0-1 0,1 0 0,1 0 0,-1-1 0,1 0 0,1 1 0,-1-2 0,1 0 0,0-1 0,0 1 0,0-1 0,1-1 0,0 0 0,0-1 0,1 0-309,2 11 0,1-1 1,1-1 308,1-3 0,1-1 0,2-1 0,2-3 0,0-1 0,3-1 0,0-1 0,1-2 0,1 0-116,0-1 1,1-1 0,1-1 115,-1-3 0,1 0 0,1-2 0,1 0 0,1-1 0,0-2 0,10 9 0,2-3 0,1-3 0,2-2 0,2-3 0,3-3 0,-1-6 0,1-2 0,5-2 0,2-4 0,-15-4 0,1-2 0,0-3 0,2-2 0,0-3 0,0-3 0,3-2 0,-1-2 0,0-2 0,-1-2 0,-1-1 0,-1-1 0,-3 1 0,0-1 0,-2-1 0,-2 0 0,-2 0 0,-2-1 0,6-14 0,-3-3 0,-12 9 0,-1-2 0,-2-2-150,-1-6 0,-2-3 0,-3-3 150,-2 8 0,-1-3 0,-1 0 0,0-2-199,-1 5 0,0-1 1,0-1-1,-1 0 1,0-1 198,-1-3 0,0-1 0,-1-1 0,0 1 0,-2-1 0,1-1 0,-2 0 0,0-1 0,-1 1 0,-1 0 0,0 0 0,-1 1 0,-1 0 0,0 0 0,-1 0 0,0 3 0,-1-1 0,0 2 0,-1 0 0,0 1-67,-2-4 0,0 0 1,-1 3-1,0 0 67,3 7 0,-1 1 0,-1 1 0,1 1 63,-2-3 1,-1 2-1,0 2-63,-5-8 0,-2 2 0,-1 2 0,-1 1 0,0 0 0,-1 1 0,-2-4 0,0 1 0,-1-1 0,0 0 0,1 0 0,-1 1 0,1 2 0,1 2 701,2 5 1,1 2-702,3 5 0,2 3 688,-10-5 0,16 14 0,4 7 0</inkml:trace>
  <inkml:trace contextRef="#ctx0" brushRef="#br0" timeOffset="34623">13452 10793 24575,'29'0'0,"0"0"0,12 0 0,5 0 0,-4 0 0,3 0 0,1 0-661,-8 0 0,2 0 0,-1 0 1,1 0 660,0 0 0,1 0 0,-1 0 0,0 0 0,8 1 0,0-1 0,-3-1 242,-7 1 1,-1 0 0,-2-1-243,8 1 0,-3-1 230,-11 0 1,-3 0-231,10-1 0,-15 2 0,-7 0 1361,-4 0-1361,1 0 93,1-2-93,2 1 0,1 0 0,-2 0 0,-1 1 0,0 0 0,-2-1 0,1 0 0,0 0 0,-3-1 0,-4 2 0,-1 0 0</inkml:trace>
  <inkml:trace contextRef="#ctx0" brushRef="#br0" timeOffset="36250">15413 10852 24575,'16'0'0,"18"0"0,-1 0 0,6 0 0,-3 0 0,3 0 0,1 0-820,-3 0 1,2 0 0,1 0 0,-1 0 794,4 0 1,0 0 0,0 0 0,0 0 24,-3 0 0,0 0 0,-1 0 0,0 0 151,8 0 1,-1 0 0,-2 0-152,-7 0 0,-1 0 0,-2 0 344,7 0 0,-2 0-344,-9 0 0,-2 0 0,7 0 0,-15 0 1719,-7 0-1719,-6 0 128,-1 0 0,-3 0 0,-2 0 0</inkml:trace>
  <inkml:trace contextRef="#ctx0" brushRef="#br0" timeOffset="39100">18373 10841 24575,'28'0'0,"0"0"0,15 0 0,5 0 0,-5 0 0,3 0 0,1 0-820,-6 0 1,1 0 0,0 0 0,1 0 801,-1 0 0,0 0 0,0 0 0,-1 0 18,10 0 0,0 0 0,-3 0 269,-6 0 0,-1 0 0,-3 0-269,8 0 0,-5 0 302,-11 0 0,-3 0-302,2 0 0,-15-1 0,-9 0 1732,-2-2-1732,-4-1 206,-2-2-206,-3-3 0,-5-22 0,2-4 0,0-10 0,2 9 0,1-5 0,-1-4 0,-1-2-469,2 6 1,-1-2 0,1-3 0,-1-2 0,0-1 0,0-2 0,-1 0 140,2 6 0,0-2 0,-1-1 1,0-1-1,1-1 0,-1 0 1,0-1-1,0 0 0,0 0 1,0 1 29,1 2 0,-1-1 0,1 0 0,-1 0 0,0 0 0,1-1 0,-1 1 0,0 0 1,1-1-1,-1 2 0,1-1 162,-1 2 1,1-1-1,-1 1 1,1-1-1,-1 1 1,1 0 0,-1 0-1,1 1 1,0 1-1,0 1 1,0 0-71,-1-7 0,0 1 0,0 0 0,1 2 0,-1 0 0,1 2 0,-1 1 0,1 2 206,-1-8 0,0 2 0,0 2 0,1 2 0,-1 2-34,1-1 0,-1 3 0,1 2 1,0 4 33,-1-11 0,0 8 3276,-1-1-2899,3 25 2899,2 10-1089,-2 4 1089,1 1-2933,-1 1 26,-1 2-369,-3 2 0,-6 5 0,-13 7 0,6-5 0,-3 2 0,-13 8 0,-5 2-435,7-4 0,-2 2 0,-1-1 435,-3 2 0,-1 1 0,1-1 0,-1 1 0,0-1 0,1-1-80,5-3 1,1-1 0,2-1 79,-7 3 0,3-2 0,9-5 0,2-1 0,-4 2 0,16-7 0,9-3 1289,3-2-1289,3 1 254,4 2-254,5 6 0,6 21 0,-5 4 0,-1 8 0,-3-11 0,0 4 0,-1 2 0,0 2-656,0 1 1,0 2-1,0 3 1,0 0 0,0 1 572,0-3 1,-1 0-1,0 2 1,1-1 0,-1 1-1,1 0 83,-1-5 0,0 0 0,1 0 0,-1 0 0,0 0 0,1 0 0,-1-1 0,1 4 0,0 0 0,0 0 0,1-1 0,-1 0 0,0-2-329,1 3 0,0-1 0,0-1 0,0 0 0,-1-2 329,2 4 0,0-2 0,0 0 0,-1-4-37,1 3 0,-1-3 0,1-2 37,1 7 0,0-3 0,-2-12 0,0-4 0,2 11 3276,-2-13-3177,-3-4 1903,-2 2-2002,1 3 151,1 9-151,0 6 0,0 2 0,0 0 0,-2 0 0,1 0 0,0 2 0,0 3 0,0-4 0,-1-7 0,-1-12 0,0-13 0,0-6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2:56.54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9928 12000 7083,'-1'-14'2069,"0"3"629,0 4-2194,11 12 324,15 12-599,5 2 0,8 4 0,-2-1-277,-3-1 0,3 1 138,-4-3 0,6 2 0,2 2 1,1-1-1,-2-1-192,2 1 1,-1-1 0,0-1 0,1 2 188,-3-2 0,2 1 0,0 0 0,1 1 1,1 1-532,-3-1 1,3 1 0,1 1-1,-2-1 1,-1 0 0,-3-3 477,-1 1 1,-3-2-1,0 0 1,2 2-11,0 2 0,4 2 0,2 1 1,-2 0-1,-2-1 0,-4-2-93,2 2 1,-4-3 0,3 3 64,-2-2 0,3 3 1,1 1-1,-1-1 0,-3-3 7,3 1 0,-2-1 1,-2-2-84,9 7 1,0-1 30,-6-8 1,2-1-1,-6-3 42,6 1-82,6 2 1,-1-2-75,-13-7 630,12 4-615,-17-6 51,-4 1 0,-5-4 3090,-3 2-3442,-7-5 531,1 2 0,-3-2 0,0 0 0</inkml:trace>
  <inkml:trace contextRef="#ctx0" brushRef="#br0" timeOffset="476">12039 13014 9691,'-6'-21'630,"1"4"-360,3 5 719,0 4-899,7 9 90,3 6 90,13 23-180,-5-4 0,-1 2-45,-2-6 0,1 2 15,5 12 0,2 4 0,-3-4-60,-6-12 0,1 1 0,9 15 0,3 8 0,-3-7 0,-5-13 0,-1-2 0,7 14 0,1-3 0,3 4 0,-12-20 360,-1-2-180,-28-22-136,-7-2 1,-8 0-315,-13 0 0,-8 0 1,3 1-181,10-1 0,2 2 1,-2 0 84,-2 3 1,-4 0 0,2 2 0,7 0 0,4 3 0,4 0 0,-2 2 0,-1 0 0</inkml:trace>
  <inkml:trace contextRef="#ctx0" brushRef="#br0" timeOffset="6772">9723 17005 9152,'1'-14'2698,"-3"5"-2158,-11 1 90,-28 17-451,6 1-1272,2 3 1,-6 5 0,5-3 875,10-3 0,-1 1-70,-9 7 0,-6 4 1,7-1 331,9-3 0,3 1-293,-6 7 1,5 2 202,11-4 0,5 0-454,12 17 319,11-17 0,3-3 90,10 2 1792,12 0-1972,-3-12 180,-18-6 90,15 6 2489,-39-3-2309,-8 2 1013,-27 9-1103,4-4 90,0 7 0,2 2-180,6-3 45,3 9 0,6 0 669,17-9-804,7 1 1,6-1-136,7-9 0,4-4-180,4 2 0,2-4-1234,12-5 1,-1-5 1599,-12-3 1,-2-2-1,2-2 1,-2-1 0,5-7-1</inkml:trace>
  <inkml:trace contextRef="#ctx0" brushRef="#br0" timeOffset="7213">10032 17486 9871,'-8'-16'2249,"-6"3"-2069,2 4 719,-24 12-359,-1 16-270,7 3 0,1 1-225,8-6 0,3 0 0,-1 4 0,4 1 225,4 12-270,7-11 90,1 12-360,19 3-495,4-22 1,4-2-1,-4 4 0,4-3-874,13-9 1,0-6 1394,-1-5 0,-10-3 0,-2-1 0,6-4 0</inkml:trace>
  <inkml:trace contextRef="#ctx0" brushRef="#br0" timeOffset="7680">10321 17578 10321,'-3'-12'1889,"0"-1"-1259,1 3-1,0 1-269,-7 9 0,-4 3 90,-21 21-270,7-1-180,8-5 0,2 1 0,-1 6-180,4 5-180,10-1 0,4-1 180,3-5-180,9-7-89,0-8-91,14-7 270,-6-6 90,5-9 90,-12-10 90,-8-1 90,-10-11 90,-10 3-90,-4 2 0,-7 1 0,12 16-90,-1 0-360,7 7 90,3 1-1079,-2 0-1928,5-1 3241,4 3 1,5-2 0,4 1 0</inkml:trace>
  <inkml:trace contextRef="#ctx0" brushRef="#br0" timeOffset="15240">12590 14428 7353,'-3'-30'3238,"1"6"-2249,-1-7-89,3 10-450,0 10-1,-1 0 451,2 4-810,-1 28 90,-4 20-135,1 1 0,-1 4 0,-1-1 0,0 4-1138,-1-1 1,0 3 0,1-4 1079,0-5 1,0-1-328,1-7 0,0 3 0,1-2 385,0 16 0,1-4-40,1-20 0,0-1 19,1 10 1,0 4 0,1-6 147,2 13-77,2 2 40,-1-17-75,2-33 2318,-3-3-2060,0-18 1,0-10-97,-1-8 1,-1-1-100,0 3 0,0-5-147,0 8 1,0-7 0,0-3-1,-1 3 1,1 6 330,-1-6 0,0 0-341,-1-4 1,1-7-1,0 0 1,0 9 613,-2 7 0,0 3-1769,0-9 0,0 1 870,0 10 1,-1 3-47,1-5 45,0 39 247,2 19 1,1 8 36,0 12 0,0 7 36,1-12 0,0 4 0,-1 2 0,2-2-629,-1-4 0,0-2 0,1 1 0,0-1 606,0 3 1,-1 0-1,1-1 1,0-1 5,1 7 0,1-3 0,-1-3 882,1-3 1,0-4-832,1 17-81,0-15 62,-4-46 480,-2-11-371,-1-18 0,-1-8-78,-1 10 0,0-1 0,-1-3-606,0 1 0,-1-4 0,0 0 1,0 3 572,-1-4 1,1 3 0,-1 0 487,0 1 0,-1 0 0,1 6-477,-1 4 0,0 6 51,0 0-571,-6 30 417,9 26 1,5 12 9,-3 0 0,1 2 46,2-5 0,1 2 0,1 1 21,1 3 1,1 2 0,0-5-44,0-1 0,0-1-655,1 4 1,1 4-1,-2-9 728,1-2 638,-1-1 1,0-4-825,-2-15 932,8-41-639,-7-9 0,-2-10 0,0 0 19,2-2 0,1-4-115,-3 4 1,-1-6 0,0 0 0,-1 6-15,-1-6 0,-1 4-5,1 11 1,0 0 0,-1 2 55,0-10 0,-4 12 2967,-6 21-3085,1 22-115,3 14 0,1 8 3,1 5 0,1 3 567,0 8 1,1 0-418,1-9 0,1 0-56,0-1 0,1 3 1,1-4 14,0 0 0,2 0-45,-1 4 0,0 4 0,1-5 58,0-6 1,0-3 80,1 3 0,-1-4-218,3-7 39,8-47 1123,-2-12-813,-4 4 1,1-8 0,-2-1-119,-2 5 0,-1-2 0,-1-1 0,0 1-33,1-12 1,0 1 0,-1 0-36,-1 1 1,0 1-1,-1 5 2,0 6 0,-3 8-7,-2 6-40,-1 44-446,2 9 1,1 10 160,2-4 1,0 6 0,2 1 0,-1-4-477,0-3 1,-1-4-1,2 4 610,0 6 1,0 4 0,1-2 0,0-8-230,2 10 156,-1-13 1,1-3-21,1-6 321,14-64 192,-15 8 0,-3-5 0,1-2-172,3-4 1,0-2-1,-2-1 46,-3 3 1,-1-3 0,-1 1-1,0 3 626,-1 2 1,0 2-1,0 2-732,-2-9 1,1 4 152,0 3 0,-1 14-114,2 26-51,0-4-132,2 24 0,3 24 0,1-5 37,-1-16 1,0 0 83,0 12 1,1 5 0,0-2-12,2 10 0,1-4 162,-3-19 1,1 0-134,0 6 1,1 4-1,0-6 49,3 5 29,2-1 92,2-29 1269,0-42-1152,-4-3 0,-2-6-154,-1 3 1,-2-4 0,-1-2-935,-1 2 1,0-3 0,-1 0 0,0 4 797,1 1 0,-1 3 0,-1 0-128,0-2 0,0 0 0,0 7 181,-3-6-107,-4 59 0,-2 12-544,3-6 0,1 4-298,-1 13 1,0 6 0,2 3 496,3-6 0,3 2 0,0 0 0,0-5-173,0-4 1,0-4 0,1 2 592,2 15 0,1 2 1,0-8-1,3 5 1,-3-18-1,0 0 1</inkml:trace>
  <inkml:trace contextRef="#ctx0" brushRef="#br0" timeOffset="20591">11154 8906 7892,'2'-19'720,"0"8"-180,3-10-1,0 11-359,0-1 90,0 3-90,-1 3 0,0 30-90,-3-11 0,-2 24 0,-1 5-90,-1-9 45,2 15 0,2 2-135,7-9 90,-3-10 0,5-1 0,18 6 0,4-19 90,3-8 0,3-29 0,-20 3 0,1-6 90,-8 6-180,2 23 0,4 2-90,7 25 0,-5-10 0,1-1 90,7 8-45,-1-8 0,-1-4 45,-7-10 0,29-7 0,-23-15 90,-4-2 0,-1-5-45,-6-3 0,-4-3-45,0-2 0,-4-4 30,-5-2 0,-4-3 0,-2 0-30,-6-11 0,-2 1-90,1-1 0,-2 3-180,0 10 0,-2 10-1079,1 16-900,4 12 2249,4 9 0,8 9 0,1-1 0</inkml:trace>
  <inkml:trace contextRef="#ctx0" brushRef="#br0" timeOffset="23256">11915 8553 8432,'7'-17'90,"-1"3"450,2-3-90,-1 5-271,-1 1-89,0 9 270,0 35-270,-5 0 0,0 11 0,-1 4 0,0-1-68,0-2 1,0 2-1,-1 0 1,1 1-82,-1-3 0,0 2 1,0 0-1,0 0 1,0-1 4,-1-2 0,0 0 0,-1-1 0,1-3 0,0-5 9,-1 12 0,0-4 0,-1 7 0,2-10 45,5-28 0,0-19 0,5-20 0,1-6 0,1 6 0,0-1 0,1-6 0,2 0-45,3 1 0,1 5 45,7 4 146,3 8 1,4 6-147,-1 16 0,0 6 0,2 1 0,-1 4 0,-2 9 0,-4 5-1639,-6 5 1,-4-2 1433,3 6 40,2 4-1813,0-25 1078,-7-9 900,11 4 0,-4-13 0,2-2 0</inkml:trace>
  <inkml:trace contextRef="#ctx0" brushRef="#br0" timeOffset="23967">12833 9153 9512,'-14'-12'1709,"-7"1"-1530,3 3 541,-27 5-540,22 5-90,-21 7 45,19 3 0,1 3-45,4-1 0,-1 2-135,-10 12 0,2 2-90,13-6 0,4 1 0,1-1 0,5 1-225,20 20 270,0-25-45,9-7 0,4-6 135,5-14 0,-5-1 0,-2-2 0,1-7 90,3-18-90,-21 23 90,10-10-90,-12 23 0,5 11-180,1 13 180,-1-3-135,3 2 1,6-3 44,6-13 0,5-7 90,13-4 0,2-8 0,-3-6 0,-2-11 0,-12-6 0,-1-11 0,-3-2 0,-4 4-726,-6 7 1,-3 2 0,-1-4 725,-2 0 0,1-4 0,-2-2 0,-1 2 0,-2 4 30,-4-1 0,-4 4 0,1 0-1351,-3-16 1,0 4 1410,-3-2 111,3 84 1,1 24-142,2-24 0,2 1 0,0 3-24,0-1 0,0 4 0,0 1 0,1 1 0,1-2 9,3 7 0,1 0 0,2-2 0,2-4-855,3-1 1,2-3-1,1-3-629,3 13 0,3-13 1477,15-25 0,-20-33 0,-4-2 1</inkml:trace>
  <inkml:trace contextRef="#ctx0" brushRef="#br0" timeOffset="24160">13310 8979 9871,'-5'9'2699,"21"0"-2339,11-1-180,15-5-810,-8-5 0,5-3 1,-5 1-1260,14-2 1342,-13 2 1,4-1 0,-7 0 0,-1-2 0,8-3 0</inkml:trace>
  <inkml:trace contextRef="#ctx0" brushRef="#br0" timeOffset="24350">13968 9168 11490,'-13'6'2429,"4"-2"-2159,4 1-3547,16 6 3129,-7-5 0,10 4 1,-13-8-1</inkml:trace>
  <inkml:trace contextRef="#ctx0" brushRef="#br0" timeOffset="26152">16817 8769 7982,'-5'-15'2969,"2"-9"-1980,0 7-539,-26 42-315,13 10 0,3 8-165,5-7 0,3 3 0,0-2-15,-5 10 0,9-3 0,20-8 0,6-9 45,-4-19-45,18-8 0,1-7 45,-6-10 0,-4 3 0,-2-2 0,-7-8-180,-1 24-180,13 14 270,-10-3 0,1 1 90,14 8-45,-11-17 0,-1-4 45,-4-8 45,1-8 0,-3-7 225,-8-19-270,3-2 90,-22 3 0,2 23-90,6-2 0,2 7-180,28-6 180,-16 13 0,10-6 0,3-4 0,-8 2 0,-1-2-45,1 2 0,1-3 45,9-22 0,-3 0 0,-7 1-30,-5-1 0,2-10 0,-5 4-1609,-6 6 1,-2 1 1580,5-10 1,-2 2 57,-5 12 0,-1 16 45,-2 50 0,-1 23-771,-1-17 0,1 2 0,-1 1 756,1 5 0,-1 0 0,1 2-30,-1-7 0,-1 2 0,1-1 0,-1-7 0,0 1 0,1-3 45,-1 2 0,0 0-45,0 1 0,1-5 2448,0-3-2448,21-13 0,1-27-45,7-13 0,0-3-45,5-10 45,4 3 0,4 7 3321,8 27-3218,-15 11 0,-4 10-13,-7 21 0,-5 9-135,-6-14 0,0 2 0,2-3-1549,11 6 1,3-7 1389,-7-12 1,1-7 0,6-15 0,-1-8-1,-2-9 1</inkml:trace>
  <inkml:trace contextRef="#ctx0" brushRef="#br0" timeOffset="26912">18207 8771 10411,'41'1'1889,"-21"2"-1754,10-12 0,-2-5-135,-12 2-180,2-16 0,-8-4-90,-37-3 225,8 18 0,-3 6 0,-12 12 0,-2 12-1048,6 17 1,3 10 0,3-2 989,2-9 1,7 4 102,8 6 0,5 10 0,7-1 0,6-11 45,19-11 0,10-9-90,-7-3 0,5 1 0,1-4 0,-2-7-15,5-13 0,-3-8 0,0-6-8,-6 3 1,0-5 0,-3-1 0,-6-2-53,-4-9 0,-6-1 0,-3 2 120,1 4 0,-5 2-45,-10-10 0,-8 8 45,-3 24-90,-4-2 3366,25 28-3173,15-8 0,6-2-58,-5 2 0,1-1 45,16-2 0,-1-3 449,5 1 271,-24 34-630,-16-14 0,-5 3-45,-9 13 0,-3 4-46,6-12 1,2 1 0,2-2-180,0 2 1,4-1-271,5 0 0,5-5-2698,19-10 3058,4-14 0,2-12 0,-3-6 0</inkml:trace>
  <inkml:trace contextRef="#ctx0" brushRef="#br0" timeOffset="27328">19138 8917 10321,'-10'6'720,"3"0"719,21 5-1169,2-7-46,11-2 1,4-6-225,2-14 0,-1-6-90,-6 2 1,-3-3 44,3-4 0,-13 1-45,-31 11 0,-9 9 90,-2 30 0,-1 10 45,-1-14 0,4 4-15,13 11 0,6 9 0,11-6 60,22-5 0,8-4-135,-11 1 0,3-4-285,7-10 0,7-3 0,-5-5-615,-8-6 1,-1-4 475,23-3 1,0-4 0,-20 2 0,-2-2 0,5-5 0,0 1 0</inkml:trace>
  <inkml:trace contextRef="#ctx0" brushRef="#br0" timeOffset="27546">20163 9092 10321,'18'9'2339,"0"-1"-2429,-2-1-3187,0 0 2702,-16-2 0,-4-1 0,-10-1 0</inkml:trace>
  <inkml:trace contextRef="#ctx0" brushRef="#br0" timeOffset="27808">19917 9401 11041,'-14'-1'1799,"-14"-4"-900,-8-3-449,-7-1 59,4 2 1,-8-1 0,4 2-1093,6 1 0,-4 1 763,6 1 0,-8-1 0,-5 0 0,-4-1 0,-1 1 0,2 1 0,2 0-371,5 0 0,1 1 0,0 0 0,0 1 1,-1 0-1,-2-1 0,-3 1 174,5-1 1,-2 1 0,-2-1-1,-2 0 1,0 1 0,-2-1-1,1 1 1,-1-1 0,0 1-1,1 0 1,2 0-237,0 0 1,1 1 0,0-1 0,0 1-1,0 0 1,0 0 0,0 0 0,0 0 0,1 0-1,0 0 1,0 0 81,-1 1 0,1-1 0,-1 0 0,1 0 0,1 1 0,-1-1 1,0 1-1,0 0 0,0 0 0,-1 1-127,1 0 0,-1 1 0,-1-1 0,0 1 0,0 1 0,0-1 0,1 0 0,1 1 1,1-1-1,3 0 0,1 0 155,-10 1 0,4-1 0,2 1 1,0-1-1,1 1 0,-3 0 0,3 0 1,-3 0-1,-1 1 0,1 0 1,1-1-1,3 1 0,5-2 0,0 0 1,1 0-1,0 0 0,0 0 0</inkml:trace>
  <inkml:trace contextRef="#ctx0" brushRef="#br0" timeOffset="30556">4346 2858 7533,'0'-19'1979,"-1"1"-1710,1 0 181,1 5-270,2 16 135,0 17 0,-1 10-180,1 4 0,-2 9-394,0-6 0,-1 9 0,-1 6 0,1 3 0,-1 0 0,1-4 0,-1-6 281,1 1 1,-1-6-1,1 0 1,-1 8-240,0-6 1,0 6 0,0 5 0,0 2 0,-1 1 0,1-2 0,0-3-1,0-6 1,0-7 246,1 6 0,0-9 0,0 5-12,0 4 0,0 6 0,0 3 0,0-4 0,1-7-153,2 6 0,0-5-226,0 5 1,-1-4-1279,0-12 1,2-11-122,0-21 1760,-1-1 0,0-33 0,-3-2 0</inkml:trace>
  <inkml:trace contextRef="#ctx0" brushRef="#br0" timeOffset="31312">4247 2734 9422,'-13'-22'0,"7"11"90,-4-5 269,8 10 1,8 0 0,24 2-225,-4 3 0,6 0-1,8 0 1,8 1 0,2 0 0,-4 0-1228,-3 0 1,-3 0 0,7-1 1114,-8 0 0,5 0 0,4 0 1,0-1-1,0 1 0,-3-1 0,-6 1-184,12-1 1,-6 0 0,3 0 179,-7 0 0,2 0 0,2 0 0,2-1 0,0 1-153,0 1 1,2-1-1,1 1 1,0 0-1,-1 1 1,-3-1 152,-2 1 0,-4 0 0,0 0 0,2 1 0,3-1-7,-4 0 0,3 1 0,2-1 1,1 0-1,0 1 0,-1 0 0,-2 0 1,-4 1-12,4 0 0,-3 2 0,-1 0 0,-2 0 0,-1 0 22,3 0 1,-1 0-1,-1 1 1,-2 0-23,5 3 0,-2 0 0,-6 1 90,14 8-1,-5 5 181,-18 8-180,-12-3 0,0 3-45,0 4 0,-1 4 15,-2 4 0,0 5 0,0 0-37,-2-3 0,-1 0 1,0 6 5,-1-8 1,-1 4 0,0 4 0,0 0 0,-1-1 0,1-3 39,-1-1 0,0-2 0,-1 0 0,1 0 0,0 3-69,-1-5 0,0 2 0,0 2 0,-1 0 0,1 0 0,0-1 0,0-2 18,1 10 0,0-1 0,-1-2 0,1 0 0,0-2 4,1 2 1,-1-1 0,1-1-1,-1 1-4,1-6 0,0 1 0,0 0 0,0-1 0,0-4 132,2 5 0,0-4 0,-3-2 30,-2 11 0,-6-8 0,-17-1-90,-14-36-45,5-10 0,-8-5 0,-3-1 0,5 1 941,-8 0 0,-5-1-986,16 5 0,-7-1 0,-4 0 0,-3-1 0,-2 0 0,-1 0 0,0 1 0,3 2-79,0 1 0,0 1 1,-1 0-1,1 1 1,-1 1-1,-1-1 1,1 1-1,-2-2 70,8 1 0,-1 0 0,-1 0 0,1 0 0,-1 0 0,-1-1 0,1 1 0,-1 1 0,0-1 0,0 1-133,0 1 1,-1-1-1,-2 1 1,0 1-1,0-1 1,1 1-1,0-1 1,1 1-1,3 0 1,2 0-1,2 1 124,-13-1 0,5 0 0,2 1 0,0-1 0,-2 1 18,-2 0 0,-2 1 0,-2-1 0,2 1 0,3-1 0,6 1-108,-5-1 0,6 1 1,0-1-43,-5 1 0,1 0 0,4 0-1489,-2 1 1,10-3 1214,20-8 1,10-2-1,27-8 1</inkml:trace>
  <inkml:trace contextRef="#ctx0" brushRef="#br0" timeOffset="31906">4956 2726 9332,'8'-11'-270,"-1"1"450,1 1 90,-1 2-91,0 6 361,3 28-315,-5 1 0,-2 9-641,-1-2 1,-1 10-1,-1 5 1,0 1 0,0-1-1,0-6 461,1-1 0,-1-5 0,0 2 0,0 5-23,-1-7 1,0 5-1,0 2 1,0 2-1,0 0 1,0 0 0,0-2-1,0-4-154,0 9 0,0-3 1,0-2-1,0 0 0,1 2 162,0-5 0,0 0 0,1 1 0,-1 0 0,1 0 0,0-1-30,0 6 0,1 1 0,-1-2 0,1-1 0,1-3 0,0 9 0,1-4 0,2-3-120,1-8 0,1-2 0,0-5-430,10 17-1089,-2-21 1,1-4 1310,1-12 1,7-23-1,-11-8 1</inkml:trace>
  <inkml:trace contextRef="#ctx0" brushRef="#br0" timeOffset="32255">5679 2809 9961,'-3'-30'270,"0"10"270,2-8 89,5 14-359,4 14-45,6 20 0,-1 12-75,-1 4 0,-1 6 0,0 3-931,-1-5 1,0 1-1,0 4 1,-1 3 844,-2-5 0,-1 4 0,1 3 1,-1 1-1,0 0 0,-1-2 0,0-2-351,-1-3 0,0-2 1,0 0-1,0-1 1,-1 0-1,0 2 302,1 5 0,0 0 0,0 1 0,0 0 0,-1-1 0,1-1-15,-1 3 0,0 0 0,-1-2 0,2-1 0,0 0-164,0-4 1,2-2 0,0 0 0,0 0-1,-1-1 6,1 6 1,-1 0 0,1-2 0,1-1-413,3 12 0,1-3 1,3-14 569,11-18 0,-2-24 0,0-23 0</inkml:trace>
  <inkml:trace contextRef="#ctx0" brushRef="#br0" timeOffset="32573">6396 2803 10051,'-12'-28'90,"6"13"720,-6-11-450,9 35-91,3 14-119,2 6 0,1 7 0,1 4-340,0-1 0,0 3 0,1 3 1,-1 5 256,0-9 0,-1 5 1,1 2-1,-1 3 1,1 0-1,-1-1 1,1-2-1,-1-4-329,1 8 0,-1-4 0,1-1 1,-1 1-1,1 4 273,-2-8 0,1 3 0,0 1 1,0 2-1,0-1 0,1-1 1,-1-2-1,0-3-11,2 6 0,0-3 0,0-2 0,0-2 0,0 1-45,2 5 0,-1-1 0,1-1 0,0 1-381,0-4 0,1 1 0,0-1 0,0-2 0,0-6-114,4 9 1,0-8 539,-3-4 0,1-10 0,-3-15 0,-4-16 0</inkml:trace>
  <inkml:trace contextRef="#ctx0" brushRef="#br0" timeOffset="33049">4376 3396 9871,'-15'-10'90,"7"1"360,15-2 44,31 3 1,11 3-405,-17 0 0,1 1-129,5 0 0,3 1 0,5 0 165,-5 1 0,4 0 0,1 0 0,1 0 0,-2 0-357,-5 0 1,-2 0 0,0 0 0,2 0 0,4 0 252,-5 0 1,2 0-1,1 0 1,2-1-1,2 1 1,-1 0-1,1 0 1,0-1-240,1 1 0,0 0 1,2 0-1,0 0 1,1 0-1,-2 0 1,0 0-1,-3 0 1,-1 0 216,3 0 0,-3 0 0,-2 0 0,0 0 0,2 1 0,4-1-269,-7 1 0,4-1 1,2 1-1,2-1 0,1 1 1,-1 0-1,-1 0 0,-2-1 1,-2 2-1,-4-1 89,12 0 0,-5 0 0,-3 1 0,0 0 1,1-1 89,1 1 0,2 0 0,-1-1 0,-2 1 0,-3-1-416,15 0 0,-3 0 0,-22 1-1743,-27 2 2249,-18-2 0,-13 2 0,-6 1 0,5-2 0,-1 1 0</inkml:trace>
  <inkml:trace contextRef="#ctx0" brushRef="#br0" timeOffset="33449">4323 3756 8342,'-42'7'360,"-2"0"0,35-5 1169,-10 1-989,36 0-181,13-1 1,11-1-225,-5 0 0,4 1 0,4-2 0,3 1-543,-6 0 1,3-1-1,3 1 1,1-1-1,2 0 1,-1 1 0,0-1 440,-4 0 1,1 0 0,0 0-1,0 0 1,0 0 0,1 0 0,-2 0-1,0 0-33,3 0 0,-1 0 0,-1 0 0,0 0 0,2 0 0,0-1 0,3 1-183,-5-1 0,3 1 1,1-1-1,2 0 0,0 0 1,0 0-1,-1 0 1,-2 0-1,-2-1 0,-3 1 48,5-1 0,-4 0 0,-2-1 0,-1 0 1,1 1-1,4-1 90,-4 1 0,3 1 0,1-1 0,1 0 0,-1 1 0,-2-2 0,-3 1 0,-4-1-375,21-3 0,-7 0 1,-15-2 59,-14-3-2519,-63-4 2616,-3 9 0,10 2 0,-5 1 0,1 1 0,-8 0 0,-1 0 0</inkml:trace>
  <inkml:trace contextRef="#ctx0" brushRef="#br0" timeOffset="33816">4324 4091 8319,'-33'7'90,"0"0"907,9-2 532,4 2-539,25 5-631,20-4 1,11-3-1453,-6 1 1,3-1 0,5 0 1129,2-1 1,5 0 0,3 0 0,-1-1 0,-3 0-15,-4 0 1,-4 0 0,3-1 0,5 1 26,-5-1 0,4 1 0,4-1 0,2 1 0,2-1 0,0 0 0,-1 1 0,-3-1 0,-4 0-212,4 0 0,-4 0 0,-2 0 0,0 0 0,3-1 0,4 1 145,-8 0 1,3-1 0,1 1-1,3-1 1,1 1 0,0 0-1,0-1 1,0 1 0,0-1 0,-3 1-1,-1-1-40,7 0 1,-2 0 0,0 1 0,-1-1 0,-1 0 0,0 0 0,-1 0-1,0-1 18,-1 1 1,0 0-1,-1 0 1,-1-1-1,1 1 1,-1-1 0,2 0-345,4 0 1,2 0 0,1 0-1,-1 0 1,-2-1 0,-5 1 0,-6-1 292,1 1 0,-7-1 0,2-1-270,8 0 0,5-1 0,-3-1 1,-13 1-901,-6-3 388,-7-7 872,-48 3 0,-11-1 0,13 5 0,-1 0 0</inkml:trace>
  <inkml:trace contextRef="#ctx0" brushRef="#br0" timeOffset="34424">4088 4426 8792,'23'0'-180,"-2"0"540,15-1 0,-4 1-46,-8 1 1,4 0-45,6 0 0,4 1 0,1 0-523,-1 0 1,0 1 0,4-1 342,2 0 0,4 0 0,2 0 0,1 0-347,-11-1 0,2 1 0,1-1 0,1 1 0,-1-1 0,0 1 287,-1-1 0,-1 0 0,0 1 0,1-1 0,1 0 0,2 0-157,1 0 0,1 1 1,3-1-1,0 0 1,1 1-1,0-1 1,0 0-1,-3 1 138,-2-1 0,-1 0 0,0 0 1,0 0-1,-1 0 0,0 0 1,0 0-1,0 0-11,5 0 0,-1 0 0,0 0 0,0 0 0,-1-1 0,1 1 0,-1-1 12,-1 1 1,2-1 0,0 0 0,-2 0 0,-1 0 0,-2-1 0,-5 1 17,14-1 0,-6-1 0,-2 0-30,1 0 0,-1-1 0,-10-2 90,-5-8 247,-21 1-697,-12-4-1521,-5 5 1881,-1 1 0,3 3 0,1 3 0</inkml:trace>
  <inkml:trace contextRef="#ctx0" brushRef="#br0" timeOffset="37256">5820 3936 9332,'2'-11'539,"-1"-3"-179,-3 4 270,-4-10 89,-7-3-359,-6-2 0,-11 8 0,-3 3-270,-9-2 59,1 9 1,-7 1 0,6 2-105,14 3 0,1 2 15,-14 2 0,-7 2 0,6 3-15,8 4 0,3 4-45,-5 0 0,5 5-90,10 10 0,14 4 0,19-6 0,13 1 1,2-2 29,0-2 0,3-2 0,1 0-1033,3 0 1,3 0 0,-1-5 989,9-5 1,-3-7-771,5-5 843,-3-7 0,10-4 0,-5-2 30,-3-2 0,0-4-23,-3 2 1,5-3 0,-1-2-1,-8-3 23,-11-3 0,-5-2 0,-2-2-30,-1 1 0,-2-1 0,-6-3 30,-8-3 0,-5-3 0,-5-1 0,-4 2-525,-4 4 0,-5 0 1,-3 1-1,0 1 525,1-3 0,-1 0 0,-2 1 0,-3 3-23,-5 3 1,-5 2 0,-1 3-1,1 6 670,-5 6 0,0 6 0,2 2-647,5-2 0,2 2 0,-2 6 0,-4 10 0,-3 7 0,2 3 0,8 3 30,9 2 0,8 2 0,-2 2 228,-11 7 0,-1 1 0,11 1-258,19 0 0,10 1 0,6-5 30,4-10 0,3-4 0,1-1-30,6 11 0,5-6 30,7-10 0,7-7 0,-2-7 0,-8-10 0,-2-6 0,2 0-30,5 3 0,2-1 0,-4-5 0,-3-5 0,-4-5 0,-6-4 0,-11-3 0,-5-4 0,-7-1 0,-8-2 0,-7-2 0,-3 2-30,2 1 0,-4 1 0,-6 4 30,-13 0 0,-8 4 0,-3 10 1030,0 12 0,-2 9 0,-2 6-1030,11 5 0,-2 5 0,-1 3 0,2 1 0,3-3 0,-8 2 0,3 0 0,3 7 0,10 2 0,-1 6 0,3 3 0,5-1 0,7-4 55,10 7 1,8-1-86,-2 0 0,2 3 1,7-4-31,13-5 0,8-5 0,0-3 60,3 2 0,3-5-23,-5-11 1,4-1-1,2-3 1,-3-6 22,6-10 0,-2-7 0,0-1-30,-1 2 0,-1-2 0,-2-5 30,0-10 0,-2-5 0,-9-3-30,-14 7 0,-6-3 0,-5 0 0,-6-10 0,-6-2 0,-6 4 30,1 9 0,-4 3 0,-6 4 45,-9 5 0,-7 2 0,-3 5 0,6 4-45,-8 2 0,0 8 22,5 6 1,-6 3-1,0 5 1,7 6 37,4 12 0,7 7 0,-1-2-60,1-10 0,0-3 0,6 7-23,9 8 1,6 7-1,5 1 1,8-8-520,20 3 0,9-3 512,-9-3 0,3 2 0,3-5 30,5-8 0,4-4 0,2-7-30,2-6 0,2-6 0,-2-1 190,4 3 1,0-8-184,-11-9 1,4-7 0,-3-3-1,-9 3-121,-6 2 1,-6-3 143,7-17 0,-2-8 0,-8 6 0,-12 15 0,-8 1 59,-9-15 1,-9-5 0,1 7-60,6 15 0,-4 5 67,-8 0 1,-8-1 0,-2 3-1,4 9-22,-12 17 0,1 8 287,9-10 1,0-1 0,2 5-288,-5 11 0,8 8 0,10 12 0,8 2 0,5-21 0,3 3-45,1 11 0,3 6 0,6-4 0,11-3 0,5-3-913,7 9 0,3-3 913,-2-11 0,5-6 0,7-10 0,4-9 0,-2-13 0,0-5-617,-6 4 0,1-5 617,-3-13 0,1-8 0,-7 4 0,-11 10 0,-4-2 30,2-19 0,-2-10 0,-9 6 15,-9 12 0,-11 4 0,-6 3 0,-7-1 0,-2 1 0,2 7 0,-3 1 0,-4 10-287,-4 10 0,-8 7 1,1 4-1,8 2 242,10 3 0,4 7 197,-4 10 1,-3 10 0,3 3 0,12-3-198,14-3 0,10-2 0,3 1-23,0-1 0,3 2 0,2-2 0,2-5 23,3-2 0,3-5 0,4-8 0,21-12 0,7-12 0,-10-5 0,-19 1 0,-3-6-23,4-6 1,5-7 0,-3-2-1,-7-1 23,-10-2 0,-8 0 0,-1-3 1029,3-12 0,-3-2 0,-12 7-1029,-17 12 0,-12 7 0,1 3 253,0-3 0,-3 14-253,-1 22 0,-7 14 0,2 7 0,14 3 0,16 3 0,11 4 0,1 2 0,-1-5 0,0 2 0,3-1 0,5-3 0,6 1 0,5-2 0,7-8 0,14-10 0,9-8 0,-4-8 0,1-15 0,-3-6 0,1 5 0,-1-5 0,-8-10 0,-1-7 0,-7 2 72,-11 10 0,-3-1-72,0-16 0,-2-6 0,-6 3 0,-12 6 0,-5 2 45,-1-10 0,-9 6-45,-7 21 0,-8 9 0,-2 10-155,8 11 1,-3 10-1,-1 5 1,1 3-1,2-3 155,-4 2 0,1 0 0,2 2 0,0 4-15,8-4 0,-2 4 0,0 2 0,4 0 0,5 2 0,7-2-53,6 10 1,9 1 0,7-2-1,6-5 8,8-3 0,8-5 1,7-10 14,4-10 0,6-8 0,1-7 0,-4-9 9,-10-7 0,-2-9 0,-2-5 0,-4-3 0,-3 0 18,-3-1 0,-1-4 0,-4 0 0,-7 1 0,-9 7 18,-20-7 0,-14 7 0,-4 9 0,4 9 0,-2 7 0,1 12-23,0 18 1,0 14-1,5 7 1,14-1-128,18 7 0,15 3 0,7-5 60,4-8 0,6-4 0,7-10 45,3-11 0,7-8 0,1-7 0,-6-10 45,-5-12 0,-4-11 0,-4-6 0,-6 0 45,-6 0 0,-6-2 0,-4-1 0,-3 2 272,-3-9 1,-4 2 0,-15 12-251,-13 22 1,-13 10-1,-1 6 1,9 3-68,9 5 0,1 5 30,-9 2 0,-4 4 0,8 0-30,13 2 0,5 1 45,3 4 0,3 2-135,0 0 0,4 2-90,4-1 0,7-3-2968,31 1 3148,-5-19 0,10-20 0,-19-8 0</inkml:trace>
  <inkml:trace contextRef="#ctx0" brushRef="#br0" timeOffset="38149">8800 3671 9691,'-12'-11'1620,"3"-2"-1081,15 7 181,24-5-511,0 7 1,7 2 0,1 0-150,-2 1 0,1-1 0,3 2-880,0 0 1,2 0 0,2 0 0,0 1 618,-3 0 1,1 1-1,0 1 1,1-1-1,0-1-51,0 1 0,0-1 0,0 0 1,0 0-1,-1 0 4,9 1 1,-1-1 0,0 0-1,-2-1-572,-4-2 1,1-1 0,-4 0 0,-8-1 671,16-6 1,-14-13-1,-32 7 1</inkml:trace>
  <inkml:trace contextRef="#ctx0" brushRef="#br0" timeOffset="38491">9736 3308 9242,'-13'-9'989,"2"0"-809,6 11 180,8 4 0,22 27-181,0-9 1,6 2-120,3 0 0,3 2 0,2 0-90,-2-2 0,1-1 0,0 0 0,0-1 0,1-1 0,-2-2-15,8 4 0,-5-4 135,-1-1 90,-20 0 0,-41-8-90,-10 0-90,-6 0 0,-10 3 0,4 0-225,7-1 0,-1 2-450,3-2 1,-4 2-1,1 0 1,5 0 674,3 1 0,5 0 0,-1 1 0,4-1 0,-3 6 0</inkml:trace>
  <inkml:trace contextRef="#ctx0" brushRef="#br0" timeOffset="40050">10901 2774 9871,'3'-8'1889,"0"1"-1799,-6 23 90,1 10-90,-1 7 0,0 9 0,0 1-30,2 4 0,0 2 0,0 5-607,0-12 1,-2 4 0,0 3 0,1 0 0,-1-1 0,1-3 123,0-1 0,1-3 1,-1 0-1,1 0 0,-1 2 438,0 0 0,0 3 0,0 0 0,-1-1 0,1-1 0,0-4 263,0 1 1,0-4 0,0-1-1,1 0-338,0 8 0,0-2 0,0-2-165,0 8 1,1-7 752,-1-7-528,-1-3 0,-3-34 0,-2-3 0</inkml:trace>
  <inkml:trace contextRef="#ctx0" brushRef="#br0" timeOffset="40800">10855 2505 9152,'5'-10'719,"0"2"-509,23 7 0,19 7 0,-5 0-924,-10-3 0,5-1 794,-7 0 0,7 1 0,6-1 0,4 1 0,2 1 0,3-1 0,0 0 0,-1 1 0,-2-1-329,-2 1 0,0-1 0,1 1 0,-1 0 0,2 0 0,0 0 0,0 0 0,1 0 0,1 0 0,0 0 255,-5 0 1,1 0 0,1 0 0,1 0 0,1 0 0,-1 0 0,1 0 0,0 0 0,-1 1 0,0-1 0,0 0 0,-2 0 0,0 1 1,2-1 0,0 1 0,0-1 0,-1 1 0,1 0 1,-2-1-1,0 1 0,-2 0 0,0-1 0,-2 1 1,-1 0 3,8 0 1,-1 1 0,-1 0 0,-2 0 0,-3 0 0,-3-1 0,-3 0-347,7 1 1,-5 0 0,-4-1 423,8 0 0,-5 1-28,-11-1 0,-4-1 118,-6 0 762,12 21-822,-26 9 0,-10 12 0,0 4-76,4-12 1,0 2 0,-1 4 0,1 0 0,-1-1 0,0-1 165,-1 2 1,1-2-1,-1 0 1,0 2-1,-1 4-200,2-8 0,-1 3 0,-1 2 0,1 2 0,0 0 0,-1 0 0,1-1 0,0-2 0,0-3 26,0 10 0,0-3 0,0-2 0,-1 1 0,1 3-24,-1-5 1,1 3 0,-1 1 0,0 1 0,0-2 0,0-1 0,1-4-13,-1 9 0,2-4 0,-1-1 0,-1-2 304,1-1 1,1 0 0,-3-4 0,-6-9-260,-13-10 0,-8-7-45,2-1 0,-4 0 0,-2-5-169,3-7 1,0-5-1,-4-1 1,-6-2 141,8 2 0,-3-1 0,-4-1 0,-3 0 0,-2-1 0,-1-1 0,-1 1 0,0 0 0,1 1 0,1 0-102,2 1 0,0 1 0,-1-1 0,0 1 0,0 0 0,0 1 0,0-1 0,-1 0 0,1 0 0,0 0 0,0 0 129,1-1 0,0 1 0,-1-1 0,1 0 0,0 0 0,-1 0 0,1 0 0,0 0 0,1 1 0,0-1 0,0 2 0,-2-1 0,-1 1 0,-1 1 0,1-1 0,0 1 0,2-1 0,1 2 0,2-1 0,3 0 0,3 1 274,-15-2 1,5 1 0,4 1 0,1-1-395,-3 1 0,3 0 0,0-1-900,-7 1 1,1-1 0,17-4 1019,25-8 0,4-8 0,33-7 0</inkml:trace>
  <inkml:trace contextRef="#ctx0" brushRef="#br0" timeOffset="41286">11809 2474 10051,'-7'-23'540,"-6"39"-180,6 20-907,3-5 1,1 10 0,0 7 0,0 3 0,1-1 0,-1-5 287,1 4 1,0-4-1,1 2 1,-1 9 317,1-19 1,0 4 0,0 4 0,0 2 0,0 2 0,0 2 0,0 0 0,0 0 0,1-2 0,-1-2 0,1-2 0,1-4 39,0 13 0,0-4 0,1-3 0,0 0 1,0 1-1,1 5-189,-1-9 0,1 2 0,-1 4 0,1 0 0,0 1 0,1 0 0,-1-3 0,2-1 0,0-5 0,1-3-730,4 13 1,3-7 0,0-3 0,-1-1 323,1 12 1,0-2-1,5-14 1,20-17-1,-22-31 1</inkml:trace>
  <inkml:trace contextRef="#ctx0" brushRef="#br0" timeOffset="41696">12576 2870 8580,'-3'-42'1349,"0"9"-539,0 47-608,1 17 0,1 17 1,1 10-1,0 1-135,0-18 1,-1 4-1,1 1 1,-1 3-1,1 1 1,0 0 0,0 1-1,0-1-203,1-3 0,-1 2 0,1-1 0,-1 1 0,1 0 1,0 1-1,1 0 0,0-1 0,0 1 73,1-2 0,0 1 0,0 1 0,1 0 0,0 1 0,1-2 0,-1-1 0,1-2 0,-1-2 0,0-3-135,1 12 0,0-5 0,1-2 1,0-2-1,1-2 263,3 3 0,2 1 0,-1-7 0,-2-12 0,0-11 0,-7-27 0</inkml:trace>
  <inkml:trace contextRef="#ctx0" brushRef="#br0" timeOffset="42791">11048 3522 9781,'-21'-10'720,"1"1"0,14 6-451,15-1 91,14 2-180,11 1 0,10 0 0,-3 0-135,-3 0 0,3 0-701,1-1 1,10 0-1,3 0 1,-2 0 0,-8 0 480,-8 1 0,-5-1 0,6 0 205,2 0 0,5-1 0,5 1 0,0-1 0,-2 0 0,-3 0 34,3 0 0,-4 0 0,0-1 1,2 1-47,-4-1 0,1 1 0,2 0 0,-2-1 0,1 1 0,-3-1 0,1 1 0,0-1 0,-3 1 0,-2-1-698,3-1 0,-4 0 1,-1 0 679,10 0 0,-6-1-360,-8-2-1889,-29 4 510,-8 7 1739,1-2 0,-12 6 0,4-2 0</inkml:trace>
  <inkml:trace contextRef="#ctx0" brushRef="#br0" timeOffset="47224">12070 3640 9062,'-3'-10'-180,"-2"-5"810,0 1-451,0 1 361,-3-4 0,1 10-90,-6-5-1,-3 2-359,2 4 270,-7 1-180,4 7 0,-17 11-45,9 10 0,2 3-135,6-8 0,0 1 0,-3 11 0,2 2 90,9 3 0,3 2-45,3-5 0,2 3-45,1 6 0,2 4 0,3-1 0,4-6 0,1-1 0,2-1-30,0 1 0,0-2 0,3 0 0,6 2 0,3-2 0,2-5-15,12-4 0,0-5 45,-6 2 0,0-5 0,12-13 0,-2-10-45,-15-8 0,-3-5 45,6-1 0,-1-5-30,-10-4 0,-2-3 0,-3 0 30,-2 3 0,-3-3 0,-4-5 0,-3-6 0,-2-1 0,-1 4 0,-4-8 0,-4 0-749,2 5 0,-3-4 0,0-1 1,-1 5 808,-3 4 0,-1 2 0,0 3-288,-5-12 0,-2 5 273,-3 8 0,-1 10-45,3 15 45,-12 25 0,-1 12-45,17 1 0,3 5 30,-5 1 0,-1 5 0,4 3-136,6-3 1,4 4 0,1 1-1,2 1 61,1 0 0,3 2 0,0-1 0,1 1 22,0-2 1,0 1 0,2 0-1,3-1-45,5 0 1,3 1 0,2-4-1,1-6 23,8 1 1,2-7-1,0 4 0,5-9-90,8-21 0,0-9 2790,0-6-2745,-8-5 0,6-7 1,-6-3-31,-9-2 0,-5-4 0,1-2 90,4-4 0,1-3 0,-5-3 0,-6-4 1,-2-4 0,-5-2 0,-4 1 83,-4 8 0,-4 1 0,-3-1 0,0 1 0,2 1-32,1-3 1,2 2 0,-2 0-1,-4 1 68,-6-3 0,-4-1 0,-3 4 0,1 12 45,-3 13 0,-1 6-90,-1-4 0,0 6 0,2 10 0,1 9 15,1 9 0,1 8 0,3 3 0,1 7 0,4 5 0,0 1-38,0-10 1,0 1-1,1 1 1,3 1-23,4 7 0,3 2 0,3 0 0,3-3 0,3-1 0,3-2 0,2-1 0,-1-2 0,0-1 0,4-2 0,10 12 0,7-15-182,10-27 0,2-20 47,-16-9 0,-1-11 0,-2-6 0,-1 3 112,0 5 1,-1 1 0,-2-3-1,-3-3-39,-5-1 0,-1-5 1,-2-2-1,-1 0 1,-3 3-1,-1 6 92,-2-4 0,-3 6 0,-4-3-438,-5 2 1,-3-5 0,-4 0 0,1 3 0,0 7 497,-6 0 0,-3 5-157,-7-4 1,-5 0-1,2 17 157,-2 28 0,4 15 0,2 2 0,4 8-68,13-6 1,2 6 0,4 3-1,3 0 0,6 3 1,4 2-1,3 1 1,-2-3-23,-2-8 0,-2 0 0,2-1 0,5 1-18,3 4 0,4 4 0,3-1 0,2-5 0,0-9-132,12-6 1,4-10 29,-1-7 0,4-4 0,-4-8 328,-1-9 0,-6-14-244,-13-5 0,-2-12 0,-4-5 0,-3 0 0,-2 9 126,-6-9 0,-6 1 653,0 1 0,-1-7 0,-3 1 1,-3 12-609,-9 8 0,-6 10-45,-10 2 0,-2 17 29,12 27 1,2 18 0,4 0-120,5-8 0,4 0 0,2 4 256,1 6 1,2 4 0,2 0 0,4-5-302,5 3 0,7-3 15,7-1 0,6 2 0,1-8-15,-1-15 0,2-3-45,19 10 0,3-9 0,-13-23 0,-2-10 0,1-13 0,-1-10 0,-4 2-1011,-1 4 1,-5-5 1064,-8 3 0,0-7 0,-1-3 0,-3 2 0,-2 6 36,-2-3 0,-5 0 67,-5-6 1,-3-9-1,-3 2 1,-3 10-23,-6 9 0,-6 4 15,2-1 0,-3-1 0,-4 12-1,-7 22 1,-4 13 0,4 1-15,3-3 0,2 6-607,2 11 0,-3 11 1,2 1-1,8-5 562,8-5 0,5 3 22,0 2 1,-1 7-1,3 2 1,6-5-62,7-5 1,5-3 0,2 0 38,-2 4 0,1 1 0,5-3-60,6 0 0,6-3 0,3-11-281,3-15 1,3-10 0,-1 0 295,4 6 0,-2-8-378,-8-16 1,1-10-1,-2-5 1,-8 4 377,-4-8 0,-6-2 270,4-2 0,-1-4 0,-7 1-166,-11 5 1,-6 1 0,-5 5 75,-14-2 0,-7 7-90,-4 2 0,-2 12-15,11 18 0,0 8 0,2 7 30,0 13 0,3 9 0,4-2-285,-2-4 1,6 4 224,8 1 0,2 8 0,5 1 0,4-7 515,11-1 1,6-2-546,-2 1 0,2 2 0,1-6 1002,2-9 0,4-9-1017,18-16 0,1-16-574,-14-19 0,-4-9 619,-2 17 0,1 0 0,-6-4 90,-5-16 0,-8-6 0,-4 7-45,-5 8 0,-5 2 208,1-5 1,-7 8-209,-9 21 0,-2 8 45,-1 8-45,-10 22 0,2 10-45,20-10 0,4 3 0,-9 15 0,6 4 0,14-2 0,6-2-45,2-13 0,4-2 45,6 2 0,4-6 650,9-9-650,0-27 0,4-13 0,-4 1 116,-10 6 0,-1-3-116,4-8 0,4-6 0,-1-3 0,-6 1 0,-8 2 0,-5-1 0,0 0 30,1-4 0,1-2 0,-4 2 0,-5 3 0,-2 1 0,-3 5-30,-9-11-579,-20 40 0,-4 14 624,11 8 0,2 7-23,1-2 1,-2 4-1,0 2 1,4 0-23,2 9 0,3 1 0,2 0 0,1-7 0,0 0 0,5 1-579,5 9 0,5 1 0,2-7 579,5 1-219,10-1 1,6-8 218,5-28 524,-3-5 0,1-7-524,1-25 0,-5-8 0,-6 18 0,-3-3 60,-4-14 0,-2-8 0,-5 9 1202,-7-1-1172,-9-2 0,-7 8 0,-14 30-45,7 4 0,-2 6 0,-5 23 0,3 7-45,10-14 0,2 2 0,-4 24 0,8 0 2753,14-16-2753,13 2 0,7-4 0,18-15 0,-3-5 0,4-7 0,-4-11 0,1-8 0,-2-3-633,-2-6 1,-2-4 0,-1 0 632,1 1 0,0-1 0,-5 0 171,-1-18 0,-13 4-126,-16 15 0,-11 8-1075,-28 23 1,-6 10 1029,19-12 0,1 6-479,-10 18 0,-3 12 0,10-2 524,19-12 0,5 2 552,-8 14 1,9 0-598,18-13 0,8-4-45,6-7 0,3-5 45,5-1 0,1-6 0,5-14 0,-3-9 45,-12-3 0,-4-3-45,-2 5 0,-6-1 90,-13-12 0,-8 3 0,-4 13-45,-20 2 0,-6 7-45,-7 25 0,3 3 0,3 7-45,19 0 0,4 1 45,2-2 0,4 0-90,13 25 0,14-27 0,22 6 90,-6-20 234,10-9-144,-14-23 2189,-13 8-2100,-20-27-89,-5 30-90,-8-2 0,-3 4 90,-2 10-180,-23 11 0,26 6 3184,2 8-3364,36-2 538,-3-10-537,32-7 269,-27-10-180,17-18 180,-34-3 90,0 0 0,-19 2 0,-6 3-90,4 5 45,-9-1 0,1 5-45,12 9 89,-11 6-89,23 16 0,2-5 90,15 12-90,-2-18-179,18 1-631,-3-14-1709,8-9-758,1-4 2972,-15 3 0,-2 3 0,-10 6 0</inkml:trace>
  <inkml:trace contextRef="#ctx0" brushRef="#br0" timeOffset="55511">15094 3668 9242,'-20'-9'2248,"-13"-8"-1618,17 9 180,-11-5-361,19 7 541,55-4-900,-12 5 0,5 3 0,12 0 0,4 0 0,-7 1-356,-13 0 1,-3 1-1,7-1 198,-1 1 1,7 0-1,5 0 1,4 0 0,0 0-1,-2-1 1,-5 1 0,-6 0-23,10 0 0,-7 0 0,6-1-26,-12 1 0,6 0 1,3 0-1,1 0 1,-1 0-1,-3-1 0,-6 1-844,12-2 1,-7 0 0,-2 0 149,6 0 1,-2 0 809,4-1 0,-14-4 0,-33-3 0,-4-2 0</inkml:trace>
  <inkml:trace contextRef="#ctx0" brushRef="#br0" timeOffset="55906">16280 3360 10141,'-4'-9'1349,"27"14"-1259,1 7 0,6 5-90,-2-2 0,4 2 0,-1 1-1093,-1 0 1,0 0 0,-1 0-235,8 4 1,-2 0 1555,-8-4 1,-2-1-320,5 5 1048,1 2-778,-25 3 0,-23-5 0,-14 3 0,-6 0-91,8-7 1,-2 0-120,3-1 0,-1 2 1,1-1-466,-5 4 0,4 1 495,9-2 0,4 0 0,-9 16 0,26-11 0</inkml:trace>
  <inkml:trace contextRef="#ctx0" brushRef="#br0" timeOffset="56567">17933 3434 11221,'5'-45'2968,"-2"13"-2249,-1 1 451,-1 17-766,-16 44 1,-4 16-315,2-9-90,3-7 0,-4 9 0,-2 5 0,0 0 0,2-7-1093,1-1 1,1-4 0,-1 2 861,1 0 0,-2 2 0,1-1 0,1-4-84,-3 8 1,5-7-226,3-5 270,34-30 180,-11 2 0,22-20 0,2-4 0,-9 6 45,4-2 0,-1 2-135,-6 9 0,18-3 91,-13 9-1,11-2 45,-15 0 0,-1-2 3259,15-6-3169,-14 2 0,-2-1 45,5-9 627,-5-2-447,-4 0-90,-7 11-180,-3 8 179,-13 20-89,-1 14 0,-1 10 0,0-2-90,2-2 0,0 3-23,2 0 1,1 5 0,1 1-1,3-6-517,9 2 1,4-4-136,-2 2 1,6-8-965,6-20 1,2-8 1142,-1-14 0,-6-4 0,-3-3 0,2-14 0</inkml:trace>
  <inkml:trace contextRef="#ctx0" brushRef="#br0" timeOffset="56789">18491 3551 10591,'5'10'2339,"0"-3"-1800,18 26-209,0-10 0,5 3 0,1-1-870,0 1 0,1-1 1,0 1-193,0 0 1,-1 1 0,0-4 731,10 5 0,-10-14 0,-21-22 0,5-4 0</inkml:trace>
  <inkml:trace contextRef="#ctx0" brushRef="#br0" timeOffset="56981">18875 3620 10321,'-13'-23'1619,"-6"11"-1259,1 9 269,-16 26 1,-5 13-360,9-4 0,-1 2-293,7-8 1,-3 2-1,1 2 1,1-1-968,-4 10 1,3-1 0,2-2 989,-1 1 0,4-2 0,2-3 0,5-5 0,9-11 0</inkml:trace>
  <inkml:trace contextRef="#ctx0" brushRef="#br0" timeOffset="57626">19334 3484 12930,'-2'3'2068,"-8"16"-1888,-3 6 0,-3 6-270,-4 10 0,-3 7 0,3-2-240,5-8 0,1-1 1,0 0 269,-6 4 0,0 1 0,13-6-435,22-2 1,8-12 494,-1-17 45,19-8 0,2-6 494,-4-13-449,-13 11 0,0 5-90,16 11-90,-22 9-45,5 3 0,5-4 90,6-14 0,4-10-1048,-6 1 1,1-4 0,-1 0 1124,8-4 1,-2-3 237,-2-15 0,-9 0 450,-13 10-361,-20 45-239,-3 8 0,-3 8 0,0 1-90,0 2 0,-1 0 0,1 2-30,-1 7 0,2 2 0,3-6-135,4-8 0,5-4-1484,14 15-1658,11-41 2457,-6-2 1,4-34 0,-17 2 0</inkml:trace>
  <inkml:trace contextRef="#ctx0" brushRef="#br0" timeOffset="58221">20026 3057 9101,'-30'-36'305,"0"1"1,-2 7 0,-5-2 0,-3 0 0,0 3-572,4 4 1,0 2 0,-3 0 0,-3 0 355,4 3 0,-3-1 0,-3 0 0,-1 1 0,0 0 0,-1 2 0,1 2-138,3 3 0,0 1 1,0 2-1,-1 1 1,0 0-1,1 2 1,-2-1 72,0 0 1,0 0 0,0 1-1,0 0 1,-2 3 0,0 1-1,-2 3-86,5 2 1,-1 2 0,-1 1 0,-1 1 0,-1 2 0,0 2 0,1 0 0,0 1 0,2 1 0,2 1 90,0 2 0,1 1 0,1 1 0,1 1 0,1 1 0,-1 1 0,1 1 0,-1 1 0,-1 1-6,2-1 1,-1 1-1,-1 1 1,0 1-1,0 1 1,0 0-1,0 1 1,2 0-1,1 1 1,2-1 0,2 1-14,-4 4 0,1 0 0,2 1 0,2 0 1,1 1-1,2 1 0,2 1 0,1 3-187,4 0 0,2 2 0,1 3 0,2 1 1,1 0-1,2 0 0,1-2 0,1-2 1,2-4 175,-1 5 0,2-4 0,2-2 0,3 2 0,2 4-126,3-3 0,3 5 0,2 3 0,2 1 0,1-1 0,0-2 0,2-5 0,-1-6 96,9 11 0,1-9 0,4 2-105,-6-4 1,1 2 0,1 2 0,5-2-1,5-2 78,0-7 1,4-1 0,4-1 0,2 0 0,2-2 0,1 0 0,1-3 0,-1-1-24,1-2 1,1-2 0,1-3-1,1 0 1,1-1 0,1 0 0,0 0-1,1 2 71,-8-1 1,0 2 0,1 0 0,1 1 0,0-1 0,1 1 0,0-1 0,0-2 0,1-1 0,0-2-1,1-2 1,-2-3 1,2-1-1,0-1 1,1-2-1,1-1 1,-1-1 0,1-1-1,-1-1 1,0-1-1,-1-1 1,-1 0-1,-1-1 8,3-1 0,-2 0 0,0-2 0,-1 0 0,-1-1 0,0-2 0,1-1 0,0 0 0,0-3 0,2 0 27,-4 0 1,2-3 0,0-1 0,1-1-1,1-1 1,-1-1 0,1-1 0,-1 0-1,-1 0 1,-1 1 0,-1 0 0,-2 1-1,-1 1-16,7-3 0,-3 2 1,0 1-1,-2-1 0,-2 0 1,0-2-1,0-2 0,-1-4 25,-3-1 0,1-3 0,1-2 0,0-2 0,-1-1 0,-3-1 0,-2 0 0,-3 0 0,-5 2 0,-5 1 54,-2-14 0,-10 1 0,-4 1 0,-2-1 0,3 1-54,5 0 0,3 1 0,-2 0 0,-4-1 0,-9-3 13,-7 9 1,-6-3 0,-5-3 0,-3 0 0,-2 0 0,-2 1 0,1 2 0,1 5 0,2 4 62,-1 0 0,2 6 0,-1 3 0,-3-1 0,-5-3-96,2 5 0,-3-3 1,-3-2-1,-3-1 1,-2-1-1,-2 1 0,0 0 1,0 2-1,0 3 1,1 3-1,2 3 14,-3 3 1,0 4 0,0 2-1,1 3 1,-1 1 0,-1 1 0,0-1-1,-3-1-57,4 0 0,-2-1 0,-1 0 0,0-1 0,-1 2 0,-1 0 0,0 1 0,-1 2 0,0 2 0,-1 3-67,7 2 0,-2 1 0,-1 1 1,-1 1-1,0 1 0,-1 2 0,1 1 1,0 1-1,0 1 0,1 1 0,1 1 1,2 1-1,0 1-204,-1 4 0,0 2 0,1 3 0,1 1 0,2 1 0,-1 1 0,1 0 0,1 0 1,-1 0-1,1-2 0,-1 0 141,-5 0 1,-2-1 0,1 0 0,0-2 0,0 2 0,2 0 0,2 1 0,3 3 0,3 2 0,1 5 0,2 4 0,2 2 0,2 1 0,2 0 0,3-1 0,3-3 0,3-3 0,2 12 0,0 1 0,-1-1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1:08.09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10631 12351 8072,'0'-19'2159,"3"6"-1799,6-1-180,1 10 0,7 4 0,1 4-90,4 0 89,11 6-89,9 1-952,-6-1 0,1 0 907,-6-1 0,2-1-15,7 3 0,4 2 0,-4-2-30,-7-1 0,1 0 22,2 1 1,7 3-1,1 0 1,-1 1-1,-1-1 1,0 1-1,0 1 1,1 0-23,-3-1 0,1 1 0,1 0 0,-1 0 0,-1-1 0,4 2 0,-2-1 0,-1-1 0,0 2 22,-4-2 1,0 1-1,-3 0 1,-2-2-23,9 4 0,-3 0 0,-6-3 0,2 1 0,-2-1 0,4 2 0,0-1-76,-4-2 1,1 0 0,-3-1 75,2 1 0,0-1-50,11 5 0,0-1 50,-14-5 0,-2-2 0,10 5 0,-9-5-180,-12-6 1275,1 2-1095,2-2 0,-11-2 0,1 0 0</inkml:trace>
  <inkml:trace contextRef="#ctx0" brushRef="#br0" timeOffset="503">12437 12863 9512,'-14'-12'899,"2"2"-629,3 2 0,3 2 90,1 2-181,21 17-89,7 5-45,10 8 0,3 4-45,-11-10 0,0 0 0,4 4 0,0-1 45,-4-3 0,-3-2-45,4 3 0,7 7 90,-12-12-90,-12-8 90,5 3-90,-45-4 0,17-3 0,-15 0 0,-4-1 0,-14 2-135,5 2 0,-3 1-675,3 1 1,0 1 339,-4 3 0,2 1 1,12-2-1,4 0 1,-15 11-1</inkml:trace>
  <inkml:trace contextRef="#ctx0" brushRef="#br0" timeOffset="14751">21973 14638 8162,'-1'-15'2429,"0"7"-2429,-3 9 180,1 7-180,-4 16 90,-3 5-90,1 3 0,-1-3 90,3 7 0,5-15 180,-2 1 89,5-8-179,18-19 90,11-10-225,-4-2 0,2-3-259,-5 2 1,2-3 273,3-5 0,2-5 0,-3 3-60,-3 4 0,0-3-158,0 0 1,4-5 0,0-1-1,-2 2-935,0 0 1,-1 1 0,1-1 959,3-3 0,1-2 0,-2 3 0,-3 4 1,-1 2-1,-1 2 0,1 0 0,-1-1 0</inkml:trace>
  <inkml:trace contextRef="#ctx0" brushRef="#br0" timeOffset="15253">22743 12489 9781,'-6'-9'90,"13"8"-90,0 4 0,13 7 0,-4 1 90,2 0 0,7 1 0,2-5 0,12-4 0,-6-6-45,-2-5 0,3-4 15,-3-2 0,1-3 0,0-1-403,8-3 0,2-3 365,-10 4 1,3-2-1,-1-2 1,-3 3-630,2-4 0,0-1 404,1-1 1,6-5-1,2 0 1,-4 2-428,-1 2 1,-2 1-1,2-1 630,-6 5 0,2-2 0,1-1 0,-1 2 0,-1 1 0,10-7 0,-1 2 0,-1 1 0,-1 1 0,1 0 0,-1 0 0</inkml:trace>
  <inkml:trace contextRef="#ctx0" brushRef="#br0" timeOffset="22530">21461 8768 8342,'-35'-27'2699,"19"13"-2250,-12-8-269,38 43-180,-3 1 90,11 21-90,-7-7 0,-1 2-248,-4-13 1,0 1 247,2 7 0,2 3 0,-1 0 45,0 5 0,0 0-16,2-1 1,2 1 0,0 1-1064,-1-4 0,0 0 0,0-1 1079,4 9 0,1-2-45,2 2 0,0-4-462,-6-18 1,-1-1 461,1 1 0,-1-1 45,4 1 0,-1-3-45,-3-4 250,7 8-3527,-10-14 3621,-10-11 0,-3-6 0,-9-10 1</inkml:trace>
  <inkml:trace contextRef="#ctx0" brushRef="#br0" timeOffset="22996">21408 9456 10051,'23'21'450,"5"5"-450,-5-3 45,-2-3 0,0 0 45,15 12-45,-17-15 0,1 0 45,18 15-90,-12-13 90,2 0-90,0-4 90,6-7 180,8-11-181,-7-2 1,0-14 0,0-6 0,-10 0 0,-2-5-90,1-5 0,1-4 0,-3 1-1204,0-7 1,-5 2 933,-4 0 0,-5 2-1349,-5 13 0,-4 4 1619,-4 4 0,-11-9 0,-1 14 0</inkml:trace>
  <inkml:trace contextRef="#ctx0" brushRef="#br0" timeOffset="35780">3447 13783 8072,'-8'-8'2339,"3"0"-2159,1 3 0,0-1 0,-2 1-180,-1 1 90,0 0 90,-10-4-180,5 3 90,-10-3-1,2 3-89,5 1 0,-9 0 90,5 3-90,-7 4 0,-13 12 0,8 4 0,-4 10 0,19-9 0,1 1 0,-5 17 0,6-9 0,0 4 0,1 15 0,2 0 0,3-16 0,0 2-82,2 6 0,0 6 1,2-3 81,3 1 0,1 0-420,0-10 0,-1 2 0,1-1 420,1-1 0,1 0 0,1-1 0,2 17 0,1-1 0,-1-6 0,2-1 0,2 5 0,1 3-965,-1-13 1,0 2-1,0-3 1010,-1-1 0,1-1-45,0 1 0,1 3 0,-1 0-675,-2-4 0,0-1 1,-1-1 674,2 4 0,0 0-110,1 12 1,1-1 154,-5-18 0,0-1-45,2 10 0,0 2 0,0 2 0,0 0 0,1 4 0,0 2 30,-2-10 0,-1 1 0,0-3-30,0-3 0,1 1 0,-2 0 0,-1 3 0,1 0 0,0 10 0,-1-1-45,-1-4 0,0 2 75,0-9 0,1 1 0,0-1-30,0 12 0,1-4 0,-2-14 0,1-2 0,-1 7 0,1 0 0,-1-9 0,1 0 0,0 10 0,1 0 0,0-5 0,0 0 0,0 1 0,0 0 0,-1-6 0,1 1 0,2 13 0,0 2 0,-1-7 0,0 1 0,3 11 0,-1-2 0,-1-14 0,-1-2 0,4 16 202,-2-17 0,-1-1-202,6 11-45,-3-9 1,0 1 44,5 8-90,1 4 90,-2-13 1757,10 11-1937,-1-5 90,6 2 2851,3-11-2761,-11-11 691,12 2-871,-12-13 219,7-3-309,-5-3-359,8-10 629,5-19 0,-3-5 0,-13 11 0,-1-1 0</inkml:trace>
  <inkml:trace contextRef="#ctx0" brushRef="#br0" timeOffset="52786">20078 7987 9781,'-19'-25'1440,"4"6"-1081,7 9-179,3 4 270,1 3-360,-1 7 0,-1 9 0,0 12 0,-1 6-45,-2 4 0,-1 3-917,-1 4 0,-1 4 1,0-2 871,0 2 0,1-2 30,1-11 0,1 1 0,1-2-30,1 0 0,2-1-604,0 2 0,0-1 514,1-5 0,0-1-180,0 21-360,3-24 630,-1-1 0,1-7 0,-1-2 0</inkml:trace>
  <inkml:trace contextRef="#ctx0" brushRef="#br0" timeOffset="53270">19786 8090 9961,'-11'-7'630,"13"1"-450,26 1-90,12 1 0,4 0-1511,-13 2 1,0 0 1420,15-2 0,0 1 45,-19 1 0,-1 1-109,7 0 0,0 0 109,-6 1 0,-1 0-45,1 0 0,-2 1 0,6 4-15,-4 5 15,-7-2 90,-11 4-90,-30 5 0,5-6 0,-23 13 0,10-8 0,-1 4 0,8 3 0,14-6 0,8 1 0,16-2 0,8-1 0,1 1 0,6 6 1005,2-1 0,-7 1-915,-25 9-90,-21 12 421,-4-19 1,-8-2-422,-1-4 0,-4 0 0,2-2-1581,-3 2 1,1-2 1580,-8 4 0,1-3-90,17-6 0,2-1-567,-20 8 297,6-2-1529,8-3 1889,16-7 0,3 0 0,7-4 0</inkml:trace>
  <inkml:trace contextRef="#ctx0" brushRef="#br0" timeOffset="53580">20703 7875 9781,'-15'-21'990,"4"1"-271,4 4-359,7 0-90,0 6 180,18 4-360,-10 10 0,11 8 0,-10 24 0,-7-9 0,0 2-346,-1 1 0,0 3 301,-4 15 0,0 1-619,0-9 1,0-1 453,1-5 0,0 0 0,0-2-15,1 4 0,1-3-225,0 2 1,2-2-631,6 10 990,-1-17 0,3-2 0,10 8 0,7-3 0</inkml:trace>
  <inkml:trace contextRef="#ctx0" brushRef="#br0" timeOffset="54482">21313 8239 10501,'7'-9'630,"-1"1"449,-2 4-179,-2-1-811,-15 9 181,-10 9-180,-2 3 90,-11 14-90,15-4 0,-3 9-180,8-2 0,10-2-270,12 0 360,1-12-90,9-1-89,0-11-1,13-5 180,-8-2-90,8-11 90,-13-18-90,-8 7 90,-4-11 0,-15 11 0,-8-4 0,2 5 0,-4 1-90,9 9 0,0-3 90,12 2 0,26-8 0,0 9-284,20-5 284,0-2 0,-12-2 0,2-2 45,5-4 0,0-3-45,-8 5 0,0-2 0,-2-2 0,-2-1 0,-1-2 0,-2 0-481,5-7 0,-3-1 481,-4 1 0,-3 0-269,-8 8 1,-2 3 268,0-7 0,-1 6 0,-6 31 0,-3 6 0,-2 15 241,-6 23-241,0-12 0,-2 5 0,0-1-215,-1 2 0,-1 1 215,2-8 0,-1 4 0,-1 0 0,0-3-90,-2 1 0,-1-2 0,1-2-552,0 5 0,0-2 552,-4 7 0,2-6-90,8-17-270,2 4 360,5-12 0,7-1 0,12-21 1,3-8 89,7-5 0,-4 1 0,1-1-45,-5 3 0,2 0 0,8-6 0,2 0 295,0 1 1,1 1-251,-2 2 0,1 2-45,9 5 0,-2 4-45,-2 5 90,-5 2 0,-2 2 0,-6 8 0,1 10 0,-1 4 0,-6 1 45,2-1 0,-7 3-414,-32 9 0,-11-1 459,1-1 0,-4 2 0,-2-3 0,-4-10 90,1-6 0,0 1-90,-7 0-90,9-2 0,3-2 0,10-5-1889,-13-5 450,23-2 89,-6-6 1350,28-2 0,13-11 0,8-3 0</inkml:trace>
  <inkml:trace contextRef="#ctx0" brushRef="#br0" timeOffset="54881">23294 7918 10951,'-37'-5'899,"-13"2"-719,7 4-45,7 1 0,-3 0-1015,2 2 1,-1 1 969,-6 1 0,0 1 268,10-1 1,1 1-224,-8 10 0,5 0-566,10-1 431,3-1 0,5 1 90,18-4-135,16 6 0,6 0 45,7 3-377,0-1 0,2-1 377,11 0-90,1-1 1,2 0 89,-21-8 0,0 0 0,17 7 0,-4 0-90,-15-5 180,2 24-90,-19-17 89,-4 18 91,-20-22-90,-9-3 0,-8 2 0,3-1-45,6-3 0,0 0-298,-8 3 1,-4 0-1,6-2 253,-5 0-449,1 0-2828,13-2 2450,23-1 827,14-5 0,14-5 0,7-1 0,-2-1 0,0 0 0</inkml:trace>
  <inkml:trace contextRef="#ctx0" brushRef="#br0" timeOffset="55013">23990 8158 12480,'-11'-10'1169,"2"1"-1708,1 2 539,2 2 0,-8 1 0,-1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5:03.40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19422 13696 6273,'12'-11'360,"0"1"-180,4 1 90,20-3-270,-8 2-1639,6 0 1,1-1 1023,-3 2 459,10-4 1,1-1 245,-2 1-297,-5-1 1,0-1 251,-12 3 0,-3 0 31,14-8-31,-12 3 0,-3 1 45,-5 2-90,18-16 90,-17 13 2287,-1 2-2287,2-2 1822,-10 10-1912,3-4 1120,-3 4-1120,2 6-60,-2 1 60,7 14 90,-5 3-90,1 18 0,-6-4 0,-1 6-124,-2-4 0,-2 2 0,1 4 146,-1 4 0,0 5 1,-1 1-1,0-1-172,0-5 0,0-1 1,0 0-1,0 1 168,0-4 0,0 2 0,-1 0 0,1 0 0,0 0 18,0 2 0,0 2 0,1-1 0,0-2 0,-1-2-36,1 4 0,0-2 0,0 4 30,0-4 0,0 5 0,1 3 0,0 0 0,0-3 0,0-6 0,1 3 0,0-6 0,1 3-8,-1 8 1,1 4-1,-1-1 1,1-7-23,1 3 0,0-6 45,0-2 0,-1-4 67,1 5-91,0 0 107,-1-3-64,0 1 0,0-8-3,-1 7 20,-3-12 74,-3 8 98,-5 15-35,3-19-98,-4 8 0,0 1 461,2-9-416,-1 2 1,0 2 72,0 7-54,2-6 22,-2 8 485,5-25-649,-8 8 185,4-15 164,-8 8 122,-16-5-1727,-7-3 0,-3-1 1614,13-3 0,-2 0-801,-7 0 1,-8 0 0,-1-1 0,6-1 471,-7-2 1,1-1-879,9 0 1,-5 1-1,1-1 1,4-1 878,-5-1 1,2-2 0,7-1 0,-2-1 0,2 0 0,-8-3 0,-1 0 0</inkml:trace>
  <inkml:trace contextRef="#ctx0" brushRef="#br0" timeOffset="1480">784 13033 9152,'4'-8'629,"1"1"-3906,13-6 1254,-5 3 1529,21-11 0,3-3 584,2 2 161,-10 4 1,9-3-1,0 0 1,-5 2-207,-2 2 0,0 0-15,6-3 0,5-1 0,-5 2-30,-9 5 0,-3 2 0,13-5 90,-9 6 2188,-19 12-2098,13 31-90,-9 1 17,-4-1 1,1 12 0,0 8 0,0 2 0,-1-1 96,-3-9 0,-1 2 0,0 0 0,-1 2 0,1 0 0,-1 0 0,1 1-182,0-5 0,0 1 1,1 1-1,-1-1 1,1 2-1,-1-1 1,-1 1-1,0 1 8,0-1 0,-1 3 0,0 1 0,-1 1 0,1-1 0,-1-2 0,-1-1 0,1-4 0,-1-3-30,0 11 0,0-6 0,-1-2 0,1 5 38,-1-8 1,-1 2-1,1 2 1,0 1 0,-1-2-1,0-1 1,0-4-17,0 8 1,0-5-1,0 0 1,-1 1-5,1-1 0,-1 2 0,1 0 0,-1 0 0,0-3-18,-1 2 0,0-2 0,-1-2 0,0-1 30,-1-1 0,0-1 0,0-3-110,-1 6 1,0-3 124,-1 1 0,-1-5-107,2-7 62,-4 13 0,2-18 0,1-2 90,-7 2-90,-2 1 2400,1-4-2400,-17 16 0,9-13 0,-1 1 0,-4 0-1397,-2-2 1,-1-1 1396,-3 1 0,-2-2-531,4-1 1,-2-3 575,-11 1 0,-2-3-104,1-7 0,-1-2 29,11-1 0,-1-1 0,2-2-60,-7-1 0,5-3-90,-8-12-1439,27-11-1079,10 7 2698,0-10 0,10 12 0,-1 2 0</inkml:trace>
  <inkml:trace contextRef="#ctx0" brushRef="#br0" timeOffset="2959">19603 9730 7892,'1'6'2699,"0"-3"-2159,7 32-181,-1 1-224,-1-8 0,0 6 105,0 6 0,0 6 0,0 4-896,-2-9 1,-1 4-1,0 2 1,-1-1 0,1-2 306,1 1 1,0-2-1,-1 1 1,0 4 425,-1-7 0,0 3 0,0 2 0,-1 1 0,0 0 0,0-1 1,0-2 170,0 7 0,0-1 0,0-2 0,-1 1 0,1 2-188,0-4 0,0 2 0,0 0 0,0 0 0,1 0 0,-1 0 45,0 2 1,0 1 0,1 1 0,-1-2-1,0-3 1,0-3-106,1-2 0,-1-4 0,0-1 0,1 2-393,-1 11 1,1 3-1,-1-3 1,0-7 392,-1-8 0,-1 0 258,-1 12 0,0 6 0,-3-7-213,-1-13 0,-1-4 129,-1 7 1,0-2-130,-1-5 0,1-4 512,1-4-467,-3 5-90,8-18 2628,-4 2-4427,2-5 3296,-4-6-1497,-6-13 0,-4-3 0,-5-8 0</inkml:trace>
  <inkml:trace contextRef="#ctx0" brushRef="#br0" timeOffset="5082">3535 9801 9781,'-2'-26'1350,"1"10"-631,-19-4-269,-12 18-450,1-3 90,0 24 0,-6 16 0,4 6-54,14-9 0,3 5 0,1 2 0,0 0 0,-1-1-326,-8 4 0,-1-3 1,0 3-1,3 6 315,8-5 1,1 7 0,2 3 0,0 1-1,2-2 1,1-4 0,1-7 4,1 0 0,2-6 0,0 8-8,2-6 1,0 7-1,0 5 1,0 2-1,1 2 1,0-2-1,-1-2 1,1-4-5,0 7 0,0-3 0,0-3 0,0 2 0,-1 2-6,0-5 1,-1 2 0,0 1 0,0 0 0,-1 0 0,1-2 0,-1-3-13,-1 4 0,2-2 0,-2-2 0,-1 0 0,-4-1 18,-3 0 0,-4 0 0,-1-2 0,-1 0 0,2-2-691,-1 0 1,1-2-1,0-1 1,-1 1 672,0-1 0,0-1 0,0 0 0,1 2 0,-2 4 0,1 2 0,2-2 0,3-5-45,2-2 0,2-2 45,-9 21 0,11-16 0,40-54-574,-15-5 0,0-9 0,0-1 574,4-1 0,1-1 0,0-6-54,-3 1 0,0-4 0,0-3 0,0-2 0,0 1 223,-4 6 1,0-1-1,0 0 1,0-1-1,1-2 1,2 0-204,-1 2 0,1-1 0,1-1 1,1-2-1,0 1 0,-1 0 1,1 2-1,-2 1 34,-2 2 0,0 1 0,-1 1 0,0 1 0,1 0 0,1 0 0,1 1-15,5-7 0,1-1 0,2 1 0,0 2 0,1 4 0,-1 6-45,13-1 0,0 8 0,-2 1 60,-6 0 0,-2 0 0,3 6 0,5 5 0,3 4 0,-4 8 0,0 11 0,-2 5 0,8 1 0,0 5 0,-7 2 0,1 4 0,-4-1 0,-1-1 0,-1 4 0,-2 5 0,4 7 0,-1 1 0,-5-5 0,-3-4 0,-2 1 0,-2-4 0,2 6 0,1 3 0,-1-1 0,-3-4 0,0 2 0,-3-3 0,0 0 0,1 1 0,-1 0 0,2 2-648,4 10 1,1 2-1,-3-7 648,-7-14 0,0-2 0,5 12 0,2 5 0,-2-6 1555,1 2-1525,-3-3 0,3 6 0,-3-6 887,2 8-917,-1-3 0,0 2 45,-4 1 0,-2 0-45,-2-8 0,1 2 0,-1 0 0,1 3 0,-1-3 45,-1 2 0,-2-1-45,2 6 0,-1-3 0,0 7 0,-3-9 0,0-2 0,-2-2 0,-1-7 0,-2 0-90,-2 11 90,-3-4 0,2-6 3167,1-15-3346,0 2 766,2-24-677,-1-11 0,-1-25 0,0-3 0,0-2-72,1 14 1,-1-4 143,-1 2 0,-1-8 0,-1-3 0,0 0 0,0 4-127,0 5 0,0 3 0,-1-1 0,1-2 163,-1 0 0,1-2 0,-1-1 0,-1-2 0,0-2-266,-1 3 0,-1-3 1,-1-2-1,0-1 1,0 0-1,0 0 1,0 0 272,1 2 1,-1-1 0,1 1 0,-1 0-1,1-1 1,0 0 0,-1 1-26,2 5 0,-1 0 0,1 1 0,0-1 0,-1 0 0,1 0 0,-1 0 0,1-1 11,-1-2 0,-1-2 0,1 0 1,-1-1-1,1 1 0,-1 3 0,1 2 1,1 4 10,-4-7 1,2 5-1,-1 2 1,0-1-23,1-2 0,0 0 0,-1-1 0,-3 0 36,-3 1 0,-2-3 0,-3 1 0,-2 3 0,-1 4-14,-3 5 0,-2 5 1,-1 1-1,-2-2-22,4 0 0,-1-3 0,-1 0 0,-2 3 0,-1 4 0,-5 3 0,-2 5 0,-2 2 0,0 2 0,1 3-135,-3 1 0,0 5 0,1 1 1,1 1 44,5-2 0,2 1 0,-1 2 0,1 2-730,-6 4 1,-1 3 0,3 1 0,7 1 272,5 2 1,3 1 0,-14 10 0,4 3 0,8 9 0</inkml:trace>
  <inkml:trace contextRef="#ctx0" brushRef="#br0" timeOffset="7791">22183 11050 6993,'-7'-16'1349,"-4"-7"-899,2 8 270,-13-11-451,5 12 91,-17-2-90,-5 15-180,14 5 0,-2 5 30,-2 8 0,-2 8 0,2 3-30,0 9 0,3 6 0,0 0-285,4-10 1,1 1-1,1 1 1,2 1 216,2 3 1,2 2-1,2 1 1,2 1-136,3 4 0,2 1 1,2 1-1,2 2 131,2-4 0,1 1 0,2 1 0,0-1 0,-1-1 4,-1 1 1,0-1-1,0-1 1,4 2-23,3 1 0,2 3 0,3 0 0,-1-4 0,0-8 221,5 0 1,1-4-222,-1 3 0,2 1 0,4-5 0,14-1 0,5-9-1005,-6-13 1,4-5 0,-2 0 1034,-6 1 0,-1 0 0,3-4-53,4-6 1,3-3-1,0-3 1,-1-1 46,-4-2 0,-2-1 0,1-2 0,0-1-24,6 0 0,1-2 0,0 0 0,0-1 0,3-3 0,0-1 0,-1 0 0,-5 2 0,-5 2 0,-3 0 0,0 1-606,3-3 0,0 0 1,-6 4 605,0 1-156,0 2 0,-2 5 156,-10 14 0,7 21-45,-19 2 1,-4 5 88,0-5 1,-1 3-45,-4 5 0,-3 6 0,-1 1 0,1-6 0,-1 1 0,-2 2 0,1-5 0,-4 8 0,-1 4 0,0 0 0,-1-2 0,2-5 0,-3 8 0,0-5 0,-1 4 18,2-5 0,-2 3 0,-1 2 0,1 0 0,0-1-18,1-1 0,0 1 0,0-1 0,1-2 0,2-3 0,-2 2 0,1-4 0,0 6 15,3-6 0,-1 6 0,-1 3 0,1-1 0,1-4 0,3-7-15,-1 8 0,1-2 0,2-6 0,-2 5 0,1 3 0,0-2 0,2-5-2,0-1 0,1-3 0,0 0 2,-1 8 0,-1 0 0,1 0-30,0-2 0,0 0 0,1-3-60,-1 9 0,0-3 90,1-3 0,0-1-45,1-2 0,2-3-45,0 9 90,2-2-90,2 1 90,3-9 0,-1-2 2002,7-2-2002,0-10 475,1-1-655,24 12 3456,-18-15-3322,15 6 0,4 1-134,5-2 135,-10-4 0,2 0-37,3-2 0,-2-2 100,4 2 136,5-3 0,-3-1 264,-12-6-9,15-1 0,4-2 79,-20-2 1,-1-2 16,21-3 1,0-1-15,-17 1 0,-1-2 109,9-4 1,-2-3-95,-9 0 1,-2-3-260,5-8 1,-3-5-207,-7-6 1,-5-5-311,-9 9 1,-3-3 0,0-5-67,-3 6 1,-1-5 0,-1-2 0,0-3 0,0 1 0,1-1 195,0-1 1,1-1-1,0-1 1,1-1-1,-1 1 1,0-2 10,0 5 1,-1-1-1,1-1 1,-1 1-1,1-1 1,0 1 0,1 1-1,1-4 0,0 0 0,1 1 0,0 0 0,1 0 0,0 1 31,0-1 0,0 1 0,1-1 1,0 1-1,-1 3 0,0 2-59,0 0 1,-1 3-1,1 1 1,0-5-276,0 4 0,0-4 0,1-3 1,0 0-1,0 1 0,-1 5 1,0 7 423,1-14 1,1 2 51,-1 3 0,1-6 0,1-1 0,-1 3-52,2-3 1,0 3 0,0 3 36,-3 9 0,0 3 0,1-4 60,3-11 0,1-5 0,1 1 0,-3 10-45,-2 11 0,0 1 15,5-13 0,2-7 0,-1 8-15,-3 15 0,0 2 0,10-16 0,1-1-1,-2 7 1,3-1-430,1-1 0,3-3 1,-2 3 384,-1 1 0,-1 1 334,1 0 0,2-3 0,-1 1-274,-4 2 0,-1 2 0,0-1-553,-2 2 1,0 1 0,1-2 492,2-4 0,1-3 0,0 1 0,-2 4 39,2-6 1,-2 2-40,-3 9 0,-1-1 0,1-3 0,0-2 0,0-4 0,1-1 0,-2 1 22,-3 4 1,0 1 0,-1 0-1,1-4-22,1-6 0,2-4 0,0-1 0,-1 0 0,-2 3 0,-3 2 0,-1 3 0,-2 0 0,-1-1-160,-3-5 0,-1-2 1,-1 1-1,-1 4 160,0 8 0,-1 2 0,-2-2 0,-4-9 0,-3-5 0,-2 1 0,0 6-45,-5-3 0,-1 1-104,4 11 1,0-3-1,-2 1 1,-2 3 88,-10-3 0,-4 5 0,2 3 60,3 0 0,-2 4-30,-9 2 0,-7 2 0,3 6-15,-1 9 0,-2 6 9,9 1 0,-6 1 0,-2 2 0,0 1 0,4 0 13,-1 1 1,3 1-1,0 1 1,-2 2-14,0-1 0,-3 2 0,0 0 0,0 3 0,1 1-18,2 3 0,-1 3 0,1 2 0,2-1 0,3-2 24,-6 3 0,4-1 0,-2 3 30,4-2 0,-2 3 0,1 0 0,1 3 174,1 2 0,0 3 1,3-1-1,2-4-174,-3 5 0,-1 1-18,7-6 0,-5 5 0,0 3 0,1-2 0,6-5-27,-3 9 0,3-2 45,1-3 0,-1 3 0,2 0-30,3-1 0,2 0 0,1-2-15,1-2 0,1 0 15,1 4 0,1 4 0,2-5 30,5-8 0,1-1-45,-1 8 0,0-1 1673,1 9-1628,2-22 1217,-1-5-1127,-17-7-90,-19-17 0,-3-2 0,-4-4 0,14 3 0,0-1 0,-4-3 0,1 0 0,-3-3 0,-3-2 0,0-2 0,0-3 0,8 2 0,-1-2 0,-1-3 0,0-1 0,1 0 0,-1-2 0,1 1 0,1 0-250,-4-2 1,1 0 0,1-1 0,-1 0 0,1-1 0,1-1 0,-1-2 249,4 2 0,-1-2 0,0-2 0,0 0 0,0-1 0,2 0 0,1 2 0,3 1 0,2 2-275,-2-5 0,3 3 0,3 2 0,1-3 0,0-4 262,2 0 0,1-3 0,1-3 1,0-1-1,1 0 0,2 2 1,1 3-209,1-2 0,2 2 0,1 2 0,0-1 0,-1 0 221,-1-5 0,-1-1 0,0 1 0,1 0 0,1 3 77,2-3 1,1 1 0,1 4-1,-1 8-347,-1 8 1,0 3 355,-1-4 1,-3 3-3364,-25-1 3084,9 20 0,-20 13 1,12 5-1</inkml:trace>
  <inkml:trace contextRef="#ctx0" brushRef="#br1" timeOffset="14492">2568 11521 16959,'-10'-1'2470,"0"0"-2852,6 4 2829,0 3-1392,2 4-1130,1 6-263,1-6 118,0 10 128,0-12 196,0 7-15,0 0-1303,1-4 323,0 14 514,-1-8 264,0 4-3164,-1 8 3132,-1-15 220,0 10-4,-1-10 45,-3 4 122,1 0 36,-3 2 29,2-6-2228,-4 13 2158,4-14-5,-4 10 168,5-13 2201,0 1-2447,-1 2 67,2-4-154,-3 6 3213,2-1-3113,-3 3-177,0-2 119,3-4-88,-1 0 93,2-4-14,-1 4-53,1-7 411,-6 9-119,4-7 36,-7 10-357,3-4 2,-1 1-55,1-2 44,3-5 24,2-1-280,-2 4-25,2-3-143,-3 5 418,-2 1-114,1 3-62,1-1-97,-3 10-144,8-15-56,-5 17 28,6-14-177,-2 11 111,2-2 10,-1-3 70,2 0-105,-1 1 164,1-8 86,0 19 98,0-12 109,1 15-52,1-4 0,2 3-178,1-9 180,2 10-168,-2-9 19,1 5 63,-1-2-1,-2-8 120,-2 15 104,1-17 99,-3 14 108,1-12 79,-2 3 64,0 4-253,-1-3-192,0-3-3189,-4 6 2751,4-13 1,-4 6-1,2-9 1</inkml:trace>
  <inkml:trace contextRef="#ctx0" brushRef="#br0" timeOffset="16815">21100 10514 8162,'8'-7'1440,"-1"7"-991,-8 8 1,-13 24-270,-5 2-90,4-9 0,-2 2-45,-4 6 0,-1 0 0,4-7 0,0 1-15,-2 4 0,-3 2 0,2-1-30,-4 6 0,0 0 30,4-5 0,-2 2 0,2-1-30,1-2 0,1-1 0,0 0 0,-7 12 0,0-1 0,3-2 0,0-1-1639,4-5 1,2-4 1523,-5 10 115,11-17 0,1 0 0,2 7 0,-3 14 0,6-17 0,5 8 0,2-12 0,0 3 0,6 13 179,-6-1 1459,-2-8 0,0 4-1445,-4 5 0,-1 2-148,-1 0 0,-1 0-45,-2 3 0,0-1 45,2-5 0,-1-1 45,0 1 0,1 0-45,2-9 0,0-1-45,-1 15 0,3-16 180,0 14-90,0 3 0,0 2-90,-1-4 90,0-19 0,1-2-90,-3 8 90,-1 0-90,1-3 0,-3 9 0,3-13 0,1-4-180,1-3-270,3-8-180,-1 2 630,1-3 0,0-3 0,1-1 0</inkml:trace>
  <inkml:trace contextRef="#ctx0" brushRef="#br0" timeOffset="18444">21165 13011 9152,'8'0'-90,"15"3"270,-5 0 0,22 6 89,1 2-179,-7-1 0,-3 0 0,-1-1 0,-6-2 0,8 3 0,0 0-90,-6-3 90,17 5 90,-11-6-90,-2-1-90,-2-2 90,-3-1-90,-10-2 0,5 1 0,-9 0 0,4 2 0,-8 0 0,1 8 0,-2 0 0,-3 18 90,-9 10-90,-4 3 0,2-18 0,-2 0 45,-3 0 0,-1-1-45,0-1 0,-1 1 0,0 0 0,-1 1 0,-10 16 45,9-14 0,-2 2 45,-1 1 0,0 0-45,3-4 0,1 1 0,-7 9 0,3-4 44,9-12-44,-3 6 0,1 0 45,2-2 0,-6 16 0,3-6-90,0 0 90,-2 7 90,0-1-180,5-8 90,-3 8 0,7-18 0,-2 5 180,-5 14 0,-3 4-270,2-7 135,1-3 0,0 0-46,2-2-44,1-5 0,0 2-45,0 4 90,3-9-90,2 3 0,1-7 90,-2 22-90,3-19 0,-1 13 90,4-9-90,0-11 0,3 32 0,0-25 0,2 18 0,1-6 90,0 4-90,-1 0 90,-1 3-90,-4-9 0,1-3-270,-1 5-1349,8-4-1251,0-1 2887,7-3 0,-2-11 0,0-3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4:01.40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16560 16896 7173,'-1'-10'1079,"1"1"-359,-2-5 1169,-16-13-1619,6 9 89,-23-8-89,-1 26-30,4 8 0,-7 5 0,0 2-120,-3 6 0,0 4 0,-1 1-901,7-4 1,-1 1-1,1 1 1,2 0 809,-2 5 1,2 1 0,4 3-525,1 9 0,5 4 0,5-2 540,5 2 0,7 2-638,3 1 1,4 4 0,5-6 547,8-5 0,9-6-451,8-11 0,6-4 0,-2-4 361,-6-7 0,1-4-465,14-6 1,6-5-1,-7-2-300,-15 0 1,-1-1 896,9-4 1,3-3 0,-5 1 0,-10 1 0,-2-1 0,6-3 0,0-1 0</inkml:trace>
  <inkml:trace contextRef="#ctx0" brushRef="#br0" timeOffset="881">16830 17268 10231,'-2'-12'630,"-4"-6"-91,-6 4-359,1 2 180,-21 19-270,16 2 90,-11 17 0,-2 3-180,8-2 45,-2 3 0,3 3 135,9 14-1819,10-21 1,3 0-836,2 17 3793,14-12-1499,15-17 1040,-13-8-950,9-4 0,1-3 0,-2-9 45,-4-3 0,-2-3 45,-5-4 0,-10-9 0,-5-4 3276,-14-15-3128,7 20 0,0 0-58,-10-14-90,14 26 0,14-1 90,15 2-90,17-1 0,-8 5 0,-6 3 0,-2 2 0,-6 2 90,2-2 0,-1 1-90,-7 5 90,3 1 90,-14 19-90,-14 24-90,0-5 45,-5 4 0,-1-2 45,3-8-45,-1 4 0,0-2 134,5-15 91,-1 7-90,24-33-180,-2-5 0,7-9 0,5-6 0,-1 1 0,1-2 0,-1 0 0,-2 2 0,1-1 0,0-1-30,2 2 0,-1-1 0,-1 4-15,-1 4 0,-1 2 45,7-8 0,-1 7 0,1 21 0,-21 20 0,-8 12 0,-4 4 0,2-12 0,-2 0 0,-3 16 0,0 0 0,4-3 0,6 4-90,8-22-809,17-4-360,4-15 712,-1-8 1,2-2 0,15-7 0,-16 2 0,-1 1 0</inkml:trace>
  <inkml:trace contextRef="#ctx0" brushRef="#br0" timeOffset="1205">18039 17328 10501,'-1'-22'1259,"1"9"-269,-3-11-451,-2 15 91,-12-1-270,-8 11-1999,-5 12 1,-2 5 1293,-6 5 666,10-3 0,1 3-141,6 6 0,5 1-180,-1 11-45,4-10 0,6 0-405,23 3-90,9-15-1099,6-10 1,2-3-939,11-3 1316,-12-3 0,0-2 1261,-6-3 0,-2-1 0,20-6 0,-16 4 0,-1 0 0</inkml:trace>
  <inkml:trace contextRef="#ctx0" brushRef="#br0" timeOffset="1879">18470 17441 10231,'-5'-18'2249,"-5"-15"-1260,-2 12-809,-2-5 540,-29 21-540,9 21-135,1 1 0,1 3-135,-3 10-45,11-2 0,4 0-405,7 3 90,4 11 271,11-22-541,25-8 630,-11-12-360,32-9 360,-25 1 0,17-8 90,-23 9 0,3 6 90,0 16-90,3 1 0,4 4 0,10-11 0,4-11-1093,-11-9 1,3-5 0,-2 0 989,-1 1 1,-1-4 79,2-7 1,4-7 0,0-3-1,-6 3-29,-7 5 1,-4 1 0,1-2 51,2-5 0,3-2 0,-1-2 0,-3 1 30,1-8 0,-3 1 0,-2 2 0,-3 8 0,-1 3 0,-1-2 30,1-2 0,-1-1 0,-2 6 120,1-6 90,-21 39-150,-2 20 0,-2 14 0,0 0 972,1-3 0,0 0 0,-1 3-1034,1 1 1,-2 2 0,2 1 0,1-2 1,0 7 0,3-2 0,0-1-1,3-4 1,0-1 0,1-1-60,-2 12 0,4-3-315,6-11 1,3-4-945,10-5 1259,30-20 0,-8-18 0,-10-2 0,1 0 0</inkml:trace>
  <inkml:trace contextRef="#ctx0" brushRef="#br0" timeOffset="2098">19207 17163 10861,'-9'-6'2249,"-1"-2"-1530,5 2-179,6-5 89,21 1-539,12-1-405,-5 5 1,4 2-1081,-1 1 1,1 1-45,-2 0 0,0 1 783,-3 1 1,-2 1-1,11 1 1,-2 1 0</inkml:trace>
  <inkml:trace contextRef="#ctx0" brushRef="#br0" timeOffset="2287">19851 17433 11850,'-22'-12'2699,"6"2"-3509,9 5-2467,11 16 2972,-9-4 0,1 10 0,-12-7 0</inkml:trace>
  <inkml:trace contextRef="#ctx0" brushRef="#br0" timeOffset="37936">7282 10612 7173,'-22'-5'3148,"26"2"-6425,34 6 1793,4 2 1619,-7 0 0,10 3 0,2 0 0,-4 1 207,3 0 0,-3 0 1,5 2-307,-5-2 0,3 0 0,3 1 0,1 1 0,3 1-42,-12-2 1,3 1-1,1 1 1,2 0-1,-1 0 1,-1 0-1,-1 0 1,-2-1 20,0 0 0,-2-1 0,-2 0 0,1 0 0,3 0 0,3 3-159,-5-2 1,3 0 0,2 2 0,3 0 0,0 1 0,2 0 0,-1 0 0,-1 0 0,-1 0 0,-2-2 0,-3 1 155,5 0 1,-3 0 0,-3 0 0,0-1 0,1 0 0,2 2 0,4 0-6,-8-3 1,2 1-1,1 1 1,2 0-1,1 0 1,1 0-1,0 1 1,0-1-1,0 1 1,-1-1-1,-1-1 1,-2 1 45,3 0 1,-2-1-1,0 1 1,0-1-1,-1 0 1,0 0-1,0 0 1,0 0 0,1 0-1,-1 0-53,1-1 0,-1 1 0,0 0 0,0 0 0,0-1 0,1 1 0,-1-1 0,1 0 0,0 1 0,1-1 0,-2 0 0,1 0 0,1 0 0,-1 0 0,1-1 0,1 1 0,-2 0 0,1-1 0,-1 0 0,0 0 0,-2 0 0,5 1 0,-1-1 0,-1 0 0,1 0 0,-2-1 0,1 1 0,-2-1 0,0 0 0,0 0 0,5 2 0,-1-1 0,0 0 0,-1 0 0,-1-1 0,0 1 0,-1-1 0,5 1 0,2 0 0,-2 0 0,-1 0 0,-6-2 0,-7 0 45,4-1 0,-6 0 68,4 0 0,-1 1-113,-2 0 0,-2-1 90,7 4-90,3-1 935,-10 0-1294,-20-7 996,8 2 0,-11-6 0,0-2 1</inkml:trace>
  <inkml:trace contextRef="#ctx0" brushRef="#br0" timeOffset="38436">12315 11613 9691,'-15'-17'1799,"6"5"-809,-5-3-720,17 23 0,0-2-136,18 25 1,9 9-1228,-9-13 1,2 0 0,1 2 887,4 5 0,0 1 1,2 1 234,3 2 0,1 0 0,-2-3 286,-7-10 1,-1-2-1,-1-1-316,5 6 0,0-2 135,3 0 0,-3-5 315,-9-9-270,7 1 89,-41-23-179,-32-5-90,23 7 0,-2 2-90,-7 2 0,-6 2 1,3 2-181,-3 3 0,0 3-690,0 0 1,-3 3-1,1 0-133,7 2 1,0 0 0,3 1 903,-7 3 1,3 1 0,2 0 0,5 1-1,-4 2 1</inkml:trace>
  <inkml:trace contextRef="#ctx0" brushRef="#br0" timeOffset="44322">14277 10361 7892,'11'-15'2249,"-1"2"-1979,-5 8 180,4 17-270,-1 5-90,1 10 89,-4 6 1,-2 4-90,-1-7 0,-1 0-45,2 10 0,0 0-180,-3-6 0,0-3-674,1 9-450,-1-5 1259,1-12 0,1-11 0,0-4 0</inkml:trace>
  <inkml:trace contextRef="#ctx0" brushRef="#br0" timeOffset="44823">14301 10383 8972,'-17'-20'1259,"-6"-8"-1079,16 19 270,-7-10-90,15 9 89,36-9-449,-12 7 90,15 2 0,5 2-45,-14 6 0,0 2-45,12-2 0,2 3-45,-8 2 0,-3 2 45,12 4 90,-11 21 90,-47 4-90,1 6-90,-8-17 0,-4-1 90,-7 10-360,18 14 270,11-19-180,24 1 0,8-1 180,0 2 45,-7-8 0,-6 1 135,-32 14-90,-10-17 0,-5-3-90,5-1 0,-2-1-315,-19 9 0,2-2-134,13-6 449,3 2 0,4-1 0,16-10 0,-1 5 0</inkml:trace>
  <inkml:trace contextRef="#ctx0" brushRef="#br0" timeOffset="46476">15675 10303 9781,'-1'-18'1799,"1"-4"-629,0 3-721,1 41 1,0 18-270,-4-2 0,-1 5 0,1 2-113,1-1 1,1 3-1,0 0 1,-1-1 22,-1-4 0,-1-1 0,1-2 0,3-5-46,2 4 1,3-17-45,9-51 0,-6 3 0,-1-4 0,1-6 0,-3-5-23,-2 6 1,-1-5 0,-1 0 0,0 2-68,0 3 0,1 2 0,-1-1 30,-1-17 0,1-2 0,3 15-120,10 16 45,1 47 0,4 16 45,3-6 0,5-1 90,10 1 0,6-11-30,-11-23 0,2-9 0,-1-2-15,10-9 0,-1 0 45,2 0 0,-6 13-1606,-19 31 0,-6 10 1606,-4-7 0,-2 3 45,-3 8 0,-2 7 0,1 1 0,1-6-45,8 4 0,2-3-1093,-3-2 1,1 1 0,0-6 247,3-6 0,1-10 746,10-23 0,-20-14 1,3-12-1</inkml:trace>
  <inkml:trace contextRef="#ctx0" brushRef="#br0" timeOffset="46936">15925 9880 8247,'-40'-19'337,"1"-1"1,-1 1-1,6 0 1,-1 4-1360,-12 10 0,-6 6 0,6 7 1202,11 10 0,3 7-113,3-5 1,-2 2-1,-1 4 1,4 4 22,5 6 0,3 5 0,2 3 0,1 0 0,1-4-224,0-5 0,1-4 0,2 3 0,2 5 145,4 0 0,1 5 0,1 5 1,2 1-1,0 1 0,2-3 0,0-3 1,2-8-177,1 9 1,3-7 0,4 5 125,2-3 0,4 7 1,2 5-1,2 0 1,1-3-1,-1-5 1,-1-9 89,1-4 0,1-8 1,4 2-70,6 5 0,5 3 0,3 1 0,2-5 0,-3-7 446,10-8 0,-1-9 0,1 0-428,-3 5 0,1 0 0,5-8 157,-12-7 1,4-5 0,3-3 0,0-2 0,1-3 0,-3-2 0,-3 0-158,-3-4 0,-2-2 0,-2-3 0,0 0 0,0-2 0,2 1 0,3 2 0,1 0 0,2-1 0,0 0 0,-2-2 0,-2-1 0,-4-2 0,-3-1 0,-2-3 0,-1-2 0,-3 0 0,-2 0 0,-4 0 0,-4 0 18,-1-4 0,-3 0 0,-6 0 0,-4 0 0,-7 0-6,-7 3 1,-6-1 0,-6-1 0,-3 0 0,-1 2 0,1 2 0,3 3-13,1-1 0,1 2 0,0 3 0,-3 1 0,-4 1 0,0 4 0,-4 0 0,-3 1 0,-1 2 0,-1 1 0,1 4 0,1 3-18,-6 3 0,-1 6 0,0 2 0,2 3 0,1 0-95,-3 1 1,2 2 0,1 1-1,-3 1-139,-1 0 0,-2-1 0,-1 1 1,3 4-1,3 5 219,1 11 1,3 5 0,3 3 0,4 0 0,2 0 0,4 1 0,3 2 0,7 2 0,1-1 0,-1 0 0,0 0 0</inkml:trace>
  <inkml:trace contextRef="#ctx0" brushRef="#br0" timeOffset="48096">14529 10020 9077,'-25'-23'-90,"-4"2"0,-2 0 180,12 7 0,-4 0 179,-15-7 1,-9-3 0,3 5 0,1 6 0,1 5-180,3-2 0,-1 2 0,1 8-1183,-1 17 1,2 10 0,3 4 704,10-3 1,4 3 0,0 4 409,-2 3 1,0 3 0,1 2-1,4 2 162,5-4 1,3 2-1,1 1 1,3 1-1,2 0-199,2-2 0,3 0 0,2 1 0,1 1 0,0-1 1,1-1-22,0 5 0,0 0 0,1-1 0,3-1 0,4 0-9,2-5 0,3 0 0,3 0 0,1-1 0,2-4 0,1-5 22,9 2 1,3-6-1,0-3 1,0-1-1,-5-2 1,-2 1-1,2-4 1,4-4 22,8-5 0,6-6 0,1-2 0,-1-3 0,-8 0 0,-5-1 0,-5-1 0,6-6 25,-1-3 1,8-5 0,3-4 0,2-2-1,-2 0 1,-5 0 0,-7 3-26,2-3 0,-8 0 0,3-5 0,-2 2 0,5-3 0,1-4 0,-2-2 0,-4 0 0,-8-1 0,-7-1 0,-5 0 0,-5-2 0,-4-1 0,-4-2 12,-4 3 1,-6-3 0,-4 0 0,-2-1 0,0 0 0,0 1 0,3 2-1,1-7 0,4 2 0,-1 1 0,-4 1 0,-10 1 8,-2 10 0,-6-1 0,-5 0 0,-4 1 0,-1 1 0,-2 1 0,1 4 0,3 3 0,3 5-2,-4 0 0,4 7 0,-1 3 0,-2 2 0,-5 0-28,5 1 0,-5 0 0,-4 1 0,-1 1 0,-1 0 0,0 1 0,3 2 0,3 0 0,5 2-8,-3 0 0,4 2 0,3 1 0,0 3 0,-4 3-239,1 2 0,-4 4 0,-2 2 0,1 2 0,3 2 0,4 0 0,7 2 257,3 6 0,7 2 0,4 2 0,-2 0 0,-5 5 0,-1 2 0,2 0 0,4 1 0,12-3 0,-1 1 0,0-1 0,0 1 0</inkml:trace>
  <inkml:trace contextRef="#ctx0" brushRef="#br0" timeOffset="87358">16015 17742 7533,'-10'2'3276,"46"-3"-1785,-8 0-1401,2-1 0,8-1 67,2 1 1,7 0-1,1-1 1,-4 1-1251,-6 0 1,-4 1 0,8-1 1026,-6 1 0,6 0 1,3-1-1,4 1 1,0-1-1,-2 1 0,-3 0 1,-5 0 1,6 0 0,-6 1 0,0-1 0,6 1 89,-3 0 1,4 0 0,3-1 0,2 1-1,1 0 1,0-1 0,-1 1-157,-3 1 1,0-1-1,1 1 1,1-1 0,0 1-1,-1-1 1,2 1 0,-1-1 140,-4 1 0,0-1 0,1 0 0,0 0 0,0 1 0,0-1 0,0 0 0,1 0 0,0 0-1,-2 0 0,2 0 0,0 0 0,0 0 0,1 0 0,-1 0 0,-1 0 0,-1 0 0,-1 0 0,-3 0 5,11 0 1,-3 0 0,-1 0 0,-2-1 0,0 1 0,0-2 75,0 0 0,1-1 0,0 0 0,-2 0 0,-3 0 0,-5 0-30,2-1 0,-5 1 0,3-1 166,9-2 1,6-2 0,-1 0 0,-12 0-48,-12 1 1,-4 0 90,13-4 0,-4-1 0,-6 1-270,-2 0 1654,-11 5-2284,-3 2-2331,-6 3 1702,-9 1-2018,-8 1 3196,-7 0 1,-14-4 0,1-2 0</inkml:trace>
  <inkml:trace contextRef="#ctx0" brushRef="#br1" timeOffset="101177">10839 14674 7073,'-11'-1'153,"0"0"-783,5 0 633,0 2 0,3-1 1,0 1-1</inkml:trace>
  <inkml:trace contextRef="#ctx0" brushRef="#br1" timeOffset="101645">10786 14674 7343,'-7'-10'589,"0"-1"-62,5 5-1298,-1-1 763,6 9 0,-2 0 0,5 6 1</inkml:trace>
  <inkml:trace contextRef="#ctx0" brushRef="#br0" timeOffset="102850">10796 14693 7353,'-10'-3'1349,"1"2"-1349,1-1 90,-6 1-90,6 0 0,-9 1 0,-2 0 90,-6 0-90,3 0 0,-1 0 90,29 2-90,3-2 180,34 1-90,-6-2-90,-8 0 0,0 1 90,19-1-90,-9 0 45,-13 1 0,-2 0-269,-8-1 494,16 1 90,-25 0-270,-18 1-90,6-1 0,-30 2 0,9 0 0,-6 1 90,-6 1-90,0-1-90,11 0 90,2 0 223,42-3-223,-7 0 0,14-1 0,3-1 0,-2 0-90,11-1 90,-3 1 90,-19 1-90,-5-2 0,-35 2 0,0-1 45,-10 3 0,-2 0-45,-10 0 0,17 1 0,1-1 0,-11 0-90,23 1 90,18-1 0,15 0 0,17-1 0,-2-2 180,1 1-90,-35-7 0,-6 2 0,-22-4-90,-4 5 0,16 4-90,-2 2 0,15 3-270,9 4-2068,44 5 1798,-16-5 630,-1-2 0,0-2 0,1-2 0,3 1 0</inkml:trace>
  <inkml:trace contextRef="#ctx0" brushRef="#br1" timeOffset="107085">13978 14676 24037,'-10'-19'-3277,"-2"1"0,0 9 1101,2 1 1525,-4 1 83,4 3 249,-1 0 157,-8 1-1678,5 1 2236,-4 2 75,7-1-689,-9 2 201,7 0 127,-10 1 37,8-1-236,3 0 128,-2-1-74,6 0 759,-3 1-631,26-2 156,10 0-189,24 0-31,-22 0 0,3 0-13,3 2 1,4 0 0,3 1-837,0 0 1,4 1 0,0 0 0,-2-1 780,2 1 1,-2-1 0,4 1 33,-7 1 0,3-1 0,1 1 1,-2 0-1,-4-1 21,-2 0 0,-3-1 1,1 0-28,7 1 0,1 1 0,-1-2 32,-3 0 1,-1 0 0,-2-1-1117,3 0 1,-3-1 1185,15 0-99,-10-1 212,-24 0 2140,3-1-2305,-4 2 99,-4-1-114,-3 1 3252,0 0-3037,0-1 39,-1 1-1098,1-1 1,-22 1 0,-4-2 0</inkml:trace>
  <inkml:trace contextRef="#ctx0" brushRef="#br1" timeOffset="109069">10399 10976 20457,'14'-12'2703,"-1"1"-1614,-4 1-936,-4 3 430,1-1-793,-16 14 887,3-1-648,-18 24 1,-2 9 262,4-3-503,4 2 1,-3 8 0,5-6-665,4 4 556,7-9 1,1 5-1,4-4-1046,11 10 519,-2-13 1,5-1-617,9-8 1,3-5-237,4 1 1184,5-11 0,1-6 434,-10-7 441,4-5 0,-2-6 1223,-3-15-369,-1-6-678,-23 11 0,-7 1-71,-4 0-1131,-24-7-374,2 26-815,-8 9 1917,4 8 0,5 10 0,10-2 0</inkml:trace>
  <inkml:trace contextRef="#ctx0" brushRef="#br1" timeOffset="109769">10894 10983 13466,'2'-17'-1500,"-1"2"1278,0 7-98,-6 17 768,-5 13-88,-6 18-200,2-1 1,-2 3 215,-2 1 0,0 0-54,1 0 0,1-1 276,0-6 1,2-5-3232,-2 6 4063,6-18-231,4 2-389,8-17-1477,7-2 974,5-7 1066,1-2-42,9-4-113,-12 5-184,13-3-117,-15 6 19,15 0 1323,-6 2-1780,5 1-1156,8-3 107,-15 1-82,12-6 307,-7-4 625,-6 3 332,11-11-36,-19 14 191,7-5-22,-11 14-2174,-3 13 2,-5 16 809,0-2 1,-1 2-1177,-1 17 824,3-20 0,2 0-2053,7 11 845,-1-16 1489,6 0 0,1-14 0,1-1 0</inkml:trace>
  <inkml:trace contextRef="#ctx0" brushRef="#br1" timeOffset="110027">11274 11181 24690,'14'-1'962,"25"12"-4239,-16-1 1840,10 5 1,3 3 1006,-8 1 1,-1 0-42,0-2 0,0 3-216,4 11 1,-5 1 376,-10 3 0,3 9 0,-22-19 0</inkml:trace>
  <inkml:trace contextRef="#ctx0" brushRef="#br1" timeOffset="110228">11556 11195 23375,'-8'-4'-3277,"-4"18"2810,-3 6 0,-2 5 672,-7 13 0,-2 3-165,6-9 1,-1 0-1,1 0 1,-5 7-1,1-1 1,3-7-1,1 0 1</inkml:trace>
  <inkml:trace contextRef="#ctx0" brushRef="#br1" timeOffset="110685">11924 11041 15637,'19'-28'931,"3"-8"-902,-16 26 532,4-8-225,-34 54 169,7-9 1,0 4-195,-4 2 0,-1 3-14,3 0 1,1 2-1,2-1-1920,1 3 1,2 0 1970,-2 5 1,3 1-90,6-1 1,6-2-340,9-14 1,3-2-361,-1-2 1,3-4-61,10-5 0,3-8 532,8-10 211,-10-7 0,-2-5 1061,3-21-643,-7 3-623,-20 4 0,-5 2-343,-3 7 177,-10-2 0,-3 5-248,-1 11-1850,-20 5 2283,23 7 0,-3 8 0,10-4 0</inkml:trace>
  <inkml:trace contextRef="#ctx0" brushRef="#br1" timeOffset="111319">12487 10961 17269,'7'-16'636,"-2"5"-360,-5 3-887,-2 11 1766,-7 7-925,-7 14 1,-1 3-71,-3 3 93,-4 7 1,-3 5 188,5-3 0,1-1-82,5-10 1,-1 1-1446,1 2 0,-1 3 0,3-7 2226,2-1-1126,1-1 1,3-1 238,8-14-634,5 4-940,8-16 1942,1-2 241,9-10 110,-9 6 137,15-6-4,-10 9-58,7 0 325,4 7 257,-12-1-2166,19-1-11,-23-2-111,18-7 368,-14-3 158,4-7 1,-1-2-41,-1-2 82,-1-1 0,-2 0 354,-4 5-108,0 1-25,-4 21-1049,-7 9 48,-3 13 0,0 7 53,-2 2 0,-1 2 276,1-2 0,0 3 1,0 0-520,0 0 1,0 0 0,0-3 286,0 5 1,1-4 560,1-4 1,-1-4 0,0 6 0,0 0-1</inkml:trace>
  <inkml:trace contextRef="#ctx0" brushRef="#br1" timeOffset="112583">14318 14759 22494,'-1'-9'-3277,"1"2"0,-2-11 0,-2 5 301,-1-6 2217,-2 8 1070,-4 4 680,1 5-1156,-34 23 2708,22-4-1600,0-1 1,0 5-36,-1 17 0,4 2 490,-1 2-898,6-12 0,0 5 0,3-6 237,5 1-1021,3-1 0,4 1-1263,9 7 235,5-10 1,3-3-409,14 0 1509,-6-15 1,1-6 854,14-12 791,-7-1 254,3-23-345,-27 17-244,-2-25-218,-25 17-929,-7-2-647,-2 11-532,-16 16 111,18 5 356,-10 4 836,15 4 1,7-3 0,-1 4 0</inkml:trace>
  <inkml:trace contextRef="#ctx0" brushRef="#br1" timeOffset="113310">14626 14778 22988,'-2'-9'-3277,"0"2"0,0-1 0,-6 13 3576,-14 24 730,3-2-718,6-6 0,-1 3-53,-4 8 0,2-2-1004,-2 4 1371,-2 5 1,0 0 792,9-13-37,-4 13-2737,15-26 22,8-7 610,14-17 1927,-1-3-242,7-7-126,-9 3-176,5-3 195,-9 9 105,9-3 1023,-10 11-172,9 0-1965,3 4-93,-7 1 173,5 0 147,-10-3 192,8-3 225,-7 0-142,13-10-514,-14 4-128,11-9 338,-11 14 535,-6 11-1612,-4 6-1420,-7 17 438,-1 14-186,1-11 1192,3 3 0,1-2-848,0-9-206,3 15-960,3-19 1067,-2-8 1886,4 3 204,-3-10 0,2-3 0,0-1 1</inkml:trace>
  <inkml:trace contextRef="#ctx0" brushRef="#br1" timeOffset="113570">15097 14833 23331,'6'-8'-1545,"3"5"3915,8 7-2952,13 14-895,-1 2 1013,-7-3 1,1 1-63,-4-1 0,0 1-175,2 0 0,-1 0-1054,5 8 1538,-1-5 1,-17-15 0,4 2 0</inkml:trace>
  <inkml:trace contextRef="#ctx0" brushRef="#br1" timeOffset="113794">15438 14767 23428,'-14'-19'-3277,"-15"28"4402,5 9-1086,2 10 0,-3 8 0,2 0-124,0 4 1,1 0 0,3-8 0,0 0 0,2-1 0,2 1 0,0 1 0</inkml:trace>
  <inkml:trace contextRef="#ctx0" brushRef="#br1" timeOffset="114256">15822 14554 23034,'-1'-19'-3277,"-5"1"2606,-11 29 0,-4 14 940,3 3 1,-1 6 0,1 3-326,4-4 0,0 2 0,1 1 0,2 1-228,0 13 0,3 0 0,3-3-101,1 2 1,11-8-329,17-15 1,6-13-42,10-42 1686,-16 16 0,-4-4-1047,-11-21 0,-14-2-956,-11 20 1,-4 4 530,1-5 0,-1 7 1009,-22 24 0,27 6 1,2 5-1</inkml:trace>
  <inkml:trace contextRef="#ctx0" brushRef="#br1" timeOffset="114907">16117 14549 19050,'0'-11'-3140,"-1"-2"1159,-3-1 388,0 7 797,-9 10 3595,-15 37-1842,6-8-683,-1 7 0,0 2-588,10-17 1,1 1 829,-7 13 1,0 2-139,5-9 1,2-2 147,2-5 0,1 0 265,-2 9-2439,9-20 408,15-11 1634,-4-3 472,22-17 208,-16 7-130,13-8 202,-13 12 332,2 3 100,1 7-340,5 2-1419,3 0-326,1-3 173,-8-4 487,-4-3 444,13-21-1048,-9 0 52,-3 5 0,-1 0 3675,-2-6-3066,-5 11-774,-8 21-1355,-2 12 280,-1 9 1,-1 4-1639,1 17 1661,1-18 0,1 0 142,2 3 1,1-2 1185,1 2 1,-1-7-1,1 0 1,0 0-1</inkml:trace>
  <inkml:trace contextRef="#ctx0" brushRef="#br1" timeOffset="120700">15320 11627 14108,'-6'-21'-1658,"-3"-4"670,2 3 1048,-2-2 148,5 12-160,0 0 412,0 0-470,-1 18 392,1-5 1361,0 25-1048,2 4-244,1 1-199,1 3 0,0 1-74,2-9 0,-1-1-8,1 8 0,0-1-90,2-4 1,1-5-1162,1-4-442,13-3 1284,-4-20 1295,16-15 90,-6-5-198,5-15-715,-16 17 1,-2 1 210,4-7 123,1-5-30,-8 25 79,7 1-956,-4 6-333,10 7-113,-12-2 522,8 0 198,-4-9 474,-3 0 46,11-31-667,-16 12 0,-1-2-522,8-21-452,-7 1-1037,-12 49 2283,5 1-124,-5 15 1,5 1 0,0 2-1</inkml:trace>
  <inkml:trace contextRef="#ctx0" brushRef="#br1" timeOffset="120952">15749 11779 19218,'7'-8'1167,"0"0"-829,-12 24-1217,-2 7 643,-1 5 1,-3 3 17,1 1 1,1 0-1422,-4 12 1,1-1 1091,6-18 1,-1-1 0,1 4 0,1-3 0,2-7 0</inkml:trace>
  <inkml:trace contextRef="#ctx0" brushRef="#br1" timeOffset="121263">16025 11648 13662,'7'-20'687,"-8"49"-2326,-5-1 1,-1 4 234,1 0 0,0 2 1352,-5 16 1,2-5 19,6-22 1,-1 17-1,5-34 1</inkml:trace>
  <inkml:trace contextRef="#ctx0" brushRef="#br1" timeOffset="121745">16044 11584 12591,'-5'-9'-1673,"4"0"2071,3 6 756,11-2 487,10 3-1006,23 1-157,-13 1-208,15 5 152,-31 3 80,0 5-557,-14 11-479,-6-8-305,-7 10 469,3-2-135,11 20-275,4-8 366,7-7 0,2 1 113,-4-8 1,-2 0 150,1 4 0,-6 2-1489,-18 8 1,-8-1 1619,-5 4-263,0-17 1,-6 1-1,6-5 130,2-4 356,-17 9 0,36-20 0,2-1 0</inkml:trace>
  <inkml:trace contextRef="#ctx0" brushRef="#br1" timeOffset="121986">16608 12057 9688,'-13'-23'1514,"-19"22"1,-7 6-1598,13-4 1,-3 2-23,-10 6 1,-8 4 0,-5 3 0,2-2-552,11-3 1,-1 0-1,1-1 1,-2 0 0,-1 1 649,2-1 0,-2 1 1,-1 0-1,0-1 0,0 0 1,0 0-1,0 0 0,-1 0 1,0-1-1,0 1 0,1-1 1,1-1-1,0-1 0,0 1 1,-1 0-1,1-1 0,0 1 1</inkml:trace>
  <inkml:trace contextRef="#ctx0" brushRef="#br1" timeOffset="125959">18055 10771 10539,'2'-22'233,"1"2"228,1-4 10,0 8 340,-1 4 371,-1 7-368,3 3 1257,-3 9-2312,2 27 410,-2-3 1,0 2-159,-1-8 0,1 1-8,1 13 0,1-1-351,2-3-443,1 2-119,4-11-1758,0-17 3591,2-9 684,8-22-92,-2-8-383,-1 2 118,0-10-123,-12 29 270,4 4 1302,-5 21-3717,3 30-754,-1-17 788,1 0 1,1-2-617,-1-10-58,19 11 642,-9-29 1143,5-3-466,2-25 1,-3-12-911,-7-1 0,-2-4 1488,0 11 1,2-2 0,-3 2-147,-4-13 1,-3 4 17,-4-6 0,-4 43 1,-2 10-1</inkml:trace>
  <inkml:trace contextRef="#ctx0" brushRef="#br1" timeOffset="126245">18705 10961 16831,'11'-12'-142,"-4"5"69,-1 6 968,-8 16-1980,-5 15 832,-4 5 1,-3 5-841,1-7 1,-1 3 0,0-2-547,-2 7 1,0-2 1129,-2 3 1,3-7 0,6-13 0,2-1 0</inkml:trace>
  <inkml:trace contextRef="#ctx0" brushRef="#br1" timeOffset="126554">19094 10699 14707,'8'-10'327,"3"17"-865,-6 0-447,2 16 659,-8 21 0,-5 9 156,4-18 0,-1 1 1,0 1-1,0 1 1,0 0 0,0-2 125,-1 17 0,2-13 0,2-29 0,2 4 1</inkml:trace>
  <inkml:trace contextRef="#ctx0" brushRef="#br1" timeOffset="127023">19117 10615 16472,'-3'-10'-3277,"2"2"333,11-1 4915,0 4 70,39 2-912,-22 3-782,-2 1 1,2 0-125,3 2 1,0 1-59,-4-1 1,-1 2 568,5-1 1,-1 1 611,7 5-1336,-18-2-883,-5 5-183,-3-3 12,-13 6 138,-15 0 889,2-2 151,-16 11-56,17-1-280,6 23-109,18-8 1,6 2-738,-3-3 0,-2 0 916,1 7 0,-5-2-181,-12 4 102,-28-19 0,-11-5-69,10-7 1,-2-2-105,6-2 0,-1 0 1,2 0-226,-5 2 1,6-2-1,7 0 1,8 1 0</inkml:trace>
  <inkml:trace contextRef="#ctx0" brushRef="#br0" timeOffset="127976">21997 10120 7173,'-16'-13'180,"6"6"264,-4 12 98,12 10-444,2 8 1,2 6-38,0 5 0,2 2-45,-1-6 0,0 2 31,1 5 0,0 3 0,0-5-31,0 6 80,2 8 0,-1-2-184,-2-18 20,3 16 95,-4-31-49,13-18 1053,-5-13-818,4-12 1,0-1 174,-2-4-227,0-2 1,-1 2 147,-3 13 26,2-7-19,2 34 311,-2 24-1457,4 5 714,-8-11 0,0 1-187,1 8 175,6-13 269,0-11 430,19-41-126,-7-4-461,-6 7 1,-1-2 147,-4 2 0,-1 0-127,3-11 106,-3 5 0,-13 33 0,-2 9 0</inkml:trace>
  <inkml:trace contextRef="#ctx0" brushRef="#br0" timeOffset="128230">22404 10738 7353,'17'-27'2406,"-18"38"-2384,-11 19 0,-6 10-817,3-7 0,-1 4 0,0-1 798,0-2 1,0 0 0,1-2-1,-2 8 1,4-8 0,8-18 0</inkml:trace>
  <inkml:trace contextRef="#ctx0" brushRef="#br1" timeOffset="128517">22748 10382 11459,'-9'41'-354,"2"-15"354,-1 5 1,0 1-98,-1-4 113,-5 11 0,-1 2-425,-4 4-282,5-12 0,1-2 700,0 0 0,3-8 1,6-11-1</inkml:trace>
  <inkml:trace contextRef="#ctx0" brushRef="#br1" timeOffset="129042">22745 10300 10649,'0'-12'-1305,"3"-6"1167,4 9 421,17-9 141,9 10 1,9-1-2064,-10 8 1,0 2 1153,3 0-57,-1 3 0,-2 2 924,-14 0-153,15 11-125,-34 5-467,-13 11 0,0-5 62,-9-1 152,4-1 329,11-11-188,-4 24 55,23-11-285,5 10 247,11 3-17,-7-7-23,-13-5 1,-4-1 2232,-4 2-2260,-9-4 1,-7-3 263,-9-11 1,-4-3 177,1 1 1,-3 0-36,-14 1 1,0-1-163,16-1 0,1-1 0,-16 5 0,24-1 1</inkml:trace>
  <inkml:trace contextRef="#ctx0" brushRef="#br0" timeOffset="129254">23426 10723 8072,'2'-7'1170,"0"-3"-3419,7 12 2249,-5-4 0,4 8 0,-7-4 0</inkml:trace>
  <inkml:trace contextRef="#ctx0" brushRef="#br1" timeOffset="130319">22905 15472 8702,'-11'-22'3276,"3"2"0,5 9 0,13-7 0,37 2-3239,-16 6 1,5 0-404,-3 2 0,4 2 0,4-1 170,-4 1 0,2 0 0,3 0 0,0-1 1,1 1-461,2 0 1,1 0-1,0 0 1,2 0 0,1-1 186,-8 2 1,2 0 0,2 0 0,-1-1 0,0 1 0,-2 0 0,-1 1-187,3-1 0,-1 0 1,-1 1-1,-2-1 0,-1 2-165,3-1 1,-1 0 0,-4 1 0,-5 1 163,-5-1 1,-4 0-1,11-5 1,-14-1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3:05.14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20865 3636 7083,'-40'3'1304,"0"-1"0,-3 2-1079,-2-2 0,0 2 315,1-1-90,3 2-91,1-1-89,7 0 90,7 0 0,4-1 180,4 2-271,29 0-59,19-4 0,14-1 0,4-2-138,-8 1 0,2 0 0,3-1 0,4 0 0,3 0-348,-12 0 0,2 0 1,3-1-1,2 1 0,1-1 1,2 1-1,0-1 1,1 0-1,-1 0 0,0 0 1,-1 0 297,-4 1 0,0-1 1,0 0-1,-1 1 1,1-1-1,0 0 1,1 0-1,0 0 1,0 0-1,2 0 1,0 0-1,2 0-142,-4 0 1,1 1 0,1-2 0,1 1-1,1 0 1,1 0 0,0 0 0,0-1-1,0 1 1,0 0 0,0 0 0,-1-1 0,-1 1-1,-1 0 1,-1 0 0,-1 0 134,3 0 0,0 0 0,-1 0 0,0 1 0,-2-1 0,0 0 0,0 0 0,-1 0 0,0 1 0,-1-1 0,0 0 0,0 1-107,3-1 0,0 0 0,0 0 1,0 0-1,-1 0 0,-1 0 1,0 1-1,-2-1 0,0 1 1,-2-1 165,14 0 1,-1 0 0,-2 0 0,-2 1 0,-4-1 0,-5 2 24,1-1 0,-7 1 0,3-1 58,0 0 1,2 0-1,0 0 1,-7 0 22,0 1 0,-4 0 1738,19-2-1828,-16 2 2689,0 0-2869,-6 0 1942,2 1-3921,4-3 271,-13 1 1798,6-2 0,-29-1 0,-5 0 0</inkml:trace>
  <inkml:trace contextRef="#ctx0" brushRef="#br0" timeOffset="1550">22305 3164 11131,'2'-12'180,"0"3"-91,-1 1 361,1 2-180,0-2 180,-1 2 269,0-5-359,-1 4 270,2-3-1,-1 3-269,-3 2-360,-5 7 90,-2 4 0,-3 9-90,6-3 0,2 3 0,5-8 0,8-2 0,7-10 90,-1-2-180,1-5-450,-9 4 181,-9 13 269,2-2-180,1 11 180,9-9 0,6-4 90,-3-1 0,-4-4 0,-12-2-90,-3 3 0,-11 1-180,4 5 180,-1 2-90,5-1 180,-7-6 0,11 2 0,-7-4 0</inkml:trace>
  <inkml:trace contextRef="#ctx0" brushRef="#br0" timeOffset="2137">22317 3173 10231,'8'-9'1080,"-3"1"-181,-1 0 900,-3 2-1439,-5 13-180,-2 12 0,-5 22-135,7-12 0,1 3-1,3 6 1,1 0-45,0-2 0,1-1 45,2-2 0,0-3-45,1 11 0,1-4 90,-1-12 0,1 4-90,-3-16 90,1-2-719,-2-7-1170,10-7 1799,-2-3 0,6-6 0,-5 0 0</inkml:trace>
  <inkml:trace contextRef="#ctx0" brushRef="#br0" timeOffset="7879">24258 3690 9332,'-2'5'359,"-2"8"-359,-1 11 90,2 3 0,5 3-90,6-4 90,6 3-90,-3-14 90,9-5 0,-9-7 180,21-1-180,-15-3 180,18-4 0,-13-3 269,13-7-89,-10-2 90,3-6-360,-16 9 0,-1-1-90,-13 22 0,-11 41-90,6-11 0,-1 5-30,1-3 0,-1 3 0,1-2-15,2 4 0,1-1-75,1-8 0,0 1 0,2-3-221,0-3 1,1-2 250,-1 4 0,1-1-90,0 17 180,-2-23 270,-7-7-1,-15-23 1,-9-16-180,11 3 0,2-3-90,-8-9 296,12 5 0,3-1-207,9-7-134,7 4 1,7 0-406,7 6 0,7 2-1189,10-5 1,2 4 1404,-9 7 1,0 3 0,3-2-1,-1 1 1,5-3 0</inkml:trace>
  <inkml:trace contextRef="#ctx0" brushRef="#br0" timeOffset="8103">25024 3874 10861,'0'0'0</inkml:trace>
  <inkml:trace contextRef="#ctx0" brushRef="#br0" timeOffset="9136">24687 4438 11850,'-29'-1'1799,"10"0"-1529,-12 0 90,0 6-270,-7 8-270,2 12-270,21 2 90,16 6 270,9-12-179,14-2 89,-1-12 0,16-7 90,-5-14 90,-3-9 90,-12-7-90,-11 12 0,-3 3 0,-1 32 0,2 2 90,5 20-90,-1-13 0,9 4-270,2-12-899,6 0 1169,10-13 0,-14-10 0,2-8 0</inkml:trace>
  <inkml:trace contextRef="#ctx0" brushRef="#br0" timeOffset="9479">25002 4491 12480,'-24'12'225,"1"0"0,-11 8-135,1 13-90,15 2 0,10-6-90,7 1 0,13-12-360,16-8-540,9-9 451,-3-2 539,-8-5 0,-1-3 0,6-7 0,-9 4 0,1 1 0</inkml:trace>
  <inkml:trace contextRef="#ctx0" brushRef="#br0" timeOffset="9753">25129 4264 10591,'-5'-10'2698,"-1"0"-2608,5 15 180,0 8 0,3 33-90,1 0-135,-3-10 0,-1 2-360,2-2 0,-1-1 180,0-9 0,0 0-270,1 1 1,1-3-1395,5-3-1349,1-4 3148,0-4 0,-2-9 0,-4-3 0</inkml:trace>
  <inkml:trace contextRef="#ctx0" brushRef="#br0" timeOffset="9953">25167 4441 10501,'1'-9'2069,"17"0"-2519,16-2-2158,8-2 2608,-1-4 0,-16-1 0,-6 0 0</inkml:trace>
  <inkml:trace contextRef="#ctx0" brushRef="#br0" timeOffset="11434">22516 2695 10321,'2'-9'810,"-1"23"-720,1 5-90,2 17 0,10 1 90,10-4-180,4-7 90,8-9 0,-14-15 0,4-10 90,-14 1-90,11-12 0,-13 8-90,6-14 180,-11 8-90,1-10-90,-1 9 90,2 9 0,0 22 45,0 10 0,-3 4-45,0 4 0,-1 1 0,0-2 0,0 1 0,-2 9 0,-1-2 89,-1 6-89,1-11 0,-1-1 90,-7 4-90,-6-10 0,1-16 0,-26-10 0,-2-11 0,7 0 0,-1-2 0,5 1 0,3-1 0,3-3 0,5-2-90,13-11 90,12 7-585,19 1 1,6 2 584,-10 5 0,0 0 0,9-4 0,0-1 0,9-9 0</inkml:trace>
  <inkml:trace contextRef="#ctx0" brushRef="#br0" timeOffset="11952">22959 2905 11311,'12'21'719,"1"16"-539,-2 8-135,-6-17 0,-1 0-135,-1 19 0,-1-15-1169,-2-1 1259,-1-21 0,0 3 0,0-10 0</inkml:trace>
  <inkml:trace contextRef="#ctx0" brushRef="#br0" timeOffset="12253">22898 2864 9152,'27'-9'1259,"12"1"-1169,-9 5 90,15 2 90,-12 4-270,-5-1 180,4 5-180,-21-2 180,-1 7-91,-9-4-89,-12 8 90,-6-5-90,-18 6-629,8-4-2648,1-1 3264,23-5 0,8-6 0,9 1 1</inkml:trace>
  <inkml:trace contextRef="#ctx0" brushRef="#br0" timeOffset="12779">23262 2996 10051,'-7'13'1260,"6"0"-991,2-5-89,7-1-90,6-11-90,-3 2 90,13-15 0,-13 3-90,6-20 0,-13 4 90,-6-6-90,-5 9 0,-4 4-90,0 3 90,3 8-90,-1 1 90,33 17 0,-10-4 0,21 7 0,-7-5 0,-14-1 0,10 1 0,-13 0 0,2 12 0,-9 6 0,-2 16 90,-1-7-180,1-1-629,10-7 179,-5-12-2608,12 8 3148,-10-14 0,10 3 0,-5-2 0</inkml:trace>
  <inkml:trace contextRef="#ctx0" brushRef="#br0" timeOffset="13186">23866 2968 10591,'-20'2'1619,"5"0"-630,-2 0-989,59-19-89,-27 2-1,9-4 0,-6-1 90,-23 0-180,-23 1 180,7 17-90,-19 12 90,23-1-90,-11 23 90,28-5 0,18 15-180,17-14-630,-6-15 1,3-4 809,-5-7 0,0-2 0,0 0 0,-2-2 0,17-7 0</inkml:trace>
  <inkml:trace contextRef="#ctx0" brushRef="#br0" timeOffset="13703">24167 2923 11131,'-6'-9'3148,"-4"4"-2698,-11 9-181,-4 8-179,0 1-180,-2 15-89,18-12-1,-5 6 90,13-8-180,8-2 90,6-2 90,13-5 90,7-13 0,-6-3-45,-6-10 0,-3-5 45,-3-15 0,-3 5 0,-3-3-30,-8 5 0,-3-2 0,-1 1 30,1-6 0,-1-1 0,-1 8 0,-1-1 0,1 5-90,-2-10 180,4 37-45,3 29 0,5 17-45,2 3 0,3 2 0,-4-11 0,1 0 0,2-2-720,10 12 1,3-7 719,0-18 0,2-5 0,20 4 0,-1-19 0</inkml:trace>
  <inkml:trace contextRef="#ctx0" brushRef="#br0" timeOffset="13869">24756 2697 10951,'7'7'-180,"-3"1"180,-4 0 0,-2 1-450,2 5-2338,-10 1 2788,2-2 0,-22 4 0,0-5 0</inkml:trace>
  <inkml:trace contextRef="#ctx0" brushRef="#br0" timeOffset="14896">22310 3080 10771,'-1'10'360,"1"6"-270,-1-9-90,1 8 0,0-5 90,1 0-90,0 0 179,4-1-89,3-10 0,-1-5 90,-2-10-180,-9-1 90,-9 3-90,-1 7-450,-8 9-1169,9 4-719,0 3 2338,8-1 0,3-5 0,0 0 0</inkml:trace>
  <inkml:trace contextRef="#ctx0" brushRef="#br0" timeOffset="15303">22269 3205 9242,'-7'-12'1259,"2"1"180,2 5-1259,-4 15 90,-1 19-180,-1 11-45,5-12 0,2 2 45,3 5 0,2 1-45,-1-4 0,2-1-45,1 8 0,1-1-270,3 7-630,1-13 900,-3-17 0,-2-16 0,-1-5 0</inkml:trace>
  <inkml:trace contextRef="#ctx0" brushRef="#br0" timeOffset="16103">21926 3066 9602,'-5'-9'1439,"-10"5"-1349,0 7-90,-5 2 180,-2 9-180,7-1 89,-8 13-89,13-6 0,4 6 90,17 0 0,6 1-90,2-4 0,11 2 0,-6-7 0,-1 0 90,-1 4-90,-21-7 90,-8 9-90,-13-5 0,-8 2-90,9-6 90,15-3 0,8-7 0,17-2 0,-8-2 0,4 2 0,-17 11 0,-7 13-90,-7 8 90,8-9 0,2-1 0,4 8-180,14 1-269,3-22-1890,12-7 2339,-7-7 0,4-6 0,-5-2 0</inkml:trace>
  <inkml:trace contextRef="#ctx0" brushRef="#br0" timeOffset="17683">19726 3114 9332,'14'-10'449,"2"2"-269,10 5 0,-2 8-90,3 11-90,-13-1 90,-5 15 0,-8-12 0,-8 29-90,2-20 45,-2-2 0,-1 1-45,0 4 0,-1 17 0,7-12-270,8 1-899,11-20 1169,11-9 0,4-10 0,6-3 0</inkml:trace>
  <inkml:trace contextRef="#ctx0" brushRef="#br0" timeOffset="18719">20218 3337 9242,'-12'-15'1979,"-5"2"-1530,-3 11-89,-2 6-90,-8 14-90,14 4-180,2 9-90,15-8-270,11 0-449,14-10 539,2-7-90,6-14 180,-20-11 180,-12-9 0,-15 2 90,-10-2-90,4 7 0,1 4 0,9 4 0,8 6 0,5 2 90,15-3-90,-7 3 180,28-8-180,-14 1 90,16-5 0,-19 6 90,2-1 89,-13 6-179,2-2 90,-4 3-90,-4 12-90,1 5 0,-2 5 90,6 6-90,-4-9 0,14 17 0,-3-8 0,13 13 0,-1-5 0,-8-9 0,-2-1 0,-15-11 0,-4-1 0,-3-1 0,17-27 0,-7 10 0,14-12 0,2-1 0,-3 5 0,5-4 0,2-2 0,6-8 0,1-2 0,-2-3 0,-19 19-90,4-3 90,-9 10 0,3 9-90,4 6 90,0 2 90,24 11-90,-11 0 0,-6 0 0,-3 2 90,-4 6-90,-15 13 0,-12-21-90,-9 5-270,5-10-2917,-5 2 3129,7-5 1,3-4-1,8-4 1</inkml:trace>
  <inkml:trace contextRef="#ctx0" brushRef="#br0" timeOffset="18886">21284 3266 12300,'-6'4'0,"5"1"0</inkml:trace>
  <inkml:trace contextRef="#ctx0" brushRef="#br0" timeOffset="42386">19741 9842 7173,'32'8'1092,"-1"-1"0,-2-1 0,-7 1 309,-12 0-591,-5 1-360,-11 11-1,-17 1 181,-19 7-450,19-15 0,1-1-90,-17 5 89,14-7 1,-2-1-45,-18 2 0,-2-1-304,9-1 1,-3 0 235,-3-1 1,-7 0-1,-2 0 1,5-3-329,0-1 1,4-2-1,-4 0 279,9 0 0,-4-1 0,0 1 0,0-1 0,2-1-729,-2-1 1,1-2 0,1 0-1,2 0 711,1-1 0,2 1 0,0-2 0,-3-2 0,0-1 0,3 0-483,0-2 1,3 0 482,0 1 0,1-1 0,-4-3 0,3 0 0,8 3 150,-1-3 1,0-1-151,0-7 0,-4-14 0,18 12 276,10 1 0,3-5-276,2-5 0,2-3 0,-3 4 0,1-1 0,-2-4 516,1 1 1,-2-3 0,0-1 0,0 0-517,-1 2 0,-1 0 0,0-1 0,-1-2 113,0 1 0,0-3 1,-1 0-1,0 0 0,0 3-113,0-4 0,0 2 0,-1 0 0,1 0-359,-1-2 1,1-1-1,0 1 1,0 4 358,0 4 0,0 3 0,1 1 0,-3-13 0,0 3 0,2 12 0,-1 3 0,-4-20 0,1 8 0,3 21 557,1 1-557,1 7 918,-1 0-918,2 0 1759,-1 5-1759,2-2 0,0 1 0,39 0 0,3 3-317,-10 1 1,6 1 316,3 1 0,4-1 0,-2 1-902,-3-1 1,1 1 901,0-1 0,5 0 0,2 1 0,-3-1 0,0 0 0,-2 1 0,3-1-174,-4 0 1,4 0-1,1 0 1,0 0-1,-3 0 174,-2 1 0,-1-1 0,-1 0 0,1 1 0,5-1 0,3 0 0,-2 1 0,-7-1 0,3 1 0,-6 1 0,-9-1 0,-3 0-90,8 1 90,-4-1 277,-3 0-2615,4 1-939,-18-3 3061,-8-2 1,-5-1-1,-10-1 1</inkml:trace>
  <inkml:trace contextRef="#ctx0" brushRef="#br0" timeOffset="42803">19500 8118 10321,'-10'-2'-270,"14"8"360,12 4 0,11 8 0,8 1-90,1 4 90,1 1-90,-8-4 90,5 6 0,-17-14 180,3 5-180,-24-2 0,-36 7-90,-4-3-1093,9-3 1,-5 1 0,3-1 1034,9-4 1,-1 2-618,-3 3 0,-6 4 1,0 1-1,5-3 445,3 2 0,2 1 0,0-2 1,-2 2-1,5-1 0,-6 15 1</inkml:trace>
  <inkml:trace contextRef="#ctx0" brushRef="#br0" timeOffset="44463">19391 9040 7982,'-10'-6'720,"1"0"-630,3 9 0,2-1 0,0 6-90,3-1 180,-4 12-90,-1 1 0,-1 13 0,2 9-90,2-4-45,2-12 0,0 0-1754,2 15 1799,-1-11 0,0-7 0,-2-16 0</inkml:trace>
  <inkml:trace contextRef="#ctx0" brushRef="#br0" timeOffset="45129">19244 8942 8432,'16'-6'630,"15"-2"-180,0 6-271,-1 0 1,1 0-90,17 0 0,-18 2 0,5-1 0,1 1-1082,7-1 1,1 0-1,2 0 1014,-8 1 1,2-1 0,0 1-1,3-1-4,1 1 0,2-1 0,2 1 0,1 0 0,-1 0-3,-6 0 0,0 0 0,0 0 0,1 0 0,-1 0 0,1 1 0,-1-1 0,1 0 0,-1 1 0,1-1 0,-1 1 0,0-1-15,8 1 0,1-1 0,-1 1 0,-2-1 0,-4 1 0,4-1 0,-4 1 0,-1-1 60,-5 1 0,0-1 0,-7 0 713,5 2-593,-5-2 0,0 0 270,0 3-180,-1-3 90,2 3-91,-17-2 2383,9 3-2562,-9 4 0,-6 14-90,-5-4 89,-8 24-89,-6 4 90,0 3-90,-1-3 0,3-5 0,4-22 0,-4 14 90,2-16-90,-21 8 0,-2-13 0,-9-2 0,3-3 0,-7 0 0,-4 0 0,-2-1 0,0 0-469,8-1 1,-2 0 0,0-1 0,-1 1 0,-1-1 0,-1 0 0,-1 1 455,2-1 0,-2 0 0,-1 1 1,-1-1-1,-1 0 0,1 1 1,0-1-1,2 0 0,2 0-161,-2 0 0,2 0 0,2-1 0,0 1 0,-1 0 0,0 0 0,-2-1 151,-3 1 1,-2 0-1,-2 1 1,0-1-1,0 0 1,3 0 0,3-1-1,4 1-225,-6 0 1,5-1 0,2 1 0,-3-1 247,-2 0 0,-5 1 0,0-1 0,4 0 0,7-1 0,-4 0 0,10-1 0,0-4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6:17.4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2056 2029 9332,'7'7'359,"2"0"-179,6-1 270,31 5-2089,-4-4 1,5-2 1023,-7 0 1,2-1-1,0 0 645,-2-1 0,-1 0 0,7-1-54,-10 0 1,3-1 0,4-1 0,2 1 0,2-1 0,2 1 0,1-1 38,-9 0 0,2 0 0,2 1 0,1-1 0,1 0 0,2 0 0,-1 0 0,1 0 0,0 0 0,-1 0 0,0 0 0,-2 0-68,1 0 0,-1 0 0,0 0 1,0 0-1,-1 0 0,0 0 0,1 0 1,0 0-1,0-1 0,0 1 0,2 0 60,-1 0 1,2 0-1,0 0 1,2 0-1,-1-1 1,1 1-1,-1 0 1,-1 0 0,-1-1-1,-2 1 1,-1 0-1,-3-1-57,8 1 1,-3-1 0,-2 0 0,-2 0 0,0 1 0,1-1 0,0 0 74,1 0 1,0 0 0,1 1 0,-1-1 0,0 0 0,-1 0-1,-1 0 5,2 0 0,0 1 0,-1-1 0,-1 0 0,0 0 0,0 0-12,6 0 0,2 0 0,-2 1 0,-3-1 0,-5 0 192,2 0 0,-6 1 0,-5-1 1881,10 0-2001,1 0 90,-17-1 1396,-13 0-1756,-4 0 2427,1 0-5524,-2 0 3450,-1-1 0,-2 2 0,-3 0 0</inkml:trace>
  <inkml:trace contextRef="#ctx0" brushRef="#br0" timeOffset="6542">11634 2876 7443,'7'-14'2428,"-3"3"-1618,-5-2-270,-8 9-361,-5 9-44,-3 10 0,-2 6-90,-7 10 0,-2 3-15,3-3 0,-1 2 0,-1 0-30,-1 2 0,-1 1 0,-1 0-30,-1 3 0,0 0 0,2-2-961,-2 3 1,3-3 945,2-5 0,9-5-45,14-8 0,27-21 90,14-10-90,4-3 90,-18 6 0,-1 1-179,13 0 89,-10 4 0,0 1 0,14 0-90,8 1 0,-19 2 180,-3-1 0,5-8 0,-8-4 0,4-5-1501,1-6 1591,-16 12-90,6 0 90,-12 26 0,-5 18 0,-3 9-90,2-9 0,-1 2 0,0 1-736,0 10 0,0 3 0,0-4 601,0 6 0,2-4-405,3-9 1,2-8 539,4-11 0,7-12 0,-1-12 0</inkml:trace>
  <inkml:trace contextRef="#ctx0" brushRef="#br0" timeOffset="7093">11781 2586 8522,'-44'-21'90,"-1"1"0,18 6 0,-1 2 150,-14-1 0,-6-1 0,5 5-1674,9 4 1,1 4 1552,-3-2 1,-4 1 0,0 5 60,-4 10 0,1 6 0,0 3-120,4-1 0,2 3 0,-2 4 12,5 0 0,-2 4 0,0 2 0,2 2 0,2 2-18,2 0 0,2 1 0,1 2 0,3 3 0,2 4-32,6-6 1,0 4-1,1 3 1,2 1-1,2 1 1,2 0-1,3-2 1,3-1-36,3-2 0,2-1 0,3-1 0,2 0 0,3-1 0,2 1 1,2 0-11,1-1 1,2 3-1,2 0 1,1 0-1,4-3 1,2-2-1,3-5 1,4-5-1,6-7 1,5-5-1,4-4 1,3-4-1,0-2 1,0-2-1,-2 0 1,-4 1-380,0 1 0,-3-1 0,-1-1 1,0-2-1,1-2 0,0-4 414,2-2 1,1-2 0,2-3 0,-1-2 0,-1-3 0,-3-3 0,-3-3 2,-1-6 0,-2-5 0,-3-3 0,-2-3 0,-2-1 0,-2 0-117,-2-2 1,-3-3 0,-3 0-1,0-1 1,0-1 0,1 2 101,4-1 0,3 2 0,0-1 0,-2 0 0,-5-2 0,-7-1-155,-8 3 0,-4-2 0,-5-1 0,-3-1 1,-2 2-1,-3 2 0,-1 4 173,-4-2 0,-3 3 0,-4 2 0,-4 2 0,-6 0-28,2 5 1,-4 0 0,-5 0-1,-2 0 1,-3 2 0,-1 0-1,0 3 1,0 2 0,3 2-59,-2 3 1,0 3-1,0 2 1,0 2-1,-1 1 1,0 1-1,-1 1 1,0 0-3,1-1 0,-1 0 0,-2 0 0,1 0 0,-1 2 0,1 2 0,1 3 0,2 4 0,2 5 70,-2 7 0,2 5 0,-1 5 0,3 2 0,1 2 0,3 1 0,4-2 0,2-2 0,-3 7 0,6-2 0,2 1 0,1 4 0,3 7 0,-1 0 0,1 0 0,0-1 0,-1 1 0</inkml:trace>
  <inkml:trace contextRef="#ctx0" brushRef="#br1" timeOffset="8949">11803 14516 26489,'27'-1'550,"1"-1"0,-1 0 0,3-1-360,12-1 0,7 1 0,2-1-1010,-7 1 1,3 0 0,0 0 0,2 0 472,-6 0 0,0 1 0,1-1 0,1 0 0,3 1 373,-7 0 0,3 0 0,1 0 0,1 0 0,-1 0 1,-1 0-1,-3 0 110,5 0 0,-3 1 0,-1-1 1,1 0-1,3 0-79,-3 0 0,3 0 0,2-1 0,0 1 0,-2 0 0,-4 0 0,-4 0 49,8 0 1,-7 0-1,2 0-4,2-1 0,4 0 0,-3 0 0,-11-1-563,3-4 697,-5 1 97,-13 1-268,-12 21-2183,-3 4 809,0 12 1,-1 8 542,-2-5 1,-2 3 0,-1 6 719,0-2 1,-1 5 0,0 4 0,-1 1 0,1-2 0,-1-4-562,1 2 0,0-3 1,0 0-1,-1 5 314,1-9 1,-1 4-1,-1 2 1,0 2 0,0 0-1,1-1 1,0-3-1,0-3-173,1 3 1,1-3 0,0-1 0,0-1 0,0 0 42,-1 2 0,0-2 1,0 1-1,1 1 1,-1 3 419,2-4 1,0 4-1,0 1 1,1 0-1,-1 0 1,1-2-1,-1-3 94,-1 12 1,0-3-1,1-1 1,-1 0-88,1-5 1,1 1-1,-1-1 1,0 0-1,0-2 22,-2 2 1,0 0-1,-1-5 1,1-5 156,-6 14-23,0-2 389,-1-8-66,6-26 375,-7 7 272,-1-12 181,-16-2 0,-5 0 1468,-8 0-1495,-3-2 0,-9 1-436,9 1 0,-2 0 0,-1 0-16,4 0 1,0-1-1,-6 1-436,8 0 1,-6 0-1,-2 0 1,0 0-1,3 0 1,4 0 329,-7 0 1,6-1 0,-7 1-434,6-1 1,-7 0 0,-3 1 0,1-1 0,4-1 0,8 1-232,5-1 1,6-1-1,-5 1-65,-4-1 1,-7 1 0,-1-1-1,2 1 1,6-1-12,3-1 1,5-1 0,0 1-52,-18 1 1,2-1-2,3-3 1,8-1-299,15 0-42,-16-10-398,28 0-1119,-2-5-111,3-11-618,-4-6 257,-2-4 1269,3 14 0,0 0 90,0-4 0,1-2-7,0 0 1,1-4 325,3-8 0,2-6 1,3-4 525,4 8 1,3-4 0,2-1-1,-1 0 1,0 3 12,-1 0 0,-2 2 0,1-1 0,3-4 165,0 12 0,1-4 1,2-2-1,0-1 0,1 0 1,-1 1-1,0 3 1,-1 4-15,2-10 1,0 6 0,-1 1 0,1-5-32,-1 2 0,2-4 0,-1-2 0,0 0 0,-1-1 0,-1 2-52,-1 2 1,-2 0 0,-1 0 0,0 1-1,0 0 1,-1 3 55,0 0 0,1 3 1,-2 0-1,0 0 0,0-1-355,-2-6 0,-1-3 0,0 0 1,-1 5-1,0 7 77,-1-3 0,-1 6-363,-1-7 1,2 6-291,2 17 1804,9 15 0,0 7 0,5 5 0</inkml:trace>
  <inkml:trace contextRef="#ctx0" brushRef="#br0" timeOffset="13859">22614 8633 7533,'-19'-5'629,"1"0"-359,4 1 90,3 0 90,5 2 449,1-1-449,26-5-450,-6 4 90,17-1 0,12 0 0,-4 1-165,-9 2 0,2 0 93,4 0 0,9 0 0,4 0 0,-1 0 0,-5 1 12,2-1 0,-4 1 0,3 0-30,-1 0 0,1 0 0,2 0 0,0 0-645,-6 0 1,2 0-1,-1 1 1,-2-1-1,-5 1 645,9-1 0,0 1 22,3-1 1,7 0-1,-1 0 1,-11 0 67,5 0 0,4-2 0,-5-1 0,-27 1-2069,10-3 1979,-44 6 0,9-1 0,-18 2 0</inkml:trace>
  <inkml:trace contextRef="#ctx0" brushRef="#br0" timeOffset="14341">23850 8367 7803,'-13'-17'539,"8"16"-269,14 14-90,10 13-90,4-5 0,3-1 0,9 7-60,-7-9 0,7 3 0,-5-3-30,11 6 0,-3-3 0,-1-1 0,-8-4 270,-5-3-270,-20-2 0,-8-4-1606,-30 8 0,-8 1 1516,3 1-444,9-1 1,-9 6 0,1 2-1,7-5 264,10-3 1,1 0-101,-6 5 0,-3 4 1,6-4-1,2 6 1,3 1-1</inkml:trace>
  <inkml:trace contextRef="#ctx0" brushRef="#br0" timeOffset="15165">23672 9171 7892,'5'-7'270,"1"0"-90,-4 3 270,2 0-360,1 8 0,-2 11 0,-1 1-45,-4 18 0,-3 8-1684,0-1 1,1 1 1490,-1-1 1,1 1-33,0 6 0,2-7-57,3-17-483,2 1 1,1 0 719,1-8 0,7 12 0,-3-19 0</inkml:trace>
  <inkml:trace contextRef="#ctx0" brushRef="#br0" timeOffset="15426">23755 9181 7623,'-5'-9'719,"1"1"-449,5 1-180,9 3 90,1 0-90,9 3 0,5 1 0,2 1-180,11 0 45,-10-1 0,1 1-675,15 1-539,-19 0 1259,3-1 0,-14 1 0,-6-1 0</inkml:trace>
  <inkml:trace contextRef="#ctx0" brushRef="#br0" timeOffset="15634">23780 9371 8432,'10'8'1529,"19"-3"-1529,7-6-180,-10 1 1,0-1-631,0 1 0,0-1 810,0 1 0,0 0 0,-1 0 0,0-1 0,24 1 0</inkml:trace>
  <inkml:trace contextRef="#ctx0" brushRef="#br0" timeOffset="16293">24138 9482 8882,'-6'-9'1259,"9"0"-4536,20 5 804,-4 0 1648,9 2 1,1 1 824,-9-1 0,27-3 0,-28 3 0</inkml:trace>
  <inkml:trace contextRef="#ctx0" brushRef="#br0" timeOffset="16619">24577 9283 8612,'2'-36'1889,"-2"26"-1799,-2 8-90,-6 35-90,-5 6-315,3 1 0,0 5-944,3 0 0,1-1 1349,-1-5 0,3-2 0,4-6 0,3-5 0,2-9 0</inkml:trace>
  <inkml:trace contextRef="#ctx0" brushRef="#br0" timeOffset="16953">24503 9215 8162,'-4'-12'1170,"31"9"-1080,-9 5-389,18 9 0,3 2 389,-3 2 50,-7-3 0,2 3-230,8 14 0,-9 8 0,-23 0 1,-7 3 89,10 7 0,-7-2 71,-22-5 1,-11-6-1287,-8-8 1,-1-6 1214,5 1 0,9-6 0,3-1 0,9-3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6:20.0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2020 1949 6633,'-43'7'2609,"4"0"-2070,25-4 361,1 2-540,7-2-90,14 8-1,10 0-89,21 5-90,1-7 0,3-1-90,-15-4 0,1 0-275,8 1 0,3 0 0,-3-2 275,-8 0 0,2-1 45,8 1 0,8 1 0,3-1 0,-3 0-45,-5 0 0,-1-1 0,0 0 0,0 1-385,6 0 1,0 0 0,1 0-1,1 0 403,-5-1 0,1 1 0,1-1 0,-1 0 0,-2 1-505,2-1 0,-3 1 0,1 0 0,-1-1 487,0 1 0,0-1 0,0 1 0,3-1 18,3 1 0,4 0 0,0 0 0,-1 0 0,-6 0-18,2-1 0,-5 0 0,3 0 0,-2 0 0,3 1 0,0-1 0,-1 0 22,-3 0 1,1-1-1,-3 0 1,-4 0-23,3 0 0,-1 0 22,-2 0 1,5 0-1,1 0 1,-2 0-293,3-1 1,-2 0-1,1 1 270,-4-1 0,1 0 0,1 1 0,-2-1 0,5 0 0,-2 0 0,1-1 30,8 1 0,0 0 0,-6 0-30,-12-1 0,0 1 30,13-2 0,6 1 0,-6 0-30,-15 0 0,-1 0 154,5 0 1,4 0 0,-2-1-65,10 0 0,1-1-30,-12 0 0,1 0 0,0-1-30,1 1 0,0-1 0,1 0 30,3-2 0,0-2 0,-2 1-15,5-4 0,-1 0 294,-3 1 1,-1-1-340,-4 0 0,-1-3 45,10-7 0,-2-2 0,-12 9 0,1-1-15,4-6 0,4-4 0,-4 1 15,-6-3 0,-2 2-45,1 0 0,-1-1 45,1-11 0,-5 2-45,-5 2 45,-5-4 0,-2 0 1843,-4 2-1888,-3 4 0,-2 0 0,-3 1 0,-1-5 0,-3-3 44,-1 5 1,-3-1-45,-4-11 0,-1 0 0,4 13 0,-1 2 0,-8-5 0,0 3 0,2 4 0,-2-1 0,-1 0 0,2 4 0,0-1 0,-3 0 0,-10-13 0,2 4 0,-4-1 0,10 11 0,-1 1 0,0 0 0,-6-5 0,-2 0 0,0 2-30,2 2 0,0 1 1,0 2 29,0 0 0,0 1 0,2 3 389,0-1 1,-1 2-390,-13-6 0,-5 1 0,12 7 0,-2 2 0,-3-1-23,-1 0 1,-4-1 0,-1 1-1,1 1-655,-2-1 0,-1 1 0,1 1 0,3 1 678,-5-1 0,3 2 0,0 0 0,0 1 0,0 1 0,7 2 8,13 2 1,1 0-9,-22-3 0,1 1 0,1 1 0,-1 0 0,-6 0-30,15 2 0,-2 0 0,-2 1 30,1 0 0,-2-1 0,-2 0 0,-1 1-369,5 0 0,-2 1 0,0 0 0,0-1 1,3 1 368,-10 0 0,2 0 0,-2 0 0,9 1 0,-3-1 0,0 1 0,2 1 0,5-1-235,-7 0 0,1 1 235,2 0 0,-4-1 0,-1 1 0,7 0 0,3 0 0,0 0 0,-11 0 0,-6 0 0,7 1 711,11-1 0,0 0-711,-11 1 0,-7 0 0,0 1 0,14-1 0,1 0 0,-1 1 0,-1 0-349,-3 0 0,-1 0 0,-1 1 0,2-1 349,2 0 0,0 1 0,1-1 0,0 0 0,0 1 0,0 1 0,1-1 0,2 1 183,-2 0 0,3 0 0,0 0-183,1-1 0,1 1 0,-1 0 113,-8 2 0,0 0 0,6-1-113,-12 3 62,17-3 1,-5 1 0,1 1-63,-8 3 0,1 0 0,11-2 0,-1 0 0,-1 1 0,-4 2 0,-1 2 0,2 0 0,-10 6 0,3-1 949,7-2 0,0 1-949,-8 4 0,1 1 887,9-2 1,-1 1-888,7-3 0,-1 1 0,0 2 29,3 0 1,1 2 0,2-2-30,-1 2 0,3 1 0,-3 11 0,4 2 0,9-9 0,2-1 0,-4 2 0,2 3 0,3 8 0,4 3-45,6 2 1,3 2-16,1-6 0,1 2 0,2 1 123,0-1 0,3 0 0,3 0-86,0-9 1,2-1-1,2 0 1,2-2-8,9 6 0,2-2 0,2-1 7,-3-6 1,2-1-1,1 0 1,0-1 22,-2-3 0,0-2 0,1 0 0,1-1-45,2 2 0,2 0 0,0-1 0,-2-2-857,6 2 0,-1-2 0,-1 0 872,-6-3 0,-2 0 0,2-1 0,7 0 0,1 0 1,1-2-186,-7-5 1,-1 0 0,3-1 0,2-1 142,4 1 0,2 0 0,3-1 0,1-1 0,-1 1-108,-6-3 0,0 1 0,1-1 0,0 0 1,1-1-1,1-1 92,1-1 1,3-1-1,0 0 1,1-1 0,0 0-1,-3-1 1,-1 0 0,3 0-1,-3 0 1,0-1-1,-1-1 1,2 0 0,-3-1-1,0 1 1,0-1 0,0 1-1,0-1 1,0 0-1</inkml:trace>
  <inkml:trace contextRef="#ctx0" brushRef="#br0" timeOffset="18534">13548 14280 7533,'-40'-17'779,"0"0"1,6 3-1,3 2-329,-9 0-180,6 4-90,5 2 0,0-1-90,-10 0 89,2 1 1,0 1-90,0 1-45,0 0 0,0 1-426,-4 1 426,-5 1 0,-1 1-45,21 0 0,-1 0 30,-5 1 0,-4 1 0,1 1-1216,-10 2 1,1 2 1185,5 0 0,-3 1 22,6 3 1,-5 1 0,0 4-1,2 2 0,3 2 1,2 4 0,1 1-1,-1 1 0,-3-1 1,-1 1 0,2 1-1,1 4-4,7-1 0,0 3 0,3 1 0,1 1 0,3 1-389,3 1 1,3 2 0,1 0 0,2-1-1,0-1 401,-4 11 0,1-3 0,1 4-8,1-1 1,1 4 0,1-2-1,1-6 23,3-5 0,1 1-175,2-1 0,-1 6 1,1 4-1,1-1 1,1-6 159,2 0 0,1-4 0,2 5 0,0 0 0,1 6 0,0 3 0,2 1 0,1-3 0,0-6 15,4-1 0,0-5 0,2-1 0,1 3-115,1 4 0,2 3 0,2 2 0,0-3 0,0-2 92,3-4 1,0-1-1,1-3 1,-1-1 7,2 5 0,0-2 0,1-2-30,6 2 0,1-2 0,-3-5 45,-10-11 0,1-2-45,4 5 0,3 3 0,-3-5 0,15 9 45,1-4 0,0-2-45,-2-3 45,4-2 0,-1-3-45,-8-8-289,7-3 0,1-3 289,1-4 0,4-5 0,2-3 672,-20 3 1,2-3-651,6-4 1,7-3-1,1-2 1,-4 0 7,-5 0 0,-3 1 0,3-2 10,-1 1 0,3 0 0,0-2 0,-3-2-18,-2-3 1,-1-3-1,-2 0 1,-3 2 22,3-4 0,0-2-45,-7 4 0,3-5 0,1-2 0,-2 1 0,-5 4 0,4-6 0,-4-2 22,-1-1 1,2-7-1,-2-2 1,-4 3-411,-5-4 0,-5 2 0,1 0 388,2 0 0,0 0 0,-5-3 0,-5 5 0,-4-3 0,-1-2 0,-2 1 0,-1 6 140,0 5 1,-2 4 0,0 1 0,-1-2-141,2-1 0,-1-2 0,0 0 0,-1-1 0,-3 0-140,-1 1 0,-3 0 1,-1-1-1,-2 1 1,1 0-1,1 2 104,0-1 0,-1 2 0,1 0 0,-1 0 0,0 0 18,-1-4 0,0 0 0,-1 0 0,0-1 0,-1 2-72,-1 0 0,-1-1 0,0 1 0,0 3 1,2 2-354,-7-3 0,1 4 0,0 0 353,-1-2 0,0 0 0,-2 2-203,4 7 1,-2 1 0,1 2 0,5 4 687,1 3 1,1 2-2035,-18-8 1,1 3 1591,8 7 1,5 5 0,0 0 0,-18-2 0</inkml:trace>
  <inkml:trace contextRef="#ctx0" brushRef="#br0" timeOffset="29801">4773 9429 8972,'-5'-24'2428,"4"12"-2158,-8 36-270,6-4 90,-7 26 0,-2 5-2138,0-9 2048,2-7 0,-2 3 45,1-2 0,1-1 316,1-6 0,1 2-316,-2 11 0,2 0 122,4-15 1,1-3-168,2 11 0,6-34 0,-3-6 0,4-32 0,-6 17 540,1-6 1,-1-1-541,0-13 0,2 1-90,0 6 90,1 23 0,10-6 0,-4 9 0,20-6 0,8 7 0,-12 1 0,1 0 0,10-3 0,-1-1 0,10-3 0,-17 2 0,-3 0 0,-5-2 0,12-16 0,-18 11 0,8-23 180,-15 12-90,1 2-90,-17 24 90,-7 49-45,6-11 0,-1 2-45,2-1 0,2 0-548,0 11 1,3-4 547,1-8-45,1-2 0,2-1-1304,5 4-1928,6-1 3196,2-15 1,9-19 0,-3-6 0</inkml:trace>
  <inkml:trace contextRef="#ctx0" brushRef="#br0" timeOffset="30054">5568 9360 10141,'16'-11'1349,"-12"14"-629,-17 33-540,-3-5 0,-4 7 0,-2 0-1000,4-3 1,-2 0 0,1 1 0,-1 0 313,2-3 0,0-1 0,0 1 0,0 2 573,-5 9 1,0 3-1,0-1 1,4-6-455,-2 2 1,2-3 296,1 0 0,-1 2 0,2-4-204,0 1 1,2-7-426,1-1 719,-1-5 0,-1-2 0,-1-7 0,-11 4 0</inkml:trace>
  <inkml:trace contextRef="#ctx0" brushRef="#br0" timeOffset="30468">5495 9775 10681,'15'-3'450,"-2"0"-181,-2 1-89,-2 1 0,8 1 0,1 1 180,21 3-90,3 8 0,-6 17-180,-34 17-45,-23-8 0,-8 1 0,0-2 0,-1-1-45,-2-1 0,6 0 44,16-7 1,10-3-45,37 1 0,-7-15 0,3-5-45,-4-1 1,2-4-361,8-2 0,0-2-1234,-12 0 1,-1 0 1265,23-3 1,-16 1-1,-26 3 1</inkml:trace>
  <inkml:trace contextRef="#ctx0" brushRef="#br0" timeOffset="31151">4374 10822 10591,'2'-28'1709,"0"3"-810,1 10-539,3 30-360,-3-8 90,0 15 0,0 6 0,1 15-90,0 1 90,7 3-90,-4-26-90,17 17 90,-1-20 0,4 4 0,6-20 0,-4-16 0,2-4 0,-7-2 0,-6-2 0,-9 16-90,11 2 90,5 13 0,-2 2 0,1-2 0,1 0 0,6-2 0,11 3 45,-15-10 0,-1-3-45,20-10 0,-6-3 0,-1-6 0,-10 1 0,-4-5-90,1-12 0,-6 0 90,-5-9-315,-13 16 1,-2 1-1575,1 2 1889,7 0 0,2 13 0,5 10 0</inkml:trace>
  <inkml:trace contextRef="#ctx0" brushRef="#br0" timeOffset="31451">5765 10476 11311,'-1'-11'1709,"1"0"-1170,-23 37-359,5-1 0,-1 2-135,-1 4 0,-2 4-1138,-3 4 1,-1 3 0,2-4 739,6-10 1,1 0 382,-4 9 0,-2 5 0,2-3-474,5-1 1,2-3 263,-1 0 0,2 0-630,3-2 1,4-2 809,5-5 0,3 0 0,4-12 0</inkml:trace>
  <inkml:trace contextRef="#ctx0" brushRef="#br0" timeOffset="31869">5908 10790 11850,'10'-8'1349,"1"-1"-1169,-4 4 0,2 0 270,24 2-270,-1 4-180,8-1 180,5 9-180,-27-3 90,12 11-90,-21-6 90,-3 18-90,-9-11 0,-5 4 0,-3 3 45,-2-4 0,-1-1-45,-12 22 0,7-14 0,1 0 0,-7 14 0,12-15 0,2-1 0,-2 17 0,34-15-90,-1-16-135,14-8 0,9-6-405,-7-2 1,2-3-1,1-1 265,5 0 1,0 0 0,1-1 0,0-2 0,0 0 0,-3 0 0,5-4 0,0 0 0</inkml:trace>
  <inkml:trace contextRef="#ctx0" brushRef="#br0" timeOffset="32068">6977 10997 12840,'7'6'629,"1"0"1,-25-15 0,-3-5-1</inkml:trace>
  <inkml:trace contextRef="#ctx0" brushRef="#br0" timeOffset="34151">20599 9137 8522,'9'-5'1709,"-1"0"-989,-2 1-630,-3 8 180,-5 11-181,-1 4 1,-4 8 0,-3 2-90,0 4 45,-2 10 0,0 2-448,0-2 448,4-7 0,1 2 0,2-5 0,1-3-45,-1 13 0,2-9 0,1-2 90,2-4-90,-3 1 90,4-7-90,-3-14 0,-2-15 493,1-15-538,1-3 0,1-3 45,1 3 0,1 0 0,2-19 0,2 5-90,2 24 90,0-6 0,11 9 0,-8 7 0,22-3 0,-15 5 0,30-2 0,-4 0-1639,-5-2 1,0 0 1580,-13 2 1,0 0-269,9-6 1,-4 0 325,-5-2-184,-2-2 0,-1-1 274,-1-1-90,-3-1 0,0-1-90,0-4 2977,-1 1-2887,-3 14 915,-12 28-915,1 3 0,-5 10 0,-1 3 0,0 2 45,1 7 0,-1 4-45,3-12 0,-1-1 45,1 7 0,0 0-135,1-3 0,0-3 0,0 2-539,0-7 629,-1-24 0,-1-1 0,1-5 0</inkml:trace>
  <inkml:trace contextRef="#ctx0" brushRef="#br0" timeOffset="34435">21560 8993 9691,'3'-10'90,"1"3"270,1 0 360,-2 3-270,-2 15 89,-10 27-359,-2 8 0,-1-4 0,-4 9 0,2-5-878,2-11 0,0 1 743,2-2 0,-2 4 0,0 2 0,0-2 15,-1 3 0,1-1 0,0-3-105,-1 5 0,0 0-165,-1 0 0,-1 3 0,1-6-1152,3-13 1,0-2 596,2 2 1,-1 0 764,-6 8 0,12-20 0,-3 3 0</inkml:trace>
  <inkml:trace contextRef="#ctx0" brushRef="#br0" timeOffset="35217">21869 9322 9961,'-5'-9'1260,"1"2"-451,-1 2-809,16 5 0,-4-1 0,14 3 0,-8-2 0,1-1 0,1 0 0,15 1 0,4 4 90,7 5-90,-12 1-90,-13 11 90,-14-6 45,-20 17 0,-12 5-45,8-13 0,-3-2 0,-3 3-820,0 2 1,-3 4 0,-1-1 0,3-3 780,0-2 1,0-2 0,2-1 38,-11 12 0,7-4 0,15-10 0,5 12 0,10-17 0,25 12 0,4-21 0,5-4-45,10 1 0,2-2-115,-4-1 1,1-3-171,-8-2 0,1-2 1,-2 0-1310,4-3 1,-3-1 1807,1 1 1,0 0-1,-1-3 1,-3 1-1,6-5 1</inkml:trace>
  <inkml:trace contextRef="#ctx0" brushRef="#br0" timeOffset="35401">22898 9636 11490,'6'6'135,"1"0"0,-22-2 0,-6 1 0</inkml:trace>
  <inkml:trace contextRef="#ctx0" brushRef="#br0" timeOffset="36150">20186 10475 10681,'4'-11'1619,"2"-3"-989,-6 5 89,2-3-539,10 17 0,4 14-90,2 2 0,0 2-90,6 13 45,-4-2 0,1 2 0,-3-6 0,0 0-45,2 4 0,2 1 45,2 1 0,0-4-45,4-3 0,-3-7 90,5-26-90,2-12 0,-3-3 0,1-2 0,-5 1 0,-2 0 0,-2 1 0,-1 0 0,10-8 0,-20 19-90,8-1 90,1 18 0,-4 0-180,18 19-90,0 0 270,-4-4-90,8 1 90,-21-17-90,19-1 180,-8-9-90,6-2 90,-10-10 0,-1-6-45,-5-4 0,-2-4-15,0-2 0,0-3 0,-2 0-30,-1-9 0,-3 0-45,-3 6 0,-3 2-1214,-2-11-2018,1 33 2747,5 4 0,0 15 0,4 9 0</inkml:trace>
  <inkml:trace contextRef="#ctx0" brushRef="#br0" timeOffset="36468">21823 10316 11041,'6'-15'539,"2"-8"-179,-5 11 450,2-7-675,-21 33 0,-8 13-46,7-2 1,-1 4 0,-2 3-910,-1 0 1,-3 3 0,0 0 0,2 0 554,-2 5 0,2 0 1,-1 1 286,3-4 1,0 3-1,0-1 1,3-6 258,2-1 1,0-1-312,0 4 0,-1 3 0,3-1-420,2 5 0,2-3 270,2-11 1,0 0-1171,1 8 1,3-4 1349,4-15 0,3 1 0,3-12 0</inkml:trace>
  <inkml:trace contextRef="#ctx0" brushRef="#br0" timeOffset="37317">22094 10627 11311,'-1'-14'1978,"-7"15"-1708,-10 23-90,-4 20-180,4-5 45,8-13 0,3 1 45,6 14-90,9 6 0,13-13 90,20-21-90,-4-16 0,-3-6 0,-5-5 0,-11 6 0,0-1-90,2 12 90,-7 5 0,2 4 0,5 4 0,-9-9 0,18 6 0,7-10 0,9-4 45,-11-8 0,-1-2-45,5-8 0,-13 0 0,-4-1 0,-6-3 0,-7-3 0,-3-2 0,-2-2 0,-6-2 0,-5-1-90,-11-8-360,-6-1-719,6 16 1169,4 18 0,7 10 0,-4 2 0</inkml:trace>
  <inkml:trace contextRef="#ctx0" brushRef="#br0" timeOffset="37918">22031 10669 10771,'-14'-5'540,"21"-5"-271,1 4 91,18-2 0,8 0-135,-3 3 0,5 0-76,5 1 1,6 0 0,0 1-372,-3 0 1,0 2 0,1 1 288,-5 2 0,2 1 1,-1 0-1,-4 1 35,9 0 1,-5 3-58,1 7 0,-14 7 0,-35 1 0,-8 2 0,5-2 0,-4 2-379,-9-3 1,-8 2-1,-3 0 1,-2-1 355,-4 1 1,-3-1-1,0-1 1,-1 2-23,8-4 0,0 1 0,1 0 0,-1 0 0,0 0-70,-2 0 1,-2 1-1,2-1 1,1 0 0,6-1 114,-14 11 0,9-3-45,9-8 0,10 0 528,21 5-438,7-17-45,13 0 0,7-2 15,3-4 0,5-4 0,2 0-301,-4 1 1,1 0 0,2-2-1,3 0 187,3-1 0,4-2 0,1 0 0,-1-1 1,-4 2-102,-5-1 1,-3 1-1,-1 0 1,0-1 19,4 0 0,1-1 0,-2 0 0,-4 0-1034,6-3 0,-2 0 1169,5-3 0,0 0 0,-4 0 0,-1-1 0,-2 0 0,1-1 0</inkml:trace>
  <inkml:trace contextRef="#ctx0" brushRef="#br0" timeOffset="38117">23839 11018 15358,'-11'-7'0,"-4"-4"0</inkml:trace>
  <inkml:trace contextRef="#ctx0" brushRef="#br0" timeOffset="40184">12152 12857 6723,'-24'-3'630,"7"0"-360,-2 1-1,8 0 91,-3 0-90,0 2 180,3-2 629,-8 3-179,8 0-1,-4 2-629,24 3 90,15-1-270,6 0 0,10-2 0,2 0-264,4-2 196,-13 0 1,6 0-1,4 0 1,-2-1-175,-2 0 0,0 0 0,-1-1 0,2 1 174,1 0 1,1 0-1,0 0 1,-1-1-1,1 1 1,-1-1-1,-1 0 1,-5 0-23,1 1 0,-4-1-90,-5 1 0,-3 0-1260,0-1 1350,-10 3 0,-8-2 0,-3 1 0</inkml:trace>
  <inkml:trace contextRef="#ctx0" brushRef="#br0" timeOffset="40651">12505 12646 10321,'-9'-9'450,"1"1"-90,18 0-270,-4 3 89,22 1-89,-10 4 0,9 3 0,2 1 0,7 2-134,-4-1 1,5 2 0,1 2 103,-1 1 0,1 1 0,-2 0-445,-2-3 0,-1 1 0,1 0 385,4 2 0,0 2 0,-3-2 45,-1 1 0,-3-2 45,13 6-90,-16-6 0,-4-2 0,-11-3 90,5-1 0,-30-1-90,-23 5-936,2 2 1,-6 3-1,1-1 936,0 0 0,-1 2 30,-3 3 0,-3 4 0,7-2 266,15-6 0,2 1-521,-18 14 0,2 0-45,4-3-1034,6-1 0,2-1 1304,7-7 0,-7 6 0,7-9 0</inkml:trace>
  <inkml:trace contextRef="#ctx0" brushRef="#br0" timeOffset="102253">12459 4484 9961,'1'-20'1799,"-1"5"-1079,-6-10-90,-3 9-271,-5 2-179,0 5 180,-18 12-225,1 13 0,-4 5-454,-3 1 1,-3 5 363,9-1 0,-2 6 0,1 2 0,5-1-45,4 1 0,4 1 0,3 2-647,-1 6 1,4 2 0,8-3 601,9-1 0,13-3 15,9-10 0,9-3 1,-2-3-223,-4-4 1,2-3 251,14 3 0,8-2 0,-6-3-370,-14-6 0,-1-3 370,8-1 0,4-1 0,-6-1 0,-8-3 0,-2-3-622,8-4 1,3-2 0,-3-1 621,-7 0 0,-2-2 0,4-3 0,1-4 0,-6-1 502,-8-5 1,-7-4-503,-9-9 0,-7-7 0,-5 2 0,-3 10 0,-4 1 0,-2 0-156,-3-8 1,-3 0 0,-7 5 155,-2 11 0,-7 3 0,-2 4 0,2 3-240,-4 1 0,0 5 1,-4 3-417,9 3 1,-3 1-1,-2 2 1,2 1 0,4 1 245,-3 2 0,3 1 1,2 4-1,-2 6 1,1 5-1,8-1 0,-6 15 1</inkml:trace>
  <inkml:trace contextRef="#ctx0" brushRef="#br0" timeOffset="103420">15497 4586 11670,'-2'-9'900,"3"1"-810,5 4 90,7 0-90,4-1 90,18-9-91,-2-3-89,5-3 45,-8-1 0,1-2 0,-9 5 0,1-1-45,5-2 0,-1-2 45,-2 0 0,-3 2 45,-4 3-90,6-6 180,-15 14-180,-9 24 45,-6 12 0,-3 7 0,0 6 0,-1 4-45,2 3 0,-1 3 0,1-3 45,1 0 0,2-2-90,2-1 0,5-2-360,10-8 1,4-6-586,9-2-649,0-3 1,1-4 1310,0-12 1,6-6-1,-14-4 1</inkml:trace>
  <inkml:trace contextRef="#ctx0" brushRef="#br0" timeOffset="103624">15496 4926 10501,'10'13'1079,"19"0"-719,7-7 0,7-4-225,5 1 0,2-1-496,-14-2 0,0 1 1,3-1 67,5-2 1,5 0 0,0-2-1,-4 1-35,-3-2 0,-4-1 0,3 1 1,-2 1-1,2 0 0,-1-1 1,-4 0-1,6-5 0,0 0 1</inkml:trace>
  <inkml:trace contextRef="#ctx0" brushRef="#br0" timeOffset="104412">15137 4863 10591,'-3'-12'809,"2"1"-269,-2 4 180,-1-2-1,-30-3-629,7 5-493,-15 1 1,-9 2 462,17 3 0,-2 0 0,-3 1-731,-3-1 0,-4 1 0,-2 0 0,3 1 671,6-1 0,2 0 0,-1 0 0,-5 0 38,3 1 1,-4 0-1,-3 0 1,-1 1 0,1-1-1,0 0 1,4 1-355,-3-1 1,2 1 0,2 0 0,-2 0 0,-3 0 315,4 0 0,-4 0 0,-2 1 0,0-1 0,1 0 0,3 0 0,4 1 0,-4-1 0,3 1 0,3-1 0,0 1-90,-11 2 0,2 0 0,9-1 0,1 1-270,-10 6-539,36-7-1080,17 6-947,14-7 2926,5 1 0,8-5 0,-10-1 0</inkml:trace>
  <inkml:trace contextRef="#ctx0" brushRef="#br0" timeOffset="104811">13659 4710 10411,'-7'-12'1349,"-2"-1"-989,2 6-90,-3 1-180,-6 8 180,-31 9-180,5 1-30,5 0 0,-6 2 0,3 0-15,8-1 0,0 0-45,-15 4 0,2 2 0,17-2 0,7 1 89,5 16-89,-1-2-45,33-5 1,10-3-136,17-2 90,-13-5 0,3-2-135,-1-4 0,-1-3-386,9 2-783,4-2 0,0-1-225,2 0 1619,-11-3 0,0 0 0,14-1 0,-24-2 0,0 0 0</inkml:trace>
  <inkml:trace contextRef="#ctx0" brushRef="#br0" timeOffset="113222">15266 13690 8702,'47'16'1079,"-12"-6"-1034,-7-2 0,1 0 90,-3-3 0,0-1 0,5 1 0,3 0-953,5 1 0,4 0 0,1 1 930,-5-1 1,1 1-1,0-1 1,2 1-68,1 0 0,1 0 0,2 0 0,2 1 14,-6-1 1,4 1 0,1 0 0,0 0 0,-1 0 0,-3 0-508,6 0 0,-2 1 1,-2-1-1,3 0 466,-6-1 0,1 0 0,0 1 0,1 0 0,0-1 54,5 1 0,2 1 0,0 0 0,-3-1 0,-5-1 40,-3 0 1,-4-2 0,4 2-78,-1-1 1,5 2 0,2-1 0,-4 0 0,-5-1 189,9 2 0,-6-2 0,1 0 0,-3 0-90,-12-1 0,-3-2 859,11 2-1084,-21-3 2089,-1 0-1999,-5 0 0,-1-1 0,-4 0 0</inkml:trace>
  <inkml:trace contextRef="#ctx0" brushRef="#br0" timeOffset="113738">17178 13964 10321,'-18'-7'270,"7"3"629,-5-5-629,18 5 0,17 4-180,5 3 0,4 3-45,4 2 0,3 2 0,9 4 0,-1-1-45,-14-3 0,-2-1 45,7 2 0,-4 0-45,-4-3 0,0 1 0,0-1 0,-2 0 45,0 0 0,0 0-45,-6-2 0,13 2 0,-15-3 270,3 0 359,-5-2-539,-33-5 0,10 2-90,-26-4 90,0 7-180,-4 2-45,10-1 0,-3 2-495,1 3 1,-3 3-1,3-2-270,2 0 1,-1 1 899,-3 3 0,-2 0 0,5 0 0,-10 9 0,16-9 0,-1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6:52.42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18525 2895 7803,'5'-17'1799,"-2"5"-1170,3-2 91,-4 8 629,1-1-899,-31 29-360,9-7 29,-3 3 1,-7 7 0,1 1-60,0 5 0,0 3 0,1-1-30,2-4 0,0-1 0,1 3-30,-2 6 0,1 3 0,8-4 0,11-5 0,7-1 0,9 2 0,6-1 0,11 8 0,2-21 0,8-3 0,2-3-180,-4-6 0,0-3 1,1-1-31,2 5 0,1-1 0,-1-2-240,6-4 1,0-4-1,-8 0 1,6-4-1,-15 1 1,0 0-1</inkml:trace>
  <inkml:trace contextRef="#ctx0" brushRef="#br0" timeOffset="1185">19110 3292 9781,'-2'-19'990,"0"5"-181,-12-4-494,-9 20 0,-4 6-225,-8-5-60,5 11 0,-4 6 0,6 1-120,-4 16-135,18 5 0,9 2 135,17-6 45,12-12 0,4-6-411,1-15 456,15-11-90,-21-7 90,6-9 0,-15-15-90,-9 11 90,-9-13 0,-9 11 0,0 1-90,-2-1 90,13 9 456,13 4-456,10 4-45,4 5 1,0 0 44,5 0 0,-3 0 0,2 1 89,7-3-89,0 0 0,-8 0 90,-8 3-90,-9 2 90,11 3-90,-6 7 0,6 11 0,7 17 0,-9-9 0,-2 2 0,-1 1 0,-4-1 45,-3 0 0,-4 2-45,-12 0 0,-9 3 0,-18-14 0,-2-8 0,5-3 0,-9 0 0,27-7 0,-9 4 0,30-3 0,2-1 0,33-5 0,-11-5 0,1-3 0,-2 1 0,-1-2 45,8-4 0,-2-4-1651,-6-11 0,-5 0 1606,5-4 0,-11 6 0,-6-1-323,-9 0 323,-1 6 0,-3 1 90,-2 14-90,8 33 0,5 5-214,-1 1 0,0 3 214,3 0 0,-1-2 2976,5 12-2931,-7-11 0,-1-4-45,-7-11 577,-2 19-487,-20-18-359,-8 1-1890,-8-1 720,13-10 1608,5-1 1,14-4 0,2-1 0</inkml:trace>
  <inkml:trace contextRef="#ctx0" brushRef="#br0" timeOffset="1395">20299 3603 10861,'0'-14'2878,"0"-1"-2158,1 1-1170,2 2-2338,2 5 2788,0 5 0,-11 8 0,-3 4 0</inkml:trace>
  <inkml:trace contextRef="#ctx0" brushRef="#br0" timeOffset="1820">17722 3864 10231,'-35'-14'-180,"17"7"810,-17-7 719,21 7-899,13-2 0,25 5-271,9 3 1,12 3-72,-5 0 0,9 1 0,4 1 0,1 0 0,-2-1-751,-5 1 1,-2-1 0,0 0-1,4 1 1,5 0 666,-14-1 1,3 1-1,3-1 1,2 1-1,1 0 1,1 0 0,1 0-1,0 0 1,-1 0-1,-1 0 1,-2 0-7,2 0 0,0 0 0,0 0 0,-1 0 0,0 0 0,0 0 0,-1 0 0,1-1 0,0 1 0,0 0-122,-1 0 0,0-1 0,1 1 0,0 0 0,-1-1 0,0 1 0,0-1 0,-1 1 0,-1-1 0,0 0 104,5 1 0,0 0 0,-1 0 0,0-1 0,-2 1 0,-1-1 0,-3 0 0,-2-1-113,12 1 1,-3-2-1,-5 0 1,-4 0-1527,9-2 1,-8-1-1,-8 0 1,-11-2 1522,-22-4 1,-26 0-1,1 3 1</inkml:trace>
  <inkml:trace contextRef="#ctx0" brushRef="#br0" timeOffset="5595">2469 1994 6543,'-17'2'540,"4"-1"-180,-5 2 0,7-2-1,0 0 181,-1 1 90,6 0-360,15 5-46,23-3 1,17-3-512,-13 0 0,7 0 0,5-1 0,3 0 0,0 0 0,-1 0 0,-3 0 287,-4 0 0,-3 0 0,-2 0 0,3 0 0,4 0 0,7 0-122,-17 0 1,4-1-1,3 1 1,2 0-1,3-1 1,2 1 0,2-1-1,1 1 1,1-1-1,0 1 1,1-1 0,-1 1-1,0 0 1,-1-1-1,-1 1 1,-1-1-1,-3 1 1,-1 0 0,-4 0 129,10 0 0,-4 0 0,-1 0 0,-3 0 0,0 0 1,-1 0-1,1 0 0,0 1 0,3-1 0,1 0 1,4 0-95,-10 1 0,2-1 0,1 0 0,1 0 0,2 1 0,1-1 0,0 0 0,1 0 0,0 1 0,1-1 0,0 0 0,0 1 0,-1-1 0,0 1 0,-1-1 0,0 1 0,-2-1 0,-1 1 0,-1-1 92,6 1 0,-1 0 1,-1 0-1,0 0 1,-1 0-1,0 0 1,-1 0-1,0 1 1,-1-1-1,0 0 0,0 0 1,0 0-1,-1 1 1,0-1-52,4 0 0,-1 0 0,-1 1 1,0-1-1,0 0 0,-1 1 1,0-1-1,0 1 0,0-1 0,0 0 1,-1 1-1,1-1 69,2 0 1,0 0-1,1 0 1,-1 1-1,0-1 1,0 0 0,-1 0-1,-1 0 1,0 0-1,-1 0 1,-2 0 59,8 0 1,-1 0 0,-1 0 0,0-1 0,-2 1 0,-3 0 0,-1 0 0,-4-1 95,10 1 0,-5 0 0,-3-1 0,0 0 0,12 0 0,-2 0 0,-9-2 1396,3-1-1037,-7-4-179,-8-2-180,7-1-180,-10 4 1414,9-1-2493,8 6 2483,-14 1-2753,18 5 90,-28-1 1259,10 4 0,-13 0 0,-2 1 0</inkml:trace>
  <inkml:trace contextRef="#ctx0" brushRef="#br0" timeOffset="10056">8446 3222 7533,'5'-17'1259,"-1"3"-539,-1 2-630,-2 14-1729,-4 19 1,-2 7 1203,-2 15 263,1-5 1,-1 7 0,1 0 261,1-6 0,0 0 0,1-1-401,-1 0 1,-1 0 0,1 4 377,-1 5 1,-1 7-1,1-3 1,0-7-381,1-8 1,1 0 334,-1 3 1,-1 6-1,0 0 1,3-9-383,1-8 0,0-3-854,0 4 0,1-4 1638,5-7-424,-2-24 0,6-14 0,-2-4 0</inkml:trace>
  <inkml:trace contextRef="#ctx0" brushRef="#br0" timeOffset="11131">8411 3098 8432,'6'-15'540,"0"3"719,16-9-1079,-11 11 540,16-9-181,1 7-314,-2 4 0,5 0-105,3 3 0,6 1 0,5 0-667,-4 2 1,6 1 0,2 0 0,3 1 0,-1-1 0,-1 1 223,-4 0 1,-1 1 0,0 0 0,1-1-1,2 2 1,3-1 340,-8 0 0,3 0 0,2 1 0,1-1 0,1 1 0,1 0 0,0 0 0,-1 0 0,0 0 0,-2 0-50,0 1 1,0-1 0,0 1-1,0 0 1,-1 0 0,0 0-1,0 0 1,-1 0 0,-1 0 42,1 0 0,-2 0 0,0-1 1,-1 1-1,1 0 0,1-1 0,1 1 1,3 0-63,-6 0 1,2 0 0,2 0 0,2 0-1,1 0 1,-1 0 0,1 0 0,-1 0-1,-1 0 1,-2 0 0,-3 0 0,-2-1 50,14 1 0,-5 0 0,-3-1 0,0 0 0,1 0 0,3 1 0,-8-1 0,1 0 0,2 1 0,0-1 0,1 1 0,1-1 0,-1 0 0,0 0 0,-1 0-120,0-1 1,2 1 0,0-1-1,0-1 1,-1 1 0,-1-1-1,-2 1 1,-3-1 0,-2 1 119,10-1 0,-7 1 0,1-1 0,6 0 0,-9 0 0,5-1 0,3 1 0,3-1 0,0 0 0,-1 0 0,-3 0 0,-4 0 0,-5 0 30,16-1 0,-9 0 0,3 0-30,-8 0 1,3-1-1,0 1 1,-1-1 0,-4 0 88,6 0 1,-4 0 0,-4-1 462,-5 2 0,-2-1-462,12-1 0,-5 0 1623,-14 2-1534,12-1-89,-16 1 2427,2 1-2427,-7 1 0,7 5 0,-9-2 2498,7 6-2498,-7-2 0,9 10-90,-7-4 90,10 19-45,-13-6 0,-2 1-45,1-2 0,-2 4 22,-1 11 1,-2 9-1,-2 5 1,-1 0-520,-1-14 1,-2 2 0,-1 0 0,0 1 0,0-1 0,0-1 496,2 5 0,0-1 0,0 0 0,0 1 0,-1 2 15,-1 0 0,-1 3 0,0 1 0,0-1 0,1-3 0,1-5-73,1 5 0,2-5 0,-1-1 58,0 2 0,0 0 0,0-1 30,2 2 0,1 0 0,0-8-30,0-2 45,0 0 0,1-5-45,-3-19 0,-9-7 0,0-10 45,-15-12 0,-4-3 3231,-7 2-3269,5 5 0,-8-2 1,-3 0-1,2 1-37,-3 2 0,1 1 0,-8-1-318,12 4 0,-5-2 0,-5 0 0,-3-1 0,-1 0 1,-1 0-1,3 1 0,2 1 0,4 0 348,-5 0 0,6 1 0,0 0 0,-3 0 0,-9-1-6,16 3 0,-5 0 0,-4-1 0,-4 0 0,-2-1 0,-1 0 0,-2 0 0,-1 1 0,1-1 0,1 0 0,1 1 0,3 1 0,3-1 0,4 2 0,5 1-200,-10-2 1,6 2 0,5 0 0,0 1 0,-4-1-1,-5 0 206,5 0 0,-4 0 0,-3-1 0,-3 0 0,-1-1 0,-1 1 0,-1 0 0,1 0 0,0 0 0,2 1 0,3 1 0,2 1-233,-6 0 1,2 0-1,2 2 1,1 0-1,1 0 1,0 1-1,1-1 1,-1 0 219,-1 0 0,0-1 0,1 1 0,0 0 1,0 0-1,0 0 0,-2 0 1,2 1 1,-1 0 0,-1-1 0,0 2 0,0-1-1,1 0 1,2 1 0,2 0-328,-9 0 0,1 1 1,3 0-1,2 1 0,2-1 189,-5 1 0,4-1 1,-1 2-31,-3-1 0,-1 1 0,5-1-630,6-1 1,3-1 887,2-5 1,1 0 0,5-1-1,1 0 1,2-5 0,0 1 0</inkml:trace>
  <inkml:trace contextRef="#ctx0" brushRef="#br0" timeOffset="12138">9537 3204 9242,'13'-10'-360,"-4"3"270,1 0 180,-3 2 0,0 1 0,3 5 270,4 28-91,1 15-1280,-6-4 1,0 7-1,-1-1 1041,-1-10 0,-1-1 0,0 2 15,0 0 0,0 3 0,1 1 0,0-1-83,-1-2 1,1 1 0,1-2 0,-1-1 67,0-1 0,0-1 0,2 2-53,0 0 1,0 3-1,2-1 1,-1-5-1617,7 5 1,1-5 937,-4 0 1,1-5 479,19-1 1,-10-26 0,8-1 0</inkml:trace>
  <inkml:trace contextRef="#ctx0" brushRef="#br0" timeOffset="12462">10901 3214 9332,'12'-24'1709,"-3"7"-990,13 26-509,-8 15 0,0 11 0,0-3-165,2-3 0,1 3 22,-3 4 1,1 8-1,0 1 1,-2-1-103,-2-7 0,-2 0 1,0-1-1,2 2 12,1 3 1,1 2 0,0 0-1,1-1-135,0 3 1,2 0 0,-1-1 0,0-5 7,-2-5 0,-1-4 0,3-2 150,5 2 0,2-2 0,-1-6 0,13-3 0,-6-5 0,-1 0 0</inkml:trace>
  <inkml:trace contextRef="#ctx0" brushRef="#br0" timeOffset="12762">12269 3190 11490,'3'15'450,"3"8"0,3 5-1543,4 12 1,1 5 0,-1-1 260,2 2 0,0 3 886,-4-13 0,0 4 0,1 2 0,0 0 0,-2-4 364,0 4 0,0-2 0,-1 1-508,0-6 0,1 2 0,0 0 0,1 1-607,3 5 0,1 1 0,1-1 0,1-4 697,1-4 0,1-2 0,1-2 0,0 3 0,2 0 0,0-6 0,4-7 0,0 0 0</inkml:trace>
  <inkml:trace contextRef="#ctx0" brushRef="#br0" timeOffset="14242">11504 2460 9961,'-14'-11'809,"-8"6"1,-7 6-1903,-4 7 1,-3 6 0,1-2 170,-4-4 1,1 5 988,5 7 1,-4 7-1,7 2 1,18-3 311,31 2 1,21-1 0,1-2-1473,-5-1 1,1-2 0,3-3 1035,0-4 0,4-3 0,0-3 0,-2-5 0,4-7 0,-2-7 0,-7-1 0,-15-2 0,0 0 0</inkml:trace>
  <inkml:trace contextRef="#ctx0" brushRef="#br0" timeOffset="14600">11966 2366 9512,'-6'-28'989,"6"13"-449,9 29-181,1 21-179,-8-5 0,-1 5 0,-1 1-90,-1-2 0,-2 1 0,1 1-390,0 5 0,1 0 1,2-2 299,3 3 0,5-7 0,14 0 0,13-28 0</inkml:trace>
  <inkml:trace contextRef="#ctx0" brushRef="#br0" timeOffset="15752">12426 2680 9781,'-33'-19'1214,"10"13"1,-4 6-945,-12 7 0,-1 7-180,5 5 0,6 6-225,7 5 0,11-1-225,42 8 270,9-23-45,2-31 0,-2-9 45,-11-2 0,4-4 90,-19 53 0,4 16 0,4-14 0,4-4 0,15-1 0,-3-23 0,-1-12 0,-15-7 0,-3-4 45,6-6 0,-3 0 0,-10 5 0,-4 4 45,-3 0 0,11 50-90,-8-7 0,11 13 0,1 5 0,-10-12 0,-4 2 0,-6 9 0,-4-1 0,0 10 0,-17-26 0,-3-6 0,7-4-90,40-22 90,12-13 0,5-7 30,-10 8 0,0-1 0,0-1 0,0-3 0,-1-2 0,-4 3-30,-6 2 0,-7 3 0,-16 0 0,0 44 0,19 24 0,-5-10 0,1 0 0,3-6 0,0 0 45,-3 6 0,-4-4-45,-10-9 0,-13 19-90,2-28-1169,-17 4 269,21-11 990,-7 2 0,14-5 0,1-1 0</inkml:trace>
  <inkml:trace contextRef="#ctx0" brushRef="#br0" timeOffset="15945">13427 2858 10231,'-5'-10'202,"1"1"1,4 5-1,-1 2 1</inkml:trace>
  <inkml:trace contextRef="#ctx0" brushRef="#br0" timeOffset="17657">15761 2578 9062,'-6'-18'1259,"1"6"-180,1-3-809,-3 22 90,-10 34-225,2-3 0,-1 5-1228,4-10 1,1 1 0,-1-1 694,-4 10 1,2-3 724,4-11 0,0-2-237,-5 16 0,2-11-90,3-19 0,20-41 0,8-17 0,-9 17 0,2-3 0,5-9 0,6-9 0,0-1 0,-2 7 1577,2-3 1,1 5-1578,-5 10 0,3 2 0,-3 4 443,7-6-443,-22 51 0,-5 20 0,0 2 30,5 0 0,0 1 0,0 0-30,-3-3 0,-2-1 0,3 1-1093,4 2 1,3 1 0,0-12 617,1-14-155,3-3-2647,2-28 2904,-8 5 1,3-21-1,-10 9 1</inkml:trace>
  <inkml:trace contextRef="#ctx0" brushRef="#br0" timeOffset="17839">15670 2759 9422,'-11'4'1079,"28"-1"-809,8-2-1575,10-4 1,2 0 135,6-2 1169,-15 0 0,-1-1 0,-2-1 0,2-2 0</inkml:trace>
  <inkml:trace contextRef="#ctx0" brushRef="#br0" timeOffset="18146">16271 2758 11760,'-6'-10'2429,"-2"4"-1979,-17 12-270,-6 8-91,-8 3 1,8 4 0,3 0-90,2-2-90,2 4 0,4 2-449,15 1 269,2 0-3007,38 6 2730,4-24 1,-12-1 0,2-2 0,-4-8 0,0 1 0</inkml:trace>
  <inkml:trace contextRef="#ctx0" brushRef="#br0" timeOffset="18478">16564 2781 10051,'-8'-4'2069,"-4"0"-1619,-1 4-90,-8 3-91,-7 6-44,6 2 0,-1 3-45,-9 11-90,11-5 0,3 3 90,8 16-90,15 3-180,15-8-270,19-5-989,2-16-1928,5-6 3196,-13-9 1,-7-5 0,-9 0 0</inkml:trace>
  <inkml:trace contextRef="#ctx0" brushRef="#br0" timeOffset="18869">15589 3775 10141,'-1'-33'1529,"1"14"-629,9-11-1,-3 16-269,1 2-540,-3 11 180,-3 9-90,-4 26-90,-1-7-90,2 2 0,0 4-180,4 1 0,0-2 45,-1-3 0,2 0-1504,6 17 1,3-4 1535,8-13 0,9 11 1,-4-33-1</inkml:trace>
  <inkml:trace contextRef="#ctx0" brushRef="#br0" timeOffset="19195">15744 3529 10141,'-10'-12'1080,"-5"-6"-990,12 9 89,2-2-89,13 8 90,13 6-90,-1 0 0,3 2-1729,4 5 1,0 0 1580,-3-4 1,-2 2-33,15 17 0,-46-1-1089,-14-2 0,-4-1 1179,-6 11-917,-6-7 0,1-2 107,15-7 277,-6 10 533,25-10 0,13-2 0,7 1 0</inkml:trace>
  <inkml:trace contextRef="#ctx0" brushRef="#br0" timeOffset="19736">16070 4062 10051,'-11'1'1349,"0"0"-449,5 0 629,0 1-1259,15 1-180,5-7-90,11-3-45,-6-13 0,-3-5 45,4-4-45,-2-12 0,-4-1 45,-6 9-45,-2-4 0,-3 1 45,-6 10 0,-2-7-90,-5 20 90,1 11 0,2 10 0,5 1-90,18 15 90,-1-11-90,18 11 90,-15-12-90,5 5 90,-16 0 0,-4 8-90,-6 12 0,2-12 0,0 1-179,-1 9-1081,12 12-1927,5-29 2927,1 0 0,8-9 0,-4-8 0</inkml:trace>
  <inkml:trace contextRef="#ctx0" brushRef="#br0" timeOffset="20145">16467 4022 10231,'-12'1'2879,"24"-3"-2250,19-7-539,3 2-90,-5-8 0,-4-4-180,-10-18 90,8-5 0,-32-2 0,-14 27 90,0 4 0,-7 25 0,2 10 0,14 1 0,2 2 45,-9 7 0,5 1 45,14 4 0,9-1-45,6-10 0,3-2-45,11 17-90,6-13-2248,12-14 2338,-13-12 0,14 0 0,-22-10 0</inkml:trace>
  <inkml:trace contextRef="#ctx0" brushRef="#br0" timeOffset="20562">15863 4702 11041,'-4'-15'2518,"2"-4"-1798,1 5-270,2-2 539,0 10-449,1 29-495,-4 4 0,0 4-135,0 13 0,1 3-45,-3 2 0,0 0-450,1 1 1,2-3-1055,0-15 1,2-4-1639,-1 16 2981,9-26 1,-1-26-1,5-4 1</inkml:trace>
  <inkml:trace contextRef="#ctx0" brushRef="#br0" timeOffset="21048">15971 4602 10141,'-8'-10'360,"-2"-6"539,3 5-809,5-3 270,16 6-90,19 4-1786,0 6 0,1 2 1516,8 1-91,-9 3 1,-5 4 180,-15 8-90,-6 11 0,-21-2 0,-8 2 0,-4-2 0,-2 0 0,-1 3 0,0-2 0,1-4 0,5-4-90,7 0 90,10-5 0,23-6 0,11-7 0,3 0 0,-1 2 0,-10 12 0,0 22 90,-3 4-90,-6-7 0,3 2-90,0-8 0,2-2-270,0 1 1,1-3-447,1-6 1,2-6 805,14-6 0,-3-10 0,4-6 0</inkml:trace>
  <inkml:trace contextRef="#ctx0" brushRef="#br0" timeOffset="21462">16403 5026 10141,'-11'1'1799,"1"0"-719,5 1-541,22 1-269,-1-3-90,20-2-90,1-13-270,-10-15 180,-4 6-180,-22-13 90,-16 23 0,-8 4 45,-2 17 0,-3 9 0,4 7 0,0 4 45,-2-1 0,4 2 45,6 7 0,9 0-45,12-8 0,4-3 0,5 15-360,19-12 1,9-8-1280,-5-16 1,3-5 1541,-7 4 1,1 1 0,-1-4-1,11-8 1,-4-3 0,-12 0-1,-1 1 1</inkml:trace>
  <inkml:trace contextRef="#ctx0" brushRef="#br0" timeOffset="21770">16898 5051 9961,'-5'-8'2159,"-4"-2"-990,-7 4-539,-8 7-2269,-1 13 1,0 4 1383,-3 5 534,3 6 0,5 3-279,14 4-365,1 12-220,18-24 1,5-2-406,3-7 1,3-2-650,11 1 1,2-4 1091,-9-5 1,0-3 0,4-4 0,0-3 0,13-5 0</inkml:trace>
  <inkml:trace contextRef="#ctx0" brushRef="#br0" timeOffset="22654">17336 5185 10411,'-13'-6'720,"2"1"-1,0 2-449,3 1 899,-19-3-989,14 4 540,-37 5-270,5 14-360,20-9 0,0 3-180,-2 13 0,5 2 0,6-2-90,12 3 0,6-1 0,10-9 0,12 8 0,9-18 0,3-12 270,6-6-90,-14-1 90,-6 5-90,-15 7 0,8 14 0,-9-6-90,11 16 0,1-11-90,5 0-359,21-18-1100,-8-25 1,0-7 1130,-9 14 1,-1-2 417,-3-5 0,1-5 0,0-3 0,-4 2-218,-3-1 0,-3 1 1,1 0 337,2-3 0,0-1 0,-1 1-30,-3 2 0,0 1 0,-3 5 180,3-13-90,-13 32-1011,-12 40 0,-4 17 921,6-22 0,1 2 262,-6 15 0,-2 8 0,3-5-217,4-4 0,2-3-95,-4 6 1,3 0 94,6 1 0,5-4-329,16 4 284,-2-22 0,5-6 0,21-8 0,-3-24 0,1-13 0,-13 0 0,-2-5 0,0-2 0,3 0 0,-1-1 0,0-3 0,-4-1 0,-1-3 0,-2 0 0,-2 4 687,1-5 0,-2 2-657,-3 10 0,-1 0 0,-2 5 240,-1-1 180,-33 62-360,10-11 0,-1 4 0,-5 11 0,-3 6 0,1 1-30,4-2 0,1 0 0,0 0 6,3-7 1,0-1-1,2 2-96,-1 14 0,2 2 0,7-6-825,7-10 1,3-3-540,-3 13 0,5-5 1011,25-11 0,-2-29 0,3-8 0</inkml:trace>
  <inkml:trace contextRef="#ctx0" brushRef="#br0" timeOffset="22838">18389 5188 11041,'-13'23'-2339,"2"-1"2339,8-4 0,0-5 0,0-4 0</inkml:trace>
  <inkml:trace contextRef="#ctx0" brushRef="#br0" timeOffset="23289">15837 5939 10231,'0'-24'1349,"0"8"-89,-1-7-541,-1 14-629,-5 3 180,-3 16-45,-5 15 0,-1 5-135,-1 7-90,2 2 0,-2 9 0,4-5-450,6-4 0,1-1 150,-2-3 0,0 2 1,2-4-466,4-3 1,2-6 764,7-5 0,3-15 0,5-8 0</inkml:trace>
  <inkml:trace contextRef="#ctx0" brushRef="#br0" timeOffset="23514">15838 5873 10771,'1'-10'899,"7"2"-539,40 2-540,-17 5 0,1 1-315,2-1 1,-1-1-1145,2 2 1,-4 0 1535,-5 0 0,-4 0 1,-14 0-1</inkml:trace>
  <inkml:trace contextRef="#ctx0" brushRef="#br0" timeOffset="23731">15873 6095 9871,'-10'4'1350,"8"3"-721,34 3-1574,-5-5 1,3-2-540,3 0 0,1-1 828,-4-2 1,-2-1-1,12-5 1,-10-1 0</inkml:trace>
  <inkml:trace contextRef="#ctx0" brushRef="#br0" timeOffset="24105">16257 6049 10141,'8'-16'1170,"-2"7"-631,23-13-359,-9 9 0,14-7 0,-3 0-180,-13 10-90,9 1 90,-25 23 0,5-2 0,-17 16 0,-7 6 90,-1 12-90,1-8 0,1 4 45,5 0 0,3-2-45,-1 9-225,6-8 0,2-4-45,2-14-3007,10 22 2904,-5-35 1,4 4-1,-5-12 1</inkml:trace>
  <inkml:trace contextRef="#ctx0" brushRef="#br0" timeOffset="24323">16067 6470 10231,'-5'9'990,"9"-2"-631,42-3-1349,-11-4 1,7-2 0,-1-1 989,5 0 0,1-2 0,-5 0 0,3 0 0,-7-2 0,-10-1 0,0-1 0</inkml:trace>
  <inkml:trace contextRef="#ctx0" brushRef="#br0" timeOffset="24879">17146 6074 10411,'-7'-5'2429,"-4"-5"-1530,0 2-719,0-1 360,-16 4-360,7 8-180,-9 1 0,-8 18-90,21-10-90,-11 12-540,21 6 450,5-12-539,13 29 269,7-14 360,0-1-359,0 13 449,-16-28 269,-18 26 1,-7-24-90,-2-2 0,-3-1 90,-16 2-180,-2 2 0,37-17 0,13-3 0</inkml:trace>
  <inkml:trace contextRef="#ctx0" brushRef="#br0" timeOffset="25189">17533 6161 10501,'-7'-17'1439,"-9"1"-1169,2 13-90,-12 3 0,4 9 0,-1 4-90,-2 5 0,1 3-90,-2-1 0,2 2-90,3 4 0,6 1-540,8 11-90,10-5-2557,27 0 2457,-8-20 1,21 0 0,-15-11 0</inkml:trace>
  <inkml:trace contextRef="#ctx0" brushRef="#br0" timeOffset="26013">17731 6218 10321,'-21'-15'3148,"-15"9"-2698,-6 6-315,15 8 0,2 3-45,-6 8-135,12 2 0,3 0-45,7-2-360,5 28 270,16-28 0,11 9-89,17-20 179,-16-7 90,1-11 0,-2-5 0,-9-2 90,-2-7 0,-4-3-1,-10 1 1,-4-12 0,-2 21-90,-5 2-449,4 8 269,9 7 0,24-3 0,19-1 180,-17-2 0,-1-1 0,15-9 0,-14-2 0,-4 0 0,-4 1 45,3-7 0,-4-1 45,-11 6-90,1-7 0,-7 14-180,13 17 90,-6-4-90,24 16 0,-7-7 180,11 14 540,-32 13-450,1-5 90,-20-1 0,-6 0-46,10-8 1,0-1-90,-2 1 0,2 2-90,2 6 0,7-1-2923,24 5 1439,-9 3 1529,31-19 0,-15-21 0,10-4 0</inkml:trace>
  <inkml:trace contextRef="#ctx0" brushRef="#br0" timeOffset="26381">18320 6305 10501,'-17'-4'2249,"18"0"-1979,6 2-1,21-1-89,13-5-270,0-11 90,-3 0-90,-20-9 0,-28 9 180,-17 5-90,-9 11 0,2 8 90,6 13 0,2 6-90,6 3 0,2 3 0,7 2-359,28 12-1,-4-22 0,5-1-1279,12 0 1,3-4 982,8-1 1,-10-9-1,1-2 1,5-4 0</inkml:trace>
  <inkml:trace contextRef="#ctx0" brushRef="#br0" timeOffset="26522">18860 6431 12030,'-15'4'1439,"4"0"-1439,12 1 0,4-15 0,7-2 0</inkml:trace>
  <inkml:trace contextRef="#ctx0" brushRef="#br0" timeOffset="34171">9696 4728 8162,'14'-6'630,"5"-1"-450,-8 4 180,21-2-270,-17 3 179,17 0-89,-16 5-90,0 4 180,-19 38-270,-3-20 0,-3 2 0,-3 7 0,-3 6 0,1-4 0,0-1 0,0 0 0,-1 5 0,-1 4 0,3-3-45,3-2 0,3 0-45,-1 10 0,4-1-45,8-10 0,9-5-1504,20-10 1,6-7 231,-13-5 1,1-4 952,14-4 0,0-5 1,1-8-1,0-3 1</inkml:trace>
  <inkml:trace contextRef="#ctx0" brushRef="#br0" timeOffset="35271">10242 5121 8162,'5'-7'990,"0"-1"-451,-2 4 631,0-2-1080,-11 7 180,-7 8-91,-18 13-89,7 5 0,0 1-90,-6 9-45,8-3 0,4 2-134,10 5 89,1 0-180,11-15 0,3-3 90,3-5-450,23 14 361,-11-26-1,16-6 0,-13-19-1369,-15-5 1,-3-2 1253,-1-8 139,-12 2 0,-6 2 246,-11 1 0,0 0 0,1 4 0,41 13 0,-10 0 90,37 3 0,-15 5 0,1 0-1068,-4-1 1,1 0 1022,4 0 0,0 0 2170,10-6-1766,-3-2-179,-9 1 216,-1 0 144,-16 2-540,-9 21-1,9 29-89,-8-1-45,6 9 1,2 1-46,0-3 0,-2-8 0,0 0 0,-5-12 0,-1-2 3339,0 6-3429,-19 13 180,3-31-90,-30 9 90,4-17 79,6 0 1,4-5-80,17-11-90,25-9 90,20 1 0,11-2 22,-12 2 1,3-4 0,1-1-1,-2-1-842,-4 1 1,-2-2 0,-1 1 0,0-1 780,10-6 1,0 0 0,-6 0-105,0-9 1,-11 3 52,-15-1 180,-12 2-180,-4 9 90,-9 16 0,8 28 0,6-2 0,13 17 0,6 4 0,2-4 0,6 4 0,6 7 0,-4-6 3251,6 4-3251,-10-13 0,4 4 0,-5-4-90,3 14 90,-6-10 0,-29 16 426,-1-31-426,-10 2 0,-3-1-899,-9-1-1170,-5 2 2069,16-6 0,12-4 0,8-4 0</inkml:trace>
  <inkml:trace contextRef="#ctx0" brushRef="#br0" timeOffset="35471">11778 5524 9332,'16'-21'1619,"-3"6"-1799,-6 8-180,0 7 360,2 7 0,-4-1 0,-1 4 0</inkml:trace>
  <inkml:trace contextRef="#ctx0" brushRef="#br1" timeOffset="37055">15356 3313 21955,'-3'-10'-3277,"3"1"0,17-1 2358,23 6 1352,-9 3 0,2 1 203,2 1 0,0 2-49,2 0 0,0 0-149,7 2 1,3 0-305,-6 0 0,4 0 0,-1 0-368,1 1 1,0-1 0,3 0 779,-8-1 0,3 1 0,2 0 1,-2-1-1,-5 0-40,-1-1 1,-5 0 0,5 0-369,9-1 0,6 1 0,-2-1 0,-6-2-341,-5-2 1,-3-2 180,16 1 0,-5-1 48,-9-4-224,-27 2 1,-14 0-1,-4 0 1</inkml:trace>
  <inkml:trace contextRef="#ctx0" brushRef="#br1" timeOffset="37440">15325 4369 6543,'-6'-12'3276,"2"2"-177,15-1-2827,7 3 236,18 1 0,7 2-70,-4 2 1,2 2-261,-2 0 1,4 1 0,2 1 0,-5 0-10,-5 0 1,-3 1 0,3 0 196,2 0 1,2 1 0,2 0 0,-2 0-791,8 0 0,-1-1 0,-1 1 415,-7-1 0,-1 0 0,1 0-268,6 0 0,1-1 0,-5 0 0,-4-1 0,-3 0 0,2 0 1,-1 0-1</inkml:trace>
  <inkml:trace contextRef="#ctx0" brushRef="#br1" timeOffset="38023">15579 5616 8087,'28'3'1000,"2"0"1,8 1-1,-1 0-2639,9 1 1,6 1 1537,-14-2 1,6 1 0,3 1 0,4 0-1,-1-1 1,-1 1 177,-6-2 1,1 1 0,0-1 0,0 0 0,1 0 0,-1 0 0,1 0-7,1 0 1,-1 1 0,1-1 0,0 0-1,1 0 1,2-1 0,3 0-98,-9-1 1,3 0-1,3-1 1,0 0 0,1 0-1,1-1 1,-1 1-1,0-1 1,-2 0 0,-2 1-1,-3-1 38,8 1 1,-2-1-1,-3 1 1,-1-1-1,1 0 1,-1 0 0,2 0-1,-2 0 1,2-1-1,1 0 1,-1 0-1,0 0 1,-2 1 0,-3-1-1,-3 1 1,5 1-1,-1 0 1,1 0-1,-1 0 1</inkml:trace>
  <inkml:trace contextRef="#ctx0" brushRef="#br0" timeOffset="38499">15389 6755 7892,'-21'-5'2429,"23"0"-2249,3 1-31,16 3 1,15 3 0,11 2 0,6 1 0,3 0 0,-4-1-515,-9-1 1,1 0 0,1 0 0,1-1 0,2 1 0,1 0 0,1 0 0,1-1 0,2 0 314,-9 0 0,1 0 0,2 0 0,2-1 0,0 0 1,1 1-1,0-1 0,1 1 0,0-1 0,-1 0 1,0 0-1,-1 0 0,-1 0 0,-1 1 0,2-1 1,-1 0-1,-1 0 0,0 1 0,0-1 0,0 0 1,-1 0-1,-1 0 0,1 0 0,-1 0 0,1-1 1,-1 0-1,3-1 0,1-1 0,0 1 0,0-1 0,0 1 1,0 0-1,0-1 0,0 1 0,0 0 0,0-1 1</inkml:trace>
  <inkml:trace contextRef="#ctx0" brushRef="#br0" timeOffset="43756">11490 11359 8612,'-5'-19'2159,"1"3"-1530,3 6 451,0 4-630,-6 29-181,-8 25-224,7-23 0,1 3 15,-3 11 0,0 5 0,5 0-210,7-6 0,4-1 1,0 0 119,-6 1 0,0 0 0,6-3-30,9-3 0,6-2 0,3-11 60,14-20 0,3-11 45,-3 0 0,1-5-45,-9-1 0,0-3 0,-3-3 60,-3-7 0,-4-4 0,-2 2-60,0 2 0,-2-2 30,-2-5 0,-2-5 0,-4 7 59,-3 1-539,-3-1 1,-1 2-2519,2 20 2968,6-2 0,2 22 0,5 7 0</inkml:trace>
  <inkml:trace contextRef="#ctx0" brushRef="#br0" timeOffset="44306">12274 11459 10681,'-1'-19'1349,"1"3"540,-2-5-1529,-1 47-180,-6 22-180,6-19 0,0 4-30,-3 5 0,0 3 0,0-5-60,1 9 30,2-13 0,-1 5 0,1-6-30,2 0-90,0 13 180,5-75 0,-3 12-30,1-14 0,1-11 0,-1 5 30,-1 9 0,-1 1 0,1-8 0,1-4 0,-1 7-90,1-1 90,16 18 0,9 57-45,-5-8 0,4 3 45,-3-8 0,3 3 0,2-1 0,1-2-270,10 2 0,2-2 1,1-3 269,4-2 0,1-2 0,-2-6 0,5-5 0,-6-11 0,-19-14 0,0-1 0</inkml:trace>
  <inkml:trace contextRef="#ctx0" brushRef="#br0" timeOffset="44574">12777 11323 10141,'0'-16'1080,"1"4"269,6 4-360,6 32-629,1 12-135,-5 4 0,-3 5-180,-2-2 0,-1 4-345,1 1 0,0 4 0,-1-3-300,1-13 1,-1-1-1,1-1-1039,1 18 1,1-7-1639,4-9 3292,-1-27 1,2-4 0,3 0-1</inkml:trace>
  <inkml:trace contextRef="#ctx0" brushRef="#br0" timeOffset="44849">13193 11409 10231,'6'-32'3238,"5"26"-2518,4 26-361,-6 25 1,-2 8-225,-1-9 0,-1 3-315,-2-11 0,-2 5 0,0-1 1,1-5-1460,0 8 1,1-5 982,-1-1 1,2-9-1,3-19 1,1-31 0</inkml:trace>
  <inkml:trace contextRef="#ctx0" brushRef="#br0" timeOffset="45041">13228 11416 9781,'-9'-23'540,"4"10"450,2-9-181,29 16-719,-8-3-315,15 6 0,3 2 225,-4 2 0,14-1 0,-30 4 0</inkml:trace>
  <inkml:trace contextRef="#ctx0" brushRef="#br0" timeOffset="45266">13224 11699 11311,'29'2'239,"0"-1"1,2 1 0,-1-2-240,4-1 0,-1-1 0,8 2 0,-31 7 0</inkml:trace>
  <inkml:trace contextRef="#ctx0" brushRef="#br0" timeOffset="45491">13289 12045 10771,'-5'8'2698,"6"0"-1978,34-4-1350,0-5 1,7-3 301,-3-4 0,2-3 0,0 0 1,-7 2-1,-1 0 0,-1-2 1,-1-4-1,0-1 0,0 1 1</inkml:trace>
  <inkml:trace contextRef="#ctx0" brushRef="#br0" timeOffset="45766">13841 11294 10501,'-13'-17'2429,"12"3"-1890,16 6-269,13 5 0,4 2-270,8 0-675,4 2 1,-2 0-1395,-12 1 2069,13 0 0,-31-1 0,-7-1 0</inkml:trace>
  <inkml:trace contextRef="#ctx0" brushRef="#br0" timeOffset="46017">13955 11296 11400,'10'40'1092,"-9"-7"0,-2 7 0,-1 2-967,1-2 1,-1 3 0,0 1-1,0 0-945,0-3 1,0 0 0,-1 0 0,1-1-274,-2 10 1,1-1 0,0-7 436,2-13 1,-1-4-1,-3 8 1,-5-9 0</inkml:trace>
  <inkml:trace contextRef="#ctx0" brushRef="#br0" timeOffset="48571">20751 5961 8792,'-15'-7'360,"-12"-5"179,14 6 451,-12-7-540,15 8 89,5-8-359,7 8 135,20-6 0,9 1-225,1 3 0,4 1-1161,1-1 0,4 0 1,6 0 1115,-9 3 0,5 1 0,2 1 0,1-1 0,-2 1 0,-3 0-23,1-1 0,-4 1 1,1-1-1,8 1-264,-6 0 0,5 0 0,6 1 0,2-1 0,0 0 0,0 1 0,-2 0 0,-5-1 0,-5 1 264,6 0 1,-7 0-1,-1 0 1,10 0-161,-13 1 0,5-1 0,4 1 0,2-1 0,3 0 0,0 1 0,0-1 1,-1 1-1,-2-1 0,-3 1 0,-5-1 138,14 1 0,-7-1 0,-2 0 0,2 0 0,5 0-113,-10 1 0,4-1 1,3 0-1,1 0 0,0 1 1,0-2-1,-2 1 0,-2 0 1,-3-1 130,9 0 0,-3-1 0,-3 0 0,0-1 0,0 0 35,0-1 1,2-1 0,-2 0 0,-3 0 0,-3 0-24,-1 0 0,-3 1 0,-4-3 553,8-5 1,-11-2-853,-20 1 1502,-3-2-2582,-10 0 3057,-1 9-1708,-16-4 0,2 3 0,-14-4 0</inkml:trace>
  <inkml:trace contextRef="#ctx0" brushRef="#br0" timeOffset="49148">21073 4808 9691,'-28'-5'315,"0"-1"0,-19-2 180,11 2 0,14 0-166,39 0 1,23 1 0,6 0-240,-13 3 0,5 0 0,3 1 0,3 0 0,3 1 0,1 0 0,1 0 0,1-1-343,-8 1 1,2-1 0,1 1 0,2 0 0,0 0 0,2-1 0,0 1 0,1 0 0,0 0 0,0 0 0,1 0 0,-1 1 0,0-1 235,-2 0 0,0 1 0,1-1 0,1 0 0,0 1 0,1-1 0,-1 1 0,1 0 0,-1-1 0,0 1 0,-1 0 0,0 0 0,-1 0 0,-1 0 0,-1 0 25,6 0 0,-1 0 0,0 0 0,-1 1 1,-1-1-1,0 0 0,-1 1 0,0-1 0,-1 1 1,-1-1-1,1 0 2,3 1 0,2-1 0,0 1 0,-1-1 0,-2 1 0,-1-1 0,-3 0 0,-4 0 0,-4 0-10,17-1 0,-9 0 0,0 0 30,5 1 0,0-1 0,-3 0 307,-10-1 1,-3 0 0,-3 0-428,-4 0 0,-4-1-3187,15-1 2457,-28 4 1,-18 2 0,-15 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7:42.13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17981 6057 7443,'-45'-15'359,"16"8"1,0 2-270,-4 3 60,-4 4 0,-10 3 0,0 2-60,9 2 0,0 2 0,-1 3 0,-1 2-746,-1 1 1,-1 3-1,-1 3 1,1 1 0,2 1 603,4 1 0,1 1 1,1 2-1,3 3 0,4 2 52,2 5 0,4 5 0,3 2 0,3-1 0,2-4-60,0 5 0,5-4 0,4 4-8,4 0 1,4 4 0,4-2-1,3-5 214,2-10 1,3-5 0,4 2-170,1 0 1,4 3 0,1-2-1,1-3 83,3-1 0,2-4 0,4-3 97,0-6 1,4-3-1,0-2 1,-3-3-68,8-1 0,0-5 44,-8-4 1,4-3 0,1-2 0,-3-5 3,-3-3 0,-3-5 0,0-2 0,-1-1-71,6-4 1,-1-3-1,0 0 1,-2-1-259,-4 3 0,-1 1 1,-2-3-1,-4-2 236,-1-9 0,-4-5 0,-5-1 0,-5 3-23,-6 6 1,-6 2-1,-2 0 1,1 0-1,3-2 1,1 0-1,-4-1 1,-5 1-5,-10-1 0,-6-2 0,-4 1 0,-4 3 0,0 6-18,-4 4 0,-3 7 0,-3 2 0,-4 2-187,6 4 0,-3 1 0,-4 1 1,0 0-1,-1 3 0,3 0 0,2 2 115,1 2 0,1 0 0,2 3 0,0 2 0,-2 3-273,-3 2 0,-2 3 1,0 2-1,0 2 0,4 1 1,5 1 207,-6 6 0,7 3 1,0 1-1,4-2 1,0 0-1,1 2 1,1 0-1,-4 9 1,0 0-1,1 0 1</inkml:trace>
  <inkml:trace contextRef="#ctx0" brushRef="#br0" timeOffset="51586">20034 4653 7083,'-9'1'1529,"1"2"-1439,4 1 0,7 1 90,13 2 90,27 0-210,-6-4 0,8 1 0,3-1-612,-3 0 0,3-1 1,3 0-1,4 0 574,-15 0 1,3-1-1,2 0 1,2 0-1,0 0 1,1 1-1,0-2 1,-2 1-337,2 0 0,-1 0 0,0-1 0,0 1 0,1-1 0,0 0 0,1 1 0,1-1 323,-5 1 0,2-1 0,2 0 0,-1 0 0,1 1 0,0-1 0,-1 0 0,-1 0 0,-2 1 0,-2-1-181,4 0 0,-4 0 1,-1 0-1,0 0 1,-1 0-1,3 0 1,3 0 180,-4 0 0,3 0 0,1 1 0,2-1 0,0 0 0,1 0 0,-2 0 0,-1 0 0,-1 0 0,-4 0 6,9-1 0,-3 1 0,-3 0 0,1 0 0,1-1 0,3 1 14,-5-1 1,2 1 0,2-1 0,1 1 0,1-1 0,-2 0 0,0 0 0,-3 1 0,-2-1 15,3 0 0,-2 0 0,-2 0 0,-1 0 0,-1 0 0,-1 0 27,4 0 0,0-1 0,-2 1 0,-2-1 0,-4 0-162,2 1 1,-5-1 0,-2 1 133,3-1 1,-5 0 1175,12 0-1040,-15 1 591,4-1-1311,-20 6 1261,-7-2-721,-29 8 0,-8-2 0,-15 2 0</inkml:trace>
  <inkml:trace contextRef="#ctx0" brushRef="#br0" timeOffset="52222">20856 5793 8792,'-22'-1'-270,"0"0"540,-4-1 0,10 0-90,-10 0 359,8 1-179,1 0-225,42 2 0,21 0-90,-8 0 0,7-1 0,4 0 0,2 1-504,-13-1 0,3 1 0,1-1 0,2 1 0,0 0 1,2-1-1,-1 1 481,2-1 1,2 1-1,1-1 1,0 1-1,0-1 1,0 1-1,-2-1 1,-2 1-246,2-1 1,-2 1 0,-2-1-1,1 0 1,1 1 0,4-1 232,-6 1 0,2 0 0,3-1 0,0 1 0,1 0 0,-1 0 0,0-1 0,-3 1 0,-3 0 19,3-1 1,-3 1 0,-1 0 0,-1-1 0,2 1 0,3-1-20,-5 1 0,3 0 0,2-1 0,0 1 0,2 0 0,-2-1 0,-1 1 0,-1-1 0,-4 1 26,12-1 0,-3 1 0,-2-1 0,-2 0 0,-1 0-89,4 1 1,-2-1-1,-3 0 1,-4 0 141,9 0 1,-6-1-90,-9 2 0,-3 0-360,-4 0 1,1 0-1280,12 2 1,-1 0 1573,7 1 1,-14-1 0,-1 0 0,3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7:46.7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00B0F0"/>
    </inkml:brush>
    <inkml:brush xml:id="br3">
      <inkml:brushProperty name="width" value="0.09071" units="cm"/>
      <inkml:brushProperty name="height" value="0.09071" units="cm"/>
      <inkml:brushProperty name="color" value="#00B0F0"/>
    </inkml:brush>
    <inkml:brush xml:id="br4">
      <inkml:brushProperty name="width" value="0.12095" units="cm"/>
      <inkml:brushProperty name="height" value="0.12095" units="cm"/>
      <inkml:brushProperty name="color" value="#00B050"/>
    </inkml:brush>
  </inkml:definitions>
  <inkml:trace contextRef="#ctx0" brushRef="#br0">9944 7427 8522,'-9'-10'2519,"5"-7"-2339,4 8 629,30-18-539,4 15 0,9 3 0,0 0-210,-6-1 0,-1 0 0,7 1-402,-8 4 1,3-1-1,3 0 1,3 1 0,2 1-1,3-1 1,1 2 368,-9 1 1,2 1 0,2-1-1,1 2 1,2 0 0,1 0 0,1 0-1,1 0 1,0 1 0,1-1-1,0 0 1,1 1 0,-2-1-143,-6 0 1,1 0 0,-1 0-1,2-1 1,-1 1 0,1 0 0,0 0-1,0 1 1,1-1 0,0 0-1,1 0 1,0 0 0,0 0 0,1 0-1,0 1 1,0-1 0,1 0 105,-5 1 1,0-1 0,1 0 0,1 1 0,0 0 0,1-1-1,0 1 1,1-1 0,-1 1 0,1 0 0,0-1 0,0 1-1,0 0 1,0 0 0,-1-1 0,1 1 0,-1 0 0,-1-1-1,0 1 1,-1 0 0,-1-1 0,0 1-67,5-1 1,1 1-1,-1-1 1,-1 1-1,1-1 1,-1 1-1,0-1 1,-1 1-1,0-1 1,-1 1-1,0-1 1,-1 1-1,0-1 1,-1 1-1,-1-1 1,0 0-1,-2 0 83,11 1 0,-1-1 0,0 0 1,-1 1-1,-1-1 0,-1 0 0,-2 0 1,-1 0-1,-2 0 0,-2 0 0,-2-1-29,10 0 0,-1 0 0,-4 0 0,-3 0 1,-3-1-1,-6 0 21,12-1 0,-9 0 0,8-2 1178,-29 2-1389,5 2 2297,-5-2-4005,-5 1 3705,-3 3-2956,-4 0-861,0 3 2031,-2 0 0,-1 0 0,0-3 0</inkml:trace>
  <inkml:trace contextRef="#ctx0" brushRef="#br1" timeOffset="1286">17626 7309 10070,'-17'-6'1018,"2"-2"-1117,15 2 94,7-2 582,20 1 0,10 1-293,2 0 1,7 1-941,-11 1 1,6-1-1,3 1 1,2 0 0,0 0 626,0 0 0,2 1 1,2 0-1,0 0 0,-1 0 1,0 0 10,-5 0 0,-3 1 1,1-1-1,1 0 0,3 1 1,6-1-58,-13 2 1,4-1 0,3 1 0,2-1 0,3 1 0,1 0 0,0-1 0,1 1 0,-1 0 0,0 0 0,-3 0 0,-1 0 0,-4 0 0,-3 0 81,9 0 0,-5 0 0,-3 1 1,-1-1-1,1 1 0,4-1 1,7 1-4,-14-1 0,2 1 0,3 0 1,2-1-1,2 1 0,1-1 0,2 1 1,1-1-1,1 1 0,0 0 1,1-1-1,-1 1 0,0 0 0,-2-1 1,0 1-1,-2 0 0,-1 0 1,-3 0-157,5 0 0,-1 0 0,-2 0 1,-1 0-1,0 1 0,-1-1 0,0 0 1,0 1-1,0-1 0,0 1 0,1-1 1,1 0-1,0 1 119,-1-1 1,1 0 0,-1 1-1,2-1 1,-1 0 0,1 0-1,0 1 1,0-1 0,0 0-1,1 1 1,-1-1 0,1 0 0,-1 1-1,1-1 1,-1 0-44,-1 1 0,1-1 1,-1 1-1,1-1 1,1 1-1,-1 0 1,1-1-1,-1 1 1,0-1-1,0 1 1,-1 0-1,0-1 1,-1 1-1,-1-1 1,0 0-1,-2 1 62,9-1 1,-2 0 0,0 0 0,-1 0 0,-1 0 0,0 0 0,-1 0 0,-1 0 0,1 0 0,-2 0-1,1 0 18,4 0 0,0 0 0,0 0 0,-1 0 0,-1 0 0,0 0 1,-2 0-1,-1-1 0,-2 0 33,9-1 1,0 0-1,-2 0 1,-4-1-1,-3 0 1,-7-1-14,12-2 0,-9-2 595,-8 0 0,-5-1-1249,4-5-2647,-17 6 3176,-9 7 1,-11 2 0,-10 7 0</inkml:trace>
  <inkml:trace contextRef="#ctx0" brushRef="#br0" timeOffset="2661">12368 9146 9781,'0'-12'270,"2"1"-90,5 1 90,14-1-90,20 2-90,-10 1-90,13 2 90,-17 3-90,-4 1 90,3-2 270,-11 11-271,-7-2 91,-4 21 0,-11 10-180,2-5 0,0 3-45,-1 1 0,0 3-45,0 6 0,0-1 45,2-12 0,1-2-45,0 3 1,0-2-1,0 3 90,1-8 0,1-5 0,0-11 359,0 0-359,-6-10 180,-1-3-90,-3-5 0,-8-5 0,9 8 0,-17-8 0,3 7-90,-12-2 0,-1 1 90,-8 0-90,18 4 0,-7-2 0,19 2 90,0-2-90,4-5 0,6 2 90,9-21 0,5-5-90,2-9 0,2-2 45,-6 20 0,-1 1-45,2-6 45,-2 2 0,-1 2-45,-2 6-3277,2-15 887,1 28 2390,0 0 0,7 17 0,-1 1 0</inkml:trace>
  <inkml:trace contextRef="#ctx0" brushRef="#br0" timeOffset="4101">20877 9245 9062,'-9'-5'1259,"2"1"-719,3 1-360,6-1 90,1 1-91,14-1 1,4 0 0,22-2-90,-11 2-90,5-2 180,0 0-180,-17 2 90,15-3 0,-19 4-90,-2-1 0,2 2-90,-8 12 0,-1 1 0,-5 33 0,-3-6 0,-1 8 0,1-12 0,0-2 0,0-1-45,1 7 1,-1-1-46,2-9 90,0 17 0,0-24 90,1-4 899,0-7-629,-9-19-270,-14 4 0,5-8-90,-26 11 0,21 3 0,-9 2-90,-4 1 90,9-1 90,-7-1 0,7-3 0,6-4 90,1-1 90,-4-8-90,8-2 90,0-11-90,7-7 90,5-11-1741,2 11 0,1 0 1651,0-8-1135,1 5 1,1 4 954,-2 17-477,3-16 567,-3 25 0,-1 1 0,1 4 0</inkml:trace>
  <inkml:trace contextRef="#ctx0" brushRef="#br2" timeOffset="109523.08">3274 11431 13646,'-11'5'1831,"2"-3"-1578,1-6-250,3 1 404,23-2 0,22 1 1,6 1-342,-9 1 0,5 2 1,3 0-1,1 0 0,0 0 1,-2 0-387,0-1 1,-3-1 0,1 0 0,3 0 0,6 2 316,-14 1 1,5 0-1,3 0 1,2 1-1,3 0 1,1 1 0,0-1-1,0 1 1,-1 0-1,-1-1 1,-3 1 0,-3-1-1,-5 1-442,10 0 0,-7-1 0,-2 1 0,0 0 0,3 0 0,6 0 416,-9 0 0,3-1 1,4 1-1,2 1 1,2-1-1,2 0 1,0 1-1,1-1 1,-1 0-1,0 0 1,-3 0-1,-1 0 0,-4-1 1,-3 0-29,12 0 1,-4-1-1,-4 0 1,0 0-1,-1 0 1,0-1-1,3 1 10,-1 0 1,2 1 0,0-1 0,1 0 0,-1 0 0,-2 0-1,-2-1 1,-5 0-210,12-2 0,-5 0 0,-4 0 0,-6-1-213,-1-1 1,-7 0-480,-1 0 1175,-9 4-823,-11-1 3555,3 1-3145,-3 1 472,1 0-286,-3 3 0,-1 0 0,1 1 90,-1-3-90,4 0 90,25-2-90,-8-1 0,1 1 90,23-1-90,-18 0 0,-2 1 0,8-2 0,-9 2 0,-3-1-90,-11 0 90,0 2-90,6 2 90,-5 2-90,-4 7 90,-6-3 0,-3 20 0,-1 0 0,-2 3 0,1 10 0,0 4 0,0-3 0,0 4 0,-1 3-820,1-4 1,-2 3 0,1 0 0,0-1 812,0-7 1,0-1 0,0 1 0,-1 6 17,1-9 0,-2 5 1,1 2-1,-1 2 0,0 1 1,0-2-1,1-1 0,-1-3-447,1 7 0,-1-4 1,1 0-1,0 1 1,-1 3 446,0-8 0,0 2 0,0 1 1,-1 2-1,1-1 0,-1 1 0,1-2 1,0-1-250,0 6 0,0-1 0,0 0 0,0-2 1,0 0-1,0-2 256,0-2 0,0-1 0,0-2 0,0 2 0,1 4-51,-1-4 1,1 4 0,0 2 0,0 1-1,0 0 1,0-2 0,0-3 0,0-6 32,0 15 0,0-7 0,-1 6 25,1-8 1,0 6 0,0 4-1,-1 1 1,1 0 0,-1-4 0,1-5-4,-2 1 1,1-4-1,-1-2 1,1 4-23,0-2 0,-1 2 0,1 0 0,-1 2 0,1 1 73,-1-2 1,1 2 0,-1 1 0,1 1 0,-1-1 0,1 0 284,-1-1 1,1-1 0,0 1-1,0 0 1,0-1 0,0 1-243,0-2 0,0 1 0,1 0 0,-1 0 1,1-2-1,-1 0-32,1 4 1,-1 0-1,1-1 1,0-2-1,0-2 105,1-1 0,0-4 1,0 1-1,1 2-11,1 0 0,0 1 0,1 2 1,-1 0-1,1 1 115,-2-3 1,1 0 0,0 1 0,0 0 0,0 0 0,0 0-225,0 7 0,0 1 0,1-1 1,-1-1-1,0-2 124,0 1 0,0-1 0,-1-2 0,-1-2-141,-1 3 0,-1-3 0,0-1 237,-1-3 1,1-2 0,-1-1-220,-1 12 1,0-3 1243,1-13 1,1-4-1185,-1 3 754,1-9-635,-2 6-70,-3 2 23,3-14-21,-4 12 124,1-8-2937,1 1 2845,-1-1 143,5-7-330,-4 14-36,-2 6 8,-2 7-5,2-11-36,3-14 3319,1-9-2825,-17-11 102,9 2-308,-16-3 0,-10-2 0,4 1 86,9 2 1,-1 1-345,-5-1 1,-9-1 0,-5 0 0,-1 0 0,2 1 0,5 0 256,-8 0 0,5 1 0,-8-1-330,10 1 1,-6 0 0,-2-1-1,-4 1 1,1-1 0,0 1-1,3 0 180,4 1 0,1 0 0,0 0 0,0 0 0,1 1 1,1-1-1,0 0-32,-8 0 0,3-1 0,-1 1 1,-1-1-1,-3 1-57,7-1 0,-5 1 0,-2-1 0,-1 0 0,1 1 1,3-1-1,5 1 0,6 0 34,-2 0 0,7 0 1,-5 0-588,-7-1 1,-7-1 0,-3 1 0,3-1 0,8 2 531,6-1 1,5 1 0,-3 0-22,-5 0 0,-4 0 0,0 0 1,1 0-83,4 1 0,0 0 0,1 1 1,1-1 94,-8 0 1,2 0 0,1 1 244,-10 1 0,10 2-202,21 0 965,-21 5-753,24-2 4,-3 0-1,6 0 3042,10-4-2871,0 0 510,0-2-1080,-1-12-771,1-24 1,0-14 551,1 16 1,-1-4-1,-1-3 1,0-3-1,0-2-26,2 8 0,-1-3 1,1-2-1,-1-1 1,1-1-1,-1 0 0,0-1 1,1 1 94,0 1 1,-1 0-1,1-2 1,-1 1-1,1-1 1,0 0 0,-1 2-1,2 0 1,-1 1 127,-1-4 1,1 2 0,0 0-1,0 1 1,0 0 0,1 0-1,1-1 8,0-3 1,1-2 0,0 0-1,1 1 1,0 1 0,0 2 0,2 4-111,-1-5 1,2 5 0,0-1-1,1-7 181,-1 12 0,1-6 0,1-3 0,0-3 0,0-1 0,0 0 0,1 0 1,-1 3-1,-1 3 0,1 4 174,0-7 0,0 7 0,-1 1 0,1-2 0,1-6-56,-1 7 0,1-5 1,0-4-1,0-2 1,0 0-1,1-1 1,-1 3-1,0 2 1,-1 5-1,0 5 10,0-6 0,0 8 1,-1 0-1,0-3-416,1 0 1,-1-4 0,0-2 0,1 1 0,-1 2 0,0 5 404,0-4 0,-1 4 1,0-4-62,0 1 1,0-6 0,0-1 0,0 3-1,-1 4-139,0 4 0,0 4 0,0-4 81,1-6 0,-1-4 0,1-2 0,-1 0 37,-1 9 0,0 0 1,0 0-1,0-1 1,-1-1-286,1-4 0,-1-3 0,0 0 0,0 1 0,1-1 309,-1 2 0,0-1 0,1 1 1,-1 0-1,0 1 228,0 2 1,0 2 0,0 0-1,0-3 1,-1-3-188,0 5 1,-1-4 0,0-2 0,-1-1 0,0-1 0,1 0 0,0 2 0,1 1 19,0 0 1,1 2 0,0 0 0,1 1 0,-1-1 0,0-2 0,0-1 164,-1 2 0,0-2 0,-1-1 0,0-1 0,0-1 0,1 1 0,0 0 0,2 2 0,0 1-166,3 1 0,0-1 0,1 1 1,1 1-1,0 1 0,1 2 1,0 2-1,-1 4 11,3-9 1,1 6-1,0 1 1,0-1-1,1-4 1,1-2-1,0 3 1,-1 3-68,4-14 0,-4 13 221,-6 18-265,-5 2 2216,-11 30-2127,-27 19 0,10-3 0,8-9 0,0-1 0</inkml:trace>
  <inkml:trace contextRef="#ctx0" brushRef="#br3" timeOffset="110693.08">3051 18007 9152,'6'12'90,"0"9"0,-4-8-90,1 8 90,-4 21-90,0-18 0,-3 22 0,0-19 0,1 0-315,1 1 0,0 1 180,-1-1 0,0-1 135,3 23 0,0-43 0,1 5 0</inkml:trace>
  <inkml:trace contextRef="#ctx0" brushRef="#br3" timeOffset="111163.08">2960 18077 8162,'30'-12'90,"-1"0"0,3 4 0,1 1-90,-1 0 0,0 3-90,4 3 0,-5 3 0,-14 8 180,-12 18 0,-24 13-90,10-15 0,3 0-90,9 5 0,4-3 90,11 5 90,9 8 90,-49-16 0,-15 1-90,4 1 0,-3 1-120,8-9 0,-1 1 0,0 0 30,-16 10 0,8-3 0,19-11 0,-8 12 0</inkml:trace>
  <inkml:trace contextRef="#ctx0" brushRef="#br3" timeOffset="112053.08">3746 18017 8072,'1'-11'1080,"-1"1"-630,-25 34-226,5 11 1,2 13-881,7-11 1,0 6-1,1 4 1,0-1 0,0-5 510,-3 6 0,1-3 0,3 3 163,4-8 0,-1 5 0,3 0 0,3-3 0,5-7 138,18 8 1,3-9-382,-12-8 1,2-1-676,16 7 1,2-7 899,1-20 0,8-5 0,-1-6 0</inkml:trace>
  <inkml:trace contextRef="#ctx0" brushRef="#br3" timeOffset="113313.08">6324 18257 8252,'10'-12'900,"-1"-1"-630,-2 6 179,4-3-179,1 15-180,4 25-90,-9-7 0,-1 3-1532,-1 0 1,-2 0 1531,-2-2 0,-3 2-993,-7 6 0,-4 3 0,-1-4 138,-5-3 1,-1-1 804,1 5 1,-2 3-1,-1-8 1,-3-11-1,-1-6 1,-18 3-1</inkml:trace>
  <inkml:trace contextRef="#ctx0" brushRef="#br3" timeOffset="113713.08">5138 18475 7713,'-8'32'0,"-3"-6"0,-2-2 0,-4-3 0,-14 18 0</inkml:trace>
  <inkml:trace contextRef="#ctx0" brushRef="#br4" timeOffset="118773.08">2957 6912 8542,'-8'-11'0</inkml:trace>
  <inkml:trace contextRef="#ctx0" brushRef="#br4" timeOffset="122143.08">2941 6893 1447,'-10'-13'-1239,"0"0"3532,2 2-2454,1 3 1654,-2-4-1097,2 5 1357,0-1-1301,-5 12 1186,0 15 0,0 6 84,-4 8-1413,4 6 0,-1 10 0,2 3-396,4-7 0,2 1 0,-1 4 0,1 4 213,0-13 0,0 2 0,0 3 1,0 1-1,-1 2 0,1 1 1,0 1-1,0-1-240,1-3 1,1 0-1,-1 2 1,1 0-1,-1 0 1,1 1-1,-1 1 1,0 0-1,0 0 1,0 1 172,0-5 0,-1 0 0,1 1 0,-1 1 0,0 0 1,0 0-1,0 0 0,0 0 0,-1 0 0,1-1 1,1 0-1,-1 0-12,0 1 0,0 1 1,1 0-1,-1 0 1,0 0-1,1-1 1,-1-1-1,1 0 1,-1-1-1,0-2 1,0-1-97,0 4 1,-1-3 0,0-1 0,0-1 0,1-1 0,-1 1 0,0 0 0,0 2 36,1 0 1,-1 0-1,1 2 1,-1 0-1,1-1 1,-1 1-1,0-1 1,1-2-1,-1-1-352,0 3 0,-1-2 0,0-1 0,1 0 1,-1 0-1,1 0 0,-1 1 329,0 4 1,0 1 0,0 1 0,0-1 0,0 0 0,0 0 0,0-3-72,-1 0 1,1-1-1,0-2 1,-1 0-1,-1 2 1,-1 1 90,-2-2 0,-1 3 0,-2 2 0,0 0 1,-1-1-1,2-2 0,0-4 0,3-5-1,-4 10 1,4-8-1,-4 10-84,4-15 0,-1 6 0,-2 5 0,-1 3 0,0 3 0,-1 0 1,1-1-1,0-2 0,2-3 0,1-5 0,1-6 52,-2 14 1,2-8 0,-2 6 47,2-8 0,0 4 0,-2 3 0,-1 3 0,0 1 0,0 0 0,0-1 0,1-3 54,-1 1 1,0-2-1,0-1 1,1 0-1,-1 0 1,0 1-1,0 1-54,0-1 0,1 0 0,-1 1 0,1 0 0,-1 0 0,0 1 0,1-1 0,-1 0 158,0 0 0,0 1 0,-1-1 0,1 1 0,-1-1 0,1-1 0,1-1 0,1-1-158,-2 2 0,2-1 0,0-1 0,0-1 0,1-1 0,0-1 0,-2 9 0,0-1 0,2-2 0,0-2 0,-1 3 0,2-3 0,0 1 0,1-2 0,-1 1 0,2 1-461,0 6 1,1 0 0,0-3 468,0-4 1,1 3 326,3-11 1,-1 6-1,1 2 1,-1 1 0,2 0-240,-1 1 0,1 1 0,0 0 1,0 1-1,1 1 217,0-5 0,0 1 0,0 1 0,1 0 0,-1 0 0,0 1-176,1 3 1,-1 2 0,1 0 0,-1 0 0,1-3-1,0-4 98,1 1 1,1-3 0,-1-3-1,0-1 77,0 0 0,0-1 0,0-3 123,-1 3 1,-1-1-75,-2-2 1,0 2 0,1-3 197,0-4 0,-1 1-326,-1 16 0,-2 6 0,1-7-145,1-15 0,0-1-5,0 3 1,-1 3 0,0 0 14,1-1 1,0 1-1,-1-1 14,0 1 1,-1-1 0,1 1-56,0 6 1,0 0 0,1-1-34,1-4 1,0-2-1,2-1-66,3 8 1,4-2-238,4-7 0,6-4-166,4-7 1,8-4 509,12-4 0,10-3 0,4-1 27,-12 0 0,1 0 1,2 0-1,3 1 0,3 0-92,-8-2 1,3 0 0,4 1 0,1 0 0,0 0 0,1 1 0,-2-1 0,-2-1 0,-4 1 60,5 0 1,-3 0 0,-3 0-1,1 0 1,0 0 0,3 0 3,-4 0 1,2 0 0,2 0-1,0 1 1,0-1 0,-1 0 0,-1 0-1,-1-2 42,4 1 1,-2-1-1,-1 0 1,0-1-1,0 0 1,1 1 33,-2 0 0,1 0 0,0-1 0,1 1 0,0 0 1,0 0-1,0 1 78,1-1 1,1 0 0,0 1-1,0-1 1,0 1 0,-1-1-1,0 1-188,-3-1 0,0 1 0,0-1 1,-1 0-1,0 0 0,-1 1 1,1-1-41,3 1 0,0 1 0,0-1 0,0 0 0,-1 1 0,0-1-5,-1 0 1,0 0-1,-1-1 1,0 1-1,1 0 1,0-1 21,2 1 1,-1 0 0,1 0 0,1 0 0,0-1 0,0 1-9,-1-1 1,0 0 0,1 0 0,0-1 0,0 1 0,0-1 0,0 1-7,-1-1 0,1 0 1,0 0-1,-1 0 0,0-1 1,0 1-1,-2-1 13,2 1 1,0 0-1,-2 0 1,1 0-1,-1-1 1,0 1 7,7 0 0,2 0 0,-1 0 1,-3-1-1,-6 0 92,-2-1 0,-4-1 1,-1-1 34,0 0 0,0-1 0,0 1-62,-1 0 1,0 0 0,-1-1 66,1-2 0,1 0 1,-5-1 96,-4 0 1,1 0-65,20 0 1,3-1-13,-10 2 1,-3-1-18,-4 1 0,-1 0-34,0 0 0,0 1-58,2 0 1,1 0-6,13-1 0,2 1-58,-8 0 0,0-1-37,-1 0 0,-2 0 80,-12-1 0,-4-1 89,2-1 169,6-2 54,-20-3 376,-3-8-841,-4 4-339,-5-12-682,-5 8-564,-1-3-78,-9-24 819,7 5 1,0-5 342,2 11 1,0-3 0,0-1 90,1 1 0,0-2 1,1-1-1,0 0 237,1 0 0,0 0 0,0 0 0,0 0 88,1 2 0,-1 0 1,0 0-1,0-4 169,0 2 1,0-4 0,-1-1 0,1-2 0,-1 1 0,2 1 59,-1 0 1,1 1 0,1 0 0,-1-1 0,1 0 0,0-1-4,0 3 1,0-1 0,1 0 0,0 0 0,0-1 0,1 1 0,0 0 297,2-5 1,-1 0-1,2 0 1,1 0 0,1-1-1,3 0-299,3 2 1,3-2-1,2 0 1,1-1 0,0 2-1,-1 3 1,-2 2-543,-1 2 0,-2 4 0,0 1 0,1-1 0,3-3 504,1-2 1,3-3 0,2-2 0,0 0-1,-1 0 1,0 1 0,-4 4-77,0-2 1,-2 3 0,-1 1-1,-1 1 1,1 0-494,3-4 1,1 0-1,-1 1 1,-1-3 485,-3 1 1,1-2 0,-2-1 0,0 2 0,-2 1-15,-1 4 0,-1 4 1,-1-2-1,0-7 61,-1 7 0,0-5 1,1-3-1,-1-3 1,1-1-1,-1 0 0,0 2 1,0 2-1,-1 3-61,1-2 1,0 5 0,0 1 0,-1 0 0,0-4 0,0-5 55,-1 7 1,0-5-1,1-3 1,-1-3-1,0-2 1,0-1-1,0 1 1,0 1-1,-1 3 1,0 2-1,0 5 1,-1 6-90,1-13 0,-2 10 0,0 0 0,0-10 152,-1 11 1,0-5-1,0-5 1,-1-3-1,0-3 1,1-1-1,-1 0 1,-1 1-1,1 2 1,0 3-1,0 5 1,0 5-24,0-6 1,-1 7 0,1 3 0,-1-2 0,0-4-14,0-2 1,0-3 0,0-3 0,0-2 0,0-1 0,-1 1-1,0 2 1,0 2 50,0 3 1,-1 0 0,1 2 0,-1 1 0,0-1-1,-1 1 1,1-1 114,-1 0 1,1 0-1,-1 0 1,0 0-1,-1 0 1,1 0-1,1-1-140,-1-3 0,0-1 0,0 0 0,0-1 0,0 1 0,0-1 0,0 1 0,0-1 0,-1-1 0,1 1 0,0-1 0,0 2 0,1 0 0,0 1 15,2 2 0,1 2 0,0 0 0,0 1 0,1-1 0,0-1-73,-1-5 1,1-1 0,0 0-1,0 0 1,0 0 0,0 3 57,1-3 0,0 2 0,0 0 0,0 1 0,0 0 18,0 1 0,1 0 0,-1 1 0,0 1 0,0 2-18,-1 1 0,-1 2 0,1 1 0,-1 2 247,0-4 1,1 1 0,-1-2-266,0 2 0,0-5 0,-1-1 0,1 4 0,0 7 18,-1 2 0,1 3 505,0-11 1,-1-5-1,1 3-505,-2 1 0,0 1 462,2 2 1,-1-1-1,0-3-507,0 3 0,-1-1 0,1-1 0,0 2 395,0 0 0,1 1 1,-1-1-411,1-8 0,0-3 0,1 5 15,3-2 0,0 1 15,-1 6 0,-1-2 0,1 2 30,2-8 0,-2 2 594,0 2 1,-2 3-640,1 15 0,-1 2-90,0-5 1,0 3-46,0-3-270,-1 12 0,0 9 360,-4 2 90,-13 8-90,-1 2 60,-20-1 0,-15-1 0,-2 0 30,16-2 0,0 0 0,-2 0 0,-3 0-547,1 0 1,-5 0 0,-2 0 0,-1 0 0,3-1 0,3 1 494,-5 0 1,4-1 0,1 0 0,0 0-51,2 1 0,2-1 0,-1 0 1,-3-1 101,5 1 0,-2 0 0,-1-1 0,-2 1 0,0-1 0,1 1-15,-3-1 0,-1 1 0,1 0 0,-2-1 0,-1 1 0,-2-1-223,8 1 1,-2 0 0,-2-1 0,-1 1 0,-1-1 0,1 1 0,2 0 0,1-1 0,3 1 237,-6 0 0,4-1 0,1 1 0,1 0 0,-1 0 0,-3 0-13,1 1 0,-3 0 0,0-1 1,-1 1-1,1 1 0,2-1 1,3 0-75,-1 1 1,4 0 0,1 0-1,-1 0 1,-3 0 86,-2 0 0,-1 0 0,-2 0 0,0 0 0,-1 0 0,0 1 207,5-1 0,-2 1 0,0-1 0,0 1 0,1 0 0,1-1 0,1 1-225,-6 0 0,2 0 0,1-1 0,0 1 0,0 0 18,5-1 0,0 0 0,-1 1 0,1-1 0,1 1 0,2-1 0,-9 0 0,1 1 0,3-1 0,1 0 0,-5-1 0,4 1 0,0-1 24,7 0 0,1 0 1,1 0-520,-10 0 0,3 0 495,6 1 0,5 0 0,2 1 0,-6 1 0</inkml:trace>
  <inkml:trace contextRef="#ctx0" brushRef="#br3" timeOffset="188213.08">4044 7715 7533,'10'-1'629,"-2"-1"-359,-1 1 0,-2-1 270,1 1-91,1-1-89,-1 2-180,0 2-90,-3 1 630,-1 25-540,-6 6-1,-4 8 1,-3 10 0,1-5-135,2-11 0,-2 2-50,-1 0 1,-2 7 0,-2 3-1,1-3 1,2-8 49,-3 3 0,1-2-23,0-2 1,-1 6-1,0 0 1,1-5 22,-1 3 0,2-4-45,1-4 0,1-1 0,-2 6 270,9-16-1,4-8-89,0 5 202,12-16-292,2-6-90,7 0 90,17-1-90,-15 3 0,15 1 0,8 2-1093,-13-1 1,0 1 0,2 0 1053,6-1 1,2 1 0,5 0 38,-6 0 0,6 1 0,2-1 0,1 1 0,-1-1 0,-4 0-454,-4 0 1,-3 0-1,0 0 1,0 0-1,3 0 441,-1 0 0,2 0 0,2 0 0,1 0 1,-1 0-1,-2 1 0,-3-2-389,9 2 0,-2-1 1,-3-1-1,0 1 379,-4 0 1,0-1 0,-1 1-1,-1-1-345,11 1 0,-2-1 0,-4 0 368,-2 0 0,-3-1 374,4 1 1,-3-1-375,5-1-90,-2 1 90,5-1 1430,-17 2-1340,-8-1 2048,-2 1-2048,-8 0 3186,2 0-3084,-8 0 574,-1-3-766,-8-12 90,-3-11-90,-4-9 0,5 0 0,0-8 0,3 1 0,3 7 0,2 1 0,1-4-68,-2-4 0,0-5 1,2 0-1,1 1 68,3 6 0,2 0 0,0 1 0,0 2-30,0-4 0,1 2 0,-1 0 60,4-8 0,1-1 0,-2 6-30,-5 13 0,0 2 45,3-15 0,-1 5-45,-6 12 0,0-2 0,-7 12 0,-1 7 0,-15 4 0,6 6 271,-13 3-271,6 2 0,0-1 0,3 0 0,4-3 90,-11 0-90,-8 0 0,-9-1 0,-5-1 0,16 0 0,0 0 0,-14-1 0,-3 0 0,10 0 0,-1 0 0,0-1-188,4 1 0,0-1 0,-5 1 188,-1 0 0,-6-1 0,-4 1 0,0 0 0,2 0 0,5 0-844,-7 0 1,4 1-1,-4-1 829,10 1 0,-5 0 0,-2 0 0,1 0 0,2 0 0,6 1-45,-2 0 0,4 0 1,1 1-31,-5 0 0,0 1 0,0-1-90,1 0 0,1 1 0,3-1 0,2 0 0,-1-1-480,0 0 1,-3-1-1,6 1-959,-8-1 1619,9-1 0,5 0 0,16-1 0,-1 1 0</inkml:trace>
  <inkml:trace contextRef="#ctx0" brushRef="#br3" timeOffset="-214653.65">18162 2729 7713,'2'-11'1529,"-1"2"-1259,4 4-1,9-1-89,4 3 0,14-2-90,7 0 0,-1 2-180,-5 0-180,12 0-539,-7 1 179,1 0 630,-8-1 0,-24 2 0,-2 0 0</inkml:trace>
  <inkml:trace contextRef="#ctx0" brushRef="#br3" timeOffset="-214313.65">18345 2743 8972,'11'-3'719,"-3"8"-629,-4 3 0,-6 22-90,-3-2 0,0 4-90,0-2 0,1 1 45,-1 7 1,0-2-136,1 4-450,4 3 0,2-20 630,2 14 0,0-23 0,1 0 0</inkml:trace>
  <inkml:trace contextRef="#ctx0" brushRef="#br3" timeOffset="-214043.65">18135 3212 9062,'23'2'719,"6"-1"-359,19-3-1999,-18 1 1,1-1-1,11-1 1,-1-1 1229,-11 2 1,0-1 408,0-2 0,-1 0 0,7-1 0,8-4 0</inkml:trace>
  <inkml:trace contextRef="#ctx0" brushRef="#br3" timeOffset="-213583.65">19011 2843 9242,'-2'-26'1169,"0"1"-359,-2 8-631,-1 5 181,-19 15-270,0 12 0,-10 10-45,13-2 0,1 4-180,1 7 0,5 3 0,7 6 0,5 0 90,1-4 0,7-4 45,14-8 0,7-11 45,10-18 0,1-9-45,8-3 30,-19-11 0,-1-12 0,-9 2 15,-16 3 0,-7-2-45,3-2 0,-2-3 0,-6 6-1639,-23 2 1,-4 8 1176,12 7 0,0 6 102,-12 11 1,5 9 0,16 7 0,-10 14 0</inkml:trace>
  <inkml:trace contextRef="#ctx0" brushRef="#br3" timeOffset="-213093.65">19487 2827 9961,'1'-35'2699,"0"13"-2339,-15 27-271,4 19 1,1 9-135,-2 2 1,0 5-106,4 1 0,1 5 0,2-7 105,2-12 0,3-2-45,7 24 0,6-5 0,8-24 90,8-6 0,4-8-1606,7-28 0,-2-9 1606,-8 15 0,-2-6 22,-9-6 1,1-9-1,-3-1 1,-6 6-23,-6 7 0,-4 0-150,2-8 0,0-5 0,-4 9-2998,-8 5 3148,-6 10 0,4 21 0,-2 9 0</inkml:trace>
  <inkml:trace contextRef="#ctx0" brushRef="#br3" timeOffset="-212533.65">20339 3115 10051,'-16'-18'1260,"7"3"-991,15 4-179,16 7-360,11 4-1369,-4 1 1,0 0 1355,-5-2 1,12 1-1,-34 0 1</inkml:trace>
  <inkml:trace contextRef="#ctx0" brushRef="#br3" timeOffset="-212333.65">20338 3274 9781,'39'12'720,"3"-4"-2025,-9-7 1,1-2 1304,-5 0 0,-2-2 0,-1-2 0,-2 0 0,16-8 0</inkml:trace>
  <inkml:trace contextRef="#ctx0" brushRef="#br3" timeOffset="-211043.65">21307 2824 8342,'-3'-9'1349,"3"-4"-1169,3 3 990,33-13-900,-9 14-226,-1 0 1,3 2 90,-2 6 0,-1 3 45,19 5 0,-17 26-180,-21-5 0,-14-6 0,-8 3 30,-7 6 0,-4 4 0,1-1 15,0 4 0,0 2-45,5-10 0,-2 4 0,1 0 0,3-2 45,0 16 0,6-4-90,4-17 0,4 0-180,7 6 0,9-5-3052,24-10 3241,0 3 1,9-14 0,-19-8 0</inkml:trace>
  <inkml:trace contextRef="#ctx0" brushRef="#br3" timeOffset="-210793.65">21416 3692 14549,'12'2'-990,"-2"-1"-629,-4-4-1658,2-4 2859,-3 1 1,2-11-1,-4 2 1</inkml:trace>
  <inkml:trace contextRef="#ctx0" brushRef="#br3" timeOffset="-210213.65">21872 2429 9691,'-16'-29'-225,"-1"1"1,1-2 493,-9-7 1,-3 4-90,0 18 0,-10 6 0,-7 8-68,10 15 1,-2 8-1,-1 5 1,0 2-769,3-2 1,-1 4-1,1 1 1,-1 1 0,1-1 250,1-1 0,0-1 1,1 0-1,0 1 0,3 1 423,3-1 0,2 0 0,1 1 0,1 1 0,2 3 148,1 5 0,2 3 1,1 1-1,3 0 0,2 0-148,5-5 0,2-1 0,1 1 0,1 0 0,-2 0 0,-4 7 0,-2 1 0,-1 0 0,4-2 0,3-2-18,5-3 0,2-3 0,5-1 0,4-2 22,7 0 1,6-1 0,3-3-1,-4-3 23,1 3 0,4-2-45,-1-5 0,4 4 0,3-1 0,3-3 0,0-7 36,3-10 0,1-6 0,2-4 0,0-3 0,0 1-36,0 0 0,1 0 0,-1-3 0,1 0 0,0-3 15,-2 1 0,1 1 0,0-3 0,0-1 0,-2-5 0,-2-5-4,-6-3 0,-1-5 0,-1-3 1,-1-4-1,-2 0 0,-1-1 1,-3 1-1,-3 3-187,2-8 1,-5 3 0,-2-1 0,-3-2-1,1-4 198,-2 6 1,1-3-1,0-2 1,-1-2-1,-3 1 1,-3-1 0,-5 3-1,-7 2 3,-8-1 1,-9 0 0,-6 2 0,-2 1 0,-3 2-1,2 1 1,4 2-92,1-2 0,2 1 1,0 2-1,-4 3 1,-8 3-5,0 9 0,-7 0 0,-6 2 0,-2 2 0,-3 2 0,2 2 0,1 4 0,5 2 0,7 4-133,-8 5 1,7 6 0,2 4 0,-6 4 202,6-3 0,-5 3 0,-3 2 0,-1 1 0,1 2 0,3 1 0,5 0 0,6 0 0,0 8 0,7 1 0,4 2 0,-1 2 0,2 1 0,0 1 0,0-1 0,1 0 0,-1 0 0</inkml:trace>
  <inkml:trace contextRef="#ctx0" brushRef="#br3" timeOffset="-187403.65">2748 2833 8792,'12'-6'2519,"-18"16"-2250,-3 3-134,-6 4 0,-5 3 45,-8 7 0,-2 1-1819,-1-1 1,-1 1 1240,1 0 1,-1 1 487,3-1 0,-2 3 0,5-4 208,7-5 0,2 0-298,-15 14 0,6 2 180,20 9-180,7-21 45,23-2 0,8-3 0,-2-13 0,3-3-75,8 2 0,6 0 0,-3-2-105,-3-2 0,0-2-405,-2-1 0,2 0 1,-8-1 3216,1 0-2677,-7-1 0,-2 0 0,-10-2 0,7-1 0</inkml:trace>
  <inkml:trace contextRef="#ctx0" brushRef="#br3" timeOffset="-187003.65">3421 3045 10321,'-11'-5'2069,"3"1"-1979,6-3-450,37-1 0,-18 2 360,9 2 0,-2 1 0,-13 5 0,6 0 0</inkml:trace>
  <inkml:trace contextRef="#ctx0" brushRef="#br3" timeOffset="-186793.65">3389 3219 12390,'26'6'-720,"6"-5"-919,-4-4 1,1-3 1288,11-2 0,2-3 0,-15 3 0</inkml:trace>
  <inkml:trace contextRef="#ctx0" brushRef="#br3" timeOffset="-185963.65">4211 2815 10591,'-2'-16'2069,"2"1"-1440,2 9 181,5 0 359,26 25-1079,-11-5 90,1 6 0,5 6 0,-2 0-1819,5 7 1,-1 0 1449,-6-8 1,-1 1 0,1-1-937,10 13 1,-3-5-2153,-4-5 3152,-2-4 0,-19-19 0,-4-4 0</inkml:trace>
  <inkml:trace contextRef="#ctx0" brushRef="#br3" timeOffset="-185753.65">4619 2829 10501,'-8'-35'2519,"-12"11"-2025,-1 28 1,-6 10-196,-6 12 1,-4 9 0,3-2-1291,9-10 1,1-1 0,0 3 697,-5 8 1,-2 5 0,2 0 0,5-6-851,5-3 1,3 0 1142,-1 2 0,-1 3 0,3-3 0,4-6 0,1-1 0,-1 4 0,1 0 0</inkml:trace>
  <inkml:trace contextRef="#ctx0" brushRef="#br3" timeOffset="-180063.65">7807 2884 1050,'2'-16'1349,"4"-5"1452,-3 8-2081,7-9 1139,-7 17-1679,9 6-91,-9 8 46,2 31 0,-3 11-90,-1-16 0,-2 3-113,0 1 1,1 5 0,-1 1-1,0-4-142,1-5 0,-1-4 1,1 2 105,-1 3 1,0 1 0,2-4 103,2-5 0,0-5 0,0 1 0,1-14 0</inkml:trace>
  <inkml:trace contextRef="#ctx0" brushRef="#br3" timeOffset="-179713.65">7814 2965 9602,'-10'-30'1619,"8"4"-1170,15 4-89,27 0-270,2 6-90,-10 10 0,6 2 0,-5 1-90,14 1-180,5 11 0,-9 8 1,-35 14 179,-1 11 45,-42-13 0,-12-4 45,17-11 0,2-1 0,-7 4 0,12-1 0,23-6 0</inkml:trace>
  <inkml:trace contextRef="#ctx0" brushRef="#br3" timeOffset="-179183.65">8255 3154 9691,'-15'-3'1709,"16"-8"-1619,4 5 360,36-21-450,-4 2-45,-14 9 0,-1-2-45,2-11 0,-4 0 90,-4-1-90,1-15 0,-20 16 90,-1 5-90,-9-11-89,-2 14 89,-4 11 90,11 11-90,21 15 90,19 1 0,-8-7 0,3-1 0,6 1 0,-2-1 90,7 5 179,-1 16-179,-39 1 0,-7 16-1729,4-18 1,-1 0 714,-1 7-762,11 6 1057,3-32 629,17 5 0,-2-11 0,11 2 0</inkml:trace>
  <inkml:trace contextRef="#ctx0" brushRef="#br3" timeOffset="-178743.65">8855 3043 9691,'-10'-2'1709,"2"0"-719,2 1-540,17-6 89,15-5-449,2-1 0,1-1-180,9-5-135,-12-1 1,-7 0 134,-13 6-270,-16-25 180,-16 29 90,-8-2 90,-4 33 0,21 0 0,0 22 90,19-1-90,9 6 90,5-6-180,8-17 0,2-5-180,-2-5-1369,15-5 1,0-5 1286,-13-9 0,2-2 0,0-2 0,-3-6 0</inkml:trace>
  <inkml:trace contextRef="#ctx0" brushRef="#br3" timeOffset="-178203.65">9448 3042 11041,'-11'-10'2608,"-18"-16"-2248,17 17 134,-11-4 1,-5 4-45,-13 24-405,16-8 0,0 4-405,-1 21 1,6 2 269,3 1-315,14 2 0,8-4 45,19-18 270,0-5 0,4-8 0,6-22 0,2-15 1,-1 0 59,-8 10 0,-2-1 0,0-4-69,0-5 1,2-5 0,0-4 0,-3 2 0,-3 3 128,-3-3 0,-5 3 0,1 0 0,3-9 0,1 0 0,-10 13 150,-12 18-270,-5 47 0,-2 13 0,-1 7 60,7-16 0,1 1 0,0-1-15,-1 5 0,1 2-75,2 5 0,1 4 0,3-6-60,4-6 0,1-2 30,-2-2 0,0 1 1,3-5-661,21 5 90,-9-28 720,22-18 0,-13-3 0,-6 1 0,1 0 0</inkml:trace>
  <inkml:trace contextRef="#ctx0" brushRef="#br3" timeOffset="-177963.65">10177 2958 11131,'-15'-4'2698,"14"-1"-2518,2 2-360,33 1-539,-3 2-631,-5 1 1,0 0 1349,11 1 0,-12-1 0,-13 0 0</inkml:trace>
  <inkml:trace contextRef="#ctx0" brushRef="#br3" timeOffset="-177793.65">10126 3129 9961,'-9'15'2159,"19"1"-1889,9-11-765,13-3 0,6-3 26,8-4 1,0-2 0,-2-1 0,0 0 0,1-3 0,1 0 0</inkml:trace>
  <inkml:trace contextRef="#ctx0" brushRef="#br3" timeOffset="-176933.65">11222 2844 11131,'-11'-9'3276,"4"24"-2235,7-5-951,1 22 45,-2-7 0,0 1-135,3 15 0,-3-7 0,7-3 180,35-4-180,-5-18-1639,-6-12 1,4-7 1330,4-10 1,3-6 352,-11 7 0,3-4 0,2 0 0,-2-1-175,2 0 0,-1 0 0,2-1 0,1-2 100,-3 2 0,2-2 0,2-1 0,-1 0 0,-2 2 0,-3 2-296,5-5 0,-3 4 0,1-2-494,4-1 1,3-3 0,-1 3 0,-9 8 379,4 3 1,-9 2-1,-6 7 1,-19 18-1</inkml:trace>
  <inkml:trace contextRef="#ctx0" brushRef="#br3" timeOffset="-154743.65">925 4590 7443,'1'-10'3276,"2"3"-2505,0 2-681,21 11 60,3 3 0,9 3 0,0 1-120,1 2 0,1 0 0,2 1-298,-3-1 1,2 0 0,2 2 0,2 3 292,-8-2 1,3 2 0,2 2-1,0 1 1,-1 0 0,-1-1 0,-4-2-710,6 4 1,-5-2 0,0 0 0,5 3 683,-5-2 0,4 1 0,2 3 0,0 0 0,1 0 0,-3 0 0,-1-2 18,3 4 0,-1 0 0,-2-2 0,-1 0 0,-2-1-537,-1-2 1,-2-1 0,0 0 0,2 1 536,1 1 0,3 1 0,0 1 0,-1-2 0,-5-4-139,1-1 0,-4-3 0,0-1 121,1 2 0,0 0 0,-2-2 140,6 3 0,-4-3-50,2 0 1852,-16-10-2571,1 1 2138,-6-6-3758,-15-11 1861,3 3 388,-7-4 0,4 6 0,-1 1 0</inkml:trace>
  <inkml:trace contextRef="#ctx0" brushRef="#br3" timeOffset="-154263.65">2679 5382 9152,'-5'-16'450,"1"3"449,2 5-89,0 2-361,5 14-314,7 14 0,4 7 0,8 13 0,2 3-105,-5-12 0,0 1 0,0-1-30,5 7 0,1-1 0,1-1 0,-1-5 90,1 1-90,-11-13 0,0-1 270,-1-4-90,-47-22-180,14 3 45,-25-4 0,-6 2-450,21 5 0,0 0 180,-7-1 0,1 1 225,4 6 0,6 3 0,8 0 0,-9 9 0</inkml:trace>
  <inkml:trace contextRef="#ctx0" brushRef="#br3" timeOffset="-153243.65">3234 6050 9422,'-2'-11'1439,"-1"0"-720,-12 3-449,-7 10-180,-4 4 45,1 15 0,1 7-45,2 11-135,5-6 0,7 1-135,23 14-90,11-17-899,12-18 0,6-8 1169,-15-6 0,1-4 0,10 0 0,-1-3 0,5-11 0</inkml:trace>
  <inkml:trace contextRef="#ctx0" brushRef="#br3" timeOffset="-152813.65">3494 5901 8972,'0'-11'989,"1"-3"-449,0 8-360,3 20-90,-3 3-90,2 15 90,-4-1 0,-2 4-90,0 3 0,0 2-120,1-6 0,2 1 0,-1-2-150,0 6 0,3-5-2788,18 10 3058,-6-35 0,17-6 0,-9-5 0</inkml:trace>
  <inkml:trace contextRef="#ctx0" brushRef="#br3" timeOffset="-151643.65">3852 6170 9422,'-20'-23'1978,"0"7"-1888,0 7 180,-7 11-180,16 2-90,-21 22-450,18-1 271,-4 7-451,29 1 540,-2-23-270,31-2 270,-19-17 0,12-8 180,-10-6-90,-11 8 0,8 18-807,-14 3 807,7 14 0,2-5 0,5-5 0,14-1 0,-4-11 45,-6-12 0,-1-7 90,-6-7 0,-3-3-90,4 2 0,-3 0 0,-5 1 0,-4 4 45,-3 5 717,-1 26-807,9 12-90,-3-1 90,5 5-270,1 1 180,-7-7-90,5 19 90,-12-17 0,-6 9 0,0-14-179,-14 14 179,13-19 90,-11 12 0,25-19 0,-5 1 180,28-16-1,-14 1 181,19-23 0,-16-9-270,-4 11 180,-8-16-180,-7 36-90,24 29 0,-6 13 45,-6-1 0,-3 1 45,-4 4-90,-20-10 0,-1-13-1080,-8 1-1978,12-5 3058,-7 0 0,17-5 0,-2-1 0</inkml:trace>
  <inkml:trace contextRef="#ctx0" brushRef="#br3" timeOffset="-151443.65">4481 6192 10501,'11'-11'180,"-4"3"0,-4 6 0</inkml:trace>
  <inkml:trace contextRef="#ctx0" brushRef="#br3" timeOffset="-147163.65">4833 6096 7623,'-11'-4'2248,"1"2"-719,0 0-89,2 2-991,24-13-209,17-3 0,14-5 0,1-1-150,-11 4 0,1-1 0,2-1 0,2 0-251,-1 0 1,2 0-1,3-2 1,0 0-1,-2 2 1,-3 0 182,3-2 1,-4 2-1,0 0 1,4-3 7,-4 2 0,3-2 0,2-2 0,0 1 0,-3 0 0,-2 2-8,2-2 1,-3 2-1,-1 0 1,1-1-1,3-1 1,1-1-1,-1 1 1,-3 1 7,3-1 0,-3 1 0,-9 5-120,-5 3 90,7-3 0,-14 9-90,-7 5-180,-5 3-3007,-2-1 1607,0-1 2929,0 0-1079,-19 5-180,7 0 180,-27 8-90,3-2 0,-4 1-45,-6 1 0,-3 0-15,5 0 0,-3-1 0,-2 1 380,-3 0 1,-1 0 0,2 0-411,12-3 0,2 0 0,0 0 0,-13 2 0,8-2 0,18-4 0,53-14 0,-9 3 0,22-7 0,-7 2 0,-8 4 0,1-1 0,-6 2 0,3 0 0,7-1 0,3-1 0,-4 2 0,7-1 0,-8 3 0,6 0 0,-8 1 0,-4 2 0,-3 0 0,0 2-90,4 6 90,-13 1 0,9 14 0,-25 9 0,-5 2 0,-7-2 0,-6 1-585,0-5 1,0-1 584,0 5 0,0-2 0,-7 7 0,20-18 0</inkml:trace>
  <inkml:trace contextRef="#ctx0" brushRef="#br3" timeOffset="-145053.65">6569 5321 9152,'4'-10'1619,"0"2"-1259,0 1-91,-1 3 91,1-3-180,0 5 0,6 4-180,-4-1 0,4 6 0,-7 2 90,0 2-90,-5 35 45,1-12 0,-1 0-45,-1 0 0,1 0 0,0 10 0,0-4 0,1-7-90,3 9-180,13-23 270,-6-4-629,32-21-1,-18-6-360,19-9 990,-12 0 0,-9 5 0,1-2 0</inkml:trace>
  <inkml:trace contextRef="#ctx0" brushRef="#br3" timeOffset="-144533.65">6956 5571 8612,'-5'-14'810,"-2"1"-4087,-15 22 1253,10-5 3433,-12 13-1319,8 12 0,8-10-90,0 25 0,21-19 0,5-1 769,29-19-769,-22-13 0,11-15-90,-29 6 90,-23-23-179,-6 20-271,-15-9 3392,9 22-4651,4 15 1709,16-1 0,3 10 0,8-5 0</inkml:trace>
  <inkml:trace contextRef="#ctx0" brushRef="#br3" timeOffset="-144213.65">7344 5631 7982,'-3'-23'1889,"-12"-3"-1259,-10 20-540,1-4 45,-3 16 0,1 4-135,8-1-1639,-8 15 1,4 2 124,15-9 2013,-2 24-948,22-26 449,24 8 0,-8-11 0,18 3 0</inkml:trace>
  <inkml:trace contextRef="#ctx0" brushRef="#br3" timeOffset="-143463.65">7602 5681 8342,'2'-15'990,"-6"-1"-361,-14 2-539,5 4 270,-36 13-270,32 3-45,-12 8 0,2 5-135,11 5-90,-1 22 180,16-24-270,25 0 180,-9-21-90,17-8 90,-18 0 1,7-4 89,-9 14-90,4 6 90,5 17 0,6 3 0,18-12 90,-6-12-31,-7-26 1,4-15 0,-5 2-1699,-6 0 1,-1-1 1629,2-2 1,2-2 0,-4-1 8,-9 3 0,-3 1 0,-3 1-1134,-1 2 0,-1 1 1089,5-12 0,-6 15 135,-17 36-90,3 16 0,0 9 0,-1-1 0,0 3 0,0 1 0,2 4 0,2 1 0,0-2 0,0 5 0,1-4 0,2-3 0,3-4-630,10 6-179,-6-26-630,16-1 1439,-12-17 0,9-14 0,-7 1 0</inkml:trace>
  <inkml:trace contextRef="#ctx0" brushRef="#br3" timeOffset="-143283.65">7915 5574 7803,'24'-2'899,"-11"0"-1555,17-3 1,2-1-1,-4 1 1,10-4 0</inkml:trace>
  <inkml:trace contextRef="#ctx0" brushRef="#br3" timeOffset="-143013.65">8148 5614 9781,'-5'37'810,"1"-6"-1530,1-4 1,2 0-451,-1-5 1170,2 9 0,1-29 0,0 0 0</inkml:trace>
  <inkml:trace contextRef="#ctx0" brushRef="#br3" timeOffset="-142813.65">8254 5363 8432,'-5'16'-338,"1"-1"1,5 2 0,0 0 0</inkml:trace>
  <inkml:trace contextRef="#ctx0" brushRef="#br3" timeOffset="-141943.65">8444 5699 8612,'-25'-4'1214,"0"1"1,-7-1-946,-2 15 1,1 6-270,1 8-45,4 1 0,1 2-45,6 1-135,12-1 1,3-1 44,6-8 90,3 16-450,29-23 360,-1-15 0,17-8 180,-18-24 0,-16 2 90,-10-1 0,-17-4-90,6 16 90,-6-10-90,11 19 0,11 3 0,4 3 0,22-5 0,-15 5 45,6-3 0,-1 1-45,-8 2 180,25-10-3457,-30 17 3162,4-3 115,-14 19 0,-6 7 0,0 1 90,-5 24 90,5-19 90,-1 5-90,12-27-180,-1-12 1638,8-15 0,2-6-1490,-1 1 0,0 0-148,-1 0 0,1 0 0,10-15 0,-6 35 0,-9 5 0,13 22 0,-11 23 0,-5-20 0,-1 1 0,0 9 0,0-2 0,1 2-90,4 9-1170,1-26 1260,6-1 0,2-15 0,2-8 0</inkml:trace>
  <inkml:trace contextRef="#ctx0" brushRef="#br3" timeOffset="-141783.65">9177 5773 11670,'-2'-9'-820,"-4"5"1,-11 3 0,-5 4 0</inkml:trace>
  <inkml:trace contextRef="#ctx0" brushRef="#br3" timeOffset="-119903.65">4304 10959 7623,'7'-7'2698,"-1"-1"-2068,-7 2-270,-2 2-1,-11 0-269,0 6 90,-26 9-90,-1 9-90,15-5 0,-1 2 45,0 4 0,2 1-45,7-3 0,3 0 0,-8 16 0,15-11 0,4 1 0,6 6 90,1 13-90,8-22 0,23-3-90,-16-12 90,16 2-270,-15-9-629,8-3 179,-3-2 720,7-6 0,-15 0 0,1-3 0</inkml:trace>
  <inkml:trace contextRef="#ctx0" brushRef="#br3" timeOffset="-119213.65">4595 10967 8702,'0'-11'630,"-1"2"-360,-1 2-1,-3 4-179,-6 2 360,-28 14-315,16 2 0,-1 0-135,-18 8 45,21-1 0,7 2 45,16-2-90,4 9 0,10-7-90,11 4 0,0 4 0,-4-1 90,-7-5 0,-13-11 0,-9 11-90,-24 10 90,14-18 0,-2 1 0,-8 1 0,1-3 0,-4-2-540,-5-2-1708,24-9 2248,-7-3 0,22-9 0,3-4 0</inkml:trace>
  <inkml:trace contextRef="#ctx0" brushRef="#br3" timeOffset="-118913.65">4768 11220 9512,'12'-11'989,"0"2"-899,-4 6 90,4 1-90,3 1-540,6 0 450,2 0 0,-10 1 0,-2-1 0</inkml:trace>
  <inkml:trace contextRef="#ctx0" brushRef="#br3" timeOffset="-118703.65">4746 11295 9422,'0'12'2698,"8"-5"-2338,19-2-630,4-4-809,3-2 1079,-5 0 0,-12 1 0,-2 1 0</inkml:trace>
  <inkml:trace contextRef="#ctx0" brushRef="#br3" timeOffset="-114763.65">5301 10990 8432,'5'-5'2609,"12"1"-2519,15 0 0,2 4-90,-16 9 90,-10 1-90,-6 5 0,-11 3 0,-11 9-45,2-6 0,-1 1 45,-7 10 0,4-6 0,2-2 0,11-12 0,-12 22 0,19-23 0,7 10 0,15-10-90,1-2-540,25-3 450,-27-4 180,23-3 0,-31-1 0,8-3 0</inkml:trace>
  <inkml:trace contextRef="#ctx0" brushRef="#br3" timeOffset="-114133.65">5640 11070 8792,'-4'-12'899,"-12"7"-809,5 5 90,-19 16-90,14 0 0,-7 12 90,2 11-180,9-14 90,0 23 0,11-28-90,9 16 90,19-19-90,-7-4 90,16-11-90,-8-19 90,-2-9 0,-1-14 45,-22 14 0,-5-1-45,-4-12 0,-15-5-90,-2 24-90,6 8-1170,-17 12 1260,19 8 0,-4-1 0,12 0 0</inkml:trace>
  <inkml:trace contextRef="#ctx0" brushRef="#br3" timeOffset="-113713.65">5865 10953 9242,'-15'-18'1259,"4"7"-1079,-16 27-90,17-7-90,-9 11 0,15-14 0,-1 3 0,8-6-90,10-10 90,-2-2-90,3-7-90,-9 5-270,-6 3 450,-7 7 0,3-1 0,-3 4 0</inkml:trace>
  <inkml:trace contextRef="#ctx0" brushRef="#br3" timeOffset="-113403.65">6084 10944 9332,'-27'16'2788,"14"-8"-2698,-6 10 0,-3 7 90,-4 12 0,1 0-180,9-10 0,1 0-90,-3 2 0,-1 2 0,3-1-1549,4-1 1,2-3-1639,0 5 3189,5-2 1,8-25-1,1 3 1</inkml:trace>
  <inkml:trace contextRef="#ctx0" brushRef="#br3" timeOffset="-113063.65">6074 11294 10411,'6'-12'1799,"-10"7"-1709,0 5 90,-11 9-180,10-1-180,3 5 90,10-8 0,6-5 180,-1-7 90,-5-7-630,-14 3-1169,-1 1 1619,-13 8 0,9 7 0,-4 4 0</inkml:trace>
  <inkml:trace contextRef="#ctx0" brushRef="#br3" timeOffset="-12613.65">14225 5412 8972,'-3'-19'3058,"0"2"-2518,1 32-226,-7 12 1,-2 8-165,0-2 0,-2 4 0,1-2-150,-2 8 0,-1 0 60,2-8 0,-2 0 0,5-5 30,4 1 90,-2 6 90,24-18-270,-5-15 90,24-3 0,8-3-45,-4 0 0,4 1-276,-6 0 1,5 0 0,3 0 0,4 1 230,-7 0 0,5 1 0,3-1 0,1 1 0,-1 1 0,-1-1 0,-4 0-229,0 0 1,-3 0 0,-1 0 0,1 0 0,4 1 228,-4-1 0,2 0 0,1 1 0,1-1 0,1 1 0,0 0 0,1 0-211,-3 0 0,1 1 0,1-1 0,1 1 1,-1 0-1,-1-1 0,-2 1 0,-1-1 211,8 1 0,-5-1 0,0 1 0,2-1 0,6 1 0,-13-1 0,3 0 0,3 0 0,2 1 0,1-1 0,1 0 0,0 1 0,-1-1 0,-1 0 0,-2 0 0,-3 0 0,7 0 0,-1 0 0,-2-1 0,-2 0 0,0 1 0,-1-1 0,0 1 0,1-1 0,-1 1 0,-1-1 0,0 1 0,-2-1 0,0 0 0,10 0 0,-2 0 0,-2 0 0,-4 0 60,-2 0 0,-4-1 0,-4 1-376,-1-1 0,1 1 346,8 0 0,3 0 0,-3 0-705,-5 1 0,-4 0 675,-6-1 0,0 0 340,9 1 1,-3 1-341,-15-2 1345,29 5-1255,-34-4 0,6 1 1302,-5 0-313,-8-1 2197,5-2-2530,-7-1-386,0-25-270,-4 11-46,-1-17 1,1-7-45,1 6 0,2-1-60,-1-1 0,1-3 1,0-1-1034,2-3 1,1 0 0,-1 3 944,2 0 1,-1 3 108,0 0 0,-2 4-141,-2 8 90,-6 11 90,-4 0-90,-11 17 90,4 4-90,1 1 180,-4 3 3174,6-6-3264,-28 6-1639,-3-12 1,-4-3 1458,14 3 1,-5-2 101,4-1 1,-8-2 0,-6-1 0,-3 0 0,1 0 0,2-1 0,5 2-535,-3-1 0,4 1 0,-1 0 0,-6-1 592,8 2 0,-5-2 0,-3 1 0,-3-1 0,-1 0 0,0 1 0,1 0 0,3 0 0,4 1-278,-4-1 0,3 2 1,2 0-1,1 0 0,-2 0 1,-1 1 245,0-1 1,-2 0-1,0 0 1,-1 1 0,0 0-1,0 0 1,0 0-134,5 1 0,-1 0 0,-1 1 1,1-1-1,0 1 0,1 0 0,2 0 1,3 0 94,-6 0 0,2 0 0,3 0 0,0 0 0,-2 1 111,-3-1 0,-2 1 0,0 0 1,4-1-1,6 1-381,-9 0 0,6-1-405,-2-2 1,2 0 629,9 0 0,-1 0-23,-5-5 1,-3-1 0,8 1-293,1-3 450,-7-2 0,2 0 0,15 2 0,-9-4 0</inkml:trace>
  <inkml:trace contextRef="#ctx0" brushRef="#br3" timeOffset="-12083.65">15522 5254 8612,'-32'-16'2609,"-1"14"-2430,8 1 91,-2 33 0,3 8-270,6-6 30,0 6 0,-2 9 0,4-4-255,7-11 0,2 0 0,-6 11 1,3 1-811,7-10 1,3-6 1034,7-2 0,8-1 0,5-19 0</inkml:trace>
  <inkml:trace contextRef="#ctx0" brushRef="#br3" timeOffset="-11763.65">16049 5400 8882,'19'-10'3058,"-3"25"-2338,-7 20-585,-7-10 0,-2 5-75,-3 7 0,-1 6 0,0-5-150,2-4 0,2-1-300,0 4 0,2 3 0,4-7-2887,19 10 2457,-3-8 1,14-19 0,-12-14 0</inkml:trace>
  <inkml:trace contextRef="#ctx0" brushRef="#br3" timeOffset="-11483.65">17037 5456 9961,'14'12'1350,"-1"12"-811,-10 21-674,-1-8 0,-1 4-765,2 3 1,0 1 899,1-4 0,1-3 0,1-10 0,3-5 0,8 3 0</inkml:trace>
  <inkml:trace contextRef="#ctx0" brushRef="#br3" timeOffset="-11213.65">17599 5558 10861,'11'-3'2428,"-2"23"-2338,-5-3-270,-3 16 1,-1 6-856,-1-10 1,0 0-605,0 8 1,1-1 982,-1-8 1,0-2-1,2 11 1,0-8 0</inkml:trace>
  <inkml:trace contextRef="#ctx0" brushRef="#br3" timeOffset="-10563.65">15009 5324 9602,'-8'-10'809,"2"0"-449,4 3 1349,-1-3-1529,-2 15 0,-2 15-90,2 7 0,1 5-210,0 6 0,1 4 0,0-4 30,-1-1 0,2 1-570,-1 3 1,1 4-1,2-9-2617,4-4 3219,0 9 0,1-28 1,-1-9-1</inkml:trace>
  <inkml:trace contextRef="#ctx0" brushRef="#br3" timeOffset="-10133.65">14265 5174 9062,'4'3'1619,"0"0"-1169,32 11-241,-5-5 1,7-1 0,4 0-1030,1-1 1,4 1 0,1-1 0,1 0 378,-10-1 0,1 0 1,0 0-1,1 0 1,4-1-29,0-1 1,5-1 0,3 0 0,-1-1 0,-1 0 0,-3 0 0,-7 0 193,8 0 0,-7-1 0,4-1 1,-4 0-1,5 0 0,0 0 0,-4-1 1,-9-1-1,15-3 0</inkml:trace>
  <inkml:trace contextRef="#ctx0" brushRef="#br3" timeOffset="-2793.65">20199 5245 8612,'-10'-7'2339,"14"2"-2115,31 1 1,16 3-1864,-6-1 1,7 0 1349,-17 0 0,4 0 0,5 0 0,2 0 0,2 0 0,1-1 0,0 1 307,-6 0 0,0-1 0,3 1 0,0-1 0,1 0 0,0 1 0,0-1 0,0 0 0,-2 1 0,-1 0-35,3-1 0,-1 1 1,0-1-1,-1 1 1,-1 0-1,2 0 1,-1 0-1,2-1 27,0 1 0,0-1 0,0 0 0,1 1 0,0-1 0,1 0 0,-1 1 0,1-1 0,0 1-49,-2 0 0,0 0 1,0 1-1,1-1 1,0 1-1,-1-1 1,0 1-1,0-1 1,-1 1-1,-1-1 50,4 1 0,-2-1 1,-1 1-1,-1-1 0,1 1 1,1 0-1,2-1 0,2 1-11,-8-1 0,1 1 0,2 0 0,1-1 0,1 1 0,1 0 0,0-1 0,-1 1 0,1-1 0,-1 1 0,-1 0 0,-1-1 0,-1 1 27,3 0 0,1-1 0,0 1 0,-2-1 0,0 1 0,-1 0 0,-1-1 0,-1 1 0,-2 0 0,-2-1-27,7 1 0,-3 0 0,-2 0 0,0 0 0,0-1 0,2 1 51,3-1 0,3 0 1,2 0-1,-1-1 1,-3 1-1,-5 0 1,-7 0-391,9 0 0,-5 0 369,8-1 0,4 0 0,-9 1 1237,1-1-1087,-10 2 179,-3 0-179,-15 1 1770,7 1-1590,-16-1 2259,6 0-2170,-6 0 1434,-7 11-1838,-9 15 0,-3 3-45,-3 11 22,3-6 0,-3 10 1,0 3-1,2-5-900,3-3 0,1-2 1,0 4 895,1-4 0,-2 5 0,0 1 0,1-1 0,1-2-18,1 0 0,1-2 0,0-1 0,1 1-84,-1 11 1,0 0-1,1-3 84,0 0 0,0-1 0,2-9 0,0 1 0,0-4 0,0-5 0,0-1 0,-2 5 0,-2-3 0,-2-1-90,-33-31 45,16-1 0,-4-2 22,-7-1 1,-7 0 0,-2 0-1,4 0 23,7 2 0,3 0 0,-8 0 203,5 1 0,-5 0 0,-5 0 0,-2-1 1,-2 0-1,1 1 0,2 0 0,3 1-203,-8-1 0,3 1 0,1 0 0,-2 0 0,-4 0-190,10 0 1,-1 0 0,-2 1 0,-1-1-1,-2 0 1,0 0 0,-1 0 0,0 0 0,0 1 180,4 0 1,-2-1 0,-1 1 0,0 0 0,-1 0-1,0 0 1,1 0 0,1 0 0,1 0 0,2 0 0,3 1-372,-11-1 0,4 0 0,3 0 1,0 0-1,-3 1 0,-5-1 371,10 1 1,-5-1 0,-2 0 0,-3 1 0,0-1 0,0 0 0,0 1 0,2-1-1,3 1 1,3-1 0,6 1 8,-8 0 0,6 0 0,3 0 0,0 1 0,-5-1-66,-1 0 1,-3 0 0,-2 0 0,-1 1 0,1-1-1,3 0 1,5 1 65,-6-1 0,5 1 0,1 0 0,0-1 0,-6 1 0,-2 0 0,3 0 0,5 0-45,0 1 0,0-1 67,2 1 1,-6-1 0,2 0-1,7 1-22,11-1 0,1 1-23,-8-1 1,-7 0 0,-2 1-1,6-1-417,-7 0 0,2-1 440,6 2 0,0-1 0,-2 0 244,-8-1 0,-1 1 0,3-1-244,-4 1 0,2 0 0,12 0 0,-1 0 0,1-1 989,-14 1 0,6 0-989,1-1 659,-4 1-569,21-1 3186,12 0-3178,-5 0 406,4 0-414,2-1 0,8-6 0,2 2-90,5-11 0,-1 8 45,2-18 0,0-6-90,-1 1 0,-2-3 15,2-3 0,0-5 0,0-3-211,-2-2 0,-1-4 0,0 0 0,-1 5 211,1 7 0,-1 3 0,0-4-42,1 1 0,-1-6 0,1 0 0,-1 3 0,1 9-18,-2 6 0,1 3-225,2-24 0,0 2-1304,-1 13 1619,0 5 0,-1 16 0,-1 9 0</inkml:trace>
  <inkml:trace contextRef="#ctx0" brushRef="#br3" timeOffset="-2343.65">20819 5183 9602,'-1'-20'1259,"0"10"-270,-2-9-629,-4 47-1999,1 8 1,0 6 1330,-1 4 1,0 7 325,1-14 0,0 7 0,-1 3 0,0-3 0,1-7-168,-1 11 0,0-2-30,-1-1 0,-1 7 1,0-2-1,3-11-1459,2-14 1,1-3 715,-2 10 0,1-3-898,5-9 1821,3-19 0,1 0 0,1-2 0</inkml:trace>
  <inkml:trace contextRef="#ctx0" brushRef="#br3" timeOffset="-2013.65">21579 5283 10051,'32'-30'2519,"-9"13"-1890,-13 40-359,-11 14 0,-4 7-180,1 0 0,-1 6-54,-1-12 0,0 6 0,-2 1 0,1-1 0,1-7-36,-3 11 0,0-1-248,1-3 1,-2 6 0,1-1 0,2-11-1463,0 8 496,2-15 0,3-2 1214,9-10 0,8-18 0,3-4 0</inkml:trace>
  <inkml:trace contextRef="#ctx0" brushRef="#br3" timeOffset="-1703.65">22360 5300 10321,'9'-14'1619,"2"-2"-719,-8 58-630,-3-2-121,-3 0 1,-4 11 0,0 1-317,1-12 0,-2 1 0,1 1 0,0-3 137,-1 5 0,0-2 0,1 3-240,0-1 0,-1 5 1,2-2-1,3-10-1369,7-10 1,1-4 1542,-4 16 1,5-8 0,19-20 0,-3-21 0</inkml:trace>
  <inkml:trace contextRef="#ctx0" brushRef="#br3" timeOffset="-1393.65">23266 5206 10321,'2'-8'2429,"-1"-1"-1980,-6 42-359,2-12 60,-2 19 0,-2 14 0,1 0-1243,1-8 1,0-1 0,1 1 938,-1-4 0,1 2 1,-1 1-1,1 0-94,1 4 1,1 3 0,0-3 0,0-6 452,0-3 0,2-2-205,2 6 0,1 3 0,2-10 0,3-12 0,9 18 0</inkml:trace>
  <inkml:trace contextRef="#ctx0" brushRef="#br3" timeOffset="-1103.65">24037 5211 10861,'11'27'3058,"-5"-14"-2833,-4 14 0,-2 15 0,-2 2 0,0-7-181,0-5 1,-1 1 9,0 5 0,-3 9 0,0 4 0,0 0 0,1-6-834,-1 6 1,0-4 0,1 1 779,2-5 0,0 1 0,0 0 0,2-3 0,-1-3 0,2-3 0,3-6 0,17 7 0</inkml:trace>
  <inkml:trace contextRef="#ctx0" brushRef="#br3" timeOffset="416.35">22560 5508 9422,'3'-7'2248,"-19"40"-2248,7-12 45,-2 2 0,0 3-135,-1 19 0,10-14 0,0 9 0,21-16 90,3-20 0,9-5 0,-10-17 0,-2-5 0,-1 1 0,-5-18 0,-7-3-89,-15 7-766,-4 4 1,-3 4 404,-6 9 450,-5 13 0,18 9 0,2 1 0</inkml:trace>
  <inkml:trace contextRef="#ctx0" brushRef="#br3" timeOffset="756.34">22753 5613 9512,'6'-8'-1530,"0"0"1530,-3 4 0,-2 2 0,1 1 0</inkml:trace>
  <inkml:trace contextRef="#ctx0" brushRef="#br3" timeOffset="2996.35">22928 5497 9422,'-12'35'90,"-1"0"0,-2 11-135,3-17 0,0-3 45,0 1-90,2-5 90,7-7 0,10-16-90,1 1 0,12-7 0,-9 4 90,5 0-90,-7 1 90,-3 1 0,1-1 0,-2 0 0,4-2 0,-5 1 90,7-5-90,-3 2 90,3-4 90,-3 3-180,-1-1 269,-1 1-179,-6 16 0,-2 0-45,-3 14 0,-3 3-45,-3 8 0,2-6 0,1 0-180,-2 5 180,2-9-2788,5 1 2788,7-24 0,2 3 0,3-14 0</inkml:trace>
  <inkml:trace contextRef="#ctx0" brushRef="#br3" timeOffset="3846.35">23463 5599 8432,'-6'-10'3058,"-7"8"-2878,1 3 90,-12 15-90,-3 14-90,7-7-135,3 4 0,3 2-315,4 11 360,-2 1-180,15-7 180,2-29-180,16 2 91,-5-11 89,6-8 0,0-3-90,5-15 135,-8 3 0,-4-2 44,-5-14-89,-6 8-89,-8 13-181,-9 3-900,2 11 721,-7-3-1980,5 13 2429,6 2 0,2 1 0,1-1 0</inkml:trace>
  <inkml:trace contextRef="#ctx0" brushRef="#br3" timeOffset="4096.35">23510 5710 8342,'6'2'0,"-2"-1"0</inkml:trace>
  <inkml:trace contextRef="#ctx0" brushRef="#br3" timeOffset="4696.35">23626 5577 8522,'1'-9'1979,"0"-4"-1799,0 7 270,15-4-360,-4 8-180,24 3 0,-21 3 90,6 3-180,-17 7 180,-10-1-90,-6 11 0,-12 2 90,7-3 0,2-4 0,14-3-90,11-3-360,6 24 360,-12-12 90,-7 16-90,-26-18-449,2-4 539,0-2 0,16-11 0,5-2 0</inkml:trace>
  <inkml:trace contextRef="#ctx0" brushRef="#br3" timeOffset="5356.35">23890 5696 8792,'-3'-19'2069,"1"5"-1619,-1 1 179,-1 3-89,-6 5-540,-13 17-180,6 1 0,-1 10-90,14-2 0,4-10-89,1 7 89,5-8-90,8-4 360,-5-3-180,12-11 180,-10-4 180,2 0-90,1-10 0,-8 14 0,0 4-90,-11 30-45,-3 13 0,-3 5-45,3-7 0,-2 2 30,-1 0 0,-1 3 0,0-6 4,-2-5 1,0-5 100,1 0 0,-3-6 135,-29-14-270,8-18-540,13 2 1,0-2-1890,-3-12 2519,11 6 0,14-1 0,2 2 0</inkml:trace>
  <inkml:trace contextRef="#ctx0" brushRef="#br3" timeOffset="5936.35">23575 4721 11400,'-13'7'495,"-9"13"0,-2 5-495,-4 14 0,5-13 0,2 1-270,4 15-180,19-25-2827,36 13 3248,-9-17 1,-1-5 0,2-2 0,4-6 0</inkml:trace>
  <inkml:trace contextRef="#ctx0" brushRef="#br3" timeOffset="6776.35">23773 4857 9242,'5'-10'2698,"-3"-7"-2428,-2 10 0,-4-4 0,-10 12-180,0 3-180,-13 9-90,7 2 90,2-1-270,-1 10-90,12-9 180,2 8 1,20-16 179,3-8 90,6-9 90,-8-3-90,-7 4 90,3-1-90,-6 5 0,2-2 0,-5 21 0,1 6 0,5 15 90,25-19-90,-15-6 0,20-24 0,-26-2 0,2-6 0,-3-18-90,-7 16 0,-2-8-270,-4 19 270,2 7 90,9-1-90,4 6 90,6-1 0,2-1-90,0-1 90,-5 1 90,-5 13 45,-16 13 0,-5 4-135,3 3-239,-3 1 0,1-2 239,7-15-1529,6 15-810,3-16 2339,4 6 0,4-15 0,-1-3 0</inkml:trace>
  <inkml:trace contextRef="#ctx0" brushRef="#br3" timeOffset="6986.35">24404 4889 10951,'7'-3'209,"-10"1"1,-6 2 0</inkml:trace>
  <inkml:trace contextRef="#ctx0" brushRef="#br3" timeOffset="8886.34">22369 4596 8612,'-3'-9'540,"-1"9"-450,0 4 0,-1 8 90,-3 13-90,-2 21-90,2-10-315,6-2 0,3-3-135,6-11 90,4 11 360,7-20 0,-3-8 0,7 0 0</inkml:trace>
  <inkml:trace contextRef="#ctx0" brushRef="#br3" timeOffset="9106.34">22343 4755 8342,'22'-5'90,"0"0"-1529,20 1 1439,-19 1 0,17-2 0,-17 1 0</inkml:trace>
  <inkml:trace contextRef="#ctx0" brushRef="#br3" timeOffset="9686.34">22559 4836 8162,'2'10'900,"5"1"-810,3-8-90,2-1-90,6-10-180,1-12 180,0-12 0,-5 2 0,-8 1 0,-5 11 0,0 6 0,4 1 90,3 6 0,4 0 0,5 1 90,-5 6 0,-5 11-90,-5 7 90,-6 7-360,4 10-90,2-18-1079,5 9 1439,-2-21 0,0-3 0,-3-3 0</inkml:trace>
  <inkml:trace contextRef="#ctx0" brushRef="#br3" timeOffset="10386.34">22892 4795 7713,'1'-17'1978,"-11"11"-1978,3-1 0,-8 11-179,0 13-1,6-6-180,-7 13 270,12-13-90,5 0 90,9-10 90,0-3 0,1-3 0,-1-5 0,0-1 0,2 3 0,-5 7 0,-3 8 0,0 9 90,0 1-90,0-4-90,6 0 90,8-19 0,-6 3 0,14-15 90,-13 2 0,0 1 0,-3 2-90,-11 24 0,1-5 90,-5 24-270,3-5-630,0 1 810,3-6 0,1-14 0,-1-5 0</inkml:trace>
  <inkml:trace contextRef="#ctx0" brushRef="#br3" timeOffset="10596.34">22986 4591 7713,'-4'-10'89,"1"3"1,1 2 0,2 2 0</inkml:trace>
  <inkml:trace contextRef="#ctx0" brushRef="#br3" timeOffset="11116.34">23021 4814 7982,'10'-3'1260,"4"11"-990,-8 15-360,2-1 0,-8 10-90,-1-13 90,3-7 0,3-8 90,14-23 0,-6 4-45,3-3 0,0-2-45,3-2 90,4 3 0,-10 10 0,-8 14 0,-4 12 0,0-3 0,1 17-720,1-9-359,0-3 259,2-7 1,0-11 0,2-1 0</inkml:trace>
  <inkml:trace contextRef="#ctx0" brushRef="#br3" timeOffset="11296.34">23298 4891 8612,'-5'-5'0,"0"1"0</inkml:trace>
  <inkml:trace contextRef="#ctx0" brushRef="#br3" timeOffset="14156.34">24340 7601 7353,'14'-2'3276,"-5"-4"-1515,-19-2-1311,-30 13-450,5 1 60,3 13 0,-3 10 0,6-3-150,0 7 30,6-1 0,-1 7 0,10-5-480,22 14 270,-4-17 0,4-4 270,18-6 0,5-8 0,5-7 0,-7-6 0,-1 0 0</inkml:trace>
  <inkml:trace contextRef="#ctx0" brushRef="#br3" timeOffset="15036.34">24554 7813 10051,'-1'-23'1349,"-15"5"-1259,2 11-90,-15 14 0,-2 5 0,9-1-180,-8 11 1,1 3-1,16-6-90,-5 15-180,36-23 450,-8-5 0,31-21 0,-28 4 180,20-26-90,-19 21-90,5-3 0,-5 26 0,-4 9 45,0 11 0,-1 3-45,2 3 45,-1-2 0,3-1-3322,12-6 3252,-6-5 25,11-23 0,1-9 0,0-14 0,-9 5 0,2-5 0,-3-1-1135,-6-7 1,-4 0 1089,2 4 1,-3 1-46,-8-4 0,0 12 90,6 26 2268,1-12-2268,12 18 0,4 5 270,13-4-180,6 1 180,-21-1-90,-27 7-46,-2 5 1,-3 2-135,-3 8-315,-1 5 1,3 0-676,6-11-1978,-1 15 2968,7-30 0,1-8 0,-1-4 0</inkml:trace>
  <inkml:trace contextRef="#ctx0" brushRef="#br3" timeOffset="16116.34">24298 7401 9242,'-6'-8'1619,"-4"-5"-810,4 1-269,-6-12-90,-2-11-270,1 5 0,0-2-135,2 7 0,-1-3 22,-2-3 0,-3-7 1,-1-1-1,3 3-1160,0 1 1,2 2 0,-2-3 907,-1-5 0,-2-3 0,0-2 0,2 1 185,4 5 0,2-1 0,1 1 0,0 2 253,0-2 1,1 1 0,1-1-277,1 0 1,1-3 0,1 2-1,0 6 23,2 5 0,0 1-135,-1-20 1,-1 6-136,0 22 0,-2-5-360,-6 21 3347,5 8-3437,-5 5 180,7-1-1079,1 7 1259,4-7 91,0 5-181,3-5 540,-1-2 629,2 0 721,-4 0-1261,1 1 1,-8 6 0,-4 6-90,-1-1 0,-3 6 0,-1 1-90,1 2 45,-1 1 0,1 0 225,-1 1-270,10-21 0,4-4 0,15-23 0,9-13 90,8-5-45,-9 12 0,-1 0-45,5-2 180,4 15-90,3 30-90,3-5 45,-13 10 0,1 4-1684,1-5 1,0-1 1343,12 13 295,3-15 0,0-7 0,-9-13 0,-1 1 0,0 0 0</inkml:trace>
  <inkml:trace contextRef="#ctx0" brushRef="#br3" timeOffset="16786.34">22317 5820 8342,'23'7'764,"3"-2"1,-1-2-585,-6-1 270,22-1 0,7-1-226,-15-1 1,4 0-135,-2-1 0,5 0 0,1 0 0,-4 0-45,8 0 0,-1-1-15,5-1 0,3 0 0,-10 0-1001,-7-1 791,-3 0 0,-2 0 233,-11-4 0,-7 1 1,-3-2-1</inkml:trace>
  <inkml:trace contextRef="#ctx0" brushRef="#br3" timeOffset="31746.35">22942 3759 7443,'-20'-9'719,"3"2"-449,-13 11 0,-7 8-60,3 8 0,-1 5 0,1 2-150,3-4 0,1 1 0,2 2-30,-1 8 0,2 3 0,12-4-165,19-4 0,8-4-135,18 6-765,4-25 1,0-7 1034,-5-2 0,0-1 0,1-2 0,3-4 0</inkml:trace>
  <inkml:trace contextRef="#ctx0" brushRef="#br3" timeOffset="32236.35">23256 3752 8342,'8'-13'2879,"1"-3"-2250,-16 4-179,-15 7-360,-9 9 45,4 7 0,1 2-135,0 3 90,1 9 0,4 6-135,21-2 0,5 3-90,-2 11 0,2 2 90,6-10 0,1-2 0,-1-4 0,-7-4 0,-20-6 0,-8-4-585,-1-1 1,-2-1 44,-1-1 0,1-2 585,-10 2 0,31-9 0,5-2 0</inkml:trace>
  <inkml:trace contextRef="#ctx0" brushRef="#br3" timeOffset="32466.35">23379 4002 9422,'3'-11'1259,"10"0"-1349,20 11-180,-10-2 270,20 6 0,-33-5 0,5 0 0</inkml:trace>
  <inkml:trace contextRef="#ctx0" brushRef="#br3" timeOffset="32656.35">23398 4048 9152,'3'15'1349,"-2"-6"-1529,30 5-450,-6-10-1258,16 2 1888,-5-6 0,-1-2 0,-1-5 0</inkml:trace>
  <inkml:trace contextRef="#ctx0" brushRef="#br3" timeOffset="33336.35">24076 3786 9242,'1'-9'2248,"-6"8"-1708,-6 10-225,-10 13 0,-6 5-315,-8 7 0,-1 0 0,7-5 0,0 0-135,-9 6 0,6-7 135,19-18-360,-13 11 360,34-18 0,-9 1 0,31-11 0,-19 5 0,21-5 0,-17 7 0,10 0 0,-1 3 0,10-2 90,-2-3 90,5-6-90,-18 0 450,9-9-181,-13 9-89,5 10-90,-14 26-225,-4-1 0,1 2-2383,10 16 2428,6-11 0,8-33 0,0-13 0</inkml:trace>
  <inkml:trace contextRef="#ctx0" brushRef="#br3" timeOffset="33736.35">24584 3832 10681,'-5'-17'3238,"-28"30"-2968,-3 13-180,0 6 0,1 3-90,17-13 0,2 0-225,-9 14 0,4-2 135,9-8-360,20 17 360,18-44 90,5 7 90,-4-29 0,-6-13-45,-21 0 0,-4-2-180,11 3 0,-2 2 0,-13-1 1,-7 9-3143,-15 26 3129,18 3 0,-9 4 0,16-1 1</inkml:trace>
  <inkml:trace contextRef="#ctx0" brushRef="#br3" timeOffset="34116.35">24922 3670 10231,'2'-22'1979,"-1"8"-1709,-2-1 0,-10 15-3547,-14 10 2482,5 0 1385,-10 12-770,21-10-450,15 2 630,-2-10 90,21-15-90,-18-1-90,1-7-270,-8 11 2043,-4 2-1683,-4 12 0,1 2 0,-2 10 0</inkml:trace>
  <inkml:trace contextRef="#ctx0" brushRef="#br3" timeOffset="34386.35">25093 3823 9961,'16'-18'3276,"-4"6"-2954,-16 15-232,-8 11-180,-11 16 0,-3 5-1549,6-9 1,1 0 939,-6 9 0,-1 3-940,0 7 1,4-3 1320,5-7 1,1 3-1,4-2 1,9-12-1</inkml:trace>
  <inkml:trace contextRef="#ctx0" brushRef="#br3" timeOffset="34746.35">25071 4245 10231,'2'-11'2069,"-3"3"-1709,-7 10-90,-10 14-360,3 2-270,3 13 180,15-18 0,16 5 270,0-16 0,8-4 450,-6-18-360,-11 3-180,-8-8-450,-12 15-2827,-14 11 2702,10 4 0,-7 12 0,11-2 0</inkml:trace>
  <inkml:trace contextRef="#ctx0" brushRef="#br2" timeOffset="-138857.12">4178 8592 12207,'11'0'588,"-2"1"-176,-3-1 6,0 1 906,-1 0-739,1 0-380,0-2 185,3-1 47,0-1 123,6-3-32,-3 0 133,4-1-198,-3 1 168,21-8-238,1 2-159,2-2-130,7 0-119,-24 7 41,27-9-102,-27 10-137,18-5 199,-19 6-458,21-6 45,-12 4-199,8-3 40,-15 5-27,1 0-149,-2 2-2,-1 0 8,0 0 380,14-1-17,-17 3 34,20-2-12,-14 1 16,1 1 167,14-2 13,-12 2-85,6 0 184,-1-2-74,-2 1 149,9-3 99,2 1-91,-8-1 10,-1 0-89,-5 1 92,0 0 0,-1 1-13,-5 1 2,-1-1-7,5-1-3279,2 0 3180,-6-1 287,1-2-63,-15 3-22,10-5 2,-10 3-141,2-1 177,2-6 3133,-5 7-3208,3-5 121,4-10-308,-5 10 101,7-14 101,-4 2-152,-4 10 102,7-18-79,-8 23 102,3-15-103,-2 11 15,-1-4 3,2 2 6,-2 2 15,2-5 80,-3 5-96,0-2-12,-1-2-4,-1 6 86,-2-12-110,-4 6-65,-2 0-7,-11-7 52,3 10 46,-7-4 16,-2 4 58,7 7-72,-20-8 218,20 9-34,-12-4 18,15 4-55,-1 2-117,-1 0 76,8 1-34,-7-1-16,8 1-108,-2-1 88,-2-2-109,-1 0 6,-5-4 82,-16-5 97,6 4-89,-6-2-90,7 5 106,10 3-2,-7-1 17,5 1-3,-2-1 7,-1 1-86,2-1 87,-4-1-91,5 0 221,-4-3-20,10 2 51,-1-1-95,-1-5 110,-4-1 94,-2-1-73,-17-3 204,20 12-182,-15 0 108,19 6 142,-17 2 51,12 1-86,-9 1-15,7 2 68,-8 3-185,-6 6 20,6-3-96,-4 5-155,16-7-79,-17 15-60,18-14-99,-17 16-25,20-16-53,-24 18 64,23-16-26,-15 8 108,12-8 8,-10 4 254,-2 3-32,2-3 415,-11 14 131,18-15-386,0 1 1,-1 2 492,-5 8-139,-2 4-341,8-7-262,-1 7 137,9-12-725,-6 13-2754,0 2 1908,7-14 586,-6 25-70,10-25 382,-3 13-32,5-5-185,1-2 317,1 0 61,0-3 32,2-8 3289,0 0-3261,-1 2 105,1-2-113,-1-2 91,0-1-221,1-5-1275,0 3 1648,0-4 1,1-3 0,-1 0 0</inkml:trace>
  <inkml:trace contextRef="#ctx0" brushRef="#br3" timeOffset="-138357.12">4373 7969 8522,'-6'-15'450,"1"4"-90,2 3-90,1 3-91,-8 15-44,-1 15 0,-1 5-90,1-5 0,-1 2-45,-1 7 0,0 4 0,1-2-135,1-1 0,1-2-90,-1 3 1,1-1-316,-1 10-989,6-24 1529,5-7 0,0-11 0,1-1 0</inkml:trace>
  <inkml:trace contextRef="#ctx0" brushRef="#br3" timeOffset="-138057.12">4451 7930 7713,'6'-9'1169,"5"20"-989,-6 2 0,3 23-45,-8-2 0,-3 3-225,0 4 0,-1 1-45,1 0 0,-1-2-45,0-4 0,1-5-270,2-8 450,1-4 0,2-8 0,2-3 0</inkml:trace>
  <inkml:trace contextRef="#ctx0" brushRef="#br3" timeOffset="-137747.12">4658 7842 7623,'9'-22'539,"-2"11"-359,3-3 180,0 19-270,-5 0 270,3 24-91,-9 11 1,-3 3-225,3-11 0,-1 0-45,0 2 0,-2 3 0,1-5-45,1-5 0,-1-1-270,1 6 1,-1 0-226,1 13 540,2-15 0,1-3 0,2-2 0,4 1 0</inkml:trace>
  <inkml:trace contextRef="#ctx0" brushRef="#br3" timeOffset="-137467.12">4935 8005 7982,'10'-17'1380,"1"4"-989,2 9 6,0 12-327,1 7-33,-6 4-103,-6 3 146,-5 6 0,-1 2-39,1 1-104,-2 4 1,0 1-429,0 2-574,1 3 57,1-9 572,2-11 442,1-14 0,1-1 1,0-1-1</inkml:trace>
  <inkml:trace contextRef="#ctx0" brushRef="#br2" timeOffset="-137107.12">4155 8109 10488,'-12'-1'2020,"17"-5"-1202,17 1-367,17-2 1,7-1-675,-1 1 1,6 1 244,-12 1 0,7 0 0,3 0 1,3 0-1,-1 0 0,-1 1-365,-4 0 1,1 1 0,0 0-1,-1 0 1,1 1 0,0-1 132,2-1 1,0 1 0,1-1 0,-1 1 0,-1 0 0,-3 1-129,1 0 1,0 0 0,-3 1 0,-4 1-1,-7 0 1,-4 1 0,-6 0 0,1 3 0</inkml:trace>
  <inkml:trace contextRef="#ctx0" brushRef="#br3" timeOffset="-136757.12">4248 8180 61,'-13'3'-61,"1"0"3110,0 1-2337,5 1 661,2 1-1487,7-1 1368,23 1-1129,-1-3 0,3-2-80,0 0 0,2-1 1047,9-1 0,7-1 0,2 0-1187,-2-1 1,2-1-1,1 1 1,-1 0-486,-2 0 1,-1 1 0,1-1 0,0 1 289,3-1 0,1 0 1,-2 0-1,-5 1 309,3 1 1,-7 0 0,4-1 0,-11 0 0</inkml:trace>
  <inkml:trace contextRef="#ctx0" brushRef="#br3" timeOffset="-136497.12">4354 8359 7803,'43'-2'899,"-18"0"-809,8 0 0,9-2 0,-4 1-90,-12 1 0,2 0-94,11-2 0,9 0 1,2-1-1,-3 0-204,-4 1 0,-3 0 0,2 0 0,-3 0 0,3 0 0,-1-1 0,-3 1 0,-4 0 1,-1 0-1,1 1 0</inkml:trace>
  <inkml:trace contextRef="#ctx0" brushRef="#br2" timeOffset="-134867.12">4814 7796 13767,'0'0'0</inkml:trace>
  <inkml:trace contextRef="#ctx0" brushRef="#br2" timeOffset="-134077.12">4814 7796 12868,'4'-4'-1443,"-4"0"401,14 3 1056,-8 1-35,1 1-189,-2 0-3,-1 2 26,-1 0-470,-1 3 172,0 0 341,-4 1-110,0-1 44,-8 6 224,5-4 22,-8 4 140,8-7 14,-3 2 248,4-3-76,4 2-397,15 1 78,2 1-148,5 2 4,-14 1-135,-9-2 16,-22 3 208,10-6-128,-14 2 232,15-3 0,-4 0 0,2 0 0</inkml:trace>
  <inkml:trace contextRef="#ctx0" brushRef="#br3" timeOffset="-131907.12">5120 13544 7263,'-1'13'540,"-1"5"-451,1-5 1,-2 6 90,0 8-90,-1 5 0,0 6-90,2-12 0,0-1-360,2 14 181,-1-1-721,3-11 900,0-16 0,0-2 0,0-1 0</inkml:trace>
  <inkml:trace contextRef="#ctx0" brushRef="#br2" timeOffset="-130757.11">6034 9827 10969,'-7'-10'-128,"-1"-5"474,21-4 477,1 3-268,8 4 0,4 3 149,12 1-473,-10 4 1,1 0 46,14 1-71,-12 3 0,-1 1 225,11 4-163,-20 14 1,-8 4-586,-22 12 216,-9-6 0,-8 3 1,-3-1-57,0-6 1,-3-1-1,1 0 173,2 3 0,0 0 0,3-2-11,-6 3 0,15-4-63,46 12-289,19-23 324,-13-5 0,4-1-816,-5-4 0,2 0 0,-4-2 681,-4 1 0,-2-1 280,11 0 0,-4-1 0,-15-2 0,2-1 0</inkml:trace>
  <inkml:trace contextRef="#ctx0" brushRef="#br2" timeOffset="-128027.11">5076 7986 12697,'-7'4'378,"-5"12"-618,5-5 28,-3 7-5,-7 4 88,5-5 13,-4 3 106,7-7-68,5-8-30,3 0-145,9-3 260,2-1 37,3-2 69,7-1 11,-10 1-31,14 2-30,-10 1-57,2-1 169,-6 1-228,3-4 200,-4 1-39,7-4-11,-7-1-24,2-2 108,2-4-105,-6 4-191,0 0 24,-3 17-533,-4-3 63,-5 33-234,-1-12 698,2-1 1,0 1-1,1 2 1,4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29:47.6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12728 6313 11221,'8'-19'2698,"0"28"-2518,-11 10-180,2 12 90,-3 0 0,6-9-90,7-1 135,20-19 0,12-10-68,-7-3 1,5-3-1,3-4 1,2-2-392,-9 3 0,3-1 0,1-2 0,1-1 0,1 0 0,0-1 0,-1 0 349,3 0 1,0-2 0,0 1 0,0-1-1,1 0 1,0-1 0,0 0-15,-3 1 0,1-1 0,1 0 1,-1 0-1,0-1 0,-1 1 1,-1 1-1,-2 1-328,1-1 1,-1 0-1,-1 2 1,-1 0-1,-1 0 1,-1 2 1,8-6 0,0 2 0,-4 1 0,-3 3-180,5-3 1,-6 5-2783,-2 6 2769,-15 12 1,5 5-1,1 1 1</inkml:trace>
  <inkml:trace contextRef="#ctx0" brushRef="#br0" timeOffset="817">21350 6038 11580,'1'-30'1979,"1"5"-1169,3 8-181,0 7-539,8 5 180,-3 10-90,5 10-180,-6-1 180,-2 11-90,-4 4-90,0-5 90,-1 7-90,4-8 0,2-6 90,21-6-90,-4-15 0,1-5 0,6-6 0,2-3 18,-2 1 0,4-3 0,0-2 0,1 1 0,-2 1-436,2-1 0,-2 2 0,1-1 0,2-1 418,-3 1 0,3-1 0,1-2 0,0 0 0,0 1 0,-1 1 0,3-2 0,1 1 0,-2 0 0,0 1 0,-2 0-171,1 1 1,-3 1 0,0 0 0,2-1 8,-2 0 0,3 0 0,-1-1 1,-2 2-1,-6 3 162,4-1 0,-7 5 0,3 2 0,-19 15 0</inkml:trace>
  <inkml:trace contextRef="#ctx0" brushRef="#br0" timeOffset="5751">14125 7401 10681,'-15'-9'2249,"2"4"-91,3 0-1888,20 5 360,21 0-360,9 2-647,0-2 1,9-1 0,6 0 451,-17 0 0,3-1 0,2 1 0,3-1 0,0 0 0,2 1-353,-2-1 1,2 1 0,1-1-1,2 1 1,0-1 0,0 1-1,-2-1 1,-1 1 277,0-1 0,0 1 0,-2-1 0,0 1 0,0-1 0,0 1 0,0 0-64,0-1 0,2 1 0,0 0 0,-1-1 0,-1 1 0,-3 0 0,-4 0 131,4 0 1,-3 0-1,-3 1 1,-2-1-38,2 0 0,-2 1 0,1-1 59,4 0 1,0 0 0,-8 0 540,0-2-450,1-1-571,-16-1-2038,-3 0-848,12 1 0,1 0 3245,11 0 0,7-3 0,-20 3 1,0 0-1</inkml:trace>
  <inkml:trace contextRef="#ctx0" brushRef="#br0" timeOffset="6583">22591 7395 11490,'-13'0'1260,"0"0"-451,-2 0 181,2 0 449,1 1-1259,23-2-90,20 0 0,11-1-45,-7 1 0,5-1 0,3 0 0,3 0-504,-8 0 0,5 1 0,1-1 0,2 1 0,0-1 0,-2 0 0,-2 1 459,4-1 0,-1 0 0,-2 1 0,2-1 0,3 0 12,-3 1 1,3-1 0,2 1 0,0-1 0,-1 0 0,-2 1 0,-4 0-156,8-1 1,-4 1 0,-2-1 0,1 1 119,1 0 1,1 0-1,-2 0 1,-1-1-728,7 1 1,-1 0-1,-16-2-2527,-19-5 2457,-9 3 1,-53-3 0,15 5 0</inkml:trace>
  <inkml:trace contextRef="#ctx0" brushRef="#br0" timeOffset="19833">20208 2807 8612,'24'-20'959,"-1"-1"1,-1 3-1,-2 3-869,-1 5 90,-1 3 180,22-1-180,1 5-90,8-2-45,-20 8 0,-1 4 135,7 22-90,-17 12 0,-5 5-90,-4-13 0,-5 1-43,-6 2 1,-4 5-1,-2-1 73,-2 2 0,-1-1 0,0-1 0,3-6 0,0-1 0,2 2-30,-1 10 0,2 1 0,5-5-45,7-6 0,7-6-315,13-3 0,5-6 1,12-1-181,-7-15 0,0-4 540,-5-7 0,-2-3 0,1 1 0,-1-1 0,5-5 0,0 0 0</inkml:trace>
  <inkml:trace contextRef="#ctx0" brushRef="#br0" timeOffset="20917">21125 3203 10951,'-15'2'2248,"-13"14"-2158,-5 6 0,5 0 0,-1 4 0,5-2 0,2 2 0,2 4 0,3 2-90,4-3 0,8-1 90,29 15-90,11-21 0,0-8 0,9-17 0,-4-19 0,-21 4 0,-3-1 0,12-16 0,-28-7-90,-21 9 90,-3 3 0,-1 2-90,4 9 0,11 10-90,9-4 90,15 4 45,8 2 0,6 2 0,1 0 0,1 0 45,-1 0 0,-1 1 0,5-2 0,-1 0 0,11-3 45,-18 3 0,-1 0 135,13-4-180,-14 1 90,-6 14-90,9 11 0,-6 3 0,2 3-45,1 1 0,1 2-45,2 2 0,-2 1 45,-9-1 0,-3-1 45,0 7 0,-27 4-45,-12-19 1,-6-3 44,8-2 0,-1 0-45,-13 4 0,3-1-135,7-4 180,30-7 0,29-13-90,7-1 90,5-5 0,3-5 0,-8 1 0,0-1-120,5 0 0,-1-2 165,2-6 0,-5 1 0,-17 8 0,-3 1 0,3-1 0,-3 1 135,4-19-90,-18 16-90,0 0 180,-9 0-90,2 14-90,10 12 0,12 18 0,3 3 329,10 10-329,-8 0 0,-8-10 0,-9 20 0,-32-18 0,4-1-315,-2-10 1,-3-4-2963,-20 4 2724,10-2 1,1-6-1,27-8 1</inkml:trace>
  <inkml:trace contextRef="#ctx0" brushRef="#br0" timeOffset="21384">22753 3231 11490,'5'-4'1530,"-1"2"-1171,34 11-179,-10 1 0,4 2-135,8 4 0,3 1-585,3 1 1,-2-1-991,-9-2 1,-4-2 1529,6 1 0,-19-8 0,-11-4 0</inkml:trace>
  <inkml:trace contextRef="#ctx0" brushRef="#br0" timeOffset="21567">23168 3290 10681,'-9'-32'1709,"0"7"-1529,-18 21 90,-19 21-180,3 6-45,5 2 0,1 2-855,12-3 0,2-1 810,-1 4 0,2-1 0,-2 18 0,21-16 0</inkml:trace>
  <inkml:trace contextRef="#ctx0" brushRef="#br0" timeOffset="21867">23866 2936 11311,'7'-13'1349,"-14"18"-720,-12 30-494,4-4 0,0 5-45,3-5 0,1 2 0,1-2-45,0 3 0,1 0 0,-1 4 0,4 1-765,6-6 1,3 0-920,1-6 1,2 0 1286,-2 4 0,4-4 0,17 1 0,-6-14 0</inkml:trace>
  <inkml:trace contextRef="#ctx0" brushRef="#br0" timeOffset="22289">24300 3132 12660,'-21'15'1529,"-9"15"-1349,10-5 0,-1 2-45,1 3 0,1 1-46,-1 7 1,3 0-90,4 5 0,13 6-90,31-19 90,-6-9-45,-2-8 1,4-3 44,13-11 0,3-6-45,-7 1 0,2-5 45,-7-5 0,3-5 0,0-2 0,-6 2 0,-1-1 0,-4-3 30,-2-5 0,-3-4 0,-10 2 14,-22-2 1,-7 4-45,10 7 0,-2 1 45,-21-10 0,-5 8-360,5 18 1,-1 6-451,-4-1 1,-2 3 764,0 6 0,2 4 0,-4 8 0,14 3 0</inkml:trace>
  <inkml:trace contextRef="#ctx0" brushRef="#br0" timeOffset="22666">24692 2759 11311,'-27'-2'1529,"-1"0"-360,3 2 90,3 1-1169,30-1-180,15-2-675,4-1 1,3 0-875,-4-3 1,-2 0 905,16-4 1,-16-4 0,-15 4 0</inkml:trace>
  <inkml:trace contextRef="#ctx0" brushRef="#br0" timeOffset="23283">25167 2455 11580,'-1'-14'1799,"-2"2"-1529,-4 3-90,-4 4 0,-17 14-90,5 5-90,-7 3-90,13 6-180,13-7 270,-1 1-180,10-1 0,3-9 180,4 1-90,8-8 90,0-6 0,6-8 90,-9-2 0,-3-1 0,-7 7 0,-15 34-90,-5 15 0,5-16 0,-1 3 45,0 8 0,2 1-45,4-10 0,1 1 45,-2 9 0,1-1-45,-1 9 0,-7-3-540,-32-19-180,18-13 1,-4-3 719,-13 0 0,-2-4 0,9-4 0,2-3 0,0-2 0,-1 1 0</inkml:trace>
  <inkml:trace contextRef="#ctx0" brushRef="#br0" timeOffset="23900">22857 2906 11311,'-16'-15'1079,"5"5"-629,-10 0-46,-9 11 1,-5 6-285,3 3 0,-2 3 0,-2 3-418,3 0 1,-3 3-1,0 2 1,0 2 0,2 0 342,-4 7 0,1 1 0,3 2 0,3 4-9,9-2 0,2 3 0,3 2 0,2-1 0,4-3-7,1 3 1,5-1 0,8-1-8,7-3 1,7 0 0,5-1-1,5-4-4,5-7 0,5-4 0,4-2 0,0-1 0,-1-1 4,3 2 1,-2-1 0,2-1-1,3-1-7,-6-3 0,3 1 0,1 0 0,0-3 0,-1-1 0,-2-5 30,10-4 0,-2-6 0,-1-2 0,-5 0-45,-1 1 0,-4 0 0,0-6 22,-2-6 1,2-5-1,-4-3 1,-8-1-855,-9-7 1,-9-3 0,1 0 831,3 2 0,1-1 0,-5 0 0,-7-2 0,-4 1 0,-8 0-186,-7 6 0,-7-1 1,-5 2-1,-2 3 141,-4 0 0,-3 4 0,-4 1 0,-4 0-200,7 5 1,-3 0 0,-3 1 0,-1 0 0,-1 1 0,0 3 0,1 2-225,2 4 1,0 2 0,0 2 0,0 1 0,-1 2 0,1 0 0,1 1 322,-1 1 0,0 1 0,0 0 0,1 2 1,0 0-1,2 2 0,1 1 0,-6 4 1,2 2-1,1 1 0,3 1 0,0 0 1,3 2-1,0 0 0,0 0 0,0 0 1</inkml:trace>
  <inkml:trace contextRef="#ctx0" brushRef="#br0" timeOffset="28083">16247 2989 8432,'-5'-20'2609,"0"2"-1980,-1-3 91,3 4-450,12 2-90,15 5 0,7 2-135,13 0 0,7 1-234,-11 2 0,4 0 0,2 1 1,-3 0 68,5 0 0,-1 0 0,0 0-300,4 0 0,1 0 1,-9 1 419,-10 2 0,-8-3 0,-12-3 0,-35 0 0</inkml:trace>
  <inkml:trace contextRef="#ctx0" brushRef="#br0" timeOffset="28300">16507 2835 10231,'-2'33'900,"1"-8"-721,6 12 1,3 5-45,-3-5 0,1 3-538,0 5 1,0 4 0,1-2 12,-2-10 1,1-3-1,-1-1-330,0 12 1,1-5 719,2-14 0,0-4 0,3 0 0,6 5 0</inkml:trace>
  <inkml:trace contextRef="#ctx0" brushRef="#br0" timeOffset="28867">17040 3501 10771,'3'7'1349,"17"-2"-1079,8-9-270,4-1 90,-1-9 0,-2-1 0,-4-2-90,4-4 0,-3-5 0,-12-3 0,-4-2 0,-1 5 0,-3-2-45,-11-18 0,-8 2 45,-4 10 0,0 11 0,-2 5-90,4 11 0,-21 8 90,16 0 0,-17 12-90,46 16 90,23-1 0,4-6 0,7-4 0,-1-6 0,3-3 0,-10-2 0,1-2 0,-3 0 0,-5-1 0,-2-1-45,5 0 0,-3 1 135,-2 8-90,1 8 0,-6 18 0,-7 3-180,-5-15 0,2-1-629,12 10-2468,18-7 3212,-11-18 1,-5-9 0,1-2 0,12-4 0</inkml:trace>
  <inkml:trace contextRef="#ctx0" brushRef="#br0" timeOffset="29484">18243 3338 10141,'-16'-11'2069,"-14"3"-1439,-8 4-406,8 7 1,0 2-135,-6 2 0,11 1 0,1 3 180,-12 22-180,8-3-90,2 4-90,25-8 0,15-13 0,25-3 90,9-14-45,-15-6 0,-1-5 45,-6-3 0,-3-1 0,-3-1 0,-3 1-90,3-14 90,-8 32 0,-5 11 0,0 12 0,13 9-90,2-13 135,-1-5 0,3-4-45,26-5 0,-7-6 0,-13-8 0,-1-3 0,10-14 0,1-1 0,-20 7 0,-5-1 0,-5 4 0,-5 4-90,-8 53 90,-6-11-45,10 5 0,5-1-764,13-5-1080,3-3 1889,12-23 0,-21-18 0,4-13 0</inkml:trace>
  <inkml:trace contextRef="#ctx0" brushRef="#br0" timeOffset="29683">18441 2821 9332,'20'17'-270,"-7"-6"-1079,3 6 1349,-9-6 0,2 6 0,-3 0 0</inkml:trace>
  <inkml:trace contextRef="#ctx0" brushRef="#br0" timeOffset="30183">18931 3246 9691,'7'-6'2429,"1"0"-1799,0 6-270,4 10-91,6 25-179,-5-7-90,-1 19-180,-7 0 1,-3-12-1,2 6 180,2-35-90,13-33 0,-1 1 90,-3 1 0,2-3-45,3 0 0,0 2 45,-2 5 0,2 3-45,7-4 0,1 7 45,14 21 0,-17 8 0,-3 5 0,-4 1 0,-3 1 0,1 1 0,-3 0-90,2 12-990,4-9-2197,4-11 3129,-1-4 1,7-15-1,-8-3 1</inkml:trace>
  <inkml:trace contextRef="#ctx0" brushRef="#br0" timeOffset="30366">19895 3200 12660,'18'0'-68,"-8"2"1,-8 11-1,-10 2 1</inkml:trace>
  <inkml:trace contextRef="#ctx0" brushRef="#br0" timeOffset="30933">16761 4019 10861,'5'-20'629,"6"-1"-179,-1 12-270,13 5 90,1 13-180,0 3 0,-1 6 90,9 17-90,-7-2-30,-4-6 0,4 5 0,-2-3-60,-2-1 0,1-1-30,2-1 0,3 2 0,-3-6 30,13 5-45,-13-17 0,3-5 45,19-15 0,2-8 0,-12 5 0,0-4 0,-3-3 0,5-6 0,-1-2 0,-7 3-90,1-4 0,-6-1 90,-3 2 0,0-3 0,-5 6 0,-4 1 0,-7 10 0</inkml:trace>
  <inkml:trace contextRef="#ctx0" brushRef="#br0" timeOffset="31617">18204 4201 10861,'-20'-9'1079,"-19"-2"-899,20 6 90,-7 1 0,-1 0 180,-18 8-361,-1-2 46,13 7 0,0 4-90,10 1 0,1 2-45,0-3 0,0 1-135,1 7 0,6 2-404,9 8 449,-1-2-360,27-3 180,14-25 180,0 1-45,-6-8 0,0-4 45,-6-3 0,-1-3 45,1-2 1,0-1-226,10-16 270,-20 22-90,1 21 90,2 10-90,22-2 90,11-15 45,0-10 0,1-5-187,-17 5 0,-1-2 142,1-2 0,2-2 0,-3-3 60,-5-5 0,-2-3 0,-2-1 75,2-5 0,-2-1-75,-3 2 0,-1-2 0,-6 4 120,-9-11-90,-24 40-45,10 19 0,0 7-45,-3-4 0,1 4 45,2 19 0,7 1 0,7-17 0,4-2-45,5 15 0,6-2-45,11-10 0,3-5-45,-7-6 0,0-4-90,3-5 0,1-4-1169,13-7 1349,-8-5 0,1-3 0,-5 1 0,0-1 0,9-5 0,0-1 0</inkml:trace>
  <inkml:trace contextRef="#ctx0" brushRef="#br0" timeOffset="31783">19302 4094 10771,'11'10'1079,"-2"-2"-899,-4 2-180,4 0 0,-5-3 0,2 3 0</inkml:trace>
  <inkml:trace contextRef="#ctx0" brushRef="#br0" timeOffset="37417">24193 9041 8522,'13'0'3276,"-3"1"-1785,-4 2-1311,-3 2 180,0 15 0,1 27-270,-1-7 0,1 4 0,1 4-225,-3-12 0,0-1-225,2 9 0,1 1-585,-1-4 1,0-2-2333,3 8 3084,-1-14 1,-2-17-1,-1-8 1</inkml:trace>
  <inkml:trace contextRef="#ctx0" brushRef="#br0" timeOffset="37867">24462 9264 10591,'0'-9'1799,"0"0"-1799,-6 13 90,3 1 0,-5 10 0,5 5 0,-3 14-90,5-6 0,4 2 0,4 1-90,16 8-45,-1-8 0,4-2 90,-1-10 0,2-4 0,7-3 0,1-6 0,-7-8 0,-2-7 0,-4-12 0,-7-7 45,-11-6 0,-11-4 0,-6 6 0,-6-1 0,-2 2 0,-10-6 0,-4 4-60,7 12 0,-2 2 0,1 6-480,-4 6 1,2 6-2699,-15 7 3238,17 8 0,21-1 0,8-5 0</inkml:trace>
  <inkml:trace contextRef="#ctx0" brushRef="#br0" timeOffset="38150">24705 8987 10051,'0'-11'900,"10"0"-900,-2 5 90,13-2-450,-4 1-450,8-2 810,7-3 0,-3 0 0,3-2 0</inkml:trace>
  <inkml:trace contextRef="#ctx0" brushRef="#br0" timeOffset="38683">24879 8634 9422,'-3'-9'180,"2"1"-1,8 2 1,3-1 0,20-1-180,-12 3 90,18-1 0,-12 3 0,-2 1-90,1 1 0,-13 10 90,-10 3-90,-6 12 0,-1-1 0,2-1 0,21 3 90,9 0-90,11 7 90,-9-1 0,-28 7 0,-8-17-45,-9-5 0,-6 0-45,-3 0 0,-1-1-315,3-1 0,-1 0 315,-2 2 0,3 0 0,11 0 0,15-5 0</inkml:trace>
  <inkml:trace contextRef="#ctx0" brushRef="#br0" timeOffset="39084">25328 8706 9691,'5'-12'2429,"-2"1"-1529,-1 6-810,-7 8 179,-3 13-89,-3 11-180,1 12-180,12-6 0,8-5 91,17-17-1,0-16 90,-2-7 0,-21 4 0</inkml:trace>
  <inkml:trace contextRef="#ctx0" brushRef="#br0" timeOffset="39084">25399 8723 12987,'-2'-10'-12,"-15"-14"-33,-4 4-1664,-24-2 1709,18 12 0,0 2 0,1 4 0,1 3 0,-14 8 0</inkml:trace>
  <inkml:trace contextRef="#ctx0" brushRef="#br0" timeOffset="49900">12260 9493 8522,'22'-10'2249,"-3"1"-1709,-13 6-361,5 3 361,7 8-450,-6-2 90,7 12 90,-8 10-180,-3-6 0,1 21 0,-4 2-90,-2-12 45,0-5 0,2-1 45,11 5 0,13-6 89,12-26 1,3-8-135,-16 2 0,0-4-201,8-5 1,3-3-1,-1-4 216,-1-4 0,-1-3 0,-1 1-15,2 1 0,1-2-23,-10 5 1,2-4-1,0 1 1,-5 4-158,-3-1 0,-3 3-540,6-4 1,1 3 674,16 0 0,-18 23 0,1 12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8:00.18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15743 11702 7623,'4'-10'2338,"1"-5"-1438,-3 5-91,2-3-539,-6 27-180,-2 10 0,1 6-45,1 4 0,3 3-90,2 5 0,6-2 90,7-18 0,3-5-135,12-1 90,3-30 0,0-12 45,-14 3 0,-2-1-90,8-4 0,-2 1 45,1-12-90,-21 60 90,-7 8 0,-4 9 0,0 3 0,1-5 0,-1 1 0,0 2 0,0 0 0,-1 4 0,0 1 0,-1-1 0,-1-3 30,0 6 0,-2-3 0,-4-10 60,-12-10 0,-5-11 90,-11-20 0,-2-11-90,2-4 0,8-7-45,10-12 0,18-3-465,25 17 0,13 2 0,2 1 420,3-1 0,2 2 0,1 3 0,3 1 0,0 3 0,-3 2 0,-1 1 0,-1-1 0</inkml:trace>
  <inkml:trace contextRef="#ctx0" brushRef="#br1" timeOffset="1639">15917 11418 11075,'11'-19'-138,"-3"7"23,3-9 319,-8 14 210,4-7-270,-10 9 10,-25 20 7,2 2 0,-1 3-184,-3 1 0,-2 1 39,-9 9 0,2-2 232,-1-2-195,2 0-1,21-16 9,25-18 65,6-5-132,4-3 1,4-3 0,12-11 1,0 0 0,-12 11 1,0 0 0,16-13 1,-4 2-6,-13 13 0,12-9 1,-20 17 22,1 1-103,4 13-85,5 17-48,6 10 109,-7-10 0,1 0-288,15 9 115,-15-17 1,0-2-2068,23-2 1280,-15-6 1059,6-3 1,-8-3-1,1-2 1</inkml:trace>
  <inkml:trace contextRef="#ctx0" brushRef="#br0" timeOffset="2738">18539 12057 10501,'15'0'1079,"-3"0"-359,7 0-540,-8 0 179,15 0 1,8-1-135,5-2 0,3 0-315,1 0 0,0 0-315,4-2 1,-4 0-766,-6 0-2107,-6 0 2972,-17 3 0,1 0 0,-8 2 0</inkml:trace>
  <inkml:trace contextRef="#ctx0" brushRef="#br0" timeOffset="3855">22132 11545 9691,'-4'-15'1080,"1"3"-451,1 3-449,-3 25 0,1-3-90,-3 22 0,5 2-90,3-14 90,8 21 0,4-27-90,5 4 90,10-17-90,-13-5 90,20-17-90,-23 9 0,19-15 0,-21 15-90,5-3 90,-5 17 0,-6 2 0,-2 16 0,-2 4 0,-2 5 0,-1 2 0,0 7 0,0-2-45,1-5 0,0 0 45,0 1 0,0 2 0,0-1 0,2 5 0,0-3-1639,0-3 1,1-3 1523,-1 15 205,0-17-90,-13-34 0,-24-28 0,9 9 0,0-5 0,0-2 0,1-2 0,-3-5-90,11 4-450,34-3 360,-5 12-315,10 4 1,4 1-2783,9-3 2674,0-1 1,-2-2 0,-14 7 0</inkml:trace>
  <inkml:trace contextRef="#ctx0" brushRef="#br2" timeOffset="81473.08">15662 15636 25367,'7'-9'-914,"-1"2"1064,-2 3 232,-1 1-292,1 8-1243,-3 0-230,-3 26 601,-2 12-810,2-2 567,6-4-359,44-39 2070,-10-7-916,-6-6 1,11-7 0,4-5 0,-1 1 0,-8 3 25,-6 3 0,-5 1 0,4-1 0,2-2 0,5-2 0,0-2 0,-2 2 1,-9 4-1,-7 1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30:51.40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9483 2960 9602,'-21'-6'2158,"-1"1"-1258,7 2-900,21 2 270,32-1-270,1 2 45,-6-1 0,2-2 0,-5 1 0,-1-1-45,16-3-945,-10 3 1,-14 0-2333,-38 0 3194,15 0 1,-20 3 0,-8 2 0,-5 1 0</inkml:trace>
  <inkml:trace contextRef="#ctx0" brushRef="#br0" timeOffset="316">9476 2990 9691,'3'7'1620,"-1"1"-1441,1 2 1,-1 2 270,9 35-315,-6-19 0,0 4-75,2 4 0,0 4 0,1-3-60,-2 1 0,1-1 30,-1-2 0,1 2 0,-2-7 60,2 5-45,-2-3 0,-1 0-45,0 3-90,1 1-540,-5-6-539,-6-15 1169,-14-1 0,-9-6 0,-11-6 0</inkml:trace>
  <inkml:trace contextRef="#ctx0" brushRef="#br0" timeOffset="516">9195 3660 9602,'-10'2'179,"0"-1"451,2 1-540,11 3 180,24-2-180,-2 0-90,6-3 0,4-2-585,-6 0 0,0-1-220,0 0 1,0 0 804,6-2 0,-2-1 0,7-5 0,-14 4 0,-1 0 0</inkml:trace>
  <inkml:trace contextRef="#ctx0" brushRef="#br0" timeOffset="999">10135 3332 10501,'-24'-16'1889,"-9"2"-1619,1 10-90,7 10 0,1 3-90,-6 4-46,9 2 1,2 5 90,5 7 0,3 2-90,5-3 0,3 2 0,5 14 0,6-1-45,7-14 0,4-4 0,-2-2 0,2-3 0,5-4 0,3-4 0,1-6 0,2-5 45,15-5 0,0-4-45,-8 2 0,-2-3 0,6-10 0,-6-8 0,-16-4 0,-6-3 45,-2 10 0,-4-1-45,-3-15 0,-12 0 45,-19 12 0,-5 5-45,12 5 0,-3 1 0,-7 4 0,-7 2 0,1 5-135,-9 8 0,-1 7-195,12-3 0,0 0 1,0 3-764,-1 2 1,-1 3 0,6 0 436,4-1 1,4 2-1,-10 15 1,24-12 0</inkml:trace>
  <inkml:trace contextRef="#ctx0" brushRef="#br0" timeOffset="1566">10602 3279 11131,'-7'-14'1709,"2"3"-990,0 4-449,3 30-180,3 6-45,2 4 0,3 5 0,1-3 0,3 0 0,0 1 0,2-2-45,5-1 0,3-4 0,-2-9 0,1-4 0,14 9 90,15-13-90,0-15 0,-1-1 0,-17-6 0,3-5 0,-4-1 0,-2-8 0,-2-4 0,-1-1 0,1-3 0,-6 0-1003,-6-10 1,-8 2 1002,-2 6 0,-5 3 0,-11-8 0,1 16-90,-4 1 0,3 4-1709,-13 1-809,9 18 2608,-6 3 0,1 10 0,5 0 0</inkml:trace>
  <inkml:trace contextRef="#ctx0" brushRef="#br0" timeOffset="2116">8918 3927 11131,'-40'4'89,"0"-1"1,11-1 0,2 0 360,-14 3 90,21-3 359,5 7-269,25-1-315,29 0 0,17-1-226,-15-3 1,3-2 0,4 0 0,6 0-437,-15-1 0,4 0 0,3 0 0,2 0 1,2-1-1,1 0 0,0 0 0,1 0 0,0 0 369,-6-1 1,0 0-1,2 1 1,0-2-1,1 1 1,0 0-1,1-1 1,-1 1 0,1-1-1,0 0 1,0 1-1,-1-1-190,-2 1 0,0-1 1,0 1-1,0 0 1,1-1-1,-1 1 1,1-1-1,-1 0 1,1 1-1,-1-1 1,1 0-1,0 0 1,0 0 173,1 0 1,1 0 0,1 0 0,1-1 0,-1 1 0,1-1 0,-1 1 0,-1-1 0,0 1 0,-1-1 0,-2 1 0,-1 0 0,-2 0-69,9-1 0,-3 1 1,-1-1-1,-2 1 1,0 0-1,-2 0 1,0 0-1,-1 0 137,8-1 0,0 1 0,-2 0 0,-1-1 0,-4 1 0,-4 0-735,11 0 1,-6 0-1,-12 1-1948,-7 2 3069,-27-1 1,-29 1-1,0-4 1</inkml:trace>
  <inkml:trace contextRef="#ctx0" brushRef="#br0" timeOffset="55255">21786 11379 9242,'6'-18'3276,"-14"8"-1605,-35 20-1581,8 1-45,5 0 0,0 2 45,-12 12-45,13-3 0,2 1-45,-9 10 45,16-9 0,6 1-135,9 19 90,4-12-90,15 14 90,15-19-90,-7-8 90,15 1 0,-12-16 0,-2-1 0,2-5 0,-6-10 0,-9 4 0,0-6-90,-13 3 0,0 2-450,-3-3 360,6 5-90,12-4 91,13 2-1,23-3 180,-13 3-90,4 0-90,-18 9 180,-12 4-90,-19 26 90,-17 5 0,-2 4-90,4 3-450,21-16-809,13 7 1349,16-14 0,11-9 0,4-10 0</inkml:trace>
  <inkml:trace contextRef="#ctx0" brushRef="#br0" timeOffset="55552">22286 11450 10141,'-16'-5'900,"1"2"179,2 0-719,42-1-180,-4 0 0,4 0-180,13-1 0,1 1-90,-8-1 0,-1 0-315,-1 1 0,-2 0 405,2 0 0,-5 0 0,-10 3 0</inkml:trace>
  <inkml:trace contextRef="#ctx0" brushRef="#br0" timeOffset="55800">22532 11418 10141,'-15'0'1529,"4"1"-899,-5 10-450,7-2 0,-5 7 90,1 5 89,-6 16-269,3-6-90,3 3 0,3 2-719,2 11-900,4-11 0,2-1-270,4 4 1889,2-9 0,-2-16 0,0-1 0</inkml:trace>
  <inkml:trace contextRef="#ctx0" brushRef="#br0" timeOffset="56467">15743 11661 10771,'1'-12'1259,"12"17"-989,-7 18-180,-3 12 0,-1 4-45,-3-13 0,-2 1-45,-4 18 0,-3 1-450,0-6 0,0-3-225,3-9 1,1 0 674,-3 9 0,3-5 0,5-9 0,1-1 0</inkml:trace>
  <inkml:trace contextRef="#ctx0" brushRef="#br0" timeOffset="56816">15530 11680 10321,'34'-13'1079,"-3"2"-2172,0 5 1,8 0 0,-5 1 125,-7 2 1,-1 0 1026,8 0 0,4 0 0,-4 2-12,1 5 0,-4 1-48,15 2 303,-19-1 0,-5 1-393,-11 1 52,-32 23 38,-15-3 0,6-9 0,-6 2 0,2-2-135,-3-1 0,1-1-1504,-7 4 1,6-1 1377,17-4 1,22 0 0,16-8 0</inkml:trace>
  <inkml:trace contextRef="#ctx0" brushRef="#br0" timeOffset="57334">16015 12057 10591,'-11'3'989,"4"1"-719,10 0-90,10-1-180,5-3 90,5-3 90,13-18-180,-10-3 0,-6-1 0,-3-1 90,-4-14-90,-4 3 0,-10 11-90,-4 17 180,-3 2-180,7 12 90,14 9-90,15-2 90,0-1-90,12-1 90,-20-1-90,5 11 90,-19 3 90,-13 19-180,0-14-180,0 9-2338,17-10 989,-1-9 1619,7 4 0,3-13 0,2 1 0</inkml:trace>
  <inkml:trace contextRef="#ctx0" brushRef="#br0" timeOffset="57750">16653 12095 10861,'-8'-4'1889,"13"-1"-1529,22-2-181,9-4-89,-10 3 0,-1-2 0,6-11-90,-15-8 90,-22 9-90,-6 5 0,-31 20 0,19 9 0,-1 6 0,0 2 0,-1 4 0,3 2 0,-5 12 0,7 3-765,13-9 1,5 2 0,3-3 764,4-4 0,6-4-15,14 2 1,8-5-391,10-11 1,3-5 134,-14 0 0,1-2-823,11-4 1,5-2 0,-7-2 545,-16-1 1,-1-1 0,19-5 0,-1-1 0,3-7 0</inkml:trace>
  <inkml:trace contextRef="#ctx0" brushRef="#br0" timeOffset="57983">17939 12232 12300,'-18'1'-3277,"9"1"2904,-1 3 1,8-3-1,3 2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46:41.810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9208 4236 7353,'-2'-19'2249,"1"1"-1170,0 3-360,2 3-629,0 13 270,-4 28-225,-3 6 0,-4 9-240,1-8 0,-3 7 0,-1 2 1,0 1-1,1-4 127,1-2 1,1-2-1,-1 0 1,-1 4-8,1-3 0,-2 5 0,0 1 0,0-1 0,1-2 0,3-6 15,-1 6 0,2-6 0,2-1 0,1 1 0,3-2 0,2-3 60,12 15 0,22-35-45,-2-17 0,4-4-45,8 2 0,3 0 0,-9 2 0,2 1 0,7 1-229,-11 4 0,4 0 0,2 2 0,4 1 0,1 0 0,3 1 0,1 0 215,-10 0 0,2 1 0,1 0 0,3 0 0,1 1 1,0 1-1,2-1 0,0 1 0,-1 0 0,1-1 0,-1 1 1,-1-1-1,-1 0-167,1 0 0,-1 0 0,0-1 1,0 1-1,0-1 0,0 1 1,-1-1-1,1 1 0,0-1 1,-1 1-1,1 0 0,0 0 181,1 1 0,2-1 0,0 1 0,0 1 0,1-1 0,-1 0 0,-1 0 0,0 0 0,-2 0 0,-2 0 0,-2-1 0,-2-1 120,13 3 0,-1-1 0,-3 0 0,-4-1 0,-5-2 0,-7-2-657,-1-3 0,-4-2 716,14 4 1,-5-4 450,-11-21-180,-14 2-360,-1-3-90,2-2 929,3-1-884,4-11 0,2-5-45,-3 7 0,1-5 232,-6 7 1,2-7-1,1-5 1,0-1-1,-1 2 1,-2 5-256,-1 2 1,-2 4-1,0-1 1,1-4 9,-1 2 0,1-4 0,0-3 0,1-1 0,-1 1 0,-2 3 1,-1 4-11,-1-3 1,-2 4-1,0 2 1,-1 0 891,3-8 1,-1 2 0,-1 3-1005,0-11 0,-5 16 45,-4 29 90,-2-5 0,-1 22 0,-8 3 0,-6-10-45,-6-4 0,-10-3-358,2-4 1,-8-2-1,-5-2 1,-2-1-1,2 1 1,5 1 402,-1 0 0,5 1 0,-3-1 0,-9 0 0,15 2 0,-5-1 0,-4 0 0,-3-1 0,-4 0 0,-2-1 0,-1 1 0,-1-1 0,0 0 0,0 1 0,1 0 0,3 0 0,2 1 0,3 0 0,4 1-13,-10-1 0,5 1 0,3 1 0,1 0 0,-1 0 0,-3 0 1,-7 0-85,12 1 0,-3-1 1,-3 0-1,-2-1 0,-3 1 1,-1-1-1,-1 1 0,-1-1 1,0 1-1,1 0 0,1 0 1,2 1-1,2 0 0,2 1 1,3 0-1,4 2-148,-11-1 1,4 2 0,4 1 0,1 0 0,2 0 0,-1 1 0,-1 0-303,-9-1 1,-2-1 0,-1 1 0,4 0 0,7 3 0,9 2 240,-3 8 1,21 1 0,44-2 0,19-1 0,1-3 0,1 1 0</inkml:trace>
  <inkml:trace contextRef="#ctx0" brushRef="#br0" timeOffset="847">9684 4270 9781,'-15'-12'990,"3"12"-900,6 9 0,-1 19 0,1 13 0,-1-1-1729,-2 6 1,1 0 1313,1-6 0,-1 1 0,1-3 749,0 1 0,1-8-334,1-8-90,1-6 0,2-16 90,5-18-90,3-15 0,4-11 0,-1 1 0,0 8 0,0 1 0,1-2-23,-1-1 1,0-4-1,1 2 1,-1 4 1660,0-8 0,2 15-1572,5 26-66,-12 38 0,3 12 76,-3-12 0,-1-2-76,0-9 89,13 18-89,10-53 0,-3-5 0,0-4 0,7-12 0,-1-3 0,-6 8 0,-2 1 135,3-4 0,-5 14 45,-13 44-90,0 14-1183,-8-3 1,-5 7 0,2-4 1079,1-10 1,1 0-165,-1 2 0,-1 3 1,3-6-454,5 12-1889,5-6 2519,7-11 0,8-21 0,1-10 0</inkml:trace>
  <inkml:trace contextRef="#ctx0" brushRef="#br0" timeOffset="1118">10474 4249 10681,'-8'-8'2159,"-9"20"-1889,2 11-91,-2 17 1,2 6-135,6-11 0,1 1-225,0 4 0,-1 5 1,2-4-901,1 3 1,2-4 179,0-5 1,1-3 899,5 10 0,2-36 0,2 0 0</inkml:trace>
  <inkml:trace contextRef="#ctx0" brushRef="#br0" timeOffset="1601">10456 4274 10141,'-8'-39'720,"3"15"-540,1 3 719,8 9-719,2 7 0,8-4 180,23 9 0,5 4-360,-2 0-30,1 2 0,7 4 0,-11 4-60,-12 18 90,-5-7 0,-10 2-30,-31 0 0,-18 0 0,3-3 30,9-3 0,-1-2 45,-4-1 0,-7 2 0,1-2 0,9-5 45,-2 0 0,-3 0-90,45-17 0,32-11 0,-2 17 0,-3 3 0,-21 16 0,-3 5 0,-5-1 0,-1 1-225,10 20 0,4-1-765,-4-18 1,1-4-650,4 5 1,1-7 1535,7-15 0,0-14 1,-4-2-1</inkml:trace>
  <inkml:trace contextRef="#ctx0" brushRef="#br0" timeOffset="1817">11238 4215 10411,'3'-9'900,"-8"16"-361,0 28 1,1 12-405,1-6 0,0 4-105,2 0 0,1 4 0,3-2-1123,5-2 1,4-2 0,-1-4 678,-2-3 1,2-4 0,7 8 0,2-8-1,-4-19 1</inkml:trace>
  <inkml:trace contextRef="#ctx0" brushRef="#br0" timeOffset="2534">18485 4026 7443,'-9'-32'1619,"5"16"-1169,-2-10 539,5 16-2082,-7 36 1,-4 28 0,1-5 919,2-18 1,-1 4 197,2-1 1,-2 8 0,-1 6 0,0 3-1,-1-1 1,2-2 0,1-6 65,0 3 1,2-4 0,0-2 0,-1 3-110,0 1 0,-1 1 0,-1 1 0,2-1 0,1-2-432,2 1 0,2-2 0,0-2 1,3-6 88,1-5 0,2-2 0,-2 11 0,2-5 1,6-18-1</inkml:trace>
  <inkml:trace contextRef="#ctx0" brushRef="#br0" timeOffset="3218">18437 3816 9242,'-6'-8'809,"12"-4"-419,25 4 0,19 1 0,6 1-286,-18 2 1,3 0 0,2 0 0,2 0 0,1 0 0,0 0-574,-3 0 1,1 0 0,-1 0 0,2 0 0,2 1 0,2-1 0,3 2 435,-11 0 1,3 1 0,2 0 0,3 1 0,1-1 0,1 1 0,0 0 0,1 0 0,-1 0 0,-1 0 0,-2 0 0,-2 1 0,-2-1 0,-4 0 44,10 0 1,-6 0 0,-2 1 0,-2-1 0,2 1 0,4 0 0,6 1-13,-13 0 0,3 0 0,5 0 0,2 1 0,2 0 0,2 0 0,1 0 0,0 1 0,1-1 0,-1 1 0,-1 0 0,-1-1 0,-2 1 0,-3-1 0,-3 1 0,-4-1 0,-4 0 0,19 2 0,-9-1 0,-5 1 0,3-1 0,5 1-162,-7 0 1,5 0 0,3 0-1,2 0 1,1 0 0,-1 1 0,-3-1-1,-4 0 1,-6-1 0,-8-1 206,15 3 0,-10-2 135,3-3 0,-15 4 1049,-47 24-1184,7 1 0,-1 7-137,1-6 1,-2 2-1,-1 5 1,0 4 116,3-4 1,1 5 0,-1 3 0,0 2-1,1 1 1,-1 0 0,1 0 4,2-7 1,0 0 0,1 1-1,-1 1 1,0 0 0,1-1 0,-1 1-1,1 0 1,-1-1-31,0 4 0,-1 1 0,1-1 0,0 1 0,0-1 0,0 0 0,0-2 0,1 0 0,0 1 0,0 0 0,0 0 0,0-1 0,1-3 0,1-2 0,0-3 0,-2 15 0,2-5 0,-6-8 969,-16-2 0,-3-6-969,14-7 0,-5-5 0,-10-17 0,-9-9 0,-7-5 0,-4 1-224,17 5 1,-5-1-1,-2-1 1,-1 0 0,-2-1-1,-1 1 1,2 0-1,2-1 1,2 2 223,-6-3 0,3 1 0,2 1 0,-1-1 0,-4-1 0,-6 1-6,16 2 0,-3 0 0,-2 0 0,-3 0 0,-2-1 0,-2 0 0,0 0 0,-1 1 0,0-1 0,1 0 0,0 1 0,2 0 0,2 1 0,2 0 0,3 0-17,-12-1 1,4 1-1,2 1 1,1 0-1,1 1 1,0-1 0,-2 0-1,-1-1-230,3 1 1,-2-1-1,0 0 1,-2 0 0,1 0-1,0 0 1,1 0 0,2 1-1,2 0 1,2 0 162,-7 0 0,1 1 0,1 0 0,5 1 0,3-1 0,6 1 263,-15-2 1,21-2-1,34-6 1,7-5-1</inkml:trace>
  <inkml:trace contextRef="#ctx0" brushRef="#br0" timeOffset="3651">19605 4435 10591,'12'-17'1349,"-4"-7"-629,-58 22-585,11 10 0,-5 7-197,12-3 1,-4 2 0,0 3-1,1 4 116,2 7 0,-1 5 0,2 3 0,1-1 0,2-4-594,-4 0 1,2-3 0,8 7 494,6 9 0,6 9 0,6-1 0,10-13-90,15-10 0,10-7-267,3 8 1,7 2-1,2-9-691,3-14 1,3-8 0,-2-2 727,-11 3 1,-2-1 0,2-3 0,9-7 0,1-4 0,-5-1 0,-4-3 0,-1 0 0</inkml:trace>
  <inkml:trace contextRef="#ctx0" brushRef="#br0" timeOffset="3933">20109 4462 10591,'-11'-31'1889,"5"4"-1349,34 13-406,14 7 1,6 2-315,-1-1 1,1 1-1,-10 3 0,2 1 0,-2 0-630,8-1 1,-4 0 153,-16 0 1,-2-1-1,16-2 1,-22-2 0</inkml:trace>
  <inkml:trace contextRef="#ctx0" brushRef="#br0" timeOffset="4184">20393 4349 9781,'-10'5'1440,"2"2"-991,3 4-89,-2 11 0,-2 5-180,0-1 0,-1 3-1,-5 12 1,-2 6 0,0 0-180,6-11 0,0 1 0,0 0 0,0-1-1085,-3 12 0,0-1 0,3-1 215,2-7 1,1-2-1,4-4 764,6 13 1,6-29-1,1-4 1</inkml:trace>
  <inkml:trace contextRef="#ctx0" brushRef="#br0" timeOffset="6197">7991 6526 8252,'12'-4'315,"16"-1"0,8 2-225,3-1 0,9 1-500,-14 1 0,6 0 1,6 0-1,3 0 1,1 0-1,-1 0 0,-3 0 1,-5 0 4,2 1 0,-6-1 1,0 0-1,4 1 0,10 0 414,-17 1 0,4 0 0,4 0 0,4 0 0,3 1 0,3-1 0,2 1 0,2 0 0,0 0 0,2 0 0,0 0 0,-1 0 0,0 0 0,-2 0 0,-1 0 0,-2 0 0,-3 0 0,-3 0 0,-4 0 0,-4 0-25,16 0 1,-9 0 0,-4 1 0,-1-1 0,1 0-1,4 1 1,9 0 15,-16-1 0,4 1 0,4-1 0,3 1 0,2 0 0,3 0 0,1 1 0,2-1 0,0 0 0,1 0 0,-1 1 0,0-1 0,-2 0 0,-1 0 0,-2 0 0,-3 0 0,-3 0 0,-4 0 0,-3-1 0,-5 1 72,18 0 0,-9 0 0,-4 0 0,-1-1 0,6 1 18,1 0 0,5 0 0,2 0 0,-1 0 0,-1 0 0,-5-1 0,-8 0 492,2-2 1,-6 0 0,-3-1 2,2-4 0,-3-1-136,16 0-359,-12 2 0,-4 27-30,-21 10 0,-5 11 0,-1-2-60,2-5 0,0 7 22,-5-8 1,0 9-1,-2 6 1,-1 4-1,0 0 1,0-1-1,0-5 1,1-8-331,-1 11 1,0-8 0,-1 10 315,2-17 0,0 6 0,-1 4 0,0 4 1,0 2-1,0 1 0,0-1 0,0 0 0,0-4 1,2-3-1,0-5-294,0 9 1,1-6 0,0-3-1,1 1 1,-1 4 285,0 0 0,0 4 0,0 1 0,0 1 0,0-2 0,0-3 0,1-4 10,1 1 1,0-6-1,1 0 1,0 2-11,1 2 0,0 2 0,1 1 0,-1-3 0,0-6 45,0 3 0,0-1 328,0 3 0,1 8 1,0-3-1,-1-10-373,0 1 2323,-1 8-2323,-7-21 3249,-6-14-3339,-10-1 0,-6-5 60,-10-3 0,-12 0 0,0-1 7,13 0 1,-1-1 0,-1 1-1,-3-1-249,-3 0 1,-3 1-1,-1-1 1,-4 0 0,-2-1 261,11 1 0,-2 0 0,-3-1 0,-1 0 0,0 0 0,-1 0 0,0 0 0,1 0 0,2 1 10,-1-1 0,2 0 0,0 0 0,0 0 0,0 0 0,-1 1 0,0-1 0,-2 0 0,3 0 0,-1 0 0,0 0 0,-1 0 0,-1 0 0,0 0 0,0 0 0,0 0 0,0 0 0,0 0-183,0 0 1,0 0-1,0 0 1,0 0 0,0 0-1,0-1 1,0 1-1,0 0 1,-1 0 0,1-1 182,3 1 0,0 0 0,0 0 0,0 0 0,-1-1 0,1 1 0,0 0 0,0-1 0,0 1 0,0-1 0,0 1 0,-2-1 0,-1 0 0,0-1 0,0 1 0,0 0 0,1-1 0,0 1 0,1 0 0,1 0 0,1 0 0,-5-1 0,0 1 0,1 0 0,1 0 0,1 0 0,2 0 0,3-1 0,3 1 22,-10-2 1,4 0-1,5-1 1,7 1-23,-15-7 0,16-1 0,7-2 0,5-7-751,12-1 0,3-3 751,-5-13-36,7 8 0,1-11 0,1-4 0,0-1 0,1 5-259,0 4 1,1 4 0,1-2 0,1-7 254,-1 7 0,1-4 0,0-4 0,1-2 0,0-1 0,1-2 0,0 2 0,0 0 0,0 2-184,1 0 1,1-1 0,0 2 0,0-1-1,0 1 1,1-1 0,0 1 0,0 0 211,-1 0 1,1-1 0,0 1 0,1 0-1,-1 0 1,1 0 0,-1 0 0,2 0-92,-1-2 1,1-2-1,1-1 1,0 1 0,-1 1-1,1 2 1,-2 5-1,0 3-557,3-12 1,-1 8-1,1 0 210,1-6 1,0 0-1,-4 19-435,-6 24 885,-3 21 0,-3 7 0,-1 3 0</inkml:trace>
  <inkml:trace contextRef="#ctx0" brushRef="#br0" timeOffset="7884">17952 6897 7083,'-17'-10'1169,"8"5"-629,12-12-360,10 9-90,19-8 119,6 6 1,12 0 0,4 0-866,-11 3 1,3 0-1,2 0 1,2 1 0,0-1 404,-9 1 1,-1 0-1,1 0 1,2-1 0,1 1-1,2 1 1,3-1 272,-7 2 1,4 0-1,2 0 1,2 0-1,2 1 1,0-1-1,1 1 1,-2 0-1,-1 0 1,-2 0-1,-3 1 1,-3-1 2,10 0 1,-5 0 0,-4 1 0,1-1 0,3 1 0,7 0-13,-12 0 1,5 0 0,3 0 0,4 0 0,1 0 0,1 0-1,0 0 1,-1 0 0,-1 0 0,-3 1 0,-4-1 0,-3 0-1,-6 0 32,17 0 0,-10-1 0,-1 1 0,4-1 6,-5 1 1,5 0-1,2 0 1,1 0-1,-4 0 1,-4 0-1,-8-1 174,12-3 0,-10 1 872,6 0-962,-12 7 0,-2 3-135,-4 3 45,13 19 0,-1 12-679,-23-9 0,-4 5 0,1 0 634,5 6 0,0 1 0,-1 9-12,-8-12 1,-1 6 0,-1 4 0,0 3-1,-1 1 1,-1-2 0,0-4 0,1-4 11,-1 6 0,0-7 0,-1 2 0,1 8-15,-1-13 0,1 5 0,-1 4 0,1 4 0,1 2 0,-1 1 0,0 0 0,0 0 0,0-4 0,0-2 0,-1-6 0,0-5-180,1 13 1,-1-11 0,1 1 0,0 9 169,0-10 1,0 5-1,1 5 1,0 4-1,0 1 1,0 2-1,1-2 1,-1-2-1,0-3 1,-1-5-1,0-6-251,1 10 0,-1-9 0,0-1 0,1 5 263,-1-1 0,1 5 0,1 3 0,-1 0 0,0-1 1,-1-4-1,0-7 351,-1 6 0,-1-7 0,0-1-338,0 14 0,1-4 803,1-17 1,-5-9-714,-20-18-60,-15-8 0,-12-6 0,-4-1-30,16 4 0,-1 0 0,-2 0 0,-2-1 0,-2 1 92,5 1 0,-1 0 0,-1 0 0,-2-1 0,-2 1 0,-1 0 0,-2 0 0,-1 0-72,7 1 1,-1 1 0,-1-1 0,-2 0 0,-1 1-1,-1-1 1,-1 0 0,0 1 0,0-1 0,-1 1-1,1-1 1,1 1 0,0-1 2,-1 1 0,0 0 0,-1 0 0,1-1 0,-1 1 0,0 0 1,1 0-1,-1 0 0,0 0 0,1 0 0,0 0 0,0 1 1,0-1-18,1 0 1,1 0 0,-1 0 0,0 0 0,0 0 0,0 1 0,1-1 0,0 0 0,1 0 0,0 1 0,1 0 0,1-1-1,1 1-6,-10 0 0,1-1 0,-1 0 0,2 1 0,1 0 0,2 0 0,3 0 0,4 1 0,4 0 30,-16-2 0,8 1 0,6 0-30,3 1 0,3 1 0,5-2 0,5 1 0,7 0 90,-14-10-90,20-1 0,-4-7 770,3-15 1,2-4-771,1-1-23,2 4 1,-2-10 0,0-4-1,2 1-3,2 11 0,1-1 0,0-1 1,0 0-1,1-1 11,-2 2 0,1 1 0,-1-1 0,1-2 0,0-2 0,1-3-3,1 6 0,1-3 0,0-2 0,0-2 0,1-1 0,0 0 0,1 0 0,0 1 0,0 2 0,0 2-155,1-5 0,1 2 0,0 2 0,0 0 0,1 0 1,0 0-1,-1-2 116,0 2 1,-1-1 0,1-1 0,0 0 0,-1 1-1,1 2 1,0 2 0,1 3-147,3-15 1,0 3 0,0 7-1,-2 12 203,-2 7 0,-5 28 0,-6 26 0</inkml:trace>
  <inkml:trace contextRef="#ctx0" brushRef="#br0" timeOffset="16001">8937 7472 7982,'-1'-20'2159,"-3"-8"-1619,-1 2-270,0 1 719,-11-3-809,6 17 90,-17 7 0,-7 7-1341,6 11 0,0 8 1,-1-1 1100,-2-2 0,0 0 0,0 4-40,2 7 1,-1 6-1,3 1 1,5-5-36,1 1 0,8 0-105,5 4 0,4 2 0,9-7-1489,20-10 1,6-7 1114,-2 4 1,3-5 307,16-9 0,0-8 1,-20-1-1,-1-3 1,7-2-1,0-1 1</inkml:trace>
  <inkml:trace contextRef="#ctx0" brushRef="#br0" timeOffset="16533">9152 7524 9781,'0'-17'990,"0"2"-720,1 5 359,-2 3-359,-6 28-90,-11 21-135,6-11 0,0 2-45,0-3 0,-1 1 0,-2 8 0,0 2-135,2 0 0,1 0 90,-1-2 0,2-3 45,1 9-90,15-56 120,5-21 0,3-14 0,0 0 60,-3 5 0,0 0 0,0 0-90,2-3 0,0-2 0,-1 5-801,0-6 0,-2 15 801,-2 26 45,4 26 0,0 10-45,2 4-29,-1-3 1,5 10 0,0 1 0,-2-7 28,1-2 0,1-1-30,2 8 0,3 4 0,-1-7-60,-4-13 0,0-4-765,6-1 1,-2-3-765,2-1 1619,10-9 0,-22-18 0,3-5 0</inkml:trace>
  <inkml:trace contextRef="#ctx0" brushRef="#br0" timeOffset="16784">9485 7420 10051,'-6'-16'1439,"-1"19"-1169,1 19-90,0 8 0,2 6-135,0 8 0,0 3-105,1-10 0,-1 0 0,2 2-1033,1 5 1,1 0 0,1-3 798,-2-2 1,2-3 0,2 5 0,3-6-1,1-15 1</inkml:trace>
  <inkml:trace contextRef="#ctx0" brushRef="#br0" timeOffset="17297">9922 7479 10501,'7'-32'2609,"-17"69"-2520,3-7 1,-2 6 0,1 1-90,-1 0 0,0 1 0,0 1-68,0-3 1,0 3 0,0-1 0,2-4-113,-1 3 0,1-5 90,0 0 90,6-30 0,9-38 0,6-25-1093,-5 17 1,1-2 0,-1 1 1083,0 7 1,-1 1 0,1 0 8,1-12 0,2 0 0,1 16 90,4 24-90,15 17 30,-15 18 0,-1 15 0,1-1-30,2-2 0,2 0 0,-2 0 0,-2-1 0,-1-1 0,1-3-675,13 9 0,0-15-2602,-8-31 2949,4 5 1,-14-28-1,-9 1 1</inkml:trace>
  <inkml:trace contextRef="#ctx0" brushRef="#br0" timeOffset="17501">10199 7311 9961,'-7'-16'1394,"0"36"1,1 16-1275,1 3 0,1 6 0,1 3-776,1-10 1,1 3-1,1 1 1,0-1 0,-1-1 290,-1 0 1,0-1 0,1-1 0,1-2 0,2 9 0,1-2 0,0-9 0,2-3 0</inkml:trace>
  <inkml:trace contextRef="#ctx0" brushRef="#br0" timeOffset="18251">10117 5479 9242,'0'-25'180,"4"3"359,20-19-269,-1 16 0,12 23 0,0 11-90,-3 26-836,-21-5 1,-3 11-1,-2 5 1,-1 1 0,-2-6 420,-2 5 0,-4-3 0,-1 3 387,1-7 0,-1 5 1,-1 0-1,1-2 1,-1-5-153,-1 11 0,-1-4-30,2-10 0,1 1 0,0-3-150,0 5 0,0-1-90,-1 11 0,0-2 270,3-18 0,0-4 0,0-1 0,1-5 0</inkml:trace>
  <inkml:trace contextRef="#ctx0" brushRef="#br0" timeOffset="18584">9884 5931 8972,'-10'3'809,"8"3"-359,26 32-450,-6-13 90,4 8 0,2 3-90,-8-10 0,1-1-180,7 9 0,2-1 90,-8-8 0,2-4-135,12-3 1,-1-7 134,-2-8-90,2-7 0,2-9-675,3-18 1,-2-7 489,-2 5 1,0-4 0,-4 3 0,1-4 0,-3 1 0,-9 8 0,1-1 0,-1 1 0</inkml:trace>
  <inkml:trace contextRef="#ctx0" brushRef="#br0" timeOffset="22614">19417 5536 6004,'6'-10'90,"1"-1"-1,-4 6 1,2-1 0,-3 1 810,1 1-810,0 8 180,-1 6-180,-1 9 179,-1 20-179,-2 6 45,-2-1 0,0 7-236,-1-13 1,0 3 0,-1 2-1,0 1 155,0-5 0,0 1 0,1 1 0,-1-1 0,0-1-54,0 4 0,0-2 0,0 0 0,0 1 0,0 2 0,-1 3 0,2-4 0,0-7-405,2-6 1,0-4-1,0 10 0,-1-4 405,-2-3 0,3-24 0,-1 0 0</inkml:trace>
  <inkml:trace contextRef="#ctx0" brushRef="#br0" timeOffset="23015">19079 6310 8162,'0'9'720,"3"1"0,17 10-361,5 14 1,1 3-315,-9-15 0,0 1 75,5 17 0,2 9 0,-7-6-30,-8-10 0,-3-1-90,5 10 0,1-3-180,2-8-225,15-53 0,10-20-337,-10 11 0,3-4 0,1-1 0,-2 2 468,-4 6 1,-1 0 0,0 1 0,1-2 0,0-1 0,2-1 0,-1-1 0,-1 2 0,-3 5 0,4-2 0,1 0 0</inkml:trace>
  <inkml:trace contextRef="#ctx0" brushRef="#br0" timeOffset="25915">19108 7875 8162,'6'-25'1080,"-3"9"-720,-26-6-271,0 16 31,-10 9 0,-10 6 0,5 0-120,10-2 0,-1 3 45,-8 9 0,-7 7 0,0 2 0,10-2-45,7 0 0,6 3-90,-8 7 0,1 6 0,13-2-90,21-7 0,10 0 1,6-5 179,9-3 0,5-5 0,1-1 0,-3 0 0,0 0 0,2-7 0,3-13 0,1 0 0,0 0 0</inkml:trace>
  <inkml:trace contextRef="#ctx0" brushRef="#br0" timeOffset="26515">19439 7974 8612,'10'-19'1709,"-4"7"-1079,0-2-540,-5 20 180,-15 40-226,4-16 1,0 2-1684,-2 3 1,0 0 1536,1-4 0,1-3 12,-1 3-45,2 1 0,1 2-45,-2 11 180,3-14 0,3-6 0,10-17-90,6-42 90,-4 10 0,-1-3 60,-1-10 0,-1-5 0,0 3-15,-2 6 0,0 1-45,1-20 0,1 6 3276,3 27-3070,8 18-161,5 32 0,1 14-45,-7-17 0,0 2 30,3 7 0,1 3 0,-2-5 15,-4-8 0,0-3-225,1 2 0,2-6 180,15-10 0,-13-17 0,4-17 0</inkml:trace>
  <inkml:trace contextRef="#ctx0" brushRef="#br0" timeOffset="26733">19725 7854 9332,'0'-11'719,"0"1"-269,8 22-270,-4-4 135,4 25 0,-3 14-345,-6-9 0,-3 2 0,1 1-180,2-4 0,1 1 0,-2-1-120,-3 6 0,-1-1 1,0-5-250,1-10 0,1-5 0,0 12 0,1-2 0</inkml:trace>
  <inkml:trace contextRef="#ctx0" brushRef="#br0" timeOffset="27250">20057 7914 9332,'2'-14'0,"-1"5"719,0 0 1,3 52-540,-5-5-90,-2-3 0,0 8 0,-3 0-60,-1-3 0,-1-1 0,-1 0-30,-1 9 0,-1-1-90,2-8 0,0 0 0,2-10 0,3-10-90,7 6-90,15-68 180,-7 12 0,0-6-1003,-1-7 1,-1-5 0,-1 3 989,-1 5 1,-1 1 162,-4-4 0,1-2 0,4 22-60,9 34 90,6 8-90,-3 17 0,-1 6 0,-5-10 0,1 0 45,10 11 0,0-3-45,-5-11-1215,9 3 1,1-5 45,-13-17 1169,16 6 0,-23-26 0,1-3 0</inkml:trace>
  <inkml:trace contextRef="#ctx0" brushRef="#br0" timeOffset="27471">20494 7808 9512,'9'12'1799,"-4"-4"-1440,-7 26 1,-7 17 0,0-3-540,1-9 0,0 3-476,0-5 1,-1 6-1,0 3 1,0-2 0,2-7 186,-1 6 1,1-3 0,1-4 0,0 3 0,2-6 0,3 13 0</inkml:trace>
  <inkml:trace contextRef="#ctx0" brushRef="#br0" timeOffset="29766">9275 9128 7803,'9'-19'2248,"0"1"-1258,3-4 809,2-5-1529,-6 11 719,4-7-719,-11 41-180,0-4-23,-3 15 1,-2 15-1,-1 3 1,1-5-68,-1 3 0,0 3-36,1-9 0,-1 7 0,0 2 0,1-2 0,0-6-54,1-3 0,1-5 0,-1 0-120,1 5 0,-1-1 0,1-2-1004,2 2 0,0-5 1214,0 1 0,-8-17 0,-4-22 0</inkml:trace>
  <inkml:trace contextRef="#ctx0" brushRef="#br0" timeOffset="30183">8931 9714 9961,'14'-12'1889,"-6"5"-989,16 5-540,-4 16-226,-1 0 1,0 5-45,1 5 0,0 6 0,-1-3-180,4 4 0,-1 0 90,-2-3 0,0 2 0,3-7-1639,11-7 1,0-7 1343,11 1 245,-3-25 0,6-12 0,-6-1 5,-13 4 0,-2-3-23,0-1 1,5-4-1,-2-2 1,-5 5-1572,-5-2 1,-4 2-1,2 0 1,-8 7 1587,-16 14 0,-10 22 1,-14 13-1</inkml:trace>
  <inkml:trace contextRef="#ctx0" brushRef="#br0" timeOffset="30550">8779 10316 10231,'0'-11'720,"1"-1"-1,2 5-359,5 12-90,-3 4-90,3 31-90,-10-11 0,-3 2-45,3-5 0,-1 2-45,-4 9 0,-1 0-90,2-7 0,1 0-405,0 5 0,1-1 135,0-6 1,2-2 359,8 13 0,-3-28 0,4-5 0</inkml:trace>
  <inkml:trace contextRef="#ctx0" brushRef="#br0" timeOffset="30799">8845 10181 9961,'-3'-10'1080,"30"-2"-990,-12 6-90,24 1 0,4 1-450,-5 3-1189,1 0 1,-3 0 1535,-13 1 0,-3 1 1,-18-1-1</inkml:trace>
  <inkml:trace contextRef="#ctx0" brushRef="#br0" timeOffset="31016">8824 10407 10231,'4'7'1349,"6"-1"-1169,-1-6-90,15-1 0,3 0-270,-3 1 180,7-1 0,8-2 0,-5 1 0,9 0 0,-1-1 0,0 0 0</inkml:trace>
  <inkml:trace contextRef="#ctx0" brushRef="#br0" timeOffset="31722">9569 10292 10861,'4'-8'2249,"3"-7"-1800,-2 8 181,1-5-180,-10 45-540,-6 10 0,-3 6-90,4-3 0,-1 1 30,0-7 0,0 2 0,0-4-390,2-1 1,3-8 539,2-6-90,2-7 90,9-42 0,5-19 0,-3 11 0,0-4 0,1 1-30,0-3 0,0-1 0,0 1 0,-2 3 0,1 0 0,0 9 30,6 2-90,-7 40-180,11 25 270,-4-18-90,20-4 45,-10-30 0,1-6 45,14-4 0,-15 2 0,0-1 0,9-9-90,-18 14 90,11-6 90,-9 24 0,-6 29-90,5 4 45,-11 13 0,-4 2-45,-1-23 0,2-1-135,3 20 0,7-4-1504,7-24 1,2-4 982,15 12 1,-7-18-1,1-5 1,9-2 0</inkml:trace>
  <inkml:trace contextRef="#ctx0" brushRef="#br0" timeOffset="32566">19927 9664 8522,'-1'-25'2519,"-1"-4"-1350,2 19-899,-3 21 0,-1 22-158,0-1 0,-1 9 1,-1 3-1,0-4-52,0-2 0,-1-1 0,1 2-610,-1 0 0,1 3 0,-1 0 1,-1-1 579,-3 8 0,-1 0 0,1-5-1669,0 4 1,0-3 1242,2-9 1,0 1 0,0-4 392,0-1 1,0-9 0,-4-16-1,-5-8 1</inkml:trace>
  <inkml:trace contextRef="#ctx0" brushRef="#br0" timeOffset="32982">19461 10251 9422,'-5'9'2428,"18"17"-2248,1-9 45,7 13 0,2 3-90,-10-8 0,-1 0-90,4 6 0,1 0 45,1 1 0,-1-3-90,-2-8 0,10-9 0,3-8-45,-3-15 0,1-8-45,0 1 0,1-2 0,0-3-270,5-13 0,0-5 0,-3 3 135,-2 2 1,-2 2-1415,4-14 1,-6 13 1422,-17 33 1,-2 7 0,-6 15 0</inkml:trace>
  <inkml:trace contextRef="#ctx0" brushRef="#br0" timeOffset="33332">19423 11143 9961,'7'-43'2429,"-4"20"-1350,4-8-719,-6 51-180,-2 2-270,-2 10 0,-3 10 0,1-2-990,-1 2 1,1-1 1079,0-6 0,0 1 0,2-5 0,2 13 0,8-38 0</inkml:trace>
  <inkml:trace contextRef="#ctx0" brushRef="#br0" timeOffset="33549">19499 10930 9961,'5'-9'1529,"14"4"-3168,15 3 1,4 2-835,6 0 2257,5 0 1,-4-1-1,-24 1 1,17 1 0</inkml:trace>
  <inkml:trace contextRef="#ctx0" brushRef="#br0" timeOffset="33766">19442 11189 11490,'26'7'450,"0"-4"0,2-1-810,2-2 0,2 0 360,18 0 0,-1-1 0,-21 0 0,-1-1 0,7-1 0,0 1 0</inkml:trace>
  <inkml:trace contextRef="#ctx0" brushRef="#br0" timeOffset="34532">20126 11118 10951,'6'-25'3276,"2"0"-2864,-1 24-143,-8 27-224,-5 5 0,-3 6-195,-3 4 0,-2 3 1,0-3 149,1-3 0,1-1-969,-7 13 1,3-7 788,9-22 409,2-6-229,3-12-90,10-29 0,7-22 60,-4 8 0,0-4 0,1 0 0,0 2 0,1 1 0,-2 0 0,1-3 0,-1 1 0,-2 8 30,0 5 1258,-1 24-1438,0 36 180,-1-10-45,-3 5 0,3-1 45,12-14 0,4 4 0,17-28 0,3-9 0,-20 11 0,0 0-30,6-5 0,4-3 1,-5 4 29,5 0 0,0 8 89,-11 45-89,-10-14 45,-4 20 0,-1 4-45,0-3 0,-2-6 0,3-1-450,3-11 1,1-4 89,3 4-2917,23-8 2837,-26-19 0,15-5 0,-14-1 0</inkml:trace>
  <inkml:trace contextRef="#ctx0" brushRef="#br0" timeOffset="34883">20989 11524 11940,'9'-6'-2968,"3"10"2968,-9 0 0,-3 13 0,-7-5 0</inkml:trace>
  <inkml:trace contextRef="#ctx0" brushRef="#br0" timeOffset="35999">12973 13091 6970,'1'-37'779,"0"1"1,1 10-1,2-1-284,4-18 0,2 1-3772,6-2 2940,-1 10 1244,-10 65 1,-4 21-863,-3-9 0,-2 6-15,1-9 0,-2 7 0,0 4 0,0 3 0,-1 0 0,0-2-236,0-8 1,1 2 0,-2-1-1,1 0 1,-1 0 0,1-1 0,0 0 190,-1 1 0,1-1 0,-1-1 0,1 0 0,-1 2 0,2 1-230,-1 3 1,0 5 0,1 1 0,0 0 0,0-4 0,2-5 0,0-9-217,1 5 1,2-4 460,0 4 0,1 7 0,0-3 0,2-15 0,3-12 0,4 5 0</inkml:trace>
  <inkml:trace contextRef="#ctx0" brushRef="#br0" timeOffset="36882">12708 12883 9781,'-19'-17'450,"0"0"0,-5-15-180,41 24-150,15 6 0,14 3 0,3 1-940,-4 0 1,2 1 0,4 1 0,3-1 529,-12 0 1,3 0 0,1 0 0,2 0 0,3 0 0,2 0 0,2 0 295,-13-1 0,3 1 1,2-1-1,3 0 1,0 0-1,2 0 1,1 0-1,-1 0 1,0 0-1,0 0 1,-2 0-1,-2 0 0,-2 0 1,-3 0-142,10 0 0,-5 0 1,-3 0-1,0-1 0,-1 1 1,3 0-1,3 0 1,5 0 138,-14 0 1,2 0 0,3 0 0,2 0 0,2 0 0,1 1 0,2-1 0,0 0 0,1 1 0,-1-1 0,0 1 0,0-1 0,-2 1 0,-1-1 0,-1 0 0,-3 0 0,-3 1 0,-2-1-49,15 1 0,-4 0 1,-3-1-1,-2 1 1,-1 0-1,0 0 0,1 0 1,3 0 61,-3 0 0,2 0 0,1 0 0,0 0 0,1 0 0,-1 0 0,0 0 0,-2 0 0,0 0 0,-3 0 104,9 1 0,0-1 0,-1 1 0,-2-1 0,-3 0 1,-5 0-1,-6-1-32,16 1 0,-6-1 633,-1 0 1,3 0-1,-11 0-363,-6 1-180,11 6 1017,-19 28 1,-4 9-1198,-10-22 0,-1 3 18,-2 11 0,0 11 0,0 6 0,-1-2 0,-2-8 117,-2-9 0,-1-4 1,-1 7-136,-1-1 0,1 7 0,-2 5 0,1 4 0,-1 1 0,0-1 0,0-1 0,-1-4-13,0-3 0,-1-2 0,1 0 0,-1-1 0,-1-1 1,2 1-1,-1 1 0,0 1 0,1 1 0,0-1 0,0 1 1,-1-1-1,1 0 0,0-2-5,-2 10 0,0 0 0,0-1 0,0-6 0,2-7-27,1-2 0,1-2-45,2 11 0,1 6 0,0-3-219,1-13 0,1-2 0,0 2 286,0 12 1,1 3 0,2-6 94,1-8 0,0-6 177,2-1 413,0-17-582,-20-28 1,-11-10 311,-7 4 0,-9 0 0,-4-1-496,6 4 0,-3-2 0,-3 0 0,-2 0 0,-1 0 0,1 2 305,4 2 1,1 1-1,0 0 1,-2 1 0,-3 0-1,-3 0 1,-4 0-118,14 4 0,-3 0 1,-3 1-1,-2-1 1,-1 0-1,-3 0 1,-1-1-1,-1 1 0,0 1 1,-1-1-1,0 0 1,0 1-1,1-1 1,1 1-1,1 0 0,2 1 1,1 0-1,3 0 25,-10-1 0,4 1 0,1 0 0,2 0 0,1 1 1,0 0-1,-1 1 0,-1-1 0,-2 0 0,-3-1 1,-3 1-98,13 1 0,-1 0 1,-2-1-1,-2 1 1,-1-1-1,-1 0 1,-2 1-1,0-1 1,0 0-1,-2 0 1,1 0-1,0 0 1,-1 0-1,1 1 0,0-1 1,1 1-1,1 0 1,0 0-1,2 1 1,1 0-1,1 0 1,2 1-60,-11-1 1,1 0-1,2 1 1,0 1-1,2-1 1,0 2-1,1-1 1,0 0-1,2 1 1,-1-1-1,1 1 1,0-1-1,0 0 40,-2-1 1,1 1-1,0-1 1,1 1 0,1-1-1,0 1 1,0 0 0,0 0-1,1 0 1,-1 0 0,1 1-192,-9 0 1,-2 1 0,-1 0 0,0 0 0,2 1 0,2-1 0,6 1-1,5 0 1,7 1-617,-9-1 1,5 1-168,-11 3 1,-3 0 0,23-7-826,29-7-355,2 5 2120,27-21 0,-12 9 1,9-9-1</inkml:trace>
  <inkml:trace contextRef="#ctx0" brushRef="#br0" timeOffset="39032">13433 13485 9871,'-5'-8'450,"1"0"-270,6 2 90,8 1-90,1 2 44,25-1 1,5 1-225,-6 0-120,2 0 0,9 0 1,-6-1-1520,-13 2 1,-1-1 982,7 0 1,-3 1-1,-3-2 1,-25 4 0</inkml:trace>
  <inkml:trace contextRef="#ctx0" brushRef="#br0" timeOffset="39249">13569 13477 10231,'-12'39'359,"1"0"1,0 0 0,3-14 0,2 0-315,0 12 0,-1 8 0,1 0 0,4-10-3322,5 9 1815,0-9 1,1-1-248,7 3 1439,0-14 1,3 3 0,0-10 0</inkml:trace>
  <inkml:trace contextRef="#ctx0" brushRef="#br0" timeOffset="40983">14273 13934 9242,'-9'-6'809,"2"1"-629,10 3-180,3 0 270,20-1-90,17-7-180,-11 3 0,8-7 180,-13-19-180,-15 4-90,5-14 180,-21 19-180,-35 10 90,17 12 0,-12 10 0,-2 6 0,15 6 0,3 4 0,-6 10 0,3 2 0,7-5 0,9 0-1639,15 11 1,8-4 1523,4-7 145,7-15 0,9-2 0,-4-6-30,-8-8 0,1-5-412,14 4 1,0-5 456,-8-10 0,-4-5-998,-1-7 0,-3-2 998,1 2 0,-2-1 1088,3-12 0,-9 5-1043,-20 21-90,-7 23 0,-14 21 0,3 14 0,9-16 90,-4 9 732,4-10-642,0 5 3096,17-34-3070,-2 3-206,10-17 0,-3 4 0,7-11 0,3-3 90,10-9-135,-7 8 0,-1 2 45,-1 4 0,-5 18 0,-9 20 0,-5 11 0,-2 5 0,-1 2 0,0 1 45,-1 4 0,0-2-225,5 11-3097,24-41 2904,-12-10 1,18-15-1,-18 3 1</inkml:trace>
  <inkml:trace contextRef="#ctx0" brushRef="#br0" timeOffset="41283">15167 13935 9961,'5'-16'1709,"-3"4"-1169,-10 0-360,-5 12 0,-14 9-90,2 11 0,1 5-45,6-7 0,0 3 0,-7 11 0,3 1-45,6-1-360,11 16-180,15-26 540,10-4 0,5-4 0,8-6 0,-4-7 0,-1 1 0</inkml:trace>
  <inkml:trace contextRef="#ctx0" brushRef="#br0" timeOffset="41700">15445 14050 10231,'4'-17'2968,"-35"13"-4607,8 14 1,-1 4 581,-2-6 1,2 4 1445,-5 24 1,9 2-660,16-8 45,5 1 1,6-4-1365,29-16 1589,-6-2 135,-3-29 0,-4-7-45,-11 3 44,-4-17 1,-7-1-135,-20 9-449,-6-9 1016,-12 45 0,22 10 0,-6 16 0</inkml:trace>
  <inkml:trace contextRef="#ctx0" brushRef="#br0" timeOffset="42765">15719 14195 10771,'-36'-33'2249,"16"13"-1890,-10 12 1,-3 8-90,0 11-180,6 0 0,1 5-135,5 8 0,5 4-315,10-2 0,2 1 270,-5 19-269,46-19 224,-5-47 0,4-17 90,-10 7 0,2-5 0,-1-2 0,0 0-623,-2 4 0,0 1 1,-1-1-1,-1-4 722,0-2 0,-1-4 0,0-1 0,-2 1 0,-3 6 66,-1 1 0,-3 5 0,0-1-75,6-14 0,-2 4 225,-3-2-270,-25 54 45,-6 18 0,-3 11-871,0-1 0,-1 5 0,1 0 856,2-6 0,0 0 0,1 0-60,0 1 0,2 0 0,1 2-15,5-2 0,1 2 0,2-1 0,0-4 0,0-1 0,1 2 394,1 8 0,1 9 0,2 0 1,3-11-485,6-14 0,3-3 0,5 19 0,9-6-1089,16-25 0,3-11 1179,-14 0 0,0-3 752,12-6 0,3-9-707,-10-8 0,1-7 0,-4-2 103,-7 1 0,-3-1 0,2 0-43,6-1 0,3 0 0,-8-2 90,-12 0 0,-5-2 0,-5 9-150,-10 7 135,-12 0 0,-6 8-180,-1 21 0,0 6 0,1-9 0,1 3-13,0 9 1,5 3-33,10-2 51,3 23-51,7-12 45,5-2 0,5-2 135,24-2 0,5-5 44,0-21 1,2-7 0,-18 3 0,0-2 45,14-7 0,-3 1 3047,-10-2-3138,-13 11-2076,-25 29 2077,-3 5-135,0 10 0,1 2 45,3-3-90,5 0 0,2-2-90,7-10-450,14 16-89,-3-17 719,5-6 0,2-2 0,1-2 0,12 2 0</inkml:trace>
  <inkml:trace contextRef="#ctx0" brushRef="#br0" timeOffset="43051">16614 14571 11221,'-1'-15'-820,"-1"2"1,-1 8 0,0 1 0</inkml:trace>
  <inkml:trace contextRef="#ctx0" brushRef="#br0" timeOffset="44064">10360 11201 8882,'-5'-25'630,"1"-12"-1,0-1-449,1 4 630,12 0-4087,28 23 3112,-5-3 360,-3 20 0,9 9 0,5 6 0,0 1 0,-4-2-150,-6-2 0,-3 0 0,1 1 0,6 4-168,-5-4 1,3 3 0,3 1 0,3 2 0,2 2-1,0 0 1,1 0 0,-1 0 0,-1 0 0,-3-2 142,1 1 0,-2-1 0,-1 0 0,0 0 0,0 0 0,1 0 0,0 1 0,1 0 0,2 1-124,-5-3 1,1 0 0,0 0 0,1 1 0,0 0 0,1 0 0,0 1-1,1 0 1,0 0 0,1 0 0,0 0 0,-1 1 0,1-1 97,-1 0 0,1 0 0,0 0 0,1 1 0,1 1 0,-1-1 0,1 0 0,0 1 0,-1-1 0,1 0 0,-2-1 0,0 0 0,-2-1 0,0 0 0,-2-2-12,5 4 0,-2-1 0,-1-1 0,-1-1 0,0 0 0,-1-1 0,0 1 0,1-1 0,0 2 0,1-1 9,1 2 1,2 1 0,2 0 0,0 1 0,1 0 0,-2 0-1,0-1 1,-3-2 0,-3-1 0,-3-3 0,-5-2 8,16 9 0,-9-4 0,-1-2 160,10 9 1,-6-9-791,-11-19-2181,-23-29 2811,-6-2 0,-6-9 0,-3 11 0</inkml:trace>
  <inkml:trace contextRef="#ctx0" brushRef="#br0" timeOffset="44497">13384 12349 9512,'7'-23'1574,"19"38"0,7 19-1484,-10-6 0,-1 4 0,1 4 0,0-1-90,2 2 0,0 0 0,1 2 0,-2 1-68,0 3 1,-1 3-1,-1-1 1,-2-4-53,-2-1 0,-2-3 0,-1-4 120,-1 0 0,-1-4 0,3 0 0,-9-8 90,-17-18-45,-16-5 0,-10-2-23,-1 2 1,-7-1-1,-2 1 1,4 0-53,1-2 0,2 0 0,-4 2-626,-1 5 1,-5 2-1,-2 2 1,6 0 0,10 0 195,-11 10 0,2 2 0,12 3 0,31-5 0</inkml:trace>
  <inkml:trace contextRef="#ctx0" brushRef="#br0" timeOffset="45363">19462 11585 9781,'10'-1'1170,"-2"-1"-810,-22-8-181,-17 8-1272,-10 6 1,-13 4 0,1 2 961,17-1 0,0 1 0,0 1 0,-5 2 169,2-1 1,-3 2-1,-4 0 1,-1 2-1,1 0 1,1-1 0,4 0-321,-2 1 0,3-1 0,1 1 0,-1 0 1,-3 1 293,2-1 1,-2 1 0,-2 1 0,-1 0 0,-1 0 0,2 0 0,0 0-204,4-2 0,1-1 0,1 1 0,-1-1 0,0 1 0,-2 0 0,-1 0 201,-1-1 0,-1 1 0,-2 1 0,-1-1 0,-1 1 0,1-1 0,1 0 0,1 0 0,2-1-155,0 0 0,2 0 0,2 0 0,0-1 0,-1 0 0,-2 0 0,-3 0 145,4-1 0,-3 0 0,-3 0 0,-1 1 0,-1 0 0,0-1 0,0 0 0,0 0 0,3-2 0,2 0 0,3-1-45,-9 2 0,3-2 0,3-1 0,0-1 0,0 1 0,-4 1 22,6-1 1,-2 0-1,-2 1 1,0 0 0,1-1-1,0 1 1,1-1-1,2-1 63,-6 0 0,1 0 0,1 0 1,1-1-1,5-1 0,3 0-1060,-1 0 1,5-2 0,0 1 1019,-4 1 0,1-1 0,7-2 0,3-3 0,22-4 0</inkml:trace>
  <inkml:trace contextRef="#ctx0" brushRef="#br0" timeOffset="45814">15973 12183 9512,'9'-12'1619,"7"-7"-810,-8 11-584,-23 20 0,-10 9-135,3-1 0,-4 5-312,-1 0 1,-6 5 0,-4 4 0,-1 2-1,2-3 1,5-5 251,-1 3 0,3-5 0,-3 6-15,1-1 0,-6 6 0,-2 3 0,2-1 0,4-2 0,9-7 30,3 4 0,5-3-45,-5 0 0,-1 2 0,17-7 97,38-7 0,12-9-276,4-7-641,-12-4 1,10-3 0,1 0 0,-9 0 721,-7 1 1,-2 0 0,6-2 0,3 0-1,-6 2 1,11 1 0</inkml:trace>
  <inkml:trace contextRef="#ctx0" brushRef="#br0" timeOffset="48035">13394 11139 8792,'1'-17'2249,"0"5"-630,1-5-900,-1 9-494,-7 33 0,-6 15-180,3-14 0,-2 3-23,0 4 1,-3 6-1,0 2 1,-1-2-23,-4 2 0,-1-1 0,0-2 0,3-3 0,0-1 0,0-3 0,-5 7 0,8-18 0,19-33 0,8-11 0,6-8 0,1 0 0,-2 4 0,-1-1 0,2 0 0,2-5 0,1-1 0,1-1-87,-3 3 0,2-1 1,-2 1-1,-2 4 87,-3 4 0,0 1-30,6-14 0,3-4 0,-7 24-60,-7 54 90,-2-19 0,-7 17 0,-4 15 0,-3 4 0,1-10 0,2-8 0,0-1 0,-1 8 0,0 9 0,1 0 0,2-11-989,3-11 0,0-5-2288,2 17 2968,-2-30 1,-8-46-1,-4 8 1</inkml:trace>
  <inkml:trace contextRef="#ctx0" brushRef="#br0" timeOffset="48201">13241 11398 9961,'-13'-1'720,"9"4"-1,25 1-539,8 2-630,17-5 1,7-2 449,-13-2 0,-1-2 0,-5 2 0,0 0 0,-2-2 0,0-4 0,0 1 0</inkml:trace>
  <inkml:trace contextRef="#ctx0" brushRef="#br0" timeOffset="48501">13848 11117 9871,'2'-14'1619,"0"2"1,-1 2-1171,4 17 361,-9 38-631,-1-13 1,-3 6 0,0-1-120,1 0 0,0 0 0,-1 0-30,-2 0 0,-1 0 0,1 0 0,1 6 0,1 0 0,1-6-120,-1 9-270,3-11 0,1 7 1,6-12-2918,15-14 0,-4 10 2578,16-45 1,-17-3-1,5-15 1</inkml:trace>
  <inkml:trace contextRef="#ctx0" brushRef="#br0" timeOffset="48685">13815 11489 9512,'-8'-13'899,"-2"-3"-449,11 9 179,15-1-629,7 5 0,6-1 0,4-3 0,1-1 0,-2-1 0,-1-1 0,-5-3 0,0 0 0</inkml:trace>
  <inkml:trace contextRef="#ctx0" brushRef="#br0" timeOffset="48947">14237 11044 9961,'0'-16'2069,"0"6"-1619,-3 9 134,-6 38 1,-2 20-405,1-10 0,-2 3-90,4-11 0,-1 3 0,-1 2 0,1-3-120,-1 7 0,1-2 0,0-3-150,-1 3 0,2-2-1459,6 7 1,3-7 818,5-16 1,8 4 0,-5-31 0</inkml:trace>
  <inkml:trace contextRef="#ctx0" brushRef="#br0" timeOffset="49164">14145 11497 11670,'39'15'809,"-6"-7"1,2-4-2449,-5-6 1,-1-1 128,1 1 1,0 0 1509,-2-3 0,-4-1 0,-2-5 0,-2-1 0</inkml:trace>
  <inkml:trace contextRef="#ctx0" brushRef="#br0" timeOffset="50014">14474 11498 10501,'-7'8'1619,"1"1"-1349,9-1 629,21 4-719,-9-4-90,9-4 0,3-4-540,9-19 90,-14-1 1,-3-3 179,-6-20 90,-21 2 90,-22 40 0,-5 9 0,2 7 0,3 0 0,1 6 45,5 12 0,5 3-45,8-8 0,1 1 45,-8 10 0,7-1 45,22-5 0,6-6-90,1-9 45,22-8 0,3-9-45,2-19 0,-11-4 0,5-6 0,-6-1 0,-6-2 0,-4 0-45,8-7 0,-8 4 45,-22 10 0,-20 49 0,-7 15-90,-3-3 120,6-2 0,-1 9 0,3-7-30,2 3 225,3-8 0,5-3-225,10-15 0,4-12 90,11-13-180,12-15 0,4-7 0,-3 5 0,1-3 60,0 2 0,2-2 0,-1 3-105,7-5 0,-4 14 225,-4 34-45,-19 8 0,-6 6 0,-7 6 0,-2 4 135,1 8 0,6-4-765,12-20 0,3-3-224,5 22 809,6-36 0,2-8 0,-3-11 0,17-8 0</inkml:trace>
  <inkml:trace contextRef="#ctx0" brushRef="#br1" timeOffset="51581">14778 14852 26512,'12'-6'3276,"-4"14"-4651,-7 2 282,-2 21 1,-2 15 0,0-5-547,2-9 1,0 2 1091,-1 4 1,1 7-1,-1 3 1,1-1 239,0-1 1,1 2 0,0-1 0,0-1 147,0-4 0,0-2 1,0 2-1,0 3-201,-1-2 0,1 3 1,-1 3-1,0 0 0,0-2 1,1-3-118,-1 4 0,1-3 0,-1-1 0,1 0 509,-1 0 0,-1-1 1,1 0-1,1-3-950,1 6 0,0-3 0,0-7-296,1 1 1108,5-1 0,-5-34 0,0-1 1</inkml:trace>
  <inkml:trace contextRef="#ctx0" brushRef="#br1" timeOffset="51984">14447 16005 31166,'-14'-23'-3277,"4"5"0,-1-12 375,8 16 2898,0-5-649,13 39 776,1 7 0,3 10 0,0 0-144,0-1 1,-1 0-1,2 3-524,0 2 0,1 3 1,1 1-1,1-3 524,-1-6 1,0 0 0,2-2 0,1-5 194,5 1 0,2-4 1,4-7 367,4-7 0,2-7 0,0-8 218,-3-12 0,-2-9 0,-1-5-1259,-6 1 1,-2-4 0,-1-2 0,-1 0 656,3-9 0,-3-2 0,-2 0-772,-1 2 1,-3 1-1,-1 4-1025,0-1 1,-2 7 1595,3-1 1,-15 47-1,-1 15 1</inkml:trace>
  <inkml:trace contextRef="#ctx0" brushRef="#br1" timeOffset="53500">13444 16645 29283,'-41'-23'-139,"-1"0"1,9 7-1,9 1-924,20 4 1534,32 12 0,23 8-881,-18-5 0,6 0 1,5 2-1,4 0 1,4 0-1,0 0 0,2 0 1,0 1 394,-11-2 0,2 0 0,1 0 1,2 1-1,0-1 0,2 1 0,0 0 1,0-1-1,1 1 0,0 0 1,-1-1-1,0 1 0,0-1-77,-4 0 1,1 0 0,-1 1-1,1-1 1,0 0 0,0 0-1,0 0 1,-1 0 0,1 0-1,1 0 1,-1 0 0,0-1-1,0 1 1,0 0 100,1 0 0,2 0 1,0 0-1,0 0 0,1-1 1,-1 1-1,1 0 0,-2 0 1,0-1-1,-1 0 0,-1 0 1,-2 0-1,-2-1 0,-1 0 4,14 1 1,-3-1-1,-2 0 1,-2-1-1,-2-1 1,-2 0-1,-1 0 441,0 0 0,-2-1 1,-2 0-1,-2-2 0,-2-2 220,13-5 0,-3-3 1,-10 0-392,-3-6-50,-2-16 941,-27 28-2184,-2 12 506,-10 21 1,-10 15 0,1-3-276,3-3 0,-2 5 821,1-6 0,-4 8 0,-3 6 0,0 1 0,-1 0 0,3-4 0,3-7-601,-2 5 1,2-7-1,-2 8 395,5-11 1,-3 5-1,-1 4 1,-1 2-1,-1 2 1,1-1 0,1 0-1,2-3 1,2-4-168,-1 8 0,2-3 0,2-1 0,1-1 1,-3 2 92,0-2 1,0 2 0,-2 0 0,2-1 0,0-2 0,1-2 60,2 4 0,1-2 0,1-4 0,-2-6 143,-1-3 1,-4-10 782,-15-23 0,-6-10-188,-9 2 1,-3-1-208,12 2 0,-1-1 1,-1 1 39,0 2 1,-2 1 0,-1 2 14,2 3 1,-1 0-1,-3 2 1,-4 0-394,9 0 0,-1 1 0,-3 0 0,-2 0 0,-1 0 0,-2 0 0,-1 0 0,0-1 141,4 1 1,-3-1 0,0 0-1,-2 0 1,0-1 0,-1 1 0,-1 0-1,1-1 1,-1 1 0,0-1 0,1 0-22,2 1 1,0 0 0,0-1 0,0 1 0,-1 0 0,0-1 0,1 0 0,-1 1 0,0-1 0,1 0 0,-1-1 0,1 0-147,-1 1 1,-1-2-1,0 1 1,-1-1 0,1 0-1,0 0 1,0 0 0,1-1-1,2 1 1,1 0 0,2 0-1,2 0 58,-8-1 0,3 0 1,1 0-1,3 0 1,1 0-1,1-1 1,1 1 10,-4-2 1,0-1 0,3 1 0,3 0-1,5 0-35,-6-2 0,8 1-383,7-7-558,12-19-1151,17-2 1589,3 2 1,3-10 0,2-4-1,-2 2 50,-1 7 0,0 1 0,1-1 0,2-7 227,-2 8 1,3-5 0,2-3 0,0-3 0,1 0-1,0 0 1,-1 1 0,0 4 0,-3 4-105,2-4 0,-2 5 0,-1 2 1,1-2-1,3-5 26,0 4 1,2-6 0,2-3-1,1-1 1,1-1 0,-2 2 0,0 3-1,-3 6 1,-3 6-660,2-5 0,-3 8 0,1-3 855,5-9 0,2-6 0,-1 4 1,-5 13-1,-4 11 0,-4 25 1</inkml:trace>
  <inkml:trace contextRef="#ctx0" brushRef="#br1" timeOffset="54534">12660 17553 30453,'-31'-12'-254,"-1"-1"0,0 1 0,-10 0 0,-1 2 147,3-2 1,-2-2-1,-3 4 351,3 4 1,-1 2 0,-3 1-1,-1 0-20,4 1 0,-1 1 1,-1-1-1,-4 0 0,-4 0-424,15-1 0,-4 1 0,-2-1 1,-2 0-1,-2-1 0,0 1 1,0-1-1,0 0 0,0 1 1,3 0-1,1-1 240,-6 1 1,2 0 0,2 0 0,0 0 0,0 0 0,-2-1 0,-2 0 0,-4-1-111,10 1 0,-3-1 1,-2-1-1,-3 0 1,0 0-1,-2-1 1,0 1-1,0-1 1,2 0-1,1 0 1,1 1-1,4-1 1,2 1-1,4 1 41,-10-2 1,6 0 0,3 1 0,1 0 0,-3-2 0,-6-1 62,8 1 0,-3 0 0,-3-1 0,-2-1 0,-2 0 0,0 0 1,-1-1-1,0-1 0,2 0 0,0 0 0,3 0 0,2-1-38,-3-2 1,3 0 0,0-1 0,2 0 0,0-1 0,1 0 0,-1 0 0,-1-1 0,-1-1-207,3 3 1,0-1 0,-1 0 0,-1-1 0,0 1-1,0-2 1,1 1 0,-1-1 0,1 0 0,0-1 0,1-1 128,0 1 1,1 0 0,0-1 0,0 0 0,0-1 0,0 0 0,1-1 0,1 0 0,0-2 0,1 0 0,1-1-54,-2-5 1,-1-2-1,2-2 1,0 0-1,1-2 1,1 1-1,1 0 1,1 0-1,1 3 1,1 0-244,-1 1 0,3 1 1,0 2-1,2 0 0,0-2 1,0-1-1,-2-5 230,5 4 1,-2-2-1,1-3 1,-1-1 0,0-1-1,0-1 1,0-1-1,2 1 1,0-1 0,1 2-1,2 0-95,-1-3 1,2 1-1,1-1 1,1 1-1,0-1 1,1 1-1,0-1 1,0 0-1,-1-2 37,0 3 1,1-1 0,-1 0 0,0-1-1,1 1 1,-1-1 0,1-1 0,0 0 0,0 1-1,1-2 14,1 3 1,0 0-1,0 0 1,0 0 0,1-1-1,0 0 1,0 0 0,1-1-1,0 0 1,1-1 0,1 0 7,0 2 0,1-2 0,1 0 1,0 0-1,0 0 0,1-1 0,1 0 1,0 0-1,1-1 0,0 1 0,1-1 1,0 1 44,1-1 0,1-1 1,1 0-1,1 0 1,0 0-1,0 0 0,1-1 1,1 1-1,-1-1 1,1 1-1,0 0 1,-1 0 40,1 0 1,-1 0 0,1 0 0,-1-1 0,1 1 0,0 0 0,1 0 0,0 0 0,1 0 0,1 1 0,0 0 0,2 1 0,1-2 0,1 0 0,0-1 0,1 1 0,1 1 0,1 0 0,1 0 1,0 1-1,1 2 0,0 0 0,1 2-14,4-7 0,2 2 1,0 0-1,2 2 1,0 2-1,0 0 0,0 1 1,-1 0 63,2-3 1,-1 1 0,1 2 0,-1 0 0,2-1 0,1-3 32,-4 8 1,1-2-1,1-2 1,1 0-1,0-1 1,-1 2-1,0 0 1,-2 3-1,-2 3-38,2-5 1,-2 4 0,-1 1-1,0 0 1,1-3 50,0-1 0,2-2 0,-1-1 0,0 0 0,-1 3 0,-3 3-30,3-10 0,-3 5 0,-1 4 545,0-2 1,-1 4-561,-2 7 0,-1 4-404,4-5 2035,-8 18-1856,3-5 1337,-6 13-2236,6 12 3841,-5-5-4831,5 13 2159,-8-10 0,1 0 0,-1-3 0</inkml:trace>
  <inkml:trace contextRef="#ctx0" brushRef="#br0" timeOffset="55101">7201 10045 8702,'-9'-5'1169,"50"-15"-1079,-10 6 0,3 2 0,11-3 0,2 0 0,-7 2-45,-2 0 0,-1 0 22,0 1 1,5-2-1,0 0 1,-8 1 157,-2-3 0,-11 11 44,-27 43-179,-6-4 0,-7 10 0,-2 3 0,0-2-910,0-1 1,-2-1 0,0 1 0,1 3 814,4-6 1,0 2 0,0 2 0,1 0 0,2-1 0,2-2-536,1 8 0,4-1 1,2-3-1,1-2 216,2-3 0,2-3 0,2-1 0,3 16 0,7-10 0,18-19 0</inkml:trace>
  <inkml:trace contextRef="#ctx0" brushRef="#br0" timeOffset="57397">16647 17526 8792,'-10'-3'1439,"-6"-1"-1304,31 13 0,15 6-45,6-3 0,9 0 0,6 0-39,-15-2 0,4 0 1,2 1-1,2 1 1,2-1-1,0 0 1,0-1-417,-3-2 1,0 1 0,1-1 0,2-1 0,-1 1 0,1-1 0,0 0 0,-1 0 0,0 0 287,4 0 0,-1 1 0,-1-1 0,1 0 0,0 0 1,1-1-1,1-2 0,3 0 99,-9-2 1,2 0-1,1-1 1,2-1-1,0 0 1,1 0-1,0-1 1,-1-1-1,0 0 1,-2-1-1,0 0 1,-3 0-160,4-2 0,-3 0 1,-1 0-1,-1-1 1,-1-1-1,2-1 1,0-1-1,3-1 1,2-2 175,-9 2 0,2-1 1,1-2-1,3 0 0,0-1 1,1-1-1,0 0 0,1-1 1,0 0-1,0-1 1,-2 1-1,0-1 0,-1 0 1,-2 1-1,-1 0 0,-3 0-94,7-3 1,-2 0-1,-2 0 1,-1 1-1,-2-1 1,0-1-1,0 0 1,1-1-1,1-2 1,1-1 86,-5 2 0,2-1 0,1-1 0,0-1 0,1-1 0,0-1 0,0 0 1,-1 0-1,1-1 0,-2 0 0,-1 1 0,-1 0 0,-1 0 0,-2 1-77,6-7 1,-2 2-1,-2-1 1,-2 1-1,0-1 1,-1 0 0,1-1-1,0-1 1,2-1 96,-3 2 0,0-1 1,1-1-1,0-1 1,0-1-1,1 0 1,-1 0-1,0 0 1,-1 1-1,-1 1 1,-1 1-1,-2 1-41,5-3 0,-3 1 1,-1 2-1,0 1 0,-1-1 1,0-1-1,1-2 0,1-2 41,-3 3 1,1-2-1,1-3 1,1 0-1,0-2 1,0 0-1,0 0 1,-2 0-1,0 2 1,-2 2 0,-2 2-1,-3 4-16,8-13 0,-5 7 0,-2 1 0,1-1 0,4-6 48,-6 8 1,1-2 0,3-2 0,-1-2 0,2-1-1,0-1 1,-1 1 0,1-1 0,-2 2 0,0 2-56,-1 0 1,-1 1 0,1-1 0,-1 1 0,0 1 0,-1-1 0,0 2 0,0 0 0,-1 2-30,4-9 0,-1 2 0,0 1 0,-1 1 0,1-2 0,2-1 11,-2 2 0,2-2 1,2-2-1,-1-1 0,0 2 1,-2 2-1,-2 3 0,-3 5-11,4-10 0,-5 7 0,2-2 194,-1 3 0,2-2 0,-2 0 1,-2 1-195,-1-3 0,-4 0 0,-3 7 0,3-13 0,-6 13 0,0 1 1181,-1 3-1181,0 1 2788,-1 9-2967,0-5 1911,-3 7-1822,2-7-90,-4 8 180,-10 12 0,3 3-30,-16 14 0,-12 12 0,-2 3-790,3-3 1,-4 2 0,0 2 0,-1 0 724,7-4 0,-1 0 0,0 0 0,0 1 1,0-1 58,-3 3 0,-1 0 0,0 0 0,1-1 0,1 0-644,-3 4 1,0-1-1,2-1 1,2-2 589,3-2 0,3-2 0,-1 0 60,-10 9 0,0 1 0,18-20-330,23-23 315,15-7 0,14-7 0,7-3 0,-1-1 15,-6 4 0,2-2 0,1-1 0,2 0 0,-1 0 0,0 1-137,4-3 0,1-1 0,0 1 0,0 1 1,2 0 151,-3 2 0,3 0 0,1 1 0,-1 1 0,-4 3 0,-6 4-30,8 0 0,-3 5 45,15-6 0,-8 15 972,-25 30 1,-9 13-943,-6-2 0,-4 4 0,0 0-30,3-5 0,-1-1 0,1 3 0,-5 10 0,0 1 0,9-6-1093,14-15 1,7-5 0,-1-1 969,1 5 0,2-4 0,1-7 0,4-2 0,-4-6 0,17-8 0</inkml:trace>
  <inkml:trace contextRef="#ctx0" brushRef="#br0" timeOffset="65499">1007 11078 8702,'3'-15'1349,"0"0"-539,-4 6-450,-5 0-91,1 3 46,-22 12 0,-6 6-225,6 2 0,1 5 0,-7 8 0,0 4 0,9-2-1729,8 11 1,4 1 1629,-8-6 1,-3 1 0,8-2 8,16 5 0,9-5-180,5-13 0,3-4-90,18 15-1369,8-17 1,2-6 1545,-18-8 1,0-4 0,13-2 0,-2-3-1,5-12 1</inkml:trace>
  <inkml:trace contextRef="#ctx0" brushRef="#br0" timeOffset="65915">1288 10792 9152,'1'-17'1439,"5"-4"-1259,-1 13 360,20-5-361,-8 13 91,19 16-1786,-29 19 0,-6 5 1516,4-14 0,-2 3 8,-9 11 0,-6 11 0,-1 0 1,1-7-54,0-5 0,0-1-23,1 1 1,-1 5-1,0-1 1,5-7-113,4-4 0,4-3-180,2 3 1,8-4-1280,13-12 1,5-6 1501,9 2 1,-6-10 0,1-3 0,4-5 0</inkml:trace>
  <inkml:trace contextRef="#ctx0" brushRef="#br0" timeOffset="67173">1816 11268 9512,'-9'-30'1978,"4"13"-1348,-8-9-450,7 20 540,-31 4-586,13 15 1,-1 3-544,1-5 0,0 2 409,-5 13 0,4 4 0,7 1-135,10 0 0,9-1-45,32-1 180,1-2-45,2-34 0,1-9 45,-2-11 45,-8-7 0,-3 4-3136,-12 19 3091,2-15-876,-16 48 1,-3 9 875,3-7 0,-1 25-90,12-9 90,7-15-90,20 8 180,-2-28-90,-6-21 0,3-11 0,-4 2 0,8-11 0,-11-2 0,1-9 0,-8 8 0,-11 4 45,-5-10 0,-6 6-45,-7 30 0,-3-14 0,1 63 0,14-3 0,-2 9 0,12-4 0,13 1 0,-8-13-499,5 1 1,-1-2 408,-7-10 49,12 23-49,-19-27 90,-2 5 0,-7-7 0,-2-2 1799,-9 3-1709,7-8 2600,-3-5-2690,13-7 135,13-17 0,3-4-135,2 1 60,5-10 0,6-9 0,-4 4-555,-9 12 1,0 0 524,0 1 0,1-3 0,-2 5 136,4-11-76,-17 30-90,2-3 0,0 18 0,-2 1 0,6 20 0,-2 1 0,-1 2 0,3 6 0,-3-8 0,-1-1-436,-2 7 346,-7 7 90,-5 6 0,-1-24 0,-4-2 0,-9-3 0,-1-3-90,-5 3-1709,-16 2 1799,35-18 0,7-2 0,12-6 0</inkml:trace>
  <inkml:trace contextRef="#ctx0" brushRef="#br0" timeOffset="67364">2909 11537 11490,'13'-12'1889,"-2"3"-1889,-15 22 0,-9-1 0,-13 19 0</inkml:trace>
  <inkml:trace contextRef="#ctx0" brushRef="#br0" timeOffset="67832">733 12300 10141,'18'-35'1889,"0"5"-1619,1-3-90,-6 13 719,-6 11-269,-1 45-630,-6 8 0,-1 8-300,0-9 0,1 3 1,-1-1 209,-1-2 0,-1-1 0,1-2-135,0 8 0,3-6-1414,2-14 1,1-4 1557,4 8 1,3 7 0,-2-25 0</inkml:trace>
  <inkml:trace contextRef="#ctx0" brushRef="#br0" timeOffset="68348">816 12245 9871,'-5'-26'1080,"4"-2"-451,25 11-449,0 3-90,3 8 0,4 4 0,2 7 0,-1 2-90,-6-1 0,-2 3 0,3 10 0,-9 5 0,-27 6 0,-9 1 0,8-6 0,-2-1 0,-14 7 0,-2-3 0,-2-3 0,13-6 0,10-7 0,29-9 0,-2-1 90,3 0-90,-11 4 180,-7 6 0,0 15-90,-1 6 0,1-1 0,2 1-90,0 5 90,10 5 0,5-2-90,3-8-360,1-5 0,4-5 360,-1-18 0,-1-7 0,18-2 0,-20-7 0,0 1 0</inkml:trace>
  <inkml:trace contextRef="#ctx0" brushRef="#br0" timeOffset="68765">1397 12641 12480,'13'-2'899,"14"-2"-629,-4-3 0,2-2-360,15-8-90,-9-1 0,-5-5-45,-19-1 1,-8-2-46,-18-15 225,-6 37 0,-4 9 45,1 4 0,3 7 30,6 15 0,4 8 0,6-2 15,5-8 0,5 0-45,-1 10 0,6-4-270,30-1-180,-4-20-1034,-1-5 0,2-2 1484,-2-5 0,1-2 0,2-2 0,1 0 0,-4-3 0,1 0 0</inkml:trace>
  <inkml:trace contextRef="#ctx0" brushRef="#br0" timeOffset="69066">2077 12611 10951,'-1'-9'1889,"1"1"-720,-6-2-629,-11 11-270,-6 2-136,-2 11 1,1 7-450,3 10 1,2 2 224,0-10 0,4 2-1170,12 18 1,10-4-1349,11-19 2608,0-1 0,2-2 0,10-9 0,2-3 0</inkml:trace>
  <inkml:trace contextRef="#ctx0" brushRef="#br0" timeOffset="69932">2331 12694 10771,'-6'-14'2069,"0"0"-1260,2 7-89,0 2-450,-10 5 359,-22 34-539,3 0-1183,15-7 1,-1 5 0,4-4 348,-4 13 339,13 0 0,7-5 225,13-19 0,27 2 180,-19-32 0,-2-7 0,0 4 0,-3-4 90,-5-23 0,-9-2-90,-7 3 0,-6 7 0,-2 3-180,-1 14-90,2 3 3546,13 10-3250,3 1-115,11 0-91,13-5 90,15-5 0,2 1 45,-20 7 0,-1 0 45,3 4 90,-4 22-90,-18-6 45,-5 19 0,-4 4-45,-8 8-728,5-14 0,-2-2 818,-2 10 630,6-17-541,11-18 1,12-19-180,-4-3 0,2-5-30,8-7 0,6-5 0,0 1 0,-2 3 0,2 1 0,-1 0 0,1-2 0,-1 0 0,1 5-15,12-5 1,-5 13 1499,-18 20-1455,-9 19 0,-6 9 0,-6 3 0,-4 3 0,1 8 0,2 2-135,1 4 0,7-5-1504,10-19 1,3-3 860,7 17 1,22-44 0,-25-9 0</inkml:trace>
  <inkml:trace contextRef="#ctx0" brushRef="#br0" timeOffset="70132">3500 12710 14009,'12'1'-1439,"-7"8"90,-2-3 1349,-28 19 0,-6-9 0,5-3 0,1 0 0</inkml:trace>
  <inkml:trace contextRef="#ctx0" brushRef="#br0" timeOffset="70498">250 13373 11266,'-39'-15'2698,"11"5"-1259,0-1-4716,73 8 3060,-5 4 0,9 2 0,8 0 187,-20-1 0,4 0 0,3 0 0,3 0 0,2 0 0,-1 1 0,0-1 0,-2 0 0,-3 0 20,6 1 0,-4-1 1,-1 0-1,1 1 1,3-1-1,7 1-134,-15 0 0,5-1 0,3 1 0,2-1 0,3 1 0,2 0 0,0 0 0,1 0 1,-1 0-1,-1 0 0,-2 0 0,-2 0 0,-4 0 0,-3-1 0,-4 0-32,17 2 0,-9-1 0,-3-1 0,1 1 0,9 1 86,-15-2 0,4 1 0,3 0 0,3 0 0,1 0 0,1 0 0,-1 0 1,0 0-1,-1 0 0,-3 0 0,-4-1 0,-3 1-288,14 1 0,-5 0 0,-3-1 1,-2 1-1,0-1-442,3 0 1,-1 0 0,-2 0 0,-3-1 683,6 1 0,-2-1 0,-25-3 1,-38-5-1,-11 0 0,1 0 1</inkml:trace>
  <inkml:trace contextRef="#ctx0" brushRef="#br0" timeOffset="83289">14475 4944 9422,'12'-8'1169,"-3"9"-809,-10 23-225,-5 6 0,-2 8-46,-2 0 1,-1 7 0,-2 1 0,2-4-1183,2-5 1,0-2 0,-1 2 705,-3 9 0,-1 4 1,1-1-1,3-9 617,4-12 0,2-3-500,-3 5 0,3-2 270,5 9 0,2-24 0,3 2 0</inkml:trace>
  <inkml:trace contextRef="#ctx0" brushRef="#br0" timeOffset="83822">14329 4807 9152,'4'-31'180,"2"12"0,8 1 179,19 7-134,4 5 0,4 2-180,-8-1 0,5 1 63,1 3 0,9 1 0,4 0 0,2 2 0,-3 0-655,-9 1 1,0 1 0,0 1 0,0 0 0,0 0 0,0-1 405,8 0 0,0 0 0,0 0 0,-1 0 0,-1 1 141,-3 0 0,1 1 0,-2 0 0,-2 0 0,-4 1 346,4 1 1,-3 0-1,-5 0-166,-2-1 0,-1 0 0,18 3 0,-9 4 270,-29 10-270,-16 7-90,-3 2 0,-3 11 0,-1 4 0,2-3-46,3-7 1,1-1 0,1 1 0,-1 3-114,0 0 0,-1 3 0,-1 3 1,1 0-1,1-1 0,0-1 87,2 2 0,1-1 0,1 0 0,0-2 0,-1-2 4,1 0 1,0-2 0,-1-1-1,-3 1 0,-5 5 1,-4 3 0,-2-4-1,-1-9-22,-3-5 0,-8-9 556,-9-7 1,-10-3 0,-6-5-1,1-5-586,12-4 0,-1-5 0,-1-2 0,-1-2 0,1 0 0,-1 2 0,0 0 0,0 0 0,-1 0 0,0 0 0,-1-1 1,-2-1-264,2 1 1,-2-2 0,-3 0-1,-1-1 1,2 1 0,2 0-1,3 1 1,5 1-528,-3 0 1,6 1 0,1 0 0,-1 0 350,-10-2 1,-3-1 0,4 0 0,12 3 0,4-1 0,13 2 0</inkml:trace>
  <inkml:trace contextRef="#ctx0" brushRef="#br0" timeOffset="84216">12158 4774 10591,'-11'-10'1259,"4"-2"-2898,27 10 1,11 5 896,4-1 0,9 2 798,-9 2 0,7 2 0,6 1 1,4 1-1,1 2 0,0-1 1,-2 0-1,-6-2-236,0 1 1,-4-1-1,-1 0 1,0 0-1,3 2 1,5 0 134,-9-1 0,4 1 0,2 1 0,3 1 0,2 0 0,0 1 0,0-1 0,-1 1 0,-1-1 0,-3 1 0,-2-2 0,-4 0-134,9 3 1,-5 0 0,-2-1 0,-1 0 0,1 1 0,3 1-42,-5-1 0,3 1 0,1 1 0,1 1 0,0 0 0,-1-1 1,-1 1-1,-2-2 0,-3 0 147,7 3 1,-3-2-1,-2 1 1,0-1-1,0 0 1,3 1 0,0 1-1,0 0 1,-1-2-1,-3-1 1,5 1-1,1-1 1,-1 1 0</inkml:trace>
  <inkml:trace contextRef="#ctx0" brushRef="#br0" timeOffset="84666">18292 4983 9602,'-11'-34'269,"3"14"1,-7-1 0,-2 1-90,-1 5 90,-18 2 0,-9 5-1363,10 11 1,-3 6 0,-4 2 933,3-3 0,-3 1 0,-2 1 0,-4 1 0,-5 2 54,16-3 0,-3 1 0,-3 1 0,-3 1 0,-1 1 0,-1 0 0,0 0 0,0 0 0,0 0 1,3 0-1,1-2 0,3 0-71,-5 2 1,3-2 0,1 0 0,2 0 0,-1 0-1,0 0 1,-2 0 0,-3 1 52,2-1 0,-3 1 1,-1 1-1,-2 0 0,-1 0 1,0-1-1,0 1 1,2-1-1,1-1 0,3 0 1,3-2 37,-10 2 0,3-1 0,3-2 0,1 1 0,0-2 0,0 2 0,3-2 0,1 1 1,0-1-1,1 1 0,-2-1 0,0 1 0,-2-1 0,1 1 0,0-1 0,0 1 0,0-1 1,-1 1-1,1-1 0</inkml:trace>
  <inkml:trace contextRef="#ctx0" brushRef="#br0" timeOffset="88088">20367 7293 8972,'-32'-22'-60,"-1"-1"0,6 4 0,-1 0 105,-1-1 0,-4-2 15,-1 2 0,-2-1 0,0 1-15,0-2 0,-6 2 0,11 8 0,-6-2 0,-4 0 0,-2 2 0,-1 3 0,-1 6-455,2 4 0,-1 4 1,-1 2-1,-2 4 1,0 2-1,-2 2 0,0 1 1,0 2 412,10-3 0,-1 2 1,-1 1-1,-1 2 0,0 1 1,0 1-1,-1 1 1,1 0-1,-1 1 0,1-1 1,1 0-1,1 0 0,0-1-186,-2 1 0,0-1 1,0-1-1,0 0 0,1 1 1,1 0-1,0 1 0,1 2 1,1 1-1,2 2 1,1 3 159,0 3 1,0 2-1,0 3 1,1 2-1,0 1 1,2 1-1,2 1 1,2-1-1,4 1 1,2-2-1,5-1 1,4-2-30,2 8 1,6-1-1,5-1 1,4 0 0,3-1-1,4 1 1,3 0-106,0-6 1,5 0 0,2 1 0,3 0-1,2 0 1,1-1 0,1-1 0,1-1-1,-1-2 1,-1-2 117,5 4 1,1-1-1,0-3 1,1-1-1,1-2 1,3-2-1,2-2-104,-3-4 0,3-1 0,1-1 0,2-1 0,1-1 0,0-3 0,0-2 0,-1-2 0,0-3 130,5-2 0,-1-4 0,0-2 1,0-4-1,1-1 0,-1-3 0,2 0 61,-7 0 1,0-2-1,1-1 1,0-1 0,0-1-1,0-2 1,0-2 0,0-2-1,0-1 1,-2-2 0,1-2 0,0-3 0,0-1 0,1-2 0,-1-1 0,-1 0 1,0-1-1,-2 1 0,-1 0 0,-1 1-29,1-1 0,-1 2 0,0 0 0,-2 0 0,-1 0 0,-1-2 0,-2-2 0,-2-2 0,-2-3 43,-3-1 1,-2-4 0,0-3 0,-3-2 0,0-1 0,-3-1 0,-1 1 0,-1 1 0,-3 3 0,-2 2 0,-2 5-64,0-8 0,-4 5 0,-3 3 0,-4-2 0,-5-4 10,-1 4 0,-3-4 0,-3-3 0,-2-1 0,-3 0 0,-1 1 0,-1 2 0,-2 5 0,1 4-25,-5 2 0,-3 6 0,-1 3 0,-1 1 0,-1 0 0,-1-2 2,2-3 0,0-2 0,0-1 1,-2 1-1,-2 1 0,-3 3 0,-4 4-143,5 7 0,-4 3 0,-2 1 0,-3 3 0,-2 0 0,0 2 1,-1 1-1,1 1 0,1 1 0,3 1 0,2 0 156,-2 0 0,2 2 0,2 2 0,1 0 0,0 2 0,-1-1 0,-2 1 0,-2-1 0,3-1 0,-2 0 0,-2 0 0,-2 1 0,1-1 0,-1 1 0,0 0 0,1 0 0,2 2 0,2 0 0,2 1 0,-2 5 0,0 0 0,0 0 0,0 0 0,0 0 0,0 0 0,0 0 0</inkml:trace>
  <inkml:trace contextRef="#ctx0" brushRef="#br0" timeOffset="88916">10539 6838 5896,'-23'-26'449,"-1"-1"1,-9 0 0,-3 0-360,9 5 0,0 0 0,-7 3 35,-4 4 1,-8 3 0,-3 2 0,2 1 0,5 1-96,5 1 0,4 2 0,-8 3-164,6 3 0,-7 2 0,-5 1 0,-3 2 0,-1 1 0,1 1 0,2 0 0,5 0 0,6-1 163,-13 5 1,9 2 0,-8 5-12,14-4 0,-6 2 0,-4 3 0,-2 1 0,-3 2 0,2 2 0,0 1 0,4 1 0,5 1 0,5 0 7,3 7 1,7 1 0,3 3 0,2 1 0,1 0-1,-2-1 1,-3-2-39,-5-1 0,-4-2 0,-2 0 1,2-1-1,2 3 0,6 1 0,9 5-32,8-3 0,6 5 0,4 3 0,3 2 0,4 1 0,1-1 0,3-2 0,0-2 0,1-5 1,0-5 21,10 11 1,2-10-1,5-2 1,6 4-73,-10-10 1,2 3-1,4 1 1,1 2 0,3 0-1,0-1 1,2-3 0,0-2-1,0-4 1,-1-5 49,5-4 0,1-5 0,0-4 0,2-2 0,-1-3 0,1 0 0,0-1 0,0 2 33,-1 2 1,0 0 0,0 1 0,1-2 0,-1-1 0,2-2 0,0-3-1,2-4 42,-7-2 0,2-3 0,2-3 0,2-3 0,-1-1 0,1-1 0,-1-1 0,-1 0 0,-2 0 0,-2 1 0,-3 1 0,-3 1-12,13-4 0,-6 2 0,-4-1 0,0-4 0,2-8-17,-13 7 1,2-3 0,3-4 0,0-2-1,1-2 1,-2-3 0,-1 0 0,-2-1-1,-4 0 1,-4 0 0,-6 1 0,-5 1 67,-6-7 1,-7 0 0,-5-1 0,-6 0 0,-3-1 0,-3 1 0,-1 0 0,-2 1 0,0 1-54,2 4 0,-3 0 1,-1 0-1,-2 0 1,-1 1-1,-2 0 1,0 1-1,-2 0 0,0 2 1,-1 1-1,0 2-43,-2-2 0,0 0 0,-2 1 0,0 0 0,-1 2 0,-1 2 0,-2 3 0,0 2 0,-1 4 0,-2 4-171,-2 4 1,-4 3 0,-1 3-1,-2 3 1,0 3 0,0 3 0,1 2-1,1 2 1,3 2 0,4 1 17,-5 6 0,3 3 0,3 4 0,1 2 0,1 2 1,1 1-1,0 2 180,2-1 0,1 2 0,0 1 0,0 2 0,2 1 0,1 0 0,1-1 0,1 0 0,-3 4 0,2 0 0,1 0 0,2 0 0,0 1 0,1 2 0,6-3 0,-1 1 0,1 0 0,-1-1 0,1 1 0,-1 0 0,1-1 0</inkml:trace>
  <inkml:trace contextRef="#ctx0" brushRef="#br0" timeOffset="90249">16641 12790 7083,'-34'-17'90,"0"0"0,1 3 0,-8-2 0,-4-1 0,-2 0 0,1 0 0,3 2-55,3-1 1,2 2 0,1 0 0,-3-1 0,-6-1-364,7 2 0,-5 0 0,-3-2 1,-2 0-1,-1-1 0,-2 1 1,1 0-1,1 1 0,2 0 1,2 2 346,0 0 1,2 2-1,1 0 1,1 1 0,-1 0-1,0 0 1,-1 0-1,-2 1-125,1-1 1,-1 0-1,0-1 1,-1 0-1,-1 1 1,-1 0-1,0 2 1,-2 0-1,0 2 1,-1 2 143,7 2 1,-2 1-1,-1 1 1,-2 2-1,0 0 1,-1 1 0,0 0-1,1 1 1,0 1-1,0-1 1,2 0-1,2 1 1,1-2 0,2 1-150,-10-1 0,4-1 0,2 0 1,1 0-1,1 2 0,-1 1 0,-3 3 1,-3 3 133,12-1 1,-3 1 0,-2 2 0,-2 1 0,-1 2 0,-1 0 0,0 1 0,0 2 0,1 0 0,1 0 0,2 2 0,3 0 0,2 0 0,3 1 0,5 0 9,-6 9 1,6 0 0,3 2 0,4 1 0,0 1 0,1 0-1,-1 1 1,-3 0-125,-1-1 1,-2 0 0,-1 1 0,-1 1 0,2 0 0,0 0 0,2 0 0,3-1 0,3 1 105,-3 7 0,3 0 0,3-1 0,3 2 0,4 1 0,4 2 7,6-4 1,4 4-1,4 2 1,2 0-1,1 0 1,2-2-1,-1-3 1,-1-4-23,2 7 0,0-6 0,3 0 0,5 7-29,-3-15 0,3 5 0,2 3 0,2 3 1,2 1-1,1 1 0,1 0 0,0-1 0,-1-2 1,0-3-1,-1-4 0,-2-4 29,7 7 0,-2-7 0,0-3 0,3 0 0,5 5 0,-8-8 0,3 2 0,3 2 0,2 2 0,1 0 0,2 0 0,0 1 0,1-2 0,0 0 0,-1-3 0,0-2 0,-1-2-25,2-1 0,0-2 0,-1-3 0,1-1 0,-1-1 0,2-1 0,2 0 0,2 0 0,3 2-4,-9-5 1,3 2 0,2-1 0,1 0 0,2 0 0,1 0 0,1 1 0,1-1 0,-1-1-1,1 1 1,-2-1 0,0 0 0,-1-1 0,-1 0 0,-3-1 0,-1 0 18,10 3 0,-2-1 0,-3 0 0,-1-1 0,0-1 0,0 0 0,1-1 0,3-1 0,3-1 3,-8-3 0,2 1 1,3-2-1,2 1 1,1-1-1,1-1 1,0 0-1,1-1 1,-2 1-1,-1-2 1,-3 0-1,-1 0 1,-4-1-1,-4 0 1,-4-1 110,21-1 0,-12-2 0,0-2 0,7-3-100,-12 3 0,4-2 0,4 0 1,2-2-1,1 0 0,0-1 1,0 0-1,-2-2 0,-3 1 0,-4-1 221,6-4 1,-4 0 0,-3-1 0,0-2 0,1-3 0,2-4-153,-8 4 1,1-4-1,1-3 1,1-1 0,1-2-1,-1-1 1,0 0 0,-1 0-1,-2 2 1,-1 1 0,-3 3-82,8-6 0,-2 5 0,-2 0 0,-3-1 0,-2-4 0,-3-7 67,-9 6 1,-1-4 0,-1-4 0,0-2 0,-3-3 0,0-1 0,-3-1 0,-1 0 0,-2 2 0,-3 1 0,-3 3 0,-2 3-22,-6-9 1,-5 3 0,-5 3-1,-3 0 1,-2 0 0,-2-1-1,2-5-30,5 10 0,0-1 0,-1-3 0,0 0 1,0-1-1,-2-1 0,-1 0 0,-1 0 1,-2 1-1,-1 1 0,-3 0 0,-2 3-31,1 5 0,-3 0 0,-2 1 0,-1 0 0,-3 0 0,-1 0 0,-1 1 0,-1 0 0,0 1 0,0 1 0,0 0 0,1 0 0,0 1 0,2 1 0,1 1 0,2 1-80,-6-6 0,1 1 0,2 2 0,1 0 0,0 2 0,0 0 1,-1 1-1,-1-1 0,-2 1 0,-2-1 48,7 5 1,-2-1-1,0 0 1,-1 0 0,-1 0-1,0 0 1,-1 0 0,-1 1-1,0 1 1,0 1 0,-2 0-1,1 3 1,-2 0 0,1 2-165,-1 3 1,-2 0-1,-1 2 1,-1 2-1,-1 0 1,-1 1-1,0 1 1,0 1-1,1 1 1,0-1 0,2 2-1,1-1 1,1 0-1,3 0 1,1 0 158,-8-2 1,3 1-1,3 1 1,2 0-1,-1 0 1,-1 1-1,-3-1 1,-4 0 59,10 1 0,-4 0 0,-2-1 0,-2 1 0,-2-1 0,-1 0 0,0 0 0,-1 1 0,1-1 0,1 2 0,2 0 0,2 0 0,2 2 0,3 0 0,4 1 0,-14 2 0,6 2 0,3 1 0,2 1 0,-1 0 0,-1 0 0,-2 0 0,1 0 0,-1 0 0,0 0 0,0 0 0,0 0 0</inkml:trace>
  <inkml:trace contextRef="#ctx0" brushRef="#br0" timeOffset="94433">9996 9783 8072,'8'-12'990,"0"2"-1,-6-3-359,-3 0 0,-5-10-226,-15 4 1,-4 1-3682,-6-3 3309,3 4 1,-6 1 27,2 6 0,-4 2 0,-2 1-583,-1 0 1,-3 0 0,-1 0 0,2 1 544,2-1 1,0 0 0,1 0-1,-2 1-96,-2 0 1,0 0 0,-1 1 0,-3 1 88,5 2 0,-2 0 0,-2 1 0,-1 1 0,0 2 0,0 3-15,4 2 0,-2 3 0,0 2 0,0 1 0,0 1 0,-1-2 0,1-2-161,1-3 1,-1-2 0,0-2 0,0 1-1,1 2 1,0 4 0,0 5 160,5 2 0,-2 4 0,0 3 0,0 2 0,1 2 0,3 2 0,2 0 0,4 2 0,5-1-30,1 8 0,7 4 0,5 0 0,2 1 0,-1 0 0,-3-1 30,-4-2 0,-3-1 0,-1-1 0,2 1 0,4 3 0,6 4-63,6-4 0,5 4 0,2 3 0,4 3 0,1 0 0,2 0 0,0-2 0,1-3 0,-1-5 1,0-5 39,1 5 1,0-7-1,4-2 1,5 7-11,-3-8 0,3 4 0,3 4 1,2 2-1,2 1 0,1 1 1,1-1-1,2-3 0,-1-3 1,1-5-1,-1-6 3,11 1 0,1-7 0,2-5 0,0-3 0,1 1 0,1 4 120,-6 0 1,2 3 0,0 0-1,1 0 1,0 0 0,-1-2 0,0-2-1,-1-5-90,3-1 0,0-2 0,-2-4 0,1-2 0,1-2 0,3-2-12,-1-3 1,3-3 0,2-3 0,1-1 0,-1-1 0,-2-1 0,-3 2 0,-5 1 11,5-1 0,-7 1 0,1-1 0,7-5-29,-12 4 0,4-3 0,4-1 1,2-1-1,2-2 0,2-1 1,-1-1-1,0 0 0,-1-1 0,-3 1 1,-3-1-1,-4 1 54,6-6 1,-5-1 0,-2 0 0,-3-1-1,1-1 1,1 0 0,2 0-6,-2 2 0,2 0 0,1-1 0,1 0 0,-1-1 0,0 1 0,-2-1 0,-2 1 0,-3 0-5,3-4 0,-1 1 0,-2 0 0,-3-1 0,-3-2 0,-4-2 45,-3-5 0,-2-3 0,-4-2 0,-3-1 0,-5 2 0,-4 1-7,-7-3 1,-7 2 0,-5 0 0,-1 0 0,1-2-42,7 8 1,2-1 0,0-2 0,-2 1 0,-3 0 0,-5 1 0,-7 3-13,1 9 0,-5 0 0,-3 0 0,-4 1 0,-2 0 0,-3 0 0,-2 2 0,-1 1 0,0 1 0,-2 1 0,1 2 0,1 1 0,0 3-93,1 1 0,-1 3 0,-1 2 0,0 2 0,-1 1 0,-1 1 1,1 1-1,-2 0 0,1 1 0,-1 0 0,1-1 0,-1-1 1,0 0-40,4-1 0,0 0 0,-1-1 0,0-1 0,0 1 0,-1-1 0,0 1 0,1 0 0,-1 0 0,1 1 0,0 2 0,0 0 1,0 2-1,1 2 0,1 1 132,-4 1 0,0 2 0,0 2 0,0 0 0,-1 2 0,1 0 0,1 2 0,1 0 0,1 2 0,2 0 0,1 2 0,3 0 0,2 1 0,-11 6 0,3 3 0,4 2 0,2 1 0,1 2 0,2 0 0,0 1 0,0 5 0,0 1 0,0-1 0,0 1 0,0-1 0,0 1 0</inkml:trace>
  <inkml:trace contextRef="#ctx0" brushRef="#br0" timeOffset="95732">15224 17229 7083,'-11'-18'989,"4"5"-359,-7-11 359,-13-3-539,-12-3-360,12 15 0,-2 2 0,-3 5 0,-3 5 0,-9 7 0,-4 5 0,2 1-45,0-1 0,-3 5-320,13 0 0,-5 4 0,-4 4 0,1 0 0,3 0 0,6-3 305,0 1 0,6-2 0,-3 7 21,2-2 0,-3 4 1,-4 3-1,1 2 1,0 1-1,4 1 0,6-1 21,3 5 0,5 2 0,3 1 0,0-1 0,-2 0-546,-3-4 0,-3-1 0,1 0 0,4 2 1,7 2 517,8 2 1,3 5 0,5 2 0,4-2 0,6-4 0,6-7-45,8-8 0,8-6 0,5-5 0,3-1 0,-2 1 0,-3 2-127,-2 6 1,-2 3-1,-1-1 1,2-1 0,3-5 126,2-5 0,3-2 0,2-2 0,1-3 0,0-3 0,-1-4-128,-1-2 0,0-4 0,1-3 1,-1-3-1,0-1 0,1-3 128,-5-1 0,1-3 0,-1-2 0,1-1 0,-1-2 0,1 1 0,0 1-127,0 2 1,2 0 0,0 0-1,-1 0 1,-1-2 0,-2-2-1,-2-4 165,-1-3 1,1-3-1,-1-2 1,-3-2 0,-5-2-1,-7-1 1,-8-2 28,-12 2 1,-8-3-1,-7-2 1,-4-2-1,-3 1 1,0 1-1,1 2 1,5 4 1,2-6 0,3 3 1,-1 2-1,-4 0 0,-8-2-61,-1 11 0,-5-3 0,-5-1 1,-3-1-1,-2 0 0,-2 0 0,0 2 1,0 3-1,2 2 0,3 4 0,4 4-265,-11-3 1,6 8-1,-2 3 1,-8-2 148,8 4 0,-6-1 0,-3 0 0,-3-1 0,-2 1 0,-1 1 0,1 1 0,2 2 0,3 2 0,3 2-417,-2 4 0,2 2 1,3 3-1,0 1 1,0 1-1,-3-2 526,-2 0 1,-2-1 0,-1 0-1,-1 1 1,2 1 0,2 2-1,4 2 1,-10 8 0,3 3 0,5 2-1,3 1 1,6 4 0,0 0-1,0 1 1</inkml:trace>
  <inkml:trace contextRef="#ctx0" brushRef="#br0" timeOffset="96815">21013 10648 9691,'-4'-10'900,"-20"-16"-511,-12 11 1,-12 1 0,0 0-270,9 1 0,0 0 0,-6 1-501,6 4 1,-4-1 0,-4 1 0,-2-1-1,-2 3 1,0 0 0,2 3 436,2 2 0,-2 2 0,1 2 1,-1 1-1,-1 0 0,1 1 1,0 0-1,2 0-45,1-1 0,2-1 0,0 0 1,0 1-1,0 1 0,-1 1 0,0 3 1,-1 2 4,4 2 0,-2 1 1,-1 3-1,-1 0 0,-1 3 1,1 0-1,1 1 1,2 0-1,2 1 0,4 0 1,2-1-17,-5 6 0,4-1 0,3 0 0,3 3 0,2 3 0,0 6-18,7-2 0,1 5 0,1 5 0,1 2 0,1 2 0,2 1 0,1-2 0,2-2 0,2-3 0,2-5-5,-2 14 1,4-7-1,5 0 1,7 5-258,3-13 1,3 4-1,3 3 1,2 1 0,3 0-1,1-2 1,1-2 0,1-6-1,0-6 257,14 6 1,1-11 0,4-4-1,5 3 0,-13-6 1,4 2-1,2-1 1,1 1 0,2-2-1,0 0 1,0-1 0,-1-3-25,4 1 1,-1-3 0,1 0 0,1-2 0,0-1 0,3-2 0,1 0 46,-8-3 0,1 0 0,3-2 0,1 0 0,0-1 0,1-1 0,-1 1 0,0-2 0,-2 1 0,-1 0 0,-4 0 0,8 0 0,-4 0 0,-1 0 0,-2-1 0,1 0 0,0-1 0,1-1 11,0-1 0,0 0 1,1 0-1,0-2 0,0 0 1,-1-2-1,-1-1 0,-2-3 79,0-3 0,0-3 0,-1-2 0,-2-1 0,-1 0 0,-2-2 0,-1 1-18,3-4 0,-4-1 0,-1-1 0,0-1 0,1-4-34,1 3 1,5-3-1,1-2 1,-1-1-1,-6-2 1,-9-1 0,-11-2-19,-13 4 0,-10-3 0,-7-2 0,-5-1 0,-4 0 0,-1 0 0,-1 2 0,3 2 0,3 3-20,-1-8 0,2 3 0,0 3 0,-7 1 0,-10-1-151,11 16 1,-5-1 0,-5-1 0,-3 0 0,-3 0 0,-3 0 0,-2 0 0,-1 1 0,-1 0 0,0 2 0,1 0 0,1 1 0,1 2 0,2 2 0,4 1 0,2 3 8,-14-4 1,5 5-1,3 3 1,0 2 0,-1 1-1,-4 0 1,-6 0 123,16 0 1,-2 1-1,-3 0 1,-2-1 0,-3 1-1,0 0 1,-2 0 0,-1 0-1,1 1 1,-1 0 0,1 0-1,2 1 1,0 0 0,2 0-1,3 1 1,2 1 0,3 0-1,-11 2 1,3 0 0,4 2-1,1 0 1,2 1 0,-1 0-1,-2 1 1,-3-1-1,-1 3 1,0-1 0,0 0-1,-1 0 1,1 0 0,0 0-1,0 0 1,-1 0 0,1 0-1,0 0 1</inkml:trace>
  <inkml:trace contextRef="#ctx0" brushRef="#br1" timeOffset="98232">723 14415 8106,'-23'-30'1095,"5"9"-672,-2 0 0,-3 3-17,-8 4-87,-11 6 123,13 20 14,1 22 1,3 13-343,13-5 0,5 4 0,-2 0 0,-4-7 0,-1 0 0,6 3-173,11-3 0,4 4 0,3 2 1,3-4-1,0-8-53,6 1 1,6-4 64,5 6 1,6 2 0,-3-10 276,-8-16 0,2-7 154,8-8 0,4-7 0,-4-6-119,-4-12 1,-5-7 0,1-1-91,2 6 0,0-1 0,-4-4-732,-9 1 1,-2-3 0,-3-1 0,-6 2 547,-5 2 1,-6 2 0,-4-1-820,-6-8 0,-6 0 0,-2 2 797,0 7 1,-2 3 0,-1 1-146,0 1 1,-1 1 0,-3 6-218,-9 4 1,-2 8 0,2 8-231,0 21 0,2 7 294,-6-14 1,8 8 104,23 16 0,10 11 0,6-5-659,4-14 1,6 0 847,1 0 1,3 5 0,3 1-1,0-3 4,8 4 1,1-3 0,1 1 13,-5-6 0,1 1 1,1-1-1,-2 0-28,6 4 1,-1-1 0,0-1-40,-1-3 1,-1-1 0,-2-1 176,0 3 1,-2 1 422,-3 2 0,-1 4 0,-3-3 203,-1-6 0,-6 2-391,-7 10 0,-8 5 1,-6-5 609,-16-1 1,-5-4-303,12-6 0,0 0 0,-2-2-92,-16 7 0,1-10 54,0-13 0,6-9 1,8-9-1</inkml:trace>
  <inkml:trace contextRef="#ctx0" brushRef="#br1" timeOffset="99749">1343 14902 25080,'-7'-19'-3277,"2"6"0,2 2 0,1 6 0,4 27 6553,0 22-3205,3-6 1,0 1-309,0 0 1,1-2-1403,0-7 1,2-1-1,4 0 1,5-4 992,23 0 1716,2 0-331,-15-25 0,0-10 669,0-19 0,-4-5 238,8-3-657,-11-5 0,-6-2 523,-11 5-564,0-1-462,8 4-141,14 21 0,5 3 328,-6 0 0,3-1-527,4 0 1,5 0 0,-1 2 264,12-1 0,-2 1 42,-13 2 0,0 2 125,8 1 1,-4 8 641,-7 18-1609,7 12-800,-15-3-1815,-6 8-273,-12-28 684,-1-10 2862,-23-21-2161,8-1 1187,-11 8 0,-3 7 1359,-13 31 1324,-4-8-755,24 3 0,4 4-489,4 5 0,4 4-613,2 5 1,5 1-1451,2 2 1,5-3 989,5-6 0,5-6 15,13-9-19,0-22 321,0-22-319,-11 1 478,-4 6 1,-2 0 659,-3-7 55,-4 11 155,-3 19 92,-2 10-1906,1 8-354,2 4 1,3 4-78,9 0 1,2 0 402,-7-2 0,4-2 366,23 0 0,8-14 946,-11-21 0,0-11 0,-1 1 352,11 6 1,0-6-628,-16-1 0,2-5 0,0-4 1,-2-2-1,-5 0 617,-2-7 0,-5-2 0,-1-1 0,1 1-947,1 6 0,1 2 0,0-2 0,-4-2 350,-2-5 0,-2-4 0,-2-1 0,-2 2 0,-2 7-7,-4 4 0,-2 4 1,-1 0-395,4-6 1,0 1 0,-5 9-2354,-12 11 1745,10 41 0,4 27 1,-1 1 245,-2-10 0,-1 3 1,0 0-1,1-1 221,1-1 1,0-1 0,1 1-1,-1 2 199,0 1 1,0 2 0,1 1-1,0-4 1,0-7 49,1 0 1,2-3-180,-1 10 1,0 4 0,7-11 262,21-4 347,8-20 419,-10-15 1,1-6 665,-2-6 0,-1-4-344,2-3 1,-1-3-89,1-4 1,-2 0-5,-5 7 1,-2 3 291,6-7 693,-27 52-1797,0 0 0,2 4-1284,6 17 0,6-1 759,8-14 0,4-4 1,0 0-1,2-8 0,4-21 1,0 0-1</inkml:trace>
  <inkml:trace contextRef="#ctx0" brushRef="#br0" timeOffset="99981">3166 14589 8972,'-12'-18'2249,"0"3"-4858,-1-5 2609,3 19 0,5 0 0,3 14 0</inkml:trace>
  <inkml:trace contextRef="#ctx0" brushRef="#br0" timeOffset="100348">3471 14305 9515,'8'-42'1979,"-3"16"-1799,7 16-90,-8 24-60,-2 13 0,-2 11 0,-1 2 30,-2 6 0,-1 2 0,-1 3-257,2-12 0,0 1 0,0 2 0,0 1 0,1 1 39,0 3 0,1 3 0,-1 1 1,1 0-1,1-2 0,-1-4-532,1 0 0,0-3 1,0-1-1,2 1 509,0 8 0,1 3 1,2-4-1,4-14-1495,22-2 1677,-8-18 493,4-25 0,-13-14 0,0-4 1</inkml:trace>
  <inkml:trace contextRef="#ctx0" brushRef="#br1" timeOffset="100532">3560 15000 24246,'-25'-23'-3277,"12"9"0,-2 0 2426,27 3 2377,2 2-356,29-6-991,-6 8 1,1 0 0,-9 3 0,-1-1 0,11-1 0,0 1 0</inkml:trace>
  <inkml:trace contextRef="#ctx0" brushRef="#br1" timeOffset="101132">3970 14882 24516,'-12'-16'-3277,"4"4"0,-1 14 6009,0 19-2899,-3 22-203,7-13 1,2 3-419,4 8 0,4 1-153,7-6 1,5-5-138,5-8 0,3-5 1804,18-8 132,-16-29 0,0-15 0,-3 1-1178,-5 2 1,-3 0 424,3-2 0,1-1 0,-3 5 780,-1-1-63,-18 62 1,-4 18-513,3-20 0,-1 2-193,-1 8 0,-2 5 0,2 3-329,2-8 1,2 3 0,-1 2 0,2-3 0,-1-4-584,0-1 1,1-5 0,0 7 476,0 0 1,2 8 0,-1 3 0,1 0 0,1-4 0,-1-9-439,2 5 1,2-1 207,0 2 1,3 6 0,-2 0 0,-5-11-1496,-9 8 2598,-28-31 1,-11-14-15,14-12 0,-1-10 0,-1-1-199,-2-1 0,-2-3 0,-1 0 0,4 2 114,2 3 0,3 2 1,2 1 103,1-2 1,6 1 333,4-2-563,40-1 0,25-4 1,1 1-849,-7 3 1,1 2 0,1-2 600,-3 1 1,2-1-1,1 0 1,-1 2-1,-5 1 1,1 2-1,-3 0 1,-2 1-1,7-3 1,-1 0-1</inkml:trace>
  <inkml:trace contextRef="#ctx0" brushRef="#br1" timeOffset="101333">5035 15359 31251,'-14'-28'-820,"16"20"1,2 1 0,13 21 0</inkml:trace>
  <inkml:trace contextRef="#ctx0" brushRef="#br0" timeOffset="101833">14709 17675 12570,'5'-12'3276,"1"1"-2594,-1 6-1042,1 0-1169,-2 3 269,4 1-449,-3 3 1709,2 1 0,-5-1 0,-2 0 0</inkml:trace>
  <inkml:trace contextRef="#ctx0" brushRef="#br0" timeOffset="103033">2757 13018 10141,'1'-9'900,"5"-5"-4049,24 2 2250,-9 0 899,19 3 0,-7 4 0,3-1 0</inkml:trace>
  <inkml:trace contextRef="#ctx0" brushRef="#br0" timeOffset="103615">14752 18089 9691,'-10'-16'2339,"2"4"-1619,5 1-1350,1 4-809,-5-1-1838,-2 3 2457,-4 1 1,-9-2 0,1-3 0</inkml:trace>
  <inkml:trace contextRef="#ctx0" brushRef="#br0" timeOffset="104648">2260 11139 9332,'4'-25'359,"2"-6"-3057,7 20 2698,-3-2 0,11 9 0,-6 5 0</inkml:trace>
  <inkml:trace contextRef="#ctx0" brushRef="#br0" timeOffset="125782">8487 10966 8342,'10'2'630,"7"2"-270,19 4-181,-4-4 1,8 1 0,2-1 0,-4 1-645,8 1 1,6 1 565,-15-4 0,9 1 0,6 0 0,3 0 1,1 0-1,-2 0 0,-5-1 0,-5 1-779,1-1 1,-6 0-1,0 0 1,6 0 766,-4-1 1,5 1 0,4-1 0,2 1 0,-1-1 0,-2 1 0,-4-1 0,-5 0 419,15 0 1,-7 0 0,-2-1-420,-3 0 0,-1 0 0,-3-2 585,2-3 0,-10-2-226,-18-1-269,11-8-741,-16 8-2716,-3 10 4549,-4-1-1272,-8 8 0,-9-5 0,-6-1 0</inkml:trace>
  <inkml:trace contextRef="#ctx0" brushRef="#br0" timeOffset="126883">19695 11935 7803,'-8'-23'629,"2"4"271,-4-2 449,1 5-809,0-2 989,-2 1-900,12 8-1965,36 8 0,16 6 1381,-24-4 0,5 2 5,-3 0 0,8 2 0,8 0 0,3 1 0,3 1 0,1 0 0,-2-1 0,-4 0 0,-5-1-486,3 1 0,-4-1 1,-3 0-1,4 0 0,5 1 452,-10-2 0,5 1 1,3 0-1,2 0 1,2 1-1,0-1 0,0 1 1,-2-1-1,-2-1 1,-3 1-1,-5-2-248,11 2 1,-4-1 0,-4-1-1,-1 0 1,1 0 298,10 1 1,1 0-1,-3 0 1,-5-4 22,-5-4 0,-4-1 0,-8-2-270,-1-4-1991,4-13-797,-40 22 2968,-3-1 0,-22 10 0,1-3 0</inkml:trace>
  <inkml:trace contextRef="#ctx0" brushRef="#br0" timeOffset="174497">22312 16324 6993,'-5'-46'1619,"1"11"-1169,-1-11 179,1 19-449,3 14 450,-1-3-360,8 41-180,3 14-30,-4-7 0,1 6 0,0 4-202,-1-3 1,-1 2 0,0 3 0,0 2 0,0-1 171,-1-4 0,0 2 0,0 0 0,0 0 0,0 0 0,0-1-30,0 4 0,0 0 0,0 0 0,0-2 0,-1 0 22,1 3 1,-1-2-1,0 0 1,0 0-1,-1 2 1,0 1-1,0-1 1,0-2 7,-1-1 0,0-3 0,0 3-30,1 3 0,-1 3 0,1 0 0,-1-4 0,0-5 0,-1-4 0,1-3 45,0-1 0,1-3-45,-1-3 0,0-1 449,3 6-449,0-31 0,-1 6 0,31-8 30,1 4 0,10 2 0,5 1-45,-10-3 0,4 2 0,3-1 0,1 1 0,-1-1 0,-2 1-469,0 0 1,-1-1 0,-1 1 0,2 0 0,5-1 453,-10-1 0,4 0 0,2 0 0,2 0 0,0 0 0,0-1 0,-1 0 0,-1-1 0,-3 0-45,9-1 0,-2-1 0,-1-1 0,-1 0 0,-1 0 0,1 0-318,-2 1 0,-1 1 0,-1 0 0,1 0 0,0-2 0,1 0 354,-2-1 1,2-2-1,1 1 1,-1-2-1,-1 0 1,-4 0-1,-5-1 84,9-4 1,-7-1 0,1 0 14,8-1 0,0 0 0,-4 1-60,-3-3 0,-8 2 0,-6 2 2337,-12 5-2337,0 3 3276,2 0-3102,-4 2-78,-3 2-96,-2-1 270,1 1-90,0-2-90,-2-3 0,0-6 0,-2 0-90,1-22 45,0-2 0,-1-4-45,0 11 0,-1-2 22,1-6 1,0-7-1,-1-3 1,-1 0-282,-3 6 0,0 0 0,-1-1 0,-1-1 0,1-1 259,0 2 0,0-1 0,0-1 0,0-1 0,-1 0 0,-1 0-15,0-5 0,-1 0 0,0-1 0,0 0 0,-1 0 0,1 0 0,-1-1 0,0-1 0,0 0 0,0 1 0,0 2 0,1 1 15,0 5 0,1 2 0,0 2 0,0-1 0,0-2-18,0-7 0,-1-3 0,1 0 0,1 3 0,0 3 18,-1-4 0,0 4 0,1 3-45,0-9 0,-1 5 45,1 7 0,0 5-180,-6-6 0,-1 12 180,-1-6-89,0 15-1,6 12 0,-7-5 90,5 7 0,-12 0 0,-15 13 144,-1-1 1,-9 0 0,2 1 290,2-1 1,-5 0-428,12-3 0,-7-1 0,-5 0 1,-3 0-1,-1 0 0,2 0 1,4-1-1,5 0 1009,-12-1 0,8 0 1,-12-1-765,21 1 0,-5-1 0,-5 0 0,-2-1 0,-3 1 0,-2 0 0,-1 0 0,1 0 1,0 0-1,2 0 0,2 1 0,3-1 93,-6 1 1,2 1 0,2-1 0,1 1 0,0-1 0,-1 1-1,0 1 1,-2-1-203,4 1 1,-2-1 0,-1 1-1,0 0 1,-1 0 0,1 0-1,0 1 1,2 0 0,1 0-1,3 1 80,-12 2 1,0 1 0,2 0 0,4 1-1,3 1 1,7 2 0,-3 3 0,7 2-1,8 2 1,-1 23 0</inkml:trace>
  <inkml:trace contextRef="#ctx0" brushRef="#br1" timeOffset="176951">23287 17370 28352,'-5'-20'-3277,"0"0"0,2 10 0,-3 0 0,-9 6 4412,-4 7 572,-7 4-1346,7 9 1,0 5-1159,4 0 0,1 1 1186,-1 0 1,0 0 265,0 16-289,10 3-783,6-8 0,2 3-803,-1 8 0,1 1-79,2 0 1,0-3 312,-1-13 1,-1-3-170,0 2 129,-3-8-124,0-1 479,-2-1 703,0-4 316,-7-4 923,-3 1 243,1-1-76,-2 0 284,6-5 181,-4 2-157,4-2-1,-1-8 19,5-1-2073,1-7-1225,2 4-93,3 3 1100,3 2 1314,7 5-39,14 2-13,2 1-353,6-2 439,-9-2 0,-2-1 1652,9 0-975,-6-1 0,-1 1 151,3-2-1236,9-2-130,-19 1 102,12-3-262,-14 2-217,9-2-85,-6 3 147,8 2-36,-2 3-123,-1-1 117,10 1 36,-14-2 111,8-2 344,-12 1-119,7-3-336,-5-2-306,6-5-56,-10 3-253,-7-4-1010,-9 5-1122,-3-4 437,-6-5 380,1-2 108,-1-2 182,5 6-151,6-1-164,4-1 1477,1-4 958,-1 2-545,-2-3-628,-1 9 47,-3-4-231,0 2 502,-6-9 672,-2-1-174,-1 1 114,-6-1 291,9 12 329,-8-9 97,4 6 347,-1-2-275,1-1-429,2 2-338,0 2 65,2 1-319,-6-1 370,-3 5 498,3 0-148,-16 1 630,4 5 347,-1-1 123,1 2-175,-1 3-800,-11 6-592,-6 5 0,6 3 0,12 2 0</inkml:trace>
  <inkml:trace contextRef="#ctx0" brushRef="#br1" timeOffset="178167">23226 17868 28082,'0'-15'-3277,"0"-1"0,1 8 0,-1-5 0,-9 11 2296,-12 17 2107,2 5-643,-5 21-2464,16-19 2792,7 18-842,6-22 365,8 12 409,12-23-791,2-12 866,-2-3 262,-8-9-541,-7-7-366,-5 1 327,-10 3-418,-7 23 1886,-6 8-2437,5 11-1168,5 0-120,5-2 486,11-8 1739,9-31 641,5-21-615,-10-5-2675,-14 20 300,-15 32 2959,-1 24-849,2 0 314,8-3-1026,16-19 403,-2-14 1095,13-15 12,-8-7-815,-1 4-2522,-11 20-967,3 21 3036,-4 4 0,10 3 0,1-11 1</inkml:trace>
  <inkml:trace contextRef="#ctx0" brushRef="#br1" timeOffset="178784">23543 17982 28352,'1'-13'-3277,"0"-4"0,0 8 0,-1-4 0,0 6 0,-10 17 4348,-2 14-1021,-5 15-2446,11 0 2572,18-19 694,1-12 815,9-13 832,-3-12-820,-5-6-1935,2 1 515,-9-1-471,-8 12 26,-8 4 846,3 2-871,-6 7 245,2 6 40,10-3-1343,-4-6 2313,10-2-983,-3-9 1,-2 9 0,0 0-1</inkml:trace>
  <inkml:trace contextRef="#ctx0" brushRef="#br1" timeOffset="182719">23350 17559 28442,'-4'-11'-3277,"-1"-5"0,0 5 0,-2-2 0,-11 11 3515,6 5 1317,-13 8-1034,12 11-2452,6-1 1957,7 1-544,40-14 2474,-17-8-884,10-6 1,1-7-1117,-3-18-999,1 1 612,-27-1-365,-15 23 1936,-17 11 1,-3 7 1431,-6 10-2855,2 0 0,1 3-304,12 1 1,4 0-570,-7 8 902,13-1-681,28-30 3552,13-25-3581,-8-7-255,-6-4 71,-32 16 714,2 16 1918,-22 21-525,14 16-472,-2-6-2007,15 15 188,13-35 864,3 6 455,7-18 1340,0-4-1966,11-13 240,-13-1 1,-2-1 85,6-6 6,-8-1 0,-7 4 20,-11 16 1016,1-7-626,-9 22-166,-3 20-934,10 9 259,-3-3 507,26 4 22,8-33 2956,0 3-1812,10-31-156,-21 4-2607,6-10 1311,-16 10-161,-3 10 447,-21 18 2239,6 16-3571,-8 12 360,16-6 224,11-7 261,5-16 1318,15-15 1692,1-25-2016,-10 8 0,-2-3-1298,-3 5 0,-4 0-88,-10-17 215,-23 52 2684,9 4-959,3 6 0,3 4-1187,8 1 1,4 0-1571,1 13 1136,7-2 319,22-28 2648,6-32-667,-3 5-1979,-11-8 0,-5-3-373,-12 6 49,3-9 685,-30 41 2498,13 8-1835,-2 6 0,3 5-1674,10 1 1,5 0 159,2 3 0,4-2 436,7-5 1,2-6 1126,19-3 1490,-2-24 192,-13-5-2767,2-15 690,-16 15 465,3-10 55,-24 30 974,-7 18-1857,3-1-846,9 24-1182,17-32 1153,15 7 1469,0-24 1,2-8 201,0-3 1,-2-2-29,1 2 1,-5-1-955,0-26 124,-44 32 1237,7-3 646,-22 16 214,7 13-1963,-6 12-508,9 2-99,31-13-1021,29-29 3289,10-12-1714,-6-9-109,-23 13-1411,-18 2 246,-32 21 2548,-6 18-891,19-6 0,3 3 1218,-1 18-2892,31-15-77,25-33 2384,-2-7-409,-9 2 0,-3-5 767,-6-20-3253,-13 13 218,-32 3 2354,3 25 0,-3 6 321,4-1 1,0 3 92,-4 3 1,3 3-1185,0 12-194,21-9-342,14-4 467,25-11 2926,3-4-2111,7-4-414,-15 2 92,3 3 625,-17 4-124,6 7 309,-19 17-1868,-2 2-1728,-2-1-1,13-1 286,9-26 2325,30-11-244,-11-17 0,0-7-71,-5 1 1,-1-1 91,0-1 0,-5 1 1443,-5-9-356,-14 16-653,-23 24 785,-3 15 0,-1 7-1683,-5 7 1,-1 3 188,1 2 0,3 0 277,8-8 0,1-3-249,-2 3 223,6-7 442,19-8 459,16-27-1487,7-6 850,-15 4 0,-3-3-322,-3-16-292,-5 6-168,-5 1-276,-3 18 232,-5 15 2340,2 22-2301,2 1 0,1 3-82,1-1 1,1 0 253,1 3 1,4-5 353,13-8 1561,-2-19 1449,12-28-2275,-15 3 1,-3-3-1571,-1 6 1,-1-1 1208,2-4 0,-5 4 182,-11 10 366,-1 17 1673,-13 29-2658,11-6 0,0 2-1619,-4 16 1961,2-5-114,16-38 2411,0-12-1952,8-26-427,-9 10 0,-2-1-2579,-1-19 1665,-7 2 300,-6 33 637,-11 30 85,6 15-3373,1 10 2699,13-2 1,10-7-1,2-5 1</inkml:trace>
  <inkml:trace contextRef="#ctx0" brushRef="#br0" timeOffset="192298">22640 17117 7892,'-2'-17'2069,"1"1"-989,-1 7-631,1-1-269,-6 19-45,-1 15 0,-1 9-75,1 0 0,0 2 0,-1 4 7,1 0 1,0 4-1,0 0 1,0 0-888,1-3 1,0 1 0,1-2 0,0-1 840,-1 5 1,2-2 0,-1-3 23,1 1 0,0-2 45,-2 9 0,1-1-225,3-11 0,-1 0-90,-2 13 0,1-2-1414,2-15 1,2-6 1602,0-4 1,0-4 0,1-14 0</inkml:trace>
  <inkml:trace contextRef="#ctx0" brushRef="#br0" timeOffset="193849">22769 16954 8612,'-4'-10'-360,"1"2"360,0 3 360,0 1-270,9 5-90,-1 0 90,19 4 0,7 1-90,-4-3 0,3-1 60,13 1 0,8-1 0,4-1-258,-16-2 1,5 0 0,1-2-1,1 1 1,-2 0 0,-3 0 197,3 0 0,-3 0 0,-1 0 0,5-1 15,-1 0 0,6-1 0,1 0 0,0-1 0,-5 0 0,-8-2 299,11-7 1,-6 0-180,7 1 0,-4-1 0,-16-1 0,-8 0 45,-11 3-90,-3 3 180,-2 0-270,-1 14 0,-3 0 1364,-1 20-1364,-3-9 0,-1 29 0,2-10 0,0 4 0,0 7 0,0-3 0,0 2 0,1-3 0,-1 6 0,1-1-724,-1-8 0,0 1 0,1-1 724,2 8 0,1 0 30,1-7 0,1 3 0,-1-1 0,-1 1 0,-1-1 0,0 3-8,1-3 1,-1 3-1,0 0 1,-1-5-1345,-4 8 1,-2-4 1321,2 3 0,-1-4-129,-5 2 129,2-21 0,1-1 0,0 4 1566,1-1-1476,3-11 3186,1 0-3152,1-9 123,0 0-247,3-2 0,3 0 90,1-3 0,1 1 0,-38 0-90,-17-2 45,17 0 0,-4 1-45,-5-2 0,-8-1 0,-1 1 0,3-1-1093,-1 1 1,3 0 0,-3 1 1085,2-2 1,-2 1 0,0 0 0,1 1-33,-3 0 1,2 0-1,-2 2 61,8 2 1,-2 0 0,0 1-1,3-1-22,-3 0 0,2 0 0,-3 1 0,-2 1 0,-5 0 0,1 1 0,3-1 0,3 1 0,2-2 0,1 1 0,4-1 0,1 0 0,1-1 0,-12 2 0,4-1 0,13-3 0,5-1 0,-1 0 0,-1-1-90,12 0 3366,4 0-6553,1 0 3299,18-5 1,2-1 0,16-6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45:01.1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 7832 13020,'2'-11'269,"-1"0"-89,0 4 0,0 2 180,0-3-180,-1 3 450,1-2-541,0 19 1,-3 17-90,-1 26 90,-1-1-1298,-1 1 1208,1-17 0,1 0-629,0-1 629,0-3 0,1-3 90,0-4-90,1-4 0,-2 10 90,2-3 933,-1 5-1203,0-12 455,1-2-3783,0-10 3508,-1 0 0,1-6 0,1-2 0</inkml:trace>
  <inkml:trace contextRef="#ctx0" brushRef="#br0" timeOffset="366">2066 7899 12300,'-1'-11'90,"1"3"0,4 0 270,5 0-180,4-2-90,1 0-1,3 0 1,-2 3 90,8-3-180,-5 4 90,5-2 0,-8 5-90,-1 0 90,-2 3-90,1 0 90,4 4-90,-6 0 0,3 4 90,-6 5-90,-4-2 0,-3 12 90,-8 1-90,-2-1 0,-7 3 90,0-9 0,-3 0-90,1-3 0,-1-3 0,1-2 0,0-3 90,0-1-90,3-2 0,1-1 0,1-2-90,3 0-90,0-2-180,4 0-809,0-2-630,5-2 1799,6-3 0,4-3 0,5 0 0</inkml:trace>
  <inkml:trace contextRef="#ctx0" brushRef="#br0" timeOffset="950">2317 8100 13020,'-6'10'2158,"3"0"-2068,9-10 90,-1 1-90,4-4 0,-3 0 0,1-1 0,0 0 0,0-3 0,1 1-90,-1-2 90,0 0 0,0-3-90,0 1 90,0-3-90,-1-1 0,-1 0 90,0-1-90,-2-1 0,0-9 90,-4 0-90,-3-7 0,-2 9 0,-4-2 0,3 13 0,-2-3-90,5 8 90,-1-1 0,1 2 0,0 0 0,1 2-90,1-1 90,0 1 0,4 0 0,3 0 0,7 1 0,3-1 0,-2 2 0,5 0 0,-7 1 0,4 0 0,-7 1 0,1 0 0,-1 1 0,-1 0-90,2 4 90,-2 3 0,0 2 0,-4 2 0,-2 0 0,-1 6 0,-1 4 0,1 8 0,-1-7 0,3 7 0,0-13 0,1 5 0,1-7 0,0-2 0,1-2 0,0-1-270,5 2-90,-3-4-359,3 1-4588,1-5 5307,-3-1 0,7-2 0,-2-1 0</inkml:trace>
  <inkml:trace contextRef="#ctx0" brushRef="#br0" timeOffset="1376">2699 8020 14549,'-4'-13'1079,"0"1"-539,2 6-180,1 0-91,1 0-89,2 0-90,2 1 0,2 1 0,-1 1 90,4-2-90,-1 2 0,5-3 90,-3 1-90,3-3-90,-3 1 0,-1-4 0,-4 3 0,-1-1 0,-3 1 0,-1 1 0,-2-1 0,-1 1-90,-2 0 90,-1 2 0,-1 1 0,-3 2-90,-8 6 90,1 1 0,-17 16 0,6 4 0,-6 14 0,12-9 90,6 7-90,11-18 90,2 5 0,4-8 0,2 0 0,3-2 0,9 4 0,-1-5-90,9 0 89,-4-7-89,12-4-89,-6-2-271,18-8-450,-9-7-809,5-7-809,-13 1 2428,-6-5 0,-9 4 0,2-6 0</inkml:trace>
  <inkml:trace contextRef="#ctx0" brushRef="#br0" timeOffset="1891">2984 7842 15178,'-6'-9'450,"0"2"-180,0 3 0,0 0-90,1 1 0,-1 1 89,-3-1 1,-4 5-90,-6 4-90,2 2 0,-1 5 0,4 1 0,-4 12 0,4-2-477,-2 8 477,6-7-90,5 6 90,2-7-90,3 4-16,2-8 16,3-2 90,1-1-90,1-3 0,2-1 0,0-2 387,8-1-387,1-4 16,2-4-16,7-11 0,-12-1 0,7-10-439,-8-1 439,0-5 0,-1-4 0,-3-2-90,-1-2 90,-3-3 0,-2-1-816,-2-2 816,-2 1-59,-2-10-31,-1 8 90,-1-3 0,1 22-90,1 8 90,-3 20 0,0 13 0,0 7 0,3 1 0,0 3 0,2 10-367,0-10 1,1-1 366,1 13 0,2-1 744,0-1-744,2-3 0,5 10-377,-3-15 377,4 5-180,-2-15 0,0-7-540,5 1-1169,0-12 823,-1-2-1902,1-7 2968,-4-1 0,4-8 0,1-2 0</inkml:trace>
  <inkml:trace contextRef="#ctx0" brushRef="#br0" timeOffset="2677">3447 7940 14459,'-3'-11'1169,"1"2"-539,1 3 269,-1 0-809,2 14 0,-3 10 0,2 3-90,-3 5 0,3-10 90,-1 0-90,-1 2 0,0-1 90,0 0-90,2-2 0,-1 1 0,1-3 90,-1 4-90,1-4 0,-1 5 90,1-7 0,1 0-90,7-12 0,-2-2 0,5-11 0,-4 3 90,4-13-90,-1 5-206,3-9 206,-4 8 0,-1 0 0,1 0 0,0 2 0,-1 1 0,-1 3 0,2-2-90,-1 3 90,2 2 0,-3 5 0,1 10 206,-3 0-296,2 7 90,-4-1 0,0 8 0,1-4 0,-2 4 0,1-4 0,-1 3 0,0-5 0,0 4 0,0-8 0,0 3 0,0-4 0,3 1 90,-1-5-90,5-3 0,-1-4 0,2-3 0,0-2 0,0-1 0,8-9 0,-6 3 0,7-7 90,-7 7-90,1 0-90,-1 1 90,0 2 0,-1 1 0,-2 2 0,3-1 0,-3 5 0,3 1-90,-3 4 90,1 6 0,-1 1 0,0 7 0,-3-1 0,0 3 0,0 2 0,-2 2 0,0-1 0,0 2 0,0-1 0,0-1 0,-1 0 0,2-2 0,-1-1 0,-1-1-90,1-2-180,2 2-360,1-3 91,1-1-2879,-1-5 3418,6-9 0,-1-4 0,6-6 0</inkml:trace>
  <inkml:trace contextRef="#ctx0" brushRef="#br0" timeOffset="3141">4098 7865 16528,'-6'-10'719,"-2"4"-629,1 7 0,-4 2 90,2 1-90,-2 2 0,-1 0-90,0 2 90,-1 1 90,-10 12-180,6-5 90,-12 18-90,15-15 0,-3 8 0,8-11-90,3-1 90,2-1-90,2-1-90,2-2 90,1-1 0,2-1 0,3-1-90,0-1 90,1-3 0,1-1-180,5-4 90,4-6 1,5-7 179,-4-3-180,2-10 90,-8 8 90,1-6-90,-5 9 90,-1 1 0,-1 1-90,-1 3 90,-1 1-90,-1 2-90,0 3 90,-1 15 90,-1-2 0,-1 13-90,1 4 90,0-5 0,2 15 0,2-8 0,1-1 0,1-4 0,-1-10 90,1-2-180,2-2 0,-1-2-180,1-1-179,0-3-181,-1-2-539,2-3-720,0-1 270,0-4 1619,1-2 0,4-10 0,1-2 0</inkml:trace>
  <inkml:trace contextRef="#ctx0" brushRef="#br0" timeOffset="3542">4376 7789 13829,'3'-10'4587,"-1"1"-4407,-8 9-90,2 0 90,-7 7-90,5-1 0,-1 1 0,-1 2 0,0 1 0,0 0-90,0 1 90,1 1 0,0 6 0,3 1-90,1 0 0,6 3 0,6-5-90,1-1 90,5-2 0,-4-6 0,1-2 0,0 1 0,-1-2 0,0 0 0,-1 0 0,-1-1-90,-1 1 90,-1-1 0,2 4 0,-3 2 0,-1 4 0,-2-1 0,-5 5 0,-2-6 0,-2 4 0,0-4 0,-1 0 0,-3 0 0,0-1 0,-2 0-90,1-1 0,-2-1-90,1-1-180,0-1-89,2-1-91,-1-1-2159,0-2-2787,3-2 5486,0-3 0,5-2 0,2-4 0</inkml:trace>
  <inkml:trace contextRef="#ctx0" brushRef="#br0" timeOffset="3834">4695 7678 14729,'-3'-12'539,"0"0"451,0 5-541,-1-1 1,1 1 90,-1 2-450,-1 10 0,2 1 90,-5 18-180,3-2 90,-3 13 0,-3 15 0,2-8-46,2-6 1,0 1-45,-1 8-602,3-16 0,-1-1 602,0 10 0,2-4 0,0-3-180,1 5 0,0-11-179,0 5-91,2-14-270,0-2-359,2-3-1350,0-2 2429,3-1 0,0-3 0,3-1 0</inkml:trace>
  <inkml:trace contextRef="#ctx0" brushRef="#br0" timeOffset="4259">4810 7907 15358,'4'-13'540,"-1"3"-180,0 1 0,-1 3 269,0 0 91,0 1 89,0 1-719,-8 7 0,1 0 0,-7 9 0,0-1 0,-2 4-90,-3 1 90,-1 3-90,-4 4-90,2-1 0,-2 2 0,7-7-90,3-2 0,6-8-90,2 1 270,11-10-89,-2 2 89,8-5 0,-5 2-90,-1 1 90,1 1-90,-1 1 90,2 1 0,-1 1 0,0 2-90,0 1 90,0 1 90,4 8 0,1 2 0,4 6 89,4 3 1,-4-7-180,2-1 90,-4-8 0,1 0 0,1-3 0,0 0 0,1-3-90,-1-1 0,1-1-450,8-4-1079,3-6-180,1-3-4227,9-13 5936,-16 5 0,11-11 0,-10 6 0</inkml:trace>
  <inkml:trace contextRef="#ctx0" brushRef="#br0" timeOffset="5325">7839 7635 15538,'2'-10'1169,"0"1"-719,-3 2-270,-1 1-90,-2 0 270,-5 0-180,-5 5 0,-14 7-90,1 5 0,-19 16-1,17-5-992,-7 9 993,13-5-90,0 5 90,2 2-90,2 2 0,3-1 90,4-1-530,5-3 440,2-2 89,4-3-244,2-2 155,3-2 90,12 13-90,5-8 90,13 4 756,4-15-846,-5-9 0,-2-6 356,-9-4-356,-1-2 0,-2-2 0,-2-3 175,-2-2-175,-3-1 0,-2 0 90,-3-1-90,-3 2 0,-2-7 212,-4 6-212,-3-5 0,0 6 0,-7-2 0,-2 3 0,-3-2-90,5 7 90,3 2 0,3 3 0,20 2 0,-6-2 0,25 1 0,-6-4 0,2 1 0,7-3 0,-10 2 0,4 1 0,-11 1 0,-2 4 0,-10 1 0,1 2 0,-5 2 0,-1 2 0,-2 0 0,-1 3 0,-3 10 0,-3 7 0,0 1-90,-1 1 90,3-9 0,-2 8 90,3-1-90,1 0 0,4-5 0,3-8-90,1-2 0,2-1-90,1-2-179,0-2-91,2-1-270,0-3-629,0-2-1170,2-2-1258,-2-2 3777,3-2 0,3-5 0,3-2 0</inkml:trace>
  <inkml:trace contextRef="#ctx0" brushRef="#br0" timeOffset="5609">8201 7695 15538,'-8'-11'540,"0"2"359,4 3-269,0 0 90,1-1-451,4-1-89,2 2 0,4-1 0,1 3 180,9-2-270,-2 3 90,9-3-90,-4 3 90,9-2-1,3 1-179,4-1-89,-9 3-361,0-1-270,-10 2 270,-2 0-1079,-4 0 1529,-5 2 0,-3-1 0,0 0 0</inkml:trace>
  <inkml:trace contextRef="#ctx0" brushRef="#br0" timeOffset="5866">8382 7626 16887,'-3'13'1170,"1"-3"-990,5 3 179,-1 7-269,0-3 180,0 20-90,-1 2-90,-1 5-1148,1 3 1148,-2-11 0,1-2 0,0 9-90,0-13 90,0 9-90,2-7-180,-1-8-90,1 3-90,0-11-1619,1 2-1979,2-4 3958,3 1 0,2-6 0,2-2 0</inkml:trace>
  <inkml:trace contextRef="#ctx0" brushRef="#br0" timeOffset="6575">8821 7932 15808,'-5'-11'1439,"2"-1"-989,-1 4 90,2 0-1,0 1 541,1 2-631,-1-2 361,1 3 449,-1-3-989,-6 17-180,3-3 90,-7 27-90,7-12-327,-1 10 237,2-8 90,0 0-90,1 0 0,1-1-90,-1-2 90,1-2-180,0 5 180,1-7-90,0 3 90,0-9-90,1-2 90,2-3 237,2-4-237,2-6 0,1-6 0,1-4 0,3-7-552,1-5 552,3-5 0,-1-3-733,1 1 733,-1 0 0,2-10-90,-5 16 90,2-6 0,-5 15-90,-1 2 0,-1 5 0,0 5 601,0 11-511,-2 1 684,2 5-684,-3 1-90,3 9 0,-2-5 90,1 6-90,-2-8 90,0-1 0,0-2-89,-1-1 89,0 0 0,-1-3 0,2-1-90,-1-2 90,3-2 0,-1-4 0,7-5 0,-2-1 0,4-6 0,-2 1 0,3-4 0,1-1 0,7-12 0,-6 9 0,3-3-90,-9 10 90,0 4 0,-2 0 0,0 2 0,-1 3-90,-1 2 90,1 2 0,0 4 0,2 10 0,-3 3-90,3 20 90,-6 3 0,1 2-735,-3-2 735,0-12 0,-1 0-205,1-3 205,-1-2 0,2-3 0,-1-2 0,1-1 0,0-3 0,1-2 629,-1-2-809,3-3-49,3-1-670,3-7-900,4-5 90,-3-5-5127,5-11 6836,-7 6 0,7-12 0,-4 5 0</inkml:trace>
  <inkml:trace contextRef="#ctx0" brushRef="#br0" timeOffset="7009">9466 7903 16168,'-3'-13'899,"-1"1"-629,2 5 90,-1 2 180,-2-4-361,0 4 1,-1-2 0,0 3 0,0 2-90,-1 1 90,-2 1-90,0 2 0,-2 3 0,-1 1 0,1 3 0,-5 9 0,4-3-90,-4 15 90,8-12-90,0 6 0,6-10 0,0 0 0,2-2 0,2 3 0,0-7 0,3 3 0,1-7 0,0-2-90,1-2 90,0-1 0,2-3 0,-1 0 0,5-6 0,1-4 0,-1-2 0,2-6 0,-7 10 0,1-3 0,-4 6 0,0 2-90,-1 0 90,0 2 0,0 3 0,2 2-90,-1 2 90,1 4 0,-1 2 0,1 2 0,-1 3 0,0 1 0,4 11 0,0 0 0,4 7-90,-2-10 0,-1-4-180,-3-8-90,0-2-179,-1-2-361,1-3-629,-1-1-900,0-3-1438,0 0 3867,0-2 0,3-3 0,2-2 0</inkml:trace>
  <inkml:trace contextRef="#ctx0" brushRef="#br0" timeOffset="7391">9810 7833 15538,'-1'-12'990,"0"3"-721,-2 3 1,-1 3-90,0 0 180,-5 0-90,-4 3-90,-6 2-90,3 1 90,-7 6-91,11-3-89,-5 3 90,8-2-90,1 1 90,1 0-90,1 1 90,1-1-90,2 1 90,3 3-90,6 0-90,0 2 0,10 3-90,2-2 91,8 6-1,-1-1 0,-5-4 90,-6-3 0,-5-4-90,-3-1 90,-3 0 0,-1 1 0,-2-1 90,-3 0-90,-2 1 0,-8 4 90,2-4-90,-6 4 0,4-4 0,1-1 0,-2 1 0,0 0-270,-1 1-630,0-1-179,4-2 1079,4-3 0,5-3 0,0-1 0</inkml:trace>
  <inkml:trace contextRef="#ctx0" brushRef="#br0" timeOffset="7675">10079 7647 16168,'1'-11'809,"0"0"-449,-1 4 360,0 0 629,-1 0-1259,-2 13 90,0 0-90,-2 15 0,2 0 0,-3 9 0,1 4-90,-1 6-1093,0 3 1183,-2 3-90,1-1 90,0 1-90,0-5 0,2-2-90,-1-2-90,0 5-270,1-7-269,1 0 89,2-14 630,1-8 0,5-16 0,2-4 0</inkml:trace>
  <inkml:trace contextRef="#ctx0" brushRef="#br0" timeOffset="8067">10147 7895 16887,'-3'11'540,"-1"0"-450,-1-3 90,-2 1-90,-1 1 0,-2 1 0,0-1 0,-5 5 90,-2 1-180,1-2 90,-1 2-90,9-9 0,-1 2 0,5-5-180,0 0 90,10-4 90,-1-2 0,12-4-90,-7 1 0,6 0 90,-5 2-90,3 3 90,-5 3 0,2 7 0,-5-1 0,1 5 0,-3-2 0,0 1 0,1 2 0,-1 1 0,2 0 90,-1-1-90,4 2 90,0-1 0,7 5-90,-3-6 90,5 1-180,-5-7-720,7 0-2788,0-5 3598,4 0 0,-2-7 0,-2-2 0</inkml:trace>
  <inkml:trace contextRef="#ctx0" brushRef="#br0" timeOffset="9050">1889 8694 15358,'-12'-5'270,"1"1"180,7 1 539,-1 1-449,14-4-270,1 2 0,15-3-1,4 3-1085,6 0 1085,12-2-44,-6 3 0,3 0-135,-7-1 0,1 1-964,0 0 1,2 1 0,-2-1 962,12-1 1,-1 1-30,-11 0 0,1 1 0,1-1 0,2 0 0,0 1 0,1-1-30,1 0 0,1 1 0,4-1 24,-4 1 0,3 0 0,2 0 0,2 0 0,0 0-380,-4 0 0,0 1 1,1-1-1,1 1 0,1-1 1,1 1 350,1-1 1,2 0 0,1 0-1,0 0 1,1 0 0,-2 0 0,-1 1-217,2-1 0,-2 0 1,0 1-1,-1 0 1,0-1-1,1 0 221,2 1 0,0-1 0,0 0 0,0 0 0,-1 0 0,-3 0-176,1 0 0,-1-1 0,-2 1 0,0 0 0,-1 0 146,-2 0 0,-1 0 0,0 0 0,-1 0 0,0 0-2,6 0 1,-1-1 0,-1 0 0,-4 1 1,-3-1 0,-3 1 0,-1-1 159,12-1 1,-1 1-115,-6-1 0,-2 0 434,-8 1 0,-1 0-344,1-1 0,-1-1-45,9-1 90,-3-4-90,-23 3 1748,-6-2-1658,-5 2 2389,-8-6-2479,0 8 2226,-6-3-2406,5 4 259,-2 2-708,1 2 179,-1 3-90,3 0-270,1 2-1798,0 0-1620,0 0 4138,0 3 0,0-2 0,1 0 0</inkml:trace>
  <inkml:trace contextRef="#ctx0" brushRef="#br0" timeOffset="9785">6926 8515 15718,'-11'-2'1799,"1"1"-1619,30-2 0,-4 2-90,30-2-1717,-4 1 1717,11 0-668,-22 1 1,2-1 622,1 1 0,2-1 0,6 0 0,3 0-15,2-1 0,4 1 0,0-1-784,-9 1 0,-1 1 1,2-1 775,0 0 1,2 0-1,0 0 1,-2 0-518,3 0 1,-3 0 0,1 1 494,4-1 0,0 1 0,0-1-210,1 0 1,1 0-1,0 0 210,0 0 0,1 1 0,3 0-80,0-1 1,4 1 0,1-1-1,-4 0 102,-10 1 1,-3 0 0,0 0-1,3 0 22,8 0 1,4-1 0,-1 1 0,0 0-23,-3 0 1,-1 0-1,1 0 1,-1 0-23,0 0 0,0 0 0,-1 0 0,1 0 22,-2 0 1,1-1-1,-1 1 1,-1 0-23,1 0 0,0 0 0,-2-1 0,-5 1 45,6-1 0,-4 1 0,5-1 0,-3 1 868,6-2-734,-12 2 1204,-7-2-1203,-7 0 1929,-5 0-2019,-5 0 2500,0 0-2500,-5 0 1062,-1 0-1152,-4 0 606,0 0-6632,-2 1 3757,-9-2-789,1 3 3058,-11-1 0,0-1 0,-3-1 0</inkml:trace>
  <inkml:trace contextRef="#ctx0" brushRef="#br0" timeOffset="17016">2642 9571 14549,'2'-11'1169,"0"3"0,-1 2-989,2 22-90,0-3 0,0 15 0,1 3-270,1 16 270,0 5 0,1 3-1323,-3-17 0,1 1 1278,0 15 0,1 1-1054,-2-9 1,-1 0 1053,0 2 0,0 2 0,-1 5 0,-1 2 15,0-18 0,0-1 0,-1 1-30,-1 1 0,0 0 0,0 0-586,-1 1 0,0 0 0,0-1 586,-1 1 0,0-1 0,0 0 29,0-1 1,0 0 0,-1 0-538,-1 16 1,0 0 521,0-3 1,0 0 0,1-7 0,0 0 0,1-3 0,0-2 331,1-4 1,0 0-332,0 7 0,1 1 0,1-5 0,0 0 556,0-4 1,0-1-781,3 23-1,-1-34 2073,1 0-2343,-1-12-1261,2-4-2337,3-11 4233,-1-4 1,3-20-1,-2-2 1</inkml:trace>
  <inkml:trace contextRef="#ctx0" brushRef="#br0" timeOffset="17758">2613 9562 15178,'-4'-14'-90,"0"0"180,0 4 90,1 0-90,-1 3 90,2 0 0,-1 1 90,2-1-90,1-2-90,2 2 90,3-1-1,12-1 91,21-2-180,7 0-952,-15 5 1,2 1 906,-4 1 0,2 0 45,17-2 0,3 0-45,-7 0 0,2 1-896,-6 0 1,2 0 0,0 1 895,10-2 0,0 0 0,2 1 0,1-1-45,1 1 0,0-1 45,0 0 0,2-1-444,-6 1 0,2 0 1,1-1 428,0 1 0,0 0 0,1 0-8,-10 0 1,1 0-1,-1 0 1,-1 1-23,1-1 0,-1 2 0,-2-1 45,16-2 0,-5 0-261,-20 3 0,-2 1 261,-1 0 0,-3 0 776,8-1-731,-18 3 2156,-1 1-2156,-4 2 1886,2 2-1886,-5 3 1567,-1 6-1567,0 9 0,-1 7-45,-2 6 0,0 3 0,-2-7 0,-1 1-588,2 15 1,-1 5 542,-2-10 0,-1 2 0,1-1 45,-1 10 0,0 3-23,-1-8 1,0 6 0,0 1-1,-1-2 0,1-4 1,-1-1 0,0-1-1,-1 1-757,1 1 0,-1-1 0,-1 1 1,1-1 734,1-1 0,-1 0 0,0-1 0,0-3-178,0-1 0,0-3 1,0 3 177,0 13 0,-1 3 0,1-3-525,1-16 1,0-1-1,0 0 525,0 10 0,-1 2 0,2-5 0,0-4 0,0-3-139,1 0 0,0-1 139,1-1 0,0-1 872,0-2 1,1 1-873,0 3 0,1 1 0,0-4 0,1 0 147,-2-5 0,1-1-57,1 13-90,-2-22 2425,0 1-2335,-2-4 1841,-4 0-1931,-2-7 26,-5-3 64,-3-4 448,-3 0-538,-5-2 0,-8 0-906,-5 0 906,-8 0 0,-10-1 0,24 2 0,-2-1 0,-4 1 0,-4-1-1031,-5 2 1,-6-1-1,2 1 1061,10-1 0,1 0 0,-2 0 0,-15 1 0,-3 1 0,-1-1-407,13 0 1,-1 0 0,0 0 0,3 0 435,-4 0 1,2 0 0,-4 0-24,4 0 0,-4 1 0,-2-1 0,2 0 0,4 0-509,-2 0 0,3 0 0,-1 0 518,3 0 0,-2 1 0,0 0 0,4-1-318,-15 2 0,5-1 318,4 0 0,3 1 259,3-1 0,1 0-259,7-1 0,2 1 668,-22 0-803,11 1 1432,10-2-1521,9-1 1528,6-1-5667,3 0 4403,18-7-2423,5-1 2338,35-25 0,-19 12 0,0-2 0,10-8 0,0 0 0</inkml:trace>
  <inkml:trace contextRef="#ctx0" brushRef="#br0" timeOffset="18610">7758 9248 14189,'7'-9'3508,"-1"1"-3328,-3 14 0,-1 3 0,-1 13-1,1 10 1,-1 14-1307,-1 0 0,1 7 1217,-1-7 0,0 4 0,0 3-445,0-4 1,-1 2 0,1 2 0,0-2 376,0-4 1,-1-1-1,1-1 1,0 1-523,-1 0 1,1 0 0,-1-1 0,0-2 529,1 1 0,-1-2 0,1 0-465,-1 2 0,1 0 0,-1 0 435,1 1 0,-1-1 0,1 1-140,0-1 1,0 1 0,0-1 139,0-1 0,0 1 0,0-1 142,0-1 0,1 0 1,-1-1-143,1-2 0,0-1 0,0 2 30,1 8 0,1 2 0,-1-3 173,1 4 0,1-1-173,-2-11 0,2 2 0,-1-2-30,2 9 0,-1-3 571,0-13 1,0-1-707,1 15 0,1-1 1662,1 2-2336,1 1 179,-4-24-7375,-1-12 8255,-3-18 0,-2-13 0,-2-11 0</inkml:trace>
  <inkml:trace contextRef="#ctx0" brushRef="#br0" timeOffset="19350">7639 9235 15718,'-1'-11'0,"1"0"90,0 5 90,2 0 0,4 2 180,13 0-91,21 0-89,3 1-926,-15 2 1,1 0 835,23-1 0,-24 1 0,1 1-45,4-1 0,1-1 45,1 1 0,2 0-1172,6-1 1,1 0 1126,2 0 0,3-1-1061,4 0 0,2 0 1016,-17 1 0,0 0 0,0-1 30,0 1 0,0 0 0,3-1-340,1 0 0,4-1 0,-1 0 1,-2 0 309,3 1 0,-3-1 0,3 1-128,-3-1 1,3 0 0,-1 0 0,-3 0 127,-1 0 0,-3 0 0,0 1 240,17-2 0,0 1-210,-12 0 0,1 1 0,-3 0-30,4-1 0,-1 0 45,12 0 0,-3 0 45,-23 3 0,-2-1 90,21-1 0,-20 2 1315,-15 0-1405,-2 1 2057,-3 1-2057,-1 0 2942,-3 2-2942,-2 3 1269,-4 5-1269,-2 9 0,-2 8-90,-3 13-674,0 9 719,2-6 0,1 7-582,1-8 0,1 3 0,0 1 567,0-2 0,1 1 0,0 3-586,0 2 0,0 4 1,1 1-1,0-2 556,1-4 0,-1-1 0,1-1 0,0 1-438,0 1 1,-1-1 0,1 1 0,0-1 437,-1 0 0,1 0 0,0-1 0,-1-3-72,1 1 0,0-2 0,-1 1 94,1 1 1,-2 2 0,1 0-1,0-2-249,0 2 1,0-2 0,-1 1 226,1-3 0,-1 2 0,0 0 0,0-4 14,0-2 0,-1-2 0,1-1-14,-3 18 0,1-1 482,-1-1 1,-1-3-483,1-6 0,0 1 45,-3 10 0,-1-2-104,3-17 0,-1-1 59,0 6 0,-1 0 0,1-10 0,0-4 90,-1 9 1407,-3 9-1497,6-28 2256,-1 0-2166,3-11 713,-2-2-803,0-3 1507,-4-5-1507,0-1 559,-4-4-559,-1 0 0,-2-4 0,-6 1 90,-4-3-90,-8-1 0,-5 2-411,3 4 0,-5 1 411,-14 2 0,-3 1-424,19 2 1,-1 0 0,-3 0 423,-4 2 0,-3 1 0,-2 0 0,1 0-660,3 1 0,0 1 1,0 1-1,1-1 660,-2 0 0,0 0 0,0 0 0,1 1-457,1 0 1,0 0 0,1 0 0,3 0 456,1 1 0,3-1 0,0 1-40,-18 0 1,2 1 39,7-1 0,3-1 0,3 1 0,2-1-86,7 0 1,2-1-95,-20 2-180,9-1 1656,14-1-2915,5-3 991,13 0-1711,13-8 2339,23-7 0,-3 2 0,3-2 0,6-4 0,0 0 0</inkml:trace>
  <inkml:trace contextRef="#ctx0" brushRef="#br0" timeOffset="20235">8834 10262 14369,'0'-11'270,"-1"1"-180,-1 4 89,-1-1 1,-1 1 0,-1 0 0,-3-1 0,-2 2 0,-2 0 0,-2 0 0,-2 2-90,-2 1 90,0 2-90,-2 1 179,-17 9-179,8 1 0,-14 9 45,20-2 0,2 2-834,-10 14 834,6 1 0,1 2-1425,1 12 1335,9-16 0,3 0-45,1 12 90,5 1 0,5-3 0,3 4-90,4-1 90,5 3 0,2-3-90,6-3-80,-3-17 0,1 0 80,13 10 45,-5-11 0,2-4 45,23 1-738,-2-7 648,1-11 338,-16-6-338,17-10 45,-22 2 0,0-2-45,-1-1 0,0-1 44,0-2 1,-2-2 45,9-11-90,-12 4 0,-1-1 0,10-16 45,-12 12 0,-2 0-45,2-15 90,-4-2-90,-5 3 116,-5-1-71,-6 16 0,-3-1 45,-5-17-519,-1 17 0,-1 1 519,-11-10-90,-5 3 0,-6 7-71,4 13 1,-4 3 70,-5 3 0,-2 3 0,0 0 0,0 2-158,-1 3 0,1 2 158,-14 4 0,2 3-640,7 2 460,3 3-90,6-1 763,2 4-943,5 0-180,2 3-449,4 0-1040,5 1-2109,4 0 4228,6-1 0,1 7 0,1 2 0</inkml:trace>
  <inkml:trace contextRef="#ctx0" brushRef="#br0" timeOffset="20875">8878 10922 15538,'-5'-9'270,"0"1"-90,1 4 0,-1 1 90,-2 1 179,-5 0-269,2 1 0,-6 0 0,2 2 0,-2 2 0,-3 2 0,-5 2-90,-2 2 90,-4 3 89,-18 11-1677,21-8 0,-1 2 1453,1-1 0,-1 1 45,-7 8 0,2 1-680,8-2 0,1-1 635,0 0 0,1 1-368,3 0 0,2 0 413,-1 7-90,1 5 90,5-3-90,2 2 1751,3 3-1751,4-4 0,3 4 90,5-3-90,3 0 983,4-1-893,2-3-90,3-1 0,3-2 90,1-4-90,4-2 842,14-1-842,-5-8 45,-2-7 0,2-2-1159,13-4 1114,-14-2 0,0-1 0,19-9 0,0-1 90,0-4-90,-16 2 0,0 0 0,-9 2 0,-1 0-288,8-5 0,-1-1 288,8-12 0,-14 7 0,-1-1 0,11-15 0,-14 13 0,-2 0 0,2-9 313,-1-17-313,-10 1 0,-5-3 0,-9 7 0,-8 14-458,-3 3 458,-7-1 0,-4 2 141,-7 2-51,-5 4-90,8 10 0,-2 1 90,-17-5-85,18 7 1,-1 2-6,-16-1 0,17 7 0,-1 1-90,-20 0 0,21 1 0,1 2-180,-10 3-192,4 2-77,2 3-1620,-9 8 450,12-3-540,-4 4-809,16-6 3058,6-4 0,0 3 0,1 0 0</inkml:trace>
  <inkml:trace contextRef="#ctx0" brushRef="#br0" timeOffset="21509">8211 10330 16258,'1'-4'3957,"-2"3"-3867,5-13 0,-2 7 0,0-2 0,1-1 0,-1-2-90,3-2 90,-1-3 0,2 0-90,2-7 90,7-14-90,2-8-1129,1 1 1129,-2 5 0,-6 16 53,-2 4-53,-1 1 0,0 3 0,0 1 0,-2 3 0,0 1 0,-1 3 1214,-1 0-1304,2 1 132,-1 3-42,7 7-90,-4 9 90,5 15 0,-5 0 0,0 8 0,-1-5-593,1 3 593,-1 1 0,1-2 0,0-2 0,-1-4-90,0-2 90,0-3 90,0-1-90,-1-2 0,0-2 0,1 2 0,-1-5 503,3 4-593,-2-6-360,3-1-179,1-6 179,-1-4-90,0-3-269,-1-2-361,-1 0-539,0-2-629,1-1-810,0 0 3148,0-1 0,5-4 0,1-1 0</inkml:trace>
  <inkml:trace contextRef="#ctx0" brushRef="#br0" timeOffset="22077">9076 10200 14009,'-10'0'1079,"1"1"-269,2-1-450,1-1 0,1-2-181,2-2 91,1 0-180,0-4 0,0 3 90,1-3-90,0 0 0,0 1 0,2-4 0,2-8 0,-1 2-90,3-7 90,-1 4-90,7-19 90,-1 10-90,-1 1 0,1 1-581,2-4 581,3-6 0,-6 17 0,-2 4 0,-2 3 0,0 3 0,-2 1 0,1 3-90,-1 0 761,2 17-671,-3 11 0,1 26 0,-4-3 0,-2 8-1139,2-12 1139,-3-1-90,2-1-508,0-3 598,0-3 0,1-4 0,-1-1-195,0 6 195,1-10 0,0 4 0,2-6 0,0-7-90,0 3 939,0-7-1569,1-1-70,0-3-1638,5-1 2513,-3-4 1,7-4 0,0-2 0</inkml:trace>
  <inkml:trace contextRef="#ctx0" brushRef="#br0" timeOffset="22783">8995 11219 14459,'4'4'2428,"-1"-1"-2248,6-8-90,-2 1 90,1-3-90,2 0 0,1-2 0,2-1-90,4-3 90,2-3 0,3-1 0,6-3 90,2 2-90,-2 2 90,2 0-91,-9 6 1,2 1 0,-7 4 0,-1 7 0,-7 4 0,1 4 0,-3 2-90,-2 3 90,-1 2-90,-1 2 90,0 2-90,-1 2 0,0 1 90,0 2-90,1 11 0,0-8 90,2 8-90,-1-12 0,4 10 90,1-1-90,7 6 0,-3-13 0,2-6 90,-4-10-90,2-1 0,0-3 0,1-1 0,0-2 90,0-2-90,2-2 0,0-1 0,2-1 0,0-3 0,1 0 0,1-2-90,-1-2-90,4-2-180,-2-4-180,3-2-1978,3-13-3868,-2-4 6386,-4 0 0,-4-7 0,-8 10 0</inkml:trace>
  <inkml:trace contextRef="#ctx0" brushRef="#br0" timeOffset="25717">3615 10693 12120,'14'-13'990,"-2"0"-181,-2 3-89,0 0-451,0 0 451,0 0-450,-5 5 360,1 0-1,-3 0 451,1 2-901,-13 3-89,0 2 90,-28 13 0,-10 8-1133,14-5 1,-1 0 952,4-1 0,2 0 45,0 0 0,2 1-241,-10 9 241,15-7 0,0 1-45,-10 11-741,-3 9 741,14-13-413,4 0 503,1 0-90,3-2 1554,4-2-1554,1-3 0,4-3 203,0-1-113,2-2 897,4 5-987,2 1 90,8 2-90,-1-6 0,11-2 0,-5-9 90,5 1-90,-4-5 582,0-1-582,0 0 199,1-1-199,11-3 90,-8 1-90,8-1 0,-13 0 0,0 1 0,-3 0 0,4 0 0,-2 1 0,2 1 0,-7 3 0,-4 3 0,-5 3 0,-5 2 0,-2 3 0,-3 2 0,-3 6 0,-2 2 0,-2 3 0,0 1-581,-1 0 581,0 0 0,-6 14 0,4-11-221,-7 19 221,7-18 0,-1 5 0,6-9 0,4-8 0,4-6 0,1-4 567,1-2-567,-1-1 235,1 1-235,0-2 0,0-1 0,0 0 0,0 1 0,1-1 90,-1 1-90,0-1 0,-1 0 0,-3 0 0,-3 1 0,-1-2 0,-2 1 0,3-3 0,0 2 90,0-2-90,-1 2 0,0-2 0,0 1 0,-1-1 0,1 1 0,-2 0 0,1-1 0,0 0 0,-7 2 0,5-3 0,-4 3 0,5-3 0,-5 2 0,5-1 90,-4-1-90,7 0 0,1 0 0,1-1 90,1 1-90,0 0 0,-1-1 0,1 1 89,-1 0-89,21-6 0,-7 3 0,17-5 0,-9 3 0,3-1 0,5-4-436,2 1 436,3-3 90,2 2-90,0 0 0,0 0-108,1-1 108,10-3 0,-9 2 0,5-3 0,-4 1 0,-10 4 0,18-9-486,-18 9 576,9-5-90,-1 0 0,-8 4 142,8-5-142,-13 6 0,1 1 83,-1-1-83,-1 0 0,0 1 0,-2 1 0,-1 0 0,0 0 498,0 0-498,-2 1 284,-1 0-284,4 0 23,-7 1-23,7-2 0,-6 3 0,3-2 0,-3 2 90,0-1-90,-3 2 90,1-1-90,0 0 90,1-1-90,0 1 90,0-2-90,1 1 90,4-4 0,-2 2-90,4-3 0,-5 3 90,0 1-90,-2-1 0,5-2 90,-4 2-90,2-1 0,-2 0 0,-2 3 90,4-4-90,-5 4 0,1-2 0,-1 3 0,-1 0 0,1-1 0,-1 1 0,0 0 0,1 0 0,2-3 0,2 1 0,-1-1 0,2 1 0,-4 2 0,2 0 0,0 0 0,-1 0 0,1 1 0,-2 1 0,-2 0 0,1 1 0,-1-1 0,2 0 90,-2 0 0,0 0 0,1-1 0,-3 1 90,2-1-90,-2-3-1,-2 1 91,-3-11-180,-1 7 90,-5-10-90,0 7 0,-2-3 90,-3 0-90,-3-2-350,-3-1 350,-3-1 90,0 1-90,0 1 0,2 2 0,-5-3 0,7 5 0,-3-1 90,3 2-90,2 1 0,0 0 0,0 1 0,6 3 0,0 1 350,3 0-350,2 3 90,1-2-90,1 3 0,-2-3 0,1 1-90,1 1 180,-1-3-90,1 2 0,-1-2 0,1 0 0,-1-3 0,0 1 0,1 0 0,1 1 0,1 2 0,-1 0 0,0 0 0,-1-1 0,1 0 0,-1 0 0,-1 0 0,1-1 0,0 0 0,-3-3 0,0-2 0,-3-4 0,3 4 0,0-4 0,3 5 0,1-1 0,1 0 0,3 3 0,3-3 0,0 2 0,8-7 0,-4 7 0,4-3 0,-4 5 0,1-1 0,-1 2 0,3-4 0,1 0 0,-1 0 0,1-2 0,-3 2 0,0 0 0,-2 0 0,-4 4 0,2-4 0,-3 2 0,2-2 0,-4 3 0,0 1 0,0 0 0,0 0 0,-1-3 0,-1 0 0,0-2 0,-1 2 0,-2-1 0,-2 4 0,-1 1-90,-1 1 90,0 3 0,-7 0 0,2 2 0,-15 4 0,-8 10 0,1 0 0,-4 7 0,11-4-336,1 2 247,1 1 89,-11 11 0,10-7 0,6-4 0,0 2 0,-8 16 0,2-2-611,5-2 611,11-13 0,3-2 0,1 0 0,3-2 0,-1 2 0,2-2 0,0 7 0,2-6 0,0 10 0,1-12 225,1 4-495,0-3 91,0-5 270,1 5-451,0-8 0,-1 0-629,1-3 989,-1-1 0,0-2 0,-1-1 0</inkml:trace>
  <inkml:trace contextRef="#ctx0" brushRef="#br0" timeOffset="26417">3093 10923 15898,'7'-6'630,"0"1"-451,-4 2-89,2 0 270,2-5-90,2-2-180,1 0 90,-1-2-90,-2 3 0,0-1 0,0-2-90,1-1 90,-1 0 0,1-1 0,-1-1-90,0-1 90,0-3-90,2-8 89,-3 7-89,1-7 90,-2 11 0,-1 1 0,-1 1 0,0-2 0,0 2 0,-1 0-90,-1 4 180,1 3-180,0 13 0,-1-3 90,2 18-90,-1-7 0,1 5 0,-1-4 90,1 1-90,1 1 0,1 8 90,0-6-90,1 5 0,2 1 0,-3-8 90,4 6-90,-4-9 0,0-1 0,0-1 0,-1-3 0,-2 0 90,3 3 0,-2-3-90,1 1 90,-1-4 90,0-2-180,3-5 0,-3-1-180,5-6 0,-7 2-180,2-2-90,0 1-89,-1 1-271,0-2-719,0 1-990,0 0-1348,1 0 3867,1-1 0,3-3 0,2-3 0</inkml:trace>
  <inkml:trace contextRef="#ctx0" brushRef="#br0" timeOffset="27017">3965 10471 15448,'-8'-4'1529,"-1"1"-1169,4 2 0,0-2-90,0 1-90,0-1-90,1-1 0,1-1 89,1 0-89,0-3-90,0 0 90,1-1-90,0 0 90,1-1-90,0-1 0,0-1 90,1-3-90,0 0 0,1-3 90,3-11-90,-1 6-314,3-9 314,-3 10 90,1 3-90,-1 1 0,0 4 0,1-3-90,-2 7 90,1-3 0,0 6 314,5 11-404,-3 0 90,4 10 0,-7-1 0,0 10 0,0-3 0,-1 9 0,1-9 0,-2 2 90,0-2-90,-1 1 0,0 0 0,0 1 0,-1 0 0,0 0 90,0 7-90,0-7 0,0 9 0,0-14 0,0 2 0,1-7-90,0-3-90,0 0-629,0 1-1170,0-3-4497,-1 3 6476,-1-6 0,1 0 0,0-2 0</inkml:trace>
  <inkml:trace contextRef="#ctx0" brushRef="#br0" timeOffset="27792">4090 11403 14908,'2'-14'-359,"0"3"449,1 5 90,-1 2-1,2 0 1,-1 0 0,0 0 0,2 0 90,-1-1-90,0 1 0,0 0 90,1 0-90,1 0-1,-1-1 181,4-2-180,-1 1 90,6-4 0,0 2-180,0 1 0,-1 1 0,-4 2 0,0 1 0,0 1-90,-1-1 89,0 2 1,-1 1 0,0 1 0,1 2 0,-2 1 90,3 7-90,-4 1 0,3 5 0,-3 6 0,-1-3 0,1 14 0,-2-4 0,0 0-426,1-1 336,0-9 90,3 7-90,-2-7 0,3 2 90,-2-8-90,2-2 0,2-2 90,2-2-90,2-1 336,2-2-246,1-2-90,1-1-90,12-4-90,-2-2-630,21-11-804,-17 1 85,8-7-270,-16 3-849,-1-1-411,-3-1 3059,-4 1 0,2-5 0,-3 0 0</inkml:trace>
  <inkml:trace contextRef="#ctx0" brushRef="#br0" timeOffset="31225">5669 10480 16168,'-2'11'3058,"4"-3"-2788,2-5 0,3-1 0,2-2-91,0 0 91,1-1-90,4 1 0,3-2 0,4 1-90,7-2-491,2 0 490,6-1 1,2 1 0,-6 0 0,2-1 0,21-2 0,-6 1 0,4 0-530,-10 0 1,0 0 484,7 0 0,-1 0 0,-12 1 0,-2 0-45,-3 1 0,-4 0 90,0 0 0,0 0-90,-14 1 523,-3 1-433,-2-1 937,-1 1-1027,0-1 90,-3 0-90,2 0 0,-3 0-270,3 0-1079,-4-1-1259,2 1-721,-13 3 1081,4-1-990,-11 4 3238,7-3 0,-5 0 0,-1 0 0</inkml:trace>
  <inkml:trace contextRef="#ctx0" brushRef="#br0" timeOffset="-79043.47">3571 12290 11850,'11'-3'810,"-3"0"-450,-2 0 179,-1 2-359,0 3-90,-1 1 180,-1 11 0,-2 7-180,-1 5 0,0 5-517,-1-4 517,0 2 0,0 4-90,1-1 90,-1 1 0,1 10-1,1-5-178,2 7-91,0-15-720,0-4-1798,0-11 2698,-1-3 0,0-5 0,-2-5 0</inkml:trace>
  <inkml:trace contextRef="#ctx0" brushRef="#br0" timeOffset="-78662.47">3593 12182 13649,'-3'-9'630,"1"1"-450,-1 2 0,1 0 0,1-1-180,3 1 89,1 3-89,5 0 90,2 2-90,4-1 0,4 2 90,5-1 0,22 3-90,-9 0-1040,17 5 1129,-18 1-89,-1 3 0,-3 4 0,-2 3 0,6 15-642,-13-5 642,3 8-90,-15 0 90,-6-9-104,-9 21 194,-14-6 0,1-12 0,-2-1 433,3-7 0,-3-1-478,-8 5 0,0-2 45,-4-1-745,-8 6 745,17-16-90,4-1 651,4-3-741,4-3 115,1 1-385,4-3-3868,1 0 2609,11-3 1821,0-1 1,16-6 0,-1 0 0</inkml:trace>
  <inkml:trace contextRef="#ctx0" brushRef="#br0" timeOffset="-78278.47">4226 12571 13739,'-6'-13'810,"0"2"-540,2 5-91,-2 1 1,1 2 0,-2 1 0,0 0 0,-2 2 0,0 0-90,-2 3 0,-1 0 90,0 3 0,-5 6-90,-1 6 0,2 1-90,3 3 89,8-6 1,3 8-180,3-6-89,3 7-91,4-9 0,2 0-180,3-3 90,1-1-89,4-4-1,0-3 90,3-3 0,0-4 90,4-4 91,-1-3 89,1-4 90,2-11 269,-10-1 91,-5-10-90,-13 4 180,-18-9 89,-12 5-1255,-2 4 896,-6 8-493,13 13 403,0 4 5,4 3-5,1 5 90,3 2-180,0 3 745,3 4-1105,3 3 90,4 1-1978,3 3-721,4 0 2969,4 2 0,6 4 0,3 4 0</inkml:trace>
  <inkml:trace contextRef="#ctx0" brushRef="#br0" timeOffset="-77662.47">4553 12543 15268,'-13'-12'630,"0"3"-270,-5-3-180,4 6-90,-4-1 89,5 4-89,2 1 0,-1 1 0,2 1 0,0 1 0,1 2-90,0 2 90,1 3 0,-1 0 0,0 11 0,3 1-90,2 8-180,5-8-90,6 3-449,11-5 449,-4-5 0,6-2 0,-7-12 90,0-3 0,2-2-90,5-9 181,-1-3-1,-1-3 359,-6 1-89,-6-7 180,-3 5-180,-1-4-90,-3 11 90,0 8 180,-1 0-270,-1 17 0,1 1 0,-1 23-1186,4 0 1186,0 16 0,3 6-984,-1-24 1,0 2 893,-1 2 0,2 0 45,-1 2 0,0 1 0,3 17 0,-1 0-45,-1-13 0,1 0 0,0 12 0,0 0 44,1-4 1,-2-3-45,0-12 0,-1 0 0,1 7 0,0-3-698,0 7 788,-1-11-324,-1-6 234,-2-8 769,1-5-769,-4-4 1748,1-3-1658,-3-4 848,1-3-938,-3-3 360,-2-4-360,-11-12 0,2-1-3392,-16-22 3392,12 11 90,-6-11-802,2 2 802,9 10-90,-4-5 90,11 16-90,2 0 90,2 4-90,3-1 3039,2-1-3039,5-1 1155,5-5-1155,5-2 0,9-4-596,5-2 596,7-3-1648,4-2 1378,4 0-180,-8 9 1,0 0-373,-8 6 0,0-1-1157,4-1 0,3-2 1,-2 2 1978,-4 1 0,0 0 0,17-12 0,3-1 0,-11 6 0,0-1 0</inkml:trace>
  <inkml:trace contextRef="#ctx0" brushRef="#br0" timeOffset="-76795.47">8819 12185 14729,'-4'-10'90,"1"0"89,-3 1-89,2 2 90,-2-1-90,1 2 180,-1-1-90,1 2 90,-4-3 0,3 5 0,-4-2-270,3 5 179,-9 5 1,-5 13-180,-2 2-751,-5 9 751,5 0 45,6-4 0,-1 0 45,-9 17-761,9-13 0,2-1 671,-4 9 90,3 1-729,5-4 639,2 0-342,3 0 342,4-1 623,4 6-623,14 0 90,10-1-90,5-9-180,13-13 0,-14-11 689,7-3-869,-7-5-90,1-2-270,1-3-449,-1-2-990,-3-2-359,-3 0 2646,-3 1 0,0-3 1,-2-1-1</inkml:trace>
  <inkml:trace contextRef="#ctx0" brushRef="#br0" timeOffset="-76086.47">9130 12543 14729,'-5'-10'629,"1"1"-269,-5-1-180,2 4 0,-3-2 0,2 3-90,-1 2 180,-4 0-91,-3 2-89,1 2 0,0 3-90,5 1 90,-3 6 0,-1 3 0,2 1-90,2 2 0,5-6 90,1 0-90,1 0 0,2-1 0,0 0 0,2-1 0,1 0-90,1-1-90,5 1 90,-1-3-90,6-2 90,1-6 1,4-2-1,-4-3 0,2-4 90,-6 0-90,-1-1 90,-2 1 0,-2 4 0,-2 1 0,1 0 0,-2 2-90,2-1 90,-1 1 0,3 3 0,1 3 0,3 4 0,3 1-90,-1-1 0,3-2 0,-4-2 0,2-2-90,1-1 90,1-3 0,2 0 0,0-3 90,1-1-90,0-2 0,1-3-210,1-4 210,0-2 90,4-15 0,-7 6 0,-4 2 0,-1-3 90,2-21 0,-7 21 0,-1-2 180,0-23-181,-5 17 91,-1 10-90,-1 12 0,0 2 0,0 2 180,1 3-180,-5 16 0,2 3 0,-6 37 0,2-9-653,3-9 0,0 2 563,-2 13-356,3-9 0,-1 2 400,2-2 1,0 2-345,0 8 1,1 1 344,1-5 0,1-3-45,3 16 0,2-13 90,-1-23-90,0-1-180,1-4 1257,0-2-1437,1-5 788,-1-2-1238,0-5-4252,4-4 5062,-4-3 0,3-9 0,-5-3 0</inkml:trace>
  <inkml:trace contextRef="#ctx0" brushRef="#br0" timeOffset="-75869.47">9318 12516 16168,'2'-5'1349,"0"0"-1259,13-1 90,0-1-90,6-2 0,2-1-681,6-3 681,1 0-180,0-1-180,0 0-180,-1 0-449,0 1-6027,2-2 6926,-11 6 0,-2-1 0,-10 7 0</inkml:trace>
  <inkml:trace contextRef="#ctx0" brushRef="#br0" timeOffset="-75537.47">8033 13514 16797,'-16'-4'360,"0"0"-270,5 0 0,3 1 180,2 0 180,7-6-270,2 3 269,17-11-89,15 0-180,9-5-890,-16 11 0,0 1 800,23-8-45,-23 9 0,2 0 45,5-1 0,1 0-1202,3-1 0,3 0 1157,4-1 0,2 0 0,1 0 0,4-1 15,-1 0 0,4 0 0,-2 0-60,-10 3 0,-2 0 0,2 0-23,-1 1 1,2-1 0,0 0-1,-2 1-746,1 1 1,-2 0 0,0 0 678,1 0 0,0 0 0,0 0 0,-2 1 0,1 0 0,2 0-421,-2 1 0,2 0 0,1 0 0,0 0 61,-2 0 0,0 1 1,-1 0-1,0 0-99,12-2 0,-1 2 0,0-1-1310,-2 2 0,-1 0 1,-8 1 1858,14 2 0,-24 2 0,-3 2 0,-2 5 0</inkml:trace>
  <inkml:trace contextRef="#ctx0" brushRef="#br0" timeOffset="-51104.46">19175 11530 11400,'-1'-10'3778,"-3"2"-3598,2 3-90,-2 2 90,0 0-180,-1-1 90,0 0 0,0 1-90,-2-1 90,0-1-90,0 1 90,-1 0-90,3 1 90,0 0-90,1 0 0,-1 1 0,-1-1 90,1 1-90,-1-1 0,-1 1 0,1-1 0,-4 0 90,-1 1-90,0-1 0,-5 0 0,2 2 0,-5-1 90,4 2-90,-6 1 0,9 0 0,-3 2 0,6-2 0,-1 0 0,1 1 0,1-1 0,0 0 0,0 1 0,0-1 0,0 2 0,0-1 0,0 1 0,-4 2 0,3 0 0,-9 4 0,3 2 0,-6 3 0,4 1 0,0-1 0,5-2 0,1 0 0,0 2 0,1 0 0,1 0 0,-1 2 0,1 0 0,-2 9 0,0 1 0,-1 8 0,4-10 90,-1 8-90,4-7 0,-2 8 0,3-7 0,0 4 0,3-13 0,0 5 0,0-7 0,1 0 0,1 1 0,1 0 0,0 1 0,1 1 0,2 6 0,2 1 0,1-1 0,-1-3 90,-1-8-180,0 0 90,0-1 0,4 5 0,-2-5 0,3 2 90,-5-5-180,1-1 180,0 0-90,1-1 0,-1 0 0,1-1 0,0-1 0,0 1 0,1-2 0,5 1 0,-3-2 0,4 2 90,1-4-90,-3 1 0,10-3 0,-9 1 0,4-2 89,-6 0-89,2-1 0,-1 0 0,1-1 90,1 0-90,-1 0 0,1-1 0,-2-1 90,2 0-90,-3-2 0,2 0 0,5-6 90,2-4-90,5-8 0,-6 5 90,3-9-90,-11 13 90,5-7-90,-7 8 90,-1 0-90,0 0 90,-1 0-90,-1 0 90,-1 2-90,0 0 90,-2 2-90,1-1 0,-1 1 90,1-8-90,-1 4 90,2-11-90,-2 2 90,-1-6-90,-1 4 0,-2 0 90,-1 8 0,-1-1 90,-2 1 0,-1-1-91,-3-2 1,-3-3 0,-2-2 0,-2 0-528,-2 2 528,-1 0 0,-3 3 0,-13-7-90,6 8 44,3 6 1,0 0-45,-6 2 0,-8-3-89,2 10-1,9 3-540,-27 7 90,22 3-1197,-16 6 28,16 4-630,2 1-1079,2 6 3418,2 2 0,9-4 0,-1 1 0,-1 3 0,0 0 0</inkml:trace>
  <inkml:trace contextRef="#ctx0" brushRef="#br0" timeOffset="-45787.46">21559 11437 13199,'-3'-8'630,"-2"1"-540,1 3 90,0 1 0,-1 0-90,1-1-90,-2 0 90,2 1-90,-2-1 90,2 2 0,0-1-90,-1 1 90,-1-1 0,1 0-90,0 0 89,-1 0-89,0 0 90,0 0-90,0 0 90,1 0 0,-4-1 0,-1-1 0,-3-1 0,3 1 0,-4-1-90,6 3 90,-2-2-90,2 1 90,1 1-90,0-1 0,0 1 90,-2-2-90,1 1 90,-1 0-90,0 0 90,2 1-90,-3-2 0,1 1 0,-1 1 0,2-1 0,2 2 90,-4-2-90,4 2 0,-4-1 0,4 1 0,-1-1 0,1 1 90,0 0-90,-2 0 0,2 0 0,-2 0 0,2 0 180,-3-1-90,2 1 0,-4-2-90,3 1 90,-2-1-90,1 1 89,1 0-89,1 1 0,-1 0 0,1-1 0,-2 1 90,1-1-90,-1 0 0,1 1 0,0 0 0,0 0 0,-4-1 0,-1 0 90,1 0-90,-2-1 0,2 2 0,-2-2 0,1 1 0,2 1 90,2-1-90,-1 1 0,1 0 90,0-1-90,-1 1 0,0 0 0,0 0 90,0-1-90,0 1 0,0-1 0,-1 1 0,-2-2 0,2 2 90,-5-2-90,2 1 0,-5-1 0,4 1 0,-3-1 0,6 2 0,-3-1 0,5 1 0,-1 0 0,1 1 0,0 0 0,-2 0 0,1-1 0,0 0 0,1 1 0,0 0 0,0 1 90,0-2-90,-6 1 0,-2-2 0,-6-1 0,5 1 0,-7-2 0,10 2 0,-4 0 0,7 0 0,0 1 0,1 0 0,0 0 0,-1-1 0,2 1 0,-6 0-90,5-1 90,-5 2 0,6-1 0,-5 0 0,-2 0 0,1 1 0,0 0 0,5 0 0,-11 0 0,7 1 0,-7-1 0,9 1 0,0 0 0,0 1 0,1 0 0,-1-1 0,-4 2 0,-1 0 0,0 0 0,-4 0 0,5 1 0,-4 1 0,5-1 0,2 0 0,5-2 0,0 2 0,0-1 0,0 1 0,-1 0 0,1 1 0,0-1 0,-1 1 0,0-1 0,-6 3 0,0 0 0,0 1 0,-3 0 0,5-1 0,-4 1 0,4 0 0,0-2 0,5 0 0,-2-1 0,0 2 0,-1-2 0,0 3 0,0-2 90,0 1-180,2 0 90,0 0 0,0 0 0,1-1 0,0 0 0,1 0 0,1 0 0,-2 1 0,1 1 0,-3 3 0,3-1 0,1 1 0,2-3 0,1 2 0,-1-1 0,0 2 0,0 0 0,1 1 0,-1-1 0,1 1 0,0 0 0,-1 4 0,-1 2 0,2 5 0,0-4 0,2 3 0,1-3 0,2 0 0,0-1 0,0-5 0,2 1 0,-2-1 0,2 0 0,0 0 0,-1 1 90,2 0-90,-1 0 0,1 0 0,1 5 0,-1-3 0,2 3 0,0-1 0,-1-3 0,3 8 0,-2-10 0,2 5 0,0-7 0,0 3 0,2-2 0,-1 0 0,2 0 0,0-1 0,0 1 0,1-1 90,1 0-180,4 3 90,4 1 0,4 2 0,2 0 90,-6-5-90,6 1 0,-1-3 0,-2 0 0,3-1 0,-8-3 0,2 0 0,1 0 0,1-1 0,0 0 0,2 0 0,-1-1 0,1 0 0,1 0 0,18 3 0,2 0-244,-12-2 0,1 0 244,16 2 0,-17-3 0,1 1 0,-5-2 0,-1 1-555,1-1 0,-1 1 555,27 1 0,-17 0 0,2-1-803,-1 0 803,1 0 0,0 1 0,0 0 0,0 1 0,0-1-99,-1 1 99,15 0 0,-26-2 0,1 0 0,4 0 0,-1 0 0,17 1 0,2 0 0,-5-2-377,-3 1 377,1-1 0,-17-1 0,17-1 0,-13 1 485,12-1-485,-18 0 0,-1-1 805,-1 1-805,-2 0 110,7-1-110,0-2 820,6 0-820,-8-1 567,3-1-567,-6-1 0,-1 1 0,-3-1 0,-7 2 0,5-4 0,-5 2 0,3-3 0,-5 2 0,0 0 0,-2-1 0,1-1 0,1-4 0,0-3 0,0-6 0,-3 3 0,-2-6 0,-2 1 0,0 0 0,-1 0 0,-2 6 0,-1-10 0,-1 7 0,-2-9 0,-1 9-274,-4-3 184,-2-1 90,-3-2 90,-14-9-135,7 15 0,-1 1-1164,-9-5 0,-1 0 1209,4 5 0,-1 0 0,-11-2 0,-2 1-45,5 4 0,0 2 0,-1 0 1,-1 0-715,0 2 0,1 2 669,10 3 0,0 2-380,-1-1 1,0 2 334,1-1 0,-1 1-45,0 1 0,0 1-90,0-1 0,1 2-449,-29-2-2105,21 4 1,1 0 2823,-19 2 0,10 3 0,-1 1 0,8 0 0,0 0 0</inkml:trace>
  <inkml:trace contextRef="#ctx0" brushRef="#br0" timeOffset="-44545.46">21276 12022 13829,'-4'-10'270,"-2"0"-90,2 6 0,-1-1 0,0 0 0,0 1 179,-7-3-179,2 2 90,-4-2-90,3 3 90,-2-1-90,-2 0 90,-2 0-91,-2-2 1,-2 1 90,-3-1-561,-4 1 471,-2-2 0,-1 2-90,-1-1 90,1 1 0,-2 0 0,-17-1-90,22 3 0,-2 0-45,1 0 0,0 1 0,0 0 0,0 1-916,-12-1 961,-1 1-90,-1-1 90,1 1-90,-1-1 90,0 1-90,1 0 90,0 0-90,1 1 0,1-1 89,1 1-89,-15-3-127,16 3 171,9 0 1,0 0-45,-13 0 0,-8 2 90,13-1-90,-7 4 0,19-1 0,-8 2 0,11 1 0,-2 1 0,1 1 0,-14 6 90,13-4-90,-8 5 0,13-5 0,-5 5 0,5-2 423,-9 9-423,8-3 900,-1 6-900,5-4 0,6-2 147,4-5-147,2 1 0,0 0 0,1 0 0,2-1 0,1 1 90,4 8-90,0-4 0,3 6 0,1-6 0,11 13 0,-3-8 0,2-2 0,2-1 0,5 4-385,11 5 385,9 0 0,-8-9 0,0-3 0,2-1-1472,11 1 1472,-16-7 0,1 0 0,18 3 0,1-2 0,-27-6 0,3 0 0,6 1 0,6-1 0,-4 0-966,-1 0 1,0 0 965,1 0 0,3 0 0,-3-1 0,6-1 0,-4 0-123,-8-1 0,0-1 123,16 1 0,0 0-424,7-1 424,-22-1 0,1-1 0,2-1 0,-1-1 779,17-1-779,-6-2 0,0-1 0,7-2 319,-19 2 0,0 0-319,10-4 0,-2 0 282,-5 0-282,14-7 0,-11 3-18,8-5 18,-15 4 0,11-8 343,-13 5-343,-6 2 0,-1-2-90,7-11 90,3-11 1412,-12 9-1412,-6-8 0,-10 16-327,-3-9 327,-6 6 0,-3-2 0,-6-4 0,-4 7 0,-3-1 0,-15-11-526,7 10 1,-3 2 480,2 6 0,-2 2 45,-3-1 0,-1 1-45,-6-1 0,-1 1-45,-1 0 0,-4 1-945,0 3 0,-5 2 1,2 1 884,10 1 0,1 2 0,-3 0-60,-11-2 0,-3 2 0,0 1-1142,11 4 1,-1 1 0,0 0 0,3 1-89,-4 0 1,3 1 0,-3 0 1342,4 1 1,-2-1-1,-1 2 1,2 1-1,-6 2 1,0 1-1,0 1 1,-1 0 0,-1 1-1,1 0 1</inkml:trace>
  <inkml:trace contextRef="#ctx0" brushRef="#br0" timeOffset="-41443.46">22491 11858 14099,'4'-11'809,"-1"0"-539,0 5-180,-1 0 0,1 1 0,0 1 0,0 0 0,2 0 0,1-1-90,2 0 90,0 0-90,0 0 90,0-1-90,1 1 90,0-1-90,2 0 0,0 0 0,1 0 90,0-1-90,6-2 0,-6 2 90,10-3-90,-8 5 0,4-2 0,-4 3 0,-3 1 0,-1 4 0,-4 0 0,2 3 0,-4 1 0,1 2 0,-1 1 0,0 2 90,-1 0-90,1 3 0,-1 6 0,1 2 0,0 2 0,1 1 0,-2-10 0,3 3 0,-3-8 90,3 0-90,-1-1 0,3-1 0,0-2 0,2-1 0,2-2-90,2-2 0,1-1-270,10-4-180,4-5-269,7-3-810,-3-4-270,-8 4 1889,-2-1 0,-9 5 0,3-2 0</inkml:trace>
  <inkml:trace contextRef="#ctx0" brushRef="#br0" timeOffset="-40903.46">22478 12187 15718,'4'-10'720,"1"3"-630,2 4 179,4-3-179,-2 2 90,9-4-90,-1-2 0,9-5 0,-5 2-90,2-1 90,-8 4-90,1 0 0,-1-1 90,-2 2-90,1 0 0,-3 1 0,-1 1 0,0 1 0,-3 0 90,1 2-90,-2-1 0,1 2 0,1 4 0,0 4 0,-1 7 0,-2 1 0,-3 2 0,0-2 0,-1 0-90,0 1 90,0 0 90,1-1-90,0 0 0,1 4 0,0-5 0,1 3 0,0-7 0,4 2 0,-2-3 0,8 0-180,3-6-180,6-4 180,0-3-539,7-7 269,-11 3 0,6-5-449,-8 4-1260,0-1-539,-1 1 2698,-2 1 0,5-2 0,0 0 0</inkml:trace>
  <inkml:trace contextRef="#ctx0" brushRef="#br0" timeOffset="-40378.46">23419 12003 15988,'5'-11'2339,"-1"1"-1800,-1 5-359,-1 1 0,1 0 0,1 1-90,2 1 0,1-2 90,1 1-90,2 0 0,0-1-90,0 0 90,2-2-90,-1 1 0,1-2 0,2-2 0,-1-1 0,1-3-90,0-1 90,2-4-90,3-6 90,-5 2 0,5-8-90,-8 9 90,2-2-90,-6 10 90,-2 16 0,-4 6 0,-1 14 0,-3 3 0,-2 6-90,0 5 90,-2 1-834,0 0 834,1 0 0,-3 12 0,3-15 0,-1 16 0,6-22 0,0 2 0,1-11 0,3-2-90,-1-10-90,3 1-539,-1-6 113,2-2-3172,2-5 3778,-3 1 0,1-1 0,-6 2 0</inkml:trace>
  <inkml:trace contextRef="#ctx0" brushRef="#br0" timeOffset="-40153.46">23405 12355 15628,'15'0'630,"-2"0"-360,-2-2 269,7-1-89,8-2-270,1 0 0,3-1-90,-3 1 90,3-1-90,3 1-450,17-5-90,-12 3-359,12-3-631,-16 2-4226,10-4 5460,-14 4 1,10-5 0,-16 3 0</inkml:trace>
  <inkml:trace contextRef="#ctx0" brushRef="#br0" timeOffset="-39670.46">23823 11548 15178,'-6'-15'270,"-1"1"-270,0 3 90,-1 1-90,-1 1 90,-2 1 90,-1 0 90,-9 1-270,3 2 180,-18 3 0,-7 12-90,-1 4-90,19-2 0,-1 4 45,-1 8 0,2 3-933,6-5 0,0 2 888,-6 10 0,2 1 45,7-4 0,1 0-45,2 0 0,0 1 45,1 4 0,0 0-45,3-2 0,0 0 45,2 0 0,0 1-506,1 12 0,2 3 506,4 0 0,2 0-635,0-1 1,1-1 589,5-4 0,1-4 0,9 12-776,3-4 776,2-6 90,3-5 637,0-8-547,1-6-90,2-6 302,1-6-302,5-4 0,4-5 412,6-5-412,5-7-117,3-5 72,-26 6 0,0-2 0,-1-2 0,0 0 0,2-3 0,1-3 0,11-12 0,1-5-15,-12 7 0,-1-1 0,1-3 0,5-8 0,1-3 0,-3 1-30,-7 7 0,-2 1 0,-1-3 30,0-5 0,-2-2 0,-3 1-30,-2-10 0,-5 0 0,-4 11 0,-2-1 0,-2 2 0,-2-8 0,-4 2-45,-13-5 0,-5 6 45,5 21 0,-4 4-45,-22-10 0,-5 6-90,13 13 0,-1 5 0,-19-2 0,-2 5-90,10 5 1,-2 4-466,0 4 0,-5 1 1,1 3-1299,12-1 1,0 2 0,0 0-1,0 0 1988,-12 4 0,-1 1 0,1 2 0,12-3 0,0 3 0,0 0 0,3-1 0,-1 3 0,0-1 0,1 0 0</inkml:trace>
  <inkml:trace contextRef="#ctx0" brushRef="#br0" timeOffset="-35062.46">18960 10617 12750,'-9'-4'809,"0"0"-629,2 1-90,0 2 90,0-1 90,-1 1-90,-1 1 0,1 0 89,0 1 1,-3 2-90,-1 3 0,-3 5-90,2 2 0,3 0 0,3 0-90,1 0 90,1 2 0,-1 0-90,2 1 90,1 0-90,0 0 0,1 0 90,1 0-90,1-1 0,1 0 90,3 6 0,2-1-90,2 0 0,6 0 0,0-9 90,3-1-90,0-4 0,-2-5 0,10-2 0,-5-2 0,8-3 0,-8 0 90,0-2-90,-2-2 0,-1 0 0,4-8 0,-4-6 90,-2-7-1,-9-6 1,-8 8 0,-14-14 0,-8 9-927,-6 0 837,-3 9 0,5 13 0,-13 2-90,9 6-90,-10 3-788,14 6 429,-2 3-631,2 2-1078,5 2 2248,-1 6 0,7 3 0,0 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8:21.31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3939 2443 5824,'-9'-2'809,"-6"-1"-449,5 0 0,-8-4 90,6 0-361,-1-1 451,-2 0-270,-4 0-180,6 2 90,-8 0 0,10 6 90,-5-1-90,4 0 449,1 1-539,14 4 180,9-2 90,33 4-180,-5-5 0,4-1-91,-10-1 1,2 0 0,3 0-190,3-1 0,3 0 0,2-1 0,-2 1 145,-4 0 0,-3-1 0,2 0 0,3 1-241,3-1 0,4-1 1,1 1-1,0 0 1,-1 0 231,-5 0 0,0 1 0,-1 0 0,1 0 0,0 0-18,2-1 0,0 1 0,0 0 0,1 0 0,-2 1-18,-2-1 0,-1 1 0,0 0 0,0 0 0,1 0-237,-3 1 0,0 0 0,1-1 0,1 1 0,1 1 0,2-1 259,-3 0 0,4 1 1,0 0-1,2 0 1,0 0-1,-1-1 1,-1 1-1,-3 0-22,3 0 0,-2 0 0,-2-1 0,1 1 0,0 0 0,3-1 11,-3 1 0,2 1 1,1-1-1,1 0 0,0 0 1,-2 1-1,-1-1 0,-3 0 7,6 1 0,-3-1 0,-2 0 0,1 1 0,1-1-18,-2 0 0,1 1 0,1-1 0,0 0 0,0 1 0,0-1 15,-2 1 0,1-1 0,-1 0 0,0 1 0,1-1 0,1 1-15,1 0 0,2 0 0,1 1 0,0-1 0,-1 0 0,-3 0 0,-4 0 22,2 0 1,-5 0 0,0 0-1,7 0-12,-8 0 0,6 0 0,4 0 0,2 1 0,1-1 0,-1 1 0,-3-1 0,-4 0 0,-6 0-10,15 0 0,-8 0 0,6 0 0,-11-1 0,5 1 0,3 0 0,1 0 0,-1 0 0,-1 0 0,-3-1 18,1 1 0,-4-1 0,0 0 0,1 0 0,2 0-3,3-1 0,2 1 0,2 0 0,0 0 0,-1-1 0,-3 1-15,0-1 0,-4 1 0,1 0 0,0-1 0,4 0 0,0 0 0,4 0 0,2 0 0,1 0 0,-3-1 0,-4 1 0,-6 0 0,2-1 0,-7 1 0,7-1 11,-4 0 0,6 0 0,4 1 1,3-1-1,1 0 0,-3 0 1,-2 0-1,-6 0 11,4 1 1,-5-1-1,0 1 1,5-1-350,-1 0 1,5 1-1,3-1 1,1 0-1,-1 1 1,-4-1 0,-6 1 326,10-1 0,-6 1 0,4 0 0,-6 0 0,5 0 0,2 0 0,0 0 0,-3 1 0,-7-1-21,0 0 0,-6 0 1,4 0 38,-2 1 0,3-1 0,2 1 0,1-1 0,-2 1-18,8-1 0,0 1 0,1 0 0,2 0-42,-10 0 0,3 0 0,1 0 0,0 0 0,0 0 0,-2 0 42,4-1 0,-1 1 0,-1 0 0,2 0 0,3 0 10,-9 0 0,3 0 0,3 0 0,1 1 0,0-1 0,-1 0 0,-4 0 0,-3 0 0,-5 0-40,9 1 0,-7-1 0,7 0 30,-7 0 0,7 1 0,3-1 0,3 1 0,0-1 0,-2 1 0,-6-1 0,-6 0 0,5 1 0,-8-2 0,7 2 0,-5-1 0,6 0 0,4 1 0,1 0 0,1-1 0,-1 1 0,-2 0 0,3-1 0,0 1 0,-1-1 0,-1 1 0,1-1 0,-1 1-85,-2-1 1,0 1 0,0-1 0,0 1 0,0 0 0,1-1 84,4 1 0,2 0 0,1-1 0,-3 1 0,-2-1 0,-6 0 0,0 1 0,-6-1 0,5 1 0,4-1 0,6 0 0,2 1 0,-1-1 0,-5 0 0,2 0 0,-4 1 0,4-1 0,-2 0 0,5 1 0,1-1 0,-1 0 0,-3 1 0,-2-1 0,-3 1 0,-1-1 0,-1 0 0,8 1 0,-1-1 0,2 1-23,-2-1 1,3 1-1,-1 0 1,-2 0 22,1 0 0,-3-1 0,2 1 0,-1 0 0,2 0 0,0 0 0,1 1 0,-1-1 0,1 1 0,0 0 0,-2 0 0,-6-1 0,-1 1 0,-1-1 0,-1 0 0,11 1 0,-1 0 0,-1 1 612,-6-1 0,-1 0 1,-4 0-613,-2-1 0,-2 0 0,14 2 0,-2-1-180,-2-1 180,-16-1 0,-29-8 0,-6-3 0</inkml:trace>
  <inkml:trace contextRef="#ctx0" brushRef="#br0" timeOffset="8327">12417 12564 10321,'7'-13'1034,"9"-2"1,6-3-2128,2-2 1,2-2 0,2-1 387,0 1 1,1-1-1,4-4 735,-3 1 0,3-5 0,3-1 0,0-1 0,-3 2 0,-4 4-100,2-1 0,-4 3 0,4-4 85,-1 1 0,5-5 0,2-3 0,0 1 0,-3 3 0,-7 6-15,3-3 0,-3 3 0,0 0 0,2-2 0,-4 5 407,7-7-3684,-22 21 3061,-5 5 1,-8 5 0,-7 6 0</inkml:trace>
  <inkml:trace contextRef="#ctx0" brushRef="#br0" timeOffset="9536">13967 11546 8702,'7'-11'810,"0"-2"-91,-4 2-179,1-1 89,-5-2 271,-19 9-447,-15 12-197,5 6 1,-2 4-56,3 1 1,0 5-53,3 3 1,0 4-1,4 1-1151,6 0 1,4 1-1,-1-1 1099,-6 8 1,3 0-341,11 5 1,10-6 418,17-8-180,12-11 1,8-7-23,-5-10 0,4-6 1,-2 0-34,-3 1 1,-1-1 0,-1-2-4,3-6 1,-1-2 0,-7 1-33,-1-6-604,-15-9 3359,-20 13-3257,-6-9 781,-12 5-564,5 6 149,-3-6 126,13 11 56,3-2 125,1 4 89,1-1-15,0 0 19,-3 1-160,-7 1-7,-7 3-73,-1 2 4,18 7 43,7-4 23,22 2 0,8-2 0,2-1 45,7-1 0,4 0-45,-6-1 0,-1 0 90,2 1 0,-2 3 45,-3 8 0,-6 8-45,-16 12 0,-8 8-90,-6 8 0,-4 3-30,0-16 0,-2 0 0,3-2-915,5 5 1,2-5-2333,6-2 3241,10-25 1,-2-17 0,-3-1 0</inkml:trace>
  <inkml:trace contextRef="#ctx0" brushRef="#br0" timeOffset="9869">14590 11481 9961,'-15'-18'1889,"1"-1"-1259,25 7-360,1 2-46,13 3 1,6 1-1864,9 0 1,1 1 1286,-9 1 0,0 0 332,11-1 0,-3 1-519,-9 1-653,2-1 1192,-13 3 0,-24 3 0,-7 1 0</inkml:trace>
  <inkml:trace contextRef="#ctx0" brushRef="#br0" timeOffset="10120">14818 11430 10591,'17'-8'2519,"-5"8"-1080,-3 47-1080,-13-9 1,-3 8 0,-1 1-360,2-7 0,0 1 0,-1 0 0,1-1-553,-4 10 0,0-1 0,0-1-347,2-5 1,1-1 0,5-8 899,8 0 0,-1 4 0,4-18 0</inkml:trace>
  <inkml:trace contextRef="#ctx0" brushRef="#br0" timeOffset="11517">15323 13479 7353,'8'-11'1349,"-2"3"-449,-3-1-271,-1 3 810,1-5-629,-1 4-540,-4 16 0,0 16-91,-5 24-44,1-3 0,0 1-45,1-13 0,1 1-60,-1 3 0,0 2 0,1-6-30,-1 7-180,2-9 0,0-4-269,2-11-811,0 6 1260,0-12 0,1-4 0,-1-5 0</inkml:trace>
  <inkml:trace contextRef="#ctx0" brushRef="#br0" timeOffset="11884">15231 13512 9512,'9'-14'359,"1"1"361,22-10-405,-5 11 0,1 2-136,14-8-134,-13 10 0,0 2 225,4 6-270,-9 1 180,8 15-180,-25-7 0,-10 28 0,-10-16 0,-3 0 0,-1-1 90,-16 7-90,6-5-540,-7 0 540,21-13 0,2 2 0,14-7 0</inkml:trace>
  <inkml:trace contextRef="#ctx0" brushRef="#br0" timeOffset="12451">15503 13758 10051,'15'0'3276,"4"-7"-2774,4-6-322,-1-4-180,-6-8-90,-3 0 0,-4-1 0,-2-1-90,-4-15 135,-2 15 0,-2 0-135,-4-12-89,-3 9-91,3 14 270,14 14 90,-5 3-90,30 16 90,-4-1 90,-1-1 0,-4 5 180,-19 3-180,-2-6 89,-6 29-179,-1-27 90,-1 12 0,1 0-180,2-10-360,2 6 1,2-1-720,5-9-720,4 7 1889,1-13 0,1-5 0,4 0 0</inkml:trace>
  <inkml:trace contextRef="#ctx0" brushRef="#br0" timeOffset="12875">15996 13737 11580,'-12'-7'2159,"10"0"-2069,8 5 270,13-2-360,-7 3 90,4-3-180,4-5 0,-9 2-180,11-15 0,-18 0 180,1 1-90,-18-10 90,-1 21 1,-6-3-1,-18 31 90,21-4 45,-4 12 0,4 4 44,13 6-89,3-5 0,5 2 90,9-6 0,3-1-90,9 11 90,8-5-360,4-15-449,-5-8-920,-6-4 1,1-3 1557,13-4 1,4-9 0,-6-3 0</inkml:trace>
  <inkml:trace contextRef="#ctx0" brushRef="#br0" timeOffset="13424">16582 13775 10231,'-13'-12'1439,"3"4"360,-16-12-809,-3 13-630,-11 0-91,-7 17-134,19 4 0,3 4-45,-12 8-135,11 5 0,4 3-45,10 1 0,4-7 0,5 0-269,22 12 269,11-16 45,-3-15 0,3-7-1048,2-15 1,3-10 0,-4 1 989,1 3 1,-1-4-372,-6-2 1,2-6 0,-1-2-1,-6 2 474,-2-16 0,-4 0-557,-2 12 0,1-1 0,-2 1 557,-1-12 0,-2 4 45,-3 16 0,-2 5-45,-2 5 0,-1 14 90,-3 22 0,-2 13-45,1 2 0,0 3 0,-2 8 0,2 2-15,2-6 0,1 2 0,1-3-75,2 1 0,2-2-360,2 7 1,3-3-2295,14 0 2699,8-21 0,1-20 0,3-11 0</inkml:trace>
  <inkml:trace contextRef="#ctx0" brushRef="#br0" timeOffset="13591">17040 13744 12120,'-8'5'2249,"2"2"-1799,7 4-540,2 1-2339,5 9 1170,-5-7 1259,-8 15 0,-9-11 0,-10 10 0</inkml:trace>
  <inkml:trace contextRef="#ctx0" brushRef="#br0" timeOffset="19992">19704 11875 8612,'-8'-4'990,"0"0"-631,3 1-89,-1 1 90,0 0 180,0 1-540,14 3 180,2-1-180,9 2 449,28 2-1965,-6-3 0,5-1 1546,-10 1 0,1 0 0,3 0 15,2-1 0,3-2 0,1 1 0,-1-1-103,-1 0 1,-1 0-1,-1-1 1,0 1 87,4 0 0,-2-1 0,2 1-8,-3-1 1,1 0-1,-1 0 1,-4 0 22,3 1 0,-1-1-23,-3 1 1,4-1-1,0 0 1,-4 0-23,9 0 0,-1 0 0,-5-1 0,1 1 0,-3 0 0,-1 0 0,-3 0 0,-7 1 0,0 0 44,8 0 1,-3 0 3189,-5 1-3234,4-1 0,-1 1 0,-6-1 479,11-1-479,-11 2 0,-10-1 0,8 0 0,-10 0 0,1 0 0,-3 1 0,-5-1 269,1 1 361,-1-1-180,0 2-270,-1-5-90,0 2-90,-3-3 90,-1 0-90,2-3 0,-1 2 0,1-2 0,1-6 0,-2 5 0,6-28 0,-2-4 0,-2 16 0,0-1 0,0 0 0,0 0 0,0 0 0,-1 2 0,2-4 0,1-15 0,-5 28-90,2-9 90,-2 13 0,1-2-90,-2 7 0,0-1 0,-3 3 90,-2 2 0,-9 4 0,-13 2-45,-14 0 0,-3-2 45,15 1 0,-1-2-45,-3 0 0,-6 0 0,-1 0 0,1-1-15,-5-1 0,2-1 0,-2 1-754,6 0 1,-1 0-1,-1 0 1,-2 0 795,-3-1 0,-4 0 0,-1 0 0,3-1 0,4 1-12,0 0 0,5 0 0,-4 0-475,-4 0 0,-5-1 1,-3 1-1,5-1 0,8 1 505,2 0 0,1-1-295,0 1 0,-6 0 0,0 0 0,5-1 205,0 1 0,1-1-432,-2 1 0,-4-1 0,5 1 477,4 0 0,0-1 43,0 2 0,-3-1 0,5 1-88,-11 0 493,6 1 0,-1-1-417,-10 0 1090,12 1-977,-1-1-99,26 2 0,-13-2 188,16 1 2227,-3-1-2027,0 1 2295,5 0-2359,0 5 854,7-1-982,8 11 38,0-1-242,6 12 96,-4 1 0,0 3-296,3 9 196,-3-6 0,0 7 0,-1-6-299,2 10 232,-2 2 1,1 1 70,-4-11 0,-1-3 36,-1-8 1,0 0 16,2 14 0,0-5-45,-3-15 180,7 25-180,-8-33 90,3 8-180,0-13-810,4-7-449,-3 2-1928,4-7 2882,-6 3 0,-1 1 0,-1 1 0</inkml:trace>
  <inkml:trace contextRef="#ctx0" brushRef="#br0" timeOffset="22467">19594 12022 9152,'6'-9'539,"2"1"-89,-1 2-360,2 4 270,-2 7-270,0 0 360,5 30-360,-9-10 0,-2 2-46,2 6 1,0 1 0,-3-3 0,-1 2 0,-2 14 0,-2-2-45,2-6 0,-1 4 0,2-2 90,3-15-90,0 8 90,1-5-90,0-13 360,0 6-180,1-16 90,8 2-180,6-8-90,-1-1 0,9-3 0,18 0-1093,-11 2 1,5 0 0,-1 0 1034,5-1 1,3 1 34,-3 0 1,6 0-1,2 0 1,-3 0-108,4 1 0,-2-1 1,2 1 129,-7-1 0,2 1 0,1 0 0,1-1 0,-2 1 0,2 0 0,0 0 0,-1 0 0,-5 0-30,-1 1 0,-5-1 0,4 0 30,7 0 0,5 0 0,-2 0 0,-10 0 0,-12 1 0,-3-1 0,26 0 0,-2 0 90,-7 0-90,4 0 90,-1 0-90,-9 1 90,-3 0 0,-7 0-90,-12 1 479,4 0-479,-4-1 180,7 1 179,-2 0 1,-2 0 0,-3 0 2916,-7-1-1991,2-2-1195,-3 0 0,1-4 0,-4-1 0,-1-3-3367,1-13 3252,-1 7-462,-1-9 0,0-3 397,1-10-133,-1 11 0,1-3 133,-1-15 0,1 1 0,0 1 45,-1-4 0,0 1-45,-1 14 0,-1-16 0,0 18 2778,1 9-3048,-1 0 1243,0 12-973,-2-3 612,1 5-612,-1 4 180,-12 2-90,6 1-90,-30 3 90,9-2 0,-1-1-45,5 1 0,-5-1 9,0-1 0,-7 0 0,-4-1 0,-1 0 0,0 0-620,-1 0 1,-1-1-1,-1 0 1,0 0 0,1 0 614,2 0 0,0 0 0,-1 1 0,1-1 0,-3 0 26,2 0 0,-3 0 0,-1-1 0,1 1 0,4 0 0,4 0-27,-6 1 1,5 0-1,1 0 12,-2-1 0,0 1 0,1 0 30,2 1 0,1 0 0,5 1-90,-10 1-45,7-1 1,2 1 44,-3 0 90,1-1-180,5 0 3420,10-1-3240,-6 0 187,11 1-187,6-1-90,3 1 90,-1-1-90,3 3 180,2 2-90,1 5 90,1 2-90,-4 9 0,1-8 90,-2 3-90,-3 3 0,5-9 0,-6 13 90,7-12-90,-1 2 0,2 5 0,6 5 0,0 10 0,5 15 45,-3-2 0,0 1-45,-3-17 0,2 2 0,0 4 0,2 6 0,1 1 0,0-3 30,1-5 0,1-2 0,0 1-60,2 9 0,0 1 0,2-2-120,1-6 0,1-1 0,0-4-435,2-2 1,1-3 44,-3-4 0,0-2 540,21 8 0,-17-18 0,9 1 0</inkml:trace>
  <inkml:trace contextRef="#ctx0" brushRef="#br1" timeOffset="25350">1515 9518 10204,'-7'-5'1412,"0"0"-1461,16 3 1240,10 0-934,7 2 0,5-1-1350,3 1 1,4-1 0,1 0 1119,4 1 0,2-1 0,5 0 39,-9 0 1,5 1 0,2-1 0,1 0 0,0 0 0,-1 0-157,-5 0 0,-1 0 0,-1 1 0,2-1 0,2 0 0,6 0 137,-11 1 0,3-1 1,3 0-1,2 1 1,2-1-1,2 0 1,-1 0-1,1 0 1,-1 0-1,-1 0 1,-2 1-1,-2-1 1,-4 0-176,6 1 0,-5-1 0,-2 1 0,-1-1 0,1 1 0,1-1 0,4 1 0,4-1 146,-10 0 0,4 1 0,2-1 0,2 1 0,2-1 0,2 0 0,0 0 0,2 1 0,0-1 0,0 0 0,-1 1 0,-1-1 0,-1 0 0,-1 1 0,-2-1 0,-3 1 0,-3-1 1,11 1 1,-4-1-1,-3 1 1,-2 0 0,-1 0-1,1-1 1,1 1 0,3 0-1,3 0-11,-9-1 1,2 1-1,2 0 1,1-1-1,1 1 1,1 0 0,0-1-1,1 1 1,-1 0-1,1-1 1,-1 1 0,-1 0-1,-1-1 1,-2 1-1,-1 0-117,5 0 1,0 0 0,-2 0 0,0-1 0,-2 1 0,1 0-1,-1 0 1,-1 0 0,0 1 0,0-1 0,0 0 92,6 0 0,-1 0 0,-1 0 0,1 0 0,-1 0 0,-1 0 0,0 0 0,-1 0 0,0 0 92,0 0 1,1 0 0,-1 0 0,0 0-1,-1 0 1,-2 0 0,-2 0 0,-2 0-145,11 1 1,-4-1 0,-1 0 0,0 0-76,2 0 1,1 0 0,-2 0 0,-5 0-168,2 0 0,-2 0 456,-6 0 1,0 0-1,-2-1-170,-3 1 0,-3 0 1763,13-1-2061,5 3 124,-13 4 438,6 10-393,-16-1 170,4 20 0,-3 10-12,-15-13 0,-4 2 1,2 0-85,4 3 1,1 0-1,-2 5 106,-7-4 0,-1 5 0,-3 1 0,0 1 0,0-4-15,0-1 0,-2-2 0,1 0 0,-1 5 19,2-5 0,-1 4 0,0 1 1,-1 3-1,1-1 0,0 0 0,1-1-45,-1 5 1,0 0 0,1-1 0,-1 0 0,1 0 0,0-2 5,0 3 1,0-2 0,0 0 0,1 1-1,0 3-226,2-9 0,0 3 0,0 2 1,1 0-1,0 1 0,0-2 1,0-2-1,-1-2 269,2 6 0,-1-4 0,0-1 1,0 1-1,1 4-24,-1-6 0,0 3 0,0 3 0,0 0 1,0 0-1,0-1 0,-1-2 0,0-3-47,0 6 1,0-4 0,-1-1 0,0 0-1,-1 1 69,0 3 1,-1 1 0,0-1 0,-1-1 0,0-4 26,-2 7 0,-2-5 0,1-1-30,1-6 0,0-2 0,-1 0 60,-3 17 0,0-8 1810,2-12-1810,1-3 0,1-2 0,1-10 677,-2 9-677,2-17 3177,-23 1-3177,10-7-90,-11-2 0,-3 0 649,-19-2-619,13 0 0,-7 0 0,0-1-98,7 1 0,0 0 0,-1 0 68,-2 0 0,-2 0 0,-6 0-462,10 0 0,-4-1 0,-3 1 0,-2 0 0,0-1 0,1 1 0,4 0 462,-2 0 0,3 1 0,0-1 0,-2 0 0,-7 0-8,11 1 1,-3-1-1,-4 1 1,-3-1-1,-2 1 1,0-1-1,-1 0 1,0 1-1,0 0 1,3-1-1,2 1 1,2 0-198,-4 0 1,2 0-1,3 0 1,0 0 0,0 1-1,0-1 1,-2 0 0,-3 1 204,5-1 0,-2 1 0,-1-1 0,-1 1 0,0-1 0,-1 1 0,-1 0 0,1-1 0,-1 1 0,1 0 0,0 0-131,-1 0 1,0 1-1,-2-1 1,1 1 0,-1-1-1,1 1 1,1 0-1,0 0 1,2-1 0,1 1-1,2-1 118,-7 1 0,4 0 0,2-1 0,0 1 1,-1-1-1,-3 1 0,-5 0-57,13-1 0,-2 1 0,-3-1 0,-2 1 0,-2 0 0,-1-1 0,0 1 0,-1 0 0,0 0 0,0-1 0,2 1 0,0 0 0,3-1 0,1 0 0,3 1 70,-8-1 0,2 0 0,3 0 0,1 0 0,1 0 0,-1 0 0,1-1 0,-3 1 0,-1 0 0,5 0 0,-2 0 0,-1 0 0,-1 0 0,-1 0 0,1 0 0,-1 0 0,2 0 0,0 0 0,2 0 0,1 0 0,3-1 0,-10 1 0,3 0 0,1 0 0,2-1 0,1 1 0,0-1 0,0 0 30,-5 0 0,-1 0 0,1-1 0,1 0 0,3 1 0,3-2 15,0 1 0,5-1 0,0 0 0,-2 0 276,-9 1 0,-3 0 0,2-1 0,5-1-276,-11-3 0,12-1 45,17 0-1,-15-11-89,17 7 1249,-2-7-1159,3-6-90,8 8 0,3-7 0,2-3 2018,4 1-2063,3-19 0,2-9-45,2 16 0,2-2 0,0-2 21,0 3 1,-1-1 0,1-3 0,1-3-22,0 2 0,0-4 0,2-1 0,-1-3 0,0 0 0,0-1 11,0 7 0,-1-2 1,1-2-1,-1 1 0,1-1 1,-1 1-1,1 1 1,-1 1 52,0 1 0,0 2 0,1 1 1,-1 0-1,0 0 0,0 0 1,0-1 12,0-2 0,0-1 0,0 1 0,0-1 0,0 0 1,-1-1-1,-2 1-90,0-3 0,-1-1 0,-1-1 0,-1 0 1,0 3-1,0 2 0,1 3 80,-1-1 1,1 5-1,-1-1 1,-1-7-298,0 7 1,0-6 0,-1-5-1,0-2 1,0-1 0,-1 2-1,1 3 1,0 5 0,-1 6 259,-1-9 0,0 8 0,-1-2-30,0-4 0,-1-3 0,-1 0 0,2 8-495,0-3 1,2 7-406,0-2-359,13 12-630,5 33 2512,5 5 1,-1 7-1,-4-1 1</inkml:trace>
  <inkml:trace contextRef="#ctx0" brushRef="#br0" timeOffset="26067">4254 11164 8522,'-3'-11'0,"0"1"900,1 0-271,4 31-359,1 18-90,1 1 0,0 9-90,-3-13 0,0 5 0,-1 2 0,0 2 0,0 0-637,0-2 1,-1 1 0,0 1 0,0 1 0,-1 1 0,1 2 547,0-7 1,0 1 0,0 2-1,0 0 1,0 1 0,0 1-1,0-1 1,0 1 0,0-1 37,0 1 1,0 0 0,1 0 0,-1 1 0,0-1 0,1 1 0,-1-1 0,1 1 0,0-1-47,0 1 1,0 1 0,0 1 0,0-1 0,1 0 0,-1 0 0,1-2 0,-1-1 0,1-1 21,0 7 0,1-2 0,-1-2 0,1-1 0,0 2 0,0 1-258,1-1 1,0 2 0,0 2-1,0-1 1,1-2 0,-1-2 0,0-5 242,0 3 0,0-5 0,1-1 0,0 4-60,-1-1 0,1 4 0,1 2 0,-1 0 0,0-4 0,0-4-30,0 6 0,0-5 0,0 0 30,0 0 0,0 0 0,0-8-1649,1 6 1709,6-87 0,-6 20 0,0-5 0,0-10 0,1 0 0,-1 0 0</inkml:trace>
  <inkml:trace contextRef="#ctx0" brushRef="#br1" timeOffset="27159">4195 11311 11075,'1'-23'-1010,"3"1"908,1 10 864,26-13-473,-15 14 36,15-3 0,10-1-100,-4 8 0,4 1 0,3 1-1045,-5-1 1,2 1 0,4 0 0,5 0 662,-12 2 1,3-1 0,3 1 0,3 0-1,1 0 1,1 0 0,0 0 0,0 0-1,-1 1 196,-3 0 1,1 0 0,-1 0 0,1 0 0,1 0-1,-1 1 1,2-1 0,0 1 0,1-1 0,2 0-91,-8 1 0,1-1 0,2 0 0,0 1 0,1-1 0,1 0 0,-1 0 1,1 1-1,0-1 0,0 0 0,-1 0 0,-1 1 0,0-1 0,-1 0 69,7 0 1,-1 1 0,-1-1-1,0 0 1,-1 0 0,1 1 0,-1-1-1,0 0 1,0 1 0,1-1-1,0 0-49,-4 0 0,2 0 0,1 0 0,0 0 0,-1 0 0,1 0 0,-1 0 0,-1 0 0,-1 0 0,-2 0 0,-1 0 0,-2 0 7,6 0 1,-3 0 0,-3 0 0,0 0 0,0-1 0,1 1 0,4-1-68,-2-1 1,3 1-1,3-1 1,1 0 0,0 0-1,0 0 1,-2 0 0,-3 0-1,-5 0 1,-4 1 37,5-1 0,-7 1 0,-1-1 0,5 0 124,5-1 1,7-1 0,2 0 0,-2-1-1,-5 1 1,-11 1 83,-3-1 0,-6 0 381,4 0 1,-1 0-405,14 3-59,-20 11 0,0 4-104,0 1 1,0 3 33,9 16 1,-2 8 28,-13-9 1,-2 3-1,-1-1-75,4 8 1,-2 5 42,-7-8 1,-1 5 0,-1 1 0,-1-1-2,-1 3 1,-2 0 0,0 6 0,0-12 0,-1 6 0,0 2 1,1 3-1,-1-1 0,0-1 0,0-3 144,0-2 0,0-2 0,-1-1 0,1 0 0,-1 2 0,1 1-138,0 3 0,-1 2 0,0 1 0,1 0 0,0 1 0,0 0 1,0 0 105,1-7 1,1 2 0,-1 0 0,1 0 0,0-1 0,0-2 0,0 0 0,-1-3-113,1 5 0,-1-4 0,1 0 0,-1 1 0,2 4-158,0-4 0,1 5 0,1 3 0,-1 1 0,2 1 0,-1-2 1,0-2-1,-1-4 0,0-7 158,2 13 0,-1-8 0,2 7 45,-2-11 0,2 6 0,0 3 0,1 2 0,0 0 0,-1-1 0,0-5 0,-1-6 459,3 13 1,-1-8 0,0 4-487,0-5 0,1 4 0,0 2 0,0-2 0,-1-3 27,1-1 0,-1-2 0,-1-2 0,1-1-45,1 4 0,0-1 0,0 0 30,1 2 0,0 0 0,0-3 15,0 0 0,-1-5 225,2 4-180,-5-12 180,-5-15 636,-5-5-816,-4-4 1094,-7-3-1094,-4-2 3186,-23-4-3217,15 4-29,-4 2 0,-7-1 0,0 0-1505,-11 1 0,-3 0 1475,9 1 0,-5-1 0,-1 0 0,3 0-30,2 1 0,3-1 0,-7 0-9,5 0 1,-5 0-1,-5-1 1,-1 0-1,-2 0 1,0 0-1,2 0-279,7 0 1,1 1 0,-1 0 0,1-1 0,-2 1-1,1-1 1,-2 1 0,-1-1 299,3 1 0,-1-1 0,-1 0 0,0 0 0,-2 0 0,1 1 0,0-1 0,1 0 0,0 0 0,2 1-172,-4-1 0,1 1 1,1-1-1,1 1 1,0-1-1,-2 1 1,0 0-1,-3 0 173,5 0 1,-1 0 0,-1 0-1,-1 0 1,-1 0 0,0 1-1,-1-1 1,1 0 0,-1 1 0,2-1-1,-1 1-84,3 0 1,0 0 0,0 0-1,0 0 1,0 1 0,0-1-1,0 0 1,0 1 0,-1-1-1,0 0 1,-1 1 100,3-1 0,0 0 0,-2 0 0,1 0 0,-1 0 0,-1 1 0,1-1 0,0 0 0,0 0 0,0 0 0,1 1 0,0-1 0,1 1-9,-4-1 1,0 1 0,0 0 0,1 0 0,-1 0 0,2 0 0,0 0-1,0 1 1,2-1 0,0 0 0,1 1-37,-6 0 0,1 0 0,0 0 0,2 0 0,1 1 0,1-1 0,2 0 0,1 1 112,-7-1 1,2 0-1,3 1 1,0-1 0,-1 1-590,-4 0 0,-1 1 0,0-1 1,5 0-1,9 0-1117,4 0 1,7-1 1414,-3-6 0,40-6 0,12-7 0</inkml:trace>
  <inkml:trace contextRef="#ctx0" brushRef="#br0" timeOffset="29850">4595 8216 7443,'11'-6'1709,"-2"1"-1439,-12-1 719,-32 11-764,5 3 0,-3 5-1318,-4 7 1,-2 5 0,1 1 947,6-3 0,2 1 0,0 3 167,4 2 1,-2 2-1,3 3 1,5-1 12,4 7 1,6 0 0,1 0-66,1-4 0,1 0 0,4-1 30,4 0 0,4 0 0,4-3-45,15 7 0,4-5-237,-10-13 0,2-2 282,21 5 0,3-8 0,-15-17 0,-1-4 0,6 2 0,-1-3-87,-3-7 1,-5-6 86,-3-20 2743,-8 7-2743,-23 4 0,-7 2 888,3 9-888,-8-1 0,2 1 671,16 8-671,20-5 0,17 6-45,9 1 0,3 0 45,-12 2 0,0 0 0,4-1 0,-3 2 310,10 4-310,-29 18 90,-13 28-1729,-3-6 1,-2 1 1580,-2-11 1,1 2-749,5 15 0,6-4 446,8-13-567,2-6 1,3-3-1502,15-9 2428,1-6 0,0-13 0,-7-2 0</inkml:trace>
  <inkml:trace contextRef="#ctx0" brushRef="#br0" timeOffset="30133">5211 8309 9602,'-15'-9'2428,"19"-4"-1888,27 0-315,1 3 0,6 1-136,0 1 1,3 2-180,-6 0 0,0 0 1,-2 1-226,-2 1 0,-1 1-90,2 0 0,-3 0-674,-1 2 1079,-7 1 0,-7 0 0,-4 1 0</inkml:trace>
  <inkml:trace contextRef="#ctx0" brushRef="#br0" timeOffset="30388">5548 8234 9871,'-13'-1'1619,"0"5"-1349,4 0 720,0 36-630,7 1-136,-1 3 1,0 4-135,1-10 0,-1-1-45,1 1 0,-1 0 0,0-12 0,1 0-45,1 11 0,-1-1-90,1 2-900,3 5 1,4-2-1889,7-13 2058,9 9 1,2-22 0,0-5 0</inkml:trace>
  <inkml:trace contextRef="#ctx0" brushRef="#br0" timeOffset="31633">5207 10688 9332,'4'-17'0,"-1"4"449,2-4-89,4 32-180,-3 13-135,-2-4 0,-1 3 0,-4 12 0,-1-1-135,0 3-45,0-7 0,1-1-315,0-10 450,0 10 0,1-22 0,0-2 0</inkml:trace>
  <inkml:trace contextRef="#ctx0" brushRef="#br0" timeOffset="31958">5156 10640 8612,'9'-25'900,"14"0"-721,13 9-89,-9 9 0,2 1-45,-4 3 0,0 1-45,21 3-90,-6 14 90,-25 0 0,-5 9 0,-27 6 90,5-11-90,-24 15-359,8-15-451,-2 3 810,8-7 0,15-8 0,6-5 0</inkml:trace>
  <inkml:trace contextRef="#ctx0" brushRef="#br0" timeOffset="32535">5482 10955 11131,'2'-9'539,"2"0"-269,6 0-270,4-6-450,10-19 360,-10 11-269,3-21 89,-16 11 180,-1 3-180,-11-16 270,6 31-180,-11-13 180,9 24 0,-3 2-90,13 7 90,27 6 0,13 2 90,6 0 90,-11 0 270,-22 7-360,-9-6 270,-12 30-271,0-26 1,-3 10 0,2 1-180,2-3-89,1 11-2700,16-4 1440,-4-21 1439,9 8 0,-6-17 0,2-1 0</inkml:trace>
  <inkml:trace contextRef="#ctx0" brushRef="#br0" timeOffset="32935">5842 10870 9691,'-6'-6'2429,"15"1"-2249,-2 2 270,28-2-450,-21 2-270,23-10 90,-26 3-270,5-10 180,-20 0 180,-1 4-179,-18-2 179,12 13 0,-19 8 180,13 18-90,-2 8 180,15 18-180,8-17 44,14 1 1,7-1 45,6-5-270,2-3 1,3-2-631,-11-14 1,-1-3-451,3-1 1,-1-2 1259,12-5 0,-2-8 0,-7-2 0</inkml:trace>
  <inkml:trace contextRef="#ctx0" brushRef="#br0" timeOffset="33417">6462 10766 10231,'-6'-7'1979,"-7"3"-1439,-8 8-180,-14 11-271,14 0 1,1 3-135,0 2 0,4 3-315,4 7 1,4-1 179,1 4 0,17 0-180,11-28 180,5-8 0,18-15 45,-14-10 1,-1-5 89,-9 11 0,-1-4-23,-3-4 1,0-8-1,-1 0 1,-3 5 22,-3 4 0,-3 1 45,2-11 0,1-4 0,-4 5 45,-5 8 0,-2 5 135,-1-16 90,-6 31-91,7 35 1,3 14-90,-2-3 0,1 2-30,3-3 0,0 3 0,3-1 30,2-1 0,2-1 0,-1-2-45,0-2 0,1-1-315,15 15 0,1-8-269,-7-21 539,8-6 0,1-6 0,-4-19 0,17-10 0</inkml:trace>
  <inkml:trace contextRef="#ctx0" brushRef="#br0" timeOffset="33609">7015 10568 10681,'-10'4'2069,"7"1"-4048,15 6-1298,-1 0 3151,4 0 1,-10-5 0,-5-5 0</inkml:trace>
  <inkml:trace contextRef="#ctx0" brushRef="#br1" timeOffset="35991">4475 11424 10013,'3'-15'597,"3"-2"-277,2 2 372,3-3-125,-4 6-134,-1 2 255,2-3-112,-4 5-304,2 0 374,-10 45-1650,-1-8 1,-4 5-1,1 1 1021,0 2 0,-1 1 0,-2 3-4,0 1 0,-2 4 0,0-1 0,0-1-126,-3 4 1,1-2 0,0 0 34,0-1 0,0-1 0,1 0-88,0-1 0,0 0 0,2-4-1362,1-2 0,2-3 992,1-6 1,3-4-869,3-4 1316,18-36 1,-1-3 0,11-18 0</inkml:trace>
  <inkml:trace contextRef="#ctx0" brushRef="#br0" timeOffset="36358">4857 11400 8972,'13'-30'809,"-2"6"451,-2 6-901,-7 27 1,-9 19 0,-4 6-315,5-8 0,-1 2 67,-4 11 1,-4 8-1,-1 1 1,3-7-68,1-2 0,1-1-15,-3 5 0,-1 5 0,0 2 15,2-5 0,1 2 0,-1 1 0,0-1-441,2-5 1,-1 0-1,1 0 1,-1 3 197,0 1 0,0 4 0,0 1 0,0-2 0,1-3-207,1-5 0,0-2 1,1-3-1,1-3 405,1 9 0,1-8 0,2-4 0,5-26 0</inkml:trace>
  <inkml:trace contextRef="#ctx0" brushRef="#br0" timeOffset="36693">5274 11367 9152,'12'-36'1619,"-1"6"-1439,-6 30 134,-7 21 1,-6 16-158,0-1 1,-3 7-1,-1 2 1,0-2-469,1 1 1,1-1-1,-2 5 356,1-9 0,0 4 0,-2 2 0,0 1 0,1-1 0,0-3-596,0 0 0,-1-3 1,2 0-1,-1-1 1,1 0 550,-1 5 0,0-2 0,0 1 0,0 0-23,-3 5 1,0 2-1,-1-2 1,2-4-201,2-5 1,1-4-1,1-1 88,-2 4 0,0-1-1394,-3 11 0,4-9 1529,11-25 0,7-6 0,9-19 0</inkml:trace>
  <inkml:trace contextRef="#ctx0" brushRef="#br0" timeOffset="37050">5699 11323 9422,'11'-23'809,"-6"9"-629,5 7 270,-9 25-270,-2 5 44,-7 16 1,-4 6-90,1-7 0,-1 2-68,1-4 1,0 3-1,-1 2 1,1-1-107,1 0 1,0 0-1,0 0 1,1-1 68,-3 6 0,1-1 0,0 3-658,1-5 1,0 4 0,1 1 0,-1-2 0,2-7 627,-1 6 0,-1 0-108,2-6 0,-1 6 0,-1 2 0,1-3 0,2-7-207,0-1 0,0-3-165,0 3 1,0 2-1,2-7 480,6 0 0,3-15 0,6-15 0</inkml:trace>
  <inkml:trace contextRef="#ctx0" brushRef="#br0" timeOffset="37360">6197 11338 9512,'8'-18'2428,"-13"63"-2248,0-14-30,-3 6 0,-2 10 0,0 0-60,1-8 0,0-1 0,-1 2-910,1-4 1,1 0 0,-1 2 0,0 3 454,-1 3 1,-1 4-1,0 2 1,0-1 0,0-2 382,2-5 0,0-1 0,0 0 0,1-1 0,-1 1-72,0 1 0,0 0 0,1 1 0,-1-2 0,1-1-149,-1 4 1,1 0-1,0-4 1,2-3 269,-1 4 1,1-4-383,2-7 0,0-4 315,0 4 0,4-24 0,0-2 0</inkml:trace>
  <inkml:trace contextRef="#ctx0" brushRef="#br0" timeOffset="37686">6745 11335 1590,'-6'-29'1349,"3"13"1362,-5 5-2441,4 30 0,1 12-180,0-1 0,-1 4-30,0 1 0,0 3 0,-2 3 52,-2 3 0,0 4 1,-3 2-1,-1 1-232,1-9 1,-2 2-1,0 1 1,-1 1-1,1-2 1,0-1 137,1 0 0,1-2 0,0 0 0,0 0 0,-1 1-33,-1 1 0,-2 2 0,0 1 0,0-1 0,1-4 0,4-5 328,-3 11 1,2-4-494,3-10 0,-1 2 1,2-4-271,1 1 0,3-5 380,6-4 70,6-15 0,9-14 0,3-8 0</inkml:trace>
  <inkml:trace contextRef="#ctx0" brushRef="#br0" timeOffset="38018">7141 11356 9691,'2'-17'180,"-1"6"450,1-3-540,0 19 180,-3 1-45,-9 35 0,-4 10-254,7-26 0,-1 2 119,-2 7 0,-3 9 0,-2 3 0,1 0 0,2-5-198,-2 3 0,2-3 1,-2 3 160,2-6 1,-1 2 0,0 2 0,0 0 0,0 0 0,1-3 0,0 1 0,0-1 0,1 0 0,0 0-167,-3 8 1,1 0 0,1-1 0,0-2 22,-2 5 0,1-2 0,1-1-900,0-1 1,2 0-1,3-11 990,2-10 0,-1 5 0,6-24 0</inkml:trace>
  <inkml:trace contextRef="#ctx0" brushRef="#br0" timeOffset="38344">7230 11895 10141,'-1'-10'1799,"0"25"-1619,-2-5 90,-7 29 0,-2 8-135,1-14 0,-2 2-10,0 0 1,-2 6 0,-2 4 0,0 0 0,1-4-946,-1 1 1,1-2 0,-1 0 0,1 1-1,-1 1 1,-1 1 0,1-1 0,0-1-274,-2 7 1,-1-1 0,6-11 501,3-7 1,0-2 0,1-1 0,3-8 0</inkml:trace>
  <inkml:trace contextRef="#ctx0" brushRef="#br0" timeOffset="41700">2354 10986 8522,'-1'-16'2159,"0"5"-1170,-2-3 361,0 5-271,-1 0-899,3 17-90,1-1 0,3 16 0,2 6-90,0-1 0,0 1-90,3 9 0,-1 2 0,0-2 0,0-2 0,2 10-90,-1 0 180,-4-31 0,16 0 0,8-29 0,-3-1 0,4-7 22,-2-1 1,4-6-1,1-2 1,-3 4-803,-3 2 0,-1 1 1,3-3 794,1-1 0,4-4 0,3-3 0,0 0 0,-2 2 0,-4 5-165,4-4 0,-3 5 0,1-2-30,0 0 0,2-2 0,-1 1 0,-4 5-315,4-1 1,-6 8-2783,0 10 2837,-10 7 0,-1 10 0,-10 2 0</inkml:trace>
  <inkml:trace contextRef="#ctx0" brushRef="#br0" timeOffset="43100">7195 13990 7713,'-1'-10'2698,"0"0"-1888,1 3-720,7 9-1,-2-1 91,10 18 0,-1 4-90,6 13 0,-2 5 0,-2 5-90,-7-14 90,-2 1 90,-4-22-90,2 1 90,17-24-180,-4-1 60,3-5 0,6-6 0,0-1-30,6-6 0,1-2 0,2-1-850,-6 4 1,2-1 0,0-1 0,3-2 784,-1 2 1,2-3 0,2-2 0,0 1 0,-3 2 0,-3 4-34,-3 2 1,-3 3-1,-1 0 1,3-2-589,8-6 1,3-5-1,2 0 1,-4 4 0,-8 7-450,-6 6 0,-2 3 1105,14-14 0,-4 4 0,-10 9 0,-3 1 0</inkml:trace>
  <inkml:trace contextRef="#ctx0" brushRef="#br0" timeOffset="52143">5057 11853 6903,'-3'-9'2339,"5"1"-2249,1 4 0,6 0 90,19 3-1,8-1-179,5-1-360,-13 2 1,-3-1 359,-4 0 0,3 0 0,-20 2 0</inkml:trace>
  <inkml:trace contextRef="#ctx0" brushRef="#br0" timeOffset="52461">5149 11870 9152,'12'14'539,"-3"25"1,-2 7-360,-4-1-150,0-10 0,0 5 0,0-6-30,-2 2-90,2 0-540,-1-6 361,-1-15-2250,0 11 2519,-2-18 0,0-3 0,1-2 0</inkml:trace>
  <inkml:trace contextRef="#ctx0" brushRef="#br0" timeOffset="52678">5055 12297 8792,'34'-8'-390,"0"1"0,-2-2 1,-1 0 74,-1 0 0,-2 0 315,12-7 0,-22 4 0,0 1 0</inkml:trace>
  <inkml:trace contextRef="#ctx0" brushRef="#br0" timeOffset="53186">5418 12090 8792,'7'-13'2159,"3"9"-1799,-5 11-181,-2 17 1,-4 7-135,-3-6 0,0 3-90,-1-2 0,1 0-45,-4 17 90,9-23-180,22-54 90,-2 1 1,2-2 44,-2 1 0,1 0 0,1-2 0,1 5-45,2 6 0,-8 13 0,4 36 90,-14-5 0,0 9 0,1 8 0,2-2-45,6 2 0,0-2-45,-4 10 0,5-4 90,18-10 0,2-12 0,1-18 0,-3 0 0,0-1 0</inkml:trace>
  <inkml:trace contextRef="#ctx0" brushRef="#br0" timeOffset="53411">6351 12123 11400,'12'1'-68,"-8"12"1,-16-4 0,-7 9 0</inkml:trace>
  <inkml:trace contextRef="#ctx0" brushRef="#br0" timeOffset="54600">991 16711 6273,'-9'-16'2069,"3"2"-630,-2-10-1169,5 10 1079,1-5-1079,-4 37-45,0 7 0,-1 7-1266,0 1 0,-1 4 1,0 2 1130,-2 8 0,0 3 0,1-2-90,1-11 0,0 0 0,0 0 90,-2 9 0,0 2 0,1-8-45,3-13 0,1-2 0,-4 15 0,1-4 44,4-16-89,4-16-89,6-28-46,4-11 0,1-5 135,-3 10 0,0-2-876,3-11 0,1-7 0,-1 4 786,0 0 0,-1 0 30,0 3 0,1-2 0,0 1-30,-1 8 0,1 1 0,-1 2 838,1-5 1,2 4-794,3 4 0,0 7-83,8 14 128,13 42 30,-23-7 0,-1 7 0,-1 0-30,0-2 0,0 1 0,-1 0 30,0 8 0,-1 1 0,0-1-30,0 9 0,-1-3 45,-2-12 0,-1-1-135,3 4 0,-2-3-270,1-1-2518,1-10 2878,-1-23 0,-4-12 0,1-10 0</inkml:trace>
  <inkml:trace contextRef="#ctx0" brushRef="#br0" timeOffset="54802">897 17054 9242,'-8'2'989,"18"-9"-719,21-3-270,-5 1 0,2 0-495,9-1 1,1 1 494,-4 1 0,-1 2 0,-5 1 0,-1 1 0,13 0 0</inkml:trace>
  <inkml:trace contextRef="#ctx0" brushRef="#br0" timeOffset="55369">1497 17301 9961,'-14'-9'3238,"-1"-3"-2608,3 0-90,4 1-360,10-3-90,4 5-180,9-12-360,3-18 270,-4 9-90,-3-11 0,-2 0 180,-5 9-180,-1-13 1,-1 2 179,-4 19-270,-3-22 270,3 51 0,17 6 90,-4 8-45,17-1 0,2-3 45,-5-6 0,7 3 0,-1-1 0,-14-4 270,14 17 90,-28 17-315,-1-16 0,-1 0 0,-4 1 0,-1 1-45,0 11 0,1-2-90,2-2-405,3 5 0,6-2 495,18-8 0,0 1 0,7-18 0</inkml:trace>
  <inkml:trace contextRef="#ctx0" brushRef="#br0" timeOffset="55779">1884 17224 11400,'17'-13'1530,"9"-9"-1845,-2 4 0,-2-4 0,-6-2 0,-9-1 135,-19-9 360,-36 46-45,26 14 0,8 10-15,9 0 0,8 5 0,4-3-300,13 6 0,10-6-870,-4-14 1,4-2 0,0-7 149,0-7 1,0-7 899,-5-6 0,-1-3 0,3-8 0,3-4 0</inkml:trace>
  <inkml:trace contextRef="#ctx0" brushRef="#br0" timeOffset="56278">2427 17164 10141,'-17'-30'2969,"-1"8"-2700,-17 17-359,14 18 0,2 9-225,0 10 1,6 4 89,7-1 0,10-3 90,10-7 0,7-9 45,5-18 0,1-10 135,-3-6 0,-3-4 135,8-13-180,-17 15 0,-4 24 90,2 21-45,3-3 0,3 1-1684,6 0 1,0-1 1400,-3 0 1,2-4 237,21-8 0,1-9 0,-2-8 0,-1 0 0,0 1 0</inkml:trace>
  <inkml:trace contextRef="#ctx0" brushRef="#br0" timeOffset="57187">3581 17210 10051,'-18'-28'2969,"-8"9"-2655,0 19 1,-1 8-315,3 9 0,3 7-270,-3 6 1,7 3-1,12-1 0,9-4-270,27-10 270,1-41 225,-18 1 0,-5-4 45,-1-20 0,-12 16-90,2 20 90,5 0 0,16-5 0,2-3 0,2-2 0,4-4 0,2-2 0,0-3 0,0-3 0,-7 0 0,0-4 0,-3 2 135,-1-5 0,-1 2 0,-1 2 0,-6 15 135,-18 53 0,-9 28-145,9-24 1,-2 5 0,0 3 0,1 2 0,1 2-150,2-8 1,0 3 0,0 1 0,1 1 0,0 1 0,1 0 0,0-1 0,1-2 74,0 1 0,0 0 1,1 0-1,0-1 1,1-1-1,1-1 0,1 0-33,0 9 0,1 1 0,2-3 0,2-4 0,4-9-153,13 8 0,2-23 0,-2-43 1,-5-19 134,-9 4 0,-4-5 0,-2 0 119,0-1 1,-2-1 0,-4 1-60,-3 7 0,-3 0 0,3 3-105,5-2 0,6 3-405,13-2 1,8 1-91,1 3 0,4 1 540,4-1 0,6-2 0,-5 4 0,-7 5 0,-1 2 0,11-8 0,1 0 0</inkml:trace>
  <inkml:trace contextRef="#ctx0" brushRef="#br0" timeOffset="57747">4551 16832 10321,'-1'-16'270,"0"0"809,2-9 540,0 4-1169,-13 38-180,-3 27-180,3-5 0,0 4-45,1 2 0,2-1-1684,3-7 1,1-2 1580,2-9 1,1 1-78,3 17 0,6-2-225,17-2 225,-6-14 0,3-5 45,13-14-45,-6-27 1,-3-6 134,-9 4-45,0 1 0,-1-4-45,-5-2 0,-4 0 45,-1 2 0,0-1 45,2-7 0,0 0-90,-3-8 90,-1 12 0,-2 17 0,3-7 0,2 9 2312,9-6-5589,2 7 2457,0 2 1,-6 8 0,-8 3 0</inkml:trace>
  <inkml:trace contextRef="#ctx0" brushRef="#br0" timeOffset="58305">4872 17093 9422,'0'-15'1529,"2"0"-360,3 4 90,1-1-1079,-3 15 90,-4 7-90,-6 27-90,-3 9-45,3-18 0,1 0-45,-2 14-90,-2 2 0,8-29 0,12-16 0,12-28 45,-6 7 0,0-2-90,6-5 0,-1 2 135,5-3-90,3 3 0,-10 22 0,0 16 180,-1 7 0,-8 5 0,-2 2-90,1 4 90,-1 2 0,-2 0 0,1-7-90,5 14-450,3-20-989,6-8-1259,3-7 2698,3-10 0,-6-7 0,2-3 0</inkml:trace>
  <inkml:trace contextRef="#ctx0" brushRef="#br0" timeOffset="58540">5385 17120 10501,'-8'-16'2069,"3"16"-1799,8 18-315,0 9 0,1 3-225,2 6-1369,-1-1 1,0-2-572,-2-15 2210,2 11 0,-3-22 0,1-2 0</inkml:trace>
  <inkml:trace contextRef="#ctx0" brushRef="#br0" timeOffset="58749">5385 16723 10231,'-7'-10'-629,"2"1"-1,4 14 630,3 2 0,4 10 0,0-2 0</inkml:trace>
  <inkml:trace contextRef="#ctx0" brushRef="#br0" timeOffset="59643">5681 17162 10051,'-14'-20'3276,"2"5"-1964,5 6-1043,-1 8 271,-14 13-360,-2 14-180,5 0 0,0 4-1639,3 6 1,2 0 1131,3-9 0,2 0 33,4 5 1,6-4 113,9-11 0,17 2 270,-8-15-90,5-12 0,-2-5 180,-5-3 0,4-14 0,-3-2 90,-10 3-45,-3-1 0,-1 1 45,-8 4-90,-3 1 0,3 9 0,3 5 3146,2 3-3146,10-3 833,22-3-833,-8 5 0,2 0 0,15-5-45,-13 7 0,-3 3 45,-11 3 0,15 13 0,-25 4 45,-2 7 0,-2 4-45,-6 2 0,-2 1 45,-1 5 0,0 0 45,-1 2 0,1-3 0,0 3 90,5-7-90,17-37 0,6-10-180,8-12 0,3-4 45,-6 7 0,0-1-15,-1 3 0,1-2 0,-1 3-75,8 0 0,-2 3 90,-7 6 0,-1 2-135,26 0 180,-24 23 0,-6 7-3277,-8 25 3252,-7-17-6,-2 9 121,2-6-90,-1-14 0,4 14-540,8-16-1349,10-2-1388,7-5 3107,1-7 0,5-9 0,-3-1 0</inkml:trace>
  <inkml:trace contextRef="#ctx0" brushRef="#br0" timeOffset="59859">6837 17186 10411,'-13'-12'1259,"7"4"-809,9-6-360,18 8-270,0 0 180,18 4 0,-27 3 0,10 0 0</inkml:trace>
  <inkml:trace contextRef="#ctx0" brushRef="#br0" timeOffset="60036">6772 17309 10141,'-12'6'2519,"22"-2"-3239,27-2 720,-8-4 0,1-2 0,-2 1 0,0-1 0,19-8 0</inkml:trace>
  <inkml:trace contextRef="#ctx0" brushRef="#br0" timeOffset="61150">1933 12092 8252,'-2'-11'1350,"2"-3"-451,1 3-269,2 1 359,-2 2-899,0 13 360,-2 4-360,-2 14 45,1 2 0,-1 1-46,1-1 1,1 2-45,1 8 0,2-1 45,2-8 0,2-2-90,11 7 90,7-28 0,6-10-90,8-14 0,3-8 22,-9 5 1,2-3-1,2-3 1,-2 0-843,2-2 1,0-1 0,0-1 0,-2 0 677,-2 2 1,0 0 0,-1 0 0,-2 1-219,5-4 1,-1 0-1,-3 6-1279,-3 5 1,-2 5 1524,13-3 0,-12 26 0,-8 11 1</inkml:trace>
  <inkml:trace contextRef="#ctx0" brushRef="#br0" timeOffset="62003">3189 11661 11580,'10'10'720,"-9"27"0,-4 9-2359,1-21 1,1 2 873,-3 6 1,0 3-1,-2 0 855,-6 11 0,-1-1 409,4-14 1,0 1 0,-1 0-530,-1 5 0,0 1 0,1-5 889,-3 14-859,26-73 0,5-18-45,-6 13 0,1-4 27,0-2 0,3-8 0,1-3 0,0 2 1,-3 7-73,2-8 0,0 5 104,0 2 1,3-1 0,-3 23-27,-3 47 1,-3 22 830,-4-18 0,-2 3 0,0 3 0,0-1-864,-1 4 0,0 2 0,0 0 1,1-4-856,0 0 1,0-2-1,0-8 900,1-2 0,-7-35 0,-8-22 0</inkml:trace>
  <inkml:trace contextRef="#ctx0" brushRef="#br0" timeOffset="62229">3039 12141 8972,'42'7'0,"-6"-8"0,2-3-547,-9-1 1,-2-1 0,9-1 0,-2-2 0,2-3 0</inkml:trace>
  <inkml:trace contextRef="#ctx0" brushRef="#br0" timeOffset="62637">3487 12123 10231,'26'1'3148,"5"-6"-2878,-3-11 0,0-5-225,-4-3 0,-1-1-180,1-7 0,-3 13-45,-6 53 135,-12 9 0,-2 8-105,0-5 0,0 4 1,1-2-944,0-7 1,2-1 0,0-4 542,3-3 0,1-7 0,1-7 0,-7-18 0</inkml:trace>
  <inkml:trace contextRef="#ctx0" brushRef="#br0" timeOffset="62862">3622 12499 10411,'21'11'450,"9"-8"0,4-1-1035,-8 0 0,1-1 585,7-1 0,4 0 0,-4 0 0,10 1 0,-10 0 0,-1 0 0</inkml:trace>
  <inkml:trace contextRef="#ctx0" brushRef="#br0" timeOffset="64041">7626 17055 7623,'6'-11'1709,"1"-3"-1439,-3 6 179,1 0-269,0 11 540,-1 30-630,-2-2 59,-4 3 1,-3 9 0,1-6-105,0-10 0,-1-1 0,-2 22 0,-3 2 90,-2-8 0,0-4-90,5-13 0,-1-1 45,-6 20 0,0-4 0,2-10-180,13-42 0,5-7-30,6-16 0,4-14 0,0 4-1087,0 0 0,0 0 1117,-1 2 0,3-6 0,0-1 1,-2 6-895,-3 9 0,-1 3 0,0 0 939,4-21 0,2 15 135,6 32 90,-13 41-45,-2 5 0,0 6-75,-5-14 0,0 2 0,-1 0 0,2 7 0,-1 0 0,1-2-15,-1 2 0,0-1-1,3 7 1,0-5-134,-1-14-271,0 0 0,2-3-2608,-2-13 1888,4 0 1438,-5-14 1,-3-12-1,-4-1 1</inkml:trace>
  <inkml:trace contextRef="#ctx0" brushRef="#br0" timeOffset="64235">7727 17420 9422,'3'-13'1169,"0"5"-989,32-16-540,-6 10-720,-4 2 1,2 1 1079,9-2 0,3 2 0,-11 6 0</inkml:trace>
  <inkml:trace contextRef="#ctx0" brushRef="#br0" timeOffset="64711">8093 17542 12030,'9'-18'1349,"17"-10"-1214,-3 9 0,2-2-45,4-6 0,-1 0-1729,-1 0 1,-3 2 574,5-12 1153,-10 20-89,-15 19 0,2 6 180,-6 21-180,0-7 135,-2 22 0,-1 8-45,2-18 0,0 0 0,-1 1 808,1 7 1,-1 1-1,1-1-1123,-1 8 0,2-6 241,1 0-1095,0-28 1079,2-8 0,-2-2 0,2-4 0</inkml:trace>
  <inkml:trace contextRef="#ctx0" brushRef="#br0" timeOffset="64913">8069 18031 9871,'9'9'1394,"13"-9"1,7-4-2025,17-2 0,5-4 630,-13 0 0,1-1 0,-2-1 0,12-3 0,-3-1 0,-15 1 0,0 0 0</inkml:trace>
  <inkml:trace contextRef="#ctx0" brushRef="#br0" timeOffset="65222">8762 17238 10771,'11'-8'1169,"9"-1"-989,3 6 90,21-3 0,5-1-360,-23 4 0,0 1-300,8-3 0,4 0 1,-5 1-2888,11-1 3016,-14 1 1,-15 2 0,-13 2 0</inkml:trace>
  <inkml:trace contextRef="#ctx0" brushRef="#br0" timeOffset="65467">9041 17041 6920,'-7'-18'1709,"2"7"-88,0 8-1262,4 17-89,1 10 0,1 3 414,0 16-595,-1-7 1,-1 8 0,0-6-315,0-9 1,-1 0-1415,-1 21 1,1-2 764,-3-15-722,1-9 1596,-1-6 0,1-5 0,-3 3 0</inkml:trace>
  <inkml:trace contextRef="#ctx0" brushRef="#br0" timeOffset="66841">5649 13606 8882,'-3'-9'450,"0"1"899,2 3-1259,-3 9 90,2-1-90,-1 10 269,-8 30-179,-1 2-135,2-8 0,-3 4 45,3-8 0,0 1 0,-2 0-1183,0 2 1,-2-1 0,2-1 1079,-3 9 1,0-3-346,-2 3 1,3-8 447,6-19-90,-2 4 90,8-25-90,3-3 0,5-14 0,4-5 0,-1 3 0,2-3-30,3-5 0,1-5 0,2-2-15,-2 3 0,1-1 0,0-1 0,0 4 15,-1-1 0,-1 3 0,1-1 953,4-12 0,2-2 0,-4 13-923,-2 13-90,6-3 90,-11 37 45,-2 26 0,-4 5 1293,2 6-1338,-2-3 0,-2 1 45,-2-14 0,0-3-45,0-6 0,0 1-45,1 13 0,0-2 45,-1-1-719,3 10 359,-2-33 360,2 6 0,-3-17 0,1 0 0</inkml:trace>
  <inkml:trace contextRef="#ctx0" brushRef="#br0" timeOffset="67060">5463 13910 9422,'6'-1'1349,"3"1"-1349,14-4-1215,2 0 1,2 0 1214,6-2 0,-4 0 0,-1 1 0,6-4 0</inkml:trace>
  <inkml:trace contextRef="#ctx0" brushRef="#br0" timeOffset="67478">6034 13907 12300,'22'-8'1619,"18"4"-1799,-7 4 0,-5 5 0,-5 7-269,-18 35 359,1-10-1003,-20-5 1,-10 5 0,1-6-1562,-5 5 3063,5-7 1,-3 4 0,11-4-320,23-1 0,0 8 70,34-27 0,13-9-160,-11 1 0,0-2 0,-9 1 0,0-1 0,-2 0 0,3 1 0,1-1 0</inkml:trace>
  <inkml:trace contextRef="#ctx0" brushRef="#br0" timeOffset="68841">9657 17149 6461,'9'-17'1799,"-5"8"-1000,3-6 191,-5 8-691,-1 15-119,-3 8 45,-7 24 0,-4 11-1196,0-12 1,-2 2-1,1 0 1001,2-2 0,0 0 0,-1 0 0,-1-2 0,0-1 0,-1-2 121,-4 7 0,1-3-16,5-8 0,-1 0 0,-3 4 0,3-4-45,8-13 0,11-25-90,12-23 0,4-8-45,-5 9 0,0-3-15,3-9 0,4-6 0,-3 2-579,-6 11 0,-1 0 0,1 0 549,2-9 0,1-2 0,-2 4 0,0-2 0,-1 3 1310,-1 7 1,0 4-1221,0 4 90,2 52 0,-8 18-45,-1 2 0,-1 3 0,-2-8 0,0 0 15,-1-6 0,1 2 0,1-2-15,1 4 0,1-3 0,-1-1 0,2-3-135,5-4 0,-1-4-180,0-5 2239,7 1-4668,-6-28 1080,-7 2 1619,3-7 0,-10-2 0,-1-2 0</inkml:trace>
  <inkml:trace contextRef="#ctx0" brushRef="#br0" timeOffset="69042">9596 17594 10501,'21'-9'270,"18"-5"-630,-22 7 360,9-3 0,2 1 0,-1 0 0,19-6 0</inkml:trace>
  <inkml:trace contextRef="#ctx0" brushRef="#br0" timeOffset="69511">9997 17610 9961,'-1'-15'2069,"25"-2"-1709,18 8-315,-12 8 0,-2 9 0,-13 13 0,-11 9 15,-14 5 0,-13 6 0,0-1 30,2-2 0,-1-1 0,0 1-1,-5 4 1,1 1 0,16-7 45,23-7 0,13-8-75,6-13 0,6-8 0,1-2-1153,0 0 1,0-3 0,-1 0 270,8-4 0,-5 0 822,6-2 0,-38 11 0,3 0 0</inkml:trace>
  <inkml:trace contextRef="#ctx0" brushRef="#br0" timeOffset="70054">9666 18659 9961,'8'-21'2969,"0"1"-1440,7 3-1035,9 8 1,8 0-270,11-1 0,6 1-165,-11 3 0,1 0 0,3 1-128,0 0 1,2 0-1,-1 1 1,-3 1-743,10-2 1,-5 1 269,-1 2 1,-12 3-811,-28 3 1350,-43 10 0,11-8 0,-7 2 0</inkml:trace>
  <inkml:trace contextRef="#ctx0" brushRef="#br0" timeOffset="71566">6315 11736 9512,'-2'-7'90,"0"-6"89,2 6 631,1-6-360,7 24 89,-2 20-359,3 12-90,-6-14 0,-2 1 0,0 5 0,0 2-1729,0 1 1,0 0 1535,-1-7 1,1-1-369,0 1 1,0-4-2319,-1-9 2789,0 2 0,-1-10 0,0-8 0</inkml:trace>
  <inkml:trace contextRef="#ctx0" brushRef="#br0" timeOffset="72111">6263 11758 9152,'-1'-24'2159,"23"-2"-1755,3 18 1,6 3-270,13-3 0,1 3-135,-5 7 0,-5 7 45,-11 11 0,-9 5-45,-19 7 0,-8 3-45,-4 4 0,3-1 0,9-4 0,6 0-90,12-4 0,2 1 225,-4 5 0,-4 0-45,-2-7 0,-5-1-45,-10-3 0,-5-2-450,-8-4 0,0-4 450,5-2 0,3 4 0,23-16 0</inkml:trace>
  <inkml:trace contextRef="#ctx0" brushRef="#br0" timeOffset="72384">6880 12181 9871,'3'-15'3276,"-1"5"-2234,-1 13-592,-2 25-181,1 8-224,-2-5 0,1 1-315,0-5 1,0-1-136,1 0 0,0 0-2293,2 21 899,-1-24 1799,4 3 0,-2-15 0,2 2 0</inkml:trace>
  <inkml:trace contextRef="#ctx0" brushRef="#br0" timeOffset="73724">10548 18422 7083,'8'-9'1349,"0"-1"-269,-4 3 1078,3-10-1168,-3 3-451,0-1-89,-2 7-270,3 27 0,-2 4-90,0 6 0,0 2-45,-2-6 0,0 0 0,3 17 0,-1-1-45,1 3-270,1-6 0,0-2 270,0-4 0,-2-15 0,-3-20 0</inkml:trace>
  <inkml:trace contextRef="#ctx0" brushRef="#br0" timeOffset="74210">10586 18292 9422,'-10'-9'449,"4"0"-359,17-3-90,11 5 0,6 2-225,3-1 1,1 0 134,0 2 0,-1 1-135,3 0 0,-11 5 225,-23 8 180,-10 6-90,-23 7-90,2-6 0,22 11-90,17-12 45,9 7 0,3 2 0,-4-6 0,-1 2 180,1 5 0,-3 0-45,-4 6 90,-23-10 0,-6-4-91,2-3-89,-22 14-629,18-11 629,10 0 0,7-3 0,16-6 0</inkml:trace>
  <inkml:trace contextRef="#ctx0" brushRef="#br0" timeOffset="74453">11328 18523 9602,'-21'24'989,"13"9"0,5 8-2082,2 2 1,1 5 0,1-2 682,1-10 0,0-2 1,0 1-1,2 3 1,0 1-1,0-7 0,2-1 1</inkml:trace>
  <inkml:trace contextRef="#ctx0" brushRef="#br0" timeOffset="80500">21997 11747 9062,'-8'-8'1799,"-1"-3"-270,4 5-899,-1-1-361,19 3-179,-5 1-90,15 2-90,-10 1-1079,21 0-2108,-3 1 2814,3 0 1,-13 1-1,-15 1 1</inkml:trace>
  <inkml:trace contextRef="#ctx0" brushRef="#br0" timeOffset="80740">22024 11882 10951,'4'7'719,"20"3"-1078,-3-7-1280,8 0 1,2-2 1429,0-1 1,-4-2 0,0 0 0,4-2 0</inkml:trace>
  <inkml:trace contextRef="#ctx0" brushRef="#br0" timeOffset="84417">23229 11108 9242,'6'-9'989,"-1"1"-359,-1 4-91,-1-1-539,-1 12 90,-2-1 90,-6 32-90,1-15 0,0 18 0,0 5-90,2-15 0,1 0-45,-1 9 0,0-1-360,2-7 1,0-4-1035,0-5 1439,1 0 0,0-16 0,0-5 0</inkml:trace>
  <inkml:trace contextRef="#ctx0" brushRef="#br0" timeOffset="84920">23156 11101 8972,'-1'-12'450,"3"-2"269,3-1-359,6 2 0,16 6 0,2 2-270,2 0 29,2 5 1,7 1 0,-4 2-120,-6 2 0,-1 2-45,10 0 0,-1 3 45,-14 6 0,-7 2 0,-8-1-90,-30 28 90,-2-24 0,5-3 0,0-1 0,1 1 0,10 8 0,8-15-90,13 20 90,-4-15 0,4 26 180,-37-6-180,9-2-315,-20-11 1,-3-3 314,0 1 0,12-8 0,3-1 0,2 4 0</inkml:trace>
  <inkml:trace contextRef="#ctx0" brushRef="#br0" timeOffset="85230">23823 11325 10051,'0'-13'2069,"0"3"-1889,4 19 360,1 12-91,4 21-269,-4 0-180,-1-17 0,-1 0-1709,1 22 900,-1-15 809,-2-2 0,-2-22 0,0 1 0</inkml:trace>
  <inkml:trace contextRef="#ctx0" brushRef="#br0" timeOffset="85724">22833 11809 10321,'-16'-10'1979,"4"2"-450,2 2-1079,18 2-180,0 1-1,21 2 1,10 2-388,-1 0 1,6 1 206,-6-2 1,6 1 0,4 0 0,0-1 0,-3 1-251,-3 0 1,-1-1 0,-1 1 0,1-1 0,1 1 160,3-1 0,0 0 0,1 1 0,2-1 0,3 0-209,-7 0 1,3 1 0,2-1 0,2 1 0,-1-1 0,0 0 0,-2 1 0,-4-1 193,1-1 0,-4 1 0,-1-1 0,0 1 0,1-1 0,2 1 15,3-1 0,3 1 0,1 0 0,0 0 0,-2 0 0,-3 0 0,-3-1-23,3 0 1,-3 0 0,-5-1 0,-5-1-68,-3 0 0,-5-2-3187,1-1 2994,-29 8 0,-11 2 1,-20 7-1</inkml:trace>
  <inkml:trace contextRef="#ctx0" brushRef="#br0" timeOffset="87108">22886 12231 9961,'8'-12'1170,"-2"1"-451,-2 6-629,0 8 180,-4 8-90,-5 21-90,-4 4-45,-3-4 0,-2 3-45,3-7 0,-1-1 0,0 2 0,-1-2 0,-5 14 0,10-25 0,7-18-90,15-32 0,1 1 0,1-4 0,4-4 0,2-1 30,-3 4 0,1-1 0,0 4 15,-2 2 0,0 1 0,3-4 0,0 2-45,-4 11 0,-1 3 90,8-6 0,13-3 90,-14 34-90,-5 5 135,-8 15 0,-3 4-135,-2-1 135,-1 16 0,-2 1-135,-1 0 45,-1-11 0,1 2 0,0-8 0,0-3-45,1 5-450,7 14 270,-5-33-2788,8 4 2968,-3-18 0,0-5 0,-1-8 0</inkml:trace>
  <inkml:trace contextRef="#ctx0" brushRef="#br0" timeOffset="87336">23049 12263 9602,'-11'-1'2608,"44"1"-2518,-18-1-1729,24 0 1,1-1-1639,-16 1 2647,24-3 0,-28 1 0,2-1 0</inkml:trace>
  <inkml:trace contextRef="#ctx0" brushRef="#br0" timeOffset="87639">23535 12291 11311,'8'-6'1888,"-2"12"-1528,-5 9-90,-3 16-90,-6 11-360,1-7-360,0 4-629,4-17 539,2-4 630,6-4 0,-1-10 0,4 2 0</inkml:trace>
  <inkml:trace contextRef="#ctx0" brushRef="#br0" timeOffset="87910">23879 12269 10591,'9'-5'899,"0"2"-629,-1 3 540,17 0-450,-1 1-181,3-1 1,2 0-270,7 0-225,-10 1 1,-1-2-2963,8-2 3219,-10 0 0,-7-1 0,-12 2 1</inkml:trace>
  <inkml:trace contextRef="#ctx0" brushRef="#br0" timeOffset="88222">24019 12163 10501,'-2'-11'2069,"-5"20"-1799,0 15-180,0 1 0,0 1-90,-3 15-90,3-6 0,1-2-90,3-6-315,-1 1 0,3 1-2383,4-2 2878,4 4 0,3-9 0,2-8 0</inkml:trace>
  <inkml:trace contextRef="#ctx0" brushRef="#br0" timeOffset="88867">24459 12202 10231,'10'-6'2069,"-3"1"-1349,-1 1-451,-3 7-179,-3 3 270,-12 22-180,-4 8-135,1-7 0,0 3 0,1-4 0,0 0-90,-1 1 0,0 0-45,3-5 0,0-3 0,-4 8-360,3-5 1,16-45 224,6-6 0,3-5 90,3-6 0,0-3 45,2 1 0,1-1 0,0 4 0,0-1 0,-2 6 0,3-6 45,3-8 0,0 13 45,-11 37 180,0 2 0,-6 29-45,-4-3 0,-2 1-45,1 8 90,1 6 0,0 1-90,1-22 0,0-1-90,1 6 0,-1 0-630,5 10-989,-2-25 1619,-1-4 0,-2-8 0,-1-3 0</inkml:trace>
  <inkml:trace contextRef="#ctx0" brushRef="#br0" timeOffset="89119">24364 12368 10771,'29'3'-45,"0"0"0,17 0-1594,-20-5 1,-2-2 1535,2-2 0,-5-2 1,-5 2-1</inkml:trace>
  <inkml:trace contextRef="#ctx0" brushRef="#br0" timeOffset="89605">24808 12362 10951,'10'-6'1709,"6"-2"-1439,-8 5 449,19-4-449,-9 4-90,8-1 270,13 3-270,-11 4-180,7 2 90,-15 8-1,-19 4-89,-4-1 0,-12 4 0,-4 0 0,-14 10 0,12-10 0,1 0 0,-10 7 0,16-5 180,17-2-180,14 0 0,7-8-989,2-6 0,1-2-361,-2-2-289,3 0 1,0 0 1265,-8-3 1,11 0-1,-15 0 1</inkml:trace>
  <inkml:trace contextRef="#ctx0" brushRef="#br0" timeOffset="101811">8480 7702 9062,'-3'-8'1889,"1"0"-450,1-2-809,1 2-181,17 9-449,-6 4 30,12 12 0,8 10 0,1 1-210,-1-1 0,-1 1 1,3 1 66,0-1 1,2 1-1,1 0 1,-1-2 52,2 2 0,0-3 0,-3-4 150,5-4 0,-11-5 0,-21-6-45,-32 15 0,-16 4-45,16-12 0,-2 3-225,-5 12 0,-5 9 0,1 2 0,6-3 225,5 5 0,3-1 0,-1-5 0,0 1 0,5-4 0,11-5 0,0 0 0</inkml:trace>
  <inkml:trace contextRef="#ctx0" brushRef="#br0" timeOffset="102283">9593 7862 10231,'-5'-19'1529,"1"6"-719,-3-5-181,-6 12-449,2 6 135,-17 21 0,-5 12-225,9-2 0,2 4-60,-2 0 0,-2 3 0,5 1-90,7-7 0,4 0 0,3-1 15,2 13 0,8-2-1594,14-8 1,5-4 484,8 6 1198,6-27 0,3-11-44,-12-10 0,-2-5 0,7-3 0,-2-5 0,-13-3 0,-2-4 0,-4 1-212,-1 4 1,-7-2 211,-12-13 0,-9-5 0,-3 8-180,-2 14 1,-5 4-91,1-3 0,-3 0 0,2 7-195,-20 9-2812,9 38 2814,30-12 1,4 24-1,13-16 1</inkml:trace>
  <inkml:trace contextRef="#ctx0" brushRef="#br0" timeOffset="102483">9877 8092 10951,'0'-28'449,"0"3"1,-2 17 0,1 1 0</inkml:trace>
  <inkml:trace contextRef="#ctx0" brushRef="#br0" timeOffset="102936">10234 7757 10861,'-4'-19'2788,"-1"0"-2428,-7 24 90,-16 27-450,5 2-135,6-1 0,5 1 0,15-5 0,5-2 45,0 0 0,5 1-30,12-1 0,6 1 0,-3-4 75,-7-7 0,0 0 45,7 4 0,3 3 0,-14 0 135,-27 5 0,-12 1-135,-6 9 0,-6 0-1093,8-15 1,-2 0 0,0-4-547,-10 5 1,3-7 1099,6-11 1,30-18 0,0-6 0</inkml:trace>
  <inkml:trace contextRef="#ctx0" brushRef="#br0" timeOffset="103152">10258 7758 10591,'-4'-9'1529,"3"-2"-989,7 5 89,24-3-269,8 4-315,-14 2 0,2 0-360,18 1 1,-1 0-541,-16 0 0,-1 0-784,17 1 1,-4-1 1355,-10 2 1,-10 1-1,-16 1 1</inkml:trace>
  <inkml:trace contextRef="#ctx0" brushRef="#br0" timeOffset="103446">8682 8734 11221,'-23'3'3276,"1"0"0,23-5-2453,35-4-669,-7 3 0,11-1 0,7 0 1,4-1-1,2 1 0,-2-1 1,-5 1-811,4 0 1,-4 0-1,0 0 1,4 0 0,6-1 402,-18 3 1,5-1 0,2-1 0,3 1 0,2 0 0,0-1 0,2 1 0,-1 0 0,-1-1 0,-2 1 0,-2 0 0,-3 1 0,-4-1-295,10 0 1,-5 1 0,-4 0 0,1-1 0,1 1 0,6 0 444,-4-1 1,5 0 0,2 1 0,3-1-1,1 0 1,-1 0 0,-2 0 0,-3 1 0,-3-1-1,-6 0 1,10 0 0,-8 0 0,-1 0 0,5 0-1,1-1 1,1 0 0,-1 1 0,1-1-1,0 1 1,-1-1 0</inkml:trace>
  <inkml:trace contextRef="#ctx0" brushRef="#br1" timeOffset="144871">19200 7293 18771,'10'-10'-1857,"-2"3"1534,11 5 786,0 5-238,17 7-276,-13 1 1,1 3-44,5 2 0,2 4 105,2 1 0,3 3 1,-1-1-380,3 2 1,0-1 335,-9-4 1,2 1-1,-4-3-95,14 8-359,-18-12 163,-7-4 403,-4-2-44,-39 14 432,-6 8-303,5-10 1,-6 2 0,2-2 64,1 1 1,0 2-114,3-1 1,-4 5-1,1 0 1,5-2 23,0 1 0,2 1-196,-2 0 0,-1 3 0,4-1-241,5 1 0,6-1-2112,5 16 2182,11-8 0,21-18 0,3-15 1</inkml:trace>
  <inkml:trace contextRef="#ctx0" brushRef="#br0" timeOffset="145360">20305 7503 8792,'10'-11'688,"-2"3"799,-1 0-1011,-23 15 228,-22 24-574,10-2 0,-1 5-50,-1 2 0,4 4-39,6 1 1,6 0-1,7-16 1,5 0 6,11 10 0,6-2-278,2-8 193,23 2 0,6-5-93,-1-18 166,-10-6 1,4-4 0,-5-6-1676,-7-21 1,-5-4 1638,4 8 0,-7-4-64,-19-4 0,-9-8 0,-5 0 1,2 9 64,1 9 0,-4 2-56,-4-6 0,-7-6 1,0 4-1,1 15-902,-21 26 1017,17-2 0,2 6 0,11 9 0,6 3 0,2 25 0</inkml:trace>
  <inkml:trace contextRef="#ctx0" brushRef="#br0" timeOffset="145593">20774 7776 9152,'7'-12'809,"-1"2"-809,-2 3 0,-2 2 0,0 3 0,-1-1 0</inkml:trace>
  <inkml:trace contextRef="#ctx0" brushRef="#br0" timeOffset="146040">21291 7622 8882,'6'-15'989,"-3"3"-629,-1 2 0,-17 9-270,-2 5 0,-16 9 0,11 2 0,2 2-90,-5 5 0,3 6 0,8 5-45,19-6 0,6 1 45,-4 5 0,4 0 0,10 1 0,6-3 0,2-2 0,-1-1-45,-8-4 0,-3 1 45,2-2 0,-8 1 0,-20 2 0,-8-2 0,-23 4 0,14-11 0,-3-1-450,-14-1 0,2-3-1259,0-1 1709,6-2 0,3-2 0,14-4 0,6-3 0</inkml:trace>
  <inkml:trace contextRef="#ctx0" brushRef="#br0" timeOffset="146269">21279 7543 9152,'-7'-19'899,"-1"-5"-719,7 14 540,24-9-450,15 14-302,-5 3 1,9 1 0,1 1 0,-3 0-585,-5 0 1,-3 0 0,4 1 250,5 0 1,4 0 0,0 1 0,-7-1 0,0 0 0,-4-1 0,-3 1 0,0-1 0</inkml:trace>
  <inkml:trace contextRef="#ctx0" brushRef="#br0" timeOffset="146721">19595 8502 9871,'-8'-9'360,"6"-5"90,10 5-1,15-2 1,9 1-1543,8 2 1,6 3 0,2-1 766,-12 2 0,1-1 0,1 0 0,4 1 386,0 2 0,4-1 0,2 2 0,1-1 0,0 1 0,-1 0 20,-1 0 0,1 0 0,-1 1 1,0 0-1,0-1 0,-1 1-80,-4 0 0,-2 0 0,0 0 0,1 1 0,2-1 0,4 0-71,-7 0 0,3 0 1,2 0-1,2 0 0,1 0 1,0 0-1,1 0 0,0 0 1,-2 0-1,-1 0 0,-3 0-87,6 0 1,-2-1 0,-2 1-1,0 0 1,0-1 0,0 1-1,1-1 1,2 1 7,0 0 0,2 0 0,1-1 0,0 1 0,1 0 0,-2-1 1,0 1-1,-2-1 0,-2 1 150,9-1 0,-1 0 0,-1-1 0,-3 1 0,-5-1 0,-7 0 0,11-1 0,-10-2 0,-9-1 0,0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31:27.77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13301 11429 7623,'10'-6'2338,"-2"1"-449,-2 1-1709,-12-1-90,3 1 0,-11 0-90,3 1 90,1 1 0,-15-4-90,11 3 90,-18-4 0,3 1 90,-12-3-90,13 2 0,0 1-45,-2-1 0,0 0-45,-17-3 0,17 4 0,0 0 0,4 2 0,0 0 45,1 0 0,-1 0-45,-18-3 0,2 1 0,6 2 0,0-1 0,-2 1 0,6 0 0,2 1 0,-14-2-566,12 2 1,3 0 565,4 1 0,-8 0 0,-2 0 0,-3 0-131,8 0 0,-6 0 1,2 1 130,-2 0 0,0 1 0,-1 0 0,-4 0 0,0 1 0,0-1 0,0 1 0,-1 0 0,0 1 0,1-1 0,2 0 0,-4 1 0,1 0 0,8 0 0,-1 1 0,3 0 0,3 0 0,0 0-45,-20 3 0,0 0 45,24-3 0,0 1 0,-2 1 0,0 0 0,-14 6 0,10-2-382,-4 3 382,19-6 0,-16 9 0,13-6 1046,-24 14-1136,14-3 414,-3 4-324,-1 5 0,14-8 0,5-3 0,6-5 445,1 0-445,4-5-90,-3 8 90,8-3-90,10 8 90,23 5 0,-4-8 0,4-1-45,5-1 0,4-1-60,-5-3 1,4 0 0,-1 0 104,1-2 0,-1-1 0,2 0-30,2-1 0,1 0 0,1 0 30,-6-3 0,0 0 0,1-1 0,0 0-242,-1-2 0,0 0 1,0 0-1,1-1 219,1 1 1,0-1-1,0 0 1,2 0 22,-5-1 0,2 0 0,0 0 0,-1-1 0,0 0 0,3 0 0,0-1 0,-1 0 0,1 0 0,3 0 0,0 0 0,0-1 0,-2 0 0,5-1 0,-2-1 0,0 1 0,-4-1 0,1 0 0,-4 0-70,8-2 1,-1-2 69,-13 2 0,0 0 0,-1-2 0,5-2 0,-2-2 0,-1-1 0,-4-2 183,-8 3 1,-4-1-184,3-16 0,-18 4 0,-8 6 983,-15-4-983,-8 8 44,-3 2 1,-5 0-45,-9 0 0,-1 0-339,4 2 1,-4 1 338,-1 2 0,-4 0 0,1 1-120,3 3 0,1 1 0,-5 0-492,4 1 0,-6 1 1,-1 0-1,0 1 1,4 0 327,1 0 1,2 1 0,0 1 0,0 0 0,-5 0 0,-1 1 0,2 1-1,5 0 1,-6 2 0,1 0 0</inkml:trace>
  <inkml:trace contextRef="#ctx0" brushRef="#br0" timeOffset="40251">4051 14370 9152,'-2'-6'1979,"0"2"-1710,-18-1 181,-17-2-270,7 0 0,-4-1-90,2 0 0,-4 1 0,-2-2-757,-4 0 0,-4-1 0,-2 0 0,-2 0 711,10 2 1,-1 1 0,-2-1 0,0 0 0,-1 0 0,0 0-20,3 1 1,0 0 0,-1 0 0,0 0 0,-1 0-1,-1 1 1,0-1-15,0 1 0,-1 1 1,-1-1-1,-1 1 0,1 0 1,-1 0-1,1 1 0,2-1 1,-3 1 1,1 1 0,0-1 0,0 2 0,1-1 0,0 0 0,0 1-13,-5 0 0,-1 0 0,0 1 0,1 0 0,1 0 0,1 1 0,-3 0 0,0 1 0,2 0 0,1 0 0,3 1 66,2-1 1,1 2-1,3-1 1,1 1-67,-4 0 0,3 0 0,2 1 0,-6 1 0,4 2 0,12-1 0,1 0 0,-19 8 0,11-1 2120,10-3-2120,9-2 462,3-3-462,1 0-539,3-1-181,10 4-2158,13-1 1259,2-1 1619,7 0 0,-1-2 0,5 2 0</inkml:trace>
  <inkml:trace contextRef="#ctx0" brushRef="#br0" timeOffset="42051">3586 12593 9871,'-9'6'1799,"-1"-2"-1439,-5-4-180,-3-4 180,-14-8-225,0-4 0,-6-4-75,8 3 0,-2-3 0,-3-1-372,-3-4 1,-3-3 0,-1-1 0,0-1 329,9 7 0,0-2 0,1 1 0,0 0 0,0 0-18,-3-3 0,2 0 0,-1 0 0,-2-2 15,4 3 0,-3-1 0,0-2 0,-1 0 0,2 2 0,3 2-15,-8-5 0,4 2 0,-6-4 0,11 9 0,-3-3 0,-3-1 0,-2-2 0,0 0 0,1 0 0,2 2 0,2 2 36,-3-3 0,3 2 0,1 2 0,-1-1 0,-3-2-24,3 1 1,-4-1 0,0-2 0,-1 1 0,1 0 0,2 1 0,2 2 32,-6-5 0,2 1 0,3 2 0,0 0-45,-6-3 0,3 1 0,0 1 30,3 2 0,0-1 0,4 4 60,4 1 0,0 1-30,-2 0 0,-2-2 0,1 2-15,-1-2 0,2 2 0,4 5 0,2 1-45,-2-1 0,3 2 90,-7-3-90,0-1 0,-1-1 0,14 8 1334,-5-3-1334,8 3 0,2 4 0,4 0-3277,-2 4 2457,18 7 1,-8-2 0,16 5 0</inkml:trace>
  <inkml:trace contextRef="#ctx0" brushRef="#br0" timeOffset="43183">3413 12263 11041,'-7'3'1619,"7"6"-1529,11 16-90,1-5 0,0 5 0,3 3 45,4 5 0,2 1-45,0 4 0,2 1-1042,-3-7 0,1 1 0,-2-3 1042,-3-4 0,-2-3 0,4 4 0,0-3 149,2 4-149,-4-5 90,1 0 540,-9-12-450,-8-3-90,-14-8 2253,0-1-2343,-19-11 813,-2 5-813,3 4 0,-3 0 0,-10 2 0,-3 1 0,5 2 0,-3 0 0,4 1-223,-3-1 1,1 1 162,6 0 0,-2 0 0,5-1-749,-15-1 809,20-1 0,2 0 0,0-3 0,13-2 0</inkml:trace>
  <inkml:trace contextRef="#ctx0" brushRef="#br0" timeOffset="44367">575 10001 10861,'11'-6'1709,"0"1"-1529,-33 13 0,-1 13-135,-4 6 0,0 3-45,11-7 0,3 2 30,0 5 0,3 3 0,3 0-30,7 3 0,3 0 0,-3 0 0,4 1 44,14 10 1,6-6-45,8-2 30,-7-17 0,4 0 0,0-4-30,-3-6 0,2-4 45,13 0 0,0-5-45,8-14 0,-13-2 0,-18-11 0,-27-3 0,-12-6-90,-12-3 90,2 10 0,22 1 0,10 11 0,33-12 0,-10 15 0,1 0-45,2-1 0,0 0 45,3 1 0,-1 2 0,3 3 0,-7 11 0,-6 29-89,-7-9 133,-4 1 1,-1 1-45,4 8 0,9 9 0,-2-17 0,4-2-135,1-4 1,2-3 44,-4 0 0,0-3-630,20 1-2557,-11-22 2972,-9 0 0,7-13 0,-17 3 0</inkml:trace>
  <inkml:trace contextRef="#ctx0" brushRef="#br0" timeOffset="44617">1050 9984 10231,'-35'-4'630,"14"2"-180,49-13-316,3 7 1,7 1-15,4-3 0,4-1 0,-3 1-165,6-1 0,-2 1 45,5-3 0,-11 1 0,-26 1 0,-3-2 0</inkml:trace>
  <inkml:trace contextRef="#ctx0" brushRef="#br0" timeOffset="44835">1179 9860 9961,'-26'1'270,"6"1"360,6 19-180,24 28-271,3-3-192,1-12 0,5 3 1,-1 1 132,-1-5 0,0 1 0,0 1-305,0-1 1,0 2-1,1 0 1,-1-2-716,3 5 1,-1-2-1,-1-2-625,1 4 0,-2-5 1525,3-1 0,-7-16 0,1 1 0</inkml:trace>
  <inkml:trace contextRef="#ctx0" brushRef="#br0" timeOffset="45767">362 13552 10411,'-10'-21'90,"1"4"-90,17 21 90,16 38-90,-3-5 0,2 6 30,-6-8 0,0 1 0,-1 0-30,-1-2 0,0-1 0,-3-1-405,4 10 0,-4-4 405,1 3 0,-7-17 0,-4-16 0</inkml:trace>
  <inkml:trace contextRef="#ctx0" brushRef="#br0" timeOffset="46083">292 13604 9242,'-28'-20'1349,"15"-1"-1079,33 3-180,11 3 0,7 2-45,-1 1 0,2 1-45,10 0 0,-2 4 45,-14 8 0,-5 5-45,-3 23 0,-39 16 0,-11-12 0,-5-1-270,6-7 0,1-1 270,2-1 0,7-2 0,17-4 0,18-9 0</inkml:trace>
  <inkml:trace contextRef="#ctx0" brushRef="#br0" timeOffset="46635">954 13687 10411,'-14'4'2699,"-1"-1"-2610,22-17 91,13-13-135,-3 5 0,1-4 0,-2-13 0,-4-2-45,-4 15 0,-3 0 0,-5-11 0,-7 1-45,-8 12 0,-3 4 45,-6-11 0,2 13 0,-3 5-90,-19 17 90,16 5 0,12 17 0,25-9 0,11-4 0,6-3 0,22 0 0,-19-5 0,1 0 0,4-1 0,-1-1 90,14 4-45,-19 3 0,-3 0-45,4 6 90,1 16-90,-14-11 0,1 1 45,1-1 0,2-1-225,9 8 0,3-2-360,-7-12 1,2-3 539,3-4 0,-1-5 0,9-7 0,1-10 0</inkml:trace>
  <inkml:trace contextRef="#ctx0" brushRef="#br0" timeOffset="47051">1617 13461 12570,'14'-15'899,"-2"0"-719,3-11-360,-10 0 180,-4 3-180,-13-9 1,-8 12 179,-2-2-90,-18 10 0,11 20 0,-1 6 45,-4 8 0,1 2 45,2-3 0,4 2 0,5 5 0,11 2-90,28 14 90,-2-14 0,3-8 0,7-3 0,9-8 0,2-5-90,12 4-45,-7-7 0,1-4-1349,-12-7 0,-3-2-315,11-4 1799,5-8 0,-27 4 0,0 0 0</inkml:trace>
  <inkml:trace contextRef="#ctx0" brushRef="#br0" timeOffset="47551">2034 13360 10951,'-19'-7'1079,"-9"-1"-449,-5 7-360,-9 4-180,6 3 89,-4 17 1,17 4-180,0-1 90,16 18 0,25-19-180,-3 4-90,30-12 1,-4-19 179,0-1-90,-10-11 0,-3-6 45,-11 2 0,-1-3 0,3-1 0,0-5-15,-6-16 0,-3-9 0,-5 2-206,-6 11 0,-3 2 0,-2-4 266,2-4 0,-1-5 0,-1 1 0,-1 5 0,-7-6 0,-3 7-45,-3 2 0,0 14-45,7 26 90,11 17-1043,10 13 1,7 10-1,0-3 1043,-2-6 0,1 1-60,6 9 0,3 5 0,0-5-1579,3-4 1,0-4 212,-7-6 0,-1-2 1395,5 4 1,-1-4 0,-3-6 0,1-1 0</inkml:trace>
  <inkml:trace contextRef="#ctx0" brushRef="#br0" timeOffset="47734">2730 13061 12840,'15'-6'-450,"-7"1"0,-2 5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33:32.47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14941 14149 10051,'-12'-6'1260,"1"1"-1171,25 3 1,-2 1 45,13 1 0,14 0 0,5 0 0,0 0-81,-6-1 0,1 1 0,2-1 0,2 1 0,3-1-419,-4 0 1,3 0 0,3 0 0,2 0 0,1 0 0,0 0 0,-1 0 0,-2 0 0,-3 0 231,7 0 1,-3 0-1,-2 0 1,1 0 0,0 0-1,4 0 143,-10 0 0,2 0 0,1-1 0,1 1 0,0 0 0,0 0 0,0-1 0,-1 1 0,-1 0-168,6 0 0,1 0 0,-1 0 0,-1 0 0,0 1 0,-3-1 0,0 0 176,4 0 0,-3 0 0,0 0 0,0 0 0,2 0-28,-3 1 0,3-1 0,1 0 1,0 1-1,-2-1 0,-5 0 0,-7 1 325,12 0 0,-6 0-79,5 0 1,-5 0-58,-7 1 2085,-13-1-1994,3 1 1902,-12-1-3431,10 0 1521,-9 0 0,-20-6 0,-4-1 1</inkml:trace>
  <inkml:trace contextRef="#ctx0" brushRef="#br0" timeOffset="966">13242 12310 10231,'-12'0'-540,"-6"2"990,6-1 720,-2 2-901,14 2 631,22 0-720,0 0 0,2-3 0,7 0-23,4-1 0,7-1 1,2 0-1,-3 0-1169,-2 0 0,-1 1 0,6-2 1042,-5 1 0,4 0 0,2 0 0,4-1 0,2 1 0,1-2 6,-8 1 0,3 0 0,3-1 0,0 0 0,2 0 0,1 0 0,-1 0 0,0 0 0,-1 0 0,-2 0-288,0 0 0,-2 0 0,0 1 0,0-1 1,-1 0-1,2 0 0,0 0 0,2 0 0,1 0 258,-5 0 1,3 0 0,1 0 0,3 0 0,0 0 0,0 0 0,0-1 0,0 1 0,-2 0 0,-2 0 0,-1 0 0,-4 0 0,-3 1-128,12-2 1,-4 1 0,-3 0 0,-3 0-1,0 0 1,0 0 156,3 0 0,2 0 0,-3 0 0,-4 0 0,-5 1 324,3 0 0,-6 0-270,-7 1 0,-1-1 89,3 0 1,-2 1 360,2 0-360,1-2 744,1 1-1734,-8-1-1864,-2-1 2674,-10 0 0,0 0 0,-9 2 0</inkml:trace>
  <inkml:trace contextRef="#ctx0" brushRef="#br0" timeOffset="4316">11420 13012 9691,'19'2'1260,"-7"5"-1080,-5 3 0,-9 7 44,-12 9 1,-5 5-135,1 0 0,-1 2-30,-5 7 0,-2 5 0,2-5-276,1-2 0,1-2 246,3-5 0,0 2 0,1-3 59,0 0 1,2-2-90,-9 15-90,11-18 1,2-2-1351,2 0 1440,4-7 0,12-8 0,9-15 0</inkml:trace>
  <inkml:trace contextRef="#ctx0" brushRef="#br0" timeOffset="4717">11941 13074 9512,'9'-6'90,"-1"2"629,-1 1-449,-4 7 360,-16 25-540,1-2-1,-5 2 1,-5 4 30,-1-1 0,-3 3 0,1-2-553,0 3 1,-3 0 467,5-7 1,-3 2 0,-3 3 0,1-1 0,1-3-14,1-1 1,1-2 0,-1 0-1,-2 3-4,-4 3 0,-3 3 0,-1 1 0,1-1 0,3-3-251,3-3 1,2-3 0,0 1 0,0 0 74,-7 5 1,-2 3 0,2-2 0,5-5-428,0 2 0,4-4-135,-2 1 1,2-1 719,7-5 0,4-4 0,4-2 0,0 4 0</inkml:trace>
  <inkml:trace contextRef="#ctx0" brushRef="#br0" timeOffset="5133">12532 13155 9602,'12'-9'1709,"-6"17"-900,-23 30-584,2-7 0,-1 2-180,0-3 0,-2 1-146,0 0 0,-1 2 1,-1 0 190,-2-1 0,1-1 0,-1 0-428,3-1 1,-1 0-1,-1 2 405,-5 3 1,-4 2-1,0 1 1,-1-1-46,1-1 1,0 0-1,0 0 1,1 0-316,2-5 1,1-1 0,-1 0 0,0 2 274,-2 2 0,-2 2 0,0 1 0,1-2 0,3-4-222,0 0 0,2-4 0,1 1 90,-2 2 0,0 0 0,1-1-1289,-7 11 0,4-6 1439,8-7 0,-3 7 0,13-15 0</inkml:trace>
  <inkml:trace contextRef="#ctx0" brushRef="#br0" timeOffset="5550">13291 13067 10681,'14'-8'450,"-1"0"-1,-5 4 1,2 0-270,-6 8 540,-26 31-2282,-7 2 1,-4 3 1651,5-4 0,-4 3-36,6-8 0,-4 3 0,-2 2 0,0 0 0,0 0-472,2-3 0,0 1 1,0-1-1,0 0 1,0 0 435,-1 1 0,1 0 0,-1 0 0,-1 1 0,-2 1-117,3-2 1,-3 2-1,0 1 1,-2 0 0,1 1-1,0 0 1,1-2 123,4-2 1,0 0 0,0-1-1,1 1 1,-1 0 0,0 0 0,-1 2-16,2-2 0,-1 0 0,-1 2 0,0 0 0,0 0 0,0 0 0,0 0 0,0 0 0,2-2-209,-1 2 0,-1 1 1,1-1-1,0 0 1,1-1-1,1-1 0,1 0 1,0-2 144,-5 9 0,1-2 0,1 0 0,1-3 0,1 0-216,-2 1 0,1 0 0,1-3 0,2-2-1059,-7 5 0,2-2 207,-1 2 1,1-2 1311,10-12 0,4-4 1,1-3-1,2-1 0</inkml:trace>
  <inkml:trace contextRef="#ctx0" brushRef="#br0" timeOffset="5967">13523 13224 10591,'14'-28'-90,"-1"1"720,2-1-361,-22 46 1,-8 15-90,-4 5 0,-4 5 0,-3 5-675,8-15 0,-1 2 1,-2 2-1,0 2 1,-2 0-1,0 1 540,-1-1 0,-1 1 0,-1 2 0,0 0 0,-2 1 0,1 0 0,-1 0 0,1-1-5,2-3 0,-1 0 0,1 0 0,-1 1 0,0-1 0,0 0 0,0 1 0,0-1 0,0 0-217,0 1 0,-1 1 0,0 0 0,0-1 0,1 1 0,-1-1 0,1-1 0,1-1 0,1-1 177,-1 2 0,0-2 0,2-1 0,-1-1 0,2 0 0,-1 1 0,0-1-45,-2 6 0,0 0 0,0 1 0,0-2 0,1 0 0,1-3-288,-1-2 1,1-1 0,1-2 0,-1 0 0,0 1-10,-2 4 0,0 0 1,0 0-1,-1 0 0,1-3 342,-4 4 0,0-1 0,1-2 0,2-4 0,-7 7 0,4-6 0,9-14 0,1 1 0</inkml:trace>
  <inkml:trace contextRef="#ctx0" brushRef="#br0" timeOffset="6367">14107 13308 10141,'9'-16'360,"3"-6"180,-5 12-181,-23 28-224,-5 13 0,-2 6-90,-1-2 0,-2 4-429,6-8 0,-3 5 0,0 3 0,-2 0 0,2-1 456,-1-1 0,1 0 0,0 1 0,-1-1 0,1 1-310,0-1 1,0 0 0,0 1 0,-1 1 0,-2 3 282,3-5 0,-2 3 0,-1 3 0,-1 0 0,0 1 0,0-1 0,1-2 0,1-2-330,-1 3 0,0-4 0,1 0 0,0 0 1,-1 1-1,-2 4 294,4-6 0,-2 2 0,-1 3 0,0 0 0,-1 2 0,0-1 0,0 0 0,1-2 0,1-2 0,2-2-24,-4 5 0,1-3 0,2-2 0,-1 0 0,0 0 0,0 1-11,0 0 0,-1 1 1,0 1-1,-1-1 0,1 0 1,1-2-1,1-2-508,-2 2 1,1-2-1,0-2 1,1-1-1,1-1 421,0 1 1,1-2 0,0 0-1,-1 1-427,-5 7 1,-3 2-1,3-2 1,4-6 535,4-4 1,2-4-1,-1 3 1,1-2-1,-9 13 1</inkml:trace>
  <inkml:trace contextRef="#ctx0" brushRef="#br0" timeOffset="6784">14556 13294 10141,'17'-23'540,"0"12"179,-13 46-509,-9-5 0,-4 7 0,-2 2-120,-1-2 0,-1 2 0,-2 2 0,-3 3-559,1-6 1,-2 3 0,-2 2 0,-1 1 0,-1 1 0,0-1 0,0-1 431,0-1 1,0 0-1,-1 0 1,-1 0 0,1 0-1,0 0 1,0-1-118,1-2 0,0-1 1,1 0-1,-1 0 1,0 0-1,0 1 1,-1 1 175,1-2 1,-1 2-1,-1 0 1,0 0-1,0 0 1,1 1-1,-1-2 1,2 0-36,-1 2 0,0-1 0,1 0 0,0 0 0,0 0 1,0 0-1,-1 1-55,1-1 1,0 0-1,-1 0 1,0 1-1,0 0 1,0 0 0,-1 0-1,1 0-190,-1 0 1,0 2-1,-1-1 1,0 1-1,1-2 1,0 0-1,0-2 1,2-2-399,-5 8 1,1-2-1,1-3 1,1-1 0,1-3 449,0-1 0,1-2 0,1-2 1,2-3-1,-7 9 0,5-9 1,8-11-1</inkml:trace>
  <inkml:trace contextRef="#ctx0" brushRef="#br0" timeOffset="7184">15397 13124 9781,'2'-12'360,"-1"-3"-90,-26 41-120,5-1 0,-3 8 0,-3 4-16,3-5 1,-2 4 0,-2 3 0,-2 1 0,0 2 0,0 0-545,4-5 0,-1 0 1,0 1-1,-1 0 1,0 2-1,-1 1 0,-1 1 1,0 1 402,3-6 1,-1 2 0,0 1 0,-2 1 0,0 1-1,0 1 1,0-1 0,0 1 0,0-1 0,0 0 0,1-1-1,1-1-97,1-1 1,0 0-1,1-1 1,0-1-1,1 0 1,-1 0-1,1 1 1,-1 0-1,1 0 1,-2 1-1,1 1 124,0-1 1,-1 1 0,-1 2 0,0 0 0,0 1-1,0 0 1,0 0 0,1-1 0,0 0 0,0-2 0,2-1-1,1-2 1,2-1-198,-5 7 0,1-3 1,3-1-1,0-2 1,1 0-1,-1 0 0,0 2 165,0-1 1,0 2 0,0-1 0,0 1 0,0 0 0,1-1 0,1-2-1,1-3-354,-3 6 1,2-2 0,0-1 0,1-2 0,1-1 275,0 1 0,0-2 0,1 0 0,-1 2-608,-5 7 1,-2 3 0,1-3 0,3-9 788,5-8 0,1-5 1,-4 7-1,0-3 0,-3-3 1</inkml:trace>
  <inkml:trace contextRef="#ctx0" brushRef="#br0" timeOffset="7584">15581 13438 9961,'14'-19'270,"-9"17"-180,-10 20 0,-8 14 60,0 4 0,-3 7 0,-2 4-697,5-11 1,-1 2 0,-1 2 0,-1 1 0,-1 1 0,0 0 542,0-3 0,0 0 0,0 1 0,-1 0 0,-1 1 0,-1 1 0,-1 1-111,2-5 1,-2 2 0,0 1 0,-1 1-1,0 0 1,-1 0 0,1-1 0,0-1-1,1-1 1,1-3 129,-5 8 0,2-3 0,0-2 0,0 0 0,0 1 0,-3 1 7,3-3 1,-1 2-1,-1 0 1,-1 0-1,0 1 1,0 0-1,1-1 1,-1 0-61,2-1 1,0 0-1,0 0 1,-1 0 0,1 0-1,1-1 1,-1-1 0,0 1-66,0 0 0,0-1 0,1-1 0,-1 1 1,0 0-1,-1 0 0,0 2-207,0-2 0,-1 2 0,-1 1 0,0 0 1,-1 1-1,1-2 0,1-1 0,2-3 1,1-4 309,-8 11 0,3-5 0,1-2 0,0-2 0,-5 5 0,1-2 0,4-7 0,7-9 0,-1-1 0</inkml:trace>
  <inkml:trace contextRef="#ctx0" brushRef="#br0" timeOffset="8000">15804 14118 10141,'10'-10'90,"-4"19"225,-13 22 0,-10 11-203,4-11 1,-3 1-1,-3 3 1,-1 4-582,1-4 1,-2 3 0,-1 3 0,-1 1 0,-1-1 0,1-1 0,2-2 81,-2 2 0,1-2 0,0-2 1,0 2-1,-3 3 420,4-4 1,-3 2 0,0 2 0,-1 0-1,0 1 1,1 0 0,0-2 0,3-1-142,-1 2 0,1-1 0,2-1 0,0 0 0,0 0 0,-2 1 63,-1 2 0,0 1 0,-1 0 0,0 0 0,-1 0 0,1 0-70,2-4 1,0 1 0,0 1-1,0-1 1,-1-1 0,2-2-1,0-2 115,-6 8 0,1-3 0,1-2 0,0-1 0,-4 4 0,1-3 0,1-3 0,-2-3 0,0-1 0</inkml:trace>
  <inkml:trace contextRef="#ctx0" brushRef="#br0" timeOffset="8384">15983 14646 10231,'30'-25'1169,"-4"3"-1079,-11 19 180,-19 23 0,-9 11-150,-1 1 0,-3 3 0,-4 5-504,4-7 1,-3 4 0,-2 2 0,0 2 0,-1-1 0,0 0 413,0 0 0,-1 0 0,-1 1 0,1-1 0,-1 0 0,1-1-237,2-2 0,0 0 0,0 0 0,0-1 1,0 0-1,-1 1 207,-1 1 0,-1 0 0,0 1 0,1-2 0,0 0 0,1-3-23,-1 4 1,0-3-1,1-1 1,0 1 22,-1 1 0,1-1 0,-1 1 0,-1 0-162,1-1 0,-1 2 0,-1-1 0,1-2 0,4-4-243,-7 9 1,0-3 404,3-4 0,-3 2 0,0 0 0,4-6 0,1-3 0,1-4 0,-3 2 0,0 1 0</inkml:trace>
  <inkml:trace contextRef="#ctx0" brushRef="#br0" timeOffset="8784">16035 15204 10141,'10'-1'630,"-6"14"-270,-11 32-180,-1-4-1,-2-7 1,-5 6 0,-1 0-587,3-8 1,-1 0 0,-1 3 473,-4 7 1,-1 4-1,-1 1 1,1-5-38,2-5 0,0-2 0,0 0-8,1-2 1,0 1-1,-1 0 1,1-1-23,-6 8 0,1-3 0,2-1-45,-2 2 0,-2 1-113,5-8 1,-2 4-1,-1-1 1,1-3-833,0-3 1,1-3 0,1 0 989,-11 13 0,1-1 0,-1-1 0,2-4 0,-1-1 0</inkml:trace>
  <inkml:trace contextRef="#ctx0" brushRef="#br0" timeOffset="9184">16189 16033 9961,'10'1'180,"0"0"180,2 9 0,-11 8-135,-15 10 0,-5 2-136,-5 11-29,-3-10 0,-6 4 0,1-2-60,-1 3 0,-1 0-450,1-1 1,-2 2-1,2-2 15,8-7 0,2-2 0,2-1 0,-7 8 0,4-4 1,-2 7-1</inkml:trace>
  <inkml:trace contextRef="#ctx0" brushRef="#br1" timeOffset="239285">21970 16164 7982,'4'-12'1350,"3"-1"-1170,-1 3 89,2 1 811,7-3-541,-3 2-179,3-2 810,0 1-721,-9 7 1,5-6 180,-12 1-450,-5 0 269,-29-6-359,-3 6-90,14 4 0,-2 1 45,-20 2 0,-2 3 0,11 1 0,-1 1-183,6-2 1,-3 1-1,0 2 138,-12 5 0,-1 3 0,3 2 0,11-1 0,4 2 0,-2 2 22,-1 1 1,-2 3-1,1 1 1,7 2-23,5 5 0,6 2 0,5 2 0,6 1 0,6 0 0,5 0 0,8 0 0,5-2 0,1-2 0,4 3 0,4-3 0,-2-5 0,3 0 0,-2-1-45,2 1 0,-1 0-38,5 9 1,-3 0 37,-9-4 0,-5-2 45,-5 13 0,-17-14 0,-8-1 0,-5 0 0,-4 0 0,4-2 0,-2 2 0,-1-3 0,-4 1 0,-1-1-30,1-2 0,-2-1 0,-1 1-119,-4 2 1,-2 1 0,-1-1 118,-3 2 0,-2-1 0,4-2 223,0-2 1,2-2-194,-4 2 0,0-3 82,12-5 1,0-1-83,-3 2 0,0 0-45,-1-1 0,1 0 45,-7 6 0,10-5 381,16 4-381,15-3 0,21 7 0,12-1 0,-2-4 0,-1-1 0,0 1 0,9 5 0,-14-7 0,2 1 30,-2 1 0,3 1 0,-3 0-322,-1-1 0,-1 0 292,13 7 0,2 1-59,-3-1 0,-3-1 104,-12-7 0,0 1-45,15 8 0,1 0 0,-14-7 0,-1-2 0,13 9 45,-14-12 0,0-2-45,12 2 45,-1-4 0,3-1-45,-5-3 0,1-2 0,14-2 0,3-2 0,-14-2 0,0-1 0,1-1 14,2-1 1,0-1 0,1-1-15,5-3 0,1-2 0,-4 1-316,0 0 0,-1-2 316,-4 0 0,2-1 0,-2-1 0,-7 2 0,-1 0 0,0 0 0,10-4 0,0 0-24,-8 2 1,1-2-1,-4 2 24,-2-3 0,-1 1 45,2-3 0,0-1 0,-2 0 0,-3 2-45,1-4 90,0 0-90,-12 11 580,12-4-580,8 6 777,7 2-777,-10 6 0,-1 0 0,13 0 0,-2 0 0,2 0 0,-9 1 0,1 1 0,4 0 0,4-1 0,-1 1 0,9 0 0,-1 0 0,-9 2 0,0-1 0,-2 1 0,2 0 0,-1 0 0,4 1 0,-4-1 0,-2 0 45,-7-2 0,0-2-45,-5-3 184,14-5-184,-5-18 0,-13-3 0,-6 13 0,-1-4-30,-4-10 0,-3-7 0,-3 4 30,-3 0 0,-3 0-147,3 0 0,0-3 0,-7 1 147,-13-2 0,-9 1 0,0 4-1623,-3 1 0,-3 2 1653,5 1 0,-2-1 0,-4 2-30,3 9 0,-2 1 0,-1 2 0,3 2-889,-11-5 1,1 1 888,4 1 0,-2 0 0,0 1-46,2 3 0,-1 2 0,6 1 46,8 4 0,0 0 0,-6-2 0,-3-1 0,6 2 0,2 2 103,-5-2-103,21 7 2304,-10-2-2304,8 1 2589,-10-2-2499,12 3 478,-1-2-478,13-7 128,0 4-218,9-15 0,-3 1 90,0-1-90,-7-14-45,-12 17 0,-7 0 45,-14-6 0,-9 1 0,5 8 0,-5 2 0,0 2-327,-4 2 1,-1 2-1,-2 3 327,5 4 0,-3 2 0,0 2 0,1 1-45,2 3 0,0 1 0,0 1 0,2 1-68,0 0 1,1 0 0,1 1 0,2 0-128,-9 6 0,3 0 0,5-1 60,7-1 0,5-1-675,1 2 1,4-2-405,7-3 1162,-14 8 0,17-12 0,-5 2 0</inkml:trace>
  <inkml:trace contextRef="#ctx0" brushRef="#br1" timeOffset="244201">22004 14929 10411,'-16'-7'-630,"-1"2"630,-14 0 135,5 4 0,-2 1 0,-7 1 0,-5 2-45,-1 0 0,-4 1 0,-2 2-633,6 0 1,-2 1 0,0 1 0,-2 0 596,7-1 0,-1 1 0,0-1 0,-1 1 0,0 2-24,0 0 0,-1 0 0,0 1 0,0 1 0,0 1 0,2 0-25,-4 2 0,1 1 0,1 1 0,1 1 0,0 0 13,-1 2 0,0 0 0,1 1 0,2 1 0,2 0 27,1 3 0,1 1 0,4 0 0,4 2-15,0 7 0,5 2 0,8 0 104,12 12 1,10-2-135,0-11 0,7-2 60,6-6 0,7 0 0,0-3 30,9 2 0,2-2-90,-2 0 0,2 2 30,2-3 0,3 1 0,-4-3 15,-4 0 0,-1 0-15,-2-2 0,3 3 0,-5 0 15,0 6 0,-10 2-45,-18 5 0,-12 1 30,-6-9 0,-7 0 0,-3-1-155,-6 1 0,-3-1 0,-1-1 125,-5 1 0,-2-2 0,2 0-45,-4 4 0,5 0 45,9-4 0,6-1 0,4 9 1646,29 0-1646,10-17 0,7-2 0,7 5 0,4-1 0,2-2 0,4-1 0,0-1 51,-4-2 0,0-1 0,2 1-51,-3-1 0,2 0 0,-1-1 0,-3 0 0,6 2 0,-1-1 0,-4 0 0,3 0 0,-4 0-30,-1 1 1,0-1 29,7 2 0,3 0 29,-12-3 1,0 0 0,0-1-30,14 2 0,-1-1 0,-11-2 0,0-1 0,0 0 65,-3-1 1,0 0 0,1-1-66,4 1 0,0 0 0,-1-1 0,-1 0 0,0 0 0,-1-1 0,-1 1 0,0-1 0,0 0 8,2 0 1,-1 0 0,-1 0-9,8 0 0,-2 1 336,-3-1 1,-1-1-337,-3 0 0,-3 0 0,14 2 0,-9-2 65,-1 1-65,-6-1 286,14 2-286,-5-3 163,13 1-163,-11-3 0,-12 0 0,1-2 44,-3 1 1,1-1-45,0-1 0,0-1 0,17-4 0,-10-2 0,-2-8 0,-11 2 0,1-2 45,3-5 0,1-2-90,3-3 0,0-1 90,-2 2 0,1 1-45,-1 1 0,-1 1 0,-6 7 0,0 1 0,6-4 0,-1 1 0,0-1 0,14-5 0,-12 10 0,1 0 0,0 1 0,1-2 0,3-1 0,2-1 0,0 0 45,10-7 0,-1 0-45,-12 6 0,1-2 0,0-1 30,1-4 0,1-1 0,-3 0-237,-1 1 0,-2-1 207,-1-1 0,0-4 0,-3 2 0,-2-4 0,-1-2 30,-1-1 0,2-5 0,-3 0-1025,-3 1 0,-3-1 0,-2 3 995,5-9 0,-4 2 90,-7 0 0,-5 2-509,-4 11 0,-1 2 509,-3-17 45,1 10 0,-1 1 45,-3-4 66,3 11 0,-2-3-201,-1 3 0,0-1 0,-2 1 0,-3-1 0,-9-6 0,-2 2 0,12 15 0,-2 0 0,-15-14 0,-3 2 0,10 10 0,-1 0 768,-2-1 1,-4-4-1,0 2-783,1 2 0,0 2 0,-3-1 246,0 1 0,-2 0 0,0 1 0,-1 1-246,-6-2 0,0 2 0,-2 1-30,1 2 0,-3 1 0,0 0 0,2 2 0,7 3 0,1 1 0,0 1 0,-2 0 0,-7 0 0,-2 0 0,1 2 0,1 0-30,-3 1 0,1 1 0,-1 1 30,8 1 0,-2 0 0,1 1 0,-1 0 0,2 1 0,1 0 0,-1 0 0,0 0 0,-3 0 0,-2 1 0,1 0 0,3 0-384,-5 0 1,3 0-1,-2 1 384,3-1 0,-1 2 0,0-1 0,1 1-491,-3 0 0,2 0 1,0 1 490,1-1 0,0 0 0,-2 2 0,1 0 0,-4 1 0,2 0 0,5 1 0,-2 0 0,0 2-45,0 1 0,-6 3 0,0 1 0,5-1-707,11-1 0,3-1 0,-1 0 722,-5 3 0,0 1 0,2-1-240,-6 4 1,4 0-419,6-4 0,2-1 508,-1 1 0,-1 0-531,-16 6 1,2-1 710,21-7 0,1 0 0,-10 3 0,2 2 0,-3 5 0</inkml:trace>
  <inkml:trace contextRef="#ctx0" brushRef="#br1" timeOffset="248734">22048 14799 10591,'-10'-2'-1349,"0"-1"2068,0 1-449,4 8 0,-1 4-90,3 4 90,-2 7 0,-2-1-270,1-1 269,-5 11-89,3-4-180,0-3 90,1 7 0,5-15 0,-2 8 0,2-9 630,1 1-540,3-8 0,4-1-91,6-4 91,8-4-90,4 0-90,2 0 90,20 1-90,-5 2 0,3 1 90,3 0-90,-13 0 0,-1 0 0,4 0 0,-15-1 270,8 0-90,-7-1-90,-5 0 90,-5-6 0,-5-4-90,1-10 0,1-6-90,1-6 0,0 7 90,5-11-90,-3 10 0,0-2 0,3-7 0,-9 21 0,4-13 0,-7 18-90,0-4 90,-5 8 0,-6 1 0,-8 5 0,-6 1 0,2 1 0,-20 1 0,4-2 0,-4-1 0,14 0 0,0-1 0,-14 1 0,0-1-90,-5 0-90,28 0-180,-9-1-899,6 1 269,5 1 990,-1 1 0,11-1 0,2 1 0</inkml:trace>
  <inkml:trace contextRef="#ctx0" brushRef="#br1" timeOffset="249968">22552 14780 9871,'-7'-8'360,"-3"7"-180,-2 10-180,1 1 180,-6 15 0,2-2-180,-1 0 90,-3 11 0,4-4-90,-1 5 90,2 0-90,7-17 0,-1 0 180,7-12 179,-2 3 1,3-2-90,0-2-180,9 1 0,5-3-90,17 1 0,7-3 0,-3 1 45,-8-1 0,2-1-45,19 2 0,0-1 0,-15 0 0,-2 0 0,0-1 0,17 1 0,-18 0 0,-10 0 0,2 1 630,-11-2-91,6 1-359,-8-4 0,-1-5-90,-5-4 0,0-1 0,-1-12 0,0-1-90,-1 1 0,1-10 90,0 8-90,0 2 0,-1-4 0,-1 14 0,0-5 0,-1 7 0,-2 0-90,1 6 90,-2-1 0,-13 5 0,-14 3 0,-16 0 0,7 1 0,13-1 0,-1-1 0,-11 2 0,-1-2-360,-6 1-2917,30 0 2477,-4 4 0,27-1 0,9 3 1</inkml:trace>
  <inkml:trace contextRef="#ctx0" brushRef="#br1" timeOffset="251101">23029 14873 9691,'-5'-9'990,"2"0"-450,0 3 449,-1 0-899,-7 9 90,-3 9-180,-1 1 90,-3 16 0,3-2-90,2-2 90,-6 13-90,6-13 0,0 1 0,0 2 90,3-8-90,3-3 0,-1 1 90,6-11-90,0 3 90,2-3-90,6-1 90,2-2-90,12-1 0,-7-3 0,15 2 0,-6-2 0,1 2 0,11-1 0,-1 1 0,14 1 0,-7-1 0,-6 1 0,-15-2 0,1 2 0,-4-2 0,5 0 449,-9 0-89,3 0-270,-8-3 90,-1 0-90,-2-7 0,0 2 0,2-15 0,0-4-90,-1-1 90,1-15-90,-3 3 0,0-6 0,-3 1 0,-3 15-90,1 6 0,-3 8 90,0 5-90,-7 3-90,-6 4-90,-7 2 0,-5 0-359,-9 0-1,8 2-360,-11-1-1528,20 3 2518,-7 1 0,16 1 0,-1 0 0</inkml:trace>
  <inkml:trace contextRef="#ctx0" brushRef="#br1" timeOffset="252183">23284 15063 9242,'-10'-10'989,"0"1"-629,5 5-270,-2 7 0,0 5 90,-3 11 0,-2 13-180,3-9 90,-4 16 0,7-13-90,-1-1 89,2 3-89,1-11 270,2 6-180,2-9 90,8-2-90,2-9-90,11-1 90,5-3-90,10 0 90,5 2-90,-11-1 0,9 2 0,-9 1 0,-1-1 0,9 1 90,-13 0 360,13-4-90,-11-4 89,4-9-179,-16-3 0,0-9-90,-7 3 0,-1-7-90,-5 1 0,-2 0-90,-1 7 90,-1-4-90,1 6 0,-1 1 90,-2-3-1,-1 8-89,0-1 90,-3 3-90,-4 1 0,3 4 0,-16-3 0,-4 4 0,-9-1 0,-8 2-90,19 2-269,-10 2-361,10 3-270,3 0 1,-2 1 989,-1 2 0,0 0 0,-2 1 0,1 0 0,2 1 0,-1 0 0</inkml:trace>
  <inkml:trace contextRef="#ctx0" brushRef="#br1" timeOffset="254120">21568 16186 9332,'9'-4'2068,"-2"1"-1798,6 11-180,-7-4 90,6 22-90,-8-7 0,-1 19 0,-1-7 0,2 8-90,-2-14 90,2-2 270,-2-8-180,-2-5-180,-8-5 90,-4-5-90,-11-3 0,3 0 0,-11 0-90,8 2 90,-7-2 0,10 2 0,1 0 90,6 0-90,2 0 0,0-1-90,1 0 90,2-1 0,2-1 0,2-6 0,2-1 0,3-13 0,0 9 0,4-9 0,-1 3 0,4 0 0,0 1-90,5 0 90,-3 9 0,6-4 0,-3 5 0,-3 4 0,4-1 0,-1 2 0,-1 1 0,12-2 0,-10 3 0,7 0 0,4-2 0,-11 4-90,13-3 0,-14 2-180,1 2-3007,-6 1 3241,-5 5 1,-1-3 0,-3 0 0</inkml:trace>
  <inkml:trace contextRef="#ctx0" brushRef="#br1" timeOffset="255036">21965 16180 10141,'-2'-11'1349,"-10"20"-1259,4 6 0,-6 9-90,3 11 90,5-10 0,-4 13-90,3-13 180,2-3 90,0-8-180,1-5 0,-9-2 0,3-4-90,-23-1 0,12-2 0,-26 0 0,27 0 90,-19-1-90,17 0 0,-4-1 0,3-2 0,10-1 0,3-3 0,6 2 0,6-7 0,4 1 0,9-11 0,2-2 0,8-9-90,-6 6 90,3-5 0,-9 15 0,5 0 0,-8 13 0,3 0 0,7 4 0,1 4 0,22 4 0,-8 0-270,10 3-360,-19-4-2248,7 1 2878,-17-4 0,3 3 0,-13-4 0</inkml:trace>
  <inkml:trace contextRef="#ctx0" brushRef="#br1" timeOffset="260184">22041 16251 9152,'25'-10'0,"-10"4"180,7-3 809,-7-1-269,-2 3-630,-12 11 90,-30 19-91,-4 1 1,-7 6 0,1-2-590,1-1 0,-2 2 522,7-6 1,-5 3 0,-1 1-1,1-1 23,3-2 0,1 0 0,0 0 0,1-1-189,-3 2 1,1 0-1,-1 0-14,3-1 1,-2 1 0,2-1 0,6-3-1482,1-1 1,6-5 1512,7-2 1,17-17 0,16-14 0</inkml:trace>
  <inkml:trace contextRef="#ctx0" brushRef="#br1" timeOffset="260501">22026 16271 9332,'11'-11'629,"2"-2"91,-7 8-270,-8 18-226,-16 9 1,-7 5-135,3 0 0,-3 3 0,-1 1-30,-5 3 0,-1 1 0,1-1-255,6-6 0,0-2 0,0 1 195,-1 2 0,-1-1 0,2-1-270,-1-1 0,1-1 135,0 1 0,0-1-720,-1 0 1,5-3 854,10-7 0,-3 7 0,15-14 0</inkml:trace>
  <inkml:trace contextRef="#ctx0" brushRef="#br1" timeOffset="260783">22222 16419 9062,'29'-20'540,"-2"3"449,-16 12-809,-10 12 90,-10 6-91,-12 6 1,-9 6 0,1-2-135,4-1 0,-2 0-119,0-1 0,-3 2 0,-2 1 0,2 0 164,-2 0 0,1 1 0,0-1 0,2-2-120,2 0 0,2-2 0,-2 2-30,-13 9 0,-1 3 0,7-5-705,13-6 1,4-4-675,-11 12 1429,12 0 0,18-24 1,5 1-1</inkml:trace>
  <inkml:trace contextRef="#ctx0" brushRef="#br1" timeOffset="261035">22549 16368 9691,'31'-28'450,"2"-2"180,-54 58-405,0-8 0,-3 2-180,-5 7 0,-4 4-375,3-6 0,-5 4 0,-1-1 0,4-2 390,5-5 0,3-2 0,-3 3-105,-5 6 0,-4 4 0,0-1 0,6-4-90,1-1 0,3-1-244,-7 9 0,5-3 379,16-7 0,-2-2 0,13-8 0</inkml:trace>
  <inkml:trace contextRef="#ctx0" brushRef="#br1" timeOffset="261301">22950 16455 9871,'19'-9'630,"-3"1"-450,-8 12 539,-18 18-539,3-2 0,-15 9 0,-6 4 0,-1-3 0,-4 2-271,8-7 0,-3 1 1,-2 2-1,2-2-112,-1 1 1,-1 0 0,1 0-1,1-2-547,-4 5 1,1-2 0,2-1 749,-7 6 0,8-3 0,10 0 0,8-5 0</inkml:trace>
  <inkml:trace contextRef="#ctx0" brushRef="#br1" timeOffset="319305">18854 13879 7533,'-13'-3'2788,"-1"1"-2518,5 4-180,14 2 90,-1-3 0,41 2-90,-19-4 0,11 1 0,8-1-894,-8-1 1,5-1 0,1 0 0,-2 1 833,1 0 0,-1 0 0,5-1-18,-8 1 1,4-1 0,4 0 0,2 0 0,0 0 0,-1 0 0,-2 0-346,2 0 0,0 0 0,-1 0 0,1 1 0,-1-1 0,1 0 333,1 0 0,-1 0 0,1 0 0,0 0 0,2 0 0,2 0-142,-8 0 0,2 0 1,1 0-1,1 1 1,1-1-1,0 0 1,-1 0-1,0 0 1,-2 1 152,2-1 0,-1 0 0,-1 1 1,0-1-1,0 1 0,-1-1 0,1 0 1,-1 1-160,4-1 0,-1 0 0,-1 0 0,1 1 0,0-1 0,1 0 0,2 0 157,-8 1 0,2-1 0,1 1 0,0-1 0,1 1 0,0-1 0,-1 1 0,0-1 0,0 1 0,-3 0 2,5 0 0,-1 0 1,-1 0-1,0 0 0,-1 0 1,0 1-1,-1-1 0,1 0 17,1 0 0,-1 0 0,0 0 0,0 0 0,-1 0 0,2 0 0,1 0-28,-1 0 0,3 1 0,1-1 0,0 1 0,-1 0 0,-1-1 0,-4 1 0,-3 0 171,8 0 0,-6-1 0,-1 1 0,4 0-153,0 0 0,4 0 0,0 1 0,-2-1 0,-3 0-18,6 0 0,-3 0 0,-1 0 0,3 0 0,0 1 0,0-1 0,-1 0 0,0 0 0,-2 0 0,-12 1 0,-1-1 0,3 0 18,0 1 0,4-1 0,1 0 0,0 0 0,-3 0-38,9 0 0,-2-1 0,-1 1 20,-4 0 0,-2 1 0,1-1 0,1 0 0,0 0 0,-5 0 366,-2 0 0,-4 0-366,16 0 669,-15 0 0,-1 0-669,14-1 0,-11 1 376,-6 0 0,1 0-376,9 0-90,-4 0 3019,-2 0-2929,-9 1 1669,-8-1-1669,8 1 0,-10 0 0,1 0 0,-1-1 0,5 1-90,-1 0 90,0 0 0,-2 0 90,-4 0-90,3 0 809,-3 1-719,-4 6 90,-1 5-90,-6 2 90,9 18-90,-1-2 0,0 4 0,-2 0 0,0 2 0,0 2-395,-1 7 1,0 3 0,-1 2 349,-1-2 0,0 3 0,-1 0 0,0-5-15,-1-2 0,0-4 0,0 2-8,1-3 1,0 3-1,1 0 1,2-1 22,2-3 0,2-1 0,1 0 0,-1-2-605,-1 0 0,-1-1 1,2 2 581,3 5 1,1 5-1,1-2 1,-2-7 22,0-4 0,0 0-183,0 2 0,2 7 0,0 1 0,-1-4 168,-2-1 0,-2-2 0,1 3 37,0 7 1,0 5 0,0-1-1,-2-5-349,-2-9 1,-2-4-1,-1 1 342,-1 7 0,0 1 0,-3-1 90,-1-3 0,-1-1 0,0-2-60,0 7 0,0 0 30,-1 1 0,-1 4 0,-1-1 209,1-3 1,0 0 0,0-2-195,-1 6 0,0 2 22,1-10 0,0 4 1,0 0-1,0-2-433,0 5 0,1-2 1,0-1 305,0-5 0,0 0 0,0 0 60,0 7 0,0 2 0,1-1 29,4-6 1,0-1 0,1-3-75,-2 5 0,1 1 329,3 4 0,0 5 0,1-4-239,1 2 0,0-1-45,-2-14 0,-1 2 0,0-1 60,-2 4 0,-1 0 0,-1-4-105,-1-7 0,-2-1 45,-5 10 0,-3 0 204,2-13 0,0-1-204,-5 13 0,1 1 414,2-6 0,0 1-459,-1 7 0,1-1 1593,3-10 0,2-1-1549,-3 7 1,0-1-9,-6 13-81,5-15 0,1 0 0,-5 7 0,5-7 0,1-1 0,2-6-90,-3 15 90,3-12 0,2-6-90,-4 7 0,-3-4 90,3-5-90,-9 12 1,9-16-1,-3 5 0,7-10 0,-3 1 0,5-5 0,-12 1 90,1-3-90,-24 2 90,12-2 0,3 0 0,-4 0-45,-13 1 0,-1-1 45,12 0 0,-2-1-413,-4 1 1,-7 0-1,-3 0 1,0 0 412,5-1 0,-1 0 0,-2 0 0,0 0 0,-2 0-475,0 0 1,-2 1 0,-2-1 0,0 0 0,0 1-1,1-1 475,5 0 0,1 0 0,0 0 0,-1 0 0,0 0 0,-2 0 0,0 1 0,-3-1 0,0 0 0,-1 0 0,0 1 0,1-1 0,2 0 0,0 0 0,1 1 0,1-1 0,1 0 0,-1 0 0,0 0-220,0 0 1,1 1-1,0-1 1,-1 0-1,-2 0 1,-1 1 219,2-1 0,-3 1 0,-2-1 0,-1 1 0,1-1 0,0 1 0,3-1 0,3 0 0,-6 1 0,5-1 0,1 1 0,-1-1 0,-6 1 0,9-1 0,-2 0 0,-4 0 0,0 0 0,-2 1 0,1-1 0,0 0 0,2 0 0,3 0-214,-4 0 0,2 0 0,1 0 1,0-1-1,1 1 0,1 0 1,1-1 213,-3 1 0,1-1 0,1 1 0,1 0 0,-1-1 0,0 1 0,-1-1 0,0 0 0,-1 0 0,1 1 0,1-1 0,1 0 7,-1 0 0,1 0 0,1 0 0,-1 1 1,0-1-8,-4 0 0,0 1 0,-1-1 0,1 0 0,-2 1 0,7-1 0,-1 0 0,0 0 0,1 0 0,0 0 0,2 1 274,-8-1 1,2 1 0,2 0 0,-1 0-298,1-1 1,0 1 0,1-1-1,1 0-7,-7 1 0,2 0 0,1 0 0,1-1 0,1 1 0,4-1 30,3 0 0,3 1 0,-7-1 0,5 0 0,7 1 565,-3-1 0,-1 0-565,-10 1 0,12-1 0,1 1-90,-4-1 2708,11 0-2618,1 0 1408,10-1-1408,-8 0 928,6 0-928,-4 0 0,3-1 0,-3-1 0,1 0 0,5-1 0,-3 0 0,3-1 0,3 0 0,-2-1 0,3 1 0,2 0 0,-4-5 0,2-5 0,1 1 0,-1-9-90,1-3 0,0-2 0,-4-10 0,0-1 0,-2-7-60,3 6 0,0-3 1,0 3-611,-1-3 0,0-2 692,1 0 1,-1-5 0,1-3-1,0 2-22,1 4 0,2 1 0,-1 0 0,1-4 45,1 8 0,0-2 0,0-1 0,0-1 0,0 0 1,1 1-315,-2-1 0,1 0 1,0 1-1,0-2 1,0 1-1,0-2 346,1 4 0,-1-2 0,1 0 0,0 0 1,0 0-1,-1 1 0,1 2-17,-2-1 0,1 1 0,-1 1 0,1 1 0,-1-2 0,0 0-307,0-1 1,0-1-1,-1-1 1,1 0 0,0 1-1,0 2 1,0 3 336,-1-7 0,1 4 0,-1 0 0,0-1-18,1 0 0,-1-2 0,0-1 0,1 1 0,0 4-107,1-11 1,0 5-1,0-2 102,1 7 1,-1-1-1,0 0 1,2-1-1,1-4 1,1-1-1,1 0 1,0 4 22,1-3 0,2 4 0,0-2 0,2 7 0,1-1 0,0 0 0,1 2-30,0-8 0,2 2 0,-2 0 30,0 1 0,-1 0 0,0 3 0,1-7 0,0 2-90,-5-3 0,0-1 266,2 3 1,1-2-237,-1 13 0,1-1 0,0 0 30,2-3 0,1-1 0,1 2-15,5-9 0,2 2 0,-1 6 0,0 2 727,-3 11 0,-1 1-727,1 0 0,-2 1 3064,-1-6-3019,1-3 812,-3-1-812,-3 5 313,1-6-313,0 3 0,0 6 0,-1 10 0,-1 5-90,-1 0 90,-1 3-270,0-2 1,-1 2-451,-1 2 630,6 0-180,23 0 90,-1 2-392,6 0 1,8 0 0,2 0-119,2-1 1,3 0 0,-1 0-404,1 0 1,-1 0 0,3 0 990,-5-1 1,2 1-1,-1-1 1,-5 1-1,7 0 1,-3 0-1,-5 0 1,-1 1 0,1-1-1</inkml:trace>
  <inkml:trace contextRef="#ctx0" brushRef="#br1" timeOffset="331142">22034 14740 8162,'-12'-2'990,"-6"0"-720,-2-1 89,-4 0-359,0 2 270,-4 0-90,-4 2-90,5 0 0,-15 1 90,-2 3-135,11-1 0,-1 0 0,-1 1 0,0 1 0,-7 2 0,2 0 0,6 1 0,1 0 0,-13 5 0,0 2-45,14-4 0,0 2 45,-10 5 0,1 1 45,14-5 0,2 0 44,-3 4 1,0 0 0,3-1 0,1-1 0,2-1 0,0-1-45,-4 3 0,-1-1-45,4-3 0,0 0 45,-16 8-45,15-8 0,1-1-45,-13 8 0,1-2 90,-8 6-90,13-9 90,1 1-90,-11 4 0,14-8 0,-3 1 0,-5 0 0,6-3 90,-1-2-90,-10 5-540,20-9 540,-6 3 0,31-17 0,7-5 0</inkml:trace>
  <inkml:trace contextRef="#ctx0" brushRef="#br1" timeOffset="333024">21587 14784 10771,'4'10'719,"0"11"-719,-3-7 180,4 18 0,2 0-90,0-6-90,4 9 90,-1-7-90,-3-9 90,3 9-90,-6-20 0,3 10 90,0-4-90,1 1 180,1 0 0,-4-8 0,1 0-90,5-4 0,3-1 0,9 0-90,3-1 90,-6 0-90,14-2 0,-7 1 0,4-1 0,1 1 89,-11-1 181,5 0 90,-8 1-270,-1 0 270,-5 0 0,0 0-180,-3-2-91,-4-3 1,-4-1-90,-6-8 90,-1-8-90,-2-11 0,1-4 0,4 8 90,-1-6-90,3 9 0,-3-1 0,3-11 0,1 20 0,-2-16 0,3 18 0,-3 1 0,2 3-90,-1 6 90,0-5 0,0 5-90,-1 0 180,-5 3-90,-17 3 0,9 2 0,-9 2 0,-3-1 0,-3 2 0,-11 0 0,-3 1 0,13-2 0,1 0-90,-16 2 0,3 0 1,0 0-361,1-1-1169,23-3 1619,1 1 0,2-2 0,6 0 0</inkml:trace>
  <inkml:trace contextRef="#ctx0" brushRef="#br1" timeOffset="333725">22103 14953 10411,'0'0'0</inkml:trace>
  <inkml:trace contextRef="#ctx0" brushRef="#br1" timeOffset="340610">23662 15024 9602,'25'-1'359,"-4"0"-269,9 1 90,5-2-90,4 0 0,-1-1 270,-7 1-90,-13 0 179,-1 2-179,-4-2-180,-2 2 0,-2 1-90,-2 2 0,-1 5 0,0 5 90,-1 8-90,1 5 0,-3-5 0,0 6 0,-1 0 0,0 5 90,2 6-180,-1-12 180,2 2-90,-2-13 0,0 2 0,-2-9 90,0 0-90,-3-3 0,-5-2 0,-16 0 0,-14-2 0,-10 1 45,18-1 0,0 0-45,-10 1-90,-8 1 180,23-1-90,-6-2 0,14 0 0,2-1 0,3 0 0,0 0 0,-2-1 0,-4 1 0,3-1 0,-3 1 0,4 0 0,3-1 0,0 0 0,0 0 0</inkml:trace>
  <inkml:trace contextRef="#ctx0" brushRef="#br1" timeOffset="342226">24018 15413 9242,'-11'-1'-720,"0"-1"720,0 1 0,0-2 270,1 2 809,0-1-989,14-2 90,8-1-90,14-1 90,10 1-180,-15 2 0,4 1 90,-9 0-90,-4 1 270,10-1-180,-11 1 0,6 1 0,-5 0 0,-1 7 0,-3 0 89,0 12-179,-6-8 0,2 14 90,-3 0-90,0-4 0,-2 8 0,1-4 90,-1-6-90,0 8 0,0-5 0,1-8 0,0 10 0,-1-10 90,3 2-90,-3-2 90,2-5 450,0-2-270,-3-1-180,-3-3-90,-4 1 90,-11-3 0,-10 0-90,-1-1 90,-13-2-90,22 1 90,-12-3 0,24 3-1,-8-2 1,10 1-90,1-2 90,2 0-90,3-3 0,2 0 90,6-12-90,-2 5 0,9-31 0,-7 12 0,-2 7 0,0-2 0,-5-6-629,-2 1-2340,-3 17 2969,-1 5 0,3 9 0,1 1 0</inkml:trace>
  <inkml:trace contextRef="#ctx0" brushRef="#br1" timeOffset="343526">24043 15548 9691,'17'-4'630,"11"-2"-450,4-2-90,3 1 0,5-2 0,3-1 0,-6 2 0,-1 0-285,6-1 1,1-1 239,4-1 0,-2 0 0,-14 3 0,-1 0-45,0 0 0,-1 0 103,2-1 1,-3 1-104,3-3 0,-2 1 90,1-2-90,-17 6-1079,5-3-539,-18 2 1618,-6 4 0,-9 0 0,1 2 0</inkml:trace>
  <inkml:trace contextRef="#ctx0" brushRef="#br1" timeOffset="346643">24836 15526 9152,'6'7'2788,"5"-5"-2698,-4-4 0,10-6-90,-9 2 90,8-7 0,-5 2-90,0-1 0,-1 0 90,-1 1-180,-3 3 90,3-2 0,-10 18 0,-5 5 0,-9 17 0,-6 12 0,8-12 0,-6 15 0,11-19 0,-1 11-90,3-12 90,3-4 0,2-13 0,0-4 0</inkml:trace>
  <inkml:trace contextRef="#ctx0" brushRef="#br1" timeOffset="346875">24711 15740 9871,'6'7'1080,"34"-2"-1170,5-8-1549,0 0 1,1-1 1629,-19 1 1,0 0-1,7-1 1,-3 0-1,-2-1 1</inkml:trace>
  <inkml:trace contextRef="#ctx0" brushRef="#br1" timeOffset="351443">21568 14952 8162,'-4'-9'180,"0"-1"0,-1 5 360,0 0 0,1 0-540,3 11 89,1-1 91,7 16-180,-3-8 90,8 13 0,1-2-90,-2-1 90,4 7-90,-6-7 90,2 6 90,-2-5 0,-5-9 90,-1-5 359,0-3-359,-5 0-180,-1-2-90,-14-2 90,-3-3-90,-15 0 0,13 1 0,-14 1 90,14 0-90,-8-1 0,10 1 0,0-2 90,9 1-90,-3-1 0,2-4 90,3 0-90,-2-6 0,4-7 0,-4-12 0,3-8 0,1-7 0,4 0 0,3 16-90,3-4 90,0 21 0,2-4-90,2 5 0,2 6-180,2 3-2608,6 6 2878,-3 0 0,-3 1 0,-6-4 0</inkml:trace>
  <inkml:trace contextRef="#ctx0" brushRef="#br1" timeOffset="352443">21417 15110 9152,'4'-14'180,"-1"4"-90,-1 23-90,-4 16 0,2 21 0,-2-10 90,0 5-90,1-16 0,0-1 0,0 1 359,1-17 91,0 6-180,-2-8-180,-5-6 0,-9-5-90,1-2 0,-19-4 0,18 5 0,-27 0 90,3 3-90,6 0-90,-10 2 90,11 0 0,1 0 0,-1 1 90,12-2 90,6-1-90,6-4 0,5-7 0,6-6-90,2-10 0,0 5 0,0-16 89,-1 5-178,0-1 89,0-9 0,-1 23-90,1-14 90,-1 21 0,3-3 0,0 13 0,6 0 0,0 2-450,7 2-90,-2 0-179,7-2 719,-2-3 0,-1 0 0,-2-1 0</inkml:trace>
  <inkml:trace contextRef="#ctx0" brushRef="#br1" timeOffset="354376">21880 13112 8882,'20'-8'360,"-4"2"-180,-5 2-90,2 6 179,-1 11-269,-2-1 90,-1 25 0,-16 3 0,-2-3 0,-3 0-90,4-12 0,-2 0 45,-8 10 0,0-3 45,1-6-90,0 1 90,4-6 0,10-14-90,8 0 0,22-13 0,-5 1 0,19-8 0,-13 5 0,-1 1 0,16-1 0,-7 5 0,0-1 90,8 1-90,-12 0 0,5-4 0,-8-2-90,-10-7 180,-8 0-180,-6-4 90,-1 9-90,-11 15 180,1 12-90,-9 29 0,11-18 0,2-1 45,-1 3 0,1-1-45,4-2 0,0-1-1079,4 4 1079,1-8 0,6-17 0,3-5 0</inkml:trace>
  <inkml:trace contextRef="#ctx0" brushRef="#br1" timeOffset="354809">22518 13201 9422,'-3'-10'1619,"-6"9"-1439,2 4 89,-9 15 181,-8 20-360,8-10 0,3-4 0,2 2 45,10 0 0,3-1-45,4 12 0,15-5 0,6-5 0,0-9-90,4-7 0,2-5 90,-3-11 0,-1-3-90,12-3 0,-8-1 0,-4-7 0,-17-12 0,-8-4 0,-1 7 0,-5-1 0,-10-3 0,-8-2 0,-2 6 0,-5 5 0,-5 6-90,0 6 0,-3 2 0,2 6-360,-2 6 0,2 7-1189,1 7 1,3 3 1378,-1 8 0,16 8 0,14-16 0</inkml:trace>
  <inkml:trace contextRef="#ctx0" brushRef="#br1" timeOffset="355109">22724 13237 9961,'7'-9'450,"7"2"-270,17 14-90,-6-1-45,0 6 0,2 4 0,-1 2 0,-1 0 0,-3-2 0,1-1-135,4 5 0,-1-1-900,7 5 451,-10-8 539,4 1 0,-21-15 0,0 0 0</inkml:trace>
  <inkml:trace contextRef="#ctx0" brushRef="#br1" timeOffset="355276">23054 13215 8792,'-13'-17'-90,"-1"12"360,-12 14-270,8 9 135,-3 8 0,-2 6-45,-5 1 0,0 2-623,-2 2 0,0 1 533,0 1 0,2-3 0,2 4 0,11-8 0</inkml:trace>
  <inkml:trace contextRef="#ctx0" brushRef="#br1" timeOffset="355893">23381 13261 9152,'0'-10'809,"5"2"-719,-1 4-90,19-6 90,-10 3-90,14-9 90,-2-12-90,-8 9 0,8-20 0,-13-2 0,-5 16 90,-1-11-90,-12 37 0,2 9 45,-1 15 0,1 4-45,1 12 0,2-6 0,1 4 45,4-1 0,-1-1-45,0 10 45,1-12 0,0-2-675,2-3 271,-3-9 359,3-1 0,-5-16 0,-1-3 0</inkml:trace>
  <inkml:trace contextRef="#ctx0" brushRef="#br1" timeOffset="356109">23384 13458 8702,'5'8'450,"18"-1"-360,-5-6 0,22-1-810,10-5-179,-15 1 899,-6-1 0,-1-1 0,4-5 0,8-4 0</inkml:trace>
  <inkml:trace contextRef="#ctx0" brushRef="#br1" timeOffset="356694">23982 13170 8882,'-7'-9'809,"-13"2"-719,10 7-90,-17 2 180,1 8-180,7-3 90,-8 10-90,20-3 90,11 9-90,4-8 0,28 8 0,-2-7 0,1 0 0,3 4 0,-19-5 0,-1 0 0,-23 8 0,-17-8 0,-2-2 0,-1-1 0,-10 1-180,-11 1 180,21-9 0,9-1 0,1-1 0</inkml:trace>
  <inkml:trace contextRef="#ctx0" brushRef="#br1" timeOffset="357376">24222 13271 8612,'3'-10'1799,"-2"2"-899,-1 0-811,-13 13 91,-4 9-180,-3 3 180,-1 14-180,14-9 90,4 11-90,11-6 0,4-8 0,19-14 0,-7-15 0,4-3 0,-6-16 0,-9-3-90,1-5 0,-6 9 90,-3 24 0,-5 27 0,1 4 0,1 7 0,1 4 0,1-5 0,1 1 0,2 15 0,1 1 0,-1-14 0,0-3 0,-2-5 0,1-4 90,7 6-90,-2-19 90,7 1 90,14-34-90,-4-9-30,-8-1 0,1-7 0,-1 1-15,-4 0 0,0-1-75,0-5 0,0-4 0,-3 6-60,-6 16 0,-2 3 90,3-8 0,-6 11 0,-12 26 0,-4 4 0</inkml:trace>
  <inkml:trace contextRef="#ctx0" brushRef="#br1" timeOffset="357577">24857 13290 10231,'-11'-10'-30,"4"4"0,4 4 0</inkml:trace>
  <inkml:trace contextRef="#ctx0" brushRef="#br1" timeOffset="361726">22501 16559 7892,'17'-9'1710,"-5"3"-271,3-5-630,-10 4-449,-12-1 360,-35 6-630,4 2-364,9 2 0,-6 2 0,-6 1 334,5 0 0,-6 2 0,-3 1 0,-2 0 0,2 0 0,3 0-666,1-1 0,3-1 0,0 1 0,-2-1 0,-5 2 625,5-1 1,-4 1 0,-2 0 0,-2 1 0,-2 0 0,0 0 0,-2 0 0,1 0 0,-1 1-174,8-2 0,-2 1 0,0-1 0,-1 1 0,-1 1 1,0-1-1,0 0 0,0 0 0,1 0 0,1 0 1,1 0-1,2-1 154,-4 1 0,3-1 0,1 0 0,1 0 0,0 0 0,-1 0 0,-1 0 0,-3 1 0,-3 1-80,10-2 1,-3 0 0,-2 1 0,-1 1 0,-1-1 0,-2 1 0,0 0 0,-1 0 0,1 0 0,-1 1 0,1-1 0,1 0 0,0 1-1,2-1 1,2 0 0,1 0 88,-10 3 0,2-1 0,1 1 0,2 0 0,0 0 0,1 0 0,0 0 0,1-1 0,-1 1 0,1-1-76,-3 1 1,0-1-1,1 0 1,0 0 0,1 0-1,-1 0 1,1 0-1,0 0 1,1 1 66,0 0 0,-1 1 0,0-1 0,0 1 0,1 0 0,1 0 0,2 0 0,2 0 0,2 0 90,-10 4 1,4 1 0,3-1 0,0 0-1,2 0-158,-4 1 1,2-1 0,0 0-1,-1 2-4,4-2 0,-1 1 0,-1 1 0,2-1 1,3-3-19,-7 3 0,3-3 0,4-2 90,0 0 0,2-2-90,-13-1 0,3-4 1328,-3-5-1418,17-1 0,1 0-359,-4-3 1895,6-1-1356,19-3 0,2 3 0,3-1 0</inkml:trace>
  <inkml:trace contextRef="#ctx0" brushRef="#br1" timeOffset="362460">16948 17828 9422,'21'-4'899,"-8"2"-89,1-3-720,-23 17 89,-7 6-179,-6 5 180,-12 12-180,13-10 0,1 1-90,9 1 90,17-12-90,3 0-179,28 1 89,-7-7 90,7 2-90,-9 5 180,-25-5-90,-23 20 90,0-15 0,-5-1 0,-3 0-495,1-1 1,1-1 494,-17 7 0,0 1 0,31-15 0</inkml:trace>
  <inkml:trace contextRef="#ctx0" brushRef="#br1" timeOffset="362660">16950 17767 9691,'-9'-15'540,"7"5"-270,20-13-90,10 11 0,4 1-180,-8 1 0,1 0-493,9 0 1,4 0 0,-2 2 492,3 1 0,-1 1 0,8-3 0,0 0 0,-4 2 0,-1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1:26.00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6804 6349 24575,'28'0'0,"-1"0"0,12 0 0,3 0 0,-5 1 0,2 0 0,1 1-786,5 1 0,1 1 0,1 0 786,1 1 0,0 0 0,1 1 0,0 0 0,0 0 0,1 0-413,-9-1 0,-1-1 0,1 0 0,1-1 413,2 1 0,2-1 0,0 1 0,0-1 0,0 0 0,0 0 0,0 0 0,-1 0 0,-1 0 0,-1 0 0,0 0 0,-1 0 125,8 1 0,-3 0 0,-1 1-125,-8-1 0,-3 0 0,0 0 0,10 1 0,-3 1 0,-6-2 0,-1 1 531,-4-1 0,-1-1-531,-2 1 0,-2-1 1928,18 3-1928,-11-2 645,-9 0-645,-3-2 0,1 1 0,8 0 0,11 1 0,-16-2 0,0 1 0,2-1 0,-1 1 0,21 2 0,-10 0 0,-10-1 0,-9-2 0,-6-1 0,-4-1 0,-2 0 0,-2 0 0,0 0 0,-1-1 0,-1-1 0,0-2 0,-1-2 0,1-2 0,1-3 0,6-6 0,5-10 0,-3 5 0,2-2 0,3-5 0,1-2 0,3-8 0,1-1 0,-6 10 0,-1 0 0,0-1-259,1-2 1,0-2 0,-1 0 258,0-4 0,0-1 0,-1 0 0,0-3 0,-1-1 0,0 0-392,-3 7 0,1-1 0,-2 0 0,1 0 392,-1-2 0,-1 1 0,0-1 0,0-1 0,0 1 0,0-1 0,-1 0 0,0 0 0,-1 3 0,-1-1 0,1 2 0,-1-1-185,0-7 1,-1 0-1,0 1 185,-1 6 0,0 1 0,-1 1 0,-1-9 0,0 2 0,-2 8 0,0 2 692,-6-14-692,-4 16 1580,-3 11-1580,1 6 625,1 3-625,-1 1 0,-2-3 0,-6-6 0,-9-6 0,10 8 0,-1 0 0,-7-1 0,-2 0 0,-9-1 0,-3 2 0,5 6 0,-3 1 0,-2 1-605,3 3 1,-1 1-1,-2 0 1,-1 1 604,4 0 0,-2 1 0,0 0 0,-1 0 0,-1 1-549,-3 0 1,-1 0 0,0 0 0,-1 1 0,1 0 548,-1-1 0,-1 1 0,1 0 0,-1 0 0,1 1 0,2-1 0,0 0 0,0 1 0,1 0 0,1-1-293,-6 1 0,2 0 0,0 0 0,2 0 293,6 0 0,1 0 0,1 0 0,2 0-71,-6 0 1,3 0 0,2 0 70,-9 1 0,3 0 933,5 0 0,2 1-933,6 1 0,1 0 1413,3 1 1,1 1-1414,-1 0 0,0 0 771,0 0 1,-1 1-772,0-1 0,1 1 153,0 0 0,1 1-153,-21 5 0,9-1 0,9-1 0,10-2 0,7-1 0,5-1 0,5 0 0,1 1 0,1 6 0,-1 16 0,-2 2 0,-1 7 0,-2 2 0,-1 5 0,-2 3-656,2-9 1,0 2-1,-1 2 1,-1 1 0,0 0 613,1-1 0,-1 0 1,0 2-1,0-1 1,0 2-1,-1 0 42,2-4 0,0 1 0,-1 0 0,1 0 0,-1 1 0,1-1 0,0-1 0,0 5 0,-1 0 0,1 0 0,0-1 0,0-1 0,1 0 0,0 3 0,0-1 0,0-1 0,1-1 0,1-1-199,-1 3 0,1-1 0,1-1 1,0-3 198,1-1 0,1-2 0,1-3 0,-1 5 0,1-4 0,1 7 0,0-22 0,0-13 0,0-4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07:31.840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18983 1335 15538,'11'-2'630,"0"0"-540,-3 2 90,1 1 89,3-1-89,2 2-180,0-1 90,2 1-90,-3-1-90,2 1-90,2-1-179,2 0-1,1-2-90,1 0 0,2-2-809,10-3-810,-8 1-669,7-3 2738,-12 2 0,4-1 0,1 0 0</inkml:trace>
  <inkml:trace contextRef="#ctx0" brushRef="#br0" timeOffset="333">19215 1495 17967,'0'11'1259,"0"-2"-1079,0-1 0,-1 1 0,0 1 0,-1 14 89,-1 19-1403,-2 1 1224,0 11 0,1-14-90,-1 1 90,0 0 0,0 0-993,-1-1 993,1-3-90,-1-2 90,1-5-180,0-5 0,3-6 0,-1-4-90,0-3 1012,2-3-1101,-2-2-415,2-3-4443,-2-2 1619,-3-5 3508,-1 0 0,-8-6 0,0 1 0</inkml:trace>
  <inkml:trace contextRef="#ctx0" brushRef="#br0" timeOffset="534">18919 2103 14189,'-9'6'-90,"1"0"450,4-1-180,-1 1 269,2 0-179,1 2 90,2-2 90,1 2 0,2-3-91,1 0-89,3-2 0,1 1 0,4-2 0,3 0-90,3-3-1,5 0-89,5-2-90,18-5-225,-19 3 1,2-2-1328,9-4 1,0-1 696,-9 4 1,0-1-2457,8-3 1,-1 0 3310,2 0 0,15-7 0,-14 5 0</inkml:trace>
  <inkml:trace contextRef="#ctx0" brushRef="#br0" timeOffset="967">19863 1795 15448,'-3'-12'1170,"1"1"-811,-1 2 1,0 0 360,0 3-1,-1-2-179,0 2-90,-2-1-1,0 2-89,-1 0 270,-3 3-180,-4 5-270,0 3-1,-2 7 1,2 6 0,-8 14 0,4-2-905,-5 10 725,11-10 90,0 0-180,3-4-90,3 9 90,3-12-89,4 7 89,3-12-90,3 0 0,2-2 90,3-2-90,2-2 0,3-4 815,10-4-815,10-8 90,1-5 0,6-11 0,-11-3-813,-9 0 0,-1-3 813,9-15 90,-12 11 0,-3-1-90,3-18 90,-13 13 0,-1-2 0,1-18 45,-6 18 0,-2 0 45,-6-11-45,-2 18 0,-1 2 28,-9-12-28,2 16 0,-3 4 45,-20 9-771,9 11 0,0 4 591,-21 14-393,17 2 1,2 5 77,9-3 1,2 2-226,-1 6 0,2 0-269,-4 15-3239,19 3 360,11-23 3778,8 6 0,6-6 0,3-1 0</inkml:trace>
  <inkml:trace contextRef="#ctx0" brushRef="#br0" timeOffset="1383">20485 1676 16078,'-9'-18'989,"1"2"-179,-5-3 539,-1 0-360,-3-3-539,3 6-90,3 3-90,4 7 0,1 1-90,1 2 89,0 5-89,1 2 0,-1 7 180,-4 23-270,3-4-773,-2 19 773,5-13-90,2-1-58,2 3 148,4 15-90,5 2-45,-2-22 0,2-1 45,9 13-90,14-2 90,-11-24-486,9 0 486,-9-13-90,0-4 90,5-3-90,2-6 90,3-4-849,3-7 849,0-6 0,-1-6-491,-2-5 491,-2-4 0,-4-3 0,-2-3 0,-2-3-161,-10 16 1,-1-1 115,-2 1 1,-1 0 44,0 2 0,-2 1-270,3-24 0,-6 29-90,-1 0 236,0 12-3564,-1 4 2876,-5 11-1707,-1 5-1438,-8 12 3957,-3 7 0,1-4 0,-3 3 0,-1 3 0,-1 1 0</inkml:trace>
  <inkml:trace contextRef="#ctx0" brushRef="#br0" timeOffset="2800">19167 2625 16438,'-17'-5'989,"3"0"-539,1 0 719,5 3-899,13-1-90,6 3 0,19 0-90,3 1-1651,7 0 0,5-1 1606,-6 0 0,3-1-16,-3 1 1,2-1 0,3 0-726,10-1 0,4 0 0,-2 1 696,-10-1 0,-2 1 0,3 0-294,-2-1 0,2 1 1,2-1-1,-1 1 316,4-1 1,2 1 0,-1 1-1,-3-1-358,7 0 0,-3 0 0,3 1 336,-3-2 0,3 1 0,0 0 0,-4 0 30,3 0 0,-4 0 0,0 1-30,2-2 0,-1 1 0,1-1 146,-2 1 0,1-1 0,-1 1-116,-1-1 0,0 0 0,-1 0 42,-3 1 0,0-1 0,1 0-95,-3 0 1,1-1 0,0 0-1,-1 0-7,6 0 0,-1 0 0,-1-1 30,1 0 0,-1 0 0,-3 0 0,2-1 0,-5 1 1356,4-2-1446,0-1 90,-17 2 0,2-2 0,-17 3 2004,-1 0-2004,-4 1 1571,1 0-1661,-4 0 1920,0 0-2100,0 1 69,0-1-69,0 2 90,-1-1-90,0 3 90,1-2 90,-2 0 90,0-1 90,-2-4 0,-1 1 0,0-2 0,-1 1 0,0 0 90,0-1-90,-1 0 180,2-5-90,0-3-90,3-7 0,-1 2 0,3-10 0,1-2 0,1-6-1042,-1-2 952,0 3 89,-2-2-89,2-8 0,-1-4-796,-3 23 0,0 0 796,-1-2 0,1 0 45,-1 0 0,0-1-45,0-1 0,0 0 0,0-1 0,-1 0 0,0 0 0,0 0 0,-1 1 0,1 0-271,-1-9 1,-1-1 270,-1 3 0,0 0 44,0-2 1,0 3-45,-3-14 0,0 14 0,1 15 0,0 4 734,0 3-734,2 7 1632,-1-1-1632,0 3 720,3 8-360,-1 1-270,-5 5 0,-2-7-90,-9-4 0,-3-2 90,-22-7-90,-1 0-563,2 2 0,-5-2 563,-4 0 0,-3-1-997,4 1 1,-4 0 0,1 0 996,6 2 0,1-1 0,-1 1 0,-4 0 0,0 0 0,2 0 0,-9-1 0,2 1 0,17 3 0,-1 1 0,-1-1-667,-1 1 1,0 0 0,0 0 666,-2-1 0,0 0 0,-1 0-446,-1 1 0,0-1 1,0 1 445,-2-1 0,0 0 0,0 1-61,0-1 1,-1 2 0,0-1 60,0 0 0,1 0 0,-1 1 0,1 0 0,-1 1 0,0 0 0,1 0 0,0 0 0,0 0-30,1 0 0,1 1 0,-1 0 30,2 0 0,0 0 0,0 1 0,2 0 0,0 0 0,1 0 510,-16-1 0,-1 1-540,14 1 0,-1 0 0,1 0 30,3 1 0,1 0 0,1 1 0,-20-1 0,3 1-45,12 0 0,5 1 45,-7 0 0,17 0 765,13-1-855,2 0 2222,1-1-2132,2 1 3187,1-1-3187,2 0 618,1 1-618,-2-1-90,1 0 90,1-1 0,-1 2 90,2-1-90,-1-1-90,0 0 90,0-1 0,2 0 0,-1 0-90,1 0 90,-1 4 0,1 2 0,-2 5 0,2 4 0,0 4 0,-3 7 0,-6 31 0,3-4-1022,3-13 1,0 2 1021,3-6 0,0-1 0,-1 4 0,1 1 0,-1 5 0,0 2-1313,0 2 1,0 2 1312,-1 5 0,0 1 0,0 0 0,-2 3-450,1-6 1,-1 4 0,-1 1 449,2-12 0,-1 0 0,0 0 0,0 0 22,1-1 1,-1-1 0,-1 1-1,1 1-22,-3 6 0,1 1 0,-1-1 0,0-2-457,0 0 1,1-3 0,0 0 456,-1 0 0,1-1 0,0-1 45,-2 11 0,1-5 299,5-19 1,0-2-345,-1 6 0,1-2 0,-2 12 1408,-1 0-1408,6-22 90,0-6 1495,1-3-1495,0-2 3193,1-3-3283,7-24 0,-2 1 0,4-14 0,-3 11 0,-1 5 330,5-7-510,-2 4-90,3-4-89,0 6-181,2 0-90,4-2-539,3 1-540,4-5-720,3 4-2011,1-4 4440,0 2 0,5-7 0,1 0 0</inkml:trace>
  <inkml:trace contextRef="#ctx0" brushRef="#br0" timeOffset="6376">4805 11355 12210,'1'-11'989,"-1"-1"-719,0 5-90,1-1 90,-1 2 0,1 0-90,0-1 359,1-2-179,0-1 180,0 1-360,-2 23-90,-4 30-45,2-16 0,-1 2-296,-1 8 1,-1 0 295,1-5 0,-1-1-451,1 1 0,0 1 451,-3 16 0,0 2-1329,0 2 1,0 0 1328,1-2 0,0 1-45,2-14 0,0 0 0,1-3-488,1 1 0,0-2 488,0-1 0,1-2-101,0 13-79,2-22-157,0 0-472,-1-7 960,2 0-151,-1-10 0,0-2 0,-1-3 0</inkml:trace>
  <inkml:trace contextRef="#ctx0" brushRef="#br0" timeOffset="6724">4677 11388 15358,'-5'-8'450,"6"-1"-360,3 3 0,7-2 0,14-3 0,-2 0-90,15-4 90,-8 4-90,1 1-461,0 1 461,-1 3 0,-4 1 3,-3 3-3,-3 3 0,6 4 90,-3 5-90,1 9 0,-10 5 547,-9-2-547,-15 13 89,-3-11-645,-12 8 646,-2-7 0,-4-1-90,-4 1 90,1-3 0,2-4 0,2-3 0,-3 1-90,7-4-90,3-1-4588,11-3 4678,22-4 0,5 0 0,16 1 0</inkml:trace>
  <inkml:trace contextRef="#ctx0" brushRef="#br0" timeOffset="7226">5360 11899 15358,'-5'-11'630,"-1"-1"-450,-1 5 0,-1-2 90,-2 1 179,-6-1 1,-4 1-270,2 2 180,-4 2-1,1 9-269,0 1 0,-2 4 0,8 0 90,-6 8-90,7-2 0,-3 7-90,6-5 90,3 1-90,1 0 0,3-1 0,2-1 0,1 0-90,3-2 90,2 0-90,2-2 0,2-2 90,0-2-90,6-2 0,1-5 0,1-1 90,0-6 0,-5-2-90,0-1 90,-2-2 0,0-2 0,-1-2 0,0-1-90,-1-2 90,-1 0 0,0 1 0,-1 0 0,-2 2 0,2-4-89,-2 4 89,1 1 0,-1 5-90,3 10 90,1 9 0,1 2 0,0 8 0,0 1 0,1 3-519,2 3 519,1 1 0,1-1 0,0 0 0,3-3-271,-2-3 271,0-3 0,1-4-270,-1-3-450,7 0-809,0-6-899,1-1 2428,5-10 0,-6-7 0,8-5 0</inkml:trace>
  <inkml:trace contextRef="#ctx0" brushRef="#br0" timeOffset="7649">5760 11822 15808,'-5'-8'540,"-2"-1"-360,4 7-1,-2-2 181,0 2-180,-2 0-90,0 2 0,-2 1 90,-4 3 0,-2 2-180,-2 3 180,-6 4-180,10-3 90,-5 5-90,7-5 0,1 1 90,2 1-90,0-2 0,2 1 90,3 0-90,1 4 0,3-3 0,1 3 0,4-4-90,7 4-90,8 2-90,12 6 180,-6-7 0,9 6-90,-12-5 90,-1 0 90,-5-3-90,-10-5 90,-1 0 90,-3 0-90,-1 0 90,-3 1-90,-3 1 90,-3 3 0,-4 0-90,-5 4-243,-4 0 243,-4 2 90,-17 7 0,-3-1-90,2-1-360,2-3-90,22-13-269,-1 0 719,8-7 0,14-11 0,4-4 0</inkml:trace>
  <inkml:trace contextRef="#ctx0" brushRef="#br0" timeOffset="7974">6396 11914 15268,'-13'-9'720,"-1"2"-450,0 1 0,0 1 359,-8-1-359,5 2 270,-11-2-91,5 5-269,0 0 0,1 5-90,6 1 90,-6 5-90,1 4 0,-4 4-634,0 3 544,-1 5 90,2 0 0,-1 7-66,-1 10 66,7-7 0,-2 15 0,15-16-180,7 8 0,6-15-90,6-3 1,4-11-91,1-3-90,5-1-90,3-3-565,1-5 476,7-2-1260,16-8-540,-10 0-2180,10-6 4519,-16-1 0,2-4 0,1-1 0</inkml:trace>
  <inkml:trace contextRef="#ctx0" brushRef="#br0" timeOffset="8636">6540 12051 16887,'-6'-9'1889,"1"2"-1529,-1 4-270,-1 4 0,0 2 0,-2 4 90,1 2-90,-3 3-90,1 2 90,-2 2 0,0 4-365,0 1 365,0 3-90,2-2-90,2-3 90,3-1-90,2-3-90,1 0-180,4 2-89,4-1 179,2-1 95,8-5-5,-5-8 0,7-2 0,-5-4 0,1-2 0,1-3-90,7-10 180,-4 0-345,2-8 345,-8 6 90,-4 0-144,-1 1 144,0 0 0,-2 1 90,-1 2-1,0-3-89,-1 7 90,0-2-90,-1 7 434,-2 2-434,2 2 56,1 7 34,1-1-90,-1 5 0,0-1 0,1 1 0,0 0 0,2-1 90,1 0-90,0 0 0,2-2 0,6-1 90,6-5-90,9-6 0,8-14 0,-7 0 90,1-9-1166,-9 2 1076,0-5 0,-3-5 0,0-2 0,-4-4 0,-1 0 0,-3-3-1167,-2 2 1167,-3 0 0,-2 3 40,-1 2 50,-1-4 0,-2 16 0,-1-5 90,0 22 753,-6 13-843,1 13-90,-6 17 121,2 10-121,0 9-725,5-22 1,-1 1 724,1 2 0,1 0 45,-1 0 0,1 1-1,0 1 1,1-1-45,1 1 0,0 0 45,0-1 0,2 0-45,0 0 0,0-1 45,2-1 0,0-1-45,7 26-1069,3-3 1159,3-6-91,2-6-89,12 4 430,-5-18-700,10 2-1439,2-18 643,-3-7 1156,21-11 0,-14-7 0,-15 3 0,0 1 0</inkml:trace>
  <inkml:trace contextRef="#ctx0" brushRef="#br0" timeOffset="9367">5442 13283 15268,'-10'-10'0,"2"2"0,4 5 270,0-1-90,-1 1 90,1 0-90,-4 1 180,-3 3-1,-8 4-89,-12 10-90,1 2-90,-8 8-1082,7-1 1082,-4 4 0,-1 3 0,1 2-90,0 2 90,3 3 0,3-1-90,4 2 90,4-4-277,4 13 277,10-5-165,4 0 75,20 3-180,1-22-678,13 8 409,-1-16-1,4-5-180,5-4-359,2-4-1483,5-4-1036,-2-2 3508,3-3 0,-15 0 0,2-2 0,2-1 0,0 0 0</inkml:trace>
  <inkml:trace contextRef="#ctx0" brushRef="#br0" timeOffset="9833">5713 13583 16438,'-5'-10'1169,"-3"8"-1079,3 5 0,-3 6-90,4-1 90,-2 1 0,0 3-90,0 1 90,-1 3-90,0-1 90,-2 11 0,1 2-90,-1 3 0,5 4 0,3-13 0,2 3-90,2-9-90,1-2 0,3-2-270,7 0 180,-2-5 0,7-2 91,-4-6-91,4-3 90,1-5 0,2-2-180,8-12 270,-6-3 90,1-16 90,-12 11 270,-8-13 0,-12 7-90,-4 2-535,-5 4 355,0 13 112,-7 4-112,6 5 0,-5 3 0,7 6 0,1 3 0,-1 5 0,0 2-180,-4 11-270,2 5-719,-1 8 179,7-6-1528,5-3-990,4-10 3527,1-1 0,3 5 0,2 1 1</inkml:trace>
  <inkml:trace contextRef="#ctx0" brushRef="#br0" timeOffset="10175">6253 13587 15808,'-1'-10'810,"-1"-2"-631,-1 6 91,0 0-90,0 3 270,-5 0-180,2 1-90,-4 2 0,0 3-1,0 2 1,-2 3 0,-2 2-90,-1 6 90,-2 2-90,0 6 0,1 2-530,1 1 530,1 1-90,3-2 180,0 9-180,5-12 90,2 14 0,8-12-270,7 2 0,2-9-270,8-7 90,-7-8-179,7-2-91,-4-4-359,2-2-631,3-3-718,1-2-720,3-3 3058,-3-1 0,4-4 0,-1-2 0</inkml:trace>
  <inkml:trace contextRef="#ctx0" brushRef="#br0" timeOffset="10583">6482 13595 16618,'-6'-9'1709,"0"1"-1440,2 6 1,-1 3 0,-2 1-90,1 3 180,-5 6-180,1 1 0,-3 5-90,1 2-1,1 0 1,0 2 0,3-1 0,1 0 0,3-1 0,1 1-90,2-1 90,2 1-90,2-2-90,1 0 0,6 3-270,5-4 181,2-1-1,1-9 0,-4-5-90,1-4 90,1-2-90,5-5 90,0-1-385,3-7 385,-1-2 0,-2-3 90,-2-3-179,5-16 179,-7-3 90,-3-10 90,-9 13 90,-11 0-91,-8 15 1,0 3-90,-6 9 90,5 11-90,-3 3 90,-6 5-482,-1 4 392,-5 4-270,2 3-90,2 1-269,5 0-631,1 3-1258,5-4-980,3 2 3498,6-4 0,1 2 0,3 1 0</inkml:trace>
  <inkml:trace contextRef="#ctx0" brushRef="#br0" timeOffset="11449">7641 11653 15358,'-2'-11'-90,"1"1"180,4 4 90,1-1-90,3 0 90,4-2 90,4-3-90,5-1-372,4 0 372,2 0 0,2 1 0,1 1-90,1 2 89,-2 2 1,8 1 0,2 9 0,7 15-90,-12 5-45,-18 5 0,-3 2-45,-4 15-937,-4-10 1,-3 2 936,-3-6 0,-1 1 45,-1 7 0,-2 2-928,-1 0 0,-1 1 928,-1 4 0,0 0-45,-2-1 0,1-1 0,-1 1 0,0 0 0,2-5 0,-1 0-229,1-2 0,-1 1 229,-1 8 0,0 0 45,3-13 0,1 0-45,-2 10 0,1-2 0,1 7-153,4-19 0,3-1 243,3 19-90,7 5 0,2-21 1202,10-7-1202,-5-16 0,6-1 2083,-6-8-2083,6-4 0,-1-2 0,2-3 0,0-2 0,-5-1 0,2 0 0,-7 1 742,2-1-742,-7 4 539,0-1-539,-18 23 308,-8 12-308,0 2 0,-1 3 0,3-4 0,1 0-684,-1 5 0,1-1 684,-5 18-90,2 3 90,2 1 0,9-24 0,-1-1 0,2 1 0,1 1-417,-2 14 1,2 3 416,2 2 0,1 2 0,1-10 0,0 2 0,1-3 0,1 6 0,1-1 0,1 2 0,2-3 0,-1-13 0,1-1 0,0 0 0,-1-2 0,8 22 0,-5-21 0,0 1 90,-2-10-90,-1 1 90,-4-10 0,0 0 1206,-2-2-1206,-2 0 985,-8 3-985,-8-1-90,-12 2-180,-8-3-180,6-4-179,2-5-361,11-4-719,3-4-809,2-4-990,4-3 3418,4-7 0,4-14 0,3-5 0</inkml:trace>
  <inkml:trace contextRef="#ctx0" brushRef="#br0" timeOffset="11860">8779 12656 15988,'-10'-6'809,"0"1"-629,3 0 1170,2 2-1171,10 0 181,8 5-180,20 2 0,-1 2-90,0-1 0,2 1 0,13 0-1004,-12-1 1,0-1 958,-7-2 0,1 0-45,1-1 0,2 0 45,1 0 0,2-1-45,1 1 0,1 0-45,2-1 0,1 0-45,5 0 0,1 0-1085,0-1 1,1 0 1084,0 0 0,0 0-45,-2-1 0,-2 1-673,-2 0 0,-2-1 628,0 1 1,0 0-113,-2-1 1,-1 1 111,-3-1 0,1 1-135,2-1 0,-1 0-45,11 1 90,-1-2-179,-24 2-361,-11-1 1596,-9-2-1145,-7 1 1627,-9-2-3247,2 2 1979,-12-3 0,-4 1 0,-9-2 0</inkml:trace>
  <inkml:trace contextRef="#ctx0" brushRef="#br0" timeOffset="12224">9822 12522 14549,'-2'-10'2248,"-1"0"-1528,1 5 629,-1 0-1169,11 6-90,-2 2 0,11 5 180,6 6-180,-3-1 0,21 14 0,-13-9-780,8 4 779,-10-6-268,10 3 89,-9-6 0,7 2-90,-15-8 0,-2 0-90,-1-3-180,4 3 270,-5-4-269,7 5 869,-7-4-690,1 3 270,-8-2 90,-8 5 90,-5-1-90,-6 5 90,-5 2-90,-5 3-793,-6 5 793,-5 3 0,-4 3 0,-1 1 0,10-8 0,-1 2-45,2 0 0,0 2-270,-5 5 0,1-1-180,10-9 1,2 0-3644,-11 17 4048,20-22 0,2-2 0,7-6 0</inkml:trace>
  <inkml:trace contextRef="#ctx0" brushRef="#br0" timeOffset="13092">11796 12496 15088,'-9'-13'90,"3"2"90,4 4 0,3 0 270,2-3 90,5-1-271,1-2-89,4 1 90,-1 2-90,2 0 0,6-2-90,2 0-422,4 0 422,4 0 0,-1 1 0,3 2 0,-1 1 0,-2 3 0,-1 3 0,1 5 0,-9 3-1,5 15 1,-22 22-90,-11-3 0,-6 2-290,1-2 0,-6 1 290,-5 1 0,-5 2 0,1-3-1277,-1-1 1,0-2 1276,2-5 0,-1 1 0,1-2 0,-3 1 0,1-1 45,0 0 0,1 0-474,3-4 0,0-1 429,2-1 0,1-1-625,-14 17 625,6-3 344,3 3-254,14-9 2137,14 0-2227,16-13 0,33-5 431,-20-10 0,2-3-431,15 0 0,1-2-45,-9-1 0,0-1 45,3-1 0,-3-1-119,12-1-151,-5-2-90,-5 1-625,-4-1 446,-5 1-271,-5 0-411,-5 0-1208,-4 0-417,-3 0 2846,-3 0 0,1-4 0,-1 0 0</inkml:trace>
  <inkml:trace contextRef="#ctx0" brushRef="#br0" timeOffset="13549">12515 12626 15808,'-2'-13'630,"0"2"-361,1 2 361,0 2-360,0-1 180,0 2-1,0-2-359,3 1 180,4 0-180,4 2 180,16 0-270,0 3-656,14-1 746,-3 2-90,1 0 90,0 0 0,2 2-90,-1-2 0,1 0 0,-3 0-90,-3 1 0,-6-1-355,-5 0 445,-4 1-90,-4 0 0,-4 0-90,1 3 180,-10 2 628,-8 8-628,-9 3-90,-12 10-789,-1 4 879,-5 5 0,-2 5-1529,0 3 1529,18-21 0,-1 1 0,2 1 0,-1 2 0,-4 10 0,0 1 0,5-8 0,2-1 0,-5 10 0,2-1 0,-2 13 0,10-20 0,1 0 0,-2 11-139,3 14-41,11-20-90,3-5-90,5-6-89,0-13-991,10-3-1078,-5-5-1440,7-4 3958,-5-3 0,7-7 0,2-2 0</inkml:trace>
  <inkml:trace contextRef="#ctx0" brushRef="#br0" timeOffset="14043">13430 12737 15898,'-3'-13'450,"-1"1"-270,0 3 89,0 0 1,1 2 180,-2-3-270,1 4 180,0-1-90,-1 4-91,-3 5 1,-7 9-90,-2 7 0,-4 10 0,-6 20 0,5-8-45,4-2 0,1 1-1264,0 5 1264,6-15 0,2 1-45,0 6 90,3-2-501,3-3 411,2-4 90,2-2-90,2-1 90,4 2-240,2-5 150,4-1 0,1-5 90,3-5-90,2-2 0,1-5 0,17-4 0,6-12 0,-13 1 0,0-2 1144,18-14-1144,-22 4 0,-2-1 0,0-8-515,0-11 515,-15 9 0,-3 0 0,-6-1 0,-10-17 0,-5 9-561,3 17 0,-2 1 561,-14-10 0,-5 7-831,-4 4 831,-1 9-399,-18 7 399,26 11 0,-2 4-180,-7 5 0,0 4-315,3 6 0,3 3-45,8-3 1,4 2-1485,3 7 0,6-1-1484,7 7 3537,5 9 0,14-8 0,4 1 0</inkml:trace>
  <inkml:trace contextRef="#ctx0" brushRef="#br0" timeOffset="14508">14083 12982 15988,'-4'-15'719,"-1"1"-449,-1 4-90,0 2 450,-5-2-180,-2 2-181,-1 2-89,-1 4 0,4 5 90,-9 8-180,1 3-391,-4 8 391,5 1 0,2 4 0,2 2 0,2 1 0,2 15 0,5-4 0,7 15-1,4-18-89,14 6-89,1-18 89,2-2 0,1-11 0,-7-9 0,3-2 0,0-4-90,6-4-358,0-3 448,1-4 0,-1-5 0,-2-3 0,-3-4 374,-1-3-374,-4-4 0,3-19-438,-12 21 1,-2-1 437,0-8 0,-1 0 0,-3 7 0,-2 1 0,-4-4 0,-3 2 0,-13-12-349,-2 6 349,-3 14 0,5 19-90,-1 4 90,-7 6 0,-5 6-175,-3 6-5,-3 6-180,6 4-90,2 3-269,7 0-2623,0 15-2055,10-1 5397,3 0 0,14 0 0,3-12 0</inkml:trace>
  <inkml:trace contextRef="#ctx0" brushRef="#br0" timeOffset="15267">14703 12917 14998,'-4'-11'540,"1"1"0,-2 1-270,0 3-90,-1-1 89,2 2 1,-2 1-90,1 0 90,-5 1 0,-6 5-90,-10 9-90,1 4 90,-12 20-180,15-9-815,-6 12 905,10-9-90,2 3 90,2-1-90,1 2 0,5-4 90,2-2-90,6-3 90,2-2-90,3-1 0,5 0 90,5-2-90,6-1 0,5-5 90,20-4 0,10-7-379,-17-5 1,1-2 288,-9-1 0,1-1 0,9-8 0,-2-1-1172,7-8 1172,-17 7 0,-1-1 0,8-10 0,-8-1 20,-3 0-20,-8 0-372,-3-2 372,-5 1 0,-6 1 0,-6 0 0,-6 1 0,-8 0 397,-8 2-397,-26 0-45,16 16 0,-3 4-536,-13 1 0,-1 4 446,7 3 0,0 3-165,7 3 0,-1 3 0,3 0-105,3 0 1,1 3-316,-9 4 1,1 2-753,13-5 1,2 1-283,1 1 0,1 0 1771,-19 18 1,15-9 0,0 2-1,0 1 1,-1 0 0</inkml:trace>
  <inkml:trace contextRef="#ctx0" brushRef="#br0" timeOffset="15819">12085 13714 14908,'-13'-10'180,"-1"-2"90,4 4 270,-4-4-180,7 6 89,0-2-89,2 4 0,0-1 0,0 2 629,-1-3-719,-1 3 180,1-1 629,0 2-809,12 1 90,20 2-180,4 0 0,4 1-1405,1-1 1,2 0 1314,15 0 0,1 0-1246,-5-1 1,-1 1 1200,8-1 0,1 0-601,-16 0 1,-1 0 0,1 0 585,1 1 0,1-1 0,0 1-392,1 0 1,2-1 0,-1 1 331,3 0 0,-1 1 0,1-1-58,2 1 1,-1 0-1,1 0 28,0 0 0,1 0 0,0 1 10,0 0 0,0 1 1,0-1 19,1 1 0,0 0 0,0 0 20,-2 0 1,1 0-1,3 2-62,-8-2 0,3 1 0,2 0 0,-1 0 1,-3 0 11,11 1 0,-3-1 0,2 1-8,-1 0 1,4 1-1,-1-1 1,-6 0 7,-7 0 0,-5-2 0,2 2-60,6 0 0,2 0 0,-3 0 304,-8-1 1,-1-1-1,-1 1-184,19 1 0,-4 0 0,4-1 90,-27-3 1363,-17-3-1363,-2 1 2082,-3-2-2082,-2 1 2572,0-2-10577,-3-1 8192,-8 3 1,-5 1-1,-9 5 1</inkml:trace>
  <inkml:trace contextRef="#ctx0" brushRef="#br0" timeOffset="16725">16529 13577 14729,'-1'-10'809,"1"0"-89,-1 3 89,1-1 1,-1 2-91,-1-1 541,0 2-1080,0 12-1,0 3 1,-1 18-90,0 5-1363,-2 15 1318,1-20 0,1 1 0,-1 4 0,-1 2-1,0 4 1,-1 3 15,0 0 0,0 3 0,0 2-30,-2 4 0,0 1 0,0 3-596,1-4 0,-1 2 1,0 0-1,1-2 566,-1 5 0,0-2 0,-1 1 22,2-6 1,-1 2 0,1 0-1,0-4-691,0 1 0,1-3 1,0 0 781,0 1 0,-1 1 0,1-2 9,-1 9 1,1-5 49,3-16 1,0-1 127,0 5 0,0-1 197,0 14 164,1 3-282,0-28-186,3-5 1528,-2-5-1763,3-3 1423,0-2-2874,5-11-3806,5-16 2817,0-10 2611,3-19 1,-8 11-1,1-4 1,0-5-1,0 0 1</inkml:trace>
  <inkml:trace contextRef="#ctx0" brushRef="#br0" timeOffset="17367">16425 13578 15268,'-5'-10'90,"1"2"180,5 4 0,3 0 0,5 1 269,14 0-269,3 1 0,15 0 0,0 2-637,-8 0 0,4 0 547,4 0 0,3-1-90,-6 1 0,1-1 0,-1 0-45,12 0 0,-3 0 45,0 0 0,-2 0-939,-11 0 1,-2 0 893,3-1 0,-1 1-45,1 0 0,1-1 45,0 1 0,1-1 0,0 1 0,0 0-45,0 0 0,0 0 45,0 0 0,0 0 0,-1 1 0,1-1-45,-3 1 0,0 0-570,0 0 0,-1 1 615,-2 0 0,0 0-45,22 3-29,-5 0 29,-10 1 90,5 6-90,-9 5 90,-2 14-90,-16 3 45,-11-1 0,-5 4 45,-1-7 0,-1 0-437,-2 13 0,0 1 392,-2-3 0,-1-1-228,0 4 1,0 0 227,-2 4 0,0 1 45,-1 1 0,1 0-45,-1 1 0,0 0 0,0 0 0,1 3-15,1-3 0,-1 3 0,2-1-336,0-11 1,2-1 0,-1 1 348,-1 12 1,0 2 0,1-3-201,-1 3 0,1-1 209,1-7 0,0 2 0,1-3-94,-1 5 1,1-1 49,0-10 0,1 1 0,0 0 49,-1 12 0,0-2 95,2-13 0,0-1-141,-1 8 1,0-2 1221,-1 8-1210,1-9 74,1-8-48,-1-6 1860,1-8-1907,0-5 1826,0-5-1819,0-2 1205,-1-4-1237,-3-6 600,-3-9-600,-9-16 127,0-1-98,-2 2 1,-3-2 79,-2 3 0,-3 1-1001,-3 1 0,-3-1 0,-1 2 1168,-8-4 1,-4 2-37,-1 3 0,-6 2 0,3 2-871,0 3 1,-1 3 1032,6 0 1,-3 1 0,1 1-591,-8 2 1,0 2 619,17 1 0,0 1 1,0 0-254,-1 1 1,-1 1 0,1 0 371,0-1 1,1 2 0,-1-1-120,1 1 1,0 1 0,0-1 177,-16 2 1,1-1-56,1 2 0,3 1 90,6-1 0,0 1 500,-9 2 1,1 1-512,9-1 1,2 0-221,1 0 1,3 0-45,6 1 1,5 0-348,7 0 0,4 3 0,20-2-165,6-2-3408,14 1-1345,5-3 4797,8 0 0,9 0 0,3-1 0</inkml:trace>
  <inkml:trace contextRef="#ctx0" brushRef="#br0" timeOffset="18292">17526 16123 15358,'-13'-8'270,"2"1"-90,5 2 180,-3 1 0,-2 1-181,0 1 1,-6 6 0,-4 14 0,-11 25-90,4 1-45,10-4 0,3 0-1448,0 9 1403,7-16 0,1 0 90,3 11-1177,4 0 1177,5 4-90,3-2 0,7 2 0,4-6 0,4-4-90,5-5-291,16 0 291,-10-11-90,-5-11 0,0-4-90,22-9 135,-20-3 0,-1-3 45,18-13-803,-7-5 803,-18 1 0,-2-1 644,-4-4-554,-4-4 0,-4-2 90,-5-3 627,-5-3-627,-6 9 0,-2-2 0,-4 0 0,-3-1-324,-7-8 0,-3 1 279,5 11 0,-3 3 0,-6 0 0,-2 4 750,-16 0-750,21 14 0,0 2 45,-11 4-180,10 8 0,10 5-180,2 4 481,4 1-840,3 3-15,3 1-4393,9 9 5037,7-4 0,14 10 0,5-6 0</inkml:trace>
  <inkml:trace contextRef="#ctx0" brushRef="#br0" timeOffset="19175">18079 16218 13919,'6'-19'360,"0"1"0,-1 1-1,0 2 1,1 1-90,0 0 90,-1 3-90,0 0 0,-1 2-91,0 1 1,-1 3 270,0 1-180,3 12-90,-3 2 0,2 10-90,-4 3 90,-4 26-91,0-18 1,0 3-1200,-3 12 1,-2 1 1154,1-7 0,0-1 0,-1 0 0,0-3-1071,-6 16 1116,1-3-90,-2-2 90,2-4-697,0-5 607,2-6 90,1-4-90,-1 3 90,5-12 1809,-1 0-1809,3-9 1131,13-20-1131,9-11-90,7-11 0,-3 4 0,0 0 0,7-6-190,-9 9 1,0 1 189,7-5 0,-2 2 0,-1 5 0,-2 5 0,6 2 0,-5 8 0,3 8 0,-9 5 0,-4 16 0,-10 5 0,-2 7 571,-6 2-571,-3-3 0,-7 9 0,2-11 0,-5 5 0,5-16-8,0-3 8,1-4 0,-1-1 0,1-3 0,1-2 0,1-2 719,1-2-719,-1-1 9,3-4-9,2-2 0,9-6 0,2 3 0,6-3-90,-2 6 0,0 0 0,2 1 0,0 0 0,2 0 0,0 1 90,2 1-90,1 0 0,1 0 0,0 1 90,2-1-90,1 0 1,11-1 89,-6-1-90,7 0 90,-2-4-90,-7 0 90,5-3 0,-10 0-90,1-2 90,-2-1 0,0-2 0,-3 1 0,-2-1 0,-2 1 0,0 0 90,-3 0 0,0 4 0,-2-1-90,0 3 89,-2 1-89,0 1 180,-1 2-90,-6 24-90,-2-1 45,-3 12 0,-1 2 45,-3 13-954,3-13 1,1 1 953,-6 17 0,1 2-415,-1 0 325,1 0 90,0-3-1841,2-4 1841,-1-5-90,2-6 90,-2 7-90,3-15 1396,-5 7-1396,3-18 397,-3-3-487,3-8 2010,-9-10-2190,7-3-90,-10-8-493,5-2 223,-3-6-359,2-3-720,2-4-1269,1-2 10,6-2 2968,1-1 0,5-9 0,0-2 0</inkml:trace>
  <inkml:trace contextRef="#ctx0" brushRef="#br0" timeOffset="19435">18731 16362 14729,'2'-10'629,"1"-2"-359,0 4 270,2-3-270,-2 5-90,2 0 179,-2 2-89,1 1 0,0 0-90,2 1-90,-1 3-270,0 0-630,-1 3-3147,-1-2 3957,0 2 0,1-1 0,2-1 0</inkml:trace>
  <inkml:trace contextRef="#ctx0" brushRef="#br0" timeOffset="19843">18916 16742 14729,'-5'9'2068,"3"0"-1528,5-7 0,12-4-180,5-4-181,4-4-89,0 0 90,-3-1-90,0 1 0,0-2 0,-2 1-90,-3 0 0,-2-1-90,-2 0 90,-2-1-90,-3 0 0,-1 0 90,-3-1-90,-2 0 90,-2 2-90,-3-1 0,-8-1 1,-5 3-1,-12 5 90,1 8 0,-4 9 0,6 6-819,1 4 819,0 8 0,3 3 0,3 3 0,4 3 0,7-5 0,4-1-935,5 1 935,6-3 0,4 3 0,16 6 0,-2-12 0,22 4-180,-17-21-491,8-1 131,-14-10-270,4-3-1708,0-2 2518,16-11 0,-7 0 0,10-9 0</inkml:trace>
  <inkml:trace contextRef="#ctx0" brushRef="#br0" timeOffset="20133">19439 16666 16258,'-10'-7'1259,"1"1"-629,5 2-91,-1 2-359,-2 1 0,2 1 0,-3 4 180,-7 7-180,-5 11 0,-9 13-90,5-3 0,4 2-250,9-13 160,5-3 90,1-1-90,2-1 90,2-1-90,1-2 90,1 0-180,5 3-110,3-2-160,3-2-810,11-5-1348,4-6-3868,18-9 6386,-8-2 0,11-9 0,-12 0 0</inkml:trace>
  <inkml:trace contextRef="#ctx0" brushRef="#br0" timeOffset="20400">19766 16177 15358,'-2'-10'720,"-1"0"-540,-1 12 0,0 0 0,-3 9-1,1 4 1,-1 7-90,-1 5 90,-2 7-45,2-6 0,-2 3-1553,0 4 1,0 0 1462,-1 1 0,0 2 45,-2 9 0,0-1-1013,0 5 968,5-17 0,0-1-45,-2 5 90,3 1 0,0-3-90,1 7-90,3-14-180,1 2 0,1-16-270,2-3-89,1-3 2231,1-2-7628,0-3 6385,3-4 0,1-5 0,2-2 0</inkml:trace>
  <inkml:trace contextRef="#ctx0" brushRef="#br0" timeOffset="20587">19539 16614 15628,'14'-4'720,"-1"0"-540,4 2-1,1 0-89,5-2 90,5 0-901,2-2 721,5 0-180,-1-2-269,1 1-361,-2-1-1422,0-1 2232,8-3 0,-4 2 0,9-2 0</inkml:trace>
  <inkml:trace contextRef="#ctx0" brushRef="#br0" timeOffset="20775">20369 16742 21655,'-3'-13'-4318,"0"1"2699,2 5-900,-3-1-1168,-3 0 3687,-8-4 0,-29-13 0,16 9 0,1 1 0</inkml:trace>
  <inkml:trace contextRef="#ctx0" brushRef="#br0" timeOffset="21891">6146 14039 13649,'-4'-9'1170,"-1"2"-901,1 3-89,-1 0 270,0 1-270,-2 1-90,0 3 90,-1 0 0,1 4 0,0 4 89,-9 21-20,6-5 1,0 4-531,-5 13 0,0 2 387,2-2 0,2 2-1043,-1 1 1,1 3-1,1-2 1219,0 0 0,2 0-98,-1-3 1,0 3 0,1-3-823,0 7 0,1-2 922,-1 3 0,0-1-116,0 1 1,0 1-512,1-4 0,-2 2 0,1-2 568,0 2 1,0 0-39,1-7 1,0 1-1,0-4-74,2-4-1,0-2 25,-1 10 0,1-1 605,2-13 0,0-1-626,-1 12 1,0-2 22,1 2 66,0 1-94,2-20 1514,2-10-1905,2-19 3203,0 2-3010,4-14 689,-3 8-637,1-3 345,0 4-558,2-2 200,-1 3 60,8-4-76,5 3 45,17-2 13,1 4-39,9 0-1464,-1 3 1566,6 0-963,-21 3 0,-1 0 807,3-1 1,0 2-221,0-1 0,1 1-17,1 0 0,0 0-66,0 0 0,0 1-122,0 0 0,0 1-844,-2-1 0,1 1 1338,8 1 0,0 1 0,-10-1 0,1 1 0,5 0 0,1 1 0</inkml:trace>
  <inkml:trace contextRef="#ctx0" brushRef="#br0" timeOffset="22317">6681 15438 32767,'-7'-9'-6481,"0"2"4564,3 3 1467,-1-1 480,1 2 479,-1-2-574,13 8 872,-1-2-977,12 5 1315,-2 0-58,1 1-4356,2 0 3931,5 3-183,-2-1 50,3 4-1041,-2-2-428,-3 0 472,-3-1-142,-2 0-95,-2-1-401,3 3 139,-3-1-89,1 1 477,-6-3-162,-3-2-120,-4-2-162,-5 4 1225,0-2 542,-5 3 408,-2 0 384,-3 3 67,-4 5 64,-4 5 192,-3 6 260,-2 4-1326,-2 4-487,1 2-793,2-2-2626,-1 12 1181,10-16 1703,3 3 0,9-13 1,3-1-1</inkml:trace>
  <inkml:trace contextRef="#ctx0" brushRef="#br0" timeOffset="22643">7564 15348 28035,'-7'-7'-1546,"0"1"733,-3 11 4376,2 2-2105,-3 7-985,5 1-746,-1 3-3,1 8-520,-1 3 704,0 7 402,2 3-1189,1-9 0,1 1-513,-2 16-726,2-5 1,-1-1 1537,1 7 275,1-20 0,1 1-760,1 16-622,4-9-1114,1-4-515,2-12 3330,2-12 0,7-5 0,4-2 0</inkml:trace>
  <inkml:trace contextRef="#ctx0" brushRef="#br0" timeOffset="23093">7924 15447 29685,'-4'-10'-7774,"-1"3"5433,0 4 3680,-2 7 1640,-1 1-1240,0 6-1126,-1 2-382,-2 6-679,-1 3 2044,-1 6-146,0 1-1282,2 2-1583,1 1 223,3-3 336,1-2 115,4-4-176,1-3-240,5 5-384,6-4-203,1-2-21,13-8 1594,-8-10 883,10-3 374,-5-8 717,4-3-18,2-5 235,-1-3 345,-1-1-349,-1-3-1224,-2-2-780,-3-2-613,-2-2-509,-4-2-69,-3-1 291,-5-10-307,-10-5-443,-3 6-52,-8 5-336,0 20 939,-2 8 3830,-3 5-2543,-5 6 102,-3 7 1222,-8 8-658,12 0 0,-1 3 693,-13 13-838,16-9 1,2 1-1491,-1 8-1282,5 2 1948,7-5 1,4 7 0,2-2 0</inkml:trace>
  <inkml:trace contextRef="#ctx0" brushRef="#br0" timeOffset="23510">8493 15372 30379,'-12'-4'-2062,"0"1"1827,1 2 926,0 2 263,1 1 100,0 3-309,-3 2-308,1 2 367,-2 3-804,-6 13 0,6-4 0,-5 13 0,8-7-1418,-2 19-229,6 0 699,5-17 0,1-1-556,3 11-29,6-8-218,0-13 406,3-4 273,1-3 690,3-4 536,2-5 752,2-2 594,6-6 425,3-4 422,5-6-1391,-10 1 0,2-2-796,-2-4 0,-1 0 309,1 0 1,-3-2-493,1-6 0,-5-3-257,-7 5 0,-3-1-1081,1-9 0,-3 1 581,-2 7 0,-2 1 645,-6-4 1,-2 4-2080,-4 1 202,-8-1 503,4 20 935,-3 7 1253,-4 5 904,-2 8 326,-7 7-179,0 8-1027,10-5 0,0 3 1104,-10 15-2125,15-15 0,0 0-1544,0 11 1678,4-3 0,4 5 0,0 1 0</inkml:trace>
  <inkml:trace contextRef="#ctx0" brushRef="#br0" timeOffset="23850">8996 15374 30977,'-12'9'708,"1"2"-713,3-3-448,-2 4 588,0 1-170,-2 2 78,1 1-134,0 2-140,-4 14-290,6-10-322,-2 12 434,6-13-474,3 0-63,1 0-150,1-3-25,1 0-94,1-1-151,7 2-507,5-7 1095,3-2 95,12-13 1536,-5-5 547,10-8-1916,11-13 808,-13 6 32,10-10 0,-6-9 0,-16 18 0,-1 0 0</inkml:trace>
  <inkml:trace contextRef="#ctx0" brushRef="#br0" timeOffset="23960">9246 15418 28691,'3'-28'-4916,"-1"2"3185,-6-2 419,-3-1-401,-4 0 1007,-6 2 814,-17-2 427,4 11-599,0 9 1,-3 3 895,0 8 1,0 5-1140,-11 3 0,0 4 968,8 0 1,0 3-846,-7 8 1,4 1 602,-3 7 2,15-12 0,1 1 1,-5 10-1,-1 0 1</inkml:trace>
  <inkml:trace contextRef="#ctx0" brushRef="#br0" timeOffset="25483">9985 15682 13110,'-6'-11'179,"1"1"1,1 1 0,1 1 450,-2-2-360,2 3 449,0 0-359,-1 1 270,2 2-450,-3-2 269,1 4-269,-5 0-90,1 3 90,-3 3-90,-1 1 0,0 2 0,-2 3 0,-3 3 0,0 0 0,-2 5 0,1 0-90,2 1 90,0 6 0,6-7 0,4 9-180,13-9-180,11 0 0,4-7 90,6-7-430,-6-4 430,6-4-90,0-4 0,2-1 90,-1-4-90,-2-1 90,-4-2 0,-2 1 1,-6-2 89,-3 3 0,-3-1 0,-3-6 180,-4 3-90,-1-6 90,-4 7 0,-5-7 0,-3 0-1,0 1 252,-1 4-251,6 9-90,-1 0 0,1 2 0,2 1 90,0-2-90,5 0 0,0 0 0,8 0 164,0 2 277,2-1 493,2-2 789,13-9 241,4-7-2908,-9 6 1,-1-1 3034,11-13-81,-3-3-340,-11 10-439,-1 0-482,-4 2-801,-1 2-472,-3 4-158,-2 2-59,-2 1 23,-1 2-92,-1 0 348,-1-1-6,-2 3-550,-6 9 1534,-5 22-160,-6 31-182,3 4-197,7-21 1,0 0 76,-2 20 109,3 1-81,3-26 1,0 1 160,1-1 0,1 1-801,-1-1 0,0 1 114,0 6 1,1 2 192,0-1 0,1-1 38,-1-3 0,1-1-153,1 21 6,0-26 102,0-4 93,0-5-25,2 3-89,-1-7-99,2-2-234,3-12 2773,-1-5-781,3-7-240,-1-2-187,3-7-130,1-5 53,2-5 113,-1-1 256,2-2-2754,-1 2 889,1 0 338,5-9 191,-1 7 187,-1 1 2,-2 11 215,-6 15 605,3 5 813,-3 5-1052,-2 6-1047,-2 1-569,-1 1-308,0 2-155,-2 1-272,0 1-271,-1 0-731,-2 0 1135,-2 7 1221,-3 0 785,-1 0 418,-3-5 523,1-5 262,-6 0 299,-3-3 252,-6-1 191,5-3-204,-2-4-686,11-1-74,-3 1-1448,8-1 0,8-3 0,2 1 0,8-2 0,6 3 0,-5 1-154,16-1 158,-3 1 106,1-1-70,0-1-40,-8 0 0,2-1 0,3-2 0,1-1 0,4-3 0,-1 0 0,1-2 0,-2-1 0,0-2 0,9-10 0,-10 5-238,6-7-356,-10 1-277,-9 6 150,3-9-245,-10 9 102,-1-1-589,-6 9-308,-6 15 2286,-2 7-908,-4 14-39,-5 27-101,2-3 359,4-13 1,1 2 63,-1 4 0,-1 3 142,1 2 0,-1 1 165,0-1 1,0 0-1060,-2 9 1,2-4-11,-2 2 653,6-20 0,0-2 72,1-1 86,0-5-56,3-6 1,0-6-1592,1-3 1049,2-14-2387,2-3-965,1-11 3916,0-2 0,0-13 1,0-5-1</inkml:trace>
  <inkml:trace contextRef="#ctx0" brushRef="#br0" timeOffset="25783">10940 14892 32767,'4'-10'-4828,"-1"0"3903,-2 5 307,-1-1-1068,-3 9 2805,0-2 294,-2 9-1928,2-2-1157,0-1 1292,1 2-46,0-3-294,1 0 362,0 0-3225,-1 0-2228,0 0 5678,2 0 0,-2 0 0,2 1 0</inkml:trace>
  <inkml:trace contextRef="#ctx0" brushRef="#br0" timeOffset="26235">11101 15525 15448,'3'-11'8486,"0"1"-5627,-1 4-1429,0 1-615,-1 1-457,2 0-329,0-1 88,3-2 1203,3-2-2052,7-4-281,-1 1 18,7-6 47,-9 7 277,5-5 225,-8 5 52,0-2 523,-2 1 253,-2-2 364,-1 0 156,-2 1 155,-1-2 108,-3 3 111,-3-8-322,-1 6-461,-3-2-493,-1 7-506,-1 4-753,-4 3-605,-13 9-47,3 4 1597,1 4 1,-1 4-830,3 2 0,3 2 775,-1-1 1,2 1-128,-12 25-318,17-17 862,4-1 36,4-4-9,4-2-1652,3-2 301,3-3 403,4-1 1687,2-5-843,2-2 711,1-3 1147,1-4-359,9-2 582,-4-3 399,8-2-634,-8-2-1044,0-1-1515,0-2-945,2 0 1712,-1-2 1,7-2 0,-2-2 0</inkml:trace>
  <inkml:trace contextRef="#ctx0" brushRef="#br0" timeOffset="26534">11573 15415 32767,'-5'-8'-5942,"-2"3"5797,-2 8 2673,-1 3-1565,-1 1-532,-1 4-283,-1 0-120,-3 6-782,1 2 1959,-2 1-980,1 1-1283,3-1 276,1-2 127,3-2-31,3-2-52,1-1-120,3-2-159,2-1-292,5 2-134,1-5 334,11 0 1315,-2-7 629,8-2-282,13-9 547,-8 2-3109,-1-2 1,1-1 2503,2-3 1,14-11 0,-14 5 0</inkml:trace>
  <inkml:trace contextRef="#ctx0" brushRef="#br0" timeOffset="26791">11919 14928 32767,'-18'9'0,"1"0"0,4 2-139,-1 3-419,2 1-121,0 3 78,2 0 199,-1 11-972,4 5-237,3 0-123,3 0 174,4-10-8,2 10 17,3 2 120,0-1 224,0-3 232,-3-13 348,-1 0-149,1-4 327,-1-1 28,0-2 3668,-1-2-4126,0-1-540,0-2-225,-1-1 1777,1-2 1,-2-2-1,0-1 1</inkml:trace>
  <inkml:trace contextRef="#ctx0" brushRef="#br0" timeOffset="26975">11833 15198 32767,'-17'-14'-603,"5"3"-5293,4 4 5571,5 4 216,0-2-529,5 0 900,10-3 4594,19-9-5366,17-6 1323,-3-1-807,-15 7 0,-2 1-191,2-4-1245,4-3 47,-16 7-1924,-5 3 3141,-4 0 0,-1-5 1,-1-2-1</inkml:trace>
  <inkml:trace contextRef="#ctx0" brushRef="#br0" timeOffset="28735">9962 16572 14189,'4'9'1079,"2"-2"-989,-1-6 0,3-2 90,4 0-90,-1-1 0,9-4 0,-6 1-90,4-3 90,-2 1 0,-2-1-90,3-2 90,5-7-90,-3 1-397,4-8 487,-7 5-90,-1-4 0,-2 0 0,-3-1 0,1-6 90,-6 5-90,0-3 0,-5 12 0,0 4 397,-4 16-397,1 4 0,-3 13 0,2 7 0,1 26 0,1-5-875,0-14 1,2 0 874,0 20 0,1-25 0,0 0 0,0 0 0,1 0 0,0-1 0,1 1-288,2 10 1,1 0 152,0-2 0,0 1-135,3 6 0,-1-1 45,-2-13 0,0-1-1214,0 0 0,-1-3-1259,0 1 2698,0 2 0,-4-8 0,-1 1 0</inkml:trace>
  <inkml:trace contextRef="#ctx0" brushRef="#br0" timeOffset="28960">10092 17387 14189,'-9'-4'719,"7"-2"-539,7-3-90,8-3 0,3-1 0,5-2 0,4-1 0,13-6-180,4 0-180,-15 8 0,0 1-359,13-5-1308,-3 3-42,-13 5 270,-1 3 1682,1-2 0,3-1 0,0 1 1</inkml:trace>
  <inkml:trace contextRef="#ctx0" brushRef="#br0" timeOffset="29841">10900 16933 13110,'-4'-16'449,"-1"2"-179,0 2 0,0 2 0,-1 1 269,0-2-179,0 1 180,1 3-360,-2 8-90,5 4 0,-2 9-90,3-1 90,0 3 0,1 2 0,0 2-90,-1 3 90,2 0 0,-3 15-90,2-12 89,-1 9-89,2-15 0,-1 6 90,0-3-90,0 3 0,0-10-179,0-4 89,0-18 90,1 0 0,0-14-90,2 1 90,0-2 0,2-8 0,1 0-90,7-18 90,1 2-3482,5-3 3482,-4 16-87,2 10 87,-8 14-90,2 1 90,-4 8 0,-1 3 0,2 4 3349,1 9-3349,-2-1 0,1 7 0,-3-6 130,-1 2-130,0-1 0,0-1 0,1 4 0,1-2 0,0 1 0,-2-8 0,1-5 0,5-10 0,-2 0 0,4-5 0,-2-3 0,0-1 0,4-5 0,-1-2-436,4-4 526,0-1-90,0-2 0,10-10 0,-8 8 0,6-3 0,-6 11 0,-4 7 0,-1 3 0,0 9 0,-5 10 436,0 2-436,0 8 0,-4 0 0,2 6-404,0 3 404,1 4-628,1 0 628,0 1 0,-1-1 0,4 6 0,0-3-90,4 3 0,-4-13 0,-1-7 0,-4-9 198,5-2-198,-4-3 654,5-1-744,-4-4-90,7-6 180,-4-1-89,5-4 89,-5-1-90,0-1 90,-1-3 0,-2-2-90,1-11 90,-1-2 90,-2-7 90,-3 11 90,-2 2 180,-1 12-270,-2 13-90,1 4 90,-2 17-90,2-4 89,1 4-89,1 0 0,1 3 90,5 8 0,3 1-180,1-4-269,3-3-721,-3-15-2967,4-3 4047,-5-7 0,4-10 0,-3-2 0</inkml:trace>
  <inkml:trace contextRef="#ctx0" brushRef="#br0" timeOffset="30108">11516 16475 13559,'-7'-13'810,"-1"2"-450,1 0 89,1 2-89,1 2 0,0 0 0,1 1-90,1 0-91,0 1 271,0 1-180,0-2 180,-1 3-810,0 4 0,2 3-179,1 4-271,2 0-90,1-2 900,-1-2 0,4-5 0,1-2 0</inkml:trace>
  <inkml:trace contextRef="#ctx0" brushRef="#br0" timeOffset="30443">11926 16347 13469,'-3'-13'630,"0"1"-270,0 2-180,0 2 89,1 2 91,0 0 270,0 1-360,2 21-180,0-2 0,3 26-1191,-1-3 1191,0 13-45,-1-22 0,-1 1-778,1 3 0,0 1 778,-1 2 0,0 1 0,1 0 0,-1 1-45,0 0 0,1 1-704,0 0 0,1-1 749,-1 1 0,1 0-45,1-2 0,0 0-454,0-2 0,0 0 454,1-2 0,0-1 45,2 8 0,1-2 45,4 14-90,-4-21 0,2-2-353,4 7-7,-2-13 224,6 1-1124,-6-16 610,2-4-1958,-2-6 2987,0-3 0,4-12 0,0-2 0</inkml:trace>
  <inkml:trace contextRef="#ctx0" brushRef="#br0" timeOffset="32468">13140 16907 13919,'2'-12'270,"-1"1"-90,0 1 90,-3 0-90,0 1-1,-2 0 1,0 0 0,-1 0 0,-1 1 0,-3 0 0,1 1-90,-3 1 0,0 1 0,-1 2 0,-2 2 90,-10 4-180,4 2 180,-18 11-91,9 4-89,-1 3-330,9 1 420,11-7-141,4 7-39,4-7 90,4 6-90,5-8 0,9 4 1,0-5 327,17 4-328,-1-13 0,18-9 53,-11-5 37,-11-4 0,-2-3-90,15-24-688,-22 20 1,0-2 777,-2-3 0,-2-1 0,4-14-1211,-3-4 1211,-2-4 0,-1-3-650,-7 23 1,0 0 649,-1-2 0,0 1 0,0-3 0,0 0 0,-2 0 0,1 0-262,-1 0 0,1-2 262,-1-11 0,1-1 90,-1 5 0,-1 0 0,1-5 0,-1 3 0,0-11 90,-2 15-90,-1 25 1044,-9 22-1044,0 16-90,-6 26-275,1 3 275,8-24 0,1 0 45,-1 1 0,0 1-45,0 1 0,1 0 0,0-1 0,0 1 367,-1 12 1,2 3-368,2-3 0,1 1 45,1 7 0,2 1-45,3-6 0,2-3 0,0-12 0,1-2 0,9 20 0,0-22 90,2-4 118,2-3-208,3-4 0,-1-5-133,2-3 133,-3-4 0,0-3 0,0-3 0,5-3 0,2-3 1537,2-2-1537,-1-4 0,-2 0 90,12-14-90,-1-6 863,0-3-863,-17 11 0,-2 0 0,3-7-556,4-10 556,-11 11 0,-4 3-44,-2 2 44,-4 4 0,-2 4 0,-2 1 0,-2 2 0,-1 1 975,-2 2-975,-1 3 234,-1 4-234,-3 4 0,-2 2 0,-11 14 0,-4 14 0,1 3 0,11-5 0,3 1 0,1 22-1124,2-3 1124,7 0 0,6-17 0,2 2 0,3-1 0,2-5-221,2-3 221,1-5 0,0-5 0,2-3 0,0-4 1097,1-3-1097,2-3 0,14-10 0,11-11 0,2-6 0,-12 1 0,-1-2-1013,-11 8 1,-1-1 1012,8-9 0,1-3 0,2-7 0,-2 0 0,-5 6 0,-2 0 0,8-12 0,-2 0 0,-11 14 0,-3 1 0,1-1 0,-2 0 0,-2 2 0,-1-1 0,-1 1 0,0-1 0,-2 1 0,0-1 0,-2 1 0,0 0 99,-1 1 0,-1-1-99,-2-3 0,-1 1 0,0-22 0,-5 4 0,-3 26-89,-5 17 89,-1 19 0,-8 15-864,6 5 0,0 3 864,2-5 0,1 2 0,-4 11 0,1 2 0,4-8 0,0 0 0,1 3 0,0 0 0,0-1 0,1 0 0,0 0 0,1 0 0,1-5 0,1 0 224,0-2 1,2 0-180,-1-3 0,2 0-174,1 5 0,2 1 129,1-6 0,2 0 45,1 2 0,3-2-45,12 8 0,0-20-270,10-17 0,-8-9 1283,9-5-1552,-7-5-271,-1-3-1529,-2-4-899,-3-3 3378,-2-1 1,-2-10 0,-2-1-1</inkml:trace>
  <inkml:trace contextRef="#ctx0" brushRef="#br0" timeOffset="32658">14414 16462 15178,'12'-5'180,"2"-1"-90,1 0 0,6-4 0,5 0-90,3-3 90,2 1-360,12-6-1079,-5 2-1427,0-1 347,-11 6 2429,-14 4 0,1-1 0,-2 1 0</inkml:trace>
  <inkml:trace contextRef="#ctx0" brushRef="#br0" timeOffset="33200">11169 17831 13020,'-28'-15'-540,"3"-1"450,0-1 0,4 0 90,1-1 0,4 2 90,0 1 90,4 1 0,0 2 0,1 1 89,-2-1 1,0 1 90,-2-1 0,0 1 270,-9-3-91,-5 1-179,0 0-349,1 4 348,9 5 181,-3-2-90,3 1-180,2 1 180,5 0-271,18-2 1,8 0-90,20-6 128,8 1-128,-15 5 0,2-1-635,6 1 0,4-1 0,2-1 635,7 0 0,3 0 0,3 0-469,-11 1 1,2 0-1,2 1 1,0-1 0,-2 1 400,4-1 1,-1 1-1,0 0 1,4 0-322,-6 1 0,2-1 1,2 1-1,0-1 1,1 2-1,-2-1 314,-1 1 0,-2 1 0,1-1 0,0 1 0,2 0 0,1 0-150,-2 0 0,1-1 0,2 1 0,1 0 0,0-1 0,0 1 0,-2 0 0,-1 0 135,9 0 0,-1 0 0,-1 1 0,-1-1 0,0 1 0,1-1-64,0 1 0,0-1 0,0 1 0,-1-1 0,-1 1 0,-2 0 64,-2 0 0,-1 0 0,-2 1 0,0-1 0,1 1-22,0-1 0,-1 1 1,0-1-1,2 1 1,3-1 21,-5 1 0,2 0 0,3 0 0,0 0 0,-1 1 0,-1-1 0,-2 0 18,7 0 0,-3 1 0,0-1 0,0 1 0,2-1-18,0 1 0,3-1 0,2 1 0,-2 0 0,-1-1 0,-5 1 0,2 0 0,-4 0 0,-2 0 0,1 0 22,-1 1 1,-1-1-1,-1 0 1,-1 0-23,9 1 0,-3-1 0,0 0 0,-2 0 0,0 0 0,-2 0 225,-3 0 0,0 0 0,0-1-225,3 1 0,1-1 0,-3 0 0,4 0 0,-3-1 347,3 0 0,-4 0-257,1-3-90,-6-4 1495,-12-3-1495,-6-1 2434,-14-5-2524,-9 7 735,-9-8-1005,-2 7 1494,-4-1-1854,1 4-54,-1 2-935,-1 3-4677,-10-1 6386,4 4 0,-18-1 0,5 2 0</inkml:trace>
  <inkml:trace contextRef="#ctx0" brushRef="#br0" timeOffset="48025">2066 4463 10771,'-11'-6'270,"0"-1"-180,2 2 90,-1 0-91,0 0 1,-1 1 0,1-1 90,-1 0-90,0 0 90,-1 0 0,1 0-90,-1 0 90,1 0-90,0-1 180,-5-1-180,4 2 179,-11-5 1,4 2-180,0 0 0,1 1 0,6 2 180,-4-1-180,3 1 0,-2 0 0,4 0 0,-1 2-90,1-1 90,0 1 0,-5-2-90,2 1 90,-2 0 0,-2-1-90,4 2 90,-11-2-90,1 1 0,0-1 89,-1 3-89,7 0 0,-11 1 0,8 0 0,-8 1 90,7-1-90,0 2 0,-1-1 0,1 1 0,-11 1 90,9 1-90,-9 0 0,1 3 0,8-1 0,-18 5 90,9 0-90,-3 1 0,2 2 0,7-1 0,1 2-545,0 2 545,0 1 0,0 2 0,0 1 0,1 1-181,-8 13 181,-1 4 45,14-12 0,1 3-275,1 1 1,2 0 229,-6 21 0,11-17 0,2 1 0,3-4 0,2-1-534,-1 1 1,1 0 533,2-1 0,1-2 0,2 12-340,0-1 340,3-1 0,2-1 0,2-1 0,1-1 0,3-1 0,0-1 0,4-1 90,3 2-105,1-5 105,18 12-90,-6-12 45,-4-8 0,3 0-45,-3-5 0,1-1-498,8 3 1,1-3 497,-8-3 0,0-2 45,12 1 0,-2-3 45,8-3-175,-14-1 0,-1-1 85,13-3 90,4-3-90,2-1 0,3-3 90,0-2-90,-1-2 0,1-1 0,-3-1 45,-16 3 0,1-1-45,15-7 45,-11 4 0,-1-2 122,-13 4 1,-1-2-123,5-3 0,-2-2 45,12-10-45,-20 9 0,-2-2 45,2-4-569,3-13 479,-11 9 0,-2-4 90,-1-2 1102,-2-3-1147,-4 8 0,-2-1-45,0-6 0,-2-2 272,-2-11 1,-2-2-273,0 10 0,-2 0-220,-5-10 0,-4 1 220,0 12 0,-4 0 45,-7-8 0,-3 2-45,4 11 0,-2 2 0,-2 4 0,-2 4 0,6 8 0,0 3-437,-3 0 1,-1 1 436,-5 0 0,-1 2 0,1 2 0,-1 1 0,-4 0 0,0 1 0,1 3 0,-1 1-45,0 1 0,-1 1 0,-6 1 0,0 2-903,-1 0 0,-1 2 858,-3 0 0,-1 3-90,4 0 0,-2 2-212,8 1 1,-1 3 0,3-1-239,-2 3 1,2 2-781,1 2 1,-2 4 0,6-1 1302,10 0 1,2 1 0,-12 19 0,1 5-1,10-7 1,-1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0:56.7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859 5294 6094,'-7'1'1619,"-1"-2"-1350,56-8-239,-9 5 0,8-1 0,5 1-12,-7 0 0,4 0 0,3 0 0,-1 0 0,-2 0-674,-7 1 1,-3 0-1,1 1 1,1-1 0,4 1 544,-3-1 1,4 0-1,3 1 1,1-1-1,0 0 1,-2 1-1,-2-1 1,-4 1 128,2 0 0,-5 0 0,-2 0 0,2-1 0,6 1-86,-6 0 1,4-1-1,2 1 1,2-1 0,1 0-1,1 1 1,-1-1 0,-2 0-1,-1 0 80,6 1 1,-2-1 0,0 0 0,-1 0 0,0 0 0,2 0 0,0 0 7,-6 1 0,1-1 0,1 0 0,1 0 0,-1 1 0,0-1 0,-1 0 0,-1 1 0,-3-1-20,9 0 0,-3 0 0,-1 1 0,-1-1 0,2 0 0,2 1 22,-3-1 1,4 1-1,2 0 1,0-1-1,0 1 1,-3 0 0,-4 0-1,-6 0-22,12 0 0,-8 1 0,8 0 22,-10 0 1,6 0-1,4 0 1,3 0-1,0 0 1,-1 0-1,-5 1 1,-5 0-1,5 0 1,-7 1-1,1-1 1,5 1-231,-7-1 0,4 1 0,3-1 0,1 0 0,1 0 1,-1 0-1,-3 1 0,-4-1 226,3 1 0,-4 0 0,-1-1 0,-1 1 0,3 0 0,7-1 0,0 1 0,2-1 0,-1 0 0,0 1-235,-2-1 1,-1 0-1,-1 0 1,1 0 0,0 1 233,1 0 1,0-1 0,0 1 0,0 0 0,-1 0 0,1-1 0,-1 1 0,0-1 0,1 1 0,1-1-3,-3 1 0,1 0 0,0-1 0,1 1 0,-2 0 0,0-1-79,2 1 0,-2-1 1,0 0-1,0 0 1,0 0 63,1 0 0,-1 0 0,1 1 0,-1-1 0,-1 0 28,-1 0 0,-1 0 0,0 0 0,-1 1 0,0-1-28,5 0 0,0 1 0,-1-1 0,-3 1 157,-4-1 1,-2 0 0,5 0-140,2 0 0,6 0 0,3 0 0,-1 1 0,-5-2-18,5 1 0,-4 0 0,4 0 0,-7 0 0,4-1 0,1 1 0,0 0 0,-3-1 0,3 1 0,-3 0 0,0 0 0,-1-1 88,-2 1 1,-1 0 0,0 0 0,1 0-89,3 0 0,1 1 0,-1 0 0,-3 0 378,-4-1 0,-3 1 0,0 0-378,1 1 0,0-1 0,-1 1 0,14 0 0,-1 0 323,-2-1 1,1 0-324,-7 0 0,1 0 0,-1 0 0,-6 1 0,-2-1 0,1 0 30,2 0 0,0 0 0,-2-1-30,-2 1 0,1 0 0,7 0 0,4 0 0,-5 0 1121,-5-1 1,-2-1-1122,2 1 0,2 1 0,-1-1 0,11-1 0,-1 1 916,-4-1 0,-1 1-916,4 0 0,-1 0 45,-2 1 0,0-1-45,3 1 0,1 0 0,-7 0 0,0 0 0,6 0 0,1 0 0,-8 1 0,0-1 0,1-1 0,-1 1-17,-10-1 1,-2 1 16,5-2 0,-5 0 993,-8 1-993,21-3 0,-26 3-90,3-1-540,-1 1 789,-3 2 1,-16 4 0,-8 2 0</inkml:trace>
  <inkml:trace contextRef="#ctx0" brushRef="#br0" timeOffset="8907">17908 1716 6813,'4'-14'900,"-1"3"-541,1-1 91,0 3 0,0 4 180,6 16-541,-5-1 136,-2 28 0,-4 11-1786,-3-4 0,-2 2 1591,1-8 0,0 2 0,0 1 0,-1 8 0,0 0 0,1-5-75,0-11 0,1-1-225,3 3 0,0 3 0,2-8-1349,5 1 540,3 7 1079,2-27 0,4-10 0,2-2 0</inkml:trace>
  <inkml:trace contextRef="#ctx0" brushRef="#br0" timeOffset="9257">17928 1681 8612,'-12'-16'-180,"3"3"-3097,15 0 1254,1 8 2916,35 8-803,-1 6 0,4 4-45,-4-1 0,3 3 0,-7 1 0,3 4 0,0 1 0,-6-1-559,4 5 0,-5 3 514,-6-6 0,0 2 0,-7-2 84,-6 13 6,-18-8 0,-11 0 60,-9-5 0,-8-1 0,1 0-120,3 3 0,1-1 0,-3-1 478,-9 0 1,-4-2-1,6-2-508,7-2 0,7-1 0,10 0 0,24 0 0</inkml:trace>
  <inkml:trace contextRef="#ctx0" brushRef="#br0" timeOffset="9932">18689 2202 9332,'-27'-10'2248,"10"4"-1888,26-5-225,15 4 0,8 2-135,-3-3 0,1-1 0,10-1 0,-2 0-90,1-4-45,-17-3 0,-3-1 45,-4 1-45,-4-8 0,-8-1-44,-31 2 179,6-2-90,-15 29 0,-2 9 90,10 7-30,4 5 0,-2 7 0,6-2 30,9-3 0,4 0 0,-6 9 0,5 3 0,14 11 0,11-3-1639,9-18 1,2-1 1580,-6 12 1,5-6-613,20-17 0,4-15 670,-7-16 0,-1-8 0,-9 8 0,1-3 0,0-5 0,-6-2 0,1-4 0,-1-4 0,-1-1 0,-2-1 0,-4-2 0,-1-2 0,-2-1 0,-1 0 0,0 1 0,4-2 0,0 1 0,-2 0 0,-2-1 22,-2-4 1,-2-3-1,-2 4 1,-4 10-23,-1-4 90,-11 30-90,-9 49 30,4-7 0,-2 6 0,-1 2 0,1 2 0,-1 2 0,0-1-30,0 1 0,1 0 0,0-1-609,2 1 1,0 0 0,2-5 608,0-7 0,5-1-60,8 1 0,5 1 0,0-7-119,7-1 196,4 1 0,5-7-3294,23-31 3070,-11-2 0,-5-8 0,-1-6 0,-8 2 0,-1 0 0</inkml:trace>
  <inkml:trace contextRef="#ctx0" brushRef="#br0" timeOffset="10131">19412 1943 9422,'-12'3'629,"9"2"-89,18 0-360,3-1-60,14-2 0,11-2 0,-1 0-390,1-1 0,3-2 192,-8 1 1,6-1 0,2 0 0,-1-1-1,-4-1 1,3-1 0,-4-2 0,1 0 0,-1 0-1,-1 0 1,1-1 0,0 1 0</inkml:trace>
  <inkml:trace contextRef="#ctx0" brushRef="#br0" timeOffset="10532">21109 2245 10501,'-4'18'1079,"0"-4"-764,-3 19 0,-4 5-495,-2-7 0,-3 1-120,2-1 0,-1 3 1,-2-3-961,-8 6 1,-1-5 1259,2-6 0,1-4 0,3-5 0,0-2 0,-13 9 0</inkml:trace>
  <inkml:trace contextRef="#ctx0" brushRef="#br0" timeOffset="11081">22512 1572 9422,'0'-16'90,"-1"-2"539,-2 4 1,-5-3-360,-1 2 89,-9 2-179,-3 11-45,-8 8 0,-3 5-90,7-1 0,-1 2-45,-12 6 0,-1 4 0,7 3 0,3 2-45,4 1 0,3 3 0,3-4 0,5 4 15,14 4 0,6 4 0,1-5 30,-1-9 0,3 0-30,11 14 0,6 6 0,-3-8-452,3-2 482,-4-8 0,2 5 0,-8-5-3142,-14 11 3142,9 6-1081,-40-25 0,-8-5 901,6-3-1093,-13 2 1,2-1-167,19-4 1182,-13 6 1,30-11 0,3 0 0</inkml:trace>
  <inkml:trace contextRef="#ctx0" brushRef="#br0" timeOffset="11517">22585 2138 1680,'-15'-10'2068,"5"2"644,5-1-2352,18 3-271,2 3 91,21-3-270,-5-2 0,2-3 0,-8 0 1,1-1-46,11-5 0,-4-2 1454,-5-8-1544,-14 2 0,-9-1 725,-28-2-500,7-5-60,-11 37 0,-10 14 0,5 2 1522,8 0 0,3 5-1462,-4 2 0,-3 4 0,7-1 0,9-1 0,6 2 0,9 14 0,5-1 0,-4-19 0,4 0-45,13 18 0,9-3-675,7-21 1,4-6-541,-3 2 1,1-3 1259,6-4 0,-1-7 0,-5-8 0,0-4 0,-4 1 0,1-1 0</inkml:trace>
  <inkml:trace contextRef="#ctx0" brushRef="#br0" timeOffset="12184">23445 1986 9422,'-18'-16'1079,"-3"0"0,-3 1-449,1 5 0,-1 2-271,-13-3 1,-1 6-270,3 9 0,3 7-135,6 0 0,4 5-45,1 11 0,7 5-90,12-1 1,9 0 44,9-3 0,6-4 135,-4-2 0,2-6 0,5-8 0,1-8 0,16-24 0,-20 10 0,0-4 0,-1 9 0,-12 38 30,-12 4 0,-5 11 0,-2 3-30,1-9 0,-1 3 0,-2 2 0,0 1 0,0-1 0,0-2-322,1-1 0,1-2 1,-1 0-1,0 0 1,0 3 306,-2 2 0,0 4 0,-1 1 0,1-1 0,1-5 0,3-6 15,0 6 0,2-5 0,-3 12 0,0-2 0,4-10 0,0-6 90,-7-11-45,-16-32 0,-6-18 67,13 4 0,2-6 1,0-4-1,2 0-67,0-6 0,2-2 0,1-1 0,1 2-23,-1 5 1,-1 1 0,5 0-1,7 2-52,16-10 0,10 2 0,6 5-384,3 7 1,5 5-1,6-2-55,-10 6 1,3-2 0,3-1 0,1 0 0,1-1 0,-2 2 0,-3 2 301,3-2 1,-3 2 0,0 1 0,0 0-1,3-1 1,1-2 0,4 0 0,0-1-1,0 1 1,-3 1 0,-5 3 0,1-1 0,0 0-1,0-1 1</inkml:trace>
  <inkml:trace contextRef="#ctx0" brushRef="#br0" timeOffset="12351">24403 1723 10321,'16'-31'1709,"-4"9"-1709,-7 31 0,-6 0 0,-1 18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1:54.187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3425 12081 8792,'-18'-17'2159,"9"15"-1889,-4 3-91,12 12 1,5 11 0,1 3-90,-2-1 0,-1 0 0,1 10-90,-3-7 0,-2 1 90,0 9 0,4 4 0,16-8 0,25-28-30,-2-16 0,8-10 0,1-2-448,-14 6 0,-1-2 0,1-1 1,3-3 417,0 1 0,2-2 0,3-2 0,0-1 0,-1 1 0,-2 1-30,0-1 0,-3 0 0,0 1 0,0 0 0,2-1-75,-1 2 0,2-2 0,1 0 0,-1 1 0,-1 1 0,-4 2-173,0 0 1,-4 2 0,0 1 0,0 0 247,15-5 0,0 0 0,-10 6 0,1 4 0,-7 5 0</inkml:trace>
  <inkml:trace contextRef="#ctx0" brushRef="#br0" timeOffset="6133">17937 10931 8882,'-9'-13'1259,"-10"1"-1079,2 6 0,-16 3-45,1 9 0,-1 3-90,9-3 0,-2 2-522,-12 7 1,-6 6 0,2 1 506,8 1 0,3 1 0,-1 3-8,1-1 1,-1 4 0,1-1-1,2-1-22,0 0 0,3 0 0,4 2-60,3 9 0,4 4 0,7-7-30,9 8 0,4-5 1,8-1-46,17-14 0,4-5 135,-14-4 0,3-2-124,9-1 0,7-2 1,-2-3 78,9-8 0,-2-4 90,0 4 0,2-3-45,-3-4 0,3-3 0,-4-4 90,1-12 0,-4-3-45,1 7 0,-4-3 0,-8-10 0,-14-3 224,-30-1 1,-10 2-180,11 11 0,-4 0 0,-13-3 0,-9 0 0,1 6 0,-4 8 0,-2 6-239,9 4 1,-2 1 0,4 4-1067,-4 5 1,6 6 1214,2 24 0,34 3 0,15-3 0</inkml:trace>
  <inkml:trace contextRef="#ctx0" brushRef="#br0" timeOffset="6381">18538 11286 10681,'-6'-17'809,"1"2"-539,2 7-270,1 2 0,1 3 0,-1 1 0</inkml:trace>
  <inkml:trace contextRef="#ctx0" brushRef="#br0" timeOffset="6799">18626 11116 9781,'-13'-11'1170,"10"-2"-1080,8 7 180,40-4-181,-12 6 1,3 1-45,-2 0 0,2-1-15,2 1 0,3 1 0,-4-1-178,-10 1 1,-1 0 147,8 0 0,4-1 0,-4 1 45,-3-1 0,-2 1 0,1-1 0,-1 1 50,18-2-95,-37 7-90,-16 9 90,-17 9 0,-6 2-216,7-5 1,-1 1 245,-5 7 0,-2 4 0,2 0-75,2 5 0,2 0 45,-2 0 0,0 2-225,1 5 0,4-1-495,13-14 1,2-1-630,-8 21 1349,18-8 0,10-23 0,6 3 0</inkml:trace>
  <inkml:trace contextRef="#ctx0" brushRef="#br0" timeOffset="8067">19130 11092 8792,'5'-7'-180,"0"0"360,-3 2 180,2-1-180,-6 0 179,-15-1-269,6 2 0,-20 1 180,-17 4-270,15 0 0,4 0 0,-2 2 45,5 3 0,2 1-45,-12 2 0,9-1 0,0 4 90,-9 16-90,12-4 0,0 20 0,23-25 0,11 8 90,16-12-90,-6-5 0,18 1 0,8-10 0,-13-1 0,-6-1 0,2-2 0,0-7 0,-1-1 0,8-2 0,-6 0 0,-3-2 90,-3-4-90,-4 5 0,0-3 0,-10 10 0,-3 10 0,-14 24 0,0-1 0,0 6 0,-3 2 0,-1 3 0,1 0 30,1-2 0,1 0 0,-1 2-30,-6 9 0,-1 2 0,-1-4 45,1-2 0,-4-3-45,-5-5 0,-4 0 0,-1-6-135,0-5 0,-1-6-360,-14 5 1,1-5-451,15-11 1,3-2 944,-12-2 0,11-10 0,13 0 0</inkml:trace>
  <inkml:trace contextRef="#ctx0" brushRef="#br0" timeOffset="9283">16315 10649 8252,'48'-1'427,"-10"1"0,10 0 1,3 0-1,-2 0-1247,-9-1 1,-3 1 0,3 0 0,4-1 530,-4 1 0,3 0 0,2 0 0,3-1 0,2 1 0,1 0 0,2-1 326,-10 1 0,3-1 1,1 1-1,2-1 1,1 1-1,1-1 1,0 0-1,0 1 1,-1-1-1,0 0 1,-2 1-1,-2-1-123,1 0 1,-2 1 0,-1-1 0,-1 0 0,-1 1 0,2-1-1,0 0 1,2 1 0,3-1 0,3 0 94,-10 0 0,3 0 1,2 0-1,3 0 1,1 0-1,2 0 1,0 0-1,2 0 1,-1-1-1,1 1 1,-1 0-1,0 0 1,-1 0-1,-2 0 1,-1-1-1,-3 1 1,-2 0-1,-2 0 1,-4 0-71,13 0 0,-4 0 0,-5 0 0,-1 0 1,-2-1-1,1 1 0,2 0 0,3 0 69,-2-1 0,3 1 0,1 0 1,2-1-1,1 0 0,-1 1 0,-1-1 1,-2 1-1,-3-1 0,-4 1 0,-4-1 104,12 0 1,-7 0-1,-3 0 1,-1 0-176,4 0 0,-2 0 0,-1-1 152,-1 1 1,-1-1 0,-9 0 1692,-12 0-1692,-14-1 1948,-13 5-1948,-28 17-1,18-3 1457,3 7 0,3 8-1516,9 4 0,4 6 0,0-2-30,-2 2 0,-1 4 19,4-9 1,1 5 0,-1 2-1,0 1 1,-1-2 2,-3 6 1,-2-1-1,-1 0 1,1 2-5,0-4 0,1 1 0,-1 0 0,0 2 0,-1 0-18,0-3 0,-1 1 0,1 2 0,-2-1 0,2-1 0,-1-2 18,1 0 0,0-1 0,0 0 0,0-2 0,1 0-18,0 8 0,0-1 0,0-1 0,1-2 30,-2 5 0,0-3 0,-1-3-53,-3 4 0,-4-5 158,-4-8 0,-1-5-45,-14 6 45,8-22 0,-4-3 44,-10-3 1,-6-2-150,4-1 0,-4-1 0,-5 0-514,10-2 1,-4 0 0,-3-1 0,-1 0 0,2 0 0,3-1 483,-4 1 0,4 0 0,-2-1 0,-5 0 11,11 0 0,-4 0 0,-2 0 1,-2-1-1,-1 1 0,0-1 1,0 1-1,2-1 0,1 1 0,0 0 0,0 0 1,1 0-1,-1 0 0,0-1 1,-2 1-1,0 0-11,6 0 0,-1 0 0,-1 1 0,0-1 0,0 0 0,-1 0 0,-1 0 0,1 0 0,-1 0 0,-1 1-152,1-1 0,-2 0 0,-1 0 0,-1 1 0,0-1 0,0 0 0,1 0 0,1 1 0,1-1 0,1 1 1,3-1 151,-9 1 0,2-1 0,2 1 0,2-1 0,0 1 0,0 0 0,1-1 25,-5 1 1,0 0 0,0-1 0,3 1 0,2-1 0,5 1-26,-7-1 0,6 0 0,2 0 45,-5-1 0,5-1 110,-2-1-155,15-7 2271,12-10-2181,3-13-90,10-5 0,4-8 0,1 2 0,1-3 0,-1-2-96,0 4 1,-1-2-1,1 0 1,-1 1 72,1 5 1,0 2-1,-1-1 1,-1-2 4,-1-3 0,-1-3 0,-1-1 0,1-1 0,0 1-244,2 8 0,0 0 0,0 1 0,1-1 0,-1-1 0,0-2 184,-1 2 1,0-2 0,0-1 0,-1-1 0,1 1 0,0-1 0,1 0-116,1-1 0,0-2 0,1-1 1,0 1-1,0 2 0,0 1 1,0 4 57,-1-7 0,0 4 0,0 1 0,3 2-685,2-1 1,3 0 0,0 4 0,2 10 575,12-3 0,0 8 0,4 3 0,10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08:34.64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1102 5168 10861,'-8'-8'3058,"1"2"-2428,1 5-1,1 2-539,3 5 90,5-2-90,12 7 0,-1-4 0,13 7-1033,3-1 1033,10 2 0,8 1-45,-21-8 0,3 0 44,21 6 1,7 0-800,-14-5 0,2 0 0,2 1 732,0-1 1,4 1 0,0 0-1,-2-1 0,-7-2 1,-1 0 0,0 0-1,0-1-593,1 1 0,0-1 0,0 0 0,-2 0 601,2-1 0,-2 0 0,0-1-540,1 1 1,1-1 0,-1 0 539,1 0 0,0-1 0,0 0-294,-1 0 1,1 0 0,-1 0 263,0 0 0,0-1 0,0 1 30,-2-1 0,0-1 0,-1 1-30,0 0 0,0-1 0,-2 1 21,12-1 1,-2 1 23,-2-1 0,0 1-45,5 1 0,-2 0 0,-15-2 0,0 1 577,12 1 0,-2-1-577,0 1 90,1-1 1775,-16 1-1865,-11-2 2610,-4 0-2610,-7-1 2450,1 0-2360,-1 0-87,0 0-1622,1 0 1619,-2 2 0,-9 9 0,-4 3 0</inkml:trace>
  <inkml:trace contextRef="#ctx0" brushRef="#br0" timeOffset="858">889 7059 14908,'-11'1'-179,"3"0"2068,2 0-1620,29-4-89,-7 1 45,15-1 0,4-1-2181,12 1 2046,-12 1 0,2-1-45,-7 1 0,2 0 90,19-1 0,2-1-90,-7 1 0,0 0-749,-5 0 1,3 0-1,-3 0 749,11 0 0,-1-1 0,0 1 0,0 1-302,0-1 0,0 1 302,-5 0 0,0 1-45,-1 0 0,0 0 45,-5 0 0,2 0-15,-4 1 0,1 0 0,1 1-265,0 0 0,1 0 0,-1 1 235,-1-1 0,0 1 0,1 0 30,2 1 0,2 0 0,-4 0-30,0 1 0,-3-1 45,1 1 0,-2 0-45,11 1 707,-25-3-707,-3 1 2463,-5-1-2373,-1 0 774,-2 0-774,-3-1 1581,-1 0-1581,-1-1 300,-1-2-660,-2-3 270,-1 0 0,-2 1 0,0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1:16.56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  <inkml:brush xml:id="br2">
      <inkml:brushProperty name="width" value="0.12095" units="cm"/>
      <inkml:brushProperty name="height" value="0.12095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6162 9934 8972,'13'-3'540,"6"2"-361,-6 1-89,8 1 90,11-1 0,11 1 0,4-1-836,-6 0 1,3 0-1,3 0 1,2 1 0,0-1 597,-3 0 1,2 1-1,0-1 1,2 1 0,1-1-1,0 0 69,-6 1 0,0-1 1,1 0-1,1 0 0,0 0 1,2 0-1,2 0 0,1 0-106,-10 1 1,2-1-1,0 0 1,1 0-1,1 0 1,1 1-1,1-1 1,0 0-1,1 0 1,0 1-1,1-1 1,0 0-1,0 1 95,-5-1 0,1 1 0,0-1 0,2 1 0,0-1 0,0 1 0,1-1 0,0 1 0,0-1 0,0 1 0,0-1 0,0 1 0,0-1 0,-1 1 0,-1-1 0,0 1 0,-1-1-109,4 1 1,0-1 0,-2 1-1,0-1 1,0 1 0,-1-1-1,0 0 1,0 1 0,1-1-1,0 1 1,0-1 0,2 1 0,0-1-1,1 1 109,-4-1 0,2 1 0,2-1 0,0 1 0,2 0 0,0 0 0,1-1 0,0 1 0,-1 0 0,0 0 0,0-1 0,-2 1 0,-1 0 0,-2-1 0,-2 1 0,-1 0 0,-4-1 0,-2 1-87,16-1 1,-6 1 0,-4-1 0,-2 1-1,1-1 1,0 0 0,5 1 95,-5-1 0,3 1 0,1-1 0,1 0 0,1 1 0,-1-1 0,0 0 0,-1 0 0,-3 0 0,-2 0 125,11-1 1,-3 1 0,-2-1 0,-1 0 0,-2 0 0,-1-2 135,-2 0-1,-1-1 1,-2 0 0,-1 0 0,-2-1-30,15 0 0,-3-1 0,-7-3-150,-8-2 0,-8-2 1577,-7-6-1667,-10 9 1821,1-1-1911,-3 7 2812,-2 2-2722,2 1 2022,0 1-1573,-1 0-359,-3-3 0,-2-6 0,-3-13-90,0-10 0,-1 2 0,-1-6 0,0-3-820,0 3 1,0-2 0,-1-2 0,0 0 745,1-2 0,-1 0 1,1-3-1,0-3 35,2 6 1,0-5-1,-1-2 1,2-1-1,-1 1 1,1 3-1,0 3-551,0-3 1,1 4-1,0 0 1,1-5 576,0 5 0,0-4 0,1-2 0,0-2 1,0 2-1,-1 1 0,0 6-389,1-8 0,-2 5 1,1 2-1,0 0 402,1-7 0,1 1 0,-2 3-123,-2 5 1,-1 1-1,-1 7 123,-1 1 1245,-2-10-1245,1 17 1996,0 9-1996,-5 13-90,-13 14 180,5-3-180,-23 15 90,3-8 0,-1 0 0,5-7 0,-8 0 0,-1-1 0,6-3 0,-2-1 0,0 0 0,-1 0 0,3 1 0,0 0 0,-2 0 0,-6 0 0,6-2 0,-6 0 0,-4 0 0,-3 0 0,-1 0 0,1-1 0,2 1 0,4-1 0,5 0-110,-8 1 1,8 0 0,-1-1 0,-9 1 109,14 0 0,-6-1 0,-3 1 0,-3 0 0,-2 0 0,-2 0 0,-1 0 0,1 0 0,0 1 0,2-1 0,2 0 0,4 1-202,-6 0 0,3 0 1,2 0-1,1-1 1,0 2-1,-2-1 1,-3 1-1,-4 1 196,14-2 1,-2 0 0,-1 1-1,-2 0 1,-2 0 0,-1 0 0,0 1-1,-1 0 1,-1-1 0,0 1 0,0 0-1,0 0 1,1 0 0,1 0 0,0-1-1,2 1 1,1-1-106,-6 2 1,0-1-1,2 0 1,0 0-1,0 0 1,1 0-1,0 0 1,0 0-1,0 0 1,0 0-1,0 1 1,0-1 0,-1 1 103,3-1 1,-1 1-1,-1-1 1,0 1-1,0 0 1,0 0 0,1 0-1,-1 0 1,1 0-1,1 0 1,0-1-1,1 1 1,1-1 0,1 1 6,-6 0 0,1 0 0,0 0 0,1 0 0,1 0 0,1-1 0,1 1 0,1-1 0,2 1 0,1-1 162,-7 1 0,4 0 0,1-1 0,1 1 1,0-1-1,-3 0-162,-5 1 0,-2 1 0,0-1 0,0-1 0,2 1 0,4-1 187,-3 0 1,3 0 0,3 0 0,0-1-188,-9 1 0,2 0 0,6-2 0,6-2 0,5-1 0,-4-3-90,8-1 90,-4-2 0,21 1 1698,-7 0-1698,4 0 3177,3 1-3087,-1-1 608,4 2-698,2 0 224,3 5-224,4 25 0,-1-7 30,2 11 0,1 11 0,0 3-850,-1-2 1,1 3 0,0 0 0,-1-1 790,0-6 0,0-3 1,0 2-1,0 5 41,0-2 1,1 6 0,0 3 0,0 0 0,0-2 0,-1-4 0,0-9-595,0 10 0,1-2 582,0-2 0,1 8 0,0 3 0,0-6 0,-1-11 0,2 8-45,1 4 0,1-4 45,-3-18-90,4 18-359,-4-28 2005,1-2-2006,0-16-1138,2-3 1588,0-5 0,-1 3 0,1 0 0</inkml:trace>
  <inkml:trace contextRef="#ctx0" brushRef="#br0" timeOffset="4241">6119 10291 9152,'-13'-2'-540,"-6"-1"630,0 0 0,1 0 360,5 1-270,32-2 0,12 1-91,5-2 1,-2 1 0,8 0 0,5 0-18,-4 2 0,3 0 0,4 0 0,3 0 0,3 1-385,-15 1 1,3-1 0,3 2 0,1-1 0,1 0 0,0 1-1,1-1 1,-1 1 0,-1-1 0,-2 0 323,5 0 0,-2 0 0,-1 0 1,-1-1-1,2 1 0,0 0 1,2 1-1,3 0-5,-9 0 1,2 0 0,1 0 0,2 1 0,1 0 0,1 0 0,0 0 0,-1 0 0,1 0 0,-2 0 0,0 0 0,-2 0 0,-2 0-229,7 1 0,-2-1 0,-2 1 1,0-1-1,-1 1 0,0 0 1,0-1-1,2 1 0,2 0 229,-8-1 1,1 0-1,1 1 1,0-1-1,1 0 1,0 1-1,0-1 1,1 0-1,-1 1 1,1-1 0,0 0-1,-1 0-115,0 0 1,0 0-1,1 0 1,0 0-1,1-1 1,0 1-1,-1 0 1,0 0-1,-1-1 1,-1 1-1,-1-1 1,-2 1-1,-2-1 119,8 0 0,-3 1 1,-3-1-1,0 0 0,-1 0 1,0 0-1,0 0 0,2 0 11,4-1 1,2 1-1,2-1 1,-1 1 0,-2-1-1,-2 0 1,-4 0-1,-5-1 125,9 0 0,-8-1 0,1 0-58,3 1 1,1-1 0,-5-1 135,1-2 0,-7 0 1708,4-4-1843,-8 0 1989,-6 7-1989,-10 3 3186,3 6-3260,-3 1 15,0 0-121,-1 6 90,-3 6-90,0-1 45,1 16 0,-1 11 45,-6-7 0,-2 4 0,0 1-135,2-6 0,0 0 1,0 2-1,-1 0 135,-2 6 0,-2 1 0,1 1 0,-1 0-145,1-4 1,0 0-1,0 1 1,0-1-1,0-4 145,0 6 0,0-4 0,1 4-589,0-1 0,1 5 0,1 2 1,0-3-1,0-6 589,1-3 0,1-4 0,0 3 18,2 2 0,0 3 0,0 3 0,1-2 0,-1-4-28,1 3 0,0-4 0,0 1 10,0-4 0,0 2 0,0-1 0,-1-4 45,0 12 0,-1-7-45,1 8 0,-6-18 0,-1-4 328,-3-7-238,-6 7 481,0-10-571,1-4 3276,0 0-3178,0-4-98,2-1 0,-12-3 0,-7-3 0,-14 0-30,7-2 0,-7 0 0,-3-2-626,6 1 1,-2 0-1,-2 0 1,0-1 0,-1 1 588,-3-1 1,0 0-1,-1-1 1,-2 1 0,-3-1 66,8 2 0,-2-1 0,-1-1 0,-1 1 0,-2 0 0,-1 0 0,1 0 0,-1 0-197,5 0 0,1 1 0,-1 0 0,0-1 0,0 1 0,-2 0 0,0 0 0,-2-1 0,0 1 0,-2-1 233,8 1 0,-2 0 0,0 0 0,-2 0 0,0-1 0,-2 1 0,1-1 0,-1 1 0,0-1 0,0 1 0,0-1 0,0 1 0,1 0 0,1-1 0,1 1-124,-4 0 1,2 0-1,0-1 1,0 1 0,1 0-1,0 0 1,0 0-1,0 0 1,-1 0 0,0 0-1,-1 0 1,0-1-1,-2 1 144,4 0 0,-2 0 0,-1 0 1,-1 0-1,-1-1 0,0 1 0,0 0 1,0 0-1,0-1 0,1 1 0,0 0 1,2 0-1,1 0 0,1 0 1,2 0-1,2 0-83,-9 0 1,1 0-1,4 0 1,0 0-1,2 0 1,0 0-1,1 0 1,-1 1 0,0-1 48,-6 0 0,0 0 1,1 1-1,-1-1 1,1 0-1,1 1 1,0 0-1,1 0 55,-2 0 0,-1-1 0,1 1 0,1 1 1,2-1-1,3 1 0,4 1-55,-3 0 1,5 1-1,2 1 1,-4-1 199,-1-1 0,-3 0 0,-1 0 0,4 1 0,7 2-312,-5 6 0,10 2-180,5 6 1855,9-1-1675,2 1 2759,8-11-2669,-11 4 90,9-8 1822,-14-2-1912,8-1 0,-7-3 0,8 2 0,1-3 0,5-3-90,0-4 0,9-36-1003,5 15 1,3-4 0,0-2 1024,-1-1 0,1-2 0,2-2 23,0 2 0,2-3 0,0-1 0,1-2 15,-3 9 0,0-1 0,0 0 0,0-1 0,0 0 0,0 3-442,0-2 0,-1 2 1,1 1-1,-1-1 0,1-3 459,0 1 0,1-2 0,0-3 1,0 1-1,0 1 0,-1 2 0,-2 5-31,5-14 1,-2 7 0,0-3-2,0 0 0,0-2 0,0-1 0,-1 1 0,-3 6 0,-1 1 0,-1 0 0,0 2-206,2-2 0,-2 1 1,1-3 214,-2 5 0,0-6 0,0 1 0,-1 1 0,0 8-144,-1-4 0,-1 3 0,2-13 0,0 3 527,7 12-887,-4 27 540,8 17 0,-9 5 0,2 9 0</inkml:trace>
  <inkml:trace contextRef="#ctx0" brushRef="#br0" timeOffset="11016">9239 16220 9242,'38'-15'0,"-1"1"0,-15 4 0,3 1 112,13 0 0,10 1 1,4 0-1,0 1-768,-10 3 1,-1 2-1,2-1 1,2 1 0,3 0 447,-7 0 0,2-1 0,2 1 0,1 0 0,2-1 0,1 1 1,2 1-1,1-1 235,-10 1 1,3 1 0,1 0-1,2 0 1,1 0 0,0 0-1,1 0 1,0 0 0,0 1-1,-1-1 1,0 1 0,-1-1-1,-1 0-117,3 1 0,-1-1 0,-1 1 1,0-1-1,-1 1 0,1-1 1,0 1-1,1 0 0,1 0 1,1 0-1,3 0 100,-10 0 1,1 0-1,2 0 1,0 0 0,1 0-1,1 1 1,1-1-1,-1 0 1,2 1 0,-1-1-1,1 1 1,-1 0-1,1-1 1,-1 1 0,0 0-1,0-1 1,-1 1-32,-1 0 0,0 0 1,1 0-1,-1 0 1,1 0-1,-1 1 1,0-1-1,1 0 1,-1 1-1,0-1 1,0 0-1,0 1 0,0-1 1,-1 1-1,0-1 1,0 0-1,0 1 33,2-1 0,0 1 0,-1-1 0,0 1 0,0 0 0,-1-1 0,1 1 0,-1 0 0,0-1 0,1 1 0,0 0 0,0 0 0,1-1 0,0 1 0,1 0-59,-4 0 1,2 0 0,0 0-1,1 0 1,0 0 0,1 0-1,0 0 1,0 0 0,0 0-1,-1 0 1,1 0 0,-1 0-1,-1 0 1,0 0 0,-2 0-1,0-1 1,-2 1 0,-1 0 70,11 0 1,-2 0-1,-1 0 1,-2 0-1,0 0 1,-1 0-1,-1 0 1,0 0-1,-1-1 1,0 1 0,1 0-16,3 0 1,0 0 0,-1 0 0,-1 0 0,1-1 0,-1 1 0,0 0 0,0-1 0,2 0 62,-3-1 0,1 1 0,1-1 0,1 0 0,0 1 0,-2-2 0,-1 1 0,-2 0 0,-3-1 0,-3 0 197,14 0 1,-6-2 0,-2 1 0,4 0-225,-8 0 0,3 1 0,2 0 0,-2-1 0,-4 0 0,-4 0 575,19-5 0,-14 1-350,-19 0 1273,13-2-1273,-15 7-270,0 1 1859,1 5-1859,-6 2 2645,-2-2-2555,-1 0 2164,-7-4-2164,2 2 0,-2-2-90,0-5 0,-4-12 0,1 3 0,-5-11 0,-1-6-254,1-3 1,-1-4 223,0 4 0,0-3 0,1 0 0,-1-6 0,2-2 0,-1 0 0,0-1 0,1 0 0,0-4-6,1 6 0,-1-4 0,1-1 0,0-2 0,1 0-511,0 5 1,0-1 0,1 0 0,0-1 0,-1 0 0,1 0 494,-1 0 1,1 0 0,-1 0 0,0-1 0,1 1 0,0-1 21,0-2 0,1-2 0,0 0 0,0 1 0,0 1 0,0 4-65,-1-6 0,0 2 1,-1 3-1,1 1 72,0 5 1,0 2-1,-1 0 1,0-1 22,-2-2 0,-2-2 0,1 2 0,-1 7 0,1 5 0,-1 2 0,-2-10 0,-1-3 0,1 8 0,-1 5 229,-6-16-229,3 31 3195,1 5-3285,-19 8 90,14 5 0,-22 9 0,7 0-45,7-5 0,-2 0 45,-2 0 0,-3-1-992,-9-1 0,-6 0 1,3-1 946,2-1 0,-2 0 0,-4-2 0,-9 0 0,1 0 0,7-1-1134,-1-1 0,0 0 1143,10-1 0,-3 0 0,-3 0 0,-5 0 0,-2 0-179,10 0 0,-3 0 1,-3 1-1,-2-1 0,-2 1 1,0-1-1,0 1 0,1-1 1,1 1-1,2-1 181,-4 1 0,2-1 1,1 0-1,1 0 0,-1 0 1,-2 1-1,-2-1 0,-4 1-46,13-1 0,-4 0 1,-1 1-1,-3-1 1,0 1-1,-2-1 0,0 1 1,-1 0-1,1-1 1,-1 1-1,2 0 1,1-1-1,1 1 0,2 0 1,2-1 70,-6 1 0,3 0 0,3-1 0,0 1 0,1-1 0,0 1 0,-1-1 0,-1 1 0,-3 0 0,-2 0-2,7 0 0,-1 0 1,-3 0-1,-1 0 1,-1 1-1,-2-1 1,0 0-1,-1 1 0,1-1 1,-1 1-1,1-1 1,1 1-1,1-1 1,2 0-1,2 1 1,2-1-1,2 0 11,-9 0 0,4 1 0,3-1 0,1 0 0,2 0 0,-2 0 0,-1 0 0,-2 1 0,-5 0-6,10-1 1,-3 0 0,-2 1-1,-3-1 1,0 1 0,-3 0 0,1 0-1,-2 0 1,1 0 0,0 0 0,1 0-1,2 0 1,1 0 0,2-1 0,3 1-1,2-1 1,4 0 5,-18 1 0,7 0 0,4-1 0,1 0 0,-1 1 0,-4-1 0,2 1 0,-2-1 0,-1 1 0,-1 0 0,0 0 0,0-1 0,1 1 0,2-1-13,0 0 0,-1-1 0,0 1 0,1-1 1,3 0-1,3 0 0,3 0 325,-8 0 1,7 0 0,-6-1-295,-2 1 0,-7-1 0,-2 0 0,5 0 0,10-1 721,5 0 0,4 0-784,-17-1 1,3 0 44,4-1 2211,19 2-2211,-11-2 0,23 3 0,-17-3 0,10 2 3276,-2 0-3245,-2-1 136,-1 1-167,-4 1 0,2 1 0,1 2 0,7 1 0,2 1 0,-8 6-90,11-1 0,-6 8 90,8 11 0,6-1 0,0 2 0,1-6 0,0 3 0,1 9 0,0 7 0,1 2 0,0-5-328,-1 0 0,2 4 347,-1-9 0,1 7 0,0 5 0,0 3 0,-1-1 0,2-2 0,-1-5-248,0 4 1,1-5 0,1 1-1,-1 5 233,0-2 1,0 4-1,0 2 1,1 2-1,-1 0 1,1-2-1,-1-3 0,2 3 1,-1-3 0,0-1 0,1 1 0,-1 2-29,1-5 1,0 3-1,0 1 1,1 0 0,-1-1-1,0-3 1,0-2 4,0 6 1,0-5-1,0 0 1,1 3-90,0 1 0,2 3 0,0 1 0,0-4 0,1-6-326,3 7 0,2-5 78,-4-9 1,2 0 0,0-2 381,4 3 0,1-7 1,5-6-1,2-7 0</inkml:trace>
  <inkml:trace contextRef="#ctx0" brushRef="#br0" timeOffset="13215">20299 10854 9062,'2'-17'-270,"0"2"360,-1 5 270,2 0-180,5 11 269,5 10-179,3 22-30,-8 2 0,-1 10 0,-2-2-1861,1-3 0,-2 5 1722,-3-9 0,1 8 0,-1 5 0,-1 4 1,0 2-1,0 1 0,0-2 0,-1-3-34,0-5 1,0 0-1,-1-2 1,0 1-1,0 0 1,0 2 0,0 1-1,1 3-22,-1-6 0,1 2 0,0 1 0,0 2 0,0 1 0,0 1 0,0 0 0,0 0 0,0-1 0,0-1 0,0 0 0,-1-2-18,1 1 0,-1-1 0,1 0 0,-1-1 0,1-1 0,-1 0 0,1 1 0,-1 0 0,1 1 0,-1 1 17,1-2 1,0 1 0,-1 2 0,1 0 0,0 1 0,0-1 0,-1 0 0,1-1 0,0-1 0,0-2 0,0-2 0,0-2-15,0 11 0,0-5 0,1-3 0,-1 0 0,0 3 0,0 5-191,0-11 0,1 3 1,-1 3-1,0 3 0,0 1 1,0 0-1,0-1 0,0 0 1,0-3-1,1-2 0,-1-4 1,1-5 160,-1 16 0,1-9 0,0-1 0,0 8 20,1-10 0,0 4 0,0 4 0,0 1 0,0 2 0,1-1 0,-1-2 0,1-3 0,1-5-85,0 6 0,0-6 0,1-1 0,0-1 1,0 3 46,1 6 0,-1 1 0,1 1 0,0-1 0,0-2-398,2 3 0,0 0 0,0-4 1,-1-4 370,1 4 0,-1-3-122,1 9 0,0-7-1722,-5-18-1068,-7-32 2957,2-18 0,-3-19 0,1-7 0,3 9 0,0-1 0</inkml:trace>
  <inkml:trace contextRef="#ctx0" brushRef="#br0" timeOffset="14710">20194 10945 9602,'10'-19'-900,"-3"9"1080,15-4 0,5 0-90,1 3 119,7 2 1,10-2 0,-2 1-563,3 2 0,4 1 425,-10 1 0,6 0 0,3 0 0,2 0 0,-1 1-312,-5 0 1,-1 1 0,1 0 0,2-1 0,4 1 0,3-1 264,-15 2 1,2-1 0,2 1-1,2-1 1,1 0 0,1 1 0,2-1-1,0 0 1,1-1 0,1 1 0,-1 0-1,0 0 1,0 0 0,-1-1-164,-3 1 0,1 0 1,-1 0-1,1-1 0,0 1 1,1 0-1,-1-1 1,1 1-1,0-1 0,0 1 1,0-1-1,1 0 0,-1 1 1,1-1-1,0 0 1,-1 0 147,1 0 1,1 0-1,0 0 1,1 0-1,0-1 1,1 1 0,-1-1-1,1 1 1,-1-1-1,0 1 1,0-1 0,-2 1-1,1-1 1,-2 1-1,-1 0 1,-1-1 0,-1 1-3,9 0 0,-1-1 0,0 0 0,-1 1 0,-2-1 1,-1 1-1,0 0 0,-2-1 0,-2 0 0,-1 0 0,-1 0 30,7-1 1,1-2 0,-2 1-1,-3 0 1,-4 0 0,-6 0-1,-7 1 142,-1-2 0,-6 1-90,3-1 0,-1-1 674,15-8-494,-19 9 1252,9 8-1432,-13 2 3137,2 45-3183,-12-17 1,-1 4-45,2 7 0,0 6 0,0-3-1042,-2-10 1,0-2 0,-1 7 1053,-2-1 1,0 6 0,0 4 0,-1 3 0,0 1 0,-1 0 0,0-3-1,0 0 1,-2-1 0,0 0 0,-1 1 0,1 0 0,-1 1-1,1 2-12,1-5 0,0 1 0,0 0 0,0 2 0,0 0 0,0 0 0,0 0 0,0 0 0,-1-1 0,0-2 0,0 1 0,0-1 0,-1 0 0,1 0 0,-1 0 0,1 0 0,1 0 0,0 1 9,0-3 0,1 1 0,0-1 0,0 0 0,1 0 0,0 1 0,0 1 0,0-1 0,1 2 0,-1-1-9,1-1 0,1 0 0,0 1 0,0 0 0,0 1 0,1 1 0,0-1 0,-1 0 0,1-1 0,-1 0 0,0-1 0,0-2-10,0 7 0,0-2 0,0-1 0,0-2 0,-1 1 0,1 1 0,0 1 0,0 1 0,1 4-14,-1-11 0,0 3 0,1 2 0,0 2 0,0 2 0,1-1 0,-1 2 0,1-1 0,-1-1 0,0-1 0,0-1 0,0-3 1,-1-2-1,0-3 0,0-3-484,0 19 1,0-9 0,-1-3-1,0 2 1,1 7 490,-2-14 1,1 5 0,0 2-1,0 2 1,0 1 0,-1 1-1,1-1 1,0-1 0,-1-2-1,0-3 1,0-4-20,0 13 0,-1-4 0,0-3 0,0-1 0,1 0 24,-1 6 0,0 0 0,0-1 0,1-1-33,1-1 0,1 0 0,0-2 0,1-5 45,2 7 0,1-3 0,1 5 0,0-4 0,-3-18 0,0-4 2069,0 2-2069,-2-11 3276,0 1-3195,-2-5 113,0-1-194,-1-3 90,-3 0-90,-2-1 180,-13-2 90,-24-3-1876,-5 0 0,-5-1 1650,14 0 1,-7-1-45,11 0 0,-8-1 0,-5 0 0,-3-1 0,-2 0 0,0 0 0,4 0 0,3 1-454,-4-1 1,4-1-1,2 1 1,-5 0-1,-8-1 460,19 2 0,-4 0 0,-3-1 0,-2 0 0,-3 0 0,-1 0 0,-2 0 0,0 0 0,-1 0 0,0 0 0,0 0 0,1 1 0,1-1 0,2 1 0,1 0-118,-3 1 1,0-1-1,1 1 1,1 0 0,0 0-1,0 1 1,0-1 0,1 1-1,-1-1 1,0 1-1,-1-1 1,0 0 117,1 1 1,0-1 0,-1 0 0,0 0 0,0-1 0,0 1 0,0 0 0,0 1 0,0-1 0,0 1 0,1 0 0,0 0 0,0 1-92,-1 0 1,0 0-1,0 1 1,0 0-1,0 0 1,0 0-1,1 1 1,1 0-1,1 0 1,1 0-1,2 1 1,1 0 32,-11 1 1,2 0-1,2 1 1,1 1 0,2-1-1,1 1 1,0-1 35,-1 0 1,2 0 0,1 0 0,0 1 0,0 0-1,0 1-404,-4 2 0,-2 1 1,-1 1-1,3 0 0,4 0 1,6-2 419,1 2 0,7-2 0,-2 1 0,-15 4 0,-2 0 0,10-2 0,3 2 0</inkml:trace>
  <inkml:trace contextRef="#ctx0" brushRef="#br0" timeOffset="18803">22282 14062 6543,'7'-9'990,"-2"-4"-91,-14-5-225,-32 13 1,-11 5-2314,24-3 1,-1 2 1403,-6 1 0,-5 3 1,-5 10 323,15 2 1,-4 6 0,-2 4 0,-2 3 0,-1 3 0,1 2 0,0 0 0,3-1 0,3-1-107,-3 5 0,3-1 0,3 2 0,0 0 0,-1 1 0,0 2 0,-4 2 2,7-9 1,-4 1 0,-1 1 0,-1 1 0,-1 1 0,1 1-1,-1-1 1,2 2 0,3-2 0,1 1 0,4-1 0,3 0-47,-2 12 0,1 1 0,4 0 1,4-1-1,5-1 0,5-2 1,7-2 56,8-2 0,9-1 1,4-1-1,4-3 0,0-3 1,-2-2 36,0 3 0,-1-3 1,3-4-1,9-5-12,-1-10 1,8-4 0,5-2 0,3-3 0,1-2 0,-3-1 0,-4 0 0,-7-1-139,6-1 0,-8-2 1,10-3 188,-10 1 0,6 0 1,4-1-1,5-1 1,1-1-1,1-1 1,0 0-1,-2-1 1,-3-1-1,-5-1 43,2-3 1,-4-1-1,-2-2 1,-1 0-1,0-1 1,1-1-1,3 1-60,-3 1 1,3 0 0,1-1-1,1 1 1,-1-2 0,0 0 0,-2 0-1,-3-1 1,-3 0-10,5-6 0,-3 0 0,-1 0 1,-4-2-1,-4 0 0,-3-2 8,-1-9 1,-6-3 0,-5 0 0,-5 2-70,-6-5 0,-6 1 1,-8-2 15,-4 5 0,-4-2 0,-5-1 0,-5 0 0,-4 4-7,0 9 0,-3 2 0,-5 0 0,-2 2 0,-1 1 1,-1 0-1,1 1-85,4 2 0,-2 2 1,0-1-1,-1 1 1,0 1-1,0 2 1,0 0-1,1 1-11,-1 0 1,0 0 0,0 1 0,0 1 0,0 3 0,0 3 0,-1 4 58,0 3 0,-3 5 0,-1 3 0,1 1 0,4 2 1,4 0-1,8 0 0,-5 4 0,4 4 0,-2 0 1,0 1-1,0 0 0,0 0 0</inkml:trace>
  <inkml:trace contextRef="#ctx0" brushRef="#br0" timeOffset="19936">23233 11645 780,'5'-13'630,"-1"2"2621,-2-8-2891,-8 10-91,-14-1 46,-20 16 0,-5 7-270,17-6 0,-2 2 45,-4 6 0,-7 5 0,-1 3 0,5 0 221,3 0 0,5 3 0,-3 4-281,4-1 0,-2 5 0,-2 3 0,1 1 0,1 0 0,3-3-8,-2 6 1,3-2-1,1 1 1,0 2-5,1-2 0,-1 3 0,1 2 0,3-1 0,5 0-41,3 5 1,5 1-1,5-1 1,7 0 4,6-11 0,7 0 0,2 0 0,1-1 0,-3-2 18,-3 5 0,-3-2 0,4-1 0,7-3-15,6-7 0,7-2 0,4-1 0,2-3 0,-2-3 0,-4-5 15,7-3 0,-4-7 0,6-1 0,-6-1 0,4 1 0,3-2 0,1-1 0,-1-1 0,-2-3 57,2-3 1,-2-3-1,0-1 1,1-3-1,1-3-69,-7 1 1,2-3 0,2-2 0,-1-1 0,1-1 0,-2 1-1,-2 0 1,-2 2 11,4-3 0,-2 3 0,-2-1 0,0-2 0,-1-4 12,-2-1 1,2-3 0,0-3 0,-1-1 0,-3 0 0,-4 1 0,-5 2 17,0-15 0,-9 2 0,-1-2 15,1 7 0,1-2 0,-4 0 0,-8-1 9,-8 3 0,-5-1 0,-5 0 0,-5 2 0,-5 3 6,-6 6 0,-7 3 0,-5 2 0,-2 2 0,1 0 0,5-1-60,1-3 0,4 0 0,-1 1 0,-1 1 0,-6 3 0,4 7 0,-5 2 0,-3 0 0,-1 2 0,0 1 0,1 2 0,2 1 0,4 2-90,-10 2 0,5 3 0,0 2 0,-4 2-180,5-1 0,-3 2 0,-1 0 0,-1 1 1,3 1-1,2 0-383,-6 3 1,3 1 0,1 1 0,1 2 652,1 2 0,-1 2 0,2 1 0,5 0 0,6 1 0,4 1 0,1 0 0,-11 10 0,0 0 0</inkml:trace>
  <inkml:trace contextRef="#ctx0" brushRef="#br0" timeOffset="20743">21716 11313 9062,'-22'-32'629,"-1"9"-359,-5 21 0,-5 8-45,-9 8 0,-2 5-105,11-5 0,1 2 0,-3 5-394,3 2 0,-1 4 0,-2 4 0,1 3 0,2 4 351,5-2 0,2 4 0,0 3 0,2 2 0,-1 0 1,1 0-1,-1-1-509,1-2 0,0 0 1,0 0-1,0 0 0,1 1 1,0 0-1,2 2 432,1 0 0,1 2 0,0 1 0,1 1 0,1 0 0,1-2 0,1-2 0,3-4 0,-1 4 0,3-3 0,1-2 0,2 0 0,2 0 216,-1 10 1,2 2 0,4-3 0,7-4-247,10 1 0,7-4 0,10-9 48,0-16 0,7-4 0,4-5 0,3-5 0,-1-4-285,-7-5 1,2-4-1,1-4 1,1-2-1,-1-1 1,0-1-1,-1 1 267,3 0 0,-1 2 0,-1-2 0,0-2 0,0-4 0,-1-5 0,-11 2 0,2-3 0,0-3 0,1-3 0,-1-2 0,-1-1 0,-1-1 0,-2 1 0,-3 0 0,-2 1 0,-5 2-148,1-10 0,-6 1 0,-4 1 0,-2-1 0,1 0 0,4-1 148,5 0 0,4 0 0,2-2 0,0 1 0,-5-1 0,-5 1 0,-9 0 179,-9 0 0,-6-3 1,-5 0-1,-5 1 1,-3 4-1,-2 4 1,-1 8-225,-12-1 0,-4 10 0,-5 5 0,-1 0-444,6 2 1,-2-1 0,-2 1 0,-1 3 0,2 3 0,1 6-168,1 5 1,1 6-1,0 3 1,3 3 0,2 2 637,0 4 1,2 4 0,3 2 0,5 1 0,1 6-1,6 3 1,2-3 0,2 2 0,0 0 0</inkml:trace>
  <inkml:trace contextRef="#ctx0" brushRef="#br0" timeOffset="21891">24010 13304 9152,'-10'11'450,"0"3"-271,-4 8 1,-2 3-90,-5 9 0,1-3 0,-3 7 0,1 0 0,2-3 0,0 1 0,0 2-910,2-3 1,-1 2 0,1 1 0,-1 3 742,2-1 1,0 3-1,0 1 1,1 1-1,2 0 131,1 3 0,1 0 0,1 1 0,1-1 0,0-2-54,-2 0 0,1-1 0,1-1 0,2 1 18,2-3 0,2 2 0,0-1 0,3-2 0,2-5 446,5 6 1,4-3-465,0 9 0,5-2 45,6-10 0,3-7-45,8-2 30,0-21 0,8-5 0,-5-2-30,-10-1 0,2-4 0,11-6 0,8-4 0,1-3 0,-6 0 941,-8 0 0,-5-1 0,2-6-941,1-3 0,4-7 0,1-3 0,0-2 0,-3 3 0,-4 4 0,1-3 0,-4 4 0,0-6 30,-5 3 0,2-4 0,1-4 0,-2-1 0,-5 0 0,-5 1-337,-7-4 0,-7-1 1,-4 1-1,-2-1 0,0 0 397,2 8 0,0 0 0,-1-1 0,-2 1 0,0-1 0,-1 0-15,-3-4 0,0-2 0,-2-1 0,-1 2 0,-1 2 0,-1 4-8,-6-4 1,-1 4-1,-2 2 1,-1 2 21,-1 4 1,-3 1 0,1 2 0,3 4-90,-5-7 0,-2 6-360,-8 6 1,-8 5-1,5 12-855,6 20 1,2 11 121,2-8 1,-2 1 0,5 4 1010,-2 12 0,6 5 0,11-13 0,2 2 0,1 0 0,-4 8 0,0-1 0</inkml:trace>
  <inkml:trace contextRef="#ctx0" brushRef="#br0" timeOffset="22696">21379 13484 9871,'3'-17'90,"-2"3"450,1-5-90,-3 5 629,-17-3-899,3 11 45,-16 10 0,-6 8-105,9 4 0,1 4 0,-1 0-90,-1-1 0,-1-1 0,0 5 23,0 5 1,-1 6 0,-1 2 0,2-1 0,4-4-239,-4 5 0,2 4 167,4-3 0,-3 8 0,0 3 0,3-2 0,5-6 18,2 7 1,5-1-1,-3-4 0,0 3 0,5-2-90,10-6 0,5 0 0,0-7 1,9 11 29,8-16 0,7 1 0,2-8 60,6-13 0,4-10-23,-1 0 1,6-3-1,2-3 1,-1-2-276,-10-2 1,1-2-1,-1-2 1,0-1-1,0 0 298,2-1 0,1 0 0,-1-2 0,0-1 0,0-3 0,-3-1 0,2-3 0,0-2 0,-2-1 0,-2 1 0,-3 0 0,2-5 0,-4 0 0,-3 0 0,-1-3 18,-4 4 0,0-3 0,-2 0 0,-3 1 0,-6 2 42,-3-9 0,-6 3 0,-13 3 7,-12 4 1,-10 3-1,-8 3 1,-5 6-68,9 12 0,-4 4 0,-4 3 0,-2 2 0,-1 2 0,1 0 0,2-1-142,1 0 1,0 0 0,1 1-1,-1 0 1,1 2 0,-2 1 0,1 2-269,-1 2 0,-1 1 1,-2 2-1,1 1 1,0 1-1,3 1 0,2 1 1,5 1 404,-12 6 0,6 3 1,4 2-1,3 0 0,-4 5 1,4 2-1,4-1 0,11-5 1,1 1-1,-1-1 1</inkml:trace>
  <inkml:trace contextRef="#ctx0" brushRef="#br1" timeOffset="27167">21766 12310 9781,'0'-18'1440,"-27"-23"-1440,2 8 89,-2 5 1,-9-4 0,-3 2-356,4 6 0,-2 2 1,-2 0-1,-3 0 281,6 4 0,-3-1 0,-1 0 0,-1 0 0,-1 2 0,0 1 0,-3 0 0,-1 1 0,-1 1 0,-1 2 0,0 2 0,0 3-15,0 2 0,-2 3 0,0 2 0,0 3 0,2 2 0,2 3 18,-2 4 0,1 4 0,2 3 0,2 3 0,3 3 0,2 3 0,1 4 0,2 2 0,5 2 0,3 1 4,3 7 1,4 2-1,5 0 1,4 0-23,3-5 0,3 0 0,4 0 0,6 0 36,5 0 0,5 1 0,4 0 0,3-1 0,2-3-36,2-4 0,2-3 0,3-2 0,3 0 0,2 1 12,0-3 1,3 1 0,3 1 0,1-2 0,1 0 0,2-3 0,-1-1-140,-5-5 0,1-2 1,2-1-1,-1-1 1,1-1-1,1-1 1,-1-1-1,1 0 127,-1-1 0,2-2 0,0 0 0,-1-1 0,1-1 0,0-1 0,-2 0 0,0-1 0,8-1 0,1-1 0,-2-1 0,-1 0 0,-1-2 0,-2-1 87,-2 0 1,-1-2 0,-2 0-1,-2-1 1,-1-1-28,12-5 0,-4-2 0,-5 0-60,-3 2 0,-6-4 135,-2-15 0,-7-3-45,-10-2-46,-1-7 1,-4-7-781,-11 11 1,-5-2-1,0 2 736,4-4 0,-7-2 15,-3 12 0,-5-5 0,-4-3 0,-3 0 0,-2 3 0,-1 4-3,-3 5 0,-2 3 0,-2 2 0,-2 1 0,-1 0 0,0-1-257,-1-2 1,-2-1 0,0-1 0,-2 1 0,1 2 0,-1 1 0,0 4 244,-4 2 0,-1 3 0,-1 1 0,2 3 0,1 3 0,4 1 0,-3 2 0,2 2 0,4 3 0,4 5 0,-6 15 0,0 0 0</inkml:trace>
  <inkml:trace contextRef="#ctx0" brushRef="#br1" timeOffset="28457">23070 10885 8612,'-7'-9'-270,"1"-1"450,4 6 0,-6 4 180,-11 19-90,0 3 0,-1 5-136,-2 4 1,0 5 15,1 1 0,-1 4 0,2-2-105,0-1 0,2 3 67,2 1 1,-1 7-1,1 2 1,2-4-326,2-2 0,2-3 0,-1 4 249,2-7 0,-1 1 0,0 3 0,1 0 0,2-1-147,1 4 1,1 0 0,1 1 0,1-1-1,0-3 156,1 0 0,0-3 0,1 0 0,2 2-597,1 2 0,2 3 1,1 0-1,0-2 0,1-6 582,0-2 0,0-5 0,4 1-484,5 5 0,3 3 1,2-2-1,-1-6 499,4 0 0,2-5-51,0 2 0,4 0 0,2-5 51,16-7 0,0-7 0,-17-4 0,3-4 15,11-6 0,5-4 0,-6-2 161,-15 2 1,0-3-200,5-5 1,7-3 0,0-3-1,-6 2 1058,-1-5 1,-2-1-1081,1 0 0,2-3 0,-4-2 30,-6-3 0,-4-2 0,-2-1-30,-3 3 0,-2-1 0,-1-3 685,-1-3 0,0-3 1,-2-2-1,-2 0-685,-2-3 0,-2-1 0,-1 0 0,-1 1-23,0 3 1,-1 1 0,0-1-1,-2-1 23,0 3 0,0-1 0,-2-1 0,0 0 0,-1 3 0,-1-3 0,-2 1 0,1 2 0,-1 0 0,0-5 0,0 2 0,-4-4 21,-1 7 1,-3-4 0,-1-1 0,-2 3-1,1 4-21,-4-1 0,-1 5 0,-2-3-18,4 5 0,-1-4 0,-2 0 0,0 2 0,0 5-42,-7-3 0,-2 5 1,0 4-31,3 4 0,0 3 0,-3 7-535,-12 7 1,-3 7 0,1 6-156,8 2 1,2 5-1,0 2 406,-7 6 0,0 2 0,5 2 1,1 7-1,7 2 0,12-7 0,0 0 1</inkml:trace>
  <inkml:trace contextRef="#ctx0" brushRef="#br2" timeOffset="30090">20635 14988 27080,'-5'-7'-3277,"-1"0"0,-1 3 704,-8 1 4003,-4 5 571,-17 16-1434,2 13-581,14-4 1,-2 5-1,2-1-714,1 3 1,1 3 795,-1 7 1,0 5 0,4-5-262,5-8 1,3-2-383,-3 10 0,4-1-501,8-13 1,2-4-1907,6 10 864,5 0 908,6-21 1538,15-12 1223,0-6-565,0-14 1,0-5-298,-12 2 1,-2-3-80,8-10 1,-2-7-250,-13 7 1,-3-3 0,-3 2-144,1 2 0,-2-2-181,-4-12 1,-1-6 0,-3 8-810,-2 18 1,-3 1 96,-6-14 0,-4-6 0,-2 7-313,1 13 1,-1 4 495,-5-11 0,-3 3 349,-3 12 1,-1 6 660,-7 7-102,9 4 1,1 4-85,-1 18 1,12 5-1,10 1 1</inkml:trace>
  <inkml:trace contextRef="#ctx0" brushRef="#br1" timeOffset="31040">22453 13324 7982,'-5'-7'270,"-1"1"-90,1 3 450,-24 5-360,3 7-180,0 1 0,-2 2-1,6 1 1,0 4 30,-2 6 0,-2 4 0,2-2-75,4-5 0,2 2-15,-3 5 0,1 4 0,5-4 60,5 15 0,2-1-90,15-14 0,4-2 90,2-6-90,14 2 0,3-3 0,-4-10 45,21-6 0,4-4-45,-23-4 0,0-3 0,5-2 0,4-2 0,-3-3 0,0-11 0,-3-2 0,-6 7 0,-3-5 0,-8-7 0,-3-6 0,-5 4-216,-6 7 1,-3 0 215,-2-22 0,-5 3-153,-4 23 1,-5 4-163,-10 4 1,-4 8-856,-7 12 1,-2 8 1169,6 1 0,2 4 0,-1 7 0,5 3 0,3 15 0</inkml:trace>
  <inkml:trace contextRef="#ctx0" brushRef="#br1" timeOffset="32337">23346 14469 7803,'4'-11'449,"0"3"91,11-1-450,-6 5 450,30-1-271,-9 4 1,10 3 0,2 1-180,1 2 45,2 1 0,1 3-149,-12 2 0,-3 2 59,-2-4 0,-2 0-45,3 5 0,-5 0 90,-6 1-45,1 7 0,0 2-45,0 3 60,-5 3 0,1 7 0,-4-5-60,-2 8 0,-4-8 0,-1 4 0,-1-2-45,-3-5 0,-2 0-991,-1 6 0,-1 4 0,0-3 1080,1-3 0,-1-1-468,-4 17 1,-1 0 508,1-17 0,-1 0 143,-4 5 1,-3 0 59,-2 2 1,-1-2-145,5-12 1,-2-3 293,-8 6 0,-2-4 845,-12-1-501,14-7 1,-1-1 110,0-5 0,0-3 1001,-10-2-856,5-7 1,-1-3 581,-1-3-1006,-5-13 0,1-6-54,4-9-731,3-2 0,2-4-274,12 13 1,5 0-227,-2-10 1,3-3-14,7 5 0,4-3 1,-1 3-956,1 1 1,0 1 740,1 1 1,1-1 0,1 5 983,5-5-421,6-10 0,3-3 121,-7 17 1,1 0 79,1-3 1,1-3-1,1 1 79,0 3 1,0 1 0,-2 3 47,-2 4 0,0 1-52,6-13 0,0 2 372,-4 7-1434,-1 6-2156,7 5 2812,-10 12 1,6 10-1,-8 0 1</inkml:trace>
  <inkml:trace contextRef="#ctx0" brushRef="#br1" timeOffset="35357">21177 7828 10501,'-3'-19'1709,"1"8"-1259,0-3 809,0 6-1079,6 27 0,-5 12-90,6 9-45,-8-4 0,-3 1 45,-3 6-90,4-15 0,-1-1 0,-2 8 90,3-15-90,2-8 0,-1 5 0,2-8 0,0 2 0,0-2 0,0-1 0,-1 0 0,1 1 0,-2 2 0,0 1 0,1 3-90,4 14 90,0-12-90,11 19 90,1-18-90,22 11 90,9-12-45,-19-10 0,2-2 45,13-6 0,2-5-1639,-5-7 1,-1-2 1580,-4 5 1,-2-2 28,-3-5 0,-7-3 29,-10-10 0,-7 1 0,-10-7 0,-12 11-45,-3 8 0,0 2 45,-5-2-45,3 4 0,1 1-45,4 4 0,0-1-90,2 0 3364,10 6-3184,7-1 86,10 3-176,33 3-1549,-16-2 1,1 1 1580,-2 0 1,-1 0 57,22 0-90,-8 5 90,-13 5 0,9 12 0,-26 4 0,-11 5 0,-5 1 0,-2 6 0,-4 5 0,0-1 0,1-1 0,3-10 0,2 0-180,5 9 1,4-10-3098,30-2 3129,-7-23 0,23-1 0,-13-13 1</inkml:trace>
  <inkml:trace contextRef="#ctx0" brushRef="#br1" timeOffset="35630">21960 7785 10321,'-16'-12'1979,"4"4"-900,46 4-899,-14 3 0,17 3 0,6 1-270,-12-1 0,-1 0 0,-3 1 0,-1-1-180,23 1 270,-26-2 0,-13-1 0,5 0 0</inkml:trace>
  <inkml:trace contextRef="#ctx0" brushRef="#br1" timeOffset="35863">22185 7784 13469,'-10'35'674,"-1"-1"1,1 1 0,-6 10 0,0 0-615,5-11 0,0 0 0,-1 4-243,-1 2 1,-2 4 0,1-1-1,2-7 48,1-2 0,2 1-685,-1 4 1,0 8 0,1-1 0,3-10-2458,5 4 2838,8 7 0,4-1 0,3-16 0,0-4 0,-1 0 0</inkml:trace>
  <inkml:trace contextRef="#ctx0" brushRef="#br0" timeOffset="39983">21244 9335 9152,'-1'-10'2518,"-1"0"-2248,4 13 0,-3 11-45,-2 24 0,-3 11-195,2-15 0,-1 1 0,0 0-30,0 6 0,-1 1 0,0 0-420,1 2 0,1 0 0,0-6 420,2-11 0,2-3 0,-2 4 0,2-6 0,2-15 0</inkml:trace>
  <inkml:trace contextRef="#ctx0" brushRef="#br0" timeOffset="40316">21084 9342 9691,'-3'-18'630,"14"-7"-450,-3 6 180,24 2 0,7 4-181,4 6-119,-11 3 0,5 1 0,-4 5-1699,-3 12 1,-3 2 1151,0-6 0,-7 4 871,-16 23 1,-16 2-565,-12-19 1,-5-2 179,-1 13 0,0-2 0,5-13 0,5-3 0,10 5 0</inkml:trace>
  <inkml:trace contextRef="#ctx0" brushRef="#br0" timeOffset="40859">21567 9699 9961,'-14'1'3276,"30"-15"-3205,-5-11 0,-1-5-296,7-7 1,0-3 134,-4-1 0,-6-1-225,-9-3 0,-6 7-135,-9 14 450,-1-3-270,17 50 270,44-2 45,-16-6 0,0 0 180,6 0 0,-4 2 0,-11 6 0,-4 3-90,-7 5 0,-1 2-855,0 3 1,2-2 719,4-8 0,4-5 0,22-1 0,-1-20 0</inkml:trace>
  <inkml:trace contextRef="#ctx0" brushRef="#br0" timeOffset="41276">22020 9607 10771,'-10'-4'3238,"9"-3"-2878,7 0 0,34-16-450,-17 10-135,3-11 0,-5-4-45,-17 2 0,-7 1 0,-22-17 360,-20 51-45,31 23 0,11 10-225,13 5 0,13-2-913,1-19 1,5-2 0,1-5-547,6-1 1,0-8 1029,-7-10 0,-4-4 0,4-6 1,2-1-1</inkml:trace>
  <inkml:trace contextRef="#ctx0" brushRef="#br0" timeOffset="41792">22794 9600 11580,'-39'-7'1638,"6"14"0,-3 6-1612,-5 7 0,1 4-116,3-2 1,4 3-91,7 4 0,13-1-90,33-4 180,-4-6 30,12-22 0,10-11 0,-4-1 60,-6-3 0,-1-4-23,4-3 1,4-5-1,1-3 1,-5-2-19,-6-4 1,-2-3 0,-3-1 0,1 2 130,-1 4 0,0-1 0,-1 3 0,-3 5 90,4-12 0,-8 21-45,-13 50 0,-7 19-105,0-14 0,-1 1 0,2 4-368,4 6 1,2 6 0,2-3-1,2-9-741,3-12 0,4-3 1079,8 10 0,6 3 0,0-11 0,24-13 0,-10-9 0,-1 1 0</inkml:trace>
  <inkml:trace contextRef="#ctx0" brushRef="#br0" timeOffset="41942">23776 9355 11490,'3'-21'3239,"0"6"-6516,-12 20 2859,-14 8 0,-12 19 1,-8-7-1</inkml:trace>
  <inkml:trace contextRef="#ctx0" brushRef="#br0" timeOffset="45498">18981 16825 9332,'2'-10'449,"2"2"1,23 8-270,2 2-180,-1 0 0,2 1-360,-1-1 0,-1 1 1,14 1-181,-7 0 540,-21 1 0,-7-1 0,2 3 0</inkml:trace>
  <inkml:trace contextRef="#ctx0" brushRef="#br0" timeOffset="45798">19085 16958 9242,'-11'-4'3238,"-9"42"-2788,5 7-271,4 0 1,2 2-180,4-19 0,1-1 0,1 0 0,2 0-719,3 13-1,0-16-2158,-1 13 2878,0-24 0,-3-5 0,1-2 0</inkml:trace>
  <inkml:trace contextRef="#ctx0" brushRef="#br0" timeOffset="45999">18738 17439 10501,'-13'0'2878,"23"-1"-2518,5-1-180,16-2 0,8 0-810,-5-1 1,1 0-496,9-2 1,0 0 655,-1-2 1,-3-1 0,-13 1 0,-2 1 0,2-3 0,-1 0 0</inkml:trace>
  <inkml:trace contextRef="#ctx0" brushRef="#br0" timeOffset="46399">19598 17003 10411,'-12'-22'2159,"5"11"-270,-9-11-1709,8 19 539,-15 4-269,-8 24-360,3-1 0,7 8 0,3 2-90,6-3-180,5 9 0,6 1-90,12-7 135,0-7 0,4-3-314,29-1 179,-9-22 0,2-6 180,-4-2 0,-1-3 45,2-2 0,-4-7-45,-6-19 0,-7-2 90,-6 1 30,-9 3 0,-2-8 0,-4 8-30,-11-8-135,1 8 0,-4 5-1754,-19 21 1889,12 32 0,2 8 0,19 18 0</inkml:trace>
  <inkml:trace contextRef="#ctx0" brushRef="#br0" timeOffset="46807">20078 16956 10771,'9'-39'2428,"-4"9"-1258,1 13-990,-6 18 359,-6 20-449,-2 20 0,-2 5-416,5-20 0,-1 2 296,0 4 0,1 3 0,2-3-105,6-3 0,2-3 0,4 0 0,2-1 108,8 18-108,16-35 0,6-12 90,-6-11 0,0-9 45,0 1 0,2-3 0,-4-2 0,-6 0 0,-4-1 0,-3-2 30,-1-7 0,-4-3 0,-3 4-75,-3 8 0,-4 1-495,-1-12 1,-5 6-1,-3 21-2737,-9 0 3196,6 23 1,-2 10 0,5 5 0</inkml:trace>
  <inkml:trace contextRef="#ctx0" brushRef="#br0" timeOffset="47009">21052 17085 11311,'-3'-35'3276,"8"-10"-6553,11 23 3164,-3 1 1,-10 20 0,-14 12 0</inkml:trace>
  <inkml:trace contextRef="#ctx0" brushRef="#br0" timeOffset="47559">21039 17016 10231,'-5'-7'1529,"-2"-5"-1079,26 9-450,19-4-540,8 6 540,-10 1 0,-2 1 0,-6 0 0,6 1 0</inkml:trace>
  <inkml:trace contextRef="#ctx0" brushRef="#br0" timeOffset="47759">21070 17157 10321,'-12'-1'2339,"1"1"-2069,40-1-1909,16-1 1,6-1 1169,-12 0 1,1 0 0,-2 0 0,3-1 0,-6-1 0,11-6 0</inkml:trace>
  <inkml:trace contextRef="#ctx0" brushRef="#br0" timeOffset="48940">21078 11139 9602,'-3'-11'989,"1"2"-90,2 2-449,-2 2-360,0 11 180,-2 10-270,0 23-180,1-13-450,2 10-2428,3-23 3058,1 1 0,2-8 0,3-6 0</inkml:trace>
  <inkml:trace contextRef="#ctx0" brushRef="#br0" timeOffset="49423">21092 10957 9332,'-3'-11'809,"0"1"-179,1 4-360,-5 1 0,-6 9-1,-8 5-134,1 6 0,0 3-45,-7 8 30,6 0 0,-2 5 0,4-4-30,-2 7-45,-1 9 0,3 1-45,16-4 0,6 8 0,19-6 0,-3-20 0,6-10 0,2-4 0,6-8 0,1-4 0,1-5 0,-8-5 0,-2-7-1639,4-15 1,-4-3 1580,-8 14 1,-5-2-266,-7-5 0,-3-4 1,-5 4 277,-8 5 0,-3 1-151,0-6 0,-3 1-344,-10 8 0,-4 7 276,-3 16 0,0 5 0,4-2 0,1 3 0,-3 9 0,-1 0 1</inkml:trace>
  <inkml:trace contextRef="#ctx0" brushRef="#br0" timeOffset="51341">23808 12145 9062,'9'-7'540,"-5"1"-451,9 5 181,2 3-270,-5 0 180,7 10-180,-13-5 0,-2 11 90,-13 4-90,-7 13 0,3-9-3277,-4 10 3342,16-27-65,0 8 90,11-8 0,0-2 0,16 2-90,-9-8-90,9 2-540,-1-1 3213,-10-1-2583,11-1 0,-15-2 0,5 0 0</inkml:trace>
  <inkml:trace contextRef="#ctx0" brushRef="#br0" timeOffset="51840">23945 12088 8882,'-5'-16'1079,"1"3"-269,-1 4-450,0 6-270,-8 1 449,-16 22-404,10-2 0,0 3-90,-3 4 0,1 4 0,-1 15 0,5 0-45,7-19 0,3 0-45,1 24 0,9-1-1594,11-21 1,3-2 1535,-7 4 1,3-3 9,8-6 0,4-6 93,24-14 0,-11-3-30,-8-9 0,3-7 0,-6-4 30,-5-10 0,-5-6 0,0 5 0,-1-2 0,-6-1-30,-12 0 0,-6-1 0,-3 4-15,-4 0 0,-5 4-405,-9 0 1,-5 10 449,-1 17 0,0 7 0,8-1 0,0 2 0,-5 8 0,0-1 0</inkml:trace>
  <inkml:trace contextRef="#ctx0" brushRef="#br0" timeOffset="53556">21169 13706 8162,'15'-3'-90,"-5"0"90,2 3 0,-2 1 0,-3 3 0,-1 7 0,-7 5 0,-6 9 0,1-6 0,-6 13 0,7-15 90,-2 10 0,5-13 0,8 3 0,4 2-90,0-3 0,3 6 90,-8-8 0,-3 8 90,-4-6 180,-21 4-270,10-12 0,-14 3-540,10-5 450,2-2 0,3 1 0,6-4 0</inkml:trace>
  <inkml:trace contextRef="#ctx0" brushRef="#br0" timeOffset="54100">21220 13718 8162,'-16'-35'2519,"-20"21"-4803,12 9 2374,-16 22 294,17 8 1,0 9-1,3 2-294,3 4 0,3 3 0,2 3-68,0-2 1,2 3-1,1 0 1,4-3-23,3 3 0,5-3 0,6-5 240,16 7 0,10-16-270,-1-28 0,4-12 0,-2-8-60,-2-7 0,-3-10 0,-3-4 22,-7 1 1,-3-6 0,-2 0 0,-2 1-222,1-1 1,-2 1 0,-11 0 130,-13 4 1,-8-2 0,-6 5-1,-3 15 213,-10 22 0,-6 17 0,2-2 0,5-11 0,1-1 0,0 5 0,3 15 0,0 0 0,0 0 0,0 0 0</inkml:trace>
  <inkml:trace contextRef="#ctx0" brushRef="#br3" timeOffset="55026">22155 14877 4696,'-11'-30'3276,"-20"30"-1638,8 19 0,0 6 0,3-6 0,1 1-498,-12 18 1,5-4-589,14-15 10,16 2 678,24-30-854,-5 0 1,2-1-1214,0-1 0,-1 1 978,3-1-968,8 3-341,-14 3 164,6-3-306,-8 12-800,-14 8 5376,-8 21-1638,-3-5 0,0 3-1368,3-5 0,2 0 87,-2 20 0,13-27 1,3-22-1</inkml:trace>
  <inkml:trace contextRef="#ctx0" brushRef="#br0" timeOffset="55492">22196 14578 9871,'-31'1'854,"3"15"1,-3 10-615,0 4 0,-1 6 0,2 4-195,5-5 0,2 3 0,1 1 0,3 1-865,3 1 1,2 2 0,2-1 0,4-1-89,1 1 0,3-2 1,9-3 526,13-6 0,7-2 0,0-7 693,14 3 12,-1-17 1,8-6 0,-4-10-14,-13-10 1,-3-8-1,-2-4-142,-1-1 1,1-2 0,-4-4 0,-6 0-125,-7-5 0,-7-2 0,-5 0 0,-6 4-293,-6 3 1,-6 2 0,-4 4-1,-1 4 246,-7 0 0,-4 7 0,1 8 0,-10 8 1,4 12-1,22 8 0,-1 0 0</inkml:trace>
  <inkml:trace contextRef="#ctx0" brushRef="#br0" timeOffset="56330">24104 13952 8882,'-10'-1'450,"3"0"-91,-9 11-269,9-3 180,-19 18-180,13-10 0,-9 11 90,6-1-180,8-6 90,2 4-90,10-8 0,7 2 90,6 0-90,-1-3 90,4 5-90,-13-12 90,-1 9 0,-12-9-180,-16 7-180,3-4 0,-4 1 270,-4-1 0,16-7 0,-9 4 0</inkml:trace>
  <inkml:trace contextRef="#ctx0" brushRef="#br0" timeOffset="56581">24020 14023 8612,'-3'-9'540,"3"1"-270,8 2-90,11 2-540,7 0-540,2-1-449,-1-2 1349,-10 2 0,2-3 0,-4 1 0</inkml:trace>
  <inkml:trace contextRef="#ctx0" brushRef="#br0" timeOffset="57024">24102 13788 8342,'-11'-12'1709,"-9"2"-1439,8 7 180,-14 11 0,-2 4-271,-2 4 31,1 6 0,-7 9 0,5 1-90,10-1 0,5 1 0,-1 2-60,-5 2 0,-1 2 0,5 2 0,6 3 0,4 2 0,5-4-15,5-3 0,5-1-45,7 7 0,5-2 45,2-16 0,1-4-45,-3-2 0,2-4 0,16-8 0,1-7 0,-1-6 0,4-3 0,4-7-90,-15-5 0,0-5 0,-2-1-850,-3 4 1,-2-1-1,1-4 872,0-5 1,0-4 0,-1-1-1,-5 4 68,0-4 0,-6-2-90,-6 3 0,-3-7 0,-3 1 1,-3 4-181,-11-6 0,-5 1-269,5 4 0,-2-2 0,-5 7-554,-8 12 1,-5 5 0,2 4 781,-1 5 1,-1 6 0,-2 3 0,-3 4 0,1 2 0,-5 4 0,0 1 0</inkml:trace>
  <inkml:trace contextRef="#ctx0" brushRef="#br0" timeOffset="60614">1301 14286 7892,'1'-22'2609,"1"9"-1530,-1-5 1,0 12-720,-7 21-1,-10 28-1452,4-14 1,-3 5 0,1-1 785,0 2 0,-1 1 113,-6 7 1,-2 5 0,3-7 148,7-15 0,0-2-59,-6 15 0,0-3 194,5-9-90,8-18 0,10-18 0,12-17 0,5-4 0,-8 7 0,0-1 5,11-13 0,2-3-5,-8 10 0,0-1 0,-1 2-45,0 0 0,1-1 45,3-6 0,4-3 0,-2 3 104,0-2 1,-1 4-150,1 0 0,-1 2 0,-4 3 0,-3 14-45,-5 52 90,-10 11 0,-2-12 0,-1 6 0,1-3 0,0 3 0,0-1 865,2-7 0,0 0 1,2-1-956,1 3 0,2-3-225,-1-1 0,1-3 2360,3 3-2045,2-12 0,-7-17 0,2 1 0</inkml:trace>
  <inkml:trace contextRef="#ctx0" brushRef="#br0" timeOffset="60817">1267 14510 10861,'8'3'360,"25"0"-1999,-8 1 1,1 1 1447,1-2 1,-1 0 0,9 3 0,-9-1 0</inkml:trace>
  <inkml:trace contextRef="#ctx0" brushRef="#br3" timeOffset="61278">1226 15403 10501,'-3'-11'3276,"-1"3"0,3 1 0,-9 36-2636,4-13-437,0 7 0,-1 3-249,2 3 1,1 2-120,2 1 0,2 2 192,-1 10 0,3 1-1666,6-8 1,1-4 937,4 7 0,4-19 1,-11-20-1</inkml:trace>
  <inkml:trace contextRef="#ctx0" brushRef="#br3" timeOffset="61729">1193 15395 10051,'-5'-12'3276,"2"-1"-170,13-3-2794,-3 5-119,38-11 377,-11 13-242,-2 2 0,1 0 306,9 3 478,1 6-756,-16 8-3633,-15 14 477,-5-6 3537,-24 17-648,1-17 1024,-3 4-1233,7 3-445,20-7-584,4 8-268,7-11 0,3-1 2125,0 3 1586,12 20-2513,-33-11 267,-15 1 1,-9 5-1,1-3-74,1-3 0,-2-1-403,-8 6 1,-5 4-1,6-6-2848,-2 3 3189,3-1 1,28-16 0,2-4 0</inkml:trace>
  <inkml:trace contextRef="#ctx0" brushRef="#br3" timeOffset="62479">1321 16838 23919,'-8'-8'-1520,"0"1"653,2 8 3074,-4 3-1190,-1 5-683,-10 8-214,5 2 1,-2 3-1760,-2 6 1,1 2 1216,-2 5 0,3 0 96,5-6 1,3 0 194,6 4 1,7 0-1075,11 0 0,6-1 299,-2-2 0,3-1 353,2-1 0,5-6-407,8-11 1,3-7-680,-8-5 1,-1-3 1711,4 3 0,-2-2 0,-3-4 0,-4-3 0,2-3 0</inkml:trace>
  <inkml:trace contextRef="#ctx0" brushRef="#br3" timeOffset="63040">1320 17732 24908,'4'-10'-3277,"-1"2"1956,-7 24 405,1 8 201,-4 14 602,3-1 1,0 1-338,1 2 328,-1 6 0,0-2-1272,2-14 684,-1 4 0,2-2 603,1-10 1,-1 6 0,2-20 0</inkml:trace>
  <inkml:trace contextRef="#ctx0" brushRef="#br3" timeOffset="63435">1266 17698 24099,'16'-24'-1615,"-9"9"2303,30 8 0,12 12-722,-18 6 0,-2 6 0,2 1-248,4 4 1,1 2-1,-2 0 65,-5-2 1,-2 0 0,-7 4-204,-10 10 1,-9 5-1,-4-7-156,-11 3 726,-5-11 0,-8 5 1,-5 0-1,0-6 423,-6-5 0,-2-5 0,-2 1-694,5 0 0,-2 3 0,0-2 0,3-3-972,-3-3 1,3-3 0,5-2 429,-6-5 1,41-14 0,15-2 0</inkml:trace>
  <inkml:trace contextRef="#ctx0" brushRef="#br3" timeOffset="63652">2065 17988 25268,'-13'-18'-820,"3"4"1,5 7 0,4 5 0</inkml:trace>
  <inkml:trace contextRef="#ctx0" brushRef="#br3" timeOffset="66257">1425 18417 22929,'-1'5'-3277,"-1"-4"4760,3 19-3577,0 14 838,-2-15 929,0 7 0,0-1-255,1-9 78,-4 20-1052,2-22 487,-1 8-1729,1-10 2867,1-1 1,0-6 0,1-3-1</inkml:trace>
  <inkml:trace contextRef="#ctx0" brushRef="#br3" timeOffset="66583">1487 18363 23109,'6'-15'-3277,"7"-1"3305,14 4 615,0 3 0,0 0 254,7-1-1029,-4 2 1,-2 2 245,-9 3 1,2 0 0,-13 2-1</inkml:trace>
  <inkml:trace contextRef="#ctx0" brushRef="#br3" timeOffset="66860">1459 18482 22210,'0'11'-3277,"9"-1"1255,16-3 2153,14-3-131,-6-5 218,3 0 1,-17 0-1,4-1 1</inkml:trace>
  <inkml:trace contextRef="#ctx0" brushRef="#br0" timeOffset="72677">2564 14317 8792,'12'-14'720,"10"1"-2789,11 7 2069,-5 4 0,-7 3 0,-13 2 0</inkml:trace>
  <inkml:trace contextRef="#ctx0" brushRef="#br0" timeOffset="72901">2608 14429 8432,'-3'9'1349,"14"2"-989,27-7-360,-6 0-180,13-6-1304,-17-2 0,-1-1 1484,5-1 0,1 0 0,0-1 0,1-2 0</inkml:trace>
  <inkml:trace contextRef="#ctx0" brushRef="#br0" timeOffset="73369">3773 14078 9422,'-25'-16'1619,"-6"4"-1080,3 18-179,-11 8-135,9 5 0,2 2-135,-9 11 30,16-7 0,0 5 0,3-2-30,7-1 0,3 1-90,-8 9 0,6 0-90,12-6 0,4-5 0,5 2 0,10-9 0,3-5 0,0-6 45,18-9 0,4-8 45,-22-1 0,0-3-45,17-8 0,-1-5 90,-10-13 0,-7-3-1194,-9 11 0,-2 0 1194,0-7 0,-5 0-242,-11 12 1,-6 1 241,-7 1 0,-5 4-225,-5 3 0,-2 7-1349,-5 6 0,2 7 1529,-11 18 0,21 19 0,23-10 0</inkml:trace>
  <inkml:trace contextRef="#ctx0" brushRef="#br0" timeOffset="73599">4166 14210 11221,'-12'-12'1349,"3"2"-1529,2 5 180,3 2 0,1 2 0,1 0 0</inkml:trace>
  <inkml:trace contextRef="#ctx0" brushRef="#br0" timeOffset="74068">4659 14018 10681,'-15'-32'2788,"-23"29"-2563,3 26 0,0 15-255,12-4 0,1 5 0,5 3-210,1 4 0,3 4 1,7-2 29,7-6 0,5-2 0,5-4 30,13 2 0,7-11 0,10-16 0,0-14 270,-12-14 0,-8-9 225,-12-4 0,-11-2-495,-16 4 0,-9 7 180,-4 10 0,0 8 0,-13 17 0,47 14 0</inkml:trace>
  <inkml:trace contextRef="#ctx0" brushRef="#br0" timeOffset="74278">5051 14305 11580,'8'-22'3276,"-1"4"-6553,-3 6 2457,-7 13 1,-5-6 0,-8 11 0</inkml:trace>
  <inkml:trace contextRef="#ctx0" brushRef="#br0" timeOffset="74720">3675 13349 9602,'-7'-9'1888,"19"13"-1798,-4-2 0,30 14-899,5-7 359,-7 0-1439,13-2 1889,-27-5 0,2 0 0,-4-1 0</inkml:trace>
  <inkml:trace contextRef="#ctx0" brushRef="#br0" timeOffset="74995">3781 13468 10051,'-13'3'900,"1"4"-451,8 6-359,2 0 360,0 33-360,1-14-90,1-5 0,0 1-540,-3 17-2737,-4 2 2972,1-14 0,-5 1 0,4-21 0</inkml:trace>
  <inkml:trace contextRef="#ctx0" brushRef="#br0" timeOffset="75200">3622 13833 9512,'-11'1'1529,"18"2"-1349,0-4-90,26 3-1080,-1-5 1,3-1 520,-4-1 1,1-1 0,8 0 0,0-2 0,-14 0 0,-1 0 0</inkml:trace>
  <inkml:trace contextRef="#ctx0" brushRef="#br0" timeOffset="75601">4224 13537 11041,'-41'26'1079,"18"4"0,2 6-1169,0 3 1,6 3-31,8-7 0,4 3 0,10-8 30,14-9 0,8-11 45,5-14 0,-1-13 90,-9-16 0,-7-8-45,0 5 0,-11 1-675,-30-6 1,-11 14 674,3 31 0,5-7 0,2 4 0,9 27 0</inkml:trace>
  <inkml:trace contextRef="#ctx0" brushRef="#br0" timeOffset="75987">4598 13616 10321,'-8'-14'1709,"-6"-5"-1169,9 12 0,-6-5 89,-4 24-449,7-5 90,-11 33-270,15-5-135,2-3 0,3 2-90,5-2 0,2-2 135,-2-2 0,5-3-135,6-3 1,6-8 179,4-18 0,2-10 90,7-12 0,-1-8 45,-3-2 0,-4-4-31,-11 8 1,-3-2 0,-4 0 75,-6-12 0,-4 1-180,-2 12 0,-2 2-675,-5 1 1,-3 9-2558,-9 23 2859,2 14 1,3 23-1,8-8 1</inkml:trace>
  <inkml:trace contextRef="#ctx0" brushRef="#br3" timeOffset="76595">1877 15552 28986,'5'-9'-3277,"0"0"2052,-1 4 2184,13-6 98,3 4 63,9-4-1250,16 4 236,-22 4-597,9 0 700,-16 6 0,-7-1 1,3 3-1</inkml:trace>
  <inkml:trace contextRef="#ctx0" brushRef="#br3" timeOffset="76782">1918 15659 27382,'-11'6'1764,"1"-1"-1695,12-1-2968,18-6 4054,17-4-1125,1-1 0,2-2-1669,-3 1 1,1-1 1364,-7 2 1,3 0 0,-1 0-1,14-2 1,1 0 0,-15 3 0,0 0-1,0 0 1</inkml:trace>
  <inkml:trace contextRef="#ctx0" brushRef="#br3" timeOffset="80631">3592 15158 24490,'-7'-10'-3277,"-4"5"944,-5 8 5110,-12 20-2113,9-2 1,1 4-524,0 4 0,0 2-185,4-1 0,1 3 1,3 0-194,1 13 1,4 0-434,2-1 0,5 0 755,9-1 1,5-4-740,-1-15 1,5-5-161,16-1 1,5-7 552,-6-10 1,0-6 491,-3-1 1,2-3 0,-1-3-977,0-6 0,-1-3 1,-1-3 1036,-2-4 0,-1-2 0,-2-2 33,-1 1 1,-2-1-1,-4-2-35,-4-6 1,-3-3 0,-6 2 427,-5-6 1,-9 1-212,-6 5 1,-6 0-1,0 4-1359,1 4 1,-3 5-168,-9-6 1,-4 8 276,1 21 1,2 6 670,-8 1 88,2 5 0,3 7-689,17 4 1,4 3 754,-9 19 1,17-16-1,3 1 1,10 13 0</inkml:trace>
  <inkml:trace contextRef="#ctx0" brushRef="#br3" timeOffset="80865">4264 15363 25642,'-5'-14'-3277,"1"3"2457,4 2 1,3 5 0,2 1 0</inkml:trace>
  <inkml:trace contextRef="#ctx0" brushRef="#br3" timeOffset="81302">4673 15063 26398,'-12'-5'-1912,"0"0"530,13 1-535,14 1 4049,27-1-1235,-5 2-624,4-1 1,-1 0 146,-7 2-489,2-1 0,-1 2 677,-8 7-219,-3 6-571,-26 16 1,-10 6-568,1-5 0,-3 2 413,-4 7 1,-4 4 0,2-2-222,-1 4 1,2 0 79,3-3 1,0 2 0,4-2 863,4 5 1,5-1-766,1 0 1,5-3 0,4-14 0,4-4-1,13 5 1</inkml:trace>
  <inkml:trace contextRef="#ctx0" brushRef="#br0" timeOffset="82057">2052 16852 9781,'-9'-2'1260,"1"0"179,2 1-1079,19-4-180,-5 2-1,20-2 1,5 0-360,-8 1-405,8 0 1,1 1-1305,-9 2 1889,8 3 0,-17 1 0,-3 2 0</inkml:trace>
  <inkml:trace contextRef="#ctx0" brushRef="#br0" timeOffset="82280">2128 16980 9781,'-17'5'3059,"3"-1"-2879,42-8-1,-6 1-314,6-4 0,12-2 0,3-2 1,0 0-686,0-1 1,0 0 0,2-1 0,0 0-1,2 0 1,2-1 0,-1 1 0,0-1 600,-2 1 1,-1-1-1,0 1 1,2 0-1,-8 1 1,2 1-1,-1 0 1,2-1-1,-1 0 1,6-1 0,-1 0-1,0 0 1,1 0-1,-1-1 1</inkml:trace>
  <inkml:trace contextRef="#ctx0" brushRef="#br0" timeOffset="84063">4169 16341 9602,'-3'-19'1169,"1"7"-719,-6-1 179,-9 11-449,-1 2 90,-9 10 0,-1 4-90,-5 8 29,2 7 1,-5 10 0,6-1-120,11-5 0,3 2 0,-3 10 0,1 5 0,7-5-45,9-11 0,8-2 15,13 7 0,8 3 0,5-9-60,-3-16 0,3-6 0,0 1 0,1 8 0,0 2 0,3-9-23,5-15 1,4-10-1,-1-4 1,-7-1 22,-2-6 0,-4-4-1093,7-1 1,2-4 0,-8 1 1034,-14 2 1,-7 1-171,-3 3 1,-6-2 227,-13-10 0,-9-4 0,0 4 0,6 9 0,-3 1-23,-7-3 1,-6-5-1,-2 3 1,4 8-23,5 9 0,-4 7-338,-7 4 1,-9 3 0,-1 4 0,7 3-1238,-1 13 1,3 4 1619,-4-3 0,-3 2 0,9 2 0,10 8 0,8 1 0,8-5 0,0-1 0</inkml:trace>
  <inkml:trace contextRef="#ctx0" brushRef="#br0" timeOffset="84609">2261 17631 9781,'3'-8'540,"0"1"360,4-3-721,-2 4 631,21-10-720,-14 11 90,22-6-360,-6 5-899,9 1-271,-1 1 1350,-1 4 0,-13 2 0,-1 1 0</inkml:trace>
  <inkml:trace contextRef="#ctx0" brushRef="#br0" timeOffset="84835">2475 17672 9512,'-9'6'2878,"39"-5"-3103,14-7 0,9-4 225,-6 1 0,3-1 0,-1 0 0,-4 0 0,0 0 0,-1-1 0,-5 0 0,-1 0 0,1 0 0</inkml:trace>
  <inkml:trace contextRef="#ctx0" brushRef="#br0" timeOffset="86823">3977 17254 9332,'-5'-7'2608,"-1"0"-1888,-20 21-540,7-3 44,-10 12 1,-2 3-90,9-5 0,1 1-45,-4 2 0,0 2 45,-1 10 0,4-1-45,2 3 30,9-4 0,1 8 0,5-4-120,5-9 0,5-1 0,3 7 0,3 3 0,4-7-45,6-6 0,6-6-15,3-5 0,6-3 0,1-5-1033,3-8 1,1-7 0,-1 1 993,-6 3 1,-1 0 0,1-4 9,4-10 1,3-6 0,-2-3 0,-8 3 88,-5-1 0,-4-4 30,4-8 0,1-6 0,-8 4 15,-10 10 0,-8 0 0,-9-3 0,-6-6 0,-5 1 0,-2 7-15,-7 7 0,-3 5 0,-1-1-60,1-12 0,-1-3 0,-4 11-285,-3 17 0,-5 8 0,0 7 0,6 4-778,5 11 1,5 8 0,-1-3 682,-6-5 0,-2-2 1,6 3-1,8 7 1,6 4-1,5-6 0,6 8 1</inkml:trace>
  <inkml:trace contextRef="#ctx0" brushRef="#br0" timeOffset="88400">2532 18244 8522,'-16'2'2159,"2"2"-900,-2 1-809,8 1-180,11 1 0,12-2-1080,31 0 810,-11-1 0,1 0 0,-6-1 0,0 0 0,1 2 0,0 0 0</inkml:trace>
  <inkml:trace contextRef="#ctx0" brushRef="#br0" timeOffset="88612">2592 18471 10051,'-15'5'3238,"5"-1"-3148,7 2-539,13-2-541,10-1 990,12-8 0,3-2 0,14-5 0,-10 1 0,0-1 0</inkml:trace>
  <inkml:trace contextRef="#ctx0" brushRef="#br0" timeOffset="89091">3616 18209 11221,'-17'-13'2518,"-3"1"-2158,-2 2 90,-4 9-360,11 6 359,-21 26-449,21-14 45,-6 13 0,2 4-225,10 7 45,2-12 1,5 1-316,22 15-180,19-19 450,-14-16 0,3-4-45,12-7 1,0-7 134,-7-1 0,-1-5 0,9-9 0,-3-3 90,-1-6 90,-18 0 0,-10-1 90,-31-11-90,9 18 0,-6 2-1729,-22 7 1,-3 6 1253,-3 3-275,10 10 0,5 6-2617,9 12 2843,6-3 1,11 9-1,12-9 1</inkml:trace>
  <inkml:trace contextRef="#ctx0" brushRef="#br0" timeOffset="89351">4253 18246 11670,'-30'-12'0,"12"5"0,5 7 0,13 2 0,5 6 0</inkml:trace>
  <inkml:trace contextRef="#ctx0" brushRef="#br0" timeOffset="89796">4419 18121 11041,'-5'-15'1619,"23"-3"-1439,-2 10-135,16 1 0,3 3-45,-8 3-270,13 4 0,-1 6 0,-15 16 180,-11-2 0,-7 4-1549,-25 15 1,-12 1 1106,9-13 0,-2 0 156,-5 3 1,-4 3 0,6-7 375,-1 1-145,4-3 1,5 1 144,15-8 90,31 7-180,2-19 0,4-3 1132,-2 0 1,2-1-1178,2-4 0,1-2-1304,4 0 0,-1-1 1439,-12 1 0,1-1 0,13-1 0,0 0 0,7-3 0</inkml:trace>
  <inkml:trace contextRef="#ctx0" brushRef="#br0" timeOffset="90242">5310 18079 10141,'-16'-18'2879,"4"8"-2430,-11 2 451,-17 24-2539,17 1 1,0 1 1420,1-4 1,2 2 646,0 10 1,11 2-1419,38 7 134,-5-9 1,2 1 359,6-4 1,1-1 449,-6-7 0,-3-1 45,0 10 3276,-40 0-2724,-4-8 1,-4-1-418,-4 2 0,-3 0-345,0-4 0,-2 0 0,3-2 210,5-1 0,2-1 0,-11 3 0,41-14 0</inkml:trace>
  <inkml:trace contextRef="#ctx0" brushRef="#br0" timeOffset="90436">5198 18156 10681,'-40'-18'2249,"11"3"-990,12-4-899,29 3-540,14 0 0,7 1-360,3 1 1,4 1-554,0 1 1,4 0 0,-3 2 969,8-2 0,-2 2 0,0 1 0,-1 2 0,-14 2 0,0 0 0</inkml:trace>
  <inkml:trace contextRef="#ctx0" brushRef="#br0" timeOffset="90627">6039 18146 12030,'-14'-5'2249,"-9"-6"-3688,23 11 1439,-2 6 0,10 8 0,-1 8 0</inkml:trace>
  <inkml:trace contextRef="#ctx0" brushRef="#br3" timeOffset="119139">5171 15359 13950,'8'-7'919,"0"2"-1719,-2 5 1091,-2 0-100,2 11-435,-4-3 112,2 10-80,-2-5-484,2 8 651,1 2-21,-1-8-176,2 3-23,8-15 397,-4-1 164,17-13-58,-7-3-207,0-3 1,4-3 42,0-2 1,4-3 12,1 0 0,5-5 0,1-1 0,-4 4-58,-5 4 1,-3 2 0,3-2 12,5-4 0,3-2 1,0 0-1,-4 2-51,10-7 1,-4 4-140,-7 6 0,-1 1-163,7-7 1,-2 4-949,-4 7 719,-9 6 540,-2 4 0,-15 8 0,2 1 0</inkml:trace>
  <inkml:trace contextRef="#ctx0" brushRef="#br0" timeOffset="120606">3390 15949 9691,'-15'-5'-89,"-9"-2"628,9 2 1,-6-2 90,5 4-1,0 1-269,4 2-90,2 3-90,15 5 0,24 0 0,7 0-136,-11-2 1,4-1-45,6 0 0,10-2 0,5 1 0,-2-2 0,-5 0-311,-3 0 1,-3-1 0,6-1 271,-4 0 0,5 1 1,5-1-1,1-1 1,1 1-1,-2 0 1,-2-1-245,-3 0 1,-1 0 0,-1 0 0,0 0 0,0-1 0,2 1 252,4 0 0,1 0 0,0-1 0,1 1 0,0 0 1,0-1-23,-5 1 1,2-1-1,-1 0 1,0 0 0,0 0-1,-3 0 1,-3 0 51,11 0 0,-4 0 0,-3 0 0,1 0 22,-4 0 1,1-1-1,-3 1 1,-3 0 112,10-2 0,-10 0-225,-16 2 90,-3-4 0,-15 11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4:36.687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12118 14940 7353,'-14'-4'2518,"1"0"-2608,14 8 270,2-3 0,26 9 0,13-6-180,1 0 45,-2-1 0,5-1-611,0 0 0,0 0 566,-1-1 0,3 1 22,-9-1 1,3 0-1,2 1 1,-1-2-1,-3 1 1,0 0-1,0 0 1,2-1-5,0 1 0,1 0 0,2-1 0,0 1 0,-1-1-18,-2 1 0,0-1 0,0 1 0,-1-1 0,-3 1 0,9-1 0,-4 0 0,1 1 0,3-1 0,0 0 0,0 1-168,-5-1 0,0 0 0,1 1 168,4-1 0,2 1 0,1 0 0,-6-1 0,1 1 0,0-1 0,-1 1 0,5-1 0,0 0 0,-1 0 0,-9 0 0,1 1 0,-1 0 0,-1-1 30,4 0 0,-1 0 0,0 0-60,0 0 0,1 1 0,-3 0 30,7 0 0,-1-1-15,-9 1 1,2-1 0,-1 1 14,-2-1 0,-1 0 0,0 0 0,3 0 0,1 0 0,-1 0 0,11 0 0,-1 0 0,1 0 0,-2 0 0,-11 1 0,-1-1 0,7 0 0,-2-1 0,5 1 567,-12 0 1,-1-1-568,19 1 0,-22-1 0,2 1 0,6 0 0,0-1 335,-8 1 1,-1-1-336,8 0 0,-2 0 53,12 0-53,5-2 0,-24 2 0,1-1 90,-6 1 90,1-2-90,-1 0 89,-3-3-89,-4-1 0,3-6 0,-9-3-90,-1-15 90,-7 0 0,-8-17 90,1 10 0,-5-10-180,5 21 90,-2-6 180,2 6-180,0 2 90,-4-9-90,3 17-90,-2-1 90,0 7-90,-2-1 90,1 3-90,-14-3 0,2 6 0,-1 1 0,-2 0 0,-7 0 44,7 2 1,-5 0-45,-15 2 0,-2-1-433,10 1 1,-1-1 432,5 1 0,-3 1 0,-3-1 0,-1-1 0,-1 2 0,-2-1 0,-1 0 0,1 0 0,1 0-289,-1-1 1,2 1 0,-1 0 0,-5 0 288,8 0 0,-5 1 0,-3-1 0,-1 0 0,0 1 0,2-1 0,3 0 0,6 1 0,-15-1 0,8 0 0,-5 0 0,12 1 0,-4-1 0,-2 1 0,0 0 0,1 0 0,2 0-681,-11-1 0,2 1 0,2-1 1,2 1 680,-1 0 0,2 0 0,-3-1 0,7 1 0,-3-1 0,-2 1 0,1 0 0,0-1-144,2 1 0,1 1 0,-1-1 0,2 0 0,0 0 144,-5 0 0,2 0 0,0 1 0,-5-1 0,3 1 0,-4-1 0,-1 2 0,-1-1 0,2 0 0,4 0 0,-2 0 0,2 1 0,3-1 0,0 1 0,1-1 0,2 0 0,0 1 0,0-1 0,-11 2 0,1-1 0,3 0 0,12 0 0,2 0 0,1-1-45,-17 2 0,0-1 75,11 0 0,-2 1 0,2-1 183,-3-1 0,0 1-213,-7 0 0,0 0 0,6-1 0,5 1 0,-6-1 731,11 0-731,18 0 2939,-14-1-2939,12 0 1336,-19 1-1336,-5 1 0,-4 0 0,6 0-60,6-1 60,12-1 0,-5 1-90,4 1 90,4-1-90,6 1 90,10 4 0,7 2 0,10 4 0,5 5 0,1 3 0,-4-2 0,3 13 0,-2 1 0,-1 2 0,-3-4 0,0 1 0,3 13 0,-4-12 0,0 0 45,-4-3 0,-1-2-45,5 6 0,-1 8 0,-6-21 0,0 1 0,0 0 0,-3-8 0,5 5 0,-3-5 0,0-2 0,-1-4 0,-2-3 0,1 0 0,11-2 0,10-2 0,1-1 0,-1 0 0,4-1 0,3-1 0,2 1-276,-4-1 1,5 0 230,2 0 0,7 0 0,2 0 0,-2-1-255,2 1 0,-2 0 0,4 0-356,-4 1 1,5-1-1,1 0 1,-2 1 0,-4 0 290,3-1 1,-4 1 0,1 1 0,3-1 0,1 1 0,-6 1 0,-9 0 0,0 0 0</inkml:trace>
  <inkml:trace contextRef="#ctx0" brushRef="#br0" timeOffset="1985">15292 13029 9062,'5'-7'-383,"-10"1"1,4 4 0,-7 2 0</inkml:trace>
  <inkml:trace contextRef="#ctx0" brushRef="#br0" timeOffset="5118">23029 11824 8702,'-14'-3'630,"-15"13"-585,-2 10 0,-2 6-45,-1 5 0,1 1-334,2-3 1,3 2 378,1 8 0,6 0-45,11-11 0,1-2 0,0 0 0,0 0 153,4 4 1,3-2-244,1 11-519,2 4-1190,3-12 1799,5-16 0,-4-11 0,0-3 0</inkml:trace>
  <inkml:trace contextRef="#ctx0" brushRef="#br0" timeOffset="5467">23548 11685 8702,'8'-10'900,"-14"22"-721,-19 21 1,-9 9-150,11-12 0,-2 0 0,-1 4-850,-4 2 1,-3 4 0,0 0 0,3-5 84,3-4 1,3-3 0,-1 1 734,-4 3 0,0 2 0,2-4-224,1-1 1,2-3 88,5-5 0,0 0 240,-2 3 1,2-2-106,6-6 0,3-2 0,3-2 0</inkml:trace>
  <inkml:trace contextRef="#ctx0" brushRef="#br0" timeOffset="5801">23589 11776 8702,'3'5'989,"-9"17"-854,-10 19 0,-3 5-90,5-15 0,-2 0-201,-3 5 1,-4 4 0,0-1 215,-1-5 0,-1 0 0,2-2-15,-3 5 0,0-1-135,-3 2 0,-3 1 0,3-4-495,4-7 1,2-2 37,-6 5 1,1-2 0,7-7 0,3-4 0,-7 5 0</inkml:trace>
  <inkml:trace contextRef="#ctx0" brushRef="#br0" timeOffset="6151">23744 11969 8792,'9'-10'899,"0"1"-719,-13 19 90,-7 10 0,-4 3-180,-8 15 0,0-2 0,-5 4 30,3-4 0,-2 3 0,1-2-349,2-5 1,0-1-1,-1 1 139,-2 4 0,-3 3 0,0-1 1,4-5-1,-1-1 0,1-3-225,-1 2 0,2-3-2203,1-4 2518,7-7 0,0-1 0,12-12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59:08.7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1010 3023 13199,'-10'-2'1889,"0"0"-989,4 1-540,-2 1 179,2-1 1,-2 1 0,2-1 449,-1 1-899,17 1 0,-4-2-90,15 1 90,-8-2 0,0 1 0,2-2 0,8 1-90,-4 0 0,4-1 0,-7 0-360,3 1 90,-5 0-719,4 0-1440,-10 2-3507,0 1 5936,-8 4 0,-5 6 0,-4 3 0</inkml:trace>
  <inkml:trace contextRef="#ctx0" brushRef="#br0" timeOffset="251">1061 3176 15628,'-10'1'1439,"4"4"-1349,4 1 0,3 10 0,-1-3 0,1 7-90,-2-3 90,1 3-90,0 0 90,-1 4-90,0-1-90,-1 1-180,0 10-90,0-11 1,0 8-181,2-14-2698,0 4 0,1-6 3238,0 1 0,1-3 0,0 0 0</inkml:trace>
  <inkml:trace contextRef="#ctx0" brushRef="#br0" timeOffset="476">884 3622 16438,'-3'11'1169,"0"-3"-989,9-4 90,4-5-90,1 0-90,6-2-1,0-1 1,2-2 0,4-2-270,3-2-89,2-1-1081,12-7-2607,3-2 629,-3 0 3244,-3-3 0,-13 6 0,0-3 1</inkml:trace>
  <inkml:trace contextRef="#ctx0" brushRef="#br0" timeOffset="867">1426 3273 15718,'-12'-7'1169,"-3"1"-809,8 4 0,-4 0-90,3 2 0,-1 1-1,0 0 1,-1 3-90,-1 2-90,1 1 90,-1 5 90,-4 10-90,1 6 0,-2 12-90,7-9 0,5 7-90,6-9-90,4-1 0,3-5 90,3-9-90,1-3 90,1-3-90,1-4 90,0-2-90,2-3 90,-1-3 0,1-3-90,2-5 90,6-11 0,-2-10 0,-4 0 0,-7-12 0,-14 3-239,-9-13 284,1 28 0,-2 1-45,-9-13 0,-3 12 0,10 17 0,-1 5 0,1 4-90,0 3-90,-2 4-179,1 2-181,0 4-1380,-1 10-4736,4 2 6656,3 3 0,6 5 0,4-4 0</inkml:trace>
  <inkml:trace contextRef="#ctx0" brushRef="#br0" timeOffset="1259">1771 3301 15808,'-4'-11'540,"-1"1"-270,0 1 359,-1 0-359,1 2 0,-2-1 0,3 4 0,-1 0 89,1 1-179,-3 2-90,1 3 90,0 3-90,1 3 0,1 4 90,-1 13-90,3-2 90,1 26-90,4-3-903,2-15 1,0 1 812,4 16-648,5-8 558,-3-18 90,1-5-90,2-3 0,1-3 0,1-3 1526,1-3-1526,-1-4 747,9-6-747,7-11 90,5-16 90,-7-1-90,-17 7 0,-4-2-238,-2-21 238,-7 15 0,-1 0 90,-5-17-894,-6 3 804,2 23 0,1 4 0,0 5 0,2 4-90,0 5-90,0 3 32,1 3-482,-1 4 291,1 2-1370,0 2-629,1 3-990,3 1 3328,0 2 0,3 9 0,0 4 0</inkml:trace>
  <inkml:trace contextRef="#ctx0" brushRef="#br0" timeOffset="4268">2356 3174 15178,'-8'-5'1440,"0"0"-361,4 2-989,4-3 0,0 3 0,6-2 0,-1 3 90,6-2-1,1 0-179,2 0 90,-1 1-90,-4 2 90,1 0-90,-1 1 90,0 0-90,-1 2 0,1 1 0,-3 2 90,0 1-90,-3 3 0,-3 5 0,-6 8 0,-6 11 90,-6 7-90,-4 6-622,4-13 0,0 2 577,1 2 0,0 0-688,-1 0 1,0-1 687,5-5 0,1-1-134,-1 7-375,4-3 374,3-5-153,2-2 153,2-6 867,2-3-957,0-3 1441,3-1-1531,0-2 437,1-2-706,1-1-2388,5-1 319,-3-3 2698,4 0 0,-4-4 0,0 0 0</inkml:trace>
  <inkml:trace contextRef="#ctx0" brushRef="#br0" timeOffset="4543">2253 4255 16977,'-1'9'3418,"1"0"-4137,1-5 719,1 1 0,-1-3 0,1 0 0</inkml:trace>
  <inkml:trace contextRef="#ctx0" brushRef="#br0" timeOffset="7695">5168 3264 12030,'2'-9'2249,"0"0"-1620,-1 3 361,1 0 719,-1 0-1349,-1 0-270,-5 4 90,-1 0-90,-5 7 89,-7 6-89,-1 2-381,-7 6 381,6-1 0,-1 2-90,3 1 45,-10 22-45,10-9-90,-3 15 0,14-22-179,7 2 179,4-14 0,3 5-90,1-9 469,1-1-379,3-1 47,0-3-47,2 0 0,0-3 0,2-1 0,-1 0 90,2-3-90,-3 1 90,0-2-90,-2 0 90,-1-1 0,2-3 0,-3 0 0,-2-3 0,-4 3 90,-3-1-90,-5-2 90,1 2-90,-4-2 0,4 6-90,-1-2 90,7 0 0,0 1 0,5 0 0,1 1 0,8-3 0,3-2 0,0 0 0,2 0 0,-8 2 90,0 0-90,-2 1 0,-1 0 0,-2 1-90,0 0 90,1 0 0,-4 0 0,3 1 0,-3 1 0,1 3 0,-2 1 90,2 8-90,-3 6 0,-1 13 0,-3 0 0,-3 13 0,1-14-463,-3 9 463,3-12 90,-2 0-90,0-2 0,1 13-90,1-14 90,0 6-180,3-13 0,0-6-539,4 3-720,3-11-3585,5-4 5024,-1-5 0,5-8 0,-3-1 0</inkml:trace>
  <inkml:trace contextRef="#ctx0" brushRef="#br0" timeOffset="7993">5512 3328 14998,'-7'-4'1260,"0"0"-1080,13 1 0,-2 1-91,10-1 91,-1 1-90,1 0-90,3 0 90,2 1 0,1-1 0,1 0 0,0 0-90,8-2-270,-3 0 90,0 1-179,-7 1-91,-9 1-3238,0 0 3688,-4-1 0,0 1 0,-4 0 0</inkml:trace>
  <inkml:trace contextRef="#ctx0" brushRef="#br0" timeOffset="8251">5661 3316 14729,'-8'3'1349,"2"1"-1079,3 0-90,1 3-1,2 1 1,-1 2 0,0 3-90,1 2 0,0 3 90,0 1-90,0 4 90,-1 13-90,-1 4 0,-1 1 0,0 6-90,0-14-494,0 0 314,2-8-180,0-10-89,1-3-181,0-2-449,1-1-1260,1-3-899,2 0 3316,0-2 1,4 1-1,0-1 1</inkml:trace>
  <inkml:trace contextRef="#ctx0" brushRef="#br0" timeOffset="17260">7469 3470 14729,'4'-8'899,"0"1"-719,0 5-90,2-1 0,0 0 0,1 0-90,1-1 90,2 1-90,2-2 90,0 2-90,0-1 90,1 1-90,0 0 90,4 0-90,0 0 90,2 2-90,-5 1 90,-3 5-90,-6 0 0,-1 4 0,-4 0 0,-3 3 0,-1 1 0,-2 4 89,-1 0-89,-3 2 0,-4 7 0,3-7 0,-4 6 0,6-10 0,-1 4 0,0-4-89,0 3 89,3-6 0,2-4 0,2-3 0,9-10-90,-1 1 90,8-10 0,3-5 0,-1 1 0,6-7 0,4-7 0,-6 9 0,9-11 0,-10 13 0,-2 3 0,-4 5-90,-4 6 90,-2 1 0,-1 2 0,-1 1 0,1 7 0,-3 0 0,0 6 0,-3-1 0,-1 3-90,0-1 90,-2 3 0,1 1 0,0 0 0,0 1 0,0 4 0,2-2 0,-1 1 0,2-4 0,1-6 0,1 1-180,2-3 0,1 0-90,1-4-180,1-2-89,2-1-631,0-1-2877,10-4 4047,-5 1 0,12-4 0,-6 1 0</inkml:trace>
  <inkml:trace contextRef="#ctx0" brushRef="#br0" timeOffset="18444">7981 3586 13379,'7'-1'900,"-2"0"-810,-4 10-90,-1 0 180,-2 6-90,0 4-90,-1 2 90,0 7 0,0-5-180,1 6-90,1-8-90,1-2-90,0-8-270,1-1-269,-1-1-900,2-2 720,0 0 1079,1-2 0,2 2 0,3-1 0</inkml:trace>
  <inkml:trace contextRef="#ctx0" brushRef="#br0" timeOffset="19120">8262 3512 12660,'-1'-11'2698,"-1"0"-2608,2 27 0,0-11-90,0 19 0,1-17 90,0 1 0,1 0-90,0 1 0,2-1 0,1 0 90,1-1-90,1-1 0,-1 0 0,1-1 0,0-3 0,0 1 0,1-1-90,6-2 90,-4-1 0,9-4 0,-5-3 0,2-5 0,-4 1 0,-4 0 0,-2 2 0,-2 1 0,0-1 0,0 2 0,-1 1 0,0 0 0,0 2 0,-1 0 0,2 10 0,-2 0 0,2 18 0,-3 8 0,1 1-771,-2 10 771,0-10 0,1 6 0,-1-2 0,0 1 0,0-4 0,0-3-156,0-5 156,0-2 0,0-2 0,0-3 0,0-2 90,-2 2-90,-2-3 750,-1-2-750,-4-4 267,-1-10-267,-7-4 0,2-3 0,-1-4 0,3 2 0,1-2 0,0 0 0,2 0 0,0 0 0,3 1 0,0 1 0,1-1 0,2 3-90,1-2 180,3 1-180,2-1 90,3 0 0,1 0-90,9-5-270,3-1-179,8-3-631,1 2-899,-6 6 1,-2 0 2068,-6 6 0,3-2 0,1 0 0</inkml:trace>
  <inkml:trace contextRef="#ctx0" brushRef="#br0" timeOffset="19351">8817 3692 14819,'6'4'539,"-1"0"-359,-6 8 90,-1 5-270,-1 2 180,0 12-180,-1-10 0,0 7-180,2-8-180,0 0-180,0-2-449,1 0-1170,-1-3-89,2-1 2248,0-1 0,0 2 0,1 0 0</inkml:trace>
  <inkml:trace contextRef="#ctx0" brushRef="#br0" timeOffset="22959">9558 3527 11580,'7'-8'270,"0"1"-90,-2 4-90,2-1 180,3-1 0,4-1-180,0 0 0,2 2 0,-5 0-90,1 2 90,-1 0 0,0-1-1,0 2-89,-2 0 90,0 2 0,-1 0 0,-1 1 0,0 5 0,-2 3 0,-1 3 0,-6 10-90,-6 1 90,-6 10 0,-4-4 0,-5 3-90,7-14 90,0 3-90,6-11 90,1-1-90,1-2 90,2 0 90,-3 1 90,2-1-1,1 0 271,0-3-450,15-12-90,-3 3 90,11-8-90,-5 4 90,2-1-90,0 0 0,3-2 90,3-1-90,0 0 0,3-2 0,-1 0 90,6-1-90,-2 0 0,-1 3 0,-5 1 0,-7 4 0,-2 1 90,-3 2-90,-2 5 0,-5 5 0,0 1 0,-5 5 0,-1-2 0,0 3 0,-1 2 0,0 1 0,-1 2 0,1 1 0,-1 5 0,3-4 0,-2 7 0,4-11 0,0 1 0,2-6 0,1-2 0,1-1 0,1-1 0,0-1-90,2-1-180,1-3-90,0 0-90,1-2-269,1-1-1440,1-1-449,1-1 2608,0 0 0,5-3 0,2-1 0</inkml:trace>
  <inkml:trace contextRef="#ctx0" brushRef="#br0" timeOffset="23418">10002 3826 15088,'6'-11'630,"1"2"-540,-2 5 90,1-1 0,1 1-90,2-2 90,0 2-90,1 0 0,1 0-1,5 0 1,-4 1 0,3 1-90,-7 1 90,1 1 0,-2 1-90,-1 1 90,0 1-90,-3 2 90,0 1-90,-3 2 0,-2 0 90,-2 3-90,-2 0 0,0 2 90,-3 1-90,0 0 0,-1 1 0,0 0 0,0-2 0,1 1 0,-4 2 90,3-1-180,1-2 90,2-2 0,5-5 0,1 1 0,3-3 0,2 0 0,2-2 0,2-1 0,1-1 0,3 0-90,10-4 0,6-1-180,10-5 0,-6 2-359,7-3 89,-17 5-179,6-2-1530,-9 2-809,-2 0 3058,0 0 0,4-2 0,3-2 0</inkml:trace>
  <inkml:trace contextRef="#ctx0" brushRef="#br0" timeOffset="24103">10808 3605 14549,'-6'-11'180,"0"1"-1,1 3-89,1 1 180,0 0 0,1 1 0,1 0 360,-2-3-361,0 2 1,1 0 90,-1 1-270,-1 7 0,1-2 0,-3 7-90,3 0 90,-2 0 0,2 4-90,-1 0 90,1 2-90,1 5 90,2 4-90,1-1 0,2-2-90,1-5 90,1-2-90,0 0 90,2-3-90,1 0 0,1-3 0,1 0 0,1-2 0,1-2 0,0-1 90,1-2-90,6-5 0,-4 0 90,5-5 0,-6 2-90,3-6 90,-1-2-90,-1 1 90,-1-1 0,-6 8 0,0-1-90,-3 5 90,1 2 0,-2 5 0,0 2 0,-2 6 0,-1 3 0,-1 3 0,-1 4 0,-1 8 0,-3 20-45,3-20 0,0 1-185,0 7 0,0 0 230,-1 16-180,2 2 90,0-29 0,2 4 90,-1-12-90,-1-3 0,1-1 0,-2 1 90,0-4 0,-1 0-90,0-5 551,-1-1-551,0-3 90,-1-1 0,-6-5-90,-4-4 90,-1-2 0,0-4 90,3 3-90,2-1 0,0 0 90,2 0-90,2-1 90,1 1-90,1 1 90,2 1-90,2-5 90,3 4-90,3-6 0,2 7 0,2-2 90,4 1-90,1-1 0,4-2 0,2 1-90,11-8-450,4 1-90,-3 1-2788,5 0 1260,-19 11 2158,5-3 0,-4 3 0,1 0 0</inkml:trace>
  <inkml:trace contextRef="#ctx0" brushRef="#br0" timeOffset="24543">11224 3843 14639,'-4'-12'1889,"1"1"-1350,0 4-269,5 2 0,0 1-90,4 1 180,5 1-270,0 0 89,4 2-89,-2 1 0,1 0 0,0 2 0,2-1 0,-2 2-90,-1-1 90,-1 3 0,-1 0 0,1 6-90,-5-4 90,-1 5-90,-6-3 0,-6 9 90,-7 5-90,-1 0 0,-3-2 0,5-7 0,0-2 0,1-2 0,2 0 0,1-1 0,1 0 0,-1 2 0,4-4 0,-1 2 0,4-3 0,2 1-90,2-3 90,7 2 0,6-3 0,12 0-90,-1-3-90,13-3-90,-12 1-764,12-3 674,-8 1-89,5 0-271,-2-1-359,2 0-1350,-2-1-1439,2 0 3868,-2 0 0,5-4 0,0 0 0</inkml:trace>
  <inkml:trace contextRef="#ctx0" brushRef="#br0" timeOffset="24743">12253 3912 17067,'9'-3'-3688,"-1"0"3688,-2 2 0,0-2 0,-1 1 0</inkml:trace>
  <inkml:trace contextRef="#ctx0" brushRef="#br0" timeOffset="28001">7796 4322 12840,'-3'-10'2068,"1"1"-1348,-1 4-540,-1 6-90,0 1 0,-2 6 0,-4 5 0,2-2 0,-6 7-90,2-5 90,-2 5-90,-1-1 90,0 0-90,-3 4 90,2-2 0,-1 3-90,5-6 0,4-1 89,5-8-89,5 4 0,2-6 90,11 2-90,-4-4 0,7 1 0,-5-1 0,8 3 0,-4-1 0,8 6 0,-7 1 0,0 5 90,-8-2-90,-5 0 0,-5-4 0,-3 1 0,-1 0 0,-4 2 0,-1-1 0,-4 1 0,-9 3 90,4-4-90,-13 5 0,8-7-90,1-3-269,2-4-541,8-6 270,2-2-1708,5-4-810,5-1 3148,3-1 0,4-10 0,3-2 0</inkml:trace>
  <inkml:trace contextRef="#ctx0" brushRef="#br0" timeOffset="28236">7737 4464 14549,'2'-10'449,"1"2"-269,1 3 90,2 0-90,0-1 0,1 0-90,2 0 90,0-1 90,6-2-180,-2 2 90,10-3-270,-10 6 0,4-2-90,-6 2-180,0 2-180,-2-1-2428,5 3 90,-5 0 2878,3 2 0,-1 2 0,1 0 0</inkml:trace>
  <inkml:trace contextRef="#ctx0" brushRef="#br0" timeOffset="28601">8002 4439 14549,'-10'-3'1169,"2"1"-899,1-1 90,1 1-90,1 0-91,-2 1 1,0 0 0,-1 2 0,0 2 0,-1 3-90,0 2 180,-6 11-180,4-3 0,-6 19 90,8-4-180,2 1 90,4-3-90,3-9 89,2 0-89,2 0 90,2 0-90,7 4 90,-1-8-90,4 2 0,-2-9 0,0-4 0,1-1 0,11-6 90,5-9-90,-1-1 0,5-18 0,-18 8-450,0-10 450,-10 8 0,-4-1 0,-2 2 0,-3-2 0,-3-2 0,-2 3-195,-1-1 195,-2 6 0,0 3 0,0 4-90,-2 3-90,-4 5-360,-5 8 90,1 3-908,-7 14-4758,11 3 6116,0 0 0,5 7 0,5-7 0</inkml:trace>
  <inkml:trace contextRef="#ctx0" brushRef="#br0" timeOffset="29095">8483 4533 15268,'-8'-6'720,"1"1"-270,2 4-181,-2 0-179,1 3 0,-1 0 0,2 2 0,0 0 0,1 2 0,-4 2 0,3-1 0,-4 5 0,3-2-90,-1 3 90,3-2-90,1-1 0,3-1 90,1-2-90,2 1 0,1-3 0,1 0 0,3 0 0,0 0 90,2-1-90,7 2 0,-4-2 0,7 2 0,-6-1 0,8 2 0,-2 1-90,4 1 90,-8-1 0,-4-1 0,-6-1-90,-2 1 90,-3-1 0,-2 1 0,-2 1 0,-3 1 0,-3 0 0,-2 0 0,-2 1-90,-10 3 0,-4 0-90,1-1 0,3-3-180,10-5-899,-1-1-4677,1-4 5936,3 0 0,3-4 0,4 0 0</inkml:trace>
  <inkml:trace contextRef="#ctx0" brushRef="#br0" timeOffset="29320">8449 4578 14639,'-8'-10'899,"0"2"-449,6 1-270,1 0 0,3 1 0,4-1-1,2 0 1,7-1 0,8-2-90,8-2-270,-4 4-269,-2 2-91,-8 2-450,-1 0-1348,0 1-810,-2 0 3148,0 1 0,4 1 0,1 1 0</inkml:trace>
  <inkml:trace contextRef="#ctx0" brushRef="#br0" timeOffset="29679">8788 4516 17067,'-6'12'360,"0"1"-270,0-1 90,-2 8-90,2-4 0,-1 12 0,4-12 0,2 5-90,3-7 0,3 0 90,1 0-90,2-1 0,1-2 90,3-3-90,6 2 0,2-5 90,2-2-90,-2-4 0,-6-4 0,4-6 89,-3-6-89,-1-1 0,-5-11 0,-7 10 0,-5-8 0,-3 8 0,-5-3 0,-2 4 0,-1 0 0,-1 5 0,0 3-89,-6 3-1261,6 4 1,-16 10-1080,17 0 2429,-8 10 0,16-3 0,-1 5 0</inkml:trace>
  <inkml:trace contextRef="#ctx0" brushRef="#br0" timeOffset="31451">9651 4541 14549,'3'-12'359,"0"3"-269,4 7 0,-2-1 0,2 0-90,0 0 90,0 1-90,0-2 0,1 3 90,-1-2 0,2 2-90,0 0 0,0 2 90,-2 0-90,-3 1 0,1 2 90,-2-1-90,0 2 0,-1 1 0,-1 2 90,-1 1-90,0 2 0,-3 2 0,-2 1 90,-2 2-90,-9 13 0,1-6 0,-12 18 90,7-14-90,-4 7 0,8-13 0,2-1 0,7-10 0,-1 1 0,5-4 0,1-1 0,2 1 0,3-2 90,5 2-90,6-2 0,10 2 0,-3-4 90,10-2-90,-6-2 0,2-1 0,-2 1 0,-10-1 0,5-1-90,-6 1-180,4-2-90,-7 1-90,-1 0-449,-1-1-1260,0 0-179,-2 0 2338,0 0 0,2-2 0,0-2 0</inkml:trace>
  <inkml:trace contextRef="#ctx0" brushRef="#br0" timeOffset="31903">10054 4654 13919,'2'-9'900,"0"0"-541,0 3 361,-1 1 539,1-1-269,-1 0-900,-7 9 0,3-2 89,-10 15-89,4 0 0,-1 1-90,2-1 90,4-5-90,0-2 0,1 0 0,1 0 0,1-1 90,1 0-90,1-1 0,3-1 0,2 0 0,2-1 0,1-1 0,8 2 0,0-1 0,5 3 0,-5-1 0,1 2-90,-6 0 90,-2 3 0,-5 0 0,-6 3 0,-4-4 0,-1 2 0,-2-2 0,0-2 0,-1 1 0,-1-1 0,-2 0-90,-1-1-90,-8 1 1,6-3-91,-4 1-180,8-5-719,-2-1-2159,2-4 3328,0-5 0,6-7 0,3-3 0</inkml:trace>
  <inkml:trace contextRef="#ctx0" brushRef="#br0" timeOffset="32126">10038 4683 14908,'-7'-10'1710,"2"1"-1531,6 3 1,1 2-90,4-2 0,0 2 90,8-2-90,-1 1-180,12-4-450,-2 3 181,-1-1-181,-2 1-450,-8 2-1258,0 1-900,-1 1 3148,-2 0 0,6 1 0,0-1 0</inkml:trace>
  <inkml:trace contextRef="#ctx0" brushRef="#br0" timeOffset="32477">10316 4615 15628,'-10'1'720,"1"0"-630,3 3 90,0 1-91,0 2 1,0 2 0,0 0 90,-2 9-90,1 3 0,1 8 0,4-6-90,4-1 90,2-5-90,2-2 0,2 0-90,3-1 0,2-2-90,0-3 90,2-1 0,0-4 0,1-1-179,10-5 179,-1-6 0,1-1 90,-1-9-90,-14-2 180,-2-7-90,-9 3 90,-5 1-90,-2 6 0,-2 3 90,-3 1-90,0 5 0,-1 1 0,-1 4 0,-1 1-360,-7 7-720,1 4-2158,-3 6 900,8-1 2338,5 1 0,7 0 0,1 2 0</inkml:trace>
  <inkml:trace contextRef="#ctx0" brushRef="#br0" timeOffset="33126">11170 4733 13649,'-7'-4'2249,"0"-1"-1170,4 2-899,4-4 0,1 2 90,7-4 0,3 2-180,0 1 90,7-1-90,-8 4 0,4-2-1,-4 3-89,-1 0 90,0 1-90,-2 1 90,2 2 0,-2 2-90,-1 2 0,-5 1 0,-4 1 0,-8 9 0,-12 9 0,-9 8 0,-3 2 0,5-6-414,9-7 414,6-6 0,4-3-90,2 2 90,3-4 0,2 4 0,9-6 0,6 1 0,3-4 414,4-3-504,0-3-179,12-1-1,-6-2-659,14-2 389,-9 0-90,2-2-629,-1 0-1080,-3-2-1195,-4 1 3534,-3-1 0,3-4 0,1-1 0</inkml:trace>
  <inkml:trace contextRef="#ctx0" brushRef="#br0" timeOffset="33551">11625 4732 14819,'0'-9'899,"0"-1"-179,0 5 89,-1-3 1,0 2-181,-2 1-539,-5 6 90,2 1-90,-7 6 0,4 0 0,-1 1 0,0 3 0,1 0 0,-1 2 0,2 2-90,1-1 90,1 2-90,3-3 0,1 7 0,4-5-90,1 4 90,4-7-90,9 2-90,5-3 180,3-1-90,1-6 90,-6-5-90,0-2 90,2-3-90,-1-1 90,-2-2 0,-1-1 0,-2-3-90,-3 1 90,-1-3 0,-4 1 0,-1-2 0,-5-8-90,-6-2 90,-2 0 0,-14-2 0,5 14 0,-7 0-90,-4 7 0,5 5-90,-5 1-179,7 4-181,4 1-360,-1 1-809,4 1-629,1-1-810,4 0 3148,3 1 0,3-2 0,1 1 0</inkml:trace>
  <inkml:trace contextRef="#ctx0" brushRef="#br0" timeOffset="33934">12032 4781 14998,'-3'-8'1080,"-2"-3"-810,1 6 89,-3-3-89,3 3 270,-4-2-360,2 3 0,-2 0 0,2 3 0,-1 1-90,0 2-1,-1 3 91,-1 2-90,1 2 0,0 2-90,2 2 90,1 2 0,2 2-90,2 0 90,2 0-90,4 2-90,2-1 90,6 2-90,2-2 0,14 5 0,3-6 0,0-2-224,-3-8 224,-9-7 90,0-3 0,1-2 0,2-5 0,-3 0 0,-1-5-43,-4 1 133,-4-3 0,-4 1 90,-3-12-90,-6 2-90,-5-7 180,-12-7-90,-1 12 0,-20-13-90,4 23-270,-14 1-612,13 14 162,-1 6-1509,11 5-289,-2 3-1710,0 1 4228,3 1 0,-6 3 0,-1 1 0</inkml:trace>
  <inkml:trace contextRef="#ctx0" brushRef="#br0" timeOffset="35018">4753 5408 15088,'10'0'0,"-2"1"0,-5 3 90,-1 1-90,0 0 90,-1 3 0,0 1-90,-1 3 90,1 3 0,-1 1-90,0 4 0,-1 1 90,0 2-90,-1 1-219,0 1 219,0 1 0,-1-1 89,0 10-89,-1-3-359,0 6 89,1-13-1259,2-4-2609,0-12 4138,2 0 0,0-6 0,0-1 0</inkml:trace>
  <inkml:trace contextRef="#ctx0" brushRef="#br0" timeOffset="35344">4719 5435 13289,'-3'-10'810,"1"-1"-630,3 4 90,0 1 0,2 0-1,0 2 1,3-1 180,6 0-180,5-1 0,10-1-90,-1 2-90,0 1-1,-6 2 1,-1 2-90,0 0 90,-1 2 0,-1 1-90,-1 1 90,-1 2-90,-2 2 90,-2 1-90,-4 1 0,-1 0 90,-3 0-90,-2 1 0,-3-1 0,-8 8 90,-11 2-90,-3 0 0,-14 2 90,10-9-90,2-2-90,7-4-180,9-4 270,0 0 0,4-1 0,1-1 0</inkml:trace>
  <inkml:trace contextRef="#ctx0" brushRef="#br0" timeOffset="35903">5030 5957 15988,'-11'-2'1889,"2"-1"-990,3 2-539,2-3-270,6 0-90,1-1 90,4-1 0,-1 2-90,0-2 90,2 0 0,4-8-90,-3 3 0,5-6 0,-5 1 0,0 0-90,-1-3 0,2-10 90,-4 8 0,0-7-90,-4 11 90,-1 2 0,-2 0-90,0 2 90,-1 0 0,0 1-90,-3-2 90,0 3-90,-1 1 0,-1 7 90,15 11 0,-5-3 0,13 5-90,-3-6 90,1-1 0,2 0 0,1 0 0,8 0 0,-1 1-90,4 0 90,-8-2 0,-3 3 0,-9-2 0,0 2 0,-5 0 0,-1 2 0,-3 0 0,-1 1 0,0 2 0,-1 0 0,0 2 0,-1-1 0,1 1 0,0 1 0,1 0-90,1 5 0,0-4-179,2 3-631,4-3 180,0-5-3057,7 3 3777,0-8 0,7-2 0,3-3 0</inkml:trace>
  <inkml:trace contextRef="#ctx0" brushRef="#br0" timeOffset="36309">5509 5817 15268,'3'7'3688,"2"-3"-3598,5-8 0,-1-1 0,-1 0 0,-1 0 0,1 0-90,-1-1 90,3-3-90,-4 2-90,2-3 90,-5 1-90,-1 2 90,-1-2-90,-2 0 0,-1 0 90,-2 0-90,-1 0 0,-5 0 0,1 3 0,-8 2 90,1 7-90,0 4 90,0 6 0,2 3-90,-1 11 90,2-4-342,2 7 342,5-8-90,3-1 90,1 0 0,3-1-90,4 8-180,6-2-179,7 4-1,-1-11-377,11-7-2501,2-9 90,3-4 3238,4-5 0,-1-6 0,1-3 0</inkml:trace>
  <inkml:trace contextRef="#ctx0" brushRef="#br0" timeOffset="36812">5945 5792 15718,'-9'-4'1169,"-2"-1"-899,5 2 0,-2 0 180,-2 0-270,1 2 90,-10 3-1,-1 3-179,-8 7 0,4 0 90,-3 10-180,12-7 90,-3 6 0,8-4-90,3-1 0,1 0 0,3-2 0,2 0 0,2-2-180,5 4 90,4-4 0,2 0-90,8-8 90,0-8 0,7-9 1,-5-1 89,6-19-90,-13 9-511,4-11 601,-9 5-90,-3 0 90,-1-4 0,-3 1 0,-2-3-45,-1 6 0,1 0 45,-2-8 0,1 1 0,-2-7 0,0 14 0,1 19 0,-2 9 0,1 10 0,-1 14 0,0 7-798,0 6 798,-1 8 0,1 4 0,0 3 90,2-2-90,0 2-544,3-5 544,1-4 0,2-1-484,3-4 484,0-5 0,6 0-179,3-10-631,8-4 0,-4-12-3057,6-13 718,-11-2 3149,5-6 0,-5-5 0,1-2 0</inkml:trace>
  <inkml:trace contextRef="#ctx0" brushRef="#br0" timeOffset="38943">7602 5625 13829,'15'3'540,"0"-1"-360,-1-2 0,0-1-1,10-2 1,4 0 0,3-1-90,-6 1 0,-4 2 0,-11 2 0,0 1 0,-5 2-90,-4 2 90,-2 3-90,-4 2 90,-13 17-90,3-4-814,-8 11 904,7-10-90,2-1 0,2-3 90,0 6-90,3-9 0,1 4 0,3-9-90,2-1 0,1-1-540,0 3 905,1-5-1355,1 1-989,2-5 1,1-2 2068,1 0 0,1-1 0,1 0 0</inkml:trace>
  <inkml:trace contextRef="#ctx0" brushRef="#br0" timeOffset="39343">7973 5814 13829,'-3'-12'810,"1"1"-451,-1 6-89,0 0 90,-1-1 270,-3-1-181,0 2-269,-2 2 0,0 3 0,1 3-90,-1 3 0,-1 3 90,0 3-90,3 2 0,0 2-90,3 1 90,1 1 0,2 0-90,5 11 90,5 0-90,6 6 0,1-11 0,2-7 0,-5-9 0,7-2 0,-4-5 0,5-1 0,-4-5 0,-1-2 0,1-4 0,-1-1 0,-3-2 90,0-2-90,-3-2 0,-3-2 0,-2-2 90,-5-9-90,-8-9 90,-8-5-90,-1 9 0,-8 5 0,5 19-180,-6 4 0,5 8-180,4 6-90,6 2-269,3 2-631,2 0-988,3 2-900,3-1 3238,3 1 0,6 6 0,3 1 0</inkml:trace>
  <inkml:trace contextRef="#ctx0" brushRef="#br0" timeOffset="39995">8616 5758 14549,'-3'-9'539,"0"1"-269,0 0 0,1 2 0,-1-1-90,1 2 90,-1 2 89,0-1-269,-2 0 90,0 1-90,-1 1 0,-1 3 90,-5 1-90,1 3 90,-7 3-90,3 3 0,-2 2-90,6 0 0,2 0 90,6-4-90,1 1 0,3 0 0,0 0 90,4 1-90,1 1 0,3 1 0,2-1 0,2 1 0,2-2-90,1 1 0,12 6-90,-2-1 90,4 2-90,-4-2 0,-9-5 180,-2 0-90,-5-2 0,-6-4 90,-2 0 0,-9 4 0,-1-2 90,-7 2 0,1-5 90,-2-1 0,-3-1-90,0-1 360,-10 1-270,9-3 89,-5 1-89,10-2 180,-2-2-180,4-2 0,2-5-90,7-1 0,7-5 0,6-1-90,4-3-383,4-3 383,1-1 90,4 0-90,0 0 0,1 1 0,7-9 90,-4 4-90,-2 0 0,-8 6 0,-10 9 0,-3-4 0,-7-1 473,-3 0-473,-7 2 0,0 5 0,-7-2 0,5 5-90,-5 0 0,7 3 0,2 3 0,0 0-90,3 1-360,-4 2 270,4 1-179,-2 2-1,4 1-180,1 1 1,0 1-2879,-1 4 3508,3 1 0,2 3 0,3 0 0</inkml:trace>
  <inkml:trace contextRef="#ctx0" brushRef="#br0" timeOffset="40401">8946 5705 14998,'-6'-10'630,"2"3"-450,-1 1 90,2 2-90,-4 1 90,-2 4-91,-6 5-89,2 0 90,-1 6-90,4-3 0,-3 11 90,0 3-180,1 1 90,4-1-90,5-8 90,1 1-90,3-1 0,2 0 0,2 1 0,1-3-90,3 0 0,1-1 0,2-2-90,7 1 90,-2-5 0,5 0-90,3-7 91,-7-1-1,14-9 90,-10-4 0,2-9 0,-9 2 0,-7 0 90,-5 6-90,-3 1 0,-3-1 89,-1 1-89,-2 0 0,-2 3 90,-2 1-90,-8 1 0,-4 5 0,-1 2-179,1 5-91,8 2-1080,-3 4-4136,4 4 5486,3-1 0,5 5 0,3-3 0</inkml:trace>
  <inkml:trace contextRef="#ctx0" brushRef="#br0" timeOffset="41893">9517 5935 14189,'6'-10'540,"0"2"-450,-1 5 89,-1 0 1,2 0-90,0 0 90,2 1-90,1-1 90,2 0 0,5-1-90,-4 1 0,4 0-90,-6 1 90,5 1 0,-5 0-90,5 0 90,-6 2 0,3 1 0,-1 4-90,-2 0 90,-4 7-90,-7 5 89,-2 1-89,-6 3 0,1-4 0,-7 6 0,3-6 0,-3 5 0,5-8 90,1-1-180,0-2 90,1 0 0,-1 1 0,3-1 0,-1 1 0,7-1 0,2-6 0,6-1 0,1-3 0,2-1 0,1 1 0,2-2 0,3 1 0,1 0 0,0-1 0,1-1-269,9-1-1,-5 0-540,17-4-2248,-6 0 3058,6-3 0,-4-1 0,-4 0 0</inkml:trace>
  <inkml:trace contextRef="#ctx0" brushRef="#br0" timeOffset="42536">10086 5932 14009,'6'-12'1439,"-1"2"0,-2 3-1079,-5 1-180,-7 10-90,1-1 0,-4 8 0,5-3-90,0 1 90,1 0 0,0 0-90,1 0 0,-1 0 90,2 0-90,1 0 90,0 2-90,3-3 0,0 2 0,2-3 90,5 3-90,4-1 0,2 1 0,9 0 0,-8-4 0,5 1 0,-5-1 0,-1-1 0,1 1 0,-1 0 0,-1 0 90,-1 0-180,-2 0 90,0 1 0,1 4 0,-3-2 0,0 1 0,-5-2 0,-3 3 0,-4 1 0,-2 0 0,-8 1 0,3-5 0,-4 0 0,5-3 0,-2-1 0,2-1 0,-5 0 0,5-3 90,-3 1-90,7-3 0,0-1 0,2 0 90,1-2-90,1-1 0,2-2 0,4-8 89,6-6-89,4-4 0,12-15 0,-6 14-628,5-8 628,-9 13 0,-2 3 90,-3 3-90,1-4 0,-5 7 0,0-5 90,-6 7-90,-2 0 628,-1 1-628,-2 0 0,-2 1 0,-2 1 90,-6 0-180,-3 2 0,0 1-89,1 4-1,5 1-180,0 1-90,2 0-180,0 2-449,1-1-1350,2 2 2429,-1 0 0,5-2 0,0 1 0</inkml:trace>
  <inkml:trace contextRef="#ctx0" brushRef="#br0" timeOffset="42928">10451 5869 15178,'-6'-9'360,"0"1"-180,1 4-90,-1 0 180,-2 2 0,-4 2-180,0 2 0,-2 4 0,4 1-1,0 2 1,0 3-90,1 2 90,1 2-90,1 0 90,2 1 0,2 9 0,5 2-90,5 8 0,3-10 0,12 1 0,1-12 0,9 1 0,-5-8 0,-2-7 0,-5-3 0,-2-3 0,1-2 0,-3-3 0,-2-1 90,-2-3-90,-2-1 90,-4-2-90,-2 0 180,-7-10 0,-6-2-90,-3 0 0,-12 0 0,1 15-90,-8 5-180,5 8-540,-4 12-89,13-1-1710,-1 5-1708,9-3 4227,4 0 0,1 4 0,1 1 0</inkml:trace>
  <inkml:trace contextRef="#ctx0" brushRef="#br0" timeOffset="43428">11452 5855 15898,'-7'-9'1889,"2"2"-1709,6 1 0,1 2 0,6-1-1,0 1-89,4 1 180,9-3-180,-3 2 0,6-1 0,-6 1 0,-1 2-90,0 0 90,-3 0-90,-1 2 90,-1 0-90,-2 1 90,0 1-90,-3 1 0,-2 2 90,-3 1-90,-1 2 0,-3 1 0,-3 3 0,-6 10 0,-1-3 0,-5 7 0,-7 5 0,8-10 90,-12 12-90,14-17 0,-2 3 0,7-8-90,1-1 90,1-1 0,0 3 0,3-4 0,1 3 0,3-6 0,3 0 0,2-1 0,2-1 0,3 0 0,1-2 0,5 0 0,0-1-90,15-2 0,-6 1-360,19-6-449,-10 1 269,-1-2-629,-7 0-1260,-11 1 2519,2-3 0,-2-4 0,3-3 0</inkml:trace>
  <inkml:trace contextRef="#ctx0" brushRef="#br0" timeOffset="43903">11971 5898 15628,'-7'-9'810,"1"2"89,1 0 1,0 0-361,1-1 1,0 0-450,5 1 0,1 2 90,2-1-90,1 4 0,1 0 0,1 0 0,4 1 0,-2 1-1,7 2-89,-7 0 0,3 3 0,-4 0 0,-2 1-89,1 1 89,-3 0 0,-1 1 0,-3 1 0,-2 2-90,-2 1 90,-3 1 0,-1 1 0,-2 1-90,-5 5 90,2-4 0,-1 3 0,4-7 0,2-1-90,0-1 90,-1 4 0,2-2-90,-1 4 90,5-5 0,2-2 0,2-3 0,2 0 0,1-1 0,2 0 0,2-1 0,1 0 0,8 1-90,-3-2 0,6 0 0,-4-1-90,2-1 0,2-1-180,-1 1-539,11-3-900,-1-2-4767,8-5 6566,-12 1 0,1-5 0,-7 2 0</inkml:trace>
  <inkml:trace contextRef="#ctx0" brushRef="#br0" timeOffset="44393">12368 5915 16258,'2'-11'2698,"-3"2"-2428,-4 5-180,-4 5 90,0 2-90,-3 4 0,0 1-90,0 3 90,-1 1 90,-6 9-180,6-3 90,-4 6-90,6-7 90,1 7-90,4-5-90,2 3 90,4-8 0,4 4 0,1-5 0,4 2-90,0-6 90,2-1 0,3-2 0,-1-2 0,11-1 0,3-4 0,10-5 0,-7-2 0,8-13 0,-15-2 0,3-12 0,-14 7 0,-9-11 0,-7 17 0,-4-7 0,-3 11 0,-4 1-90,-3 2 90,-2 3-270,-12 2-540,-1 8-1259,-10 4 360,11 5-3777,-1 7 5486,17-4 0,-5 7 0,8-3 0</inkml:trace>
  <inkml:trace contextRef="#ctx0" brushRef="#br0" timeOffset="44593">13018 6045 16168,'8'0'1439,"0"-2"-1979,-3 1 540,0-3 0,-3 2 0,0-1 0</inkml:trace>
  <inkml:trace contextRef="#ctx0" brushRef="#br0" timeOffset="48301">16390 2521 13379,'-2'3'5667,"3"-3"-5577,-5 18 0,3-6-90,0 2 90,0 3 0,1 15 90,0-1-45,0 0 0,1 3 0,0 2 0,1 2-999,-1-2 0,-1 0 954,1 4 0,1-1 0,-1 17 45,0-12 0,0 2-45,-1-10 0,1 1-981,0 11 0,-1 1 936,1-13 0,-1-1 45,0 1 0,0 1-251,1 0 0,0 1 206,-1-1 0,1 3-15,-1-4 0,1 3 0,-1 1-360,0 1 0,-1 1 0,1 2 360,-1 10 0,0 2 0,-1-2-1,1-8 1,0-1 0,-1 1 0,-1 9 0,-1 1 0,0 0-69,0-5 1,0-1-1,-1 2 61,1-8 1,-1 2 0,0-1-1,0-1 8,-1 4 0,1-2 0,-1-1-108,0-2 0,-1 0 0,1-4 123,0-1 0,-1-1-45,1 2 0,-1 1-269,1-5 0,0-1 269,0 0 0,1-1 53,-1-1 0,1 1-8,0-2 0,0 0-45,0 0 0,2-1 45,-1-1 0,0 0 234,1 0 0,0-1-279,-2 23 90,2-2-90,-1-6 0,2 1 1260,0 0-1215,0-14 0,1 2-45,0 0 0,1 2 0,-2 6 0,1 1 696,0-10 1,0-1-697,-1 5 0,1-2 90,-1 2 841,0 9-931,0-18 0,1-1 811,-1 2-811,1-2 0,-1 14 90,0-11-90,1 8 0,0-14 0,0-1 0,0-1 499,1 9-499,1 0 0,0 9 0,0-10 0,-1-1 0,0-11 592,-1 1-592,1-2 279,-2 1-279,1-1 0,-1-1 0,1 0 0,0-2 0,0 0 0,1 0 0,-2-1 0,2 3 0,-1-1 90,1 0-90,0-3 0,-1 1 0,2-2-90,-3 1 0,3-2-180,-2-2-629,1 1-5578,-1-1 631,1-21 5846,-2 7 0,-3-27 0,-2 10 0</inkml:trace>
  <inkml:trace contextRef="#ctx0" brushRef="#br0" timeOffset="50209">16171 6980 11760,'-10'-3'1799,"1"0"-1079,4 1-180,-2 2 1259,1-1-1530,7 7-89,-1-3 90,9 4-90,-1-5 0,1-1 0,1 1 0,3 0 0,2-1-90,1 2-1,4-1 1,0 1 0,4 0 0,6 0-649,4 0 649,5 0 0,2 0 44,-7-1 1,4 0-45,3 0 0,3 1-544,-6-2 1,3 0-1,1 0 514,3 1 0,0-1 0,-1 1-15,12-1 0,-1 0-15,-14-1 0,-1 1 0,-1 0-1148,8 1-1,-1-1 1164,5 0 0,2 0-752,-1 0 0,1 0 707,-1 0 0,0 0 45,1 0 0,0 0-45,-2 0 0,1 1 45,0-1 0,-1 1-604,-4-1 0,-1 1 604,0-1 0,-2 1-142,-3-1 0,-1 1 97,-1 0 0,1-1 45,-1 1 0,0-1 0,-2 1 0,1-1 296,-2 1 1,1-1-252,11 1 0,2 0-45,1 1 0,1 0 4,-10-1 0,3 0 0,-3 0-49,9 0 0,-1 1 30,-9-1 0,2 0 0,-3 0 73,-2 0 1,-2-1-59,13 2 0,-1 0-45,-13-1 0,-1 0 84,0 1 0,0-1-84,0 1 0,0 0 83,-2-1 1,2 0-39,10 2 0,1 0-45,-12-1 0,-1-1 0,7 2 0,-1-1 0,-5 0 0,-2 0 90,15 2-90,-10-2 0,2 0 0,-8 0 0,1-1 0,8 1 0,2 1 0,-9-2 0,-1 0 0,1 0 0,-2 0 0,19 2 0,2 0 980,5 2-980,0-1 148,-28-2 0,1 0-148,-1 0 0,1-1 0,-1 1 0,1 0 340,10 1 0,1 0-340,1 1 0,1 0 0,9 2 0,1 0-98,-2 0 0,-2 0 98,-9-1 0,-1 0 45,6 1 0,0-1-45,-5 1 0,-1-1 0,0 0 0,0 0-43,0 0 0,-2 0-47,17 1 135,-14-1 0,1 0-45,-10-2 0,0 0-45,11 1 0,0 1 45,15 1 0,-27-4 0,-1 1 0,1-1 0,-1 0 0,0 0 0,2 0 293,11 3 1,2-1-294,2 0 0,1 0 0,-8 0 0,1 0 0,-1 0 0,7 1 0,0-1 0,10 3 0,-3-1 0,-20-2 0,-1 0-344,11 2 1,-1-1 343,13 4 0,-1-1-163,-2 0 163,-7-2 518,-2 0-518,-10-2 367,-3 0-367,-5-2 0,-1 0 1310,-2 0-1310,0-1 1176,-1 0-1176,0 0 844,6 0-844,3 1 358,4 0-358,-8 0 0,4-1 0,-13-1 0,7 0 67,-8 1-67,2-1 0,-1 1 0,1 0 0,-3 0 0,2 0 0,-3 0 0,1 0 0,0 1 0,0-1 0,0 0 0,5 1 0,2 0 0,4 1 0,-6-1 0,4 0 0,-11-2 0,5 1 0,-5-2 0,-1 0 0,0 1 0,6-2 0,-5 2 0,5-1 0,-6 0 0,0 0 0,1 1 0,1 0 0,0-1 0,1 2 0,6-1 0,0 1 0,3 1 0,-7-2 0,-3 1 0,-5-2 0,-2 1 0,1-1 90,-2 1-90,2-1 0,-1 1-360,1-1-3688,-1-1 1,-12-5 539,1 1 3508,-13-3 0,-6 0 0,-4-1 0</inkml:trace>
  <inkml:trace contextRef="#ctx0" brushRef="#br0" timeOffset="51368">16004 6393 12570,'10'4'1439,"-1"-2"-989,-2 0-90,-1-1-1,2 0 1,0 0-90,3-1 0,0 1 180,5 0-271,-3-1 181,10 0-90,-2 0-90,10-2-180,-6 2-90,1-2-90,-8 1-90,0 0-89,-1 0-181,-2 0-360,-2 0-1438,-1 1-990,-1-1 3328,-1 0 0,-2 1 0,0-1 0</inkml:trace>
  <inkml:trace contextRef="#ctx0" brushRef="#br0" timeOffset="52552">15751 7035 17337,'-2'10'360,"-1"-1"-180,-1-5-90,-1 1 0,0 2 0,-2 0 0,1 2-90,0 1 90,0-1-1,-1 7 1,2 0 0,1 5-90,4-5 90,6 1 0,7-4-90,7 0 0,-1-4 90,0-4-90,-6-4 0,0-1 0,1-2 0,-1-2 0,1 0 90,-1-3-90,-1-1 0,-2-1 0,-1-4 0,-1-9 0,-3 3 0,-2-7 0,-4 5 0,-6-10 0,-5 1 0,-7-6 0,1 12-360,-6 4 1,9 12-91,-4 1-270,6 4-449,-1 3-1350,1 0-1348,1 1 3867,0 1 0,-5 2 0,-1 1 0</inkml:trace>
  <inkml:trace contextRef="#ctx0" brushRef="#br0" timeOffset="53093">15636 6515 15808,'4'-10'1979,"-1"2"-450,-1 3-1259,-4 1-180,-4 3 0,-2 1 0,-3 4 0,2-1 0,0 1 0,-1 0-90,1 0 89,-2 2 1,2-1-90,0 1 90,4-1-90,2 0 90,5 3-90,1-3 0,6 4 0,0-4 90,9 3-90,-4-2 0,5 1 0,-8-2-90,4 2 90,-4 0 0,-1 1 0,-4-1-90,-10 3 90,0-3 0,-6 4 0,1-4-90,-7 3 0,4-3-89,-5 1-1,6-2 0,1-2-90,0 0-90,2 0-629,-3 0 449,4-1-1259,-2 0 1799,4-3 0,1-2 0,0-2 0</inkml:trace>
  <inkml:trace contextRef="#ctx0" brushRef="#br0" timeOffset="53310">15606 6575 14459,'-3'-8'1079,"-1"-1"-989,6 3 0,-1 1 0,5 1 0,-1 1 0,1-1 0,1 1 0,1-1-90,0 0-270,6-2 0,-4 2-899,8-4-1080,-7 3-449,1-1 2698,-4 4 0,5-4 0,-1 1 0</inkml:trace>
  <inkml:trace contextRef="#ctx0" brushRef="#br0" timeOffset="53676">15822 6507 15178,'-5'8'270,"0"0"-180,1-4 0,0 1-90,-1 1 90,0 0-90,-1 1 180,-2 4-180,1 1 90,-1 0-90,3-1 90,3-2 0,3 2-90,1-4 0,4 0 0,0-5 90,1-1-180,1-1 90,1-2 0,1 0 0,2-1-90,-2-2 90,4-3 0,-2-3-90,0-6 90,-6 1 90,-4-5-90,-4 8 0,-2-3 90,-1 7-90,-2-1 0,-1 2 0,-5 0 0,3 4-180,-4 0-90,6 4-1259,-5 2-630,5 0-359,-3 1 2518,7 0 0,0 0 0,1 0 0</inkml:trace>
  <inkml:trace contextRef="#ctx0" brushRef="#br0" timeOffset="54701">16037 5939 14279,'-9'-3'3868,"1"1"-3778,10-4 89,1 3-89,8-2 0,0 3 0,4 0 0,3 0 0,3 0 0,1-1 0,2 0-180,0 0 0,-1 1-180,-1 0-89,-1 0-181,-2 1-90,-1-1-359,-2 0-1530,-2 0 2519,-1 0 0,-3 0 0,0 0 0</inkml:trace>
  <inkml:trace contextRef="#ctx0" brushRef="#br0" timeOffset="55126">15539 5830 16348,'-4'6'1349,"1"-3"-1259,-1 15 0,2-6-90,0 0 90,-1 1-90,0 1 90,0 7-180,0-4-450,0 9 90,1-11-179,1 2-271,1-6-1528,1-2-1080,1 0 3508,0-2 0,3 3 0,1 0 0</inkml:trace>
  <inkml:trace contextRef="#ctx0" brushRef="#br0" timeOffset="55535">15698 5903 15178,'1'-10'1709,"-4"4"-1529,-4 5-90,0 5 0,-1 1 0,2 1-90,0 0 90,-1 0 0,1 2-90,0 0 90,1 0-90,1 1 90,0-1-90,1 0 0,1 0 90,0-1-90,2 0 0,0-1 90,1 0-90,0-1 0,2-1 90,2 0-90,3-3 0,-1 0 0,1-3 0,-3-1 0,1-1 0,-1-1 0,-1-1 90,0 0-90,-2-2 0,0 0 0,-1-2 0,-1 0 0,-3-4 0,-3 0-90,-3-2 90,1 6-90,-1 3-180,3 5 0,-3 2-90,3 1-179,-1 2-1080,4 1-630,1 2-809,2-1 3058,3 2 0,4 1 0,2 0 0</inkml:trace>
  <inkml:trace contextRef="#ctx0" brushRef="#br0" timeOffset="55918">15846 5890 15538,'-9'6'270,"2"0"-180,4 1-90,0 1 90,-1 0-90,1 2 90,1-1-90,0 0 0,1 0 90,1-1-90,1 0 0,0-1 0,1-1 90,2 1-90,0-3 0,4 0 0,1-4 90,-2-1-90,2-3 0,-4 0 0,1-5 0,-3 1 0,0-4 90,-3 1-90,-3 0 90,-2-1 0,-1 0-90,-6-4 89,-3 3-89,2 1 0,0 5-89,4 5-1171,0 1-1798,1 2 3058,2 2 0,3-1 0,3 0 0</inkml:trace>
  <inkml:trace contextRef="#ctx0" brushRef="#br0" timeOffset="56393">16196 5407 15178,'-10'-1'2969,"12"-4"-2879,1 3-90,11-3 90,-5 3-90,3 0-90,0 0 0,1 0-180,1 0-540,5 1-629,2-2-4677,4 1 6116,-7-1 0,3 1 0,-5 1 0</inkml:trace>
  <inkml:trace contextRef="#ctx0" brushRef="#br0" timeOffset="56902">15513 5262 15988,'-8'5'630,"2"-1"-541,5 4 1,1-2 0,-1 1 0,0 2 0,0-1 0,1 1 0,-2 0 0,1 2-90,-1 0 0,1 0-180,-1-1 0,0-1-629,0 5 89,0-5-449,0 3-990,2-5-449,0 0 2608,2-2 0,3 2 0,2 1 0</inkml:trace>
  <inkml:trace contextRef="#ctx0" brushRef="#br0" timeOffset="57326">15689 5304 14099,'3'-11'2159,"-2"1"-2069,-7 12 0,1-3 0,-3 8-90,3-4 90,1 1-1,-2 2-89,2-1 90,-1 1-90,2 0 90,1-2-90,1 3 0,3-3 90,4 3-90,-1-2 0,3 0 0,-2-1 0,5 2 90,1 1-90,3 3 0,-4-3 0,1 5 0,-7-6 0,2 4 0,-4-4 0,-2 1 0,0 0 0,-2 1 0,-2-1 0,-1 1 0,-6 4 0,-4-1 0,-1 2 0,-4-2-180,5-3-89,1-1-1,3-2-720,5-3 990,-2-2 0,4 1 0,0-1 0</inkml:trace>
  <inkml:trace contextRef="#ctx0" brushRef="#br0" timeOffset="57543">15701 5358 14279,'-3'-9'1079,"1"3"-989,11-1 90,4 2-90,-2 1-90,9-3-180,-7 2-180,3 0-179,-4 1-271,-1 1-1259,-1-1-179,0 1 2248,-1 1 0,4-2 0,1 1 0</inkml:trace>
  <inkml:trace contextRef="#ctx0" brushRef="#br0" timeOffset="57909">15961 5332 14908,'-9'2'450,"-2"2"-270,3 3-90,-1 1 0,-2 6-90,5-5 90,-1 3-90,2-3 90,2 0-90,0 0 0,1 0 90,1-2-90,0 1 90,3 1-90,-1-2 90,3 2-90,0-5 90,5 0-90,1-2 0,5-3 0,-3-1 90,-1-3-90,-4 0 0,-3-2 0,2 0 0,-3-1 0,-1-1 0,-2 0 0,-2-1 0,-1-1 0,-1-2 0,-6-4 0,2 4 0,-3-2 0,3 7-270,-4-1-180,4 4-90,-3 0-2698,0 3 3238,4 1 0,-5 0 0,4 1 0</inkml:trace>
  <inkml:trace contextRef="#ctx0" brushRef="#br0" timeOffset="58809">16124 4699 16258,'12'5'539,"1"-1"-449,-2-3 0,2-1 0,2 1 90,10-2-90,6 0-450,11 0 1,-7 0-991,4-2-4406,-10 0 5756,-2 0 0,1-2 0,-7 1 0</inkml:trace>
  <inkml:trace contextRef="#ctx0" brushRef="#br0" timeOffset="59501">15256 4638 13919,'11'-3'1079,"0"0"-809,-5 2 0,0 0 0,-2 0 0,1-1-90,1 1 90,0-1-91,2 0-89,-1 0 90,3 0 0,-1 1-90,3-1 90,3 1-90,-3 0 90,6 0-90,-5 2 0,2 2 0,-4 0-90,-3 3 0,-5-1 90,-1 1-90,-1 2 0,-3 0 0,-1 2 0,-2 0 0,-2 2 0,-1-1 0,0 1 0,-5 5 0,3-5 0,-3 3 0,5-5-90,-2 1 90,3-1 0,0 1 0,6-1 0,1-5 0,5 0 0,0-4 0,1 1 0,1-1 0,1-1 0,0 1 0,1-1-180,4 0 0,-3 1-180,2-1 0,-5 1-1708,3-1-181,-2 0 2249,4-1 0,-4 0 0,1 0 0</inkml:trace>
  <inkml:trace contextRef="#ctx0" brushRef="#br0" timeOffset="59935">15678 4666 15178,'-10'-7'1979,"0"1"-1619,3 4-180,0 1 90,0 1 90,-3 2-91,-3 2-179,0 2 180,-6 6-180,9-4 0,-4 4-90,6-3 90,1 1 0,2-1-90,1 2 90,2 3 0,2-2-180,3 1 90,2-4-90,2-1 90,2 0-180,8 0 90,1-2 0,6-2 0,-7-3 90,3-6-90,-10 1 90,3-3 0,-7 0-90,0 0 90,-3-2 0,-1 0 0,-2-4 0,-1 3 0,-3-4-90,-3 1 90,1 5 0,-6-3-269,1 6-181,-3 1 0,4 3-90,2 2-1259,2 0 1799,2 3 0,9 4 0,2 3 0</inkml:trace>
  <inkml:trace contextRef="#ctx0" brushRef="#br0" timeOffset="60311">15882 4677 14639,'-6'-8'449,"0"0"1,3 5-270,-4 0 270,2 2-270,-5 2 0,4 1-90,-4 3 89,2 0 1,-3 5-90,2-2 0,-2 3 0,5-3 0,1 2-90,1-1 90,2 4 0,2-3-90,1 3 90,3-4-180,7 1 90,-4-1-90,6-2 90,-3-3-90,5-2 90,2-4-90,1-1 90,1-6 0,-9 1 0,1-4 0,-6 2 0,-1-2 0,0-1 180,-5-13-180,-1 7 90,-3-9 0,-3 9-90,2 6 0,-4-2 0,3 9-360,-3 0-629,3 3-2339,-4 2 3328,5 2 0,1-1 0,3 2 0</inkml:trace>
  <inkml:trace contextRef="#ctx0" brushRef="#br0" timeOffset="60843">16207 3990 13739,'-7'6'2968,"7"-1"-2698,4-1-90,7 0 0,-3-3 0,4 0 0,1-1 90,12 1-180,-3-1-418,9 0 149,-7-1-181,0 1-270,-2-1-272,-1 1-1617,-4-1-1438,-1 1 3957,-3 0 0,2 0 0,-1 1 0</inkml:trace>
  <inkml:trace contextRef="#ctx0" brushRef="#br0" timeOffset="61551">15469 3876 14729,'9'-7'629,"-2"2"-269,-2 2-90,0 0 360,1 0-361,0 1 91,2-2-90,-2 2 0,2 0 0,0-1 0,1 1 179,7 0-269,-3 0 0,4 0 90,1 0-180,-5 1 90,8 0-90,-9 2 0,1-1 0,-5 3-90,-1-2 90,-1 3-90,-1 0 0,-3 2 0,-1 0 0,-4 2-90,-3 2 0,-4 1 0,-3 1 0,-5 3 0,-2 0 0,-3 1-90,0 0 90,3-3-90,-4 5 90,9-8 0,-2 3 0,8-6 0,2 0 0,1-1 90,1-1-90,1-1-89,1 0 179,4 1 0,1-1-90,4-1 90,4-2 0,4 0-90,7 1 90,-3-1-90,6-1-90,-4 1-270,3-1 90,-7 0 0,-3 1-89,-7-1-631,1 0-1888,4-1 270,-3-1 2698,3 0 0,1-3 0,0 0 0</inkml:trace>
  <inkml:trace contextRef="#ctx0" brushRef="#br0" timeOffset="61993">15855 3877 14819,'-5'-2'1799,"1"-1"-1620,-1 10-89,1-2 0,0 0 0,0 1 0,-2 3 90,1 1-180,-1 0 90,2 0-90,1-3 90,2 1-90,4 4 90,0-4-90,5 4 0,-1-7 0,2 1 0,4 0 0,-2 0 0,2 0 0,-6-2 0,1 2 0,-4 2 0,-5 3 0,-1-1 0,-9 4 0,3-5 0,-4 2 0,2-3 0,0 0 0,0 0-90,0-1-180,-3 2-270,1-1-449,-3 0-720,5-3 1709,1-2 0,7-2 0,-1-1 0</inkml:trace>
  <inkml:trace contextRef="#ctx0" brushRef="#br0" timeOffset="62210">15853 3968 13739,'-3'-11'810,"1"2"-540,1 1-91,2 2-89,1-1 0,2 1 0,0 1 90,3-1-180,0 1-90,3-2-629,0 2-1,-2 1-1349,2-1-269,-3 2 2338,0 1 0,4-1 0,1-1 0</inkml:trace>
  <inkml:trace contextRef="#ctx0" brushRef="#br0" timeOffset="62568">16005 3892 14998,'-11'2'450,"1"2"-360,5 1 90,-1 3-90,0 1 0,-2 2 0,1 0 0,-1 2 90,-3 7-90,1 1-90,0 2 90,3-4-90,5-6 90,0-2-90,2-1 90,1-1-90,2-1 0,0-1 0,2 0 0,1-2 89,2-1-89,6-2 0,-4-2 0,10-4 0,-8-1 0,2-2 0,-2-6 0,-4 2 0,2-10 0,-8-1 0,-1 0 0,-4 0 0,-2 4 0,-4-3-89,1 5-91,-2-2-90,2 10-270,1 1-90,-1 2-1708,1 2 2338,-3 1 0,6 0 0,-1 2 0</inkml:trace>
  <inkml:trace contextRef="#ctx0" brushRef="#br0" timeOffset="63077">16298 3270 14099,'-8'-4'2069,"-1"0"-1889,15 1-90,-2 0 0,11 0 0,-3 1-1,2 0-89,2 1-179,1-2-181,2 2-270,-1-2-449,1 1-3868,5-2 4947,-5 2 0,7-2 0,-7 2 0</inkml:trace>
  <inkml:trace contextRef="#ctx0" brushRef="#br0" timeOffset="63793">15587 3165 14279,'5'-7'1349,"3"1"-989,-3 4-90,3 0 90,-1 0-91,2-1-89,0 1 90,1-1-90,0 0 90,6 0 0,0 0-180,1-1 90,0 3-91,-9 1 1,2 0-90,-3 1 90,-3 0-90,1 2 90,-2 0-90,-2 2 0,-1 1 0,-4 1 0,-1 0 0,-5 5-90,1-2 90,-4 3 0,3-5 0,1 0 0,-1-1-90,-1 3 90,0-1 0,1 2 0,4-2 0,5-1 0,4-1 0,3-2 0,2 0 0,1-2 0,1 2 0,6 0 0,-5 0 0,4 1 0,-5-2 0,-3 0 0,0 1 0,0 1 0,-4 1 0,1 1-90,-7 2 90,0-3 0,-5 3 0,-4-2 0,0-1 0,-4 2 0,2-4 0,1 1-89,0-1-361,-4 0 90,6-1-180,-2 0-89,5-3 629,2 1 0,2-2 0,2 1 0</inkml:trace>
  <inkml:trace contextRef="#ctx0" brushRef="#br0" timeOffset="64196">15915 3239 14729,'-10'-8'539,"1"2"-449,0 7 0,1 1 0,-2 4 0,0-1 90,-6 9-180,-2 1 90,1 2 0,2-1-90,7-6 90,2-1-90,2 0 0,2-2 90,2 1-90,2-1 90,3-1-90,1 0 0,2-2 90,7-1-90,-3 0 0,6-3 90,-6 0-90,5-4 0,0-2 0,2-3 0,-6 0 90,-4 0-90,-5 1 0,-1 1 0,-1-1 0,-2 0 0,-2-1 0,-1 0 0,-3 0 0,0 0 0,-3 1 0,0 1 0,-1 0-90,0 3-360,-4 1-630,0 2-4316,-3 3 5396,7 0 0,3 3 0,4-2 0</inkml:trace>
  <inkml:trace contextRef="#ctx0" brushRef="#br0" timeOffset="64560">15998 3248 14549,'-2'-11'1169,"-1"4"-1079,-3 7 0,0 3 0,0 3 0,0 1-90,0 1 90,0 1-90,1 1 90,0 1 0,2 0-90,1 0-90,0-1 0,3 0-90,1 0 0,1 0-180,7 4 90,0-5 90,4 1 1,-2-5 89,1-3-90,-1-1 90,0-3 90,6-3 90,-5-2 90,4-4 179,-6-4-179,-4 2 180,-2-13 0,-9 2-90,-8-6-180,0 7 90,-6 4-180,5 11 0,-2 3-360,2 2-180,-3 4-629,1 2-990,-1 4-629,1 1 2788,1 5 0,-2 8 0,0 4 0</inkml:trace>
  <inkml:trace contextRef="#ctx0" brushRef="#br0" timeOffset="65893">17060 7053 12120,'-2'-9'2339,"-1"1"-1710,0 3-359,0-1 180,-1 2-90,0-1-90,0 1-90,0 0-1,0 1 181,0 0-360,-2 4 180,2 0-180,-2 2-180,2 0 180,0-6-90,1 0 90,1-5 0,1 0-90,0 1 90,0 0 0,0 0 0,0 0-90,0-1 90,1 1-90,-1 0 180,0 16-90,-1 0 90,-1 18-90,-1 0 90,0-2-90,0 0 0,1-6 0,0-1 0,1 0 90,-1-1-90,2-1 0,0-1 0,1 3-90,0-5 0,0 2-180,1-6-89,-1-1-721,0-2 1080,1 0 0,0-3 0,0-1 0</inkml:trace>
  <inkml:trace contextRef="#ctx0" brushRef="#br0" timeOffset="66360">16905 7372 15178,'4'-12'2069,"-5"4"-1979,-7 6 0,-2 5 0,-2 2 0,2 0 0,0 2 0,-1-1-90,-1 2 180,-2 2-180,4-1 90,-2 5-90,6-6 90,1 2-90,5 0 90,5 0-90,3 0-90,4 0 90,0-4-90,1 1 0,1 1 90,-1-1-90,0 1-90,0 2 90,-3-2 90,0 3-90,-6 1 0,-3-2 90,-3 2 0,-2-2-90,-8 4 90,-4 1-90,-2 0 90,0-2 0,5-5 0,0-1 0,2-1 0,1-1-180,2-2 0,0 0-179,2-1-901,1-2-4496,-1-1 5756,4-4 0,1-6 0,4-2 0</inkml:trace>
  <inkml:trace contextRef="#ctx0" brushRef="#br0" timeOffset="66577">16859 7457 15988,'5'-7'630,"1"1"-541,2 3 91,1-1-90,1 0 0,0 0 0,2 0-180,0-1-180,1 0-179,1 0-271,-1 0-1709,0 1 2429,5-1 0,0 1 0,5-2 0</inkml:trace>
  <inkml:trace contextRef="#ctx0" brushRef="#br0" timeOffset="66968">17187 7464 15538,'-13'2'810,"3"-1"-630,2 1-1,1 0 1,-1 2 0,0 0 0,-2 3 0,1 1-90,-1 0 0,0 3 0,1-1 0,1 2 0,1 0 0,0 0-90,3-1 90,0 1 0,2 2 0,1-2-90,4 6 0,3-6 0,0-2-90,3-3 90,-2-5-90,7-2 90,-3-2-90,6-3 90,-4-2 0,0-2 0,-1-2 0,-2-3-90,-2 1 90,-1-5 90,-2-6 0,-5-8 0,-10-14 0,1 15-364,-7-2 364,6 20-90,0 4 0,0 3 0,-3 3-270,3 3 0,-2 2-180,5 2 5,1 1-635,2 1-1348,2 0 2428,4 3 0,7 1 0,6 4 0</inkml:trace>
  <inkml:trace contextRef="#ctx0" brushRef="#br0" timeOffset="67309">17953 7080 15448,'0'-13'1979,"0"2"-990,-1 4-269,1 0-180,-2 2-450,1 8 0,-1 0 0,0 9 0,0-2 0,-1 3-90,1 2 89,-1 1-89,0 1 90,0 1-180,1-1-179,0 1-1,0-2-270,1 0-989,1 4-180,0-6-4677,2 8 6386,-1-11 0,1 7 0,-1-4 0</inkml:trace>
  <inkml:trace contextRef="#ctx0" brushRef="#br0" timeOffset="67677">17795 7613 16078,'4'-8'2069,"0"0"-1889,-2 12-91,0 0-89,-1 7 90,-2-2-90,0 0 90,0 0-90,1 0 0,-1 0-90,1 1 0,0-1-179,-1 0-1,2 0-180,-2 0-180,2-1-359,0 0-1440,1-2-1438,1 0 3867,1-1 0,6 1 0,1 0 0</inkml:trace>
  <inkml:trace contextRef="#ctx0" brushRef="#br0" timeOffset="68076">18039 7609 15268,'-4'-9'1350,"-2"2"-901,3 3-89,-4 1-180,-1 3-90,0 2 90,-2 1-90,2 1 90,-4 6-90,-2 2 0,3 1-1,-2 6 1,9-8-90,-1 3 0,5-4 0,0-2-90,2 0 90,1-1-89,2 0 89,1-2-90,2 0 90,0-2-90,1-1 90,1-3-90,0-1 90,1-2 0,-1-1-90,1 0 90,-3-2 0,4-8 0,-4 3 0,1-14 90,-7 10-90,-1-6 90,-6 3-90,2 3 0,-3 0 0,-2 4 0,1 6-90,-3 1-90,2 4-180,0 5-180,0 0-449,1 2-1530,1 2 2519,-1 4 0,5 3 0,-1 5 0</inkml:trace>
  <inkml:trace contextRef="#ctx0" brushRef="#br0" timeOffset="68460">18301 7698 15718,'-1'-14'810,"-1"4"-631,-1 4 181,0 3-270,-3 0 90,1 1-90,-3 0 0,2 3 0,-1 0 90,-3 3-180,2 0 90,-3 3-90,4-1 90,1 1-90,1 0 90,0 3-180,5 0 0,0 0 0,4-2 0,1-3-90,0-1 90,3-2 0,0-1 0,1 0 0,1-2 0,0-2 90,0 0-90,0-1 0,2-5 90,-2-3 90,0-1-90,-4-4 90,-5-1 0,-2-3-90,-2 3 0,-2 3 0,1 6 90,-1 0-180,-1 2 0,0 2-90,-2 1-89,2 2-271,-2 1-90,1 1-539,0 0-3598,1 1 4767,1 1 0,2-1 0,1 1 0</inkml:trace>
  <inkml:trace contextRef="#ctx0" brushRef="#br0" timeOffset="68835">19281 6889 14729,'-2'-10'2518,"0"2"-1438,1 2-991,-2 9 1,1 0 0,-1 9 0,1-1 0,1 2 0,-1 2 0,0 11 0,0-7-90,0 8 90,0-9-270,0 7-180,0-5-89,0 4-181,2-9-539,-1-1-1440,0-1-1618,2 0 4227,0-2 0,1 6 0,1 1 0</inkml:trace>
  <inkml:trace contextRef="#ctx0" brushRef="#br0" timeOffset="69743">18914 7603 17247,'-5'-1'990,"1"-1"-990,1 16 90,1-5-1,-2 8-89,1-4-89,-1 11-361,0-6 90,2 1-270,0-3-269,1-6-5577,2 1 6476,1-3 0,4 3 0,0-3 0</inkml:trace>
  <inkml:trace contextRef="#ctx0" brushRef="#br0" timeOffset="70151">19151 7576 16707,'-9'2'360,"2"0"-360,3 1 180,1 1-180,-2 0 90,2 1 0,-1-1-90,1 2 90,1-1-90,1 3 90,3 0-90,3 4 0,0-2 0,2 1 90,-2-4-90,-1 1 0,1 0 0,0 1 0,-1 0 0,0-1 0,0 0 0,-1 1 0,-1-1 0,-1 4 0,-1-3 0,-2 3 0,-2-4 0,-6 5 0,-5-2 0,-6 5 0,4-6 0,2-1 0,4-6-90,1 1-90,0-2-180,2 1-89,1-2-1261,0 0-3686,2-3 5396,1-1 0,2 0 0,2 0 0</inkml:trace>
  <inkml:trace contextRef="#ctx0" brushRef="#br0" timeOffset="70376">19118 7664 14099,'-4'-8'1349,"2"-1"-1169,4 3 0,3 0 0,1 1 0,2 1-90,0 0 90,2 0-90,2-1 0,0 1-90,0-1-180,1 1-180,-1 0-360,0-1-629,-1 1-720,-2 0-359,2 0 2428,-3 1 0,4 0 0,-1 1 0</inkml:trace>
  <inkml:trace contextRef="#ctx0" brushRef="#br0" timeOffset="70726">19368 7665 14369,'-9'4'989,"-1"0"-719,4 0-90,-2 1 0,3 0 0,-2 1 0,2 1-90,-1 1 0,1 1 89,0 0-89,0 1 0,1 0 0,2-1 0,0 5 0,3-4 0,1 3-90,2-4 0,5 2-90,5-2-90,4-1 180,-1-3-90,-1-4 90,-4-2-90,-1-3 90,-1 0-90,1-3 90,-3-1 0,1-1 0,-3-3 0,-1 0 90,-1-4-90,-3 2 90,0-2 0,-4-5 0,-5-2-90,0 2 90,-7 1-270,1 10-629,-4-1-1,4 6-5036,4 3 5846,3 3 0,4-1 0,1 1 0</inkml:trace>
  <inkml:trace contextRef="#ctx0" brushRef="#br0" timeOffset="71084">20546 7106 14908,'10'-5'2249,"-2"1"-1079,-3 1-991,-2 7 1,-1-2 0,-1 6-90,0-2 0,-2 2 0,1 1 0,0 1 0,0 2 0,0 1 0,0 1-90,0 0-90,0 1-90,0-1-180,0 1-179,0 0-361,0-1-719,0-1-900,0 0 2519,1 5 0,0 1 0,1 5 0</inkml:trace>
  <inkml:trace contextRef="#ctx0" brushRef="#br0" timeOffset="72301">20054 7776 16707,'7'-10'540,"-1"2"-360,0 6-90,0 0 90,2 0-90,1-1 0,2 1 90,5 0-90,-3-1 0,4 2-90,-5-1 179,4 2-179,-1 0 90,2 2-90,-2 1-90,-6 2 90,-5 3 0,-6-2 0,-2 3 0,-4-2 0,-1 2-89,-3 0 89,-1 2 0,-9 5 0,7-5 0,-6 5 0,4-2 0,5-4-90,-4 6 90,7-6 0,2 0 0,4-1 0,4-3 0,1-1 0,2 0 0,2-1 0,2 0 90,1-1-90,2-1-90,1-1 0,1 1 0,0-2-180,2 0-540,7-1 91,-4 1-271,6-2-4766,1-1 5756,-7 0 0,12-3 0,-7 1 0</inkml:trace>
  <inkml:trace contextRef="#ctx0" brushRef="#br0" timeOffset="72728">20499 7849 14819,'-1'-10'1978,"0"1"-1438,-1 3-90,-1 1-90,-2 2-180,-3 2-91,1 1 91,-6 5-90,5 0 0,-4 1 0,3 3 0,0-1 0,0 3-90,1 0 90,0 1-90,1-1 90,2 1-90,2-1 0,1 2 90,2-1-90,2 0-90,4 4 90,-1-5-90,4 3 0,0-6 0,5 1 0,3-2 90,6-2-90,-4-3 90,-1-5 0,-6 0-90,0-2 90,-1 0 0,-2-3 0,0-2 0,-2 0 0,-2-1 0,-1 0 0,-1-2 0,-3 0 0,-1 0 0,-4-7-90,0 6 90,-6-9 0,1 10-269,-4-2-91,4 7-1799,-3 3-4137,5 4 6296,0 1 0,4 1 0,2 1 0</inkml:trace>
  <inkml:trace contextRef="#ctx0" brushRef="#br0" timeOffset="73159">20952 7964 15718,'-2'-11'720,"-1"1"-181,-4 6-269,-6 2-180,2 3 90,-4 3-180,6 1 90,0 0 0,0 2 0,0 2 0,-2 3 0,3-1-90,-1 2 90,3-4-90,3-1 90,-1 0-90,3 2 90,3 1-90,3 0 0,1-3-90,7-1 0,-4-4 90,4 0-90,-3-2 90,1-1-90,0-1 90,0-1-90,1-2 90,0-1-90,3-7 90,-5 2 0,2-5 90,-7 2-90,-2-6 90,-3-2 0,-4-6-90,-5 1 0,0 8 0,-2 3-90,4 8-270,-1 0-90,0 2-539,-1 0-1530,-1 1-1528,1 2 4047,0 0 0,-3 1 0,-1-1 0</inkml:trace>
  <inkml:trace contextRef="#ctx0" brushRef="#br0" timeOffset="81993">21488 7439 9242,'8'-7'1799,"-2"1"-1080,-2 3-269,-2-1 90,1 0-91,-1-1 1,0 1-90,0-1 180,0 0 359,1 0 450,-1 0-1349,-6 11 90,1-2-90,-4 12 90,3-5-90,-3 10 90,1-3-90,-3 9 90,0 1-90,2-6 90,0 7-90,2-12 0,2 1 90,0-3-90,0 2 0,2-3 0,-1 0 0,2-2 0,0-2 90,0-1-270,-1 2-629,1-3-6117,0 1 6926,-1-4 0,0-1 0,0-2 0</inkml:trace>
  <inkml:trace contextRef="#ctx0" brushRef="#br0" timeOffset="82593">21398 8014 15088,'-9'-8'1979,"2"0"-1799,10 4-90,0 1 0,6-1 0,0 2 0,1 1 0,1-2 0,4 2 0,-3-1 0,7 2-90,-4 0 90,-1 2-90,-2 0 0,-6 0 0,0 3 90,-3-1-90,-1 3 0,-3 1 0,-2 2 0,-3 1 0,-3 2 90,-1-1-90,-2 3 0,0-2 0,-6 6 0,1-1 0,0-1 0,2 1 0,6-7 0,0 4 0,4-6 0,3 1 0,2-6 0,1 2 0,2-2 0,1-1 0,2 0 0,1 0 0,2 0-90,1-1-180,2 0 0,0-1-630,7 0 271,-4-1-2609,14-2 3238,-6-1 0,9-2 0,-1-1 0</inkml:trace>
  <inkml:trace contextRef="#ctx0" brushRef="#br0" timeOffset="82985">21856 8075 14729,'2'-10'1349,"0"0"-630,-2 4-179,0 0-270,-3 2-180,-3 4 0,-1 1 0,-2 4 0,-1 1 0,2-1 0,-3 2-90,3-1 90,1 1-90,0 0 0,1 1 90,1 0-90,0 0 0,1-1 0,3 1-90,0 0 90,1-1-90,1 1 0,1-1 0,1 0 90,1 0-90,2 3 0,1-1 0,-1 2 90,-2-3-90,-3 1 90,-4-2 0,-2 0-90,-3 1 90,1-3 0,-2 0 0,-1 0 0,-1-1 0,-1 1 0,0 0-180,0-2-90,1 0-179,0 0-1261,-3-1 1710,2-1 0,0-1 0,3-2 0</inkml:trace>
  <inkml:trace contextRef="#ctx0" brushRef="#br0" timeOffset="83218">21760 8143 14459,'4'-9'809,"0"1"-629,1 2 90,0 1 0,1 0-90,1 1 90,2 0-90,1 0-91,1 0 91,2 0 0,1 0-90,1-1 0,1 2-90,0-1-450,5-1-89,-5 0-2609,8 0 3148,-9 2 0,6 1 0,-3 1 0</inkml:trace>
  <inkml:trace contextRef="#ctx0" brushRef="#br0" timeOffset="83576">22115 8143 16797,'-12'0'630,"3"0"-450,2 3-90,1 1 0,-1 1 90,-3 6-90,0 1 0,1 1-90,2 0 90,3-3-90,2 0 0,0-2-90,3 1 90,0-2-90,2 0 0,0-1 0,2 0 0,2-3 0,-1 0 0,3-1 90,-1-1-90,1-2 90,0-1-90,4-6 0,1-4 90,3-8-90,-7 1 90,-1-9 0,-7 3 0,-2-1 0,-2 3 0,-3 8 0,0 2 0,-1 3 0,-1 2-180,-2 3-90,0 1-269,-1 2-181,0 2-1708,1 2 2428,-1 2 0,1 4 0,0 1 0</inkml:trace>
  <inkml:trace contextRef="#ctx0" brushRef="#br0" timeOffset="84051">23021 7445 14009,'-7'-13'-90,"2"2"360,1 2 90,2 3-90,-1-2 269,0 3-449,-3 6 0,3 1 90,-2 9-90,3-1 0,0 2 0,1 1 90,-3 9-90,3-5 90,-3 17-90,3-14-90,-1 7 90,1 0-1,-1-7-89,0 6-89,2-8-271,-1 0-180,1-1-539,-1-2-1170,1 0-629,0-1 2878,0 0 0,3 6 0,-2 2 0</inkml:trace>
  <inkml:trace contextRef="#ctx0" brushRef="#br0" timeOffset="84552">22830 7972 15538,'1'-11'360,"3"2"-270,2 7 0,2-1 0,2 1 0,2 0 0,1 0 0,7-1 0,-4 2 0,4 0-90,-7 1 0,0 0 89,-3 1-89,0 0 0,-4 1 90,-1 0-90,-3 2 0,-5 2 0,-2 1 0,-4 1 90,1-2-90,-1 0 0,-1 1 0,1 0 0,-5 2 0,2 2 0,0-1 0,3 3 0,6-2 0,1-1 0,4 1 0,2-4 0,1 2 90,1-1-90,1 1 0,0-1 0,1 1 0,-1-1-90,-1 0 90,-2 1 0,0-1 0,-1 1 0,-2 3 0,-5-1 0,0 0 0,-9 1 0,-1-4 0,-2 0 90,1-2-90,4-2-90,1-1-90,2 0-269,0-1-271,2 1-5306,1-1 6026,1 0 0,2-1 0,0 0 0</inkml:trace>
  <inkml:trace contextRef="#ctx0" brushRef="#br0" timeOffset="84952">23158 8235 15538,'0'-9'2249,"1"0"-1889,-4 5-180,-2 1-1,-2 3-89,-1 3 90,0 1-90,0 2 0,0 2 0,0 0 0,2 3 0,-1 0-90,2 1 90,2 0-90,2 5-90,3-3 0,1 4 0,1-7-90,6 3-90,4-1 180,0-2 90,1-3-90,-3-5 1,0-2 89,1-2-90,0-1 0,1-3 90,1-2 0,0-1 0,-2-3 0,0-1 90,2-11 0,-6 3-90,2-9 89,-7-3 1,-3 7-90,-3-8-307,-5 7 307,-2 3 0,-6-1 0,1 6 0,-2 3-90,0 5-179,1 4-181,1 2-360,-2 3-809,1 3-322,-1 1-1567,1 2 3508,0 1 0,-5 4 0,-1 3 0</inkml:trace>
  <inkml:trace contextRef="#ctx0" brushRef="#br0" timeOffset="86934">7566 5016 11940,'-8'3'1080,"-2"1"-541,6-2-269,-3 3 630,4-2-271,0 4-359,4-2 0,1 2 0,5-2-90,1-1 269,14 1-89,19 0-225,-11-2 0,2 0-394,-2-2 0,1 1 349,13 0 0,-1-1-1638,13 1 1593,-17 0 0,-1 0 0,-8-1 0,-2 0 0,2 1 0,0-1-45,1 0 0,-1-1 45,2 2 0,-1-1-622,-1-1 1,1 1 621,0 0 0,0 0-45,-1 0 0,-1 0 90,24 1-193,-19 1 1,-1 0 102,10 1 45,-12-1 0,-1 0-45,3 2 0,-3-2 0,-12-1 419,-7 0-329,-2-1 1355,-1 0-1445,0 0 1433,-1 0-1433,1-1 306,-2 1-306,2-1 0,1 0 0,0 0 90,2-1-90,6 0 0,-4 0 0,2-1 0,-5 2 0,2-2-359,-2 1-1,2 0 360,-4 0 0,-3 1 0,-3 0 0</inkml:trace>
  <inkml:trace contextRef="#ctx0" brushRef="#br0" timeOffset="89586">16938 6436 12570,'-8'6'809,"2"0"-719,4-2 0,-1 1 0,1 1 0,0-1 0,0 1 0,1 0 0,1 1-4587,-1-1 4497,5-11 0,0 3 0,2-9 0</inkml:trace>
  <inkml:trace contextRef="#ctx0" brushRef="#br0" timeOffset="90277">16897 6333 12480,'-9'-8'450,"0"1"-270,4 4-91,-2 1 91,3 1-90,-6 2 0,4 0 0,-3 3 0,1 0-90,1 1 180,-6 5-90,0 3 0,-1 0 0,-1 7 0,8-7-90,-2 5 90,5-6-90,1 1 0,1 0 90,2-1-90,1 3 90,1-3 0,5 9-90,4-2 90,1 2-90,9 1 90,0-9-90,9 3 0,-7-8 89,8-2-89,-14-5 0,6-1 0,-9 0 0,1-3 0,-1-2 0,0 0 90,-1-2-90,-2-2 0,-1 0 0,-1-2 0,3-7 0,-5 3 0,4-14 0,-7 4 0,0-1 0,-4 3 0,-2 6-90,-1 2 90,-3-1 0,-1 0 90,-1 2-180,-2 2 90,0 1-89,-1 3-361,-9-1 90,4 3-90,-6 1-449,7 4-2249,-6 2 3148,5 1 0,-8 3 0,5-1 0</inkml:trace>
  <inkml:trace contextRef="#ctx0" brushRef="#br0" timeOffset="101036">21569 4849 11940,'-7'7'990,"2"0"-900,3-2-90,1 0 719,-2 0 361,6-1-901,-1-6 1,2 0-90,-1-5-5846,0 4 5756,1 4 0,-1-1 0,-1 3 0</inkml:trace>
  <inkml:trace contextRef="#ctx0" brushRef="#br0" timeOffset="101693">21520 4717 12210,'-7'-5'450,"-2"0"-90,5 3-181,-4-1 1,3 2 0,-2-1-90,-2 2 90,-2 2-90,-1 1 0,0 3 0,3-1-90,0 2 0,-1 2 90,2 0-90,-2 2 90,3 1 0,-2 7-90,4-2 90,-1 12-90,5-10 90,1 6-90,5 1 0,0-6 90,8 15 0,3-9-90,1-1 0,1-4 0,-3-10 0,8 3 0,-6-5 90,7 1-90,-7-6 0,1-1 0,0-3 0,1 0 0,6-4 0,2-4 0,3-8 0,-7-1 0,-2-12 0,-12 0 0,0 0-389,-7-1 389,-3 7 0,-9-17 0,0 10-683,-8-13 683,1 18 0,-2 3-90,0 6 90,0 2-539,-11 5-1440,-8 8-720,-17 7 2699,8 4 0,-6 9 0,14-3 0</inkml:trace>
  <inkml:trace contextRef="#ctx0" brushRef="#br0" timeOffset="108185">16918 6484 9512,'9'-2'2878,"-1"0"-1439,-3 2-539,2 0-631,0-1 1,-1 1-90,1-2-90,1 2 0,-2 0 90,5 0-180,-3 1 180,6 0-90,2 0-90,-1-1 90,1 1-90,-3-1 90,9 2-90,-4 0 0,8 1 90,-6-1-90,22 2 0,-7 1 0,17 2-284,-13-3 329,-11 1 0,2-1-840,1 0 0,0-1 795,1 2 0,0-1 0,6 2 0,-1-1 0,8 2-965,10 1 965,-16-1 90,-2-2-90,0 2 0,16 2 0,-13-2-752,14 2 752,-12-2 0,0-1 0,7 2 0,-1 0 320,-14-3 1,3 1-321,3 0 0,1 0 0,8 1 0,-1 0 0,-9-2 0,-1 0 45,4 2 0,-2-1-45,3 0 63,11 2-63,-19-2 0,-2 0-306,-4-1 306,-3 1 866,-2-2-866,-3 0 0,1 1 0,0-1 0,20 4 0,1 1 0,6 0 0,-19-3 0,0-1 0,21 4 0,-19-3 0,-1-1-90,15 4 90,1-1 0,-22-3 0,7 0 0,-11-1 0,0-1 0,0 0-90,9 1 90,-7 0 677,19 1-677,-7-1 1036,1 0-1126,7 0 0,-7-1 0,11 1 508,-11 0-508,8 0 0,-19-1-39,9 1 129,-12-2-90,3-1 90,-2 1 0,2 0 0,-1-1-90,0 0 90,-2 0 0,2-1-90,-2 1 90,0-1-90,0 0 0,10-1 0,-7 1 0,9-2-89,1 2 89,-8-2-180,19 2 180,-19-1-90,9 1 90,-12 1-180,10-1 90,-8 1 90,8 0 0,-10 0-90,7 1 90,1-2 1,-1 1-1,5-1 0,-9 0 0,6-1 90,-3 0-90,-8 0 90,-2-1 325,-7 0-236,0 1-178,0 0 89,1 0 0,0 0 0,-1-1 0,3 1 0,5-1 0,-5 2 0,5-1 0,-8 0 0,6 1 0,-1-1 89,4 1 1,-2-1-90,-6 1 90,-1-1-90,-4 1 0,0 0 90,0 0-90,0 0 0,1 0 0,4 0 90,3 0-90,5 0 0,2 1 0,-7 0 0,3-1 0,-5 1 0,5 0 0,-6 0 0,1-1 0,-6 1 0,1 0 0,-1-1 0,0 1 0,-1 0 0,1 0 0,-1-1 0,3 1 0,-1 0 0,2 0 90,-4 0-90,-1-1 0,-1 1 0,0-1 0,1 1 90,-1-1-90,0 1 0,1-1 0,-2 1 0,1 0 0,0 1 0,6 0 90,-1 0-90,1 0-90,-2-1 180,-4 1-90,0-2 0,2 2 90,-1-1 0,2 0 0,-3 0 0,0 0 0,-1 0-90,0 0 90,0 0-90,-1 0 1889,0 1-1799,-4-8 0,0 3 0,-4-10-90,2 5 0,0-1 90,0 2-90,0 1 0,1-1 0,-1 0 89,0-1-89,0 0 0,-1 0 0,1-6 0,-1 3 0,0-5 0,0 5 0,1-1 0,0 0 0,0-1 90,1-7-90,2-4 0,1 2 0,0-1 0,1 7 0,0 0 0,1-1 0,2-6 0,-1 6 90,1-6-90,-1 7 90,1-6-90,-1 4 0,0-4 90,-1 6-90,-1 2 0,0-1 0,-1 1 0,-1 0 90,1 1-90,1-6 0,1 0 0,-1-2 0,1-2 0,-1 4 90,1 1-90,0 1 0,-1 6 0,-1 0 0,1-1 0,-1 2-90,1-1 90,-1 0 0,2-4 0,-1 0 0,0 0 0,0 1 0,-2 4 0,2-4 0,0-2 0,-1-1 0,1 1 0,-1 5 0,0-7 0,0 5 0,-1-5 0,0 4 0,-1-4 0,0 3 0,0-3 0,-1 4 0,-1 0 0,1 1 0,-1 0 0,0-5 0,-1-1 0,1-3 0,1 5 0,0-2 0,1 7 0,1-3 0,-1 4 0,1-1 0,0 1-90,-2-6 90,2 4 0,-2-4 0,1 6 90,0-3-90,0 4 0,0-8 0,1 6 0,-1-5 0,1 5 0,0-3 0,0 5 0,1-2 0,0 4-90,0-2 180,1 1-90,-1-2-90,1 1 90,-1 0 0,0-1 0,1 1 90,-1-1-90,1 0 0,-2-1-90,1-6 90,0-1 0,0-7 0,-1 6 0,0 1 0,-1 6 0,0 0 0,0 1 0,0-1 0,-1 0 0,1 1 0,-1-1 0,0 1 0,0 0 0,0-1 0,-1 1 0,-1-6 0,1 4 0,-1-5 0,0 6-90,-1-6 90,0-1 0,-2-5 0,2 6 0,0 3 0,2 4 0,0 3 0,0-2 0,0 1 0,1 0 0,0-1 0,-1 1 0,1-3 0,0 3 0,0-3 0,-1 1 0,1 3 0,-2-7 0,0 5 0,0-3 0,1 4 0,-1 0 0,2 3 0,-1-1 0,1 1 0,-1 1 0,1 0 0,0 0-90,0 0 180,4 8-90,-3-1 0,5 6 0,-9-3 0,-1-2 0,-6 0 0,0-3 0,0 1 0,-7-1 0,1 0 0,-5 0 0,-4 1 0,6-1 0,-13 0-90,4 1 0,0-1-323,-1 1 323,7 0 90,-19-1-90,6-1-863,-13-1 953,12 0-90,-1-1 90,0 0-157,-1-1 112,11 2 0,-2-1 45,-3-1 0,-2 0-1370,-8-1 1,0-1 1369,8 2 0,0-1 0,-9-1 0,2 0-686,-8-1 686,16 1 0,0 1 0,-11-2 0,-3 0 0,2 0-45,10 2 1,-1 0 44,-18-3 0,18 4 0,0-1 0,-13-1 0,3 0 0,-3 0 0,6 1 96,9 1 1,-3 0-97,5 1 0,-2 1 0,-13-3 0,-1 0 0,15 2 0,0 1 0,-9-2 0,0 1 0,9 2 0,0 0-45,-9-1 0,-1 0-332,10 1 1,0 1 376,3-1 0,2 1 0,-13-1 1476,1 2-1476,0 0 0,1 0 0,0 0 0,1 0 0,0 0 0,1 0 0,-2 0 832,-15 1-832,26-1 0,-2-1 0,-6 2 0,-1 0 0,9-1 0,0 1 0,-3-1 0,2 1 0,-9-1-120,-4 0 120,11 1 0,3-1 803,-2 1-803,1-2 0,-1 2 0,4-1 572,1 0-572,3-1 0,1 1 0,2 1 316,0-1-316,-8 1 759,-1-1-849,-9 0 620,9 0-530,-8 0 0,7 0 0,0 0 43,1 0-43,11 1 0,0-1 0,-8 2 0,9-2 0,-6 1 0,10-1 0,0 1 0,2-1 0,-4 1 207,1 0-207,-6-1 0,4 2 0,-5-2 0,7 1 0,-4 0 0,3 0 0,0 0 0,-1 0 0,-7 1 0,6-2 0,-4 1 0,8 0 0,0-1 0,1 2 0,0-2 0,1 1 0,1-1 0,-7 2 0,0 0 0,-2 1 0,-6 0 0,4-1 0,-1 1 0,2-2 0,7 1 0,0-1 0,0 1 0,1-1 0,2 0 0,0 1 0,2-1 0,1-1 0,0 2 0,1-2 0,-2 1 0,2-1 0,-1 0 0,-1 1 0,2-1 0,-2 1 0,2-1 0,-1 1 0,0 0 0,0-1 0,-1 1 0,1 0 0,-1 0 0,0 0 0,1 0 0,0-1 0,1 2 0,0-2 0,-1 1 0,2 0 0,-3 0 0,2-1 0,-3 1 0,4-1 0,-3 0 0,2 1 0,-3-2 0,2 1 0,-2-1 0,1 1 0,-1-1 0,3 1 0,-3-1 0,1 1 0,-3 1 0,2-1 0,-6 1 0,6-1 0,-4 1 0,4-1 0,-1 1 0,1-1 0,-4 0 0,3 1 0,-4 0 0,6-1 0,-3 1 0,5-1 0,-2 0 0,2 1 0,-1-1 0,1 0 0,0 0 194,0 0 135,0 0-24,2 1 131,0 1-4,2 7-213,1-1-34,-2 6 2,1 3-200,-1 6-153,1-1 25,1 15-56,0 5-1141,-1 3 1265,0 5 35,0-12 2,-1 2-128,-1-1 17,0 0 1,-2 1 15,0 0 7,-2-1-3,1 0 90,0 1-4,0 0 135,0-1 3,-3 16-4,2-13 1,-1 11-33,3-17 30,-3 10 2,0-2-204,-1 9 1,2-17-3,-2 7 2,5-18-308,-3 7 309,4-8-1,-1-2 89,0 1 1021,0 1-999,-3 7 0,2-6 0,-1 5 0,3-11 130,1-2-130,-1 0 0,2 0 0,-1-1 347,1 4-347,-1 1 0,2-2 90,-1-2-90,3-6 0,-1-1 0,1 1 0,-1-2 0,1 1 0,1-1 0,-1 1 0,0-1 0,1 0 0,0 3 0,1 0 0,0 0 0,0 1 0,-1-2 0,0 0 0,0-2 0,0-1 0,0-2 0,0 2 0,0-3 0,0 0 0,0-1 0,1 3 0,-1-3 0,1 2 0,0-1 0,-1-1 0,1 2 0,0 0 0,0 1 0,1 2 0,-2-4 0,1 4 0,-2-3 0,2 0 0,-2 1 0,2 1 0,0 3 0,1-3 0,0 3 0,-1-4 0,0 1 0,-1-1 0,2 3 0,-1-3 0,0 3 0,0-2 0,0-1 0,0 4 0,0-2 0,1 2 0,0 1 0,-2-4 0,1 2 0,-2-6 0,0 3 0,1-2 0,-1 1 0,1 0 0,-1-1 0,1 0 0,0-1 90,-1 1-90,2-1 89,1-6-89,-1 0 0,2-5 0,-2 2-269,-1 1 89,2-2-270,-2 3 90,2-3-90,-1 1-89,0-1-451,0 1-1079,0 0 2069,2-3 0,1-2 0,2-4 0</inkml:trace>
  <inkml:trace contextRef="#ctx0" brushRef="#br1" timeOffset="118927">17465 6104 14459,'1'13'809,"0"-2"-629,-3-3-90,0-2 90,0 1-90,0-1 90,-1 3-90,0-2 90,1 3-90,0-2 0,1 1 0,2-2 0,1-2-1,2-3-89,2-4 0,-1-2 90,2-3-90,-3 1 0,0-1 0,-1 2 0,-1-1 0,-1 0 0,0 0-269,0 1-1081,0-1 901,3 3 449,-7-3 0,1 6 0,-6-1-180,1 3-540,1 1 720,2 0 0,1-1 0,1-1 0</inkml:trace>
  <inkml:trace contextRef="#ctx0" brushRef="#br1" timeOffset="119602">17405 6042 12300,'-6'-8'1169,"0"1"-629,2 4-270,-2-2 180,2 3-91,-2-1 1,1 1-180,-1 0-90,0 3 0,0 2 0,1 2 0,1 0 0,0 2-90,-1 2 90,2 0 0,-3 9 0,2 3-90,-1 1 90,2 0-90,2-7 0,0 1 0,2 0 90,-1-1-90,1 3 0,1-4 0,0 3 90,0-3-90,1 2 0,1-2 0,1 0 0,-1-2 0,1-1 0,0-2 89,6 2-89,2-3 0,0 0 0,2-3 0,-4-4 0,1-1 0,0-1 0,1-1 0,0-1 0,1-1 0,-1-1 0,-1-1 0,-1-2 0,0 0 0,-2-1 0,1-7 0,-3 3 0,1-7 0,-5 5 0,-1-8 0,-2-4 90,-4-10-90,0 9 0,-3 1 0,3 10 90,-2 1-90,0 3 0,0 0 0,-1 2 0,-1 2 0,-4 1 90,0 3-180,-4 2-90,2 4 1,-1 1-181,-1 1 0,1 1-809,-8 4-3958,1 1 5127,1 1 0,0 2 0,5-2 0</inkml:trace>
  <inkml:trace contextRef="#ctx0" brushRef="#br1" timeOffset="124329">22353 7423 13469,'1'-9'3238,"1"16"-3148,-1-3-90,0 14 90,0-12 0,1 3 0,0 2-90,0 0 90,-1 0-90,1-3 0,-1 0 90,0 0-90,0-1 0,1 1 0,0-2 90,1 3-90,-1-2 0,1 1 0,-2-3 0,1 0 0,0-1 90,0 1 0,0 0 180,0-1-270,3-4 90,-2-3-90,1-4 0,-2 0 0,1-4 90,0-4-90,0-4 0,-1 1 0,-1-1 90,0 4-90,1 0 0,-2 3 0,0 4 0,0-1 0,0 1 0,0-1 0,1 3-90,0 9 0,0 0-180,1 12-270,-1-5-269,0 4 179,0-3-2518,-2 2 180,0-6 2968,-1 1 0,-1 2 0,-1-1 0</inkml:trace>
  <inkml:trace contextRef="#ctx0" brushRef="#br1" timeOffset="128336">22387 4370 14639,'5'8'90,"0"0"0,-3-4-90,0 0 89,1 0 181,0-1-360,0 1-809,0-1-990,1-5-899,-1 0 2788,-1-5 0,-1 4 0,0 1 0</inkml:trace>
  <inkml:trace contextRef="#ctx0" brushRef="#br1" timeOffset="129052">22408 4281 11940,'-9'-6'630,"-1"0"-180,5 5-360,-2-2 269,3 2-89,-8 1 90,2 0-180,-6 4-90,4-1 90,1 2-90,-3 3 0,3 0 0,-4 2-90,5 0 89,-1 0-89,0 2 90,-4 8-90,4-4 90,-3 5-90,2 1 90,4-4-90,-1 5 0,6-7 0,0 2 0,2-1 90,2 10-90,2-6 0,3 6 0,2-7 0,1-2 90,2-1-90,1-1 0,4-1 0,1-1 0,3-1 0,-1-3 0,1-3 0,1-1 0,2-2 90,12-3-90,-7-1 0,25-6-934,-23 0 934,13-7 0,-12-2 0,-9 0 0,0-3-173,-8-1 173,-3-2 90,-1-1-90,-2 1 90,-4-1 0,-1 2 90,-2-4 908,-4-8-909,-9-10 1,-8-5-304,-2 9 214,-11 6 0,0 15-90,1 5 283,-2 5-462,9 6-91,-5 3-703,0 1 434,-4 3-2610,-8 5 361,13-2 2788,-5 2 0,8 0 0,0 0 0</inkml:trace>
  <inkml:trace contextRef="#ctx0" brushRef="#br1" timeOffset="131427">17453 6197 13469,'11'7'450,"0"-2"-270,-3-2-90,1 0 0,1-1 0,0 1 0,1 1 90,8-1-90,3 3 0,2-1-1,2 0-89,-7-1 90,12 1 0,-6 0-366,7 0 276,-10-2 90,2 1-90,0-2 0,6 2 90,2-1-1078,5 2 988,3-2 0,0 2-305,-5-2 0,2 0 305,-10-1 0,3 1 0,5 0 0,5 0 0,-1 0-1210,13 1 1,-1 0 1209,2 0 0,0 0 0,-2 0 0,-2 1-20,-14-2 1,0 0 63,13 1 1,1 0-45,-12-1 0,1 0-360,10 0 0,-1 0 360,-14-1 0,-1 0 45,-1 0 0,1 1 83,-1-1 0,-1 0-128,1 0 0,-1 0 0,-1 0 0,0 0 572,1 0 0,-1 0-572,-1 0 0,1 0 45,-1-1 0,1 0-169,10 1 1,0 1 168,-8-2 0,0 0 0,15 0 0,2 1-45,-11-2 0,0 1 45,9 0 0,-2-1 0,-10 1 0,0-1 0,7 0 0,-1-1-45,4 1 405,-14 0 0,-1-1-405,9 1 90,1 0 135,-1 0-225,0-1 90,16 1 297,-24 0 0,0-1-387,8 1 0,0 0 0,-9 0 0,1 0 45,5-1 0,0 1-45,22 2 0,-2-2-326,-4 1 326,-17 1 261,12-1-261,-13 1 0,10 0 0,-16 0-253,1 0 253,-3-1 489,-2 1-489,12 2 0,-8-2 985,9 2-985,5 1 0,-10-3 0,-4 1 0,2 1 0,21 0-150,-3 1 150,-2 0 0,-13-3 0,15 3 0,-9-2 0,10 3 0,-15-2-198,-3 0 198,1 0 0,-4 0 0,9 1-89,-11-1 178,9-1-178,-1 2 89,-8-3-252,8 3 252,-11-3 0,10 2 0,7 1 0,-1 0 970,0 0-970,-12-2 0,3-1 64,-2 1-64,5 1 0,-4-1 0,0 1 283,-4-1-283,9 1 0,-9-1-90,8 1 90,-8-1 0,-5 0 90,8 0-90,-9-2 0,0 0 0,-4-1 90,-6 1 397,0-1-487,0 0 90,-1 0-90,0 0 0,-1 0 89,0 0-89,1 0 0,0-1 0,1 1 90,-1-1-90,0 0 0,0 1-90,-2-2-2698,1 1-1619,-12-3 4407,4 1 0,-14-3 0,6 1 0</inkml:trace>
  <inkml:trace contextRef="#ctx0" brushRef="#br1" timeOffset="134820">22321 6591 12930,'1'-11'539,"1"1"-359,-2 3-90,0 0 180,0 0 0,-1-4-90,1 2 0,-1-3 0,0 3-1,0-1 1,0 0 0,0-2 0,-1 0 0,1-1 0,0 0-90,0-2 90,-1 0-90,1-2 90,0 0-90,0-1 0,0 0-1,0-1 1,0 0 90,1 0 0,-1-8-90,1-3 0,0-1 0,1 2 0,0 9 0,0 0-90,0 0 90,0 0-90,0 0 90,0-1 0,1 0-90,0-2 0,-1 2 0,1-1 90,-1 0-90,2-1 0,-2 0 0,0 0 0,1-7 90,2-5-90,-1-9 0,2 8 0,0-9-635,-2 18 635,1-8 0,-1 11 0,0 0 0,1 0 0,-1 1 0,1 1 0,-1 0 0,-1 2 0,1-1 0,-1 2 0,2-7 0,0-2 0,1-7 635,0 1-635,-1 9 0,1-5 0,0 9 0,0-2 0,-1 4 0,-1 4 0,1 2 0,-1-2 0,1 1 0,-1 0 0,1 0 0,0-1 0,1-5 0,1-2 0,1-4 0,1-1 0,-2 8 0,1-5 0,-3 10 0,1-5 0,-1 6 0,-1-1 0,1 1 0,-2 1-90,2-1 90,-1 1 0,1-6 0,-1 5 0,3-9 0,-4 9 0,2-3 0,-2-1 0,0 1 0,0 0 0,1-2 0,-2 8 0,1-3 0,0 4 0,-2 2 0,2-2 0,-1 2 0,0-2 0,0 1 0,0 0 0,0-1 0,1 0 0,-2 1 0,1-1 0,0 1 0,0 0 0,-1-4 0,1 3 0,-2-2 0,1 2 0,-1 2 0,1-1 0,-1 0 0,0 1 0,0 0 0,-1 0 0,1 0 0,0 0 0,0 1 0,0-1 0,-1-1 0,0-1 0,0 0 0,0-1 0,0 5 0,0-5 0,0 4-90,0-3 90,-1 3 0,0 0 0,1 1-180,0-1 0,0 1-630,0 0 721,-3 6-1,2-1 90,-2 6 0,1-3 0,0-1 0,-4-2 0,1 0 0,-1 0 0,0 0 0,-1 0 0,-2 0 0,-1 0 0,-1 0 0,-2 0 0,-8-3 0,4 2-3392,-8-3 3392,7 1 0,-1 0 0,-2 0 0,-19-4 0,8 2-622,-15-3 622,15 2 90,1-1-180,-2 1 90,-18-4 90,11 4-505,14 1 0,0 0 415,-17-3 0,10 2 0,-1 0 1087,7 2 0,0-1-1087,-20-4 0,-1 1 0,12 1 0,0 1 0,-12-4 0,1 1 0,14 3 0,1-1 0,-8-1 0,1 1-970,-8-2 970,19 4 0,0-1 0,-13-2 0,2 0 0,-3-1 0,13 3 0,-2 0 0,-21-4 0,7 1 0,0 2 0,18 2 0,1 0 0,-10-1 0,0 1 0,-15-1 110,20 2 0,0 1-110,-2 0 0,0-1 0,-6 1 0,0-1 0,9 1 0,2 0 0,-26-1 0,18 1 0,-13-1 0,13 1 0,-11-2 0,19 3 0,-4-1 0,-1 0 0,-8 1 0,7-1 0,0 0 325,-4 1-325,1-1 0,-2 0 0,1 1 0,1-1-6,-17 0 6,26 1 0,1 0 384,-1 1 0,0-1-384,-6 0 0,2 0 0,-6 0-349,-12 0 349,16 0 0,0 0 766,-1 0-766,0 0 0,-1 0-232,-1 2 232,0-1 0,-1 1 0,-16 0 102,13 1-102,7 0 0,0 0 363,-5-1-363,-9 2 0,6-1-106,9 0 106,-17 1 0,18-1 351,-4 0-351,13 0 0,-1-1 201,0 1-201,-12 0 0,9 0-132,-14 1 132,15-1 0,-2 1 111,2-1-111,3 1 0,-12-1 0,-2 1 0,-8 0 0,13-1 0,4 0 491,11-1-491,-9 0 0,8 1 0,-7-1 0,9 0 0,-6 0 0,6 0 0,-5 0 0,8 1 677,-6-1-677,5 0 0,-11 0 0,5 1 0,-5-1 0,6 0 0,-4 0 0,12 0 0,-5 1 0,7-1 0,0 1 0,0-1 0,-4 0 0,3 0 0,-3 0 0,3-1 0,2 1 0,-2 0 0,2-1-90,-5 1 90,1-1 0,-4 1 90,4-1-90,-3 1 0,3 0 0,0 0 0,2 0 0,4-1 0,1 1 0,-4 0 0,2 0 0,-1 0 0,3 0 0,-1 0 0,2 0 0,-3 0 0,3 0-90,-1 0 90,1 1-90,0 0-90,1 1 90,-1 2-90,2-1-180,-1 1 180,2-1-270,0 0-359,-3 4 179,2-2-89,-2 2-271,3-2 1,0 0 719,1 0 5127,1 0-4767,-1 0-90,2 4 0,1-1 90,0 3-90,-1-1 0,1 1 90,-1 2-90,2 2 0,-2 2 0,1 2 0,1 3 0,-2 2-369,1 3 369,-1 1 90,0 5-90,0 18 0,0-23 0,0 2-1234,-1 8 0,1 0 1234,0-9 0,0 0-156,0 6 1,0 1 200,0-6 0,1-1-45,-1 0 0,0 0-474,0 26 474,0-16 0,-1-1-535,0-1 535,-1-2 0,0-3 0,0 0 1675,-1-3-1675,0 1 0,-2 1 262,1-4-262,0 1 0,0-4 0,0-2 0,-2 10 0,1-8 90,-3 19-90,4-18 0,0 7 0,1-9 0,2-2 0,0 1 0,-1 0 0,2 0 0,1 2 0,-1-1 0,2 1 0,-1-3 0,0 1 90,0-3 794,-1 0-884,1-1 0,-1 1 778,-1-1-778,1 6 0,-1-7 523,0 11-523,0-9 0,1 0 215,-1-2-215,0-7 0,0 5 0,1-4 0,0 3 0,0-4 0,0-1 0,1 0 90,-1 0-180,-1 5 180,1 0-90,0 6 0,-1-5 0,0 3 0,0-3 0,1 1-90,0-2 180,0-4-90,-1 5 0,1-4 0,0 5 0,1-4 0,-1 1 0,1-1 0,1 1 0,0 5 0,1-3 0,0 2 0,0 1 0,-1-5 0,1 10 0,-1-12 0,1 5 0,-2-7 0,1 0 90,-1-1-90,1 4 0,0-4 0,1 6 0,-1-4 0,0 0 0,1 0 0,-1-1 0,1 0 0,-2-1 0,0-1 90,0-2-90,0 1 0,0 0 0,0 0 0,0-1 0,0 0 0,0 2 0,0-2 0,0-3 0,-1 0 0</inkml:trace>
  <inkml:trace contextRef="#ctx0" brushRef="#br1" timeOffset="138701">971 7217 15718,'8'-8'630,"0"2"-450,3 5-90,0 0 89,11-1-89,-6 0 0,8 0-90,-4 0-90,-1 0-90,1 0-89,-1 1-541,5-2-359,-3 2 1169,-1 1 0,-8 2 0,-6 2 0</inkml:trace>
  <inkml:trace contextRef="#ctx0" brushRef="#br1" timeOffset="138977">1134 7277 15538,'-8'-4'1619,"0"5"-1439,4 2-90,0 6 0,3 1 0,-2 4 0,-1 4 0,-5 22 0,-2 10-1242,-2 4 1152,1-3 90,4-16-929,-2 11 749,3-15-356,0 8 176,3-18-90,2-2-179,-1-3 1076,1-2-3865,1 1 913,-1-4 2415,2 0 0,-1-7 0,1-2 0</inkml:trace>
  <inkml:trace contextRef="#ctx0" brushRef="#br1" timeOffset="139202">820 7875 15718,'9'4'900,"1"-2"-631,17-10 1,6-4-270,1-1-1531,2-2 1171,-12 4-2578,2-1 2938,-6 2 0,2 0 0,-6 3 0</inkml:trace>
  <inkml:trace contextRef="#ctx0" brushRef="#br1" timeOffset="139910">1143 7704 15808,'0'-11'720,"0"2"-271,0 2 1,-1-1 90,1 2 89,0-1-539,-1 16 0,1-4 0,-4 24-90,2-15 0,-2 9 0,0-10 0,1-1 0,0 0 0,0-2-90,0 0 90,0-1-90,1-1 90,0-1-180,0-2-269,1 1 359,5-17 0,-2 5 90,6-15 0,-3 7-90,1 0 90,0 0-90,4-6 90,-3 6 0,3-2-90,-2 6 90,2 0 0,-2 4-90,2 0 90,0 10-90,-1 4 90,1 3 0,-1 7 0,-5-7 0,2 4-90,-2-6 90,-1 0 0,0-1 0,2 1 0,-1-3 0,4 0 0,-2-6 0,2-1 90,0-3-90,5-7 0,2-6 0,5-14 0,-3 2 0,0-7-833,-6 7 833,-1-4 0,-2 0 0,0 0 0,-2 3 0,-1 3 0,-2 5 0,-1 4 0,0 3-90,0 2 90,-2 3 0,1 1 743,-4 16-743,-1 13 0,-2 12 0,0 8 0,2-4 0,0 15-901,3-15 991,0 10-90,1-20-157,1-1 157,0-2 0,2 4 0,0-9 0,2 2-90,-2-9-270,5-3 90,-1-3 167,5-6-3135,-2-7 3281,2-11 0,-3-6 0,0-5 0</inkml:trace>
  <inkml:trace contextRef="#ctx0" brushRef="#br1" timeOffset="140135">1458 7534 14189,'5'9'2518,"4"-6"-2428,-3-4 90,3-3-90,-1-1 0,7-2-360,3-1-179,0-1-181,-1 2-629,-6 1-900,-1 1-719,-2 2 2878,0 0 0,-2 1 0,-1 1 0</inkml:trace>
  <inkml:trace contextRef="#ctx0" brushRef="#br1" timeOffset="140893">1609 7709 17427,'10'-2'360,"0"-1"-270,-3 0-90,2 0 90,-1-1 0,1-1 0,0-1-90,1 1 90,-1-3-90,1 0 90,2-7-180,-5 4 90,3-11-90,-6 7 0,-1-5 90,-3 7-180,-4 2 180,-3 9 0,0 1 0,-3 5-90,2 3 90,-1 2 0,1 3 0,0 2-90,0 1 90,1 2 0,1 0 0,1 1 0,2-1 0,0 0 0,3-1 0,0 5 0,4-1 0,0-2-90,3-3 90,-2-8 0,3-2-90,1-1 0,1-3 90,2-1-90,1-2 90,2-3-90,1-2 90,2-2-90,1-3 90,0-4-90,9-11 90,-10 6-90,6-14 0,-12 9 90,-3-3 0,-4 8 0,-5 4 0,-1 7 0,0 0 0,-2 2 0,1 0 0,-1 2 0,-1 1 0,0 2 0,-2 5 0,3 2 0,1 3 90,7 0-90,4-1 0,1-4 0,1 0 0,-2-2 0,0 0 0,1-1 0,0-1 0,1 1 0,-2-1 0,5-1 0,-4 2 0,2 0 0,-5 0 0,0 1 0,-1 1 0,-1 1 0,0 2 0,-1 1 90,-2 9-90,-2 4 90,-1 1-90,-2 2 0,0-5 0,0 1 90,0-1-90,0 1 0,0-3 0,0 1-180,1 7 0,1-8-269,0 6-1260,2-10-540,2-5 2249,4 3 0,3-6 0,4 0 0</inkml:trace>
  <inkml:trace contextRef="#ctx0" brushRef="#br1" timeOffset="141302">2329 7542 15448,'-4'-8'1709,"-1"0"-1349,-1 7-180,-2 1 0,1 1-90,-2 0 0,2 2 90,-1 1-90,-1 0-90,-1 2 89,0 0 91,-4 4-90,1 2-90,0 1 90,3 3-90,6-5 0,-1 1 0,5-4 0,0 1 0,3-1-90,0 1 0,8 2-90,2 1 91,2 0-91,6 2 0,-5-4 90,1 3 90,-7-4-90,-5 4 90,-6-4 0,-3 3 0,-3-2 0,-3 1 0,-1 1 0,-16 12 0,9-11 0,-9 8-90,9-9-90,6-5-809,-4 3 989,7-5 0,3-2 0,2-1 0</inkml:trace>
  <inkml:trace contextRef="#ctx0" brushRef="#br1" timeOffset="141726">2420 7766 16887,'-2'-11'2879,"1"1"-2699,3 5-90,2 1 0,1 0-1,2 2 91,3-5-90,-2 2-90,4-2 90,-5 1-90,1-1 90,-1 0-90,0-2 0,0 0 0,-3 0-90,1-1 90,-2 0-90,-1 1 90,-2 1 0,-1-1-90,-1-3 0,-4 3 0,-3 1 90,-1 5 0,-2 6-89,2 3 89,0 4 0,-1 2 0,3 1 0,-2 3-90,4-1 90,0 1 0,2 1 0,1-1 0,2-1 0,1 0 0,7 12-90,3-7-180,7 7-90,-2-15-629,6-4 179,-9-6-539,5-2-1170,-6-2-1618,0-2 4137,0-1 0,3-6 0,2-1 0</inkml:trace>
  <inkml:trace contextRef="#ctx0" brushRef="#br1" timeOffset="142028">2768 7610 17067,'5'-10'2699,"-5"2"-2519,-6 6 0,-2 2 89,-5 6-89,-2 5-90,0 3 0,-2 2-90,6-2 90,-1 0 0,3 2-90,0 0 0,2-1 0,3 0-90,1-1-90,3 5 90,3-5-180,3 2-269,5-3 179,-2-6-809,11 1-810,-2-6-630,0-2-1528,0-3 4137,-7-2 0,6-4 0,1-1 0</inkml:trace>
  <inkml:trace contextRef="#ctx0" brushRef="#br1" timeOffset="142345">3023 7353 15538,'0'-10'810,"0"-2"-181,-1 6 1,0-2 90,0 1-91,1 0-449,-3 12-90,1 2 0,-3 14 0,-1 4-674,-2 5 673,-2 6-89,-1 6 90,-1 1 0,-2 4-90,2-3 90,1-1-90,2-4 0,1 12 0,3-15-90,3 13-269,5-19-181,4 1 90,-1-11 585,3-7-765,-4-10-179,2 0-1800,-2-3-1708,1-3 4317,-1 0 0,3-8 0,0-2 0</inkml:trace>
  <inkml:trace contextRef="#ctx0" brushRef="#br1" timeOffset="142560">2997 7697 16977,'4'-7'450,"-1"2"-360,4 4 90,3-1-180,0 0-90,3-2-180,-2 2 0,0-1-269,-1 1-1,1-1-450,-1 1-1348,-1 0-810,-1 0 3148,-1 1 0,-2 1 0,0-1 0</inkml:trace>
  <inkml:trace contextRef="#ctx0" brushRef="#br1" timeOffset="142760">3167 7680 17337,'4'12'900,"-2"-2"-721,-3-2 91,-1 5 0,-1 3-180,0 2 0,0 1-90,0-5-90,1 1-90,0-1-90,1-1-269,1 0-181,0-2-539,0 0-1260,1-3-1528,0-2 4047,1 0 0,-1-4 0,0 0 0</inkml:trace>
  <inkml:trace contextRef="#ctx0" brushRef="#br1" timeOffset="143027">3255 7386 15718,'2'-8'2788,"0"-1"-3237,1 22-990,-1-12-1800,3 10 3239,-1-13 0,1-5 0,-2 2 0</inkml:trace>
  <inkml:trace contextRef="#ctx0" brushRef="#br1" timeOffset="143868">3346 7810 16707,'0'-15'1709,"-1"2"-1079,-2 9-360,-3 1-90,1 6-90,-1 1 0,-1 5 0,3 0 0,0 1 0,0 2-90,2 0 0,-1 0 0,3 1 0,-1 1-180,4 5 180,-1-5-90,3 3 0,0-7-90,3 0 90,2-4 0,0-2 0,1-5 90,-3-2-90,0-3 90,-1-1-90,0-2 90,0-2 0,-2 0-90,-2-1 90,-1-2 0,-1-1-90,-1 1 90,-1-2 0,-1-4 0,-1 6-90,0-4 90,0 9 0,0-3-90,1 5 90,-1-3 0,2 5 0,3 1 0,2 1 0,3 1 0,0 1 0,-3-1 0,2 0 0,0 0 0,-1-1 0,2 0 0,0 0 0,-1 0 0,2 0 0,2-2 0,1 1 0,1 0 0,-1 2-90,-4 2 90,1 1 0,-1 1 0,-1 3 0,1 1-90,-2 2 90,-1 3-89,-1 2 89,-1 1-90,-1 3 90,-2 0-90,-1 12 0,-2 1 90,0 1-90,0 2 180,0-11 0,0-2-90,1-6 180,2-7 89,-2-2-179,0-8-90,1 0 90,1-7-90,5-5 90,2-5 0,6-10-90,-2 4 0,11-10 0,-6 14-467,8-6 467,-5 11-90,-1 4 0,-2 4 0,5 2 0,-7 3 90,4 4-90,-6 2 90,-1 3 288,-1 2-288,-1 2-90,0 8 90,-3-3 0,1 5-90,-2 3 90,-1-7 0,3 11 0,-2-11 0,2 3 0,0-5 0,2-1 0,2-3-180,9 1-180,-1-5-90,9 1-359,-5-7-2379,8 0-1039,3-3 4227,6-2 0,-8 0 0,3-1 0,2-1 0,0 0 0</inkml:trace>
  <inkml:trace contextRef="#ctx0" brushRef="#br1" timeOffset="144396">4745 7608 16707,'-8'-12'810,"1"2"-180,5 5-1,-1 0 361,0 1-810,-3 5-90,2 2 89,-1 7-89,0 2 0,1 4 0,-3 2 0,-6 19 0,-3 7 0,-1 3-90,6-18 0,0-1 0,0 3-431,-3 6 431,7-17 0,1-4 0,1-1-90,1-3 90,1-2 0,0-2-90,1-1 90,7-29 0,4-11 0,1 3 0,-1-2-51,7-20 51,-4 14 0,0 2-1158,2-8 1113,-4 15 0,0 0 45,2-5 0,0 7 0,-1 4 0,-2 7-90,0 6 90,-1 4 425,2 8-425,-1 13 1215,0 5-1305,-2 28 90,-2 4-224,-3-16 0,0 0 224,1-7 0,-1 0-624,1 20 624,0-19 0,1-4-98,0-4 98,0-2 0,-1-2 0,1-4 235,1 1-505,0-6-164,2 0-195,-1-9-251,1-2-3078,-2-9 3958,-4-4 0,-4-4 0,-5-2 0</inkml:trace>
  <inkml:trace contextRef="#ctx0" brushRef="#br1" timeOffset="144602">4632 7867 15988,'-2'-6'1349,"1"3"-1169,11-2 0,-2 1-90,1 0 90,1-1-180,9-2-270,-3 0-1079,12-4-5487,-3 3 6836,-2 0 0,3 2 0,-7 1 0</inkml:trace>
  <inkml:trace contextRef="#ctx0" brushRef="#br1" timeOffset="145152">4913 8112 19946,'5'-8'90,"0"-1"-180,-1 4 90,1-3-180,0 0 90,-1-3-90,3-2 0,-2-3 0,2-3 0,-1-2 0,1-4 0,-2-1 90,0-1-89,-1 2-91,-1-9 0,-3 2 90,-1-4 90,-1 11-90,-2 5 90,1 11-270,0 1 360,9 13 0,-3-3-90,7 6 90,-2-6-90,3 0 1,3-1-1,-1 1 0,0-2 0,-4 0 90,0 0-90,0 0 90,-1 0-90,0 1 90,-1 0 0,0 1 0,-2 2 0,0 0 90,-1 5 0,-3 0 0,-1 5 0,-1-1 89,-4 10-89,1 4 90,-3 11-180,3-8 0,1-2 0,2-11-270,1-1-89,1-1-271,2-3-359,0-1-1260,2-1-719,-1-3 2968,2-1 0,2-1 0,1-1 0</inkml:trace>
  <inkml:trace contextRef="#ctx0" brushRef="#br1" timeOffset="145560">5267 7924 14908,'-10'4'3059,"7"2"-2879,5-3 0,5 1-91,-1-5 181,5-1-90,2-2-90,3-3-180,-2-1-90,0-6-90,-3-2 91,-2-5 89,-4 4-180,-3-2 270,-3 9-90,-2-1 0,-2 6 0,-1 1 90,-1 3-90,-2 2 90,-2 3-90,0 2 90,-2 5 0,1 2 0,-8 16 0,6-6 90,-7 17-90,11-10-156,3-1 156,2-5 0,5-4 90,1-7-90,3 4-90,0-8-90,3-2-180,0-1-23,4-2-697,-1-1-1258,3-3-1170,2 0 3508,1-2 0,6-4 0,2-2 0</inkml:trace>
  <inkml:trace contextRef="#ctx0" brushRef="#br1" timeOffset="146028">5558 7861 15718,'-1'-10'1349,"-1"3"-1079,-4 4-180,-2 5 0,1 0 0,-1 3 0,2 0 0,-1 2-90,1 1 90,0 0 0,0 2-90,1-1 90,1 2-90,-1-1 0,2 0-90,0 4-180,2-1-180,2 1 270,2-3 0,1-6-179,1-2 89,5-6 90,-3 0 90,5-2 0,-6-1 0,1 1 0,-1-2 0,0 1 90,1-6 0,-2 4 0,3-4-90,-4 5 360,2 1-180,1 8 0,-4 2 0,3 6-90,-4-1 90,1 2 0,0 3-90,0 0 90,1 3-90,0-1 90,1 0-90,0-1 90,4 4-90,-1-5 90,5 5-270,-4-10-180,3 1-180,-3-7-629,0-1-3688,6-3 4857,-4 0 0,10-4 0,-3 0 0</inkml:trace>
  <inkml:trace contextRef="#ctx0" brushRef="#br1" timeOffset="146353">6289 7921 18596,'8'-7'810,"0"1"-630,-1 6 90,1-1 0,7 0-1,4-1-269,2 0 0,0-1-180,-6 2-359,6-1-1,-5 1-1079,6-2 0,-11 2-900,2-1 2519,-8 1 0,-1 0 0,-3 1 0</inkml:trace>
  <inkml:trace contextRef="#ctx0" brushRef="#br1" timeOffset="146561">6330 8044 15988,'-8'7'2339,"2"0"-2070,6-2-89,2-2 180,7 1-90,2-3-90,1 0-270,3 0-90,-5-1-270,2-1-449,-2 0-720,1 0-900,-1-2-1798,-2 1 4317,-4 0 0,-1 1 0,-2 1 0</inkml:trace>
  <inkml:trace contextRef="#ctx0" brushRef="#br1" timeOffset="151160">17648 4711 18937,'-10'4'3059,"-1"2"-3124,0-1 77,-1 3 23,-2 1-14,-5 2-68,-1 3 97,-2 1 267,-1 1-763,1 1 457,0 0-96,-5 9 44,-2 1 22,4-1-127,0 2 91,10-9-292,-1 2 66,6-6-160,3-4-37,2-3 33,2-2-741,2-1 28,0 1-2021,3-3 3148,4 1 0,5-5 0,3-1 0</inkml:trace>
  <inkml:trace contextRef="#ctx0" brushRef="#br1" timeOffset="151529">17996 4673 11670,'8'-7'360,"-1"1"180,-4 2 1169,0 0-1529,-9 5 90,-4 4-91,-7 4-89,-2 5 0,1-1-320,-3 3 372,-2 3 163,-1 1-1,0 2-5,-2-1 4,-2 4-977,-2 1 1064,-3 3-178,8-9 1,0 1 129,-15 12-429,7-6 0,-1 0 188,8-6 1,0-1-316,-7 5 1,1 1 42,9-8 1,2-1-170,-17 13-360,16-11-98,4-3-1045,3 0-424,3-4 2165,3-1 1,0 1 0,1 1 0</inkml:trace>
  <inkml:trace contextRef="#ctx0" brushRef="#br1" timeOffset="151945">18324 4717 12206,'6'-7'104,"-2"0"152,0 4 243,-2-1 349,1 0-665,-10 5 52,1 0-3,-9 6 62,-2 3-151,-2 2 98,-6 5-1066,-6 4 968,-2 4-1239,-5 5 1202,-1 2-108,-1 3 55,-1 2-23,21-19 1,-1 3 81,-13 12 0,-3 3-37,11-10 0,0 1 1,-3 2 57,-7 8 1,-2 3 0,1-2-603,8-7 1,0-1 0,0 1 492,-6 8 0,-1 1 0,5-3-77,4-5 1,2-2-46,-9 11 0,3-2 0,13-15 0,2-2-457,-15 21 15,6-7-447,4-4-961,7-7 305,2-5 1850,7-5 0,2-4 0,2-2 0</inkml:trace>
  <inkml:trace contextRef="#ctx0" brushRef="#br1" timeOffset="152412">18767 4786 12476,'7'-11'60,"-2"0"16,-2 5 3,0 0 268,-2 1-176,1-2 284,-1 2-36,1-3 91,-1 3-348,-4 0-71,-1 5 145,-6 4 66,-5 7-21,-18 18-99,0 2-804,-1 2 0,-4 5 714,1 0 0,-1 3-626,6-5 0,-2 3 0,1-1 551,4-6 1,1 0 0,0 0-773,1 0 0,0 0 0,2-1 679,-4 5 0,0 0-35,0-1 1,-1 0-662,1 1 0,0-1 670,0-1 1,1 0-152,0-1 1,1-1 269,1-1 1,1 0 206,3-4 1,0 1-270,-5 6 0,0 2-135,3-3 1,1-1 507,0-2 0,2 0-478,3-5 0,1-1 1404,-1 1-3807,-2 2 2544,4-5 1,1 0-1,4-6 1</inkml:trace>
  <inkml:trace contextRef="#ctx0" brushRef="#br1" timeOffset="152852">19196 4864 12660,'-10'-1'539,"-1"2"-179,-8 11 0,-11 9-270,0 1 90,-9 8-90,10-5-1515,-5 6 1515,1 1 0,-5 3-1361,0 3 1316,14-13 0,0 0 0,-1 3 0,-2 2-45,-4 3 0,0 2 45,-3 2 0,0 1-1014,-2 0 0,0 0 1014,0 2 0,-1 0-45,1 0 0,-1 0 45,2-1 0,-1 2-296,5-4 1,-2 2 0,3-2 250,-4 6 0,0 0 22,10-10 1,-3 2 0,0 1-1,3-3-112,-8 15 0,2-2-90,6-8 0,-1 1 1,3-3-1,0 3 0,3-3-45,3-6 0,2-2-584,1 4-596,3-8-124,5-3 1824,1-5 1,3 3-1,1-2 1</inkml:trace>
  <inkml:trace contextRef="#ctx0" brushRef="#br1" timeOffset="153269">19603 4818 11850,'-7'-8'0,"1"2"90,-1 7 0,0 2 0,-2 4 180,-12 12-180,3 0-994,-12 15 994,4-3 0,-2 7 0,-2 1 0,-2 5-45,6-8 0,-3 4 45,7-9 0,-1 1 0,-1 2-1021,-7 9 0,-1 2 0,1-1 961,4-7 0,2 0 0,-2 0 30,-4 8 0,-2 2 0,1-2-683,5-7 0,1-1 0,0 0 653,0 0 0,0 1 0,0-2-434,1 0 0,1-2 0,1-2 449,-2 2 0,1-1-463,-5 7 0,1-1 283,7-9 0,1-2 257,-3 6 1,2-2-752,-3 6 10,3-4-551,7-8 1565,2-3 1,3-1 0,1-1 0</inkml:trace>
  <inkml:trace contextRef="#ctx0" brushRef="#br1" timeOffset="153669">19955 5003 12030,'7'-11'270,"-1"1"0,-3 6-90,0-1 180,-1 1-1,0-1 181,0 0-450,-9 11 0,0 2 0,-11 15 0,-1 2-1218,-5 8 1128,-6 7-1532,-1 4 1532,14-18 0,-2 3 45,-11 16 0,-1 3-881,5-8 0,0 1 836,4-6 0,-2 1 0,0 1 30,0 0 0,-1 1 0,1-1 15,-3 4 0,0 2-45,-2 2 0,-3 5 0,4-6 45,6-7 0,0-1-45,-6 11 0,0-2 0,12-18 0,1-2-424,-1 1 1,0 0 378,2-1 0,-1-1 325,-12 21-550,2-3-90,5-8 777,4-6-1137,5-5-699,3-3 1419,5-7 0,1-2 0,5-6 0</inkml:trace>
  <inkml:trace contextRef="#ctx0" brushRef="#br1" timeOffset="154012">20428 5011 12570,'7'-8'450,"-1"2"179,-3 2-539,-14 18 0,3-5 0,-14 18 90,-3 6 0,-1-2-1410,-9 13 1320,4-6-1343,-2 2 1343,16-18 0,0 1-713,-3 4 0,-1 1 713,-1 2 0,0 1 0,-3 3 0,-1 0 0,0 1 0,-1-1-759,1 1 0,-1 0 714,0-1 0,1 1 44,0-1 1,0 0-45,2 0 0,0-1 28,2-3 0,2 0-28,0-2 0,2 0 289,2-3 1,-1 0-425,-3 7 0,-1 2-225,2-3 1,0 1-316,-1 3 1,1-1-1530,-5 11 2159,11-12 0,12-15 0,2 1 0</inkml:trace>
  <inkml:trace contextRef="#ctx0" brushRef="#br1" timeOffset="154393">20764 5079 13559,'5'-8'270,"-1"1"270,-2 3 539,0-1-989,-13 27 90,2-5-1208,-12 25 1118,2-7-90,-4 4 89,-4 5 1,6-10 0,-2 4-45,-6 8 0,-2 3 0,3-3 0,-2 2-15,2-4 0,-1 2 0,1-2-894,6-9 1,1-2 0,0 0 893,0 1 0,0-1 0,0 0-30,-5 9 0,1-3-58,10-13 1,1-3 57,-14 24 0,3-2-699,4-7 520,3-4-91,4-9 60,1 2-330,5-10-2048,1 4 2588,8-13 0,1-1 0,3-4 0</inkml:trace>
  <inkml:trace contextRef="#ctx0" brushRef="#br1" timeOffset="154737">21247 5227 13199,'9'-10'-179,"0"0"269,-2 3-1,-2 0 91,0 2 90,-1 0 450,1 0 269,-2 0-899,-8 8 0,0 2 0,-10 11 0,-17 29 0,9-11-260,2-4 0,0 2 260,-6 9-1704,-1 5 1659,13-22 0,0 1-826,-3 5 0,0 0 781,-2 1 0,0 1 0,-2 2 0,-1 2 30,2-3 0,-2 1 0,1-1 15,-3 5 0,0-1-45,-5 9 0,0-1 0,11-17 0,0 0-371,-3 7 0,-1 1 371,0-1 0,0 0-45,3-2 0,0-1-45,3-4 0,2-4-269,1 1 69,3-3-430,3-5-367,2-4-1702,3-2 3232,2-4 1,2-3 0,1 0-1</inkml:trace>
  <inkml:trace contextRef="#ctx0" brushRef="#br1" timeOffset="155093">21432 5623 14549,'-7'12'90,"-1"1"0,-2 10 0,-2-1-1149,-5 10 1149,1-3-45,2-4 0,-1 2-45,-8 13 0,7-12 0,0 1 90,-7 10-1338,0 1 1158,0-1-135,7-13 0,-1-1-225,-7 11-819,6-9 1,-1 0 1268,-10 10 0,-1 2 0,1-4 0</inkml:trace>
  <inkml:trace contextRef="#ctx0" brushRef="#br1" timeOffset="155393">21565 5929 11940,'1'7'90,"0"-3"-90,-10 14 90,0-4-90,-2 5 0,-1 3 0,-3 2-180,-2 0-270,0 1-1888,-8 10 2338,-2 5 0,-2 5 0,1 0 0</inkml:trace>
  <inkml:trace contextRef="#ctx0" brushRef="#br1" timeOffset="163113">7283 7875 15538,'6'-3'1169,"-2"0"-1079,0 13 0,-4-2 0,0 2-90,-2 1 90,1 3-90,-2 3 90,1 2-90,-2 1 90,1 2-90,-5 7 90,2 2-90,-2 3 0,3-10 180,0-3-180,3-11 90,0 1 360,1-6-450,2-17 90,3-4-90,3-11 90,5-8-90,2 0 0,3-6 90,-3 9-90,2 4 0,-6 17 0,1-2 0,-3 9 0,-1 1 0,1 4 0,-2 1 0,1 3 0,-1 2 0,0 1-90,-1 2 90,0 5 0,-2-4 0,1 4 0,-2-7 0,1 3 0,-1-1 90,0-1-90,1-1 0,1-6 0,2-4 0,0-1 0,2-5 0,-2 1 0,2-2 0,0 1 0,1-2 0,5-3 0,0 1 0,0 0 0,1 3 0,-5 8 0,1 3 0,-4 4 0,-1 5-90,-3 1 90,-1 0 0,0 3 0,0 0 0,0 1 0,0 1 0,0-1 0,1-2 0,0 1 90,3 1-180,-1-3-90,2 1-540,3-6 180,-1-2-269,2-2-1710,-2-3 2519,6-3 0,2-2 0,5-3 0</inkml:trace>
  <inkml:trace contextRef="#ctx0" brushRef="#br1" timeOffset="163585">7967 7989 15628,'-1'-12'540,"-1"1"269,-3-1-539,1 5 0,-3-4 0,2 6 90,-3-2-1,-2 3-179,-4 2-90,2 4 90,-7 6 0,3 5-180,-1 1 90,3 1-90,6-3 90,0 0-90,3 1 0,1-2-90,0 0 0,3 0 0,0-1 0,1-2 90,2-1-180,2 0 90,3-2 90,0-1-90,1-4 0,2-4 90,-2-1 0,2-3 0,-3 1-90,0-1 90,-1-1 0,0 1 0,-1-2 0,1 1-89,0-3 89,-2 3 0,1 0 0,-2 4 0,1 1 0,3 7-90,-2 0 90,2 7 0,0 5 0,-1-2 0,5 13 0,-4-10 0,3 5 0,-3-8 0,0-1 90,1-1-90,3 1 0,-3-4-90,3 1-180,-4-6-90,0-1-180,0-2-269,-1-1-5937,2-3 6746,-3 0 0,4-5 0,-2 0 0</inkml:trace>
  <inkml:trace contextRef="#ctx0" brushRef="#br1" timeOffset="163827">8080 7935 16438,'9'-1'629,"1"1"-539,-4 4 90,1 2 0,2 1-90,1 3 0,2 1 0,2 1 0,1 0 0,2 2 0,-1-1-90,2 2-180,4 2-810,-2-3 1,-1 0-5397,-1-3 6386,-9-7 0,0 1 0,-4-3 0</inkml:trace>
  <inkml:trace contextRef="#ctx0" brushRef="#br1" timeOffset="164002">8344 7966 15358,'-2'-10'810,"0"1"-181,-2 6-359,-5 5 0,-2 5-90,-6 9 0,0 4-577,-2 3 576,-3 6 1,-1 1-180,4-5 0,0 0-269,-7 10-586,4-7 1,2-1-5893,-3 7 6747,2-3 0,8-4 0,7-9 0</inkml:trace>
  <inkml:trace contextRef="#ctx0" brushRef="#br1" timeOffset="167393">8940 7578 13289,'-6'9'2609,"2"-4"-2339,-15 20-90,6-5-963,0 4 963,-3 6-90,-3 7 90,1 4-90,-3 9 0,5-13 0,1 3-1460,-1 5 0,0 1 1415,1-2 0,-1 2 15,5-8 0,1 0 0,2 0-439,0 6 1,2-1 423,0-1 0,2-1-185,3-5 1,2-2 184,7-1 0,1-3 45,5 13-135,-1-14 0,2-2 45,6 2-180,4-4 0,0-5-90,1-3-725,11-2-1523,-11-6 2518,15-2 0,-12-8 0,6-2 0</inkml:trace>
  <inkml:trace contextRef="#ctx0" brushRef="#br1" timeOffset="169460">9191 7831 15088,'-7'-5'4048,"2"0"-3958,6-1 0,2 1 0,3-1 0,0 4 0,4-2-90,0 0 90,3-1 0,1 1-90,1 0 90,0 0-90,0 0 0,1 1 90,-1 0-90,-2 1 0,-1 0 0,-1 1 0,2 1 0,0 1 0,-2 0-90,1 5 90,-8 1 0,1 2 0,-4 2 0,-3-2 0,-2 8 0,-2-3 0,-1 6 0,-1-5 0,1 1 0,-1 0 0,0 0 0,-3 5-90,1-1 90,-1 3-90,3-5-270,3-1 90,2-7-180,0 2-89,2-5-1710,0-1-180,2 1-1438,0-2 3867,2 1 0,3-2 0,3-1 0</inkml:trace>
  <inkml:trace contextRef="#ctx0" brushRef="#br1" timeOffset="169877">9770 7786 15988,'-6'-7'630,"1"0"-181,-4 5-269,2 0 0,-5 3 0,3 1 0,-1 3-90,0 1 90,-1 2-90,-1 2 0,0 3 0,0 0 89,-2 11-89,2 4 0,0 7-90,6-6 90,6 3 0,5-9-90,7 2 0,0-9 90,10-5-90,-7-7 0,4-2 0,-4-4 0,-1-2 0,2-2 0,-2-4 0,5-8 0,-6 1 0,1-7 0,-6-3 90,-6 3-180,-6-19 90,-4 16 0,-18-22 0,3 24 0,-5-2 0,9 19-180,6 8 0,1 3-269,-1 2-271,1 3-809,0 3-4857,0 7 6386,5-1 0,0 11 0,5-3 0</inkml:trace>
  <inkml:trace contextRef="#ctx0" brushRef="#br1" timeOffset="170169">10015 8118 16528,'3'-8'2248,"-1"0"-2158,-10 16 0,4-5 0,-9 14 0,1 1-90,2-4-270,-6 11 90,5-11-179,-1 4-181,3-7-90,2-1-629,0-2-1260,1 0-1348,1-1 3867,1-2 0,1 0 0,0-2 0</inkml:trace>
  <inkml:trace contextRef="#ctx0" brushRef="#br1" timeOffset="170619">10290 7917 16168,'5'-8'2428,"-1"-1"-2338,-12 12 0,3-1 90,-9 5-90,3 0 90,-5 5-180,4-2 90,-3 3 0,6-3 0,-1 3 0,3-1 0,1 4-90,4-5 90,5 0-90,1-5 0,5 1 0,-1-2 0,1 0 0,0 0 0,1 1-90,4 3 0,0 1 90,1 5 0,-5-3 0,-3 0-90,-5-3 90,0 4 0,-3-3 0,0 3 0,-3-4 0,0 1 0,-2-2 0,-1 1 0,-2-1 0,0 0-90,0-1 90,0-1-90,-6 2-90,4-4-540,-7 3-809,5-5-2428,-1-2 539,3-2 3418,4-1 0,3-2 0,2-1 0</inkml:trace>
  <inkml:trace contextRef="#ctx0" brushRef="#br1" timeOffset="170837">10280 7958 15988,'1'-10'1439,"1"-1"-1169,0 6 0,3-1 0,0 2-91,2-1 1,1 2 0,2-2 0,0 1-90,1-1 0,0 2 0,0-1 0,1 1-270,0-1-540,6 0 1,-6 0-3239,8 0-269,-9 3 4227,3-1 0,2 2 0,0 1 0</inkml:trace>
  <inkml:trace contextRef="#ctx0" brushRef="#br1" timeOffset="171229">10736 7992 18237,'-5'-11'1079,"-2"5"-989,0 7 90,-3 5-90,0 2 180,-6 8-180,3-1 0,-8 13-1,11-8 1,-1 4-90,6-6 90,2-1-90,2-1 0,1 0-180,4 2 1,5 1-91,7 0 90,4-7 90,0-5-90,7-9 0,-2-6 90,0-4 90,-2-3-90,-10 0 90,-1-1-90,-3-3 90,-2-2 0,-1 0 0,-3 0 0,-2 0 90,-4 0-90,0 3 90,-9-8-90,-5 7 0,-1 1-180,-3 8-90,5 8-809,-6 3-2699,-1 4-449,2 1 4227,4 3 0,6 2 0,1 1 0</inkml:trace>
  <inkml:trace contextRef="#ctx0" brushRef="#br1" timeOffset="171577">11039 7757 17067,'-2'-8'1170,"-1"-1"89,2 4-1079,5 2 90,4 6-180,4 2 89,4 5-89,-2 0 0,4 5-90,0 2 90,2 4-475,-3 2 385,-1 3 90,-2 4 0,-2 18 0,-6-12-90,-5-2 0,-3 2 0,-4-5 0,-2-1-637,0 1 0,-1 0 637,-2 0 0,-2-2 0,-8 11-116,-3-2 26,2-6-90,-2-3-617,1-4 348,1-3-91,0-2-196,2-4-794,3-2 1136,3-4-1944,2-3 2345,-2 1 1,1-2-1,-4 0 1</inkml:trace>
  <inkml:trace contextRef="#ctx0" brushRef="#br1" timeOffset="172469">12267 8439 14189,'8'-7'1349,"-1"1"-809,-4 3 0,1-1 179,0 0-89,-1 0-450,-9 11-90,-9 8-180,-5 8-632,-6 4 453,4-5-91,1 1-270,-1 1-539,1-2-1260,0 0-1486,3-2 3915,3-3 0,-3 1 0,0 0 0</inkml:trace>
  <inkml:trace contextRef="#ctx0" brushRef="#br1" timeOffset="180760">12906 8237 14639,'8'-9'539,"0"1"-269,-4 4 0,1 0 90,0-1-90,0 1 0,0-1-1,1 1 1,1-1-90,-1 1 90,0 0-90,0 0 0,0 1 0,0 0 179,1-1 91,1 0-360,0 2 0,-1 4 0,-2 2-90,-2 3 90,-2 1 0,0 3-90,-1 0 90,-1 2-90,-1 2 0,1-1 90,-2 8-90,0 2 90,1-1-90,-2 3 0,2-10 90,0 4-90,1-8 0,-1-2 90,2-4-90,4-11 0,0 2 0,4-13 0,-2 5 0,1-3 0,5-9 0,-2 4 0,8-13 0,-8 13 0,5-4 0,-5 7 0,0 3 0,0 1 0,2-2 0,-2 5 0,1-1 0,-4 7 0,-1 1 0,0 2-90,-1 0 0,2 5 90,-2 0-90,1 2 90,-1 3-90,-1-3 0,1 5 90,-2-4-90,2 3 90,-2-4 0,1-1 0,2-6 0,-2-1-90,3-4 90,-1 0 0,0-1 0,2 0 0,1-2 0,1-2-90,1 0 0,5-3 0,-3 2 0,4-1 90,-5 4-180,3 0 180,-3 3-90,1 0 0,-4 4 90,1 6-90,-3 1 90,1 7 0,-5 1-89,-3 4 89,-1 2 0,-2 2-90,-5 18 90,3-12 0,-4 11 0,4-8 0,1-8 0,0 3 0,3-10-90,3 0-180,1-4 0,2 0-270,1-6-89,2-4-541,2 0-1168,2-3-1080,1-1 3418,1-2 0,8-5 0,2-2 0</inkml:trace>
  <inkml:trace contextRef="#ctx0" brushRef="#br1" timeOffset="181253">13864 8191 15358,'1'-11'990,"1"2"-361,-2 2-179,0 0 0,-2 0-270,-1 2 0,-1 1-1,-5 4-89,1 2 90,-10 7-90,5-2-90,-5 5 90,5-1 0,-5 5 0,1 4-90,-1 3 0,6-4-90,4 0 0,6-10 0,1 2 0,2-6 90,2-1-90,2 0 90,0-3-90,6 0 0,-3-3 90,5-1 0,-4 0-89,0-2 89,-1 0 0,5-3-90,-2-2 90,3-2 0,-4 3 0,-3 2 0,-2 3 0,-2 1 0,3 1 0,-2 4 90,0 1-90,-2 4 0,-1 1 89,1 7-89,-1-2 0,1 6 90,2 3-90,0-4 0,2 4 0,1-9 90,5 4-449,3-4-91,0-1-90,0-6-539,-4-3-1440,0-3-1618,0-1 4137,0 0 0,4-3 0,0 0 0</inkml:trace>
  <inkml:trace contextRef="#ctx0" brushRef="#br1" timeOffset="181502">14097 8170 16977,'7'-2'1619,"-2"1"-1349,6 11-90,-4 0 270,12 17-360,-5-6 90,8 12 0,-1-2-90,-7-10-344,5 7 164,-8-12-90,0 0-90,-2-3-90,0 0-90,-1-4-179,-1-1-1800,1 0-3687,-3-4 6179,3-1 1,-4-4-1,2-2 1</inkml:trace>
  <inkml:trace contextRef="#ctx0" brushRef="#br1" timeOffset="181671">14393 8172 15268,'0'-10'1080,"-8"10"-721,-3 8 181,-18 23-270,4-3-90,-9 11-466,7-6 466,8-11 0,0 0-857,-8 12 587,-8 6-180,14-14-1079,-8 8-270,9-12-934,-4 6-595,12-15 3148,2-2 0,0 1 0,-1-1 0</inkml:trace>
  <inkml:trace contextRef="#ctx0" brushRef="#br1" timeOffset="187486">15175 7805 14009,'9'-8'450,"-3"2"-270,-1 1 269,-3 1 91,1 0 0,-1-1-180,0 1-270,-5 11-90,0-1 89,-11 27-89,3-7-1038,-7 19 1038,1-4-1317,-1 8 1317,0 1 0,-1 4 45,10-27 0,0 0-45,1 1 0,-1 1 45,-2 12 0,1 2-1321,2 0 0,1 1 1321,-1-2 0,2-1-45,2 6 0,3-3-102,2-13 1,2 0 101,3 7 0,1-2 0,7 17 512,6-10-692,-2-19 0,2-2 687,2-4-867,-1-3-180,0-5 3000,-3-3-5608,5-2 810,-6-2 2338,4-1 0,-3-5 0,2 0 0</inkml:trace>
  <inkml:trace contextRef="#ctx0" brushRef="#br1" timeOffset="194877">15585 8187 13469,'7'-9'1260,"-1"2"-631,-4 2-179,1 0 449,-1 1-629,-1-4-180,-5 6 0,-1-1 0,-3 5-90,1 0 90,-1 1-90,-1 0 90,-2 2-90,1-1 90,0 2-90,0 0 0,1 0 0,0 0 90,0 4-90,2 2 0,1-1 0,7 4 0,9-3 0,0 2 0,7 0-90,-3-4 90,1 0 0,1 0-90,-2-1 90,0 0 0,-1 0-90,0 0 90,-2 0 0,-2 0-90,-1 0 90,-3-1 0,-1 0 0,-3 1 0,-2 0 0,-2 0 0,-6 5-90,0-4 90,-10 8 0,5-9 0,-5 3 0,4-5-180,1 0 0,-1-1-89,3-1-91,-1-1-180,3-2-90,-1 0-269,3-1-3688,1-2 4587,1-2 0,3-1 0,1-3 0</inkml:trace>
  <inkml:trace contextRef="#ctx0" brushRef="#br1" timeOffset="195119">15594 8249 13829,'1'-10'540,"0"1"-270,0 2 269,2-3 181,3-2-450,2-1 0,2 0-1,-1 4 181,9-5-270,-4 3 0,7-3-90,-7 6 90,0 1-90,-1 0 0,1 0-90,0 2-90,0 0-180,0 2-180,-2 0-1169,5 2-809,-4 1 2428,8 2 0,-5 3 0,4 2 0</inkml:trace>
  <inkml:trace contextRef="#ctx0" brushRef="#br1" timeOffset="195494">16007 8207 16168,'5'-11'1799,"-7"5"-1709,-2 5 90,-6 6-90,2 1-1,0 2 1,-2 2 0,2 1 0,-1 2-90,2 0 90,-1 8 0,4-5-90,0 5 90,5-7-90,2 0 0,2-1 0,1 0-90,3-2 90,2-1 0,2-1 0,0-3 0,0-2 0,0-2 0,-1-2 0,8-5 0,-6-1 0,8-10 0,-9-6 0,-3-9 0,-5 1 0,-5 0-90,-3 6 180,-2 1-90,-2 1 0,-2-1 0,-2 3 0,-2 2-90,1 5 90,0 4-90,1 4-180,-2 2-89,0 4-91,0 3-360,-2 3-719,2 3-809,-1 1-1080,4 2 3418,1 1 0,1 8 0,1 3 0</inkml:trace>
  <inkml:trace contextRef="#ctx0" brushRef="#br1" timeOffset="195737">16332 8569 15718,'8'-13'989,"0"2"-629,-3 5 90,-1 0-180,-1 1 90,1 0 179,-1 1-89,0-1 90,-1 1-450,-6 5 90,0 1-90,-7 7-90,-6 7-180,-1-1 0,-6 7-90,3-4-720,-3 5-1168,0 1-451,5-3 2609,2 1 0,9-6 0,-1 3 0</inkml:trace>
  <inkml:trace contextRef="#ctx0" brushRef="#br1" timeOffset="196394">16811 8316 15268,'8'-10'360,"1"-3"90,0 1-180,0 0 89,-2 3-89,-4 3 90,1 0-90,-1 1 180,-1 0-91,0-1-89,-1 0-90,-4 0-90,-3 2 0,-2 3 0,-2 2 0,2 2-90,-1 1 90,-3 4 0,0 3 0,2-1-90,1 7 0,6-7 0,1 4 0,3-5 0,1 1 0,2-1 0,5 6 0,-1-4 0,5 3 0,-4-5 0,1 0 0,0 0 0,0 0 0,3 2-90,0 2 90,1 3 0,-5-3 0,-3 3 0,-5-6 0,-2 2 0,-2-1 0,-3-2 0,-1 1 0,-2-1 0,-1 0 0,-2 0 0,-1-2 0,-2 1 0,0-3 0,-2 1 0,2-2-90,-1-1 180,3 0-180,-4 0 90,2-3-180,2 1 0,4-4 0,8-3 0,3-2 0,5-2 91,4 0-91,3-4 0,4-2 90,3-2-90,-1-2 90,1 1-90,5-9 0,-5 0 180,0 1 0,-9-2 90,-9 8-90,-8-6 0,-5 8 0,-4 3 0,0 6 0,0 2 90,-1 1-90,0 3-90,2 1 0,1 1-90,0 2-180,2 1-89,0 0-181,1 2-629,1 0 1259,2 3 0,4 6 0,3 2 0</inkml:trace>
  <inkml:trace contextRef="#ctx0" brushRef="#br1" timeOffset="196786">17109 8364 14729,'3'-12'1079,"0"2"-269,-2 4 179,0 0-269,-2 0-541,-4 4 1,1 2 0,-5 6-90,1 3 0,1 2 0,-1 3 0,0 1 0,1 4 0,1 0 0,0 1-90,3 0 90,0-1-90,3-1 90,1-1-90,2 0 0,2-2 0,2 0 0,1-4 0,2-1 0,1-3 0,1-2 0,1-2-90,-1-4 90,2 0 0,-1-4 0,0-3 0,1-3 0,2-9 0,-3-6-90,-1-2 90,-7-7 0,-7 3 0,-3 2 0,-3 2-90,-1 13-270,-5-1 90,1 6-179,-3 0-181,3 8-449,1 1-631,1 2-538,-1 2 2248,-2 3 0,1 3 0,-3 3 0</inkml:trace>
  <inkml:trace contextRef="#ctx0" brushRef="#br1" timeOffset="197061">17367 8205 14279,'3'-14'360,"0"0"-91,0 3 1,0 1 0,0 1 0,0 2 90,1 0-90,1 2 0,0-1 89,2 2-179,1 0 270,7 3-270,-2 2 0,4 3 0,-2 3-90,1 2 89,2 5-89,-1 3 90,5 18 0,-7 9-299,-10-12 0,-4 1 119,-2-4 0,-4 1-1089,-8 13 1,-4 0 998,3-14 0,0 0 0,-9 13 0,0-1-90,3-10 0,0-2-90,-3 4 1,-1-1-136,1-2 0,-2 1-1619,-6 4 0,-1 0 315,8-9 0,0-2 1709,-5 4 0,0-1 0,1-4 0,-1-1 0,-2 1 0,0 0 0</inkml:trace>
  <inkml:trace contextRef="#ctx0" brushRef="#br1" timeOffset="197968">6737 8953 14908,'-11'-5'2249,"3"0"-1889,2 2 1259,2 1-1439,7-5 0,1 4 90,15-8-180,-4 7 180,17-5-270,-5 3-360,9-2-90,-12 3-180,-3 2-89,-9 2-541,-1 0-449,-1 1-539,-1 1-990,-1 0 3238,-1 1 0,1 3 0,-1 2 0</inkml:trace>
  <inkml:trace contextRef="#ctx0" brushRef="#br1" timeOffset="198154">6891 9052 15358,'-7'5'3778,"13"-8"-3508,1 0-90,13-6 0,-6 3 0,4-1 89,15-4-269,-4 2-823,11-4 464,-9 4-271,0 1-449,0-1-540,0 0-990,-1 0-1708,1-1 4317,-1-1 0,5-5 0,1-1 0</inkml:trace>
  <inkml:trace contextRef="#ctx0" brushRef="#br1" timeOffset="200549">8044 8723 14639,'-7'-10'1979,"1"2"-1080,4 2-539,5 3-180,4 0 0,3 3-90,1 1-1,-2-1 1,2 0 0,0 0 0,1 0 0,2 0 0,-1 0-90,0 1 90,1-1-90,-1 0 90,5 0-90,-2 1 0,1 0 0,-6 0 0,-3 0 0,-3 1-90,-1 1 90,-2 3 0,-2 1 0,-3 1 0,0 4 0,-4 1 0,1 4 0,-4 5 0,0 1-392,-3 4 392,0 0 0,-2 12 0,4-12 0,-4 15-90,7-14-360,2 4 181,3-11-271,4-7 0,1-6 33,1-2-2012,1-1-1618,1-3 4137,0 0 0,2-1 0,-1 0 0</inkml:trace>
  <inkml:trace contextRef="#ctx0" brushRef="#br1" timeOffset="200957">8412 8854 16977,'-5'2'1709,"1"0"-1619,-10 15 90,5-3-90,-2 2 0,1 2 0,1 1 0,1 1 0,2 0 0,0 0-90,3-1 90,3 6 0,3 0-90,2-1-90,9-1 0,1-9 0,10-2 0,2-8 90,-3-6 0,-2-5 0,-5-2-90,1-6-201,-2-4 291,1-3 0,-4-4 0,-1-2 0,-4 1 0,-3-9 90,-7 0 0,0 5-90,-5 3 90,-1 14-90,-7 0 0,-4 8-180,-2 1 291,0 9-561,5 4-899,-4 7-180,6 0-990,-2 3-1258,9-4 3777,2-2 0,0 8 0,1 0 0</inkml:trace>
  <inkml:trace contextRef="#ctx0" brushRef="#br1" timeOffset="201233">9141 9110 17697,'8'7'719,"-2"3"-629,-6 3 0,-2 1 0,-1 0 0,-1-1 0,-2 4-90,-7 7-719,-7 4-1,-3-1-629,-2-1-1539,5-10-1159,2-2 4047,1-3 0,-4 1 0,0 0 0</inkml:trace>
  <inkml:trace contextRef="#ctx0" brushRef="#br1" timeOffset="203434">9703 8759 14369,'-1'-14'1619,"0"4"-1349,-2 4-90,-1 3 179,-1 0-269,-2 2 90,-1-1-90,-2 3 90,1-1-90,-6 4 90,-2 1-90,-3 2 0,4 0-90,4 0 90,5 0-90,2 0 0,2 0 90,1 1-90,3 1 0,1 0 0,3 1 90,8 6-90,9 4-180,14 7 90,-2-4-90,13 6 90,-21-11-444,7 4 354,-14-7 90,-4-2 0,-2 0 0,-2-2 0,-2 1 0,-1 0 0,-3-2 0,-1 1 445,-5 4-445,-2-4 0,-12 10 0,-9-3 90,-17 5-90,-3-3 90,6-6-287,8-6 377,13-4-90,2-1 90,2 0-90,2-2 89,2 0-89,1-3 90,4 0 198,2-4-288,4-1 0,5-5 90,5-2-90,5-4 0,3-4 0,12-12 89,3-6-791,-15 14 1,-1 1 701,9-14-491,-9-1 581,-14 20-90,-4-3 90,-7 8-90,-7-1 90,-7 2-90,-7 1 0,-4 3 0,-1 3 913,-3 2-913,3 4 0,2 1 640,4 1-640,-3 3-270,9 0-450,-6 5-2428,14 2 3148,5 3 0,11 2 0,7 0 0</inkml:trace>
  <inkml:trace contextRef="#ctx0" brushRef="#br1" timeOffset="203837">10004 8997 15358,'5'-11'720,"-1"1"-450,0 1 0,-2 1 89,0 1 1,0 1-90,-2 0 270,2 0 89,-1 0-359,-3 0-180,-2 6 90,-5 7-90,1 5 0,-1 5 0,2-2-90,2 2 90,0 0 0,2 1-90,2 0 0,1-1 0,4 8 0,1-8-90,3 4 0,0-8 0,2-2 0,1-2-90,7-1 90,-3-5 0,10-3 0,-4-7 90,1-8 0,-7-1 90,-5-4-90,-7 4 90,-2-2-90,-3-2 0,-3 0 90,-4-4-411,-3 1 321,-3-1 90,-2 1-90,1 5-90,-6 1-269,1 6-541,-4 5 181,6 5-631,3 6-1168,4 1-1029,4 0 3547,0 2 0,1 4 0,1 1 0</inkml:trace>
  <inkml:trace contextRef="#ctx0" brushRef="#br1" timeOffset="204121">10261 8819 15448,'5'-10'720,"0"1"-450,-1 1-1,0 2-89,-1 0 90,1 2 270,-2 0-270,3 0 179,-1 2-269,5 3-90,-1 2 180,8 8-90,-4 0-90,4 8 0,-5 2-508,-1 4 418,-1 6-90,-3 4-855,-2 2 765,-3 2 0,-6 5-45,-2-9 0,-3 1 90,1-8 1,-1 0-1,-4 9 0,-3 0-225,-9 2 0,-2-2 135,5-7 0,-1-1 0,-11 8 1,-1-1-91,7-10 0,-1-2-1090,-1-2 1,-1-1 280,0 0 0,-2-1 1124,-8 3 0,-2-2 0,2-2 0,-2 0 0,-8 2 0,0-1 0</inkml:trace>
  <inkml:trace contextRef="#ctx0" brushRef="#br1" timeOffset="204639">8203 8611 14819,'-3'-12'1079,"0"4"-899,-1 2 90,-1 3-90,-2 0-1,-1 1 181,-9 2-180,1 2-90,-11 5-627,3 4 717,-6 8-90,1 7 0,-2 9-90,5 6 90,1 6-883,14-21 0,2 1 838,0 2 0,1-1 0,0 2 0,2 0-254,0-1 1,0 2 253,2 8 0,0 1 0,1-11 0,2 1-45,2 18 0,4 1-519,3-13 1,3-2 158,6 8 0,4-2 90,-5-11 1,4-5-1440,9-1 0,2-5-2249,7-3 3958,15-1 0,-4-10 0,3-2 0</inkml:trace>
  <inkml:trace contextRef="#ctx0" brushRef="#br1" timeOffset="206147">17454 6220 17247,'3'11'360,"1"-2"-270,-5-2-90,4-3 90,2-5-90,-1 0 0,3-5 0,-4 3 0,0-3 90,-2 1-90,-1-3 0,-3 2 0,0 1 0,-3 1 0,1 3 0,-1 0-1170,-1 1-6025,2-2 7195,-1 5 0,3-3 0,-1 6 0</inkml:trace>
  <inkml:trace contextRef="#ctx0" brushRef="#br1" timeOffset="209201">21486 4774 18416,'8'6'90,"-1"0"-90,-3-5 0,1 1 0,0-1 0,0-2-90,-4 7 180,2-4-90,0 2 0,0-5 0,3-5 0,-4 0 0,0 0 0,0 1 0,-6 1 0,0 5 0,-2 0-90,1 6 90,2-3 0,0 1-89,1 0 89,7-6 0,-3-1 0,5-6 0,-6 2 0,-2-1-1260,-2 2-6295,-3 4 7555,2 4 0,1 0 0,2 1 0</inkml:trace>
  <inkml:trace contextRef="#ctx0" brushRef="#br1" timeOffset="210776">6699 10236 12570,'-11'-2'3958,"20"-1"-3868,-4 1 89,22-2-89,-15 3-270,11-2-89,-8 2-271,4-1-270,-5 1-1528,-1 0-900,-1 1 3238,-2 0 0,5 2 0,0 0 0</inkml:trace>
  <inkml:trace contextRef="#ctx0" brushRef="#br1" timeOffset="210976">6812 10396 14819,'2'7'539,"7"-2"-449,1-6 90,14-1-180,-7-1-90,7 0-180,-6 0-449,1-1-1530,-1 0 2249,11-3 0,-1-1 0,9-3 0</inkml:trace>
  <inkml:trace contextRef="#ctx0" brushRef="#br1" timeOffset="211919">7654 10243 15088,'-3'-11'990,"1"1"-630,0 2-1,0 1 271,1 2-90,-1-1 719,1 0-1169,-1 12-90,1-1 180,-2 19-90,0-1 0,-1 1 0,-2 8-90,2-14 0,-1 6 0,1-10 90,2 0-90,-1-3 0,1 0 0,0-2 90,0-1-90,0 1 90,0-3-90,5-18 0,-1 5 0,4-18 0,-2 11 0,0 0 0,1-2 0,0 1 0,1 1 0,0 0 0,1 1 0,0 1 0,1 2-90,4 0 90,-3 5 0,3 0 0,-1 7 0,-3 2-180,5 7 90,-4 4 0,-2 0 90,0 1-90,-4-5 90,1-2-90,-1 0 90,-1-1-90,1 0 90,-1-1 0,1-3-90,-1 1 90,3-4-90,1-3 90,3-2 0,4-7 0,-4 3-90,8-11 90,-2 0 0,-1 0 0,0 1-90,-5 8 90,2-1 0,-3 3 0,3 0 0,-4 4 0,-1 3-90,0 2 90,-1 1 0,1 8 0,-2-1 0,0 6 0,-2 4 0,-2-2 0,1 14-90,-1-7 90,0 1 0,-1-6 0,2-7-90,-1 0 90,1-3 0,1 0-90,0-2 90,2-1-90,0-2 0,3-2 1,0-1 89,1-1-90,1-2 90,0-2-90,1-1 0,7-5 0,-5 1 90,5-5 0,-7 2-90,4-6 90,-3 4 0,1-3 0,-4 5 0,-2 2 0,1 1-90,-3 2 90,1 0 0,-2 2 180,0 1-180,0 7 0,-3 1 0,0 12 90,-2 3-90,0 0 0,2 9 0,0-11 0,1 6 0,1-9 0,-1-1 0,3 1 90,0 1-90,0-3-90,2-1 0,-1-5-180,0-3-90,1 0-90,1-3-269,-1-2-541,1-2-4136,2-7 5396,-3 1 0,4-13 0,-3 0 0</inkml:trace>
  <inkml:trace contextRef="#ctx0" brushRef="#br1" timeOffset="212236">8197 10066 15178,'-4'-12'810,"1"1"-180,2 5 89,-1 1 450,1-1-989,5 8-180,-3-2 0,4 9-180,-3-3 1,2-8-271,-2 0 450,1-6 0,-3 17 0,-2 5 0</inkml:trace>
  <inkml:trace contextRef="#ctx0" brushRef="#br1" timeOffset="212702">8309 10449 15538,'5'-11'1080,"-1"0"-631,-1 1-89,-1 1 360,0-1-91,-2 2 451,1-2-1080,-1 25-90,0-8 0,-1 19-630,1 14 540,-1-21 90,1 19 0,-1-27 0,0-2-89,1-2-1,1-1 180,2-8-90,0-1 90,7-12-90,0-3 90,1-1 0,0 1-90,-3 5 90,0 1 0,-1 3 0,1 0-90,1 2 90,-1 2 0,1 1 0,0 1 0,0 3 0,3 4-90,3 6 90,-2 1 0,-1 3 0,-3 4 0,-2-6 0,2 14 0,-1-7 0,0 6 0,-1-10 0,2 2 0,-3-11-180,3 2-90,0-5-180,1-2-359,3-1-1710,1-3-1438,3-2 3957,4-3 0,5-4 0,5-3 0</inkml:trace>
  <inkml:trace contextRef="#ctx0" brushRef="#br1" timeOffset="213003">9061 9998 16078,'-2'-11'809,"0"0"-539,0 3 270,0 2 90,1-1-181,-2 3-179,-2 6-90,-2 4 0,-6 12 0,-1 3-905,-6 9 905,-1 4-90,-3 5-1133,1 3 1133,1 1 0,3 2 0,1 3-90,2-1-1269,8-12 0,0 0 1269,-2 15 45,5-16 0,1-2-56,3 10 101,8 13-90,2-14-193,6 8 193,-1-20-179,3-6 786,-1-3-1417,11-3 181,-6-7-361,6-3-629,-6-7-2211,11-6 3830,-7-1 0,12-10 0,-10 2 0</inkml:trace>
  <inkml:trace contextRef="#ctx0" brushRef="#br1" timeOffset="-214083.73">9170 10326 14908,'-4'-9'1170,"3"2"-900,5 2 359,3 2-359,1-2-180,-1 1 90,2 0-90,-3 2 0,1-1 0,-1 1 90,6-1-90,-3 1-90,3-1 90,-1 1 0,0 2-90,-1-1 0,0 1 90,3 1-1,-1 2 1,1 3-90,-4 4 0,-5 0 0,-5 2 90,-3-1-90,-2 1 0,-1 0 0,-1 1 0,1-2 90,-1 1-90,0-1 0,0 0 0,0-1 0,-2 4 0,4-4 0,-1 2 0,3-2 0,4 1 0,2 1 0,6 3 0,1-4 0,7 0 0,-6-7 0,7 1-90,-4-4-90,2 0 1,0-1-181,0-1-810,8-4 1,-5 1-1259,4-2 2428,-2-1 0,-1-3 0,4-2 0</inkml:trace>
  <inkml:trace contextRef="#ctx0" brushRef="#br1" timeOffset="-213658.73">9679 10298 15358,'1'-11'1529,"0"1"-989,-2 1-180,0 3-270,-4 3 0,-1 4 0,-4 3 0,3 1 0,-5 4-90,3-2 90,-2 3-90,4-3 89,1 0-89,0 0 90,1 4-90,2-2 0,2 1 0,2-3 0,2 1-90,2-1 1,2 0 89,1 1-90,1-2-90,6 5 90,0 0 0,1 0 0,-1 4 0,-6-2 90,-3 1-90,-3-1 90,-4-4-90,-2 0 90,0 1 0,-2 1-90,-1 1 90,-3 0 0,0 0 0,-1-1 0,0 0-90,1-2 0,0-1-270,-2 2-449,0-2 809,-2 1 0,3-8 0,2-3 0</inkml:trace>
  <inkml:trace contextRef="#ctx0" brushRef="#br1" timeOffset="-213425.73">9741 10361 15538,'-5'-10'1259,"3"3"-1079,10 0 0,1 2 90,13-5-180,-4 3 0,8-4 0,-1 1-180,-7 3-270,5-1-180,-9 2-2968,4-1-179,-4 1 3687,3-1 0,-4 3 0,0-1 0</inkml:trace>
  <inkml:trace contextRef="#ctx0" brushRef="#br1" timeOffset="-213058.73">10088 10285 16438,'-4'-8'2428,"-4"7"-2248,-1 5 0,-5 7 180,-5 12-270,3-3-606,-6 11 606,8-9 90,1 3-180,3-2 90,3 0 91,1-3-181,3-2 90,2-2-90,1 0 0,2-3-90,0-1 545,3-2-545,3-1 60,1-2-60,2-2 0,1-2-90,10-5 180,-5-2-180,14-9 180,-14 2-90,4-7 0,-4-4 90,-7 3 0,0-7 0,-6 8 90,-4-1-90,-1 2 0,-4-2 0,-2 2 90,-4 2-90,-2 2 0,-1 4 0,-2 2 0,0 4 0,-1 3-90,-1 3-270,1 3-90,0 2-269,2 2-810,1 2-5307,0 8 6836,6-5 0,-1 11 0,4-5 0</inkml:trace>
  <inkml:trace contextRef="#ctx0" brushRef="#br1" timeOffset="-212833.73">10277 10656 16887,'1'-10'1979,"-6"14"-1889,2 0 0,-6 12 0,3-5 0,-3 7-270,2-4-629,-4 10-91,5-12-719,0 4-810,1-6-1348,2-2 3777,-1 0 0,2-1 0,0-1 0</inkml:trace>
  <inkml:trace contextRef="#ctx0" brushRef="#br1" timeOffset="-212406.73">10555 10351 16168,'6'-9'629,"-1"0"-359,0 5 270,2-4-360,0 2 0,3-2 0,-2 2 0,1 0-91,0 1 91,0 0-90,0 1 0,1 1 0,-1 0 90,3 1-90,-1 1 0,2 3 0,-5 3 0,-5 8-90,-10 7 0,-4 3-356,-6 6 356,1-6 0,-10 11 0,9-11 90,-7 6-90,11-14 0,1 0 0,1-1 0,2-1 0,-1 3 0,4-7 0,0 4 446,4-7-446,7 4 0,1-5 0,10 1-90,-3-5 0,5-2-90,-4 0-180,2-1 0,0 0-269,0-1-181,1 0-809,-1-1-719,-1 0-1260,0 0 3598,-2 0 0,5-3 0,0-1 0</inkml:trace>
  <inkml:trace contextRef="#ctx0" brushRef="#br1" timeOffset="-211847.73">10956 10366 15808,'3'-9'1619,"1"-2"-809,0 5-1,-2-1 91,0 1-810,-7 6 89,0 0-89,-6 6-90,3-1 180,-6 6-90,4-2 0,-7 8-90,9-6 0,-1 2 0,4 1-90,2-5 0,5 8 0,1-9-90,5 4 91,2-4-91,1-1 90,2 1-90,0-1 90,2 1-90,-1-1 90,2 2-90,-3-1 90,1 1 90,-3-1-180,2 5 90,-5-3 0,1 6 0,-9-2 90,-1 0-90,-4 0 90,-3-5-90,-6 4 90,2-4 0,-6 2 0,4-5 0,1-3 0,-3 0 0,4-1 0,-2-1 0,2-2 0,0 0 0,2-3 0,1-3 0,4-1-89,2-5-1,6-1-90,5-9 90,2 4-318,5-9 228,-1 7 90,0 0 0,-1 2 90,-1 1-90,-3 4 90,-1 0 0,-2 1 90,-2 2-90,-1 0 0,-3 3 408,-3 0-408,-6 0 90,-6 0-180,-8 3 0,3 4-720,-5 5-2518,6 3-539,1 0 3867,5 0 0,4-1 0,2 1 0</inkml:trace>
  <inkml:trace contextRef="#ctx0" brushRef="#br1" timeOffset="-211449.73">11256 10409 16528,'3'-9'2068,"-3"1"-1708,-4 5-270,-4 3 90,-1 5-90,-4 4 180,-3 9-180,3-2-90,-4 6 90,7-5 0,-1 6-180,6-6 0,1 4 0,5-8-360,7 3 180,0-6 0,7 2-359,6-6 359,-4-3-180,16-5 90,-6-7 270,0-2 0,-5-3 90,-10 2 90,-3 0 0,-2-2 0,-3 0 0,-2 0 0,-3-1 90,-1 0-90,-3 0 0,-2 1 90,-5-2 0,-6 4-180,-5 1-90,3 6-630,-4 5-1079,6 3-3957,-1 1 5756,7-1 0,5-2 0,6 0 0</inkml:trace>
  <inkml:trace contextRef="#ctx0" brushRef="#br1" timeOffset="-211178.73">11507 10133 15988,'9'-9'899,"-1"2"-539,-2 4 0,1 2 0,-1-1-90,1 2-1,1 0 271,6 3-360,-1 0 180,11 8-90,-3 4-90,6 11-90,-8 2 89,-1 19-179,-13 2-1447,-2 3 1447,-10-1-90,-3-10 0,0-13 0,-1 1-180,-5 13 180,4-15 0,0-2-310,-7 9-769,-7 7 270,3-8-3149,-5 7 4048,12-16 0,1 2 0,5-4 0</inkml:trace>
  <inkml:trace contextRef="#ctx0" brushRef="#br1" timeOffset="-210948.73">12393 10663 17517,'-6'2'2519,"3"1"-2340,-13 14-179,-2 8-269,3-3-1261,-15 18-89,13-17 0,-6 5-4047,4-6 5666,4-7 0,-7 9 0,5-6 0</inkml:trace>
  <inkml:trace contextRef="#ctx0" brushRef="#br1" timeOffset="-209553.73">12945 10498 15268,'1'-10'1709,"0"2"-1259,1 1 0,-1 2-180,1-1-1,1 2-179,2 0 90,-1 3 0,7 3 0,-4 4-180,2 2 90,-3 4-90,-4-2 90,0 8 0,-1-4-90,-1 7 90,0-7-90,-2 7 90,0-5-90,-1 3 0,2-8 0,-2 4 90,1-3-90,0 1 0,12-20 0,-4 1 90,9-15-90,-5 7 0,0-2 0,6-6 0,-1 1 0,1 0-90,0 4 90,-3 8 0,2 1 0,-3 6 0,-2 5 0,-3 2 0,-1 3 0,-2 0 0,-2 1-90,0 1 90,-1-2 0,1 1-90,-1 0 90,0-1 0,1-1-90,-2-1 90,1 1 0,1-3 0,3 0-90,3-6 90,1-2 0,3-4 0,-2 1 0,8-8 0,-3 4 0,6-5 0,-6 4 0,0 1 0,-1 0 0,0 1-90,3-1 90,-4 4 0,1 0 0,-2 4 0,-4 2 0,4 5 0,-5 4 0,0 8 0,-2 6 0,-3-3 0,-1 1 0,0-7-90,1 0 90,-1 0 0,2-1 0,-1-1 0,2-1 0,0-1 0,2-1 0,0-1 0,7-1 0,3-3 0,2-1 0,8-6-90,-8-1 90,6-4 0,-7 0-90,-1-1 90,1-1 0,-2-1 0,1-1-90,-2 0 90,-1 0 0,-1 0 0,-3 2 0,-1 0 0,-2 2 0,1 2 0,-3 0 0,1 1 0,-6 9 0,-1 4 0,-4 8 0,0 0-90,2-2 180,0 0-180,1 1 90,0 0 0,1-1 0,1 0 0,2 3 0,4 0 0,4 0-180,1-6-539,5-4 89,-5-6-629,3-1-5127,0-6 6386,-4 1 0,5-10 0,-5 0 0</inkml:trace>
  <inkml:trace contextRef="#ctx0" brushRef="#br1" timeOffset="-209289.73">13767 10305 16168,'-2'-10'2159,"2"1"-1350,0 2-10433,0 0 9624,2 3 0,-1 1 0,1 3 0</inkml:trace>
  <inkml:trace contextRef="#ctx0" brushRef="#br1" timeOffset="-208830.73">14051 10702 15538,'-1'-12'1439,"1"3"-1079,-2-2 0,1 5 0,-1-2 269,1 2-449,-1-1 360,0 2-360,-4 5-90,1 4 0,-2 5 0,1 0 0,1 2 90,-3 8-91,2-4-89,-2 6 0,3-7 0,-1 3 0,2-5 0,0 3 0,1-8-179,1-1 179,8-8-90,-1-2 0,8-10 0,-1-2-180,1 0 90,19-26 0,-2 11 135,-9 9 0,0 2-45,6 0 0,-5 10 0,-9 6 90,-1 3-90,0 2 90,-2 3 0,0 3 0,-2 2 0,-1 4 0,-1 1 0,-1 1 0,1 8 0,0-1 0,0 1 0,3 0 90,1-9-180,7-1-539,6-7-1,-3-7-539,3-3-1350,-6-3-1708,5-2 4227,0-4 0,8-5 0,0-4 0</inkml:trace>
  <inkml:trace contextRef="#ctx0" brushRef="#br1" timeOffset="-208548.73">15021 10153 17427,'-16'5'810,"-6"9"-631,8 3 91,-18 25-180,8-9-617,8-9 1,0 2 616,-2 6 0,1 1-985,2-7 0,1 1 940,-4 10 0,1-1-45,4-9 0,2-1-144,-1 1 0,2-1 144,-9 26 90,2-2 0,5-3-90,4-4-290,5-6 290,3-5 399,5-2-668,10 3-631,8-6-1349,14-4-269,-4-14-1530,7-11 4110,-9-4 1,-3-3-1,2-2 1,2 0-1,0-1 1</inkml:trace>
  <inkml:trace contextRef="#ctx0" brushRef="#br1" timeOffset="-208137.73">15253 10422 16438,'-6'-9'1169,"0"1"-539,4 2-181,0 1-179,3-3-90,0 2 0,3 0-90,1 2 0,3 0 90,0-1-90,2 1 0,1 0 0,0 0 0,6 0 0,-5 2-90,4 0 89,-6 3-89,-2 2 90,0 0-90,-3 3 90,-4 6-90,-3 2 90,-7 8-90,-5 1 0,-5 2 0,-18 14-210,10-10 210,4-6 0,-1 1 0,-4 4 0,2-1 0,8-8 0,11-11 0,-1 2 0,4-4 0,7 2 0,3-5 0,6 0 0,-1-3 390,2 0-480,8 0-90,4-1 0,0 0-179,0 0-91,-9 0-180,1 1-449,-2 1-540,2-2-900,-2 2-1528,1-1 4047,-2 1 0,6 1 0,1-2 0</inkml:trace>
  <inkml:trace contextRef="#ctx0" brushRef="#br1" timeOffset="-207730.73">15634 10509 15898,'2'-11'1439,"-1"2"-539,0 2 89,-1 1 270,1 0-809,-3 0-270,-5 6 0,-1 1-90,-4 6 180,-3 8-180,2-2 0,-4 8-1,6-4 1,1 1-90,1 1 90,1-2-90,2 0-90,2-3 90,2 0-90,2-2 1,1 0-1,2-2-90,6 0 90,0-5 0,10 0-90,2-10 180,1-1-90,-1-4 90,-6-2-90,3-8 0,-6 3 90,3-6 0,-9 6 0,-2 0 0,-1 2-90,-2 0 90,-2 1 0,-2 0 0,-6-2 0,2 5 0,-6 1-90,3 6-90,-1 2-90,-1 3-719,-6 4-1530,-2 5-1528,-2 4 809,6-1 3238,6-2 0,3 1 0,2 1 0</inkml:trace>
  <inkml:trace contextRef="#ctx0" brushRef="#br1" timeOffset="-207280.73">15923 10495 15358,'0'-11'2069,"-1"0"-1439,0 5-271,-4 3-269,-2 5 90,-1 2-90,-1 3 0,1-1 0,0 2 0,0 1 0,0 1 0,0 2 0,0 1 0,0 7 0,1 2-90,3 7 0,5-4-90,3-5 90,4-6-90,-2-6 0,3-1 0,0-1 0,1-2 0,1-1 0,0-1 0,2-2 0,6-4 0,3-5 0,3-5 90,-6-3 90,-3-9-90,-6 0 90,-3 2-90,-3-1 90,-4 10-90,-1-2 0,0 2 90,-2 1-90,0 2 0,-2 2 0,-1 2 0,-1 3-180,-1 1-90,-2 4-179,-1 1-271,-2 3-719,1 1-1080,-2 3-1258,1 0 3777,2 3 0,-3 6 0,1 2 0</inkml:trace>
  <inkml:trace contextRef="#ctx0" brushRef="#br1" timeOffset="-207036.73">16238 10852 16528,'0'-15'2248,"0"2"-1438,-1 5-540,-2 4-180,-4 5 0,0 4 0,-3 4-1,1 1 1,-2 2-180,-1 1-269,-7 7-721,-5 5 1,3-3-540,1 0-900,9-12-1528,4-1 4047,1-1 0,-1 0 0,1 1 0</inkml:trace>
  <inkml:trace contextRef="#ctx0" brushRef="#br1" timeOffset="-206579.73">16509 10502 17067,'0'-13'1080,"1"2"-721,1 5 1,-1 0 270,2 0-360,1 0-90,1-1 179,5-1-179,-1 3 90,10-5-180,-6 5 90,5-1-90,-5 3-90,0 0 90,0 1 0,-1 1 0,1 1-90,-1 1 90,3 3-90,-2 4 0,-1 3 0,-6 0 0,-10 6 90,-3-4-90,-9 7 0,-1-3 0,-5 3 0,-3 1 0,1-2-560,-1 0 560,1-2 0,4-1 0,1-3 0,0 1 0,5-4 0,-3 5 0,7-6 0,2 0 0,10 1 0,4-5 560,6 1-650,-1-5 90,1 0-90,2-2-180,2-1 0,2 0-270,1-1-179,2-1-720,0-1-1800,14-6 901,-8 1 2338,22-10 0,-16 6 0,9-6 0</inkml:trace>
  <inkml:trace contextRef="#ctx0" brushRef="#br1" timeOffset="-206171.73">16910 10525 16258,'-3'-12'1709,"1"0"-1349,2 5 359,0-3-449,1 0 0,1 1-90,0 3 90,0 1-91,1-1-89,1 1 90,-1 1-90,2-1 90,0 2-90,4-1 90,2 2-90,4 1 0,-4 2 0,3 3-90,-7 2 90,2 3-90,-7 0 0,-1 2 0,-5-1 0,-1 0 0,-3 1 0,-3 2 0,0 0 0,-4 1 0,2-1 0,-2 0 0,1 0 0,0 0 0,2-2 0,-3 6 0,2-2 0,1 1 0,4 0 0,5-8 0,1 2 0,6-2 0,0-2 0,3 0 0,0-3-90,2 0-360,8-2 180,-4 0-90,6-1-179,-6-1-990,4-1-1799,2 0-1979,1-1 5307,-5 0 0,-1-1 0,-4 0 0</inkml:trace>
  <inkml:trace contextRef="#ctx0" brushRef="#br1" timeOffset="-205779.73">17222 10509 17697,'-1'-12'2968,"-1"3"-2788,-6 9 0,2 2 0,-4 4 0,4 0-90,-1 2 0,0 2 180,-3 7-181,1 3-89,1 5-89,2-4-1,5-4 0,2-6-90,2-2 0,2 0 0,1 0 0,1-1 90,1-2-90,2-2-90,3-1 180,-2-2 0,4-1-89,-1-5 89,-3 0 0,3-8 90,-6-1 90,-2-2-90,-3-1 0,-5 0 0,-1 4 90,-2-3-90,-1 6 0,0 2 0,-3 1-90,1 2-90,-2 1-180,0 2-270,-1 1-359,-1 2-630,2-1-5037,-4 2 6656,5-1 0,-1 1 0,5 0 0</inkml:trace>
  <inkml:trace contextRef="#ctx0" brushRef="#br1" timeOffset="-205479.73">17673 10349 17247,'4'-10'1619,"1"1"-629,0-2-631,-1 4 1,2-1-90,-1 4 0,0 0 0,3 2-90,1 1 0,0 3-1,3 2-89,1 3 90,1 4 0,7 17-90,-7-3-45,-3 1 0,-3 4 0,-6 1 0,-3 2-638,-3 11 1,-5 3 621,-1-9 1,-4 0 0,0-1-30,-6 11 0,-2-2 0,-6 2 0,-1-3-1065,5-13 1,-1-2 1064,-1 0 0,-1-2-45,-2-1 0,-1-2-703,3-3 1,-1-2 567,-1-1 0,-1-2-45,3-2 1,-1-2-310,1-1 1,-2 0-862,-9 1 1,-2-2-720,6-1 1,1-1-91,0-1 0,2-1 2204,-11 0 0,14-6 0,1-2 0</inkml:trace>
  <inkml:trace contextRef="#ctx0" brushRef="#br1" timeOffset="-204521.73">6966 11416 17247,'7'8'360,"0"0"-270,2-4 0,0 0 0,2-1 0,1 1 90,7-1-180,-5 0-90,9 0-450,-7-2-539,5 1-1,-6-2-1348,-3 1-990,-5 0 3418,-1 1 0,1 2 0,-1 1 0</inkml:trace>
  <inkml:trace contextRef="#ctx0" brushRef="#br1" timeOffset="-204338.73">7098 11559 14819,'-2'9'1799,"1"-4"-1620,10 0 1,0-2 0,2-2 0,2 0-90,3-1 90,19-3-360,-3-1-360,-2 0 1,1-1-3693,25-4 4232,-21 3 0,1-1 0,-6 3 0,0 0 0,26-3 0</inkml:trace>
  <inkml:trace contextRef="#ctx0" brushRef="#br1" timeOffset="-203954.73">8780 11104 14908,'6'-11'1799,"-2"3"-1169,0 3 449,-1 3-899,-2 6-90,-1 1 90,-4 7 90,-2 4-90,-9 18-135,3-8 0,-1 2-771,1-1 0,-1 0 771,-1 4 0,0 0-45,-6 17 90,0 3-90,3 3 90,2-1-90,8-16 0,2 1-503,0 17 413,5-11 0,2-1-180,7 3 135,-2-17 0,2 0-584,16 17 179,-3-12-270,9 1-539,-7-18-1080,0-4-1168,1-5 3597,-2-3 0,8-3 0,2-1 0</inkml:trace>
  <inkml:trace contextRef="#ctx0" brushRef="#br1" timeOffset="-202670.73">9466 11397 18237,'10'-7'629,"1"1"-539,1 4 90,0-1-90,1 1 0,-1 0 0,1 1 0,2-1 0,-1 1 0,1-1 0,-3 2-90,0-1 90,-3 0-90,0 1 0,-1-1 90,1 3-90,-2 1 0,1 4 90,-7 5-90,-2 2 0,-8 8 0,-3-1 0,-6 4 0,0 0 0,-3 0-622,1 1 622,-1-2 0,2-1 0,1-2 0,3-3 0,3-3-90,2-3 90,0 3 0,5-2 0,1 0 622,6-5-622,8-2 0,-2-5 0,6 0-90,-3-1 90,3-2-90,0-1-270,8-3 90,-4 1-180,4-2 1,-7 2-1440,4-2-720,-6 1 2609,6-2 0,-6 1 0,3-1 0</inkml:trace>
  <inkml:trace contextRef="#ctx0" brushRef="#br1" timeOffset="-202245.73">9930 11466 16348,'7'-11'719,"0"3"181,-4 3-810,-7 6 0,0 1 0,-7 5 0,2 1-90,-2 1 89,-1 2 1,-4 6 0,1 1-90,1-1-90,3 1 90,7-8 0,2 2-90,3-4 90,2-1 0,2-1-89,1 0 89,2 1 0,-1-2 0,2 0 0,0 0-90,5 2 90,-1 0 0,1 1 0,-3-2 0,-5-1 0,-1 0 0,-1 1 0,-1 4 0,-2-3 0,-2 5 0,-3-4 90,-1 2-90,-8 5 0,0-3 0,-4 2 89,2-2-89,-6 0-89,0 1-631,-4 0 90,8-6-2878,4-2 3508,5-8 0,4 2 0,0-2 0</inkml:trace>
  <inkml:trace contextRef="#ctx0" brushRef="#br1" timeOffset="-202019.73">9946 11487 15538,'-8'-5'1529,"1"0"-809,5 1-540,5-2 0,1 1 0,5-1-91,0 3 91,2-2 0,9-2-90,-3 1-90,6-2 0,-5 1-719,8 0-1,-7 0-719,4 0-1080,-8 4 2519,3-1 0,0 4 0,3 0 0</inkml:trace>
  <inkml:trace contextRef="#ctx0" brushRef="#br1" timeOffset="-201637.73">10328 11471 17517,'-11'5'720,"0"1"-541,2 1 1,-2 3 180,-5 8-180,-2 9-90,-1 2 0,2 2-309,6-8 309,2-3 0,0 0-90,3-2 90,2-1 0,1-2 0,8 7 0,5-7-90,3 2 309,5-11-309,-2-6 90,14-8-90,6-9 0,9-11 0,-4-11 0,-14 7-334,-9 1 334,-11 11 0,-2 2 0,-4 0 0,-1 0 0,-3 2 90,-2 1-90,-3 2 0,-2 4 423,-4 2-423,-9 4 0,3 3-89,-9 5-181,7 3-180,-3 4-440,4 2-279,1 1-450,3 0-4858,0 7 6477,7-7 0,-2 10 0,6-6 0</inkml:trace>
  <inkml:trace contextRef="#ctx0" brushRef="#br1" timeOffset="-201410.73">10708 11842 18147,'8'0'2158,"-5"4"-1978,-6 4 0,-5 2 0,-6 8-180,-5 6-180,-1 2-899,-10 11-1620,7-7 990,2 0-629,3-7-990,11-9 3328,0-2 0,2 4 0,0 1 0</inkml:trace>
  <inkml:trace contextRef="#ctx0" brushRef="#br1" timeOffset="-200510.73">11182 11633 15898,'-4'-10'2429,"2"3"-2340,9 0 1,0 4 0,4-2 0,1 2 0,2-1 0,1 1-90,-1 0 90,1 0-90,-2 2 90,0 0-90,-2 1 90,3 4-90,-6 1 90,-1 11-90,-17 9 90,-15 17-90,-4-3 0,-6 1-972,9-13 972,3-3 0,0-2-305,3-1 305,3-4 0,4-2 0,2-3 0,3-1 0,2-3 940,2 0-940,3-2 337,6 0-337,2-1 0,11-1-90,5-2-270,10-3 90,-5-2-269,0-1-271,-7 0-719,-1 1-900,0-1-1348,0 0 3777,-1 0 0,8-1 0,2-1 0</inkml:trace>
  <inkml:trace contextRef="#ctx0" brushRef="#br1" timeOffset="-200102.73">11681 11753 16078,'0'-11'1259,"0"-2"-539,0 7-91,0-4-179,-1 4-90,-1 0-180,-4 3-90,-1 5 90,-5 4-90,0 3 0,-1 1-1,-1 2-89,0 2 90,1 0 0,1 1-90,2 0 90,1 0-90,4-1 0,-1 5-180,7-1-89,5 2 89,5-7 0,11-4 90,-7-6 0,7-1 0,-7-5 0,1 0 0,-1-3 0,2-6 90,-4 2 0,1-5 0,-7 4 90,-2-8-90,-2 6 90,-4-12 0,-7 8 0,-6-5-90,0 10 0,-1 3 0,4 7 0,-1 2-180,1 2-180,-1 2-180,2 1-539,-1 2-540,3 0-900,2 1-1168,2 0 3687,3 0 0,4 3 0,2 1 0</inkml:trace>
  <inkml:trace contextRef="#ctx0" brushRef="#br1" timeOffset="-199710.73">11982 11800 15898,'-9'-8'989,"0"1"-629,1 2 180,-4 0 0,-1 2-181,-4 4 1,-2 5-270,3 3 0,2 2 0,5 0 0,1 0 0,1 2 0,1-1 0,1 7 0,3-5-180,3 9-180,7-8-90,8 3 180,-1-7-180,11-4 1,0-9 89,8-6 180,-5-3 0,4-12 180,-16 6 0,3-7 90,-12 7 0,-3 0-1,-3-1 91,-2 0-90,-4 1 0,-1 1 90,-7-4 0,-2 3-90,-4 1-90,3 8-90,2 5-90,6 4-630,-4 1 180,3 1-269,-1 1-720,4 0-5127,1 0 6656,-1 0 0,4-2 0,-1 1 0</inkml:trace>
  <inkml:trace contextRef="#ctx0" brushRef="#br1" timeOffset="-199442.73">12392 11509 17067,'9'-6'720,"-1"1"-180,-3 3 89,3 2-179,4 5-90,7 7-270,-3 1 90,4 7-90,-5-2-419,3 4 419,-3 2 0,-1 2 0,-2-1 0,-4 2-90,-4-2 90,-4 6 0,-3 3-1252,-7 8 1252,-5 5-1472,-8 4 1337,10-25 0,-1 1 0,-4 1 0,-2 0-90,0 1 0,-2-1 0,1-2 1,-3 1-862,-11 10 0,-2-1-309,2-6 1,-1 0-975,6-6 1,-1 1-1,1-3 2279,-2 1 0,1-2 0,3-4 0,1-1 0,-6 2 0</inkml:trace>
  <inkml:trace contextRef="#ctx0" brushRef="#br1" timeOffset="-192234.73">695 11517 15808,'1'-11'2519,"0"2"-2430,3 5 1,-1 1 0,3 1 0,1 0-90,2-1 90,3 1-90,3-2 0,1 1 0,2-1-90,1 1 0,2-1-90,-2 1 1,0 0-91,-2 2-90,-1-1-90,-2 2-539,2 0-2159,-5 2 3148,-2 1 0,-10 9 0,-5 2 0</inkml:trace>
  <inkml:trace contextRef="#ctx0" brushRef="#br1" timeOffset="-191943.73">803 11666 15448,'-10'2'1080,"4"0"-901,0 1-89,4 1 0,-1 2 0,1 0 0,1 1 90,0 4 0,1 2 0,1 7-90,1-3-90,0 0 90,0-3-90,0 0 90,1 2-90,-1 1 90,2 0-90,-1 1 0,1 0-90,0 9 0,-2-6-90,1 7-180,-2-9-629,-1 8-2249,-2 1 3238,-1 7 0,-1-3 0,-1-1 0</inkml:trace>
  <inkml:trace contextRef="#ctx0" brushRef="#br1" timeOffset="-191692.73">637 12358 15178,'-9'1'2159,"17"-1"-2069,-2-1 0,16-1 0,-6-2-90,2-1 0,6-3-653,2 0 473,3-2-180,0 0-179,-2-2-451,-3 2-1348,-2-1-1123,-3 2 3461,-2 1 0,4-3 0,-1 0 0</inkml:trace>
  <inkml:trace contextRef="#ctx0" brushRef="#br1" timeOffset="-190975.73">1044 12090 15358,'-2'-10'1170,"0"0"-721,1 4 631,0-1-900,0 14-90,-1 15-1,0 7-89,-4 10 90,2-16-90,1-1 0,0-10 0,1 0 0,0-2 0,1-1 0,0-1 0,0-1 0,0-1 0,7-11 0,1-7 0,6-14 0,0-5 0,-4 6 0,3-3 0,-6 15 0,3-6 0,-4 11 0,1-1 0,-1 5-90,-1 1 90,4 3 0,-2 2 0,3 3 0,-3 1 0,0 2 0,3 6 0,-1 1 0,1 2 0,-2-4-89,-2-3 89,0-1 0,0-2-90,0-1 0,0-1 90,1-2-90,1-2 0,2-2 90,1-3-90,0-1 0,3-3 90,-1-3-90,4-5 90,-2-2-90,9-14 0,-4-7 90,-7 11 0,-1 0 0,2-17-45,-7 13 0,-2 2 45,0-10-1045,-1-11 1045,-3 15 0,0-5 0,-1 7 0,-1 4 90,1 10-90,-2 26 90,0 22-45,0-1 0,0 5-301,0 11 0,0 0 256,0-5 0,0 1 45,1 8 0,0 0-45,1-13 0,1-1 66,0-3 1,0 0-67,2 15 0,2-21-160,1 3 160,1-9-269,6 1-541,3-15 594,0-4-6350,6-13 6566,-10 0 0,7-14 0,-6 2 0</inkml:trace>
  <inkml:trace contextRef="#ctx0" brushRef="#br1" timeOffset="-190775.73">1412 11972 14819,'14'-9'179,"-1"1"-179,-2 4 90,1-1 0,2 0-90,1-1-90,1-1-90,2 0-269,1 0-541,3-2-2967,8-3 3957,-4 2 0,10-2 0,-8 3 0</inkml:trace>
  <inkml:trace contextRef="#ctx0" brushRef="#br1" timeOffset="-190033.73">2015 11700 14009,'0'-9'1079,"0"0"-719,0 3 270,1 0 629,1 0-989,2 7 0,-1 1 90,5 17-181,-5-1 1,1 9 90,-1 14-180,-2-6 0,-2-2 0,1 1-1106,-2 9 1106,-3 13-90,1-18 90,-1 0-659,-2-2 569,2-5-187,-1-3 187,1-6 0,1-2 0,0-5 993,1 0-993,0-4 714,1-1-893,0 1 423,0-4-334,4-7-90,4-10 90,7-13 0,3-8 0,-2 2 90,1 3-90,-5 8 90,0 2-90,-1 2 90,0 2 0,0 1-90,-1 3 90,0 1-90,2 4 90,0 4 0,0 2-89,-1 9 89,-3 6-90,1 8 90,-2-4 0,-1 1 0,1-8 0,0 1 0,0-1 0,2-1 0,0-1 0,1-2 0,2-2 0,0-1 0,1-4-90,1-1 90,1-3-180,9-5 90,-4-2-90,19-14 0,-7-9-671,-10 7 0,-1-2 671,10-17 90,-6-3-896,-8 11 896,-3-3 0,-3-2 0,0-1 90,-1-1-90,-2 1 0,0 1 90,-2 5-90,-1 6 0,0-1 90,-1 13-90,0-2 90,-1 12 1455,2 16-1365,-2 13 0,0 14 0,-1-4 0,-2 1 0,0 20-874,-1-11 1,0 1 873,-1 11-90,1-23 0,1 0-29,-2 10 119,0 11-90,2-17 90,-1 7-90,3-14 90,0-10-360,4 6 2036,2-14-2756,0-3-1184,3-6-1154,-3-6 3328,1-1 0,3-8 0,1-3 0</inkml:trace>
  <inkml:trace contextRef="#ctx0" brushRef="#br1" timeOffset="-189840.73">2605 11945 14729,'1'-7'539,"0"1"-539,8 3 90,-1 2 0,3-2-90,-1 1 0,2 0-450,7-3-89,-3 1-181,6-1-1349,-6 2-89,-2 0 2158,2 2 0,1 2 0,1 1 0</inkml:trace>
  <inkml:trace contextRef="#ctx0" brushRef="#br1" timeOffset="-189250.73">929 13324 14908,'-2'-10'2429,"1"3"-2249,10 2 0,-1 2 0,3 1-90,1-1 0,2 0-90,2-1-270,0 1-1349,8-3-900,-6 3 2519,11-2 0,-9 4 0,6 1 0</inkml:trace>
  <inkml:trace contextRef="#ctx0" brushRef="#br1" timeOffset="-189051.73">1129 13477 16528,'10'0'359,"2"0"-269,-1-4-90,4-1 90,7-3 0,4-2-607,5-2 517,1-2-180,1 1-270,0-2-324,-1 0-5522,14-8 6296,-12 6 0,14-5 0,-14 7 0</inkml:trace>
  <inkml:trace contextRef="#ctx0" brushRef="#br1" timeOffset="-185558.73">2143 13010 15178,'-10'-5'630,"7"-3"-540,6 4 0,6-3 90,-1 3-90,0 0-90,2 1 90,0-1 0,2 1 0,-1 0 0,8-1-1,1 2 1,9 1 0,-7 1-90,6 7 90,-10 5-90,1 8 0,-9 1 0,-7 5-301,-6-1 301,-5 3 0,-3 4-870,-6 2 870,-2 1 0,-4 2 0,2-3 0,-1-3 0,3-3 0,-4 5 0,7-10 0,-1 8 90,11-12-90,3 0 0,5-7 267,10-3-267,-1-6 814,6 0-904,-2-4-90,3-1-89,3-2-1,4-3 0,0 0-180,2-2-1079,5-4-2878,-2 0 4407,-2-1 0,-1-1 0,-6 3 0</inkml:trace>
  <inkml:trace contextRef="#ctx0" brushRef="#br1" timeOffset="-185117.73">2708 13079 14099,'1'-12'540,"-1"1"-1,1 5-89,0-1 180,0 1-450,-4 1 0,-7 12-1,-4 8-89,-3 6-90,3 0 90,4-4-90,1 0 90,1-1-90,1-1 90,1-2-90,2 0 0,1-1 0,2-1 0,1 0 0,3 3-90,2-4-90,5 6 0,5-3-89,5 2 179,-3-4-90,-3-1 180,-5-3-90,-2-1 0,0 2 0,-2 0 90,-1-1-90,-2 1 0,-1 1 90,-1 1 0,-2 0 0,-2 2 0,-1 0 0,-4 0 90,-1 2-90,-2 0 0,-7 5 90,-3-1-180,-5 2-180,6-6-180,5-5-359,7-5-1350,1-2 2159,2-2 0,-1-4 0,1 0 0</inkml:trace>
  <inkml:trace contextRef="#ctx0" brushRef="#br1" timeOffset="-184892.73">2653 13220 14639,'-9'-10'809,"1"3"-359,5 3-90,0 0-180,3-4 0,4 1 89,10-8-89,9 2-90,2-5-514,3 3 514,-4 2-270,4 0-90,-6 2-292,3 0-158,-11 5-1709,-1 1-1169,-2 1 3598,0 2 0,3 2 0,1 0 0</inkml:trace>
  <inkml:trace contextRef="#ctx0" brushRef="#br1" timeOffset="-184533.73">3056 13145 15988,'0'-13'1979,"-2"4"-1799,-6 8 0,0 6-1,-5 7-89,0 6 0,-2 4 0,-2 5 0,1 2 0,0 2-734,0 0 734,2 1 0,1 0-90,4-3 90,2-2-90,3-5 0,6 4 0,1-7-90,5 2 0,2-11-90,3-3 90,2-3 554,11-7-644,10-8 91,-3-4-1,12-19 0,-18-4-1076,-2-3 1166,-10 0 0,-11 12-689,-8-16 779,-2 14-90,-6-14 0,0 21 90,-10 2-90,6 10 90,-16 4-180,10 13-90,-8 7-899,0 13 713,10-4-5840,-4 17 6206,17-18 0,1 14 0,5-8 0</inkml:trace>
  <inkml:trace contextRef="#ctx0" brushRef="#br1" timeOffset="-184266.73">3269 13376 16528,'2'-9'1079,"1"1"-809,0 3-90,0 2 179,3-2-179,1 2-90,4-2 180,6 0-180,-2 1 90,15-5-180,-10 3 0,7-2-270,-9 2 0,-2 0-269,-1 1-361,-2 0-719,-2 0-810,-1 1 2429,2-1 0,-1 1 0,3 0 0</inkml:trace>
  <inkml:trace contextRef="#ctx0" brushRef="#br1" timeOffset="-183858.73">3716 13213 15808,'-2'-10'1889,"0"0"-1170,1 3-539,2 0-90,1 2 180,4 0-180,1 3 0,4-2 0,0 1 0,2-1 0,1 0 0,2 0 0,0-1-90,1 1 90,0 0-90,-1 0-90,1 0 90,-3 1 0,0 0-90,-3 1 90,0-1-90,1 1 0,-5 2 0,3 0 0,-8 6 90,-3 7 0,-3 1-90,-11 18 90,-4 5 0,-2 3 0,-2 2 0,8-12-748,-1-1 658,1 1 90,1-1 0,1 0-340,3-3 160,2-3-539,3 0 89,1-7-269,3 0-6027,3-5 6926,2-5 0,6 2 0,1-4 0</inkml:trace>
  <inkml:trace contextRef="#ctx0" brushRef="#br1" timeOffset="-183474.73">4168 13182 16168,'2'-8'1169,"-10"16"-989,4-1-90,-9 14 0,6-8 0,1 3 0,-1 0-90,0 1 90,2 0 0,0 0 0,1 9-90,2-6 90,2 11-90,4-8-90,5 3-90,1-9 90,2-5 0,-1-8 0,1-2 0,1-2 0,1-2 0,0-1 0,1-2 90,-2-3-90,0 0 90,-2-4 0,3-9 0,-4 4 90,1-18-90,-7 13 90,-4-8 0,-8-5 0,0 9 0,-6-7 0,3 14-90,0 3 90,-2 5-90,-1 2 90,0 5-90,-1 4-450,-13 10-90,5 3-2968,-18 17 3508,14 1 0,-2 5 0,7 0 0</inkml:trace>
  <inkml:trace contextRef="#ctx0" brushRef="#br1" timeOffset="-181691.73">6720 11982 15088,'-1'-9'180,"1"2"-90,4 2 90,1 3-90,3 0 0,-1 1 0,3 0 90,8-1-90,-2 0 90,14-1-90,-4-1-270,5-1-90,-8 1-180,-4 1-179,-9 0-361,0 1-1079,-3 0 2069,0 1 0,-2 2 0,0 0 0</inkml:trace>
  <inkml:trace contextRef="#ctx0" brushRef="#br1" timeOffset="-181458.73">6853 12073 15808,'-6'10'720,"1"2"-361,2 5-179,1-1-90,0 9 90,-1-5-90,1 2 0,-2 2 0,1-1 0,-1 1 0,-1 0 0,1-1-270,-3 8-180,2-10-270,-1 6-3057,1-7 3687,1-1 0,-1 4 0,1-2 0</inkml:trace>
  <inkml:trace contextRef="#ctx0" brushRef="#br1" timeOffset="-181242.73">6608 12682 15448,'4'1'1889,"0"-2"-1709,16-5-90,-2 0 180,18-9-180,-8 5-90,12-6-450,-6 1-1529,-2 1-449,-4 1 2428,0 1 0,-9 6 0,6-2 0</inkml:trace>
  <inkml:trace contextRef="#ctx0" brushRef="#br1" timeOffset="-180599.73">7143 12510 15268,'-4'-13'900,"1"1"-450,1 2-91,0 2 451,1 2-450,-1-2 179,1 3 541,-1-3-990,0 15 90,-2 3-90,1 8-1,-1 1 1,0-4 0,1 1-90,0 0 90,0 0-90,0-1 0,1-1 90,0-3-180,1 0 90,0-2-90,0-1-90,0-2 1,2 0 89,4-8 0,0 0 0,4-8-90,-1 1 90,1-4 0,0-2-90,5-6 90,-4 5 0,4-4 0,-6 9 0,0 1 90,-2 3-90,0 1 0,0 3 90,-1 1-90,1 3 0,-2 2 90,1 2 0,0 2-90,0 2 1,1 7-1,1 2-180,3 6 180,-3-6-90,2-4 90,-3-5-90,0-3 90,2-1 0,1-3-90,0-2 90,2-1 0,2-2 0,0-4 0,5-4 90,1-4-469,1-4 469,0-2-90,-1-3 90,-1-3-90,6-17 45,-12 17 0,0-2-891,3-11 0,0 0 936,-5 8 0,1 1 45,0-8 0,-1 1-662,1-5 617,-1 1 65,-4 18 115,-4 15-180,-9 37 90,3-5 189,-9 30-234,7-24 0,1-1-45,-3 16 321,3-14 1,0-1-322,0 9 109,0 6-109,3-13 28,1 3 62,2-17-180,0-1 90,1-3-90,0-2 1040,1-2-1400,0-2-1814,0-4 2264,2-2 0,0-3 0,2-2 0</inkml:trace>
  <inkml:trace contextRef="#ctx0" brushRef="#br1" timeOffset="-180397.73">7502 12383 15538,'7'-6'1259,"-3"2"-1169,18-2 0,-6 2-90,12-3-90,-5 2-871,9-2 421,-6 1-539,3-1-1170,3 0-899,2 0 3148,0 1 0,6 0 0,0 1 0</inkml:trace>
  <inkml:trace contextRef="#ctx0" brushRef="#br1" timeOffset="-179566.73">8538 12418 14729,'2'-10'809,"0"1"1,0 3-1,-1 0-89,1 0 89,-1-2 1,-1 2-720,-3 8 0,-1-1 0,-2 9 0,2-3 0,1 2 0,-1 1-90,1 0 0,1-1 0,0 0 0,1-1 0,2 0-90,0 0 0,2-2-180,3 1 180,0-3-180,7 0 90,-5-3 90,5-2 0,-5-1 0,1 0 0,0-2 0,-2 0 0,0 0 90,-1 0-90,0 0 90,-1 1-89,-1 0-1,1-1 0,-1 3 90,4 1-90,-1 5 90,3 4 0,-2-1-90,5 4 0,-1-3 0,1 0 90,-1-2-90,-3-4 90,2 0-90,-2-1 90,2-2 0,-4-2 0,3-2-90,-4-2 90,4-4 0,-6 2 90,3-2-90,-5-2 0,0 3 90,0-8-90,-2 6 0,-1-4 0,-1 6 0,1 0 0,-1 0 0,1 2 0,0 0-180,-1 0-1169,-1 2-2339,-5 6 3688,2 5 0,-5 8 0,4 1 0</inkml:trace>
  <inkml:trace contextRef="#ctx0" brushRef="#br1" timeOffset="-179083.73">9142 12469 15178,'-3'-12'1170,"1"0"-811,-1 5 91,0 0 270,-2-2-450,0 3 89,-2-2-179,1 4 270,-3-1-270,1 3 90,-6 2 0,0 5-90,-4 5-1,1 5-179,4-2 90,4 1-90,4-5 0,2 0-90,2-1-89,0 0 89,2-1-180,1-1 90,1 0-270,5-2 90,3-3 180,1-2 1,2-3 89,-3-3-180,7-9 90,-4 2 90,8-11-90,4-14 90,-4 1 90,-3 3 0,0-2-1443,2-6 1488,-8 14 0,-1 1 45,1-6-408,-1 3 408,-2 3-51,-2 7 51,-2 4 0,-1 5 0,-1 4 1360,-1 3-1360,-2 13 569,-2 2-659,-2 11 90,-5 19 0,-3 7-167,4-14 0,0 0 77,-5 17-823,3-7 733,6-20-90,0-2-90,2-1-270,0-3-269,1-1-810,2-3-529,1-1-1180,2-1 3540,1 0 0,5 3 0,1 1 1</inkml:trace>
  <inkml:trace contextRef="#ctx0" brushRef="#br1" timeOffset="-178881.73">9775 12558 17157,'0'-9'2429,"1"0"-1889,0 2-451,0 1-9920,-1-1 9613,-7 9 0,-3 4 0,-8 8 0</inkml:trace>
  <inkml:trace contextRef="#ctx0" brushRef="#br1" timeOffset="-176782.73">7531 13307 13110,'-3'-8'629,"0"0"-539,4 2-90,1 1 90,2-1-90,0 3 0,-1 0 90,1 0-90,0 0 0,2-1 90,-1 0-90,1-1 0,1 1 0,-1-1 0,3 0 0,-1 0 90,1 1-90,0 1 0,3 0 0,1 2 0,1 4 0,-3 1 0,-5 11 0,-9 7 0,-14 18 0,0-6 0,-9 7-895,6-16 895,-1 2 0,0-3-400,1 0 400,2-3-88,3-3 88,3-4 0,0 3 0,4-6 848,0 2-848,4-6 524,6-2-524,7-2 101,11-2-11,3-4-90,4-1 0,-6-1 0,5-2-254,-3 1 254,2-1 0,-3 2-90,-3 1-90,-1-1-90,-1 1-360,-1-1-3058,6 0 3688,-5 1 0,9-2 0,-4 1 0</inkml:trace>
  <inkml:trace contextRef="#ctx0" brushRef="#br1" timeOffset="-176339.73">8054 13368 13379,'0'-10'720,"0"2"-90,0 0-271,-1 0 91,0 3 0,-2-1-180,-1 4-90,-5 4 0,-6 7-1,-4 9-89,2 0 0,-4 11 0,7-4 0,-1 7 0,5-8-90,6 0 0,3-13 0,3 4 0,2-8 0,1 0-90,2-2 90,2-2 0,0-2 0,1-2-90,8-4 90,-4-1 0,6-5 0,-8 2 0,4-10 90,-4-3 90,1-9 0,-8 7-90,-3 0 90,-5 7-90,-2 0 90,-1 1-90,-1 1 0,-3 2 0,0 3-1,-1 1 1,-1 4 0,0 2 0,-2 4-90,0 2 0,-1 3 0,0 3-90,0 3-539,0 8-990,4 1-900,4 1-1798,5-3 4317,4-7 0,4 4 0,2 2 0</inkml:trace>
  <inkml:trace contextRef="#ctx0" brushRef="#br1" timeOffset="-175857.73">8305 13367 15718,'1'-11'1079,"-2"1"-899,-1 2 180,0 3-90,-2 2-90,-3 3-90,-1 2 0,-3 4 0,2 1 0,0 3 0,-1 1-90,1 1 90,-1 0-1,3 1-89,-1 2 90,3 0-90,1-1 0,2 1 90,2-2-90,4 6-90,4 0 90,3-1 0,3-4-90,-3-6-89,8-2 179,-4-3-90,7-3 0,-5-2 0,2-2 90,0-2-90,-1-3 0,0-1 90,-1-1-90,3-9 90,-3-5 90,-3 0 0,-5-9 180,-11 2-90,-9-12-91,-1 11 1,-7 3-90,4 17 90,0 5 0,-1 2-90,-1 4 90,0 3-90,-3 3 90,1 4-90,-2 4-90,4 2-90,-1 2-179,6 1-181,2-1-180,4-1-719,3-1-4587,4 4 6026,1-4 0,7 8 0,0-3 0</inkml:trace>
  <inkml:trace contextRef="#ctx0" brushRef="#br1" timeOffset="-175606.73">8824 13430 16528,'6'-10'2158,"-1"2"-1978,0 4-90,-1 2 90,2 0-90,-1 1 90,6-1-270,4 0-180,0 1-180,2-1-89,-5 1-361,-1-1-719,2 1-809,-1-2-1170,-1 2 3598,1-1 0,5 1 0,3-1 0</inkml:trace>
  <inkml:trace contextRef="#ctx0" brushRef="#br1" timeOffset="-175008.73">9449 13308 15628,'3'-11'990,"-1"1"-271,-2 5 181,1-5-361,-1 3-179,-4-5-180,0 6 0,-3 1-90,0 4 90,-6 3-90,3 1 0,-5 2 0,5-1 0,1 3-90,0 0 0,-1 5-180,4 2 90,0-1-180,7 5 0,6-5 0,6 5 90,0-4 90,1-2-90,-3-4 90,0-1 0,0 1 1,0-1-1,-1 0 0,0 1 0,0 0 0,1 2 0,-3-2 0,1 3 0,-3 0 90,-3-2-90,-3 7 90,-6-4 0,-2 1 0,-4-2 0,-1-2 90,-8 1 0,2-2 0,-5 0 90,8-2-90,1-3 90,3 0-91,0-1 1,2-1 0,1-1 90,1-4-90,3 1 0,3-9 0,7-4 0,11-12-90,8-9 90,-1 4-90,1-2 0,-7 11 0,-1 0-282,-1 0 282,-2 2 0,-2 2 0,-3 3 0,-1 1 0,-3-2 0,-3 3 0,-7 1 0,-8 7 282,-2 6-372,-5 7 0,1 2-270,1 2-89,-2 3-181,2 1-449,2 0-630,1 1-540,4-3-809,3 0 3058,2-1 0,0 5 0,0 0 0</inkml:trace>
  <inkml:trace contextRef="#ctx0" brushRef="#br1" timeOffset="-174606.73">9724 13373 15898,'5'-11'1529,"-1"3"-629,-2 3-541,-5 2 1,-8 8-270,-1 1 180,-8 15-180,10-6 0,-3 7-90,6-5 90,1 0-90,3-1 0,1-1 0,3 5-270,6-1-90,5 1 90,2-7-179,11-3 179,-9-9 90,7 0 0,-5-4 90,1-2-90,3-4-90,10-10 270,-8 3-324,4-7 324,-15 7 90,-3-3 0,-3 0 90,-2-1 90,-6-13 0,-10-4-1,-13-4-179,-4 11 0,-26 15-90,23 17 0,-2 4-805,0-2 1,0 3 534,-2 4 0,0 2-809,-13 7-900,16-1 0,1 1-1169,-17 10 3148,19-9 0,-1 2 0,0 1 0,1 2 0,-2 1 0,-1 1 0</inkml:trace>
  <inkml:trace contextRef="#ctx0" brushRef="#br1" timeOffset="-173749.73">1883 14371 14908,'-13'-4'1260,"2"2"-631,4 1 181,2 0 449,-2 0-1079,17 0-90,-3-1 0,13 1 0,-7-2-90,2 1-90,1-2-630,7 0 91,-6 0-2250,10 0-2607,-10 2 5486,-1 2 0,-2 6 0,-4 1 0</inkml:trace>
  <inkml:trace contextRef="#ctx0" brushRef="#br1" timeOffset="-173540.73">1952 14583 17247,'7'-12'630,"1"1"-450,5 2 0,4-2-1,3-2-89,4-2-90,2 0-899,12-6-2969,1-2-359,-1 2 4056,-8 3 0,-8 8 0,1 2 0</inkml:trace>
  <inkml:trace contextRef="#ctx0" brushRef="#br1" timeOffset="-169282.73">7306 14206 14549,'-13'-10'989,"0"0"-629,1 2 180,-2 0-271,5 2 1,-2 0 0,5 2 0,1 1 180,0 1-90,0-1 539,0 0-719,17 4-90,-2-1 0,24 3 0,-1-3-180,1 0-180,1-1-90,-13 0-90,0 0-179,-3 1-271,-2 0-719,-1 0-719,-3 1 2338,0 3 0,-6 0 0,0 4 0</inkml:trace>
  <inkml:trace contextRef="#ctx0" brushRef="#br1" timeOffset="-169081.73">7321 14387 16348,'15'0'270,"0"-1"-270,-1-2 89,4 0-178,1-1-181,2-1-180,0 1-540,1-2-1348,0 2-720,0-1 3058,-1 0 0,7 1 0,1 0 0</inkml:trace>
  <inkml:trace contextRef="#ctx0" brushRef="#br1" timeOffset="-168582.73">8240 14039 14908,'-3'-11'2069,"1"1"-1979,1 26 0,1-8 0,-1 19-90,1-11 180,-2 12-90,-3 14-90,0-2 90,-2 4-90,3-18 0,1-2 0,-1 0-90,1-1-90,1-2-90,0 0-179,1-4-181,-1-1-450,1-3-4316,2 3 5396,0-5 0,3 4 0,-2-4 0</inkml:trace>
  <inkml:trace contextRef="#ctx0" brushRef="#br1" timeOffset="-168149.73">8422 14201 15088,'2'-12'630,"0"2"-540,1 4 0,0 1 90,2 0 0,0 0-90,2 1 90,4-2-90,0 0 89,12-2-179,-5 1 180,15-2-90,-7 4-90,-2 0 90,-3 3-90,-9 2 90,0 5-90,-4 0 0,-3 6 90,-8 1-90,-6 7 0,-4 4 0,-7 6 45,3-7 0,-1 1-935,-11 14 890,10-15 0,0 0 0,-13 16 0,12-13 0,-7 10 0,16-15 0,1-1 90,6-6-90,5-6-90,6 0 90,0-3 890,6 0-980,-2-3 0,2-1 0,0-1-90,1-1 0,1 0-89,1 0-1,0-1-180,-1-1-1169,7-1-540,-6 0 2159,13-3 0,-5 1 0,7-1 0</inkml:trace>
  <inkml:trace contextRef="#ctx0" brushRef="#br1" timeOffset="-167741.75">8940 14300 14459,'-2'-12'1709,"1"1"-1259,0 3 449,0 2-539,0-3 359,0 4-269,-2-2 0,-1 4-180,-10 7-180,3 2 90,-6 8-1,0 6-89,4-2 0,-9 18 0,10-7 0,-1 8-90,9-12-90,4-4-90,3-9 1,3 0-1,1-3-90,5-2 0,1-2 0,3-2 0,1-2-269,17-7 89,5-8 90,12-11 270,-12 0-560,-7-2 740,-16 6-102,-4-7 192,-6 7 90,-2-6-90,-6 7 0,-3 0-90,-4-2 90,-3 2-91,-4-1 91,-1 7-90,-3 1 0,0 5 0,1 3-90,-7 4-629,2 6-989,-1 8-1,10 0-3477,8 6 5096,8-8 0,8 9 0,2-4 0</inkml:trace>
  <inkml:trace contextRef="#ctx0" brushRef="#br1" timeOffset="-167574.75">9722 14308 16168,'8'-11'1439,"-2"2"-719,0-1-451,-2 2 1,0-1-90,-3 3-180,-1-1-270,-1 1-269,-1-1-991,-3 2-89,-2 0-719,-3 2-900,-2 0 3238,-5 3 0,-14 3 0,-7 2 0</inkml:trace>
  <inkml:trace contextRef="#ctx0" brushRef="#br1" timeOffset="-162432.75">2827 14256 15105,'4'-9'1342,"0"0"-939,-1 3 58,0-1-61,0 0-6,0 0 262,2-2-352,-3 3 272,3-4-302,-2 5 314,1-1-458,0 9-474,-2 0-58,1 9 105,-3 2 172,0 3 2,1 4-84,0 1 39,1 16-11,2 8-72,3 6-75,-1-7-2812,3-1 3084,-1-14 0,3 4 1,0-6-1</inkml:trace>
  <inkml:trace contextRef="#ctx0" brushRef="#br1" timeOffset="-161832.75">3223 14285 14459,'-3'-10'0,"1"-1"180,0 6 89,0-3-89,0 4-90,-2 0 0,-3 6-90,1 1 90,-2 4-90,2-2 90,-2 3-90,1-1 90,0 2-90,2-3 0,1 1 0,1-1 90,0 3-90,4 0 0,1 0 90,8 1-82,0-4 18,11 3 100,3 0-84,7 3-2,-7-2 0,6 4-5,-16-5-9,5 3-10,-9-2-33,-2 0-18,-2 0 6,-2 1 16,-2 0 10,-2 2 17,-3 5 24,-1-1 101,-8 12-66,-4-4 23,-7 4 85,2-9-4,-8 0-101,12-11 71,-7 0-25,11-6-18,0-2-22,1-3-32,1-5-40,5-2-119,2-6 27,6-1 127,11-18-61,1 6 19,3 0 0,2 0-238,-2 4 1,1 1 257,4-5 0,-2 1 54,9-13 20,-8 3-128,-15 20 49,-3-3-35,-6 8-38,-3 1-30,-2 1-15,-5 1 21,-4 1 14,-1 4 23,-3 1-67,0 3 114,-2 3 439,-10 3-178,3 3-406,-3 5 97,13-2-1237,9 4-2920,12-5 4190,4 1 0,12 0 0,2-3 0</inkml:trace>
  <inkml:trace contextRef="#ctx0" brushRef="#br1" timeOffset="-161465.75">3799 14226 14099,'-2'-18'894,"-1"3"-578,-1 1 46,-1 3-99,0 2 77,-1 0-90,0 2 2,-1 1 32,0 2-119,-1 2 23,-1 3 47,0 4 285,-2 6-44,-1 6 135,-5 19-135,3 9-1078,9-16 1,2 1 722,5 16-80,8-18 1,2-3-199,8 5-180,1-9 1,4-1-584,19 1 302,0-5-133,8-12 320,-8-16 102,-2-6 288,-9-3 204,-15-10 17,-14 10-464,-6-12 374,-7 7 0,-7-3 0,-5 4 1,-7 1-623,-2 6 634,-4 2-85,4 8 951,2 4-940,3 6-171,-1 6-171,2 5-1613,-11 19-3326,2 9 5260,3 3 0,17-18 0,1 0 1,-3 16-1</inkml:trace>
  <inkml:trace contextRef="#ctx0" brushRef="#br1" timeOffset="-159906.75">3423 14992 26928,'0'-8'-3562,"1"-2"2611,-2 3 337,1-1 863,-1 2-439,1-1-5,1 21 72,-1 5-988,0 32 1106,-2-8-8,0 9 228,1-12-17,-2 2 153,2-1-151,-1 0-23,1-1-30,-2-1-52,2-4-80,0-4-54,1-2 18,3 6-257,0-9-21,6 12-280,5-14-230,10 1 382,0-9 475,25-5 711,4-9-157,-23-1 0,0 0 107,4-2 1,0 0 894,21-3-675,-8 1 0,1 0 189,-9 1 0,1-1-508,-2 0 1,3 1-1,-2-1 36,8 0 1,2 0-454,5 0 1,4-1 0,-2 1-120,-11 0 1,-3 1 0,5 0-55,-2 0 0,4 0 0,2 0 0,0 0 1,-1 1-17,5-1 1,0 1-1,0 0 1,4 0-13,-9 1 1,4-1 0,1 1-1,1 1 1,-2-1 0,-2 0-13,0 0 0,-3 0 1,-1 0-1,1 0 1,3 1-12,-4 0 0,3 0 1,1 1-1,1 0 1,-2-1-1,-2 1 0,-4 0-48,4 0 1,-4-1 0,-1 1 0,3 0 11,2 0 0,3 1 0,1 0 1,-2 0-1,-4 0-34,9 0 0,-5 0 1,0 0-28,0 1 1,1-1 0,-2 1 25,-1 0 0,-1-1 0,2 1-30,-2-1 0,1 1 0,1-1 0,-3 0 65,0 0 1,-2 0 0,2 0 10,7 0 0,1 0 1,-5 0 6,-4-1 0,-3-1-1501,2 0 0,-2 0 1660,-12 0 0,-2-1 30,3 0 0,-2-1 87,-1-1 1846,1-3-1466,-5-3 2194,-2 0-2691,-2-2-110,-10 4 0,1-2 0,-3 2 0,-3 1 0,1 1 0,-1 0 0,-1 1 0,0-1 0,0 1 0,0 1 0,0 0 0,1 0 0,1 1 0,0-1 0,1 1 0,0 1 0,-2 1 0,0-1 0,0 2 0,-1 0 0,0 1 0,1-2-53,-1 1-614,0-1 430,-1-4 302,-2-5-852,-1-3-106,-1-2-239,-1 1 228,2 0-144,0-3 248,2-5-211,2-8-27,1-6 982,1-1 0,1-1 223,-3 8 0,1-1-311,2-11 1,0-3 331,0-2 1,-1 1-41,-2 10 0,1-2-1250,-1-2 0,0-5 0,-1 5 1044,0 6 1,-2 1-40,1-10 1,-1 1-309,-2-4 1686,-2 3-2062,-2 4-2827,-13-7 553,5 20-678,-10-3 3835,8 24 1,-11 7-1,-4 3 1</inkml:trace>
  <inkml:trace contextRef="#ctx0" brushRef="#br1" timeOffset="-159138.75">4201 16192 14189,'-3'-12'90,"1"1"90,-1 1 0,1 2 89,0 1 1,0 0 270,0 1-180,0-1-90,-1 3-90,-1 6-1,-1 12-89,0 5 0,-2 12-649,2-1 649,-2 6-90,0 3 45,0-6 0,0 0 44,-4 19-823,2-16 1,1-1 733,-4 9 0,1-1 90,0-6-90,0-2 0,-1 3 90,3-12 454,1 1-544,3-11 90,2-7-90,7-9 1663,6-20-1663,4-7 0,2-11-1212,-2 1 1212,0-4 0,1-6 0,-1-2 0,0-1 0,-2 0 0,1 1 0,-3 5 0,2 6 0,-2 8 0,1 0 0,3 10 0,-1 6 0,1 11-90,-2 10 90,2 9 0,2 7 0,-3 2 0,1 3 0,5 16-704,-6-12 0,-1 1 704,3 13 0,-1 2 65,-3-6-65,0 0 0,-3-5 0,0-2 0,-1-3 0,-1-6 90,-2-5-180,0 0-450,-1-5 540,0-1 0,-4-18 0,-1-8 0</inkml:trace>
  <inkml:trace contextRef="#ctx0" brushRef="#br1" timeOffset="-158922.75">4208 16605 15088,'-8'3'1530,"15"-5"-1441,0 0 1,14-5 90,-6 2-90,1 0-90,0-1-180,1 1-179,-1 0-181,0 1-540,-1-1-1168,0 2-900,-1 0 3148,-1 3 0,7 1 0,2 1 0</inkml:trace>
  <inkml:trace contextRef="#ctx0" brushRef="#br1" timeOffset="-158382.75">4771 16804 14908,'-10'-1'1710,"1"-1"-1171,3 0 1,-1 1 269,2-1-719,6 6 0,0-4-90,11 0 90,-4-3-90,3-5 0,-2 0 0,-1 0 0,2-5 0,-1-1 0,1-3-90,-1-2 90,0-13-90,-3-6 90,-1 1 0,-6-9 0,-3 21-90,-1-5 90,-1 13 0,0 2 0,-1 2 0,0 3 0,0 0 0,1 4 0,0 1-90,2 3 90,16 5 0,4-3 0,10 5 0,-2-6 0,-6 0 0,-1 1 0,-1-1 0,0 1 0,-3 0 0,0 0 0,-2 1 0,0 1 0,0 0 0,-2 1 0,-1 3 0,-1 0 0,-1 2 0,0 3 0,-2 1 0,0 2 0,-1 1 0,-1 0 0,0 2 0,0 11 0,1 5 0,1 11 0,-1-9 0,1-4 0,-1-13-89,1-1-271,0-1-90,-1-2-180,1-1-449,0-3-1350,1-2-1438,0-2 3867,1-1 0,7-2 0,2 0 0</inkml:trace>
  <inkml:trace contextRef="#ctx0" brushRef="#br1" timeOffset="-157999.75">5297 16690 15628,'-3'-12'1979,"3"3"-1889,2 3 90,5-2-90,0 2-90,2-3 90,-1 2-90,-1-1 90,0 0 0,3-7-90,-2 4 90,1-5-90,-6 4 0,0-6 89,-7 0-89,1 0 0,-6 3 0,0 9 0,-2 1 0,-1 4 0,-1 3 0,-2 4 0,-1 2 0,-2 5-89,1 5-189,0 4 278,4 0 0,3 2 0,5-2 0,1 10 0,6 5 90,5 7-90,4-6-270,8-2-179,3-14 179,-1-5-180,2-9 0,-6-7-1169,11-6-719,-7 0-1084,10-7 3422,-8 2 0,7-6 0,2-1 0</inkml:trace>
  <inkml:trace contextRef="#ctx0" brushRef="#br1" timeOffset="-157607.75">5814 16524 14998,'-9'-10'810,"1"1"-540,1 4-90,-1 0 90,0 2-91,-2 1 1,0 0-90,-1 1 90,-1 2 0,-6 2 0,3 2-180,-4 2 90,4 1 0,1 2 0,1 2-90,0 1 90,2 3 0,2-1-90,1 1 90,2 6-90,4 0 0,1-1 90,6-4-90,2-7-90,7 0-90,4-5 90,-1-2 90,2-6-90,-6 0 90,1-5-90,0 0 90,-2-3 0,-1-1-90,-1-1 90,-4 0 0,0-2 0,-3 1-90,-1-5 90,-1 6 0,1-5-90,-2 10 90,2 7 0,0 5 0,2 11 0,-1-1 0,3 5 0,1 4-3309,2 3 3309,13-17 0,16-1 0,11-1 0,10-2 0,6 0 0,1-1 0,-1 0 0,-4 0 0,-8 0 0,-11 1 0,6 2 0,-10 1 0,10-1 0,3-3 0,0 0 0,1-1 0,-1 1 0,1 0 0,-1 0 0,1 0 0,-1 0 0,1-1 0,-1 1 0</inkml:trace>
  <inkml:trace contextRef="#ctx0" brushRef="#br1" timeOffset="-155682.75">6891 16478 12300,'-10'-6'810,"2"1"-271,4 3 181,-2-1 989,3 1-1619,9 1 180,4 0-90,13 1-1,3-2-89,-2 0 0,10 0-180,-13 0-90,7 1-269,-10 0-91,-1 0-449,-1 1-1260,-3 0 2249,2 3 0,-1 0 0,3 2 0</inkml:trace>
  <inkml:trace contextRef="#ctx0" brushRef="#br1" timeOffset="-155465.75">6977 16722 15358,'3'7'360,"1"-1"-360,7-7 90,-1-1 0,3-1-90,1 0-270,3-1-90,0-1-449,3 0-1440,0-1-449,0 0 2698,0 0 0,5-1 0,1-1 0</inkml:trace>
  <inkml:trace contextRef="#ctx0" brushRef="#br1" timeOffset="-154490.75">7896 16210 13559,'0'-10'90,"0"0"0,4 26-90,-1-4 0,3 26-974,-4-6 974,-1 6 0,1 3 88,-1 1-88,0-12 0,0 3 45,0 0 0,0 0-45,1 9 0,0-1 45,-1-11 0,0-1-481,3 18 526,-1-22-90,-2-4 0,2-4-90,-2-2 570,0-4-930,1-2-363,1-4-896,1-2 1116,2-4 593,2-4 0,6-8 0,2-4 0</inkml:trace>
  <inkml:trace contextRef="#ctx0" brushRef="#br1" timeOffset="-153929.75">8228 16340 12660,'1'-11'1349,"0"-1"-809,-2 6-1,-2-1-179,-2 4-180,-2 3 0,0 2 0,-2 3-90,3 2 90,-2 1-90,0 1 0,0 1 0,0 1 0,1 0-1,2 0 1,0 1-90,3 0 90,1 0 0,2 1 0,8 4-90,1-2 90,15 7-90,-5-6-272,6 0 272,-2-2 0,-3-2 0,2 2-90,6 7 0,-7-5 90,3 5-90,-12-9 0,-2 1 90,-1-1-90,-3 1 90,-1-1 0,-3 2-90,-4 3 452,-2-4-362,-9 8 0,-6-5 90,-11 2 0,2-6 0,-12-4 0,16-5 0,-8-2-90,12-3 90,2-1 0,0-2-90,3 0 90,1-3-90,3-2 90,4-8-270,10-12 90,2-1-90,10-8-298,2 5 343,-3 9 0,1-1 45,-1 0 0,0 0 45,1-1 0,-1 1-45,5-13 0,-11 16 0,-5 5 90,-2 2 0,-6 4 0,-1 0 0,-5 3 0,-2 2 90,-12 3-90,3 5 0,-7 2 299,8 3-299,-10 10-360,7 3-90,0 2-359,12-2-1440,9-8-539,3 1 2788,4-2 0,7 5 0,3 0 0</inkml:trace>
  <inkml:trace contextRef="#ctx0" brushRef="#br1" timeOffset="-153532.75">8730 16419 14099,'1'-11'720,"0"1"-361,-2 2 1,0 0-90,0 2 0,-1 1 270,-1 1-361,-2 1 1,-2 3 90,-7 8-90,2 3 0,-13 22-90,11-6-826,-6 14 826,9-8 0,2-1-90,3 3 90,3-4-90,1-1-141,4-4 141,1-3 0,3-2 0,3-1-90,1-5 0,2-2 536,10-5-715,4-6-1,9-8 180,-7-4-90,5-16 90,-19 8 43,4-11-43,-13 8 90,-4-1 0,-4-5 90,-4-1-638,-6-2 638,-3 1 0,-4 4 0,-2 3-1,-3 5-207,-1 5 118,2 5 90,-9 7 0,-3 11-360,6 1-90,4 8-539,16-4-1530,4-1-1065,3 0 3494,4 2 0,8 5 0,2 3 0</inkml:trace>
  <inkml:trace contextRef="#ctx0" brushRef="#br1" timeOffset="-153265.75">9146 16619 15808,'3'-10'450,"0"1"-360,0 2 90,0 1 179,3-1 1,4 0-180,0 2-90,2 1 90,-1 4 0,8 6-90,-3 0 0,9 7 0,-6 1 0,10 12 0,-8-6-449,3 6 359,-10-10-180,-2-1-269,0 1-91,-3-3-2968,2 3 3508,-2-3 0,-1-1 0,-2-5 0</inkml:trace>
  <inkml:trace contextRef="#ctx0" brushRef="#br1" timeOffset="-153082.75">9467 16466 15448,'-4'-17'90,"0"3"90,0 3 0,1 2 270,-1 2-180,-11 16-181,1 1 1,-9 15-617,6 0 617,0 3 0,-1 2 0,-2 6 0,0 2-1210,-3 3 1120,1 0-269,2-1-91,1-4-450,2-4-1618,4-5-1440,2-5 3868,3-3 0,1 0 0,0-1 0</inkml:trace>
  <inkml:trace contextRef="#ctx0" brushRef="#br1" timeOffset="-152807.75">9853 16384 15538,'3'-11'360,"-1"2"-270,-1 1 450,0 2-450,-7 9-1,2 2 1,-10 18 0,5-1 0,-3 11-90,3-2 90,-1 18-595,4 1 235,3-21 0,1 0-180,0 13-90,2-11-359,0-11-1350,2-3-449,-1-2 2698,1-3 0,1 2 0,1 0 0</inkml:trace>
  <inkml:trace contextRef="#ctx0" brushRef="#br1" timeOffset="-152407.75">10035 16352 16078,'6'-12'1079,"1"1"-809,2 4-90,2 0 0,2-3 0,3 1-90,0-1 90,2 2-90,-2-1-1,-1 2 1,-2 2 0,-1 2 0,-2 1-90,-1 3 0,-2 6-270,-6 9 181,-3 3-181,-13 22 180,2-11-905,-9 11 905,4-10 0,-4 0 0,1-1 0,-4 0 0,3-4 90,0-1-89,-6 6-1,10-11 90,-3 3 0,12-13 0,1-1-90,3-2 90,-1 3 0,5-1 0,2-1 904,8-2-904,4-1 0,2-1 0,0 0-90,-1-1-629,6 0-91,-3-1-1618,5 0-1170,-8-2 3598,2 0 0,7 0 0,3-1 0</inkml:trace>
  <inkml:trace contextRef="#ctx0" brushRef="#br1" timeOffset="-152030.75">10632 16401 15178,'-3'-11'630,"0"1"-360,0 1 0,0 2 0,0 2 269,0 1-359,-2 0 0,0 2 0,-2 3 90,-6 7-180,1 1 90,-15 20-90,10-7-658,-8 12 658,10-9 0,2 1-90,2-1 90,3-2-90,2-3 90,2-3-90,2-1 0,3-3 0,1-1 567,4-3-657,1-2-90,3-3 1,3-2-181,11-5 0,10-9 180,0-3 90,2-7-795,-13 1 796,-5-3-1,-2-3 0,-4-3 0,-4-2 180,-5-1-90,-5-3 90,-5 1-907,-6-4 997,-6 0-90,-5 4 0,-2 4-179,-18 4 179,-8 15-45,13 12 0,0 4-45,8 3 0,0 3-135,-1 4 0,3 3-405,-8 14-1696,4 1-193,2 3-1349,2 1 3778,2 2 0,8-12 0,-2 3 0,0 1 0,0 0 0</inkml:trace>
  <inkml:trace contextRef="#ctx0" brushRef="#br1" timeOffset="-151613.75">7663 17573 15448,'-9'-5'1259,"6"-2"-1079,7 3-90,8-1 0,4-1 0,6 0 90,5-1-180,3 0 90,0 1-90,7 0-180,-11 3-270,5 0-179,-13 3-720,0 2-900,-3 0-809,-2 1 3058,-2 1 0,4 2 0,0 1 0</inkml:trace>
  <inkml:trace contextRef="#ctx0" brushRef="#br1" timeOffset="-151429.75">7942 17702 16348,'18'-2'359,"3"-3"-359,21-9-1529,7-4-3255,2 1 1456,-6 1 3328,-16 9 0,4-2 0,-1 1 0</inkml:trace>
  <inkml:trace contextRef="#ctx0" brushRef="#br1" timeOffset="-147605.75">14967 12109 17220,'1'-10'194,"1"1"109,-2 2-325,1 1 297,0 0-181,0-1-186,0 15 12,-2-2-204,-2 24 114,-2-5 192,-6 28-850,5-25 0,-1 0 875,0 0 0,0 0 296,-6 27-1035,4-18 1088,2 0-438,3-2 359,1-4-5,2-2-79,4 0-418,1-3 135,6 2 1267,2-4-1630,11 2 169,5-8 160,12-3 78,-8-11 329,17-14 452,-20-2 1,11-7 179,-16 1 348,-1-2-309,-2-2-294,-3-3-266,-1 0-227,-4-3-627,-1-2-174,-4-2-17,-1 1-168,-2-3 414,-2 3-328,-2-13 61,-1 1-853,0-6 1077,-1 13 448,2 1-975,2 16 360,0 2-2236,1 9 2770,6 13 1,-1 7-1,5 8 1</inkml:trace>
  <inkml:trace contextRef="#ctx0" brushRef="#br1" timeOffset="-146831.75">15557 12489 13559,'-1'-11'720,"0"1"-360,0 3 366,0-1-129,1 0-108,-1 1 382,1-1-539,-5 14 210,3-2 62,-7 19-23,2 0-67,-2 1-94,0 2-53,2-7-195,0-2-34,0 0-163,1-2-153,0 1 25,0-4 120,1 0-85,0-3 156,1 0 76,-1 1-94,2-3 81,0 2-113,9-13 223,2-4-86,4-6-15,1-4-43,-1 4 110,2-4-99,1-2 12,2-1 26,-1 1-457,1 0 314,-2 3 23,0 0 42,0 4 17,-1 1 23,-1 4 41,5-2-115,-1 7-14,2 3-75,-5 4-116,-1 9-182,-6-2 124,0 5-232,-3-2-16,0 0 22,0 1 115,0 0 64,0 6 120,0-6 157,1 3 86,1-2-48,0-6-46,2 2 1,-1-7 46,5-1 75,4-2 29,7-5 65,-4-1 13,2-5 66,-5 0 38,-1-1 80,0-3-163,-1 0-83,0-2-54,-1 0-64,2-10-42,-5 6-49,2-6-32,-6 10-5,1-3 10,-2 6-68,1-4 105,-2 11 42,1 7-70,-4 3-148,1 10 130,-2-1 45,-1 3 4,0 2 1,0 0-6,1 1-36,0-1 92,1 1 62,0-1-31,0-1-39,1-1-8,2 3-20,0-6-11,3 3-107,-3-9-117,3-1-764,-2-4-2348,4-5-125,-2 0 3561,1-5 0,-3-3 0,-1-3 0</inkml:trace>
  <inkml:trace contextRef="#ctx0" brushRef="#br1" timeOffset="-146540.75">16066 12240 19867,'7'-10'-1386,"-2"3"-311,-2 1 1692,0 3 0,-1 6 0,0 3 0</inkml:trace>
  <inkml:trace contextRef="#ctx0" brushRef="#br1" timeOffset="-145705.75">16267 12563 13919,'0'-13'720,"-1"2"-451,0 3 1,0 2 270,-1-1-180,-1 2 90,-1 0-271,-4 6-89,3 1 0,-4 6 0,5-1 0,0 3-90,0 3 90,2 0 0,1 1-90,2-1 90,3 9 0,0-8-90,4 6 90,-2-8-90,2-2 0,0-2 90,1-1-90,5-2 90,2-3-90,-1-1 90,-1-4-90,-6-2 0,2-4 0,-3-6 0,-1 1 0,-4-2 0,-2 5 0,-3-1 0,0 0 0,-1-1 0,-2 1 0,-1-1 0,-3-2 0,0 1 0,-1 2 0,2 3 0,4 3-90,0 0 90,0 1 0,8-3 0,-1 4 0,10-2 0,-4 3 0,3 0 0,5-2 0,2-1 0,5-1-90,-5 2 90,2-1 0,-7 3 0,2 1 0,-5 2 0,-2 1 0,-2 2 0,-2 1 0,-1 3 0,0 1 0,-1 1 0,-1 3 0,0 1 0,-2 2 0,0 0 0,-2 10 0,0 2 0,0-1 0,0-3 0,0-9 0,0 2 0,0-5 90,0 1 0,2-5 90,-1-1-180,6-10 90,-2 2-90,5-10 0,-1 1 0,0 0 0,6-9 90,2-3-90,5-4 0,-3 6 0,3 3 0,-8 11 0,3 1 0,-6 6-90,0 2 90,-1 4 0,2 7 0,-4 0 0,1 8 0,-4-6 0,0 3 0,-1-1 0,0 2 0,-1-2 0,1 0 0,1 4 0,0-2 0,0-2 0,1-3-180,-1-8 0,2 0-180,0-2-180,1-2-89,1-1-810,2-2-810,3-1-719,4-2 2968,3 0 0,10-5 0,3 0 0</inkml:trace>
  <inkml:trace contextRef="#ctx0" brushRef="#br1" timeOffset="-145148.75">17239 12478 15088,'1'-9'990,"1"1"-361,-1 2-89,1 1 450,-2-2-811,1 15-89,-4 5 0,-1 10 0,-3 1-90,-1-1 90,-3 13 0,2-8 0,-5 16-90,5-16 90,1 0-90,1-8 0,5-8 90,0-2-90,0-2 0,0-1 180,0-2-180,2-15 0,3-7 0,6-21 90,7-13-1459,-1 4 1369,2-3 0,-6 21 0,1 0 0,6-14 0,-5 15 0,0 0-565,5-6 565,-1 8-443,4-2 443,-6 12 0,3 2 0,-6 10 1227,4 7-1227,-3 3 535,8 13-535,-5 9 0,2 17 0,-6-7 0,-4 15 0,-6-13-221,0-1 221,-2-5 0,0-12 0,0-2 0,0 0 0,1-1 0,-1-3 0,2-2 0,-1-1 656,0-3-1106,1 2-449,-1-4 899,0 2 0,-8-11 0,-2-1 0</inkml:trace>
  <inkml:trace contextRef="#ctx0" brushRef="#br1" timeOffset="-144948.75">17301 12633 17157,'6'-9'450,"2"2"-360,-1 4 0,2 0 0,1 1 0,1-2-90,1 1-90,1 0-270,0 0-1079,5 0-1080,-6 1-1528,4-1 4047,-8 3 0,4 0 0,1 1 0</inkml:trace>
  <inkml:trace contextRef="#ctx0" brushRef="#br1" timeOffset="-144357.75">17608 12777 16528,'-7'-8'1079,"1"0"-719,2 4 0,0 0 449,0-1-809,8 2 90,-2-1-90,6-1 0,-1-3 0,0-2 0,2-3 90,-1-2-90,4-11 0,-4 3 0,6-18 0,-7 6 0,2-8 0,-4 14 0,-1 5 0,-2 10 0,0 5-90,-1-2 90,2 15 0,-1-3 0,4 9 0,1-1 0,0-3 0,8 5 0,-3-6 90,3 2-90,-3-4 0,-1-1 0,7 0 0,-6-1 0,4 0 0,-7 0-90,-1-1 90,-1 1 0,-1 1 0,0 0 0,-2 2 0,0 2 0,-3 6 0,-2 8 0,-1 1 0,-3 3 0,1-5 0,-3 11 0,-2 2 0,2 0-90,0-4 90,4-12 0,1-1 0,0 0 90,1-4-270,2 5-90,0-5-179,2 2-271,0-7-539,0 0-1350,1-2 2609,4 0 0,-2-1 0,3 0 0</inkml:trace>
  <inkml:trace contextRef="#ctx0" brushRef="#br1" timeOffset="-143940.75">17961 12792 17427,'11'-1'810,"-2"1"-631,0-2-89,0 1 90,0-2-90,2 1 0,-1-2 90,3-2 0,1-1-90,-1 0-90,-1-1 90,-5 0-90,2-4 90,-4 2-90,1-3 0,-3 4 90,-2-3-90,-2 3 0,-1-2 0,-1 4 0,-1 3 0,-1 0 0,0 3 0,-3 2 0,-1 3 0,-6 9 0,-4 11 0,1 1-90,-1 13 180,10-6-90,3-2-131,5-1 131,5-11 180,6 8-90,1-7-90,6 3 90,-3-10 0,3-2-90,2-2 90,2-1-540,9-2-1619,1-2-2068,8-1 89,-12-2 4048,-4-2 0,-8-2 0,-1 1 0</inkml:trace>
  <inkml:trace contextRef="#ctx0" brushRef="#br1" timeOffset="-142773.75">8701 17322 15088,'-15'-9'270,"2"2"0,6 3-90,1 0 90,1 1 180,0 0-91,-1 0 811,2 0-990,5-2 89,2 3-179,7-1 90,0 2-90,2 0 90,2 1 0,10-1-90,-5 0 0,8 0-90,-8 1 90,1 0 0,0 1-90,-1 0 90,0 2-90,-3 1 90,4 7-90,-6 6 0,-2 3 90,-14 17-90,-14 4 0,-6 5 45,2-13 0,-3-2-1358,-6 8 1313,10-15 0,0 0 0,-4 5-513,3-3 513,2-3 0,4-2 0,0 1 0,7-3 90,4 1 1147,7-6-1237,13-3 0,4-5 0,4-1 0,1-3-90,-6-3 0,1 1-90,2-2 0,-1 0-180,2-1-89,0 0 498,3-2-769,-2 0-359,2 0-5757,6-2 6836,-9 1 0,14-3 0,-8 1 0</inkml:trace>
  <inkml:trace contextRef="#ctx0" brushRef="#br1" timeOffset="-142498.75">9302 17529 15538,'-1'-14'0,"-1"1"90,3 2 360,0-3 179,0 0-359,2 2 90,-1 3 0,0 2 270,-1 2-630,-3 16 89,1-3 91,-5 25-90,0 9 0,-2 12-251,3-20 0,0-1 161,-2 15-540,3-1 90,3-26-269,-1 3-450,3-11-1350,-1-1-1349,3-3 3868,0-2 0,5 0 0,1-1 0</inkml:trace>
  <inkml:trace contextRef="#ctx0" brushRef="#br1" timeOffset="-142089.75">9651 17463 15628,'0'-11'900,"-1"0"-541,-3 8-269,-3 4 0,-1 2 90,-7 12-90,5-3 0,-5 7 0,2-1 0,-1 2 0,-10 22 0,9-16-549,-4 14 549,12-20-90,2-2 0,1 0 90,2 4-1,3 0-89,5 3 0,2-9-89,11-1-1,1-10 0,1-1 549,0-5-459,-7-1-90,-1-3 90,0 0 0,-2-1 0,-2 1-90,-2 0 90,-1 0-90,-2-2 90,-4 1 0,-5 0 0,-8 5 0,-8 8 0,-10 9 0,4 2-90,0 3 90,11-6-90,4-3-270,2-1-179,3-1-451,1-1-4946,4-2 5936,2-1 0,7-2 0,3 1 0</inkml:trace>
  <inkml:trace contextRef="#ctx0" brushRef="#br1" timeOffset="-141673.75">9963 17628 15088,'-3'-10'450,"0"1"90,0-1 89,1 4 91,0-2-270,-2 4-180,-6 10-180,3 0 0,-6 10-1,6-2 1,-1 1-90,1 4 90,0 0 0,1 11-3392,2-1 3392,1 1-90,4-6 0,2-8 90,4 2-180,4-4 0,0-4 90,2-5-90,-3-6 3482,2-1-3482,0-3 90,1-3 0,0-4-90,-1-2 90,1-2 0,-3-1-90,-1-2 90,0-11-89,-5-1 89,-2-2 0,-9-4-90,-6 14 90,-8-1 0,2 12 0,-10 11 0,11 7-90,-7 3 0,7 6-180,3-1-270,2 4-359,5-2-5937,2 3 6836,4-5 0,3 6 0,3-4 0</inkml:trace>
  <inkml:trace contextRef="#ctx0" brushRef="#br1" timeOffset="-141256.75">10317 17624 16618,'-3'-9'1169,"0"1"-1079,-3 9-90,1 1 90,-3 6 0,2 0 0,-2 7-90,2-2 90,-1 4-90,4-3 0,0-1 90,2 1-90,0 1 0,2-2 89,2 0-89,0-2 0,2-1 0,0-1 0,2-1 0,0-1 0,2-3-89,2-3 89,1-2 0,8-3 0,-5-1-90,6-5 90,-7 1 0,7-9 0,-3-3 0,1-8 0,-9 5 0,-6-8 0,-6 11 0,-4-7 0,-3 4 0,-7-5 0,-7 3 0,1 5-90,-9 11-1080,3 13-449,1 2-4227,-1 10 5846,14-5 0,-4 7 0,5-2 0</inkml:trace>
  <inkml:trace contextRef="#ctx0" brushRef="#br1" timeOffset="-139431.75">18550 12757 10501,'-13'2'1169,"1"1"-809,7-2 270,-2 0-270,-1 1-91,2-2 91,-3 1-90,2-1 0,-1 0 270,-3 0-91,-3 0-269,2 0 90,-4 1 0,3 1-90,-2 2-180,4 1 180,-2 5-180,6-2 90,-2 5-90,5-3 90,1 2-90,1 0 90,1 0-90,4 8 90,3-1-1,6 6-89,0-7 90,6-3 0,0-10-90,-1-1 0,1-5 90,-5-2-90,6-7 0,-5-1 0,3-4 0,-6 0 0,-2 1 0,0-1 0,-3 0 90,0-6-90,-1 5 0,-1-3 0,-1 5 0,-2 5 0,2-1 0,-2 24 0,0-4 0,1 30 0,0-16-600,3 15 600,1-11 0,3 3-90,1-3 90,0-5 90,0-3-90,0-4 0,1-1 0,2-4-180,5 0-179,-3-6-1261,8-1-3776,-3-7 5396,-2-1 0,6-8 0,-5 1 0</inkml:trace>
  <inkml:trace contextRef="#ctx0" brushRef="#br1" timeOffset="-139157.75">19208 12953 15358,'0'-12'1529,"1"2"-1169,1 4-90,0 1 90,1 1 90,3-3-181,1 2-89,2-2-90,1 1 90,2 0 0,6-3-270,-4 3-90,4-2-180,-7 3-89,-2 1 449,-2 1 0,-13 11 0,-5 3 0</inkml:trace>
  <inkml:trace contextRef="#ctx0" brushRef="#br1" timeOffset="-138972.75">19163 13088 17607,'10'1'450,"2"-1"-360,0-2 0,1-1 0,4 0-90,1-2-180,2 1-360,1-1-449,-2 1-3059,4 0 990,-9 2 3058,2 0 0,-9 3 0,-1 0 0</inkml:trace>
  <inkml:trace contextRef="#ctx0" brushRef="#br1" timeOffset="-132329.75">19795 12586 14459,'10'-7'809,"0"1"-449,-5 4 0,1 1-90,1-1 0,-1 1 269,6-1-179,1 0-180,0 1 90,5 0 0,-3 2-180,1-1 0,0 2-1,-4-1 1,2 3 0,-3-1-90,2 1 90,-6 1 0,0 1-90,-3 0 90,-2 4-90,-5 7 90,-13 14 0,-9 10-90,-3-2-182,8-15 0,0 0 272,-11 12-959,1-1 869,7-6 0,12-13 0,1 2 0,4-5 0,1 2 0,4-6 333,6 0-333,1-3 810,9 1-1170,5-5-539,7-3 269,-1-3-2968,8-5-449,-13 2 3971,7-2 0,-4 0 1,1 1-1</inkml:trace>
  <inkml:trace contextRef="#ctx0" brushRef="#br1" timeOffset="-131890.75">20268 12796 15898,'-1'-10'540,"0"0"-271,0 2 361,0 1-270,0-1-90,0 2 269,-1-2-359,0 2 180,0 1-90,-3 1-180,-3 5 90,-1 2-90,-9 10 0,6-2 0,-8 9 0,6-4-90,0 1 90,3 0-90,2-1 90,1 0-90,2 0 0,2-1 0,2-1 0,5 3 0,1-4-90,10 6 0,7-9 0,9-2 0,-2-5 90,9-9 0,-14 0-90,5-5 90,-11 1 0,-2-3 0,-2 0 0,-3-3 0,-2-1 90,-3-1-90,-2-1 0,-4-2 90,-6-8-90,-4 3 0,-5-5 90,-1 8-90,-11 3 0,-2 7 0,-12 10-90,12 7-90,-1 8-90,13-1-180,2 2-269,3 1-541,1 2-449,4-1-719,2 0-900,5-1 3328,2-1 0,6 6 0,2 1 0</inkml:trace>
  <inkml:trace contextRef="#ctx0" brushRef="#br1" timeOffset="-131464.75">20553 12831 15178,'1'-12'1350,"1"1"179,-2 4-540,0 1-809,-7 6-90,2 0 90,-5 8-90,2-1 90,-1 2-90,0 2 0,0-1 0,1 2-90,1 1 90,1 0-1,1 1-89,1 5 90,2-5-180,2 4 90,2-6 0,2-1 0,2 0-89,6 0-1,0-1 90,3-2 0,-2-4-90,0-2 90,0-1 0,1-2 0,-1-1 0,1-2-90,-1-2 90,-1-2 0,-1 0 0,-2-3 0,-1-1 0,-2-8 0,-4-4 0,-2-3 0,-7-9 90,-6 7-90,-7-7 0,2 13 0,-2 6-90,4 10 90,0 3-180,-1 3 0,0 1-180,-2 3-90,1 1-179,-1 2-2070,-4 5-3147,3 1 5846,2 1 0,5 2 0,4-2 0</inkml:trace>
  <inkml:trace contextRef="#ctx0" brushRef="#br1" timeOffset="-130798.73">20889 12961 14998,'0'-10'2249,"0"1"-1889,3 4-270,2 1 90,1 1-90,3 0 0,-1 1 0,3 0 0,0-1 0,1 2-1,1-1 1,0 1 0,6-1-90,0 1-359,6 0 89,-6 0-630,0-1 271,-10 0-361,2 0-1438,-4 1 2428,-2-1 0,2 0 0,-1 0 0</inkml:trace>
  <inkml:trace contextRef="#ctx0" brushRef="#br1" timeOffset="-129881.73">21410 12747 14819,'2'-11'1439,"1"2"-360,-2 3-179,1 1-810,-8 7-90,4-1 89,-8 7 1,6-2-90,-3 1 90,2 0-90,0 0 90,-1 1-90,2 0 90,0 3-90,2-2 0,3 4 0,6-2 0,7 3 0,0-3-90,4-1 90,-7-3-90,1 1 90,-2-1-90,-1 1 90,-2-1-90,0 1 90,-2 0-89,-1 0 89,-2 1 0,-4 4-90,-3 1 90,-6 5 0,1-3 0,-6 3 0,2-5-90,0-1 90,1-3-180,4-5-90,0-1-180,0-2-179,1-1-361,1-1-1439,0-2-1258,0 0 3687,1-2 0,-2-4 0,-1-2 0</inkml:trace>
  <inkml:trace contextRef="#ctx0" brushRef="#br1" timeOffset="-129640.73">21357 12794 15088,'0'-10'720,"0"2"-90,1 2-361,2-1 181,3 0-180,0-1-90,3 0 0,0 2-90,2 0 90,0 0-90,3-1 0,0 1 0,1 0-1,1 1-89,0 1-179,1-1-91,-2 2-270,0-1-1979,3 0-2877,-3 3 5396,-1 1 0,-3 5 0,-5 1 0</inkml:trace>
  <inkml:trace contextRef="#ctx0" brushRef="#br1" timeOffset="-129247.73">21653 12793 15268,'3'-10'2159,"-2"2"-1709,2-1 269,-2 6 631,1-4-1170,-5 12-91,0-2 91,-6 9-90,3-1 0,0 3 90,-3 7-180,3-3 0,-3 13-90,7-13-90,0 6 90,3-8-90,2 0 1,2-2-271,5 4 180,0-6 0,3 2 90,-2-6-90,0-3 90,1-1 1,0-2-1,-1-2 90,1-1-180,3-5 90,0-6 180,-1-1-90,-3-9 90,-6 5 0,-2-3 90,-3 3-90,-2 2 0,-2-1 90,-1 1-90,-2 1 0,-1 1 0,-2 3 90,0 1-180,-3 3 0,1 1-90,-1 4-629,-5 1-2609,0 3 3418,-5 3 0,3 2 0,1 2 0</inkml:trace>
  <inkml:trace contextRef="#ctx0" brushRef="#br1" timeOffset="-127972.73">11307 5110 18866,'11'-1'810,"10"1"-630,-4 1 90,35 0-181,-7-2-1181,-11 1 1,1-1 1135,-6 0 1,1 0 0,1 0 0,0 0 0,1-1 0,1 1-45,2-1 0,0 1 45,1-1 0,2-1-45,4 1 0,0-1-762,-2 1 0,1-1 717,5-1 0,2 1-45,8-2 0,0 1 45,-11 0 0,1 1-75,-4 0 0,2 0 0,-3 1-235,1 0 1,-3 1 219,5-1 0,-2 0-135,11 0 180,-24 0-90,-13-1 794,-11 1-974,-9-2 2206,0 1-2476,-9-2 520,2 1-2409,-3 0-1438,-1 0 3957,0 0 0,-8-2 0,-1-1 0</inkml:trace>
  <inkml:trace contextRef="#ctx0" brushRef="#br1" timeOffset="-126881.73">8828 4311 14459,'-12'2'-990,"2"-1"810,0 1 1,1-1-1,-2 0 90,2-1 90,-3 0 0,4-1 90,-6 1 0,-3 0 0,-2 0 89,-8-1-89,9 2 0,-7 0 90,4 1-90,-2 0-356,-5 2 356,-2 1 0,-5 3 0,0 2-1017,-3 4 1017,-1 3 45,10-2 0,-1 1-135,-13 10 90,9-1 0,0 2-45,9-4 0,2 1-278,-3 7 1,1 2 277,5 2 0,3-1-45,6-6 0,3-1 0,-2 28-922,9-15 1012,3 0-90,5-1 90,4 2-90,6-2 0,5 1 90,5-3-90,5-4 90,4-4-90,5-3 0,2-5 90,4-5-90,-14-9 0,2-1 0,3-4 0,2-1 45,10-4 0,3-2-45,-1-4 0,-2-4 0,-9 1 0,-2-2 0,-3-1 0,-4-1 89,7-10-89,-4-3 90,-5-2 0,-7-1 333,-4-1-423,-6-1 179,-5-1-66,-3-3-23,-4-1-45,-4 5 0,-3-1 0,-2-3 0,-3-1 0,0 0 0,-2-1 0,-7-6 0,-5 2 0,1 13 0,-3 3-45,-8-4 0,-1 4 0,6 9 0,-1 6 45,-1 5 0,-1 5-614,-16 10 569,-4 7-534,1 8 444,3 6-270,4 6-179,5 4-1233,8 2-567,6 1-799,8-2 3138,7 0 0,6 4 0,2 2 0</inkml:trace>
  <inkml:trace contextRef="#ctx0" brushRef="#br1" timeOffset="-125972.73">11853 4379 14009,'-13'-7'-450,"-2"-1"360,-1 2 0,-4 1 90,-1 1 90,-8 0-1074,-2 2 1074,-8 0 0,10 1 0,-2 2 90,-21 2-786,17-1 1,0 1 785,-19 6-91,1 3 91,1 4-528,2 3 483,17-3 0,-1 3-46,1 1 1,0 3-841,-5 6 0,2 2 796,8-7 0,4 2 45,1 4 0,5 2-209,9-4 0,3-1 209,-2 28-45,10-26 0,3 0-45,10 14 90,2-10 0,2 1-90,-3-9 0,2-1 43,7 8 1,1-1 1,-4-10 0,0-2-45,4 2 0,1-1 45,-1-2 0,1 0-45,1-1 0,3 0-148,14 3 1,2-1 192,2-2 0,3-3-75,-7-3 0,4-1 0,-3-1 30,8-1 0,1-3-60,-6-3 0,1-3 0,0-2-60,-5-2 0,-1-1 0,0-1-158,1 1 0,0-1 0,-1-1 248,0-1 0,-1-1 0,-4 0-60,2-3 0,-2-1 264,-4 0 0,-1 0-219,-2-2 0,-2 0 0,-4-1 0,-1 0 103,-2-2 0,-1-1-58,16-22 0,-18 9 0,-2-2 45,-6 8 0,-3-2 0,2-20 0,-7-3 0,-7 7 0,-7-1 45,0 8 0,-3-2 0,-2 1 0,-5 0 0,-2 2 0,-2 1-45,-6-7 0,-3 4 0,-5 3 0,-1 7-217,11 11 1,-1 4 216,-4 0 0,-1 2 0,1 3 0,-1 1-45,-2 3 0,-1 1 45,-6 3 0,-1 1-45,-3 2 0,0 2-45,-4 2 0,-1 1-9,1 2 1,0 2-217,0 0 1,0 2-181,1 2 0,2 1-1259,0 1 0,1 2 269,1 1 1,2 1 1447,2 1 0,1 1 1,9-4-1,-2 1 1,1 0-1,0 1 1,0 0-1,-1 0 0</inkml:trace>
  <inkml:trace contextRef="#ctx0" brushRef="#br1" timeOffset="-124721.73">21910 12629 12030,'0'-12'1889,"1"0"-1259,-2 5 179,0-2-89,0 2-630,4 5 0,1 1 180,12 13-91,4 9-89,8 16 0,-5 0-1101,-3 5 1101,-11-6-90,-5 4 90,-6 8-1562,-8 5 1472,3-24 0,-2 0 44,-4 3 1,-1 1-45,-2-2 0,-3 1 0,-10 15 0,-4 0-488,2-6 0,-3 0 488,6-6 0,-2 0 0,1-3 0,-2 1 0,-1-3-434,-6 5 0,1-2-151,10-14 1,1 0-2282,-6 1 1,1-1 2865,-8 1 0,-3-9 0,14-8 0</inkml:trace>
  <inkml:trace contextRef="#ctx0" brushRef="#br1" timeOffset="-124123.73">19796 12353 14099,'-11'-7'450,"1"2"-270,2 5-1,-2 1 91,-1 0 180,-10 3-90,-7 3-90,-3 2 90,-13 14-1,2 9-1743,1 6 1474,22-15 0,1 0 0,-3 20 45,10-9 0,2 2-45,-2 19-45,6-16 0,2 1 45,6 15-46,0-25 1,1 0-45,1 0 0,0 0 45,3 0 0,0-1-45,1-1 0,1 0 0,0-2 0,3 0-316,6 8 0,3 1 136,2-3 0,2 0 0,-1-2 0,2 0-608,8 0 1,2-4-788,-7-11 1,0-2-714,1 1 1,0-3 2287,-1-4 0,-1-2 0,22 0 0,5-1 0</inkml:trace>
  <inkml:trace contextRef="#ctx0" brushRef="#br1" timeOffset="-123481.73">22166 12935 14908,'-6'-9'900,"0"-2"269,0 3-449,1-1-1,2 3-539,5 0 0,1 3 0,4 0 0,2 3-90,1 0 180,8 4-180,7 5 0,2 2 90,13 12-180,-4 2-935,-1 1 845,-3 0-376,-13-8 286,-2-1-90,-3-2-89,-3-2-181,-1-1-90,-3-1 628,-1-1-1617,-2-1-306,-2-1-1403,0-1 3328,-2-1 0,0-3 0,0-1 0</inkml:trace>
  <inkml:trace contextRef="#ctx0" brushRef="#br1" timeOffset="-123282.73">22461 12952 14279,'0'-13'0,"-1"2"180,-1 1 180,1 4-91,-1-1-89,-3 6-90,-1 0 90,-11 12-90,1 2 0,-8 8 0,1 0 90,-11 12-90,4-4-1189,-5 7 1189,8-8-270,4-4-90,0 0-1439,-5 6-450,11-10-179,-2 4 2338,13-13 0,0 4 0,1-1 0</inkml:trace>
  <inkml:trace contextRef="#ctx0" brushRef="#br1" timeOffset="-122781.73">23042 12455 13649,'3'-10'1709,"1"3"-899,-2 1 89,0 3-179,0-2-360,-7 13-270,-6 16 0,-6 12-1,-5 12 1,2 0-1736,-2 3 1691,11-24 0,1 1 45,-4 13 0,0 4-1454,1 2 1,1 1 1363,0 0 0,1 1 30,4-10 0,1 1 0,2-2-272,1 3 0,2 1 286,2 13 1,3 0-45,0-16 0,3-3-90,5 9 1,1-4-1,5 2-180,8 5-90,-6-22-298,0-3 29,-1-5 699,-1-6-2679,-2-2-1618,-2-5 4227,-1-2 0,4-3 0,1-1 0</inkml:trace>
  <inkml:trace contextRef="#ctx0" brushRef="#br1" timeOffset="-120339.73">23065 12897 13829,'1'-10'1079,"0"1"-719,5 6-90,0-1 360,5-1-360,-1 1-1,4-1-89,-2 0 90,0 1-90,1-1 0,-1 1 90,6-1 0,-1 0-90,5-1-90,-4 3-1,2 3 1,-1 4 0,-2 1-90,-2 3 0,-6 0 90,-1 6-90,-3-1-90,-3 6 90,-5-2 0,-6 6-395,-2 0 395,-5 4-160,-11 12 70,-4 0 90,13-15 0,0-1 0,-10 9 0,4-3 0,14-17 0,-1 2 0,5-7 389,1-1-389,2 0 166,3 0-166,2-2 0,2 0 0,2-3 0,1-1 0,3 0-90,2-1-89,2 0-181,1-2-630,13-2-2338,3-2-719,2 0 4047,-2 0 0,-3-1 0,1 1 0</inkml:trace>
  <inkml:trace contextRef="#ctx0" brushRef="#br1" timeOffset="-119897.73">23600 12986 15358,'4'-10'450,"0"0"-180,-1 5 359,-1 0-359,1-2 360,-1 3-90,0-3-1,-1 2 91,0-2-540,-7 7 0,2 0 0,-6 6-90,5-1 90,1 0-90,0 1 0,1 0 0,1 1 0,1 1 0,1 0 0,2 0 0,4 5-90,0-2 90,4 2-90,3 2 0,-2-4 0,8 7 90,-6-2 0,1-1-90,-3 1 90,-5-5 0,2 4 0,-5-3 0,1 2 0,-4-3 0,-3-1 90,-4 1-90,-1 1 90,-13 4-90,-7 3 90,-8 2-90,4-5 0,-2-3 0,11-5-360,-3-1-90,9-4-899,5-1-2339,6-4 3688,6-6 0,4-3 0,5-6 0</inkml:trace>
  <inkml:trace contextRef="#ctx0" brushRef="#br1" timeOffset="-119665.73">23627 13005 15448,'-8'-10'180,"2"1"0,0 2 180,1 1 0,1 1-1,0 0 451,1 1-270,1-2-271,3 1 1,1-1-90,3 1 0,3 1-90,3-1 180,10 0-180,-3 0 0,6-1-90,-5 2 0,0 1-180,0 0-90,0-1-180,1 0-89,-1 1-271,1-2-809,0 2-900,-1 1 2519,7 1 0,-1 2 0,6 2 0</inkml:trace>
  <inkml:trace contextRef="#ctx0" brushRef="#br1" timeOffset="-119297.73">24059 12978 16258,'-6'-10'1709,"-1"2"-1529,1 7 0,-1 1-1,-1 4-89,0 2 180,-8 6-180,3 1 0,-7 8 0,6-4 0,-2 6 0,3 0-255,0-1 165,3 1 90,3-4-90,2 0 90,1-2-90,4 0 0,0-2 90,7 5 0,6-2-90,1-1 255,4-6-255,-3-7 0,1-2 0,1-2 0,-1-3 0,8-7 90,-8 0-90,5-7 0,-11 0 0,-1-2 0,-3-2 0,-3 1 0,-4-2 0,-2 1 0,-3 1 0,-3 1 0,-10-2-180,-7 4 90,1 4-540,-10 8 180,14 9-269,-6 3-630,10 2-1260,2 1-1708,3 2 4317,4 0 0,0 6 0,3 1 0</inkml:trace>
  <inkml:trace contextRef="#ctx0" brushRef="#br1" timeOffset="-119020.73">24147 13153 16438,'4'-11'629,"0"1"1,1 4 0,1 1-361,1 1 181,4 1-270,-3 3 0,4 1-90,-3 2 90,2 2-90,1 1 90,9 8-90,-2-1 89,10 11-268,-3-3-1,-4-2-540,1 1-449,-7-8 89,-2-1-629,-2-3-810,-7-5 2429,0-1 0,-1 0 0,1-2 0</inkml:trace>
  <inkml:trace contextRef="#ctx0" brushRef="#br1" timeOffset="-118806.73">24433 13135 15538,'-2'-11'1619,"1"0"-809,-1 5-361,-2 2-269,-3 5 0,-1 2-90,-2 4 90,1 1-90,-3 2 0,-1 0 90,-11 11-180,-5 3-90,0 1-270,4-2-90,11-8-1618,0 3-4858,3-1 6926,2-1 0,5 3 0,4-4 0</inkml:trace>
  <inkml:trace contextRef="#ctx0" brushRef="#br1" timeOffset="-118356.73">24599 13055 16528,'1'-10'1079,"-1"-1"-270,0 5-719,-6 6 0,4 0 0,-5 7-90,4 0 90,1 1 0,0 4-90,1-1 90,0 5-90,2-4 90,1 6-90,1-4 0,2 10 0,2-5-90,3 5 90,-3-6 0,1-3 0,-4-5 0,0-1-90,-1 0 90,1-1 0,-1 1 0,0-2 0,0 1 0,0-1 0,-1 1 0,0-1 0,0 0-90,-1-1 90,0 1 0,0-1 0,-1 3 0,-2 0 0,-4 2 0,0-3 0,-5 1 0,2-5 0,-3 1 0,2-1 0,1-2 0,-1 1 90,1-2-180,0 1 90,2-1-180,-1 0-539,2-1 179,-3-1-1529,4 0-3687,-1-2 5756,4-1 0,1 1 0,1-1 0</inkml:trace>
  <inkml:trace contextRef="#ctx0" brushRef="#br1" timeOffset="-118131.73">24567 13094 14998,'-3'-11'720,"1"1"539,0-1-899,3 1 90,-2 1-180,3 1 0,1 3 269,4-4-359,0 3 0,4-1 0,-2 3-90,2-1 90,1 2-90,1-1-90,1 0 0,0 1-450,6 0-629,1 0 179,-1 1-3238,1 0 451,-10 3 3687,1 0 0,2 2 0,1 2 0</inkml:trace>
  <inkml:trace contextRef="#ctx0" brushRef="#br1" timeOffset="-117790.73">24891 13091 18956,'-9'4'450,"2"3"-270,1 5 0,-1 10-90,1-5 0,1 9-90,2-8 0,3 7-90,3 1-90,5 4 0,1-8 90,2-6-180,2-6 180,-1-3 0,2-1 0,-3-5 0,-1-1 90,0-2-90,2-5 0,-3 1 90,1-5 0,-5-5 0,-3 3 0,-4-13 0,-4 3 0,-5-4-90,0 6 0,-1 5-179,2 6-181,-1 2-270,-1 2-359,2 1-1440,-2 1-1348,2 0 3867,1 1 0,-3-2 0,-1 1 0</inkml:trace>
  <inkml:trace contextRef="#ctx0" brushRef="#br1" timeOffset="-117506.73">24971 12834 15808,'1'-10'1439,"-1"-1"-809,1 6-1,2 1-359,5 4-90,3 4 0,6 4 0,4 3 180,13 14-270,-2-1-1010,-6 1 0,-1 3 1010,6 12-45,-13-12 0,-1 2-45,2 17 90,-5 5-90,-4 3-484,-9-13 1,-3 3 483,-6 7 0,-4 0 0,1 0 0,-6 0-427,-2-8 0,-4 0 1,-3-3 366,0-8 0,-1-4 0,-2 1-545,1 0 0,0 0 0,-1-2 425,-17 8 0,0-6-135,15-11 1,0-2-224,-2-2 0,0-1-272,3-2 1,-1 0-451,0-2 1,-1-1-810,1 0 1,0 0 2068,1-2 0,0 0 0,-12 1 0,-1 1 0,-2-1 0,1 0 0</inkml:trace>
  <inkml:trace contextRef="#ctx0" brushRef="#br1" timeOffset="-116573.73">18285 13995 16078,'-3'-7'3238,"4"0"-3148,1 5 180,13 0-180,-1 1 0,25-2-90,9 0-1362,4-1 1182,1-1-90,-16 1-701,-2 0 521,-4-1-293,-3 0-67,-7 1-359,-5 0-1260,-3 1-462,-4 0 2891,-3 0 0,-4 2 0,-1 0 0</inkml:trace>
  <inkml:trace contextRef="#ctx0" brushRef="#br1" timeOffset="-116296.73">18524 13880 15628,'2'-11'360,"-1"0"180,1-1-271,-1 3 91,1-1 90,-1 5-270,0-2 180,0 3 89,0-2-359,2 11-90,-1 1 180,0 20-90,-3 12 0,-1 3-90,0-8 0,0 0-1184,-1 10 1004,0 14-180,1-22-89,1-3-361,0-4-719,2-3-900,1-2-1258,2-3 3687,1 0 0,3 2 0,2 2 0</inkml:trace>
  <inkml:trace contextRef="#ctx0" brushRef="#br1" timeOffset="-113306.73">7905 5473 12120,'-10'-1'450,"0"0"90,3 1 179,0 0 720,0 0-1079,1-1-180,2-1-90,0-3 0,2 1 0,-1-1 0,0 0-90,-1 1 90,1-1-90,-2 2 90,1-1-90,-2 2 0,-2-1 90,-1 1-90,-4 1 0,-2 1 0,-3 0 0,-18 8 0,5-2 45,2 5 0,-2 1-45,-9 6-686,13-3 0,1 0 686,-10 12 90,1 3-90,4 3 90,0 5-90,6 5 90,2 5-1524,5 3 1523,4 4-89,8-27 0,2 0 90,-1 26-174,4 3 129,7-20 0,2 2 0,4 0 0,2 1-485,7 9 1,3-2 439,4-5 0,2-4 45,-5-8 0,1-4-45,7-1 0,1-4 90,5-1-90,11 0 368,-16-13-368,-2-3 914,0-4-914,-1-4 0,1-4 0,-2-2 90,-1-4-90,-2-2 0,-1-4 0,-3-3 40,-2-3 50,5-23-90,-14 18 0,-2-2 283,2-11 1,-1-1-284,-3 8 0,-3-1 0,-1-10 0,-2 1-450,-2 17 0,-1 2 450,0-11 0,-1 0 0,-4-17-657,-2 3 657,-1 7 0,0 18 0,-1 1-90,-5-9-421,-9-7 511,4 21 0,-6 4 440,-5 6-440,-4 5-45,4 6 0,-3 3 262,-3 4 1,-3 3-353,-12 3 0,-1 2 45,10 0 0,2 2-225,-8 5 1,4 2 44,19-9 0,2 0 0,-7 4 0,2 1-809,-5 5-446,7 0-1084,5-1 2697,6-3 1,2 5 0,3-1 0</inkml:trace>
  <inkml:trace contextRef="#ctx0" brushRef="#br1" timeOffset="-112479.73">10240 5612 14009,'-6'-14'270,"-1"2"-180,0 1 0,0 0 90,-9-5 89,-11-3 91,-14-4-180,1 3-1073,-4 6 1073,11 7 0,-2 2-90,-2 3 0,-1 2 89,-5 5-89,-3 3 0,-5 5-1489,-2 3 1489,1 4 0,11 0 0,-2 4-475,-2 5 1,0 3 429,0 0 0,0 3-15,12-4 0,0 2 0,4 1 60,-1 8 0,4 1-60,6-6 0,2 2 0,2-2 15,-1 6 0,6 1-15,7-6 0,4 2 0,2-4-30,2-3 0,2-1-656,5 12 0,2 0 656,2-12 0,1-3 45,3 2 0,1-1-45,3 1 0,2-1 45,2-1 0,1-1-45,3-2 0,1-2 45,1-1 0,3-1-45,-1-5 0,3 0 0,0-2-500,-1-2 0,1-2 0,0 0 470,1 1 0,0-2 0,2-1 0,5-3 0,0-2 0,-3-2-236,-1 0 0,-1-3 236,-4-1 0,3-2 0,-3 0 30,1-1 0,-1-1-45,4-4 0,1-2 43,7-6 0,-2-2 2,-8 1 0,-1-1 0,5-4 0,-4-3 98,-13 5 1,-4-1-99,-2 1 0,-3 0 0,-1-2 0,-1-1 545,-1-1 0,-2-1-500,-2 0 0,-2-2 0,0-2 0,-3 0-45,-1 0 0,-2-2 585,-3-14 0,-4-4-555,-2 15 0,-1-1 0,-3-1 0,-4-9 0,-3-1 0,-1 1-163,3 9 0,-2 2 0,-2 0 163,-10-5 0,-3 1 0,0 5-276,1 4 1,-2 4 245,-9-5 0,-2 4 0,8 11 0,0 4 0,3 4 0,-1 2 302,-3 0 1,-2 4-333,0 5 0,-3 3 1,3 0-61,-7 3 0,0 2-438,5-1 1,-3 2-1,4 2 303,-1 3 1,4 2-136,-1 0 0,1 3-1383,3 1 0,1 3-326,0-1 1,2 3 2068,3-1 0,0 3 0,-4 7 0,0 2 0,0 2 0,-1-1 0</inkml:trace>
  <inkml:trace contextRef="#ctx0" brushRef="#br1" timeOffset="-111304.73">19294 13881 15327,'-4'-9'-156,"1"0"124,0 4 207,0 1 93,0-2 3,0 0 316,-4-3-314,1 1-32,-6-3 278,-1 4 51,-5 3-204,1 4 158,-5 8-48,3 5-674,-3 7 499,-2 8-1099,2 5 947,-1 8-306,2 4-98,3 4 85,8-13 1,2 2-285,-3 16 312,5-19 1,2 1 17,5-4 0,1-1-170,2 16-152,3-10 0,2 0 59,12 15-72,-7-23 0,1-3-180,11 9-2870,6-11 553,-13-17 2928,6-2 1,0-7 0,0-3-1</inkml:trace>
  <inkml:trace contextRef="#ctx0" brushRef="#br1" timeOffset="-110880.73">19365 14086 16742,'0'-11'-37,"0"2"129,2 2 286,1 0 118,2-1-136,2-2-92,1 2-83,2 1 6,0-1 126,4 0 19,1 0 72,2 0-133,1 1-122,-1 1 170,5 0-145,-1 4-163,-3 1 74,-2 6-123,-10 1-215,-3 5-12,-7 2 35,-6 4 48,-5 6 45,-8 6 147,-4 1-67,-4 3-1074,0-1 1299,-2-1-23,6-3-702,2-1 502,4-4-273,2-1 225,4-3-14,2-3-20,5-2-17,4-3 1244,1-1-1167,3-2 672,5 1-729,6-3 382,9 1-353,-1-5-237,11-3 40,-12-1-82,8-2-165,-7 0-47,-1 0-71,-1-1-435,-1 1-1063,-1 0-652,0-1 2823,-2 0 0,4-2 0,0 0 0</inkml:trace>
  <inkml:trace contextRef="#ctx0" brushRef="#br1" timeOffset="-110305.73">19779 14165 14009,'2'-11'270,"0"1"180,1-2 179,-1 0 91,0 2-180,-1-1-91,-1 3-269,-1 0-90,-2 4 195,-2 2-53,-6 3 34,-3 4-79,-2 1-7,-4 6-9,9-2-98,-3 4 84,7-4-115,1 0 45,3 0-47,3 5-117,2-3-5,3 4 92,2-4-69,2 0 12,2 0 14,5 6-16,-3-4 12,3 4 18,-7-7 10,2 6 7,-3-4-11,-1 8-7,-5-9-94,-3 4 114,-6 0 0,-1-3 0,-10 8 0,5-10 0,-7 5 0,7-7 0,-1-1 0,3-2 0,-6 3 90,6-4-90,9-12 0,11-7 0,11-12 0,1-1-566,-5 2 566,0-3 0,-1 0 0,-1-1 0,-3-2 0,-2-1 0,-3 1 0,-2 3 0,-2 4 0,-6-6 0,0 8 0,-5-5-90,2 12 90,-7-1 25,-1 5-347,-4 2 669,4 6-641,3 5-69,4 2-180,2 1-285,0 1-1536,4 1-1047,1 0 3412,3 1 0,6 4 0,1 1 0</inkml:trace>
  <inkml:trace contextRef="#ctx0" brushRef="#br1" timeOffset="-109898.73">20134 14135 15332,'-5'-12'-4,"1"2"123,0 2 311,-3-1-167,-1 2 72,0 1-173,-5 5 94,0 10-39,-7 9-134,3 1 89,-5 20-94,11-14-419,-3 11 341,7-12 180,3 7-180,1-7 90,4 12 90,3-10-90,7 4-90,-1-11 505,9-4-505,-7-10 0,4-2 90,-5-5-90,0-1 0,1-3 0,2-8 0,-5 1 90,2-7-90,-7 3 0,-2-2 0,-3-2 0,-1 0 0,-6-17 0,-4 5 0,-6-7 0,2 16 0,0 9-180,4 10-270,-5 5 90,3 2-180,-5 5-179,5 2-1800,3 2 2519,-1 7 0,6 1 0,0 7 0</inkml:trace>
  <inkml:trace contextRef="#ctx0" brushRef="#br1" timeOffset="-109631.73">20305 14377 15628,'7'-9'1979,"-1"2"-1349,-2 2-361,0 1-89,0 0 0,1 1 0,1 1 0,2-1 0,2 0-90,3-1 0,3 1 0,3-1 0,3 1 0,2-1 0,0 1-180,-1-1 0,-2 1-630,5-1 1,-7 1-2250,5-2-2877,-11 1 5846,-1 1 0,-5 1 0,-3 0 0</inkml:trace>
  <inkml:trace contextRef="#ctx0" brushRef="#br1" timeOffset="-109229.73">20796 14188 14998,'-3'-10'450,"1"1"-180,0 2 90,1 2-90,1-2 89,0 3-179,5-4 0,-1 4-90,2-2 180,4 1 0,4 0-180,7-2 0,-2 2 0,-1 1 0,-5 2-90,-1-1 90,0 2-90,0-1 90,-1 1-90,-1 0 0,-2 0 90,3 2-1,-3 0-89,-1 4 90,-12 9-90,-3-1 0,-9 9 0,1-3-456,-2 3 456,-2 1 0,1 1 0,0 2 0,2-1 0,0 1 0,2-1 0,2-1 0,3-2 90,1-2-90,3-2 0,2-1-90,1 4 0,2-6-180,1 2-90,2-7-352,4 1-2796,2-5 3508,5 0 0,3-6 0,1-3 0</inkml:trace>
  <inkml:trace contextRef="#ctx0" brushRef="#br1" timeOffset="-108806.73">21132 14233 16438,'-6'-2'1529,"1"0"-1349,-2 12-90,2-2 89,-1 3-89,0-1 0,0 3 0,0 1 0,1 0 0,0 1-90,1 1 90,1 1 0,1-1-90,1 1 90,1-1-90,1 0 0,2 0 90,1-1-90,1-1 0,1 0 0,1-2 0,7 2-90,4-3 90,0-2 0,0-4-90,-6-5 90,1-1 0,0-2 0,0-1-90,0-4 90,0-1 0,-2-3 0,-1-3 0,-1-2 0,-3-2-90,-2-1 90,-2-4 0,-3 1 0,-1-2 0,-9-17-90,2 14 90,-5-9 0,-3 13-180,5 10 0,-5 0-89,4 9-631,-3 4 91,1 4-1800,-2 2-1708,5 2 4317,3 0 0,-3 4 0,0 2 0</inkml:trace>
  <inkml:trace contextRef="#ctx0" brushRef="#br1" timeOffset="-108480.73">21430 14035 16348,'8'-3'539,"-2"2"-539,2 9 90,0 2-90,1 1 0,6 7 90,-2 1-90,4 5 0,-2 2 90,6 15-90,-2 9 90,-1 0-90,-12-14 0,-3-1 0,-3 9-750,-3-13 1,-2 0 749,-7 15-90,-7 1 0,-4 0-45,3-16 0,0-1-225,-12 15 135,10-17 0,0-2-169,-7 9-444,1-6-790,3-1-183,4-4 2010,3-3 1,-1 0 0,0 0 0</inkml:trace>
  <inkml:trace contextRef="#ctx0" brushRef="#br1" timeOffset="-107664.73">21899 14357 14189,'0'-13'899,"0"1"-449,1 2 0,-1 1 0,1 1-1,0 1 361,0 1-1,-1-3-449,2 3-180,4 0 0,0 6-90,4 4 180,8 6-90,12 9-90,11 8 0,-3 0-45,-14-9 0,1 1-45,16 12-1233,-1 0 1054,-5-3-91,-15-12-810,3 4 450,-9-7-179,2 1-450,-9-8 1259,-3-2 0,-1-1 0,-2-3 0</inkml:trace>
  <inkml:trace contextRef="#ctx0" brushRef="#br1" timeOffset="-107498.73">22274 14351 14998,'-2'-15'270,"0"2"0,-1 1 0,1 4 0,0 1 0,-1 3 449,-7 5-449,-2 4 270,-30 18-315,17-6 0,-3 2-431,-10 8 0,0 1 296,5-5 0,1 2-180,-7 7 0,3-1-1868,-5 6 1598,15-13 0,0 0-1259,-4 8-809,2-5-1530,5-1 3958,5-6 0,-3 2 0,2-2 0</inkml:trace>
  <inkml:trace contextRef="#ctx0" brushRef="#br1" timeOffset="-104148.73">22882 14146 12120,'0'-14'1709,"0"3"-989,0 4-91,-2 1 1,1-1-360,-4 2 180,2 1-91,-3 1-269,0 2 90,0 1 0,-5 8 0,-5 15-90,-1 2 0,1 4 0,0 3-487,2 1 0,-1 0 442,-5 14 0,0 2 0,5-10 0,1-1-45,1-1 0,1-2-1045,-1 16 1045,4-5 90,3-1-90,4-6 0,4-1 0,3-4-180,5-1-450,12 4-719,5-6-1170,2-3 2519,9-10 0,-9-13 0,9 0 0</inkml:trace>
  <inkml:trace contextRef="#ctx0" brushRef="#br1" timeOffset="-103736.73">23009 14402 16258,'-6'-11'629,"1"1"-359,3 4 90,0 1-270,3-3 0,3 4 0,3-2-90,2 3 180,7-1-90,5 1-90,0 0 0,0 2 0,-7 2 90,-1 0-90,-2 2-90,0 0 90,-3 2 0,-1 2-90,-3 0 90,-3 3 0,-2 1-90,-4 3 90,-3 6-90,-15 11 90,-6 6 0,-2-1-90,-8 4 90,11-16 0,-1 5 0,10-13-90,8-4 180,7-6-90,0-1-90,6 0 90,1-2 0,4 1 0,2-4 0,3 1-180,1-1 0,1 0-90,1-2-539,7-1 179,-4 0-2698,12-3 3328,-8 1 0,7-3 0,-3-1 0</inkml:trace>
  <inkml:trace contextRef="#ctx0" brushRef="#br1" timeOffset="-103320.73">23300 14448 14639,'1'-10'719,"0"1"-539,1 3 90,0 1 0,0-1 0,1 1 0,0-1 179,4-1-89,3-1-180,0 0-90,3 0 0,-4 3 90,4 0-90,-3 2 0,3 0 0,-4 2-90,-1 0 90,1 2-90,-2 0 89,2 4 1,-5 0-90,0 4 0,-11 9 0,0-4 0,-19 21 0,-3-2 0,9-11 0,-1 0 0,-11 12-634,5-5 634,13-11 0,3-3 0,1-3 89,3 0-89,1 0 0,1-1 0,2-1 0,1 3 635,4-1-725,4 0 90,3-3-359,6-3-451,2-3-719,6-2-990,-2-1-1258,0-3 3777,-5 2 0,6-4 0,2 1 0</inkml:trace>
  <inkml:trace contextRef="#ctx0" brushRef="#br1" timeOffset="-102904.73">23602 14479 15718,'2'-9'720,"-1"0"-1,1 3 91,-2-2-1,1 3-179,-2-2-360,-13 13-90,2 1-90,-11 13 0,7-2 0,-1 3-1,1 2-364,3 0 275,2 0-90,2-3 0,3-1 0,3-1 0,1-2-90,6 5-90,5-2 90,8 0 90,-2-8 366,2-7-366,-4-5 0,2-3 90,0-2-90,1-3 90,-2-2-90,1-3 90,0-11 0,-4 5-239,0-8 239,-6 6 0,-2 1 0,-1 0 0,-4 2 0,-4-8 0,-5 3 0,-9-1-180,3 11-540,-10 9 1,8 8-541,-5 3-1258,6 3-1350,1 1 3868,2 1 0,-4 6 0,0 1 0</inkml:trace>
  <inkml:trace contextRef="#ctx0" brushRef="#br1" timeOffset="-102639.73">23839 14625 16528,'10'-8'1169,"1"-1"-809,-6 4-90,3 0-1,-3 2 1,1 0-90,0 0 0,1 0 0,1 0-90,2 1 180,6-1-180,-3 1-180,11-1-360,-4 2-90,0 0-1708,4-1-1800,-5-1 1080,0 0 2968,-4 0 0,-1-3 0,-1 0 0</inkml:trace>
  <inkml:trace contextRef="#ctx0" brushRef="#br1" timeOffset="-102037.73">24324 14474 16078,'4'-11'1709,"0"1"90,-3 6-1799,-6 5 90,3 0-90,-7 14 0,7-7-90,-1 6 0,3-6 90,2 2-180,0-1 90,1 1 0,2 2-90,1-2 90,1 2-90,1-1 0,1 1 1,1 1 89,0 0-90,0 0 90,2 1-90,-2-1 90,0 1 0,-1 0 0,-1 0 0,0 2-90,0 3 90,-3-4 90,-1 2-90,-3-6 0,0 0 90,-2-1 0,-1-1 0,0 0 0,-2 0 0,0-1 0,-3 0 90,0-2 90,-6 1 0,-4-2 0,-5-1-90,4-3-90,1-1 90,7-2 0,0-1 0,2 0 0,0-1 0,1 1-90,1-2 0,3 0 0,1-1 0,4-1-270,8-8 90,4-1-270,18-14 180,4 0-501,-14 11 1,1 1 590,10-10 90,-3-2 90,-16 9 0,-4 2 90,-6 1-90,-6 7 90,-9-6 0,-1 5-90,-8-3 90,2 6-90,-2 2 90,1 0 1181,2 2-1361,-5 0 90,4 3 0,-6 1 0,5 3 0</inkml:trace>
  <inkml:trace contextRef="#ctx0" brushRef="#br1" timeOffset="-101596.73">24671 14567 15268,'6'-12'1350,"-2"2"-541,-2 4-89,-1 0-181,-3 0-359,-3 2 90,-1 2-90,-2 4-90,-1 2 90,0 3-90,-1 1 90,0 2-90,1 3 0,-1 1 0,2 0-90,1 3 89,2-2-89,2 1 0,1-1 0,2 0 0,2-1-89,0-1-1,3 0 0,1 0-180,6 2 0,2-3 90,2-1-180,5-4 270,-8-5-90,2-1 90,-4-2 0,0-3 1,-2-1-1,1-4 0,-2 1 90,-1-4-90,-1 1 90,-2-2 0,-1-1 90,-3-6 0,-3-5 0,-5-3-1,-7 1-89,0 10 90,-8 3-180,7 8 1,-3 1-271,6 3-90,0 2-270,2 0-719,1 1-989,2 0-990,1 1 3418,1 0 0,4-1 0,0 0 0</inkml:trace>
  <inkml:trace contextRef="#ctx0" brushRef="#br1" timeOffset="-101297.73">24828 14428 15808,'7'-12'1439,"0"1"-719,-3 6-271,2 0 181,2 4-180,6 5-270,-1 2 180,11 16-181,-7-4-574,7 11 575,-9-3-90,0 4 0,-4 1 0,-1 4 0,-3 1-90,-3 2 45,-3-11 0,-3 3-45,-3 3 0,-1 0-45,0 1 0,-2-2 0,-3 1 0,-2-2-135,-9 13-1233,-4-3 1143,-4-1-90,-3-4-90,-5-3-1428,-4-4 1069,-5-3-540,-2-3-361,-1-4-538,2-2-810,5-3 2858,2-1 1,0-1-1,0 0 1</inkml:trace>
  <inkml:trace contextRef="#ctx0" brushRef="#br1" timeOffset="-99629.73">18416 15684 32767,'-8'8'0,"0"-1"0,5-4 0,3 2-196,1-1-1902,4 0 1593,1-2 1046,3 0-730,12 0 526,-1-1 228,10-1-144,0-2 703,20-4-1124,-7 2 0,-6-1 0,1 0-142,-7 1 1,-1 1-2471,5-1 0,-1 1 2663,16 0 1,-10 6 0,-12 2-1</inkml:trace>
  <inkml:trace contextRef="#ctx0" brushRef="#br1" timeOffset="-86648.73">17055 4690 8432,'1'-8'1979,"2"2"-1169,-1 2 1888,2 1-2608,-11 23-90,2-8 90,-17 39 0,3-7-244,5-13 0,0 2 154,-7 18-1136,2-4 1226,6-15-90,1-3-297,2-2 297,0-3-90,3-5-90,1-3-90,2-2-109,-2 4-1960,4-4 2624,-1-1 1,4-2-1,0-4 1</inkml:trace>
  <inkml:trace contextRef="#ctx0" brushRef="#br1" timeOffset="-86264.73">17237 4829 12120,'-6'6'1619,"-3"5"-1529,-6 18 0,-1-1 0,-3-2 0,-13 20-770,13-19 0,0 0 680,-1 1 0,0 1 45,-7 11 0,1-1 0,10-14 0,1 0-776,-7 8 0,1 0 821,-9 15-90,1-4-299,3-2 299,4-6 0,-5 11-179,11-17-275,-4 5 185,11-17 467,2-3-648,2-2-582,1 0 1032,3-4 0,4 1 0,2-5 0</inkml:trace>
  <inkml:trace contextRef="#ctx0" brushRef="#br1" timeOffset="-85938.73">17303 5127 11850,'7'-8'810,"-1"1"-720,-13 21 0,3-6-90,-9 16 180,-6 5-90,-7 8-1302,-1 3 1212,-4 3 90,9-11-46,4-6 1,-1 0-45,-9 14 0,10-12 0,0-1 90,-9 14-90,-2 2 0,-1 4 90,-2-1-90,1 0 0,3-3 45,11-17 0,1 0-347,-11 20 32,3-6-899,6-6-1260,10-17 2429,2-1 0,3-5 0,2-5 0</inkml:trace>
  <inkml:trace contextRef="#ctx0" brushRef="#br1" timeOffset="-85656.73">17245 5587 12120,'-10'13'180,"0"-1"-90,2-1 90,0 2-90,-1 1 0,-1 3 180,-6 11-180,-5 10-1,-1 1 1,6-9 0,0 0 0,-6 9-731,7-13 0,1 1 731,-7 9 0,0 0-90,3-4 90,-2 1 0,2-4-697,1 0 607,2-2-180,2-2-539,-1 3 89,6-10-2158,-2 5 2788,7-12 0,2 5 0,2-4 0</inkml:trace>
  <inkml:trace contextRef="#ctx0" brushRef="#br1" timeOffset="-85364.73">17511 6211 13559,'-15'5'540,"-4"6"-360,3 6-90,-8 7 0,3 0 0,2-1-351,4-4 261,1 1 90,1-2-90,0 1 86,2-2-86,1 0-89,2-2-91,1 0-180,0-2 90,2-1-6,1 0-443,2-3-1080,0 0 540,3-2 1259,1 0 0,4 0 0,2 0 0</inkml:trace>
  <inkml:trace contextRef="#ctx0" brushRef="#br1" timeOffset="-85104.73">17933 6332 12570,'4'6'360,"-1"-2"-270,-7 4 0,0-1-1,0 1-89,-2 2 90,0 1 0,-1 1-90,0 1 0,0 0 90,-3 5 0,3-3-90,-2 2 0,4-5-449,0 2-91,2-3-180,0 0-989,2-4 1709,4 0 0,6-1 0,4 2 0</inkml:trace>
  <inkml:trace contextRef="#ctx0" brushRef="#br1" timeOffset="-84881.73">18633 6407 13110,'4'5'1079,"-1"-1"-899,-10 4 0,2-1 0,-4 8-1,1-3-89,-2 6 0,3-4-90,-3 6-90,3-4-269,-1 4-91,4-6-360,1-1-1169,1-1 91,3 1 1888,1-2 0,4 5 0,3 0 0</inkml:trace>
  <inkml:trace contextRef="#ctx0" brushRef="#br1" timeOffset="-84639.73">19761 6500 15178,'-5'15'450,"2"-3"-360,-2-2 0,2-2 0,0 0-90,1 2-180,0 3-90,0-1-180,1 2 1,1-4-451,1-1-1079,2 0 1979,3 4 0,5-1 0,5 2 0</inkml:trace>
  <inkml:trace contextRef="#ctx0" brushRef="#br1" timeOffset="-84380.73">20750 6446 14639,'-16'5'719,"-1"0"-449,3 2 0,-3 0 0,0 2-90,1 0 0,1 1-1,0 0 1,1 2 90,-2 6 0,2 4-180,0-1 0,3 7-90,6-12-90,0 6 0,3-7-180,0 0-90,2-2-89,0-2-181,0 1-180,1-3-1528,1 1-720,1-2 3058,3 0 0,5 1 0,2-1 0</inkml:trace>
  <inkml:trace contextRef="#ctx0" brushRef="#br1" timeOffset="-84164.73">21348 6494 15898,'9'-4'1979,"-2"0"-1709,-8 11-180,0-2 89,-6 8 91,-3 6-180,1-3 0,-3 7-90,3-6-90,-7 13-180,5-5-629,-14 22 179,10-18-719,-6 8-899,7-15-1260,1-2 3598,3-4 0,-3 2 0,0 0 0</inkml:trace>
  <inkml:trace contextRef="#ctx0" brushRef="#br1" timeOffset="-83364.73">18075 4115 13919,'-7'-9'1889,"1"1"-720,4 2-1079,-5 6 90,1 3 0,-7 7 0,-10 16 0,-5 9-90,-5 8-1249,2 1 1069,9-10 0,1-2-844,4-2 664,0-1-180,3-1-179,2-3-91,3-3-5217,1 1 5937,4-7 0,2 6 0,3-6 0</inkml:trace>
  <inkml:trace contextRef="#ctx0" brushRef="#br1" timeOffset="-83096.73">18593 4196 14369,'14'-10'270,"-3"2"-90,-3 1 179,-1 1 361,-3 1-450,-14 7-90,2 3-90,-22 16-90,11-4-244,-7 9 334,6-4 0,2 0-1,-6 13-89,-2 1-1548,-4 10 1188,7-14-429,5-5 160,8-12-165,1-1-1275,2-1-180,2-1 2249,2-2 0,2 5 0,0 0 0</inkml:trace>
  <inkml:trace contextRef="#ctx0" brushRef="#br1" timeOffset="-82831.73">19249 4215 13739,'9'-10'810,"0"1"-540,-3 2 359,0 1 541,-2 1-901,-11 16-179,-8 7 0,-7 11-746,-3 0 746,5-4 0,0-1 0,-1 1-185,-1-1 95,-8 9-450,2-4 90,1 0-90,6-7-179,8-10-2699,-2 5 3328,4-3 0,1 0 0,6-4 0</inkml:trace>
  <inkml:trace contextRef="#ctx0" brushRef="#br1" timeOffset="-82573.73">19688 4296 14099,'5'-10'2339,"-12"16"-2070,-6 10-89,-8 9 90,-12 15-90,3-5-90,10-13 0,1 0-180,-9 10-360,-2 6 91,18-22-91,-3 6-90,11-14-359,1 0-4318,1-2 5217,5 0 0,6-1 0,3 1 0</inkml:trace>
  <inkml:trace contextRef="#ctx0" brushRef="#br1" timeOffset="-82347.73">20079 4244 14009,'9'-7'-270,"-1"1"270,-2 2 270,-1 1-90,-2 6 180,-2 4-270,-2 3 269,-6 9-269,2-6 0,-3 8 0,2-5 90,-6 12-90,3-6 0,-3 6-180,4-8-360,-4 7-539,-1 1 179,1-2-2967,0 3 3777,8-16 0,-2 11 0,5-8 0</inkml:trace>
  <inkml:trace contextRef="#ctx0" brushRef="#br1" timeOffset="-82089.73">20964 4418 13829,'8'-5'2069,"-12"12"-1889,-1 0-90,-12 10 180,-4 7-90,-7 5-136,8-8 1,0 0-45,-14 12-89,4-1-181,10-10-340,1-2 70,3-1 0,2-2-539,4-3-990,3-2 2069,1 2 0,4 0 0,2 2 0</inkml:trace>
  <inkml:trace contextRef="#ctx0" brushRef="#br1" timeOffset="-81822.73">21636 4421 14189,'6'-9'1079,"-1"2"-899,-16 14 180,-3 5-270,-9 10-531,2-2 531,2-1 0,1-1 0,-2 2 0,1 1 0,-1 0 0,1-1 0,-1 1 40,-7 9-130,6-8-360,-10 13-719,9-11-2249,-1 3 989,8-9 2339,6-4 0,7-6 0,0-1 0</inkml:trace>
  <inkml:trace contextRef="#ctx0" brushRef="#br1" timeOffset="-81589.73">22085 4494 14369,'-13'-3'360,"0"2"-181,0 7 1,-2 2 0,-4 6 0,-3 1-90,-1 4-702,0 2 792,0 2-90,2 2-206,-15 19 206,8-9-90,9-10 0,1 0-1061,-8 12 791,0-3-180,1 2-269,2-4-1530,-1 2-449,3-5 2698,-1 2 0,-1 2 0,0 1 0</inkml:trace>
  <inkml:trace contextRef="#ctx0" brushRef="#br1" timeOffset="-81304.73">22298 5148 16707,'-19'5'450,"0"3"-270,5 5-90,-5 3 0,-3 5 0,1-2 0,-2 1-1511,-13 12 1466,4-2 0,-3 1-135,5-5 0,1-1-779,0 1 0,1-1 689,0-1 0,3-2-360,-10 9-1079,11-9 0,1 0-2249,-9 8 3828,-7 8 1,15-12-1,2-1 1</inkml:trace>
  <inkml:trace contextRef="#ctx0" brushRef="#br1" timeOffset="-81039.73">22140 5740 16078,'-11'15'180,"1"0"-90,2 0-90,-2 6-1042,-4 3 1132,-5 7-90,0 0 90,-6 5-90,0 0-180,-5 2-89,-1 2-271,8-13 0,-2 1-1408,-1 2 1,1 0 777,-1-1 1,1-1 996,2 0 0,2-2 0,-6 14 0,2 1 0</inkml:trace>
  <inkml:trace contextRef="#ctx0" brushRef="#br1" timeOffset="-80789.73">22409 6114 14189,'-13'10'360,"-1"0"-90,-9 6-91,2 0-44,-3 1 0,-1 1-1613,-8 9 1523,9-9 0,-1 2 45,-11 9-180,-1 5-359,0-3-1036,10-8 1,0 1-1034,-13 9 2329,14-12 1,-1 0 0,3-2-1,-1 0 1,-2 1 0,1 1 0</inkml:trace>
  <inkml:trace contextRef="#ctx0" brushRef="#br1" timeOffset="-73398.73">19599 15421 14099,'-4'-11'1709,"0"0"-1619,6 4 0,0 3 90,2 0-90,1 2 0,0 0 0,2 0 90,3-1-91,-1 2 1,6 1 0,-1 1 0,-1 3-90,1 2 90,-5 1-90,-1 2 0,-1 2 90,-2 3-90,-1 2 0,-4 3 0,-4 5 90,-12 22-90,3-19 0,-2 2-357,-6 7 0,-2 0 402,-2 0 0,-2-3-45,6-8 0,0-2 45,-2 3 0,-1-2 45,-7 7 0,2-3-90,8-8 90,12-10-90,0 2 90,4-3-90,0 1 0,7-2 90,1-2 624,4 0-714,9-2 0,-1-2 90,8 0-90,10-3 0,-8 0-180,21-2-360,-9-2-539,9-1-733,-11 1-527,-5 0-850,-11 1 3189,-3 1 0,3-1 0,0 1 0</inkml:trace>
  <inkml:trace contextRef="#ctx0" brushRef="#br1" timeOffset="-73047.73">20188 15579 14549,'0'-10'270,"0"-2"179,-1 4 1,-1-1 180,1 3-1,-1-1-539,-2 9 90,1 4-90,-3 15 0,1-1 0,-4 19-90,0-10-640,0 13 640,0-9 0,0-1 90,2 1-90,-2-2-425,2-2 335,1-2-195,1-6 15,1-1 0,1-2-269,2-3-302,1 4-1497,4-7 2338,7 5 0,5-8 0,6 2 0</inkml:trace>
  <inkml:trace contextRef="#ctx0" brushRef="#br1" timeOffset="-72604.73">20739 15558 14819,'3'-12'1259,"0"1"-270,-3 4-719,-6 5 90,0 1-90,-8 6 0,-2 5-1,-4 3 91,-15 13-180,12-8 0,0 2-987,-6 6 1,1 1 851,2-3 0,3 1 0,0-1 0,3-1-723,-9 12 768,6-3 0,2 0-90,4-3-352,4 0 262,1 1 0,5-2 0,2-1 0,4-5-90,2-2 1610,4-1-1880,7 4 977,10-2-797,1-2 507,14-6-507,-4-10 0,5-3 90,-6-5 180,-8-4-90,-9 1 90,-1-2 0,-4 0 90,-2-2-90,-2 0 90,-2-1 0,-3 0 0,-1-1 90,-3 0 0,-8-4-90,0 5-90,-5-2 180,-6 5-180,4 5-90,-14 1-180,13 5-90,-5 2-270,9 0-449,1 2-1350,2 1-1258,1 0 3687,3 1 0,-1 2 0,1 1 0</inkml:trace>
  <inkml:trace contextRef="#ctx0" brushRef="#br1" timeOffset="-72112.73">21156 15752 15898,'-1'-11'2069,"-2"4"-1799,-2 4-1,-1 3 181,-8 7-90,-4 5-180,-1 2 90,-11 14 0,3 2-91,-5 13-923,10-9 834,7-3-308,8-12 308,2 0 0,0 0-90,3-2 0,3 1 0,0-2 725,4 0-994,6 3 146,7-3-237,7-1 90,7-9 90,-5-5 0,12-12-90,-4-9 270,-2-2-704,-5-6 614,-14 6 90,-2-12 90,-7 7 0,-2-13 0,-6 7 0,-6-2 90,-4 1-248,-5 4 248,-21-11 0,-4 11-538,19 14 0,0 2 448,-17-1-90,15 11-180,-4 7-810,3 8-1438,1 11-91,8 0 2519,10 10 0,6-2 0,3 7 0</inkml:trace>
  <inkml:trace contextRef="#ctx0" brushRef="#br1" timeOffset="-71689.73">21594 15781 16618,'-2'-11'719,"-1"3"-449,-1 1 0,-1 4 269,-7 1-269,2 3 180,-13 7-90,-3 7 0,-9 13-270,7-1 0,2 4 0,11-7-252,1-2 252,4 0 0,1-1 0,3-1-90,1-1 90,2 1-90,3 7-180,5-1-90,5 4 0,8-7 91,2-9 89,2-5-180,6-7 180,-5-4-116,10-4 116,-8-4 0,2-4 0,-2-2 90,-1-4-90,-4-2 180,-2-4-90,-4-2 90,-3 1 0,-4-1 0,-4 3 90,-10-18 0,-12 5-90,3 13 0,-4 2-90,-17-6-180,8 18 0,-2 6-360,-9 4-564,11 2 0,1 3-515,-15 7-900,-3 4-1708,2 3 4227,-1 5 0,12-6 0,-1 2 0,-1 2 0,-1 0 0</inkml:trace>
  <inkml:trace contextRef="#ctx0" brushRef="#br1" timeOffset="-71079.73">17541 17083 17967,'11'-6'1169,"1"2"-899,-5 6-180,4 0 90,-1 0 90,11 1-180,-3 0 0,6 0-90,4 0-90,-7-2-450,13 1 0,-15-2-179,3 1-451,-7 0-539,-4 0-629,-1 0-1170,-1 0 3508,-3 1 0,0 1 0,-2 0 0</inkml:trace>
  <inkml:trace contextRef="#ctx0" brushRef="#br1" timeOffset="-70879.73">17764 17266 16797,'-8'1'2789,"17"-1"-2699,1-1 0,18-3 0,-1-1-360,22-4-180,-8 1-664,-13 2 0,0 1-415,12-3-90,0 1-1145,-2 0-654,-2 1 3418,-5 2 0,3 1 0,-2 1 0</inkml:trace>
  <inkml:trace contextRef="#ctx0" brushRef="#br1" timeOffset="-61989.73">18790 16780 12750,'-7'8'5127,"9"-4"-5037,2-5 0,8-4 0,-1 1 90,7-2-180,-2 1 89,6-1 1,-7 2-90,0 1 90,0 1-90,-1 0 90,6 4-90,-6-1 0,4 4 0,-9 0-90,0 8 0,-3 3 0,-7 9 90,-1-4-89,-11 9 89,4-12-90,-4 5 90,4-8 0,1-2 0,1-2-90,1 0 90,1-2 0,1 0 0,0 1 0,1 0 0,3 1-90,4 6 90,7 3 0,8 8 0,1-4 0,11 7 0,-4-2 0,4 5-549,-8-7 549,-8-5 0,-7-8 0,-2-2 0,-3 0 0,-1 0 90,-3-1-90,-4 0 639,-4 0-549,-9 4 89,-16 2-89,-6-1-90,1-3 90,1-6-180,19-3-90,-3 0-89,10-2-271,3 0-1349,0-1 1889,4-2 0,9-6 0,4-3 0</inkml:trace>
  <inkml:trace contextRef="#ctx0" brushRef="#br1" timeOffset="-61497.73">19226 16935 15178,'-2'-10'2069,"0"0"-1709,2 3-180,3 2 0,0 1-90,2 2 90,2 1-90,-1 0-1,3-1 1,2 1 0,2-2 0,5 1 0,2 0-90,4 0 90,4-1 0,4 2-90,2-2 90,10 2 0,-3 1-90,-5 0 0,-4 2 90,-18 1-90,-1 2 0,-9 1 0,-5 4 90,-8 5-90,-5 6 90,-8 7-90,-4 4-1169,-3 4 1169,-1 1 0,1 1 90,0 1-90,3-2-178,-3 11 178,3 1-90,3 3 0,9-15-360,7-5 90,6-16-90,1 0-89,2-6 1130,2-3-1490,0-2-5451,4-1 6350,-1-4 0,6-3 0,-2-3 0</inkml:trace>
  <inkml:trace contextRef="#ctx0" brushRef="#br1" timeOffset="-52739.73">19947 17016 13020,'-1'-10'1439,"0"0"-1169,-2 5-91,-1-3 1,1 4-90,-1-1 90,-5 1-90,2 0 0,-5 0 0,1 2-90,0 0 90,-1 1-90,2 0 0,0 0 90,1 1 0,0-1-90,2 1 0,-4 0 90,1 5-90,2 1 0,5 6 90,6-2-90,7 5 0,4-2 0,3 2 0,3-2 0,-3-3 90,16 7-90,-8-4-707,14 6 707,-11-6 0,13 9-136,-9-6 136,-7-1 0,1 1 0,11 11 0,5 5-90,-16-7 90,-9-4 0,-11-9 0,-2 0 0,-3 1 0,-3 0-90,-2 0 787,-4 1-697,-3-1 146,-2 0-146,-3-2 0,0 0 0,-6-1 0,1-1 0,-10 0 0,4-5 0,-4-2 0,11-3 90,1-7-90,11 0 0,0-4 0,6-1 0,1-1 0,4-4 0,9-18 0,2 6-1000,8-14 1000,-2 10 0,0-1 0,0 0 0,0 2 0,-3 4 0,-2 2 0,-2-5 0,-7 1 0,-3 4 0,-14-4 0,-11 7 0,-4 2 910,-8 3-910,7 11 0,0 3-267,2 2 267,0 4-90,3 0-90,-1 3-89,4 1-91,2 1 0,2 2-90,4 0-89,2 2-2160,4 7 1437,4-3 1262,5 4 0,8 0 0,4 2 0</inkml:trace>
  <inkml:trace contextRef="#ctx0" brushRef="#br1" timeOffset="-52247.73">20913 17141 13199,'-5'-13'900,"0"0"-540,-2 0 89,0-1-89,-1 1 0,-1-1 0,0 1 180,-6-4-361,4 6 181,-8-5 0,3 8-270,0 2 0,-1 6 90,4 4-90,-2 3-90,-2 5 90,-2 4-422,0 4 422,1 4 0,2 1-90,3 3 90,1 1-90,4-1 0,2-2 90,3 8 0,6 1-3343,3-2 3253,5 0 0,0-14-298,10 5 208,-3-9 0,6 1 289,-5-9-289,0-3 0,2-2 90,0-3-90,3-4 90,1-3 0,3-4-90,-4-4 90,-2-4 2733,-4-3-2733,-3-3 0,-2-16-90,-7 11 90,-5 0 0,-3-1 0,-11-17 0,1 16 0,-1 1 0,-13-13 0,6 22 0,-2 4 0,-6 0 0,-8 3 0,12 11 0,2 5 307,2 4-397,-1 5-90,0 5 21,3 2-651,1 12-809,11 3-630,4 4 2249,18 10 0,3-10 0,11 8 0</inkml:trace>
  <inkml:trace contextRef="#ctx0" brushRef="#br1" timeOffset="-51837.73">21305 17189 14549,'2'-18'449,"0"1"271,-3-4 0,-3-2-361,-1 2-89,-3 2 0,2 6 0,-1 2 0,0 1-90,0 3 0,0 1-1,-1 3-89,-1 3 180,-5 7-180,2 1 0,-4 8 90,2 9-180,6-3 180,-2 18-90,12 0-180,7 13 90,4-10-270,13 5 180,-8-26-298,6 4 298,-7-14 0,0-3 0,0-3 0,0-2 1,8-6-1,-5-1 0,5-7 90,-8-4 0,2-14 0,-6 3 0,-1-11 90,-14-11 0,-3 10-90,-6-16-937,-5 16 937,-1 4 90,-5 2-679,0 6 679,-3 5-90,-3 4-141,1 8 141,-1 4-180,-2 5-449,-11 12 179,8 2-495,9 2 1,1 4-5083,-2 21 6027,4 0 0,12 9 0,9-14 0</inkml:trace>
  <inkml:trace contextRef="#ctx0" brushRef="#br1" timeOffset="-51570.73">21997 17409 16168,'1'-10'629,"1"1"-449,-2 1 0,1 2-719,-1-2-3149,-1 1 3688,0-1 0,-3 1 0,0 0 0</inkml:trace>
  <inkml:trace contextRef="#ctx0" brushRef="#br1" timeOffset="-42605.73">17011 797 9871,'-8'-9'1619,"0"-1"-1169,4 7 450,-1-1-451,0 1 541,1 0-181,-2-1-89,0 2 269,1-1 1,-1 1-900,8-2 90,2 1-90,9-1 0,1 1 0,5-1-1,7-1 1,3-1-471,5-1 471,-1 1-90,12-1-180,-14 2-450,12 0-539,-20 4-2159,-1 2 3328,-10 2 0,-10 8 0,-6 2 0</inkml:trace>
  <inkml:trace contextRef="#ctx0" brushRef="#br1" timeOffset="-42304.73">17189 916 15448,'-2'11'180,"1"0"-180,-2 10 90,0-1-90,-1 9-681,3-3 771,-1 0-90,2 2 90,2 3-90,1 2 221,0 2-131,4 7 23,-2-3-113,1-5-90,-2-8-90,-1-12-449,-1 3 179,-1-6-732,1 1 1182,-5-2 0,-1-6 0,-5 2 0</inkml:trace>
  <inkml:trace contextRef="#ctx0" brushRef="#br1" timeOffset="-42089.73">16932 1382 12480,'-11'3'270,"1"-1"0,4 0 989,2 1-989,5 2 0,2-2-1,8 2 181,9-5-90,14-2-180,21-3-1545,-4-2 1365,5-1-179,-18 1-184,1 0-896,14-6-990,-13 3-539,11-5 2580,-18 5 0,4-5 1,-1-1-1</inkml:trace>
  <inkml:trace contextRef="#ctx0" brushRef="#br1" timeOffset="-41672.74">17714 975 14459,'0'-14'1079,"0"1"-539,-1 6 449,-1 1-719,-6 9-90,1 2 0,-5 8 0,3 1-90,-3 4 0,0 4-335,-1 3 335,1 2 90,-1 10-180,6-9 143,0 16-53,9-7-3240,8 13 3150,2-13 90,15 5-90,-1-21 0,1-1 0,-3-11 0,-5-7 0,25-13 0,-16 1-209,20-12 209,-25 2 0,-3-4-93,-3-4 93,0-19 0,-8 8 0,-4-15 0,-9 24 0,-2 0 0,-7-16 947,2 16 0,-1 1-947,-11-5 0,-16 0 0,7 15 0,-10 2-180,13 13 0,0 6 210,2 5-570,1 3-90,4 2-269,6 1-1620,4 1-1549,3 2 4068,3-1 0,2 7 0,1 2 0</inkml:trace>
  <inkml:trace contextRef="#ctx0" brushRef="#br1" timeOffset="-41230.74">18254 916 15808,'-6'-13'270,"1"1"-90,2 7-90,-1 0 180,2 1-1,-2 0-179,-1 4 90,1 3 0,-3 12 0,-1 10 0,-2 16-180,1-4-111,5-9 1,0 1 200,-2 20-45,5-17 0,0 0 45,1 18-90,6-4-664,3-16 664,3-2 0,2-4-258,1-3 258,5-4 0,-1-4 0,4-3 0,-1-5 0,1-3 0,19-7 0,-10-3 0,-3-3 0,1-4 45,-6-2 0,-2-4-632,4-8 0,-3-2 587,-5 5 0,-2-1 45,-3-14 0,-4 1 45,-2-8-90,-4 13 0,-1 1-328,-4-12 418,-3 1-90,-2 2 0,-5-11 0,3 18 0,-2-4 120,5 22-570,-2 5-449,3 5 179,-3 7-1268,3 9 1988,0 9 0,2 8 0,0 4 0</inkml:trace>
  <inkml:trace contextRef="#ctx0" brushRef="#br1" timeOffset="-40947.74">18899 1136 17517,'0'-5'1079,"-1"1"-899,13 3-90,-1 1 0,0 1 0,2 0 0,-1-1 0,1 1-180,-1 0 0,0-1-90,-1 1-180,0-1-89,-1 1-721,3-1 271,-4 0 899,1 0 0,-7 0 0,0 0 0</inkml:trace>
  <inkml:trace contextRef="#ctx0" brushRef="#br1" timeOffset="-40762.74">18893 1301 14639,'-10'9'0,"1"-2"0,3-3 269,-1 1-179,2-1 270,0 2-270,0-2 270,2-1-270,3 4 0,3-4 0,5 3 0,2-4-180,5-1-270,2-2-360,4-1-1618,6-2-1227,0-2 3565,4-1 0,2-2 0,1-2 0</inkml:trace>
  <inkml:trace contextRef="#ctx0" brushRef="#br1" timeOffset="-38088.74">19924 752 11400,'-10'-2'1440,"1"-2"-811,5 2 1,-2-1-360,1-1 449,2 0-89,-2-1-360,3 0 270,-1 0-91,1-1-89,0 0-90,1-1 0,0 0-180,2-1 0,0 1 0,3 0 0,2 2 0,1 0-90,4 0 89,2 0 1,13 0 0,9 1 0,12 0-90,-7 2 0,7 4 0,-23-1 90,7 3-90,-14-2 0,-3 1 0,-1 1 0,-1 5 0,-5-2 90,-4 7-90,-7-2 0,-7 5 0,-4 2 0,-6 4 0,-13 8 0,-4 3 0,14-15 0,1 1 0,-12 8 0,4-1 0,16-14 0,0 2 0,7-7 0,2 0 0,1-1 0,2 0 0,0-1 0,4 0 0,1 0 0,2-1 0,3-1 0,2 0 0,4 0 0,13-1-90,6-1 0,3-1-180,10-1 1,-18-2-310,8 0 129,-14 0 0,0 0-179,-3-1-2519,6-1-540,-6-1 3688,2 1 0,-2-2 0,-1-1 0</inkml:trace>
  <inkml:trace contextRef="#ctx0" brushRef="#br1" timeOffset="-37555.74">20585 629 13919,'4'-11'3688,"0"2"-3598,-6 26-90,1-9 90,-3 21 0,2-12 0,-3 19 0,0 5-90,-1 6 90,2 6 0,1-8-1300,3 10 1300,1-14-636,1-3 546,1-14-219,0 1 40,1-3-1,0-2-90,1-2-90,-1-4 1030,1-2-1210,1-2 520,-1-3-3218,5 0 3276,2-5 1,4-4 0,1-3 0</inkml:trace>
  <inkml:trace contextRef="#ctx0" brushRef="#br1" timeOffset="-37088.74">21109 671 14189,'2'-10'719,"-1"0"-269,-1 4-180,-2 1-180,-5 4 90,-5 8 0,-9 12-90,-7 13-90,3 1 45,8-8 0,2 0 45,-2 6-45,3-4 0,1 0-45,0 4 0,-1 7 90,8-15-90,2 0 0,2-2 90,3 7-90,3-1 0,3-1 0,2-4 0,1-8 89,7 0-89,4-3 0,1-2 0,-2-3 0,-5-5 0,0-2 0,1-2 0,0-3 0,-1-1 0,0-2 0,-2-2 0,-2 0 0,-2-3 0,-3 1 0,-1-2 0,-3 1 0,-3 1 0,-3 0 0,-11-4 0,-10 4 0,-1 2-89,-21 10-451,8 8 0,-2 1-1079,1 8-450,22-7-269,-2 5 2338,12-6 0,-1 4 0,1 1 0</inkml:trace>
  <inkml:trace contextRef="#ctx0" brushRef="#br1" timeOffset="-36612.74">21420 790 13469,'0'-13'810,"0"2"-630,-2 3 0,0 3 89,-1 0-89,-2 2 0,-1 2-90,-2 1 90,-2 2 90,-8 5-180,3 1 0,-7 5 0,8 0 90,-7 13-90,5 3 90,-4 13-180,11-11 90,3-1-90,6-10 89,1 1-89,4-1 90,0 2-90,2-2 0,2-2 90,1-2-90,1-2 0,3-1 90,1-2-90,3-2 0,0-2 0,10-3 90,4-4-90,7-7 0,-8-3 0,-4-7 0,-11 2 0,-2-4 0,-3-1 0,-4-2 0,-2-1 0,-3-3 0,-7-18 0,-2 10-765,-7-12 765,-1 18 0,-1 4 0,-1 5 0,-1 5-90,-5 4-269,-3 6-541,-8 8 270,8 4-359,2 4-315,11-2-1214,3 2 2518,4-2 0,1 7 0,1 0 0</inkml:trace>
  <inkml:trace contextRef="#ctx0" brushRef="#br1" timeOffset="-36163.74">21944 833 14009,'1'-12'720,"-1"2"-361,-1 0-89,0 3 0,-1 0 630,0-1-721,-2 0 91,0 2 0,-5 2-90,3 5-90,-6 1 90,2 4-90,-2 2 0,-1 4 0,-1 5 0,-2 1-90,1 4 180,-4 11-180,9-10 90,-3 9-90,8-11 89,2 8-89,5 1 0,2-1 0,11 4-89,-2-16 89,6 3 0,-3-10-90,2-2 90,0-3 0,9-2-90,-6-4 90,22-11 0,-18 0 0,10-9 0,-16 1-90,3-15 90,-8 4 0,-1-10 0,-11-4 0,-6 10-829,-6-11 829,-3 13-90,-4 4 90,-3 4-538,-5 2 538,-2 6 0,-3 2-180,-2 6 0,2 3-180,2 5-179,-2 3-91,3 5-449,-4 3-1260,5 3-809,1 3 3148,3 2 0,-3 4 0,-1 1 0</inkml:trace>
  <inkml:trace contextRef="#ctx0" brushRef="#br1" timeOffset="-35703.74">19984 1416 14369,'-11'-4'360,"-4"-1"179,4 0-269,0 0 270,3 1 449,1-1-539,4 1-180,7-3-90,5 2 0,17-2 0,27 0-91,0 1-890,-15 3 1,6 0-1,2 0 861,2 0 0,2 1 0,3-1-672,-1 1 0,5 0 1,0 0-1,-2 1 634,-6-1 1,0 1 0,-1-1-1,0 1-22,2 1 0,0-1 0,-1 1 0,-2-1-536,2 1 1,-3 0 0,1 1 535,0-1 0,0 0 0,0 1-349,0-1 1,-1 0 0,1 1 348,-2-1 0,0 0 0,0 1 0,-2 0 0,0-1 0,0 1 0,-3 0 0,1 0 0,-2 1 253,14-1 0,-3 1-253,-4-1 0,-2 1 0,-6-1 0,-2-1 379,-6 1 0,-1-1-379,22 1-90,-5 0 1895,-18-1-1985,1-1-540,-21-1 2519,-8-1-2428,-6 1 417,-5 1-2216,1 2 145,3 0 2283,0 1 0,-5 1 0,-2 3 0</inkml:trace>
  <inkml:trace contextRef="#ctx0" brushRef="#br1" timeOffset="-34747.74">20068 1822 17517,'7'-9'270,"1"2"-90,7 4-90,8-1 0,6-1 0,1 2-90,-7 2 90,-3 1-90,-8 1 0,-1 1 89,-1 1-89,-1 1 0,-2 1 0,-1 1 0,-3 2 0,-3 0 0,-1 2 0,-4 0 0,-1 2 0,-2-1 0,-3 2 0,0 0 90,-9 6-180,1-2 90,-4 4 0,7-8 0,2 3 0,9-8 0,0 3 0,5-4 0,2-1 0,2 1 0,2 1 0,3 0 0,1 0 0,2 0 0,0 0 0,1 0-89,3 5 89,-1 1 0,-2 1 0,-5-3 0,-7 0 0,-3-2 0,-8 6 0,-1-7 0,-5 3 89,1-5-89,-2 0 0,-1 0 0,-1-1-89,2 0-1,0-2-90,2 0-90,2-1-180,2-1-1169,-1 0 1619,5-1 0,-1-4 0,4-1 0</inkml:trace>
  <inkml:trace contextRef="#ctx0" brushRef="#br1" timeOffset="-34288.74">20514 1811 14998,'-2'-11'630,"1"0"-270,2 5-180,1-1 0,0 1 179,4 0-269,0 2 180,8-3-180,-2 3 0,6-1 0,-2 2-90,0 0 90,1 0 0,0 1 0,0-1-90,0 1 0,-1 0 90,-2 1-90,-2 0 90,-1 1-90,-1-2 0,2 2 90,-4-1-90,3 2 0,-6 3 0,-3 4 90,-3 2-90,-5 4 0,0-1 0,-2 3 0,-9 16 0,4-6-622,-6 12 622,7-10 0,0-3-251,2-1 251,2-3 0,1 0 0,0 5 0,2-7-90,1 4-90,4-10 0,0 0 516,1-1-696,1-1 268,2-2-448,1-1-180,0-3-359,3-1-3598,5-2 4677,-1-2 0,11-3 0,-3-2 0</inkml:trace>
  <inkml:trace contextRef="#ctx0" brushRef="#br1" timeOffset="-33679.74">21105 1844 14189,'6'-11'1889,"-2"2"-900,-3 3-719,-2-2-90,-1 4 90,-2-2 0,-6 5-90,1 0 89,-11 2-179,6 1 0,-6 1-90,6 1 90,0 0 0,2 2 0,0 0 0,-2 5-90,4-3 0,0 5 90,7 1-90,3-2 90,4 4-90,4-3 0,3 2 0,5 2 0,15 8 0,-4-4 0,10 4-745,-11-8 745,0-1 0,-1 0-387,-1-1 387,-2-1-29,-3-2 29,-5-1 0,2 0 0,-4 0 0,-1-1 718,-5 0-718,-9-3 320,-3-1-320,-4-1 33,-3-2-33,-1 0 0,-13 0 0,4-1-170,-8-1 170,8-1 0,2-1 0,0 0 0,-3-2 0,5 0 90,2 0-90,8-2 0,13-8 0,2 1 0,12-11 260,12-8-260,-5 4 0,11-12-1075,-11 10 1075,1-1 0,-4 2-512,-3 2 512,-4 0-249,-2 1 249,-5 2 0,-4 3 0,-2 2 90,-7-4-180,-2 6 1075,-14-8-985,-3 11 556,-11 0-826,-2 9 90,8 4-90,4 3-90,10 2 206,0 0-476,3 2 1,2 1-541,1-1-1168,3 2-1170,3-1 3508,2-1 0,6 4 0,3 1 0</inkml:trace>
  <inkml:trace contextRef="#ctx0" brushRef="#br1" timeOffset="-32922.74">21759 1810 14369,'3'-8'2249,"0"1"-1620,-3 1-449,-4 3 0,-2 1-90,-4 5 90,-1 2-90,0 3 0,-3 2 0,0 1 0,-3 5 0,1 0-90,-1 4 89,2-2 1,-2 10 0,5-8-90,0 14 90,9-8 0,7 8-90,3-8 0,5-4 0,0-7 0,2-3 0,2-1 0,3-3 0,0-2 90,1-2-90,0-2 0,1-2 0,0-2 0,15-8 0,-11 0 90,19-18-90,-17-6-925,-2-2 925,-9-2 0,-10 12 0,-3-11 90,-6 0-90,-3-3-461,-5 7 461,-1 12 0,-3 2 0,-2 6-103,-3 1 103,-2 5 0,0 4 780,-17 5-870,10 2-90,-10 4 0,15 0-539,-2 7 179,10-5-90,-2 5-269,12-5-5308,4 3 6332,4-3 0,10 7 0,3-4 1</inkml:trace>
  <inkml:trace contextRef="#ctx0" brushRef="#br1" timeOffset="-32505.73">22144 1904 15718,'10'-14'1169,"-2"2"-719,-3 5 540,-3 2-91,1-1-539,-6 0-90,0 0 269,-11 3-89,-7 6-180,-16 11-90,4 1 0,-14 17 0,16 0-1004,-2 13 914,13-10-633,11 6 543,10-19-198,4 5 198,6-5-90,4-2 0,3 0 0,2-3 90,1-2-89,1-5-1,10-1-90,1-7 180,6-2-90,6-14 90,-7-10-90,1-16 90,-14 2 205,-11-3-295,-10 11 90,-5-2 0,-4 2 0,-4-4 0,-8 0-90,-5 2 90,-4 3 0,-20 1 0,10 12-679,-16 1 589,13 12-568,-17 8-511,2 9-46,22-2 1,0 2-585,-12 10-3508,6 7 5307,20-15 0,-3 8 0,7-6 0</inkml:trace>
  <inkml:trace contextRef="#ctx0" brushRef="#br1" timeOffset="-31055.73">22575 15955 14189,'6'-13'1079,"-1"2"-899,-2 1-90,0 3-180,-2 1-270,1 1 360,-1 0 0,2 9 0,1 1 0</inkml:trace>
  <inkml:trace contextRef="#ctx0" brushRef="#br1" timeOffset="-4776.73">22811 1316 12840,'-11'-15'2698,"-4"-3"-1888,2 2-181,-2 1-359,5 5 270,-1 3-180,4 1-91,0 1 361,2 0-540,9 4 0,2-1 0,8 3-90,3-1 90,5-1-180,-3 1-90,12-3-360,-4 0-179,10 0 269,-11 1-90,-4 1 1,-11 0-1,-2 0-899,-2 1-3418,-1 2 4857,-6 3 0,-4 6 0,-5 3 0</inkml:trace>
  <inkml:trace contextRef="#ctx0" brushRef="#br1" timeOffset="-4583.73">22787 1438 12750,'1'7'1259,"3"-4"-1169,6-4 0,2-1 90,-1-1-90,9-2 0,7-1-450,16-4-90,-8 0-2158,10-2 989,-18 1 1488,4-2 0,-3 0 0,-2 0 0</inkml:trace>
  <inkml:trace contextRef="#ctx0" brushRef="#br1" timeOffset="-4091.73">23519 941 13110,'-1'-11'1079,"0"1"-719,-1 4 269,1 0-269,-1-2 180,0 4-90,-1-4-91,0 5-269,-5 2 0,0 4 180,-12 17-90,-4 13-180,-1 2 90,9-7 0,1 1-949,-1 7 859,-2 13 90,10-15-90,2-1-421,2-4 511,3-1-90,3 1 90,3-3-90,2 4 0,2-6 90,2-1 0,8 0-90,-2-9 0,7 1 90,5-9-90,-4-4-100,23-10 190,-8-14-90,-14 4 0,-2-3 0,11-17 0,-19 7 0,-4-1 0,-1-10-229,-6 12 1,-2 0 228,-7-18 0,-6 0 0,-7 0 0,-6 4 0,-6 7 0,-6 6-90,-3 7 350,0 9-260,-16 8-90,15 9-676,-11 7 586,20 4-540,-5 13 271,12-3-91,-1 7-307,14-8-53,5-3-84,4-1-1894,3-2 2878,4 0 0,7 6 0,2 2 0</inkml:trace>
  <inkml:trace contextRef="#ctx0" brushRef="#br1" timeOffset="-3831.73">23862 1268 14009,'7'-8'540,"-1"2"-360,-3 2-1,0 0 1,1 1-180,0-2 0,0 3 0,-2 0 0,0 1 0</inkml:trace>
  <inkml:trace contextRef="#ctx0" brushRef="#br1" timeOffset="-3325.73">24294 1085 12840,'0'-13'719,"-1"1"-539,0 5 180,0 0 180,0 0 179,-1-2-359,0 1 180,0 0-450,-4 8-90,1 1 90,-4 6 90,-1 5-180,1-2 89,-2 4 1,0 3-90,2 1 0,0 0 0,3 0 0,5-8 90,0 0-90,3-1 0,0 1 0,3-1 0,1 0 0,4 0 0,1 0 0,1-1 0,2 1 0,2-1 0,1 1 0,1-1 0,-1 0 0,6 4 0,-2 2 0,-2 0 0,-4 4 0,-12-1 0,-2-1 0,-8 0 0,-4-4 0,-10 6 0,3-6 0,-7 2 0,6-6 0,1-1 0,0 0 0,2-1-180,-3 0 1,6-1-91,-2-1-540,7-2-2248,2-6 180,6-4 2878,4-3 0,11-11 0,4 0 0</inkml:trace>
  <inkml:trace contextRef="#ctx0" brushRef="#br1" timeOffset="-3092.73">24454 980 13919,'-9'-3'90,"-1"-2"90,2 3 90,1-2 269,1 2 1,-1-1-90,2 1 90,-1-2-361,9-3-89,2 1 90,14-6-90,-3 5 90,14-7-270,-1 3-180,-1-1-89,-2 3-91,-8 3-899,6-2-900,-7 3 2249,10-3 0,-9 6 0,3 0 0</inkml:trace>
  <inkml:trace contextRef="#ctx0" brushRef="#br1" timeOffset="-2726.73">24740 930 13199,'8'-5'360,"0"1"-90,-2-1 0,-1 0-90,2-1 90,-1-1-90,0 1 179,4-4-89,2 0 0,4-2-180,-3 4-90,-1 1 90,-2 3 0,-1 1-90,2 0 90,-2 1-90,1 1 90,-1 1-90,0 1 0,-1 3 90,-1 2-90,2 7 0,-6 9 0,0 4-3302,-10 26 3302,-2-11 0,2-11 0,-1 2-178,-3 5 1,0-1 177,2-8 0,0 1 45,-2 8 0,1-1-722,-3 10 677,2-4 0,2-7-277,2-4 367,2-3 2577,2-5-2667,2-4 448,1-2-448,0-4 1008,2 0-1098,0-3 484,1-1-844,2-3-1165,0-3-2972,8-6 4587,-6-2 0,6-10 0,-4 0 0</inkml:trace>
  <inkml:trace contextRef="#ctx0" brushRef="#br1" timeOffset="-2134.73">25105 547 13559,'-6'-19'270,"0"1"-180,0 1 0,-2-1 90,0 2-90,-4-4 450,-11-11-361,0 6 46,-1 1 0,-5 2-90,-2 5 0,-1 1-1316,-2-1 0,-2 0 1226,-2 4 0,0 2 0,9 4 0,-1 3 45,-14 0 0,-1 1-45,9 3 0,1 0-736,-12 2 1,0 1 735,8 2 0,1 2-45,-2 1 0,-1 1-331,-3 1 0,-2 2 331,2 1 0,-3 2 30,4 1 0,-3 2 0,1 3-605,-3 2 0,0 3 0,-1 3 597,5-1 1,-2 2 0,0 1-1,3 0-22,8-5 0,1 0 0,1 0 0,1 4 22,-4 6 1,-1 4 0,3 1-1,4-4-257,5-4 1,4-2 0,0 2 234,-6 9 0,1 2 0,3-2 45,3 3 0,4 0-63,3-4 0,1 0 18,4-1 0,4 1 30,4-3 0,3 1 0,2-1-30,1 8 0,4-1-202,0-5 1,2 2-1,2-3 247,5 4 0,3-4-45,3 1 0,2-2 405,1-2 1,1 0-361,1-3 0,3 0-45,-3-6 0,2 0 0,3-2 175,1-1 0,3-3 0,2 0-153,-2-3 1,2 0-1,0-1 1,-1-3-23,7 0 0,-2-2 0,0-2 30,3-2 0,-1-2 0,-2-2-30,8-2 0,-2-2-149,3-1 1,0-2 148,-1-2 0,1 0 0,0-3 0,0-1 0,0-2 0,-1-1 0,0-1 0,1-4-30,-5-3 0,3-2 0,-3-2-47,-10 5 0,-3 0 0,2-2 77,9-8 0,3-1 0,-5-1 0,-13 6 0,-3 1 0,0-2 0,0-1 0,-1-1 0,-1 0-34,-1 0 1,-1-1 0,0 0 33,-1-1 0,-23 29 0</inkml:trace>
  <inkml:trace contextRef="#ctx0" brushRef="#br1" timeOffset="-2134.73">25399 548 10232,'-26'-21'-15,"-13"-6"-8,-1 1 1,-1 2 22,1 2 0,-2 1 0,0 2 0,0 1-312,-12-2 1,-1 3-1,2 1 282,6 3 0,1 2 0,-1 1-58,-5-1 1,-2 1 0,1 2 87,5 2 0,1 1 0,-3 1 57,-1 3 0,-3 1 0,-1 1 0,3 0-87,-3 2 0,3 0 0,-3 2-162,4 0 0,-2 1 0,1 1 1,2 1 11,-1 3 0,2 1 0,0 4-630,6-1 1,-1 2-1,1 2 1,0 2 809,0 2 0,0 3 0,0 2 0,1 0 0,0 2 0,0 1 0,0 1 0,3 1 0,4 2 0,0 1 0,-1-1 0,1 0 0</inkml:trace>
  <inkml:trace contextRef="#ctx0" brushRef="#br1" timeOffset="8165.27">24112 2237 5765,'-6'3'0</inkml:trace>
  <inkml:trace contextRef="#ctx0" brushRef="#br1" timeOffset="8601.27">24100 2244 5914,'-9'13'1529,"3"-4"-810,3 0 361,1-3 359,0-2-1169,1 2 269,0-1-179,1 2 0,1 0-270,0 0 270,-1-1 0,2 6-181,-1-4 181,1 13-180,-1-5 0,0 7 0,-1-1-510,-2 7 509,-1 3 46,1-4 0,-2 1-45,0 16-863,0-12 1,1 1 772,-3 17 0,3-23 0,-1 0 0,1 0 0,-1 1-45,0 0 0,1 0-530,-2 0 0,1 0 530,0 0 0,1 2 90,-2 13 0,1 2-91,2 2 1,-1 1 0,2 0 0,0 0 15,1-10 0,2 1 0,-1-4-60,2-2 0,0-1-514,0 6 0,1 0 604,5 14 0,-2-11 225,3 2-225,3 9-90,-3-16 825,3 7-825,-6-20 90,0-4 961,-2-4-1051,0-3 1599,0 3-1779,-1-5-1619,0 0 1079,-4-15-905,-2 1-1163,-2-10 2788,1 5 0,-4-5 0,0-2 0</inkml:trace>
  <inkml:trace contextRef="#ctx0" brushRef="#br1" timeOffset="9007.27">23896 3708 13289,'-6'-10'540,"-1"0"90,5 5 89,-1 0 91,0 0-630,8 16-90,0 5 0,6 11-90,0 3 90,-2-3 0,2 3-596,0 1 506,0 0 90,1 0-90,-2 0 0,0-4 90,3 6 0,-1-2-90,0-4 0,-2-4 0,-4-11 90,0-2-90,-1-2 0,2-3 0,0-2 505,2-3-415,0-3-90,3-5 0,3-5 0,2-6 0,3-9 0,-4 3 0,0-3-1143,1-3 1,-1-2 1142,1 1 0,-1-2 0,1-3 0,-2 1-324,3-9-305,1 1 179,-10 20-5666,-3 11 6116,-8 22 0,-5 7 0,-4 14 0</inkml:trace>
  <inkml:trace contextRef="#ctx0" brushRef="#br1" timeOffset="9732.27">23858 4772 12480,'1'-14'360,"1"1"-180,-3 6 89,0 1 361,0-1-270,0-2-90,-1 2-90,0-1 89,0 3 271,-2 0-360,0 1 90,-1 1 0,-9 6 0,0 7-270,-3 3 90,2 5-1,7-2 1,-1 3-90,1 0 90,3 2 0,0 0-90,3 0 90,1 0-90,2 1 90,2-1-90,1 1 0,4 0 90,6 9-90,0-8 90,14 10 0,-1-14-90,9-2 0,-6-9 0,6-7 90,-14-5-90,5-4 0,-7-4-334,-3-5 334,2-5 0,-1-18 0,-7 7-948,-1-15 948,-8 12 0,-7-18 0,-2 14-232,-1 7 0,-2 0 232,-9-10 0,-6-1-90,5 19 90,3 13 0,6 11 196,-1 2-376,-1 4 929,2 1-1019,-2 4 442,2 1-712,0 4-2518,-1 8-180,5-5 3238,1 6 0,4 0 0,1 3 0</inkml:trace>
  <inkml:trace contextRef="#ctx0" brushRef="#br1" timeOffset="10033.27">24199 4869 14549,'3'-9'449,"0"-1"-179,-4 4-90,1-3 0,-2 3-180,2-2 0,-1 4 0,1 1 0</inkml:trace>
  <inkml:trace contextRef="#ctx0" brushRef="#br1" timeOffset="11308.27">24693 4614 12120,'-1'-11'-180,"-1"2"270,-2 4-90,-2 1 0,2 1 90,-1 1-90,-1 0 0,1 0 0,-2 2 0,-1-1 90,-1 2-180,0 0 180,-1 1-90,0 0 0,0 2 90,-3 1-90,1 3 0,-2 6 90,5-3-90,2 7 90,3-3 0,4 6-90,2-6 0,4 4 0,-1-9 0,3 2 90,-1-5-90,0-2 0,1 0 0,-1-2 0,2 0 90,-1-3 0,5-1-90,1-4 0,1-1 0,-1-3 0,-5 0 90,1-1-90,0-2 90,-1 1-90,0-1 90,0 0-90,-1 0 0,-1 1 89,0 2-89,-1 0 0,-1 0 0,-1 2 90,2 1 0,1 11-90,-2 7 0,0 6 0,-7 15 0,0-9-597,-2 13 597,-1-6 0,0 3 0,-1-2 90,0 0-90,1-4 0,-1-1-171,2-4 171,-2-1 90,2-4 0,-4 5 0,1-4 0,-5 3-90,2-9 0,-5-3 89,0-6 409,0-1-678,-1-4 1,6 0-540,-2-2-1080,1-1 540,0 0 1259,1-2 0,-3-5 0,1-1 0</inkml:trace>
  <inkml:trace contextRef="#ctx0" brushRef="#br1" timeOffset="12057.27">25078 4730 11850,'3'-10'720,"-1"0"-540,-1 4 0,0 0 89,0-1-179,-7 9-90,2-1 90,-6 7-90,3 0 0,-2 1 90,0 3-90,-1 0 0,-5 8 90,4-3-90,-5 10 0,7-11 0,2 3 0,3-6 0,4-2 0,0 0 0,2-1 0,1 0 0,2 0 0,2-1 0,2-1 0,1 0 0,1 0 0,-1-2 0,5 3 90,-4-2-90,2 1 0,-3-1 0,-1 3 0,-1-1 0,-5 3 0,-3-4 0,-4 3 0,-1-2 0,-1-1 0,-2 0 0,-1 1 90,0-1-90,-3 1 0,0-1 0,0-1 0,1 0-180,1-2-90,0-1-269,1 0-541,1 0 1080,1-2 0,0-4 0,1 0 0</inkml:trace>
  <inkml:trace contextRef="#ctx0" brushRef="#br1" timeOffset="12251.27">25038 4652 11670,'-2'-10'90,"2"0"-90,2 5 90,2 0 0,3 1 0,1 0 0,1 0 0,3-1-90,0 1 90,3 0-1079,9-4-810,5 2 1799,-2-3 0,4-2 0,-9 0 0</inkml:trace>
  <inkml:trace contextRef="#ctx0" brushRef="#br1" timeOffset="15840.27">16152 1061 10681,'-1'-13'989,"0"0"-719,1 5-90,1-1-90,0 4 90,2-3 90,0 1-180,0 1 0,1-2 0,0 3 0,1-1 0,-1 2-1,2-2-89,1 1 90,2 0 0,6-3 0,5-1-90,1 1 90,7-1-90,-4 3 0,4-1 90,-9 3 0,0 2-90,-10 2 90,2 2-90,-6 2 90,-1 3 0,-4 1 0,0 3 0,-9 12 0,-8 9-90,-1 0 90,-14 13 0,8-13 0,-7 5 0,11-13 0,5-6-90,7-9 0,2 0 90,0-1-90,0-1 0,2-1 89,0 0-89,2 0 180,-1-1-180,4 2 0,1-2 90,3 2-90,2-4 90,3 0 0,11-1-90,10-2 90,12-1-90,0-1 0,8-1 0,-15 0-628,4 0 539,-12-1-181,-5 1 0,-3 0-90,-1 0-180,-2 0-539,-1-1-720,-2 0 270,-1-1 1686,-3 0 0,1-3 0,-1-1 0</inkml:trace>
  <inkml:trace contextRef="#ctx0" brushRef="#br1" timeOffset="16457.27">16488 642 12120,'-5'-12'-270,"-1"-4"180,1 6 270,-4-6-180,3 6 90,-4-2 0,1 4-90,-2-1 90,-2 3-90,-2 0 180,-5 2-90,-1 3 90,-26 7-90,9 3-478,1 4 1,-2 5 477,7 1 0,0 5 0,-6 8 0,1 2-45,10-5 0,2 2 44,-2 12 1,4 1-45,12-16 0,1-1-632,-3 10 0,2-1 587,3 13 90,4 0-808,4 0 808,5-3-90,4 6 90,4-5-45,1-13 0,3 1 0,-3-10 0,1-1-45,6 7 0,1-2 89,14 8-44,-8-15 0,3-1-45,3-3 0,2-2 45,0 0 0,1-2-45,9-4 0,2-4 45,-8-5 0,-1-2-45,1 0 0,-1-2-515,-2-3 1,-2-1 604,13-8-90,-17 1 0,-2-2 90,14-11-90,-17 8 0,-1-1 0,3-15 699,-5-3-699,-4-6 0,-7-3 138,-8 10 0,-3-3-93,-5-8 0,-2-1-45,-1-1 0,-3-3 30,-3 7 0,-4-2 0,-2 2 0,0 7 0,-3 2 0,-2-1-595,-6-7 1,-3 0 0,0 3 564,4 10 0,1 3 0,-2 2 45,-12-8 0,0 6-176,11 12 0,1 4 131,1 1 0,0 2-317,-1 2 1,-1 1 316,1 3 0,0 1 0,0 1 0,0 3-45,0 2 0,1 1 92,1 2 0,-1 2-452,-10 9 1,0 4-1081,1 7 1,0 4 1593,9-6 1,1 3 0,2 1 0,1 3-1,1 1 1,2 0 0,4 1 0,-1 0 0,0-1-1</inkml:trace>
  <inkml:trace contextRef="#ctx0" brushRef="#br1" timeOffset="18582.27">13526 1284 9332,'-5'-11'359,"0"1"-179,3 3-90,2 1 90,-1-1 0,1 0 180,1-3-180,-1 1 270,2-6-1,-1 2-89,0-2-180,0 3 270,-1 2-360,0 2 180,1 2-91,-1-3 271,0 4-360,-3 17 0,1 3 0,-2 13-90,2-2 0,1-3 0,0 1 90,0 2-446,0-1 356,0 1 90,0-1-90,1-2 0,-1-1 0,1-2-180,0 6-270,0-2-269,2 4 179,0-11 629,2-2 0,0-10 0,2 0 0</inkml:trace>
  <inkml:trace contextRef="#ctx0" brushRef="#br1" timeOffset="18942.27">13516 1229 11400,'-10'-11'-359,"1"1"359,3 5-90,2 1 90,0 1 90,0-1-90,1 1 0,0-2 0,7 0 0,1 2 90,11 0-90,3 3 0,10 2 0,-5 1 0,2 2 0,-7 1 0,0 2 0,-1 1 90,0 1-90,-2 2 0,1 5 0,-3-1 0,-1 4 90,-3-1-90,-2 0 0,-4-1 0,-1 1 0,-5 7 89,-3-5-89,-6 9 0,-11 1 90,1-6-90,-8 6 0,6-13 0,3-2 90,1-2-90,3-3-90,2-1 0,1-2-89,3-1-451,-2 1-719,5-2 1349,0 1 0,5-5 0,1-1 0</inkml:trace>
  <inkml:trace contextRef="#ctx0" brushRef="#br1" timeOffset="19216.27">13870 1484 11221,'-4'-12'1978,"2"3"-1888,2 26-90,0-9 90,1 20-90,0-16 0,-1 1-90,1 0-89,-1 0-91,0 0-90,1-1-360,-1-1-899,1 0 990,0-1 629,0-2 0,0 0 0,0 0 0</inkml:trace>
  <inkml:trace contextRef="#ctx0" brushRef="#br1" timeOffset="19457.27">13890 1154 11760,'-1'-13'180,"0"0"-180,0 4 90,0 1-90,1 1 0,-1 0 90,1 0-90,-2 11 0,2-2 0,-2 9-180,1-6 90,0 3-629,1-2 179,-1 5 540,2-3 0,0 1 0,0 1 0</inkml:trace>
  <inkml:trace contextRef="#ctx0" brushRef="#br1" timeOffset="19792.27">14167 1327 12030,'-9'-7'1080,"1"1"-811,2 4-179,-2 2 0,2 1 0,-2 2 0,4 2-90,-2 1 90,1 2 0,0 0-90,0 1 0,2 2 90,0-1-90,1 3 90,1 0-90,0-1 90,1 2-180,3 5 90,0-4-180,3 4-90,0-6-90,0-3-89,2 0-631,0-3-539,2-1 990,1-2 629,1 0 0,7-3 0,1-2 0</inkml:trace>
  <inkml:trace contextRef="#ctx0" brushRef="#br1" timeOffset="20257.27">14347 1393 11400,'-8'-3'270,"3"5"-270,8 2 90,3 2-90,4-3 0,-2-4 90,-1-1-90,0 0 0,-1-1 0,1-2 90,-1 0-90,2-6 0,-4 0 0,-2-1 0,0 1 0,-4 1 0,-1 2 0,-1-1 0,-2 1 0,0 1 0,-2 1 0,-1 1 90,0 2-90,0 1 0,1 2 90,-1 2 0,-3 7 0,0 8 0,1 1-90,4 14 90,7-1-90,4 11 0,4-6 90,7 6-90,-4-18 90,4 3-90,-3-12 0,-1-2 90,1-3-180,2-2 0,-1-1-180,2-3-270,-1-2-1079,2-3 1619,7-4 0,2-4 0,8-5 0</inkml:trace>
  <inkml:trace contextRef="#ctx0" brushRef="#br1" timeOffset="20766.27">14975 1160 11311,'-2'-12'179,"1"1"-179,-3 6 90,0 1-90,-4 3 0,2 1 90,-3 3-90,1 0 90,-2 3-90,-7 9 90,-5 12-90,1 1-664,-1 8 664,9-8 0,2 0 90,2 0-364,2-1 274,2-2 0,3-1 90,2 9-90,3-7-180,5 13-719,6-12-630,5 2 1529,-2-11 0,5-5 0,-4-6 0</inkml:trace>
  <inkml:trace contextRef="#ctx0" brushRef="#br1" timeOffset="22449.27">15074 1495 11221,'-5'5'1529,"4"-4"-1439,-10 16-90,6-9 90,0 4 0,0 1-90,-1-1 0,2 4 90,2-8-180,1 3 180,1-4-90,1-1 0,1-1 0,-1 0 0,3 0 0,-1-1 0,1-1 0,0-2 0,1 1 0,3-2 0,-2 0 0,1-2 0,1-3 0,-1-2 0,-1-1 0,-1-2 0,-3 3 0,-1 0 0,0-2 0,-1 2 0,-1-1 0,0 0 0,-3-3 0,0 3 0,-3-3-90,3 5 90,-1-1 0,-3-4 0,3 3-90,-1-3 90,8 4 0,1 2 90,5 0-90,0 2 0,1-1 0,3 0 0,0-1 0,3 0 0,-1 0-90,1-1 90,0 0 0,0 0 90,6-4-90,-5 2 0,2-1 0,-4 1 0,-5 1 0,2-2 0,-5 1 0,-1 2 90,-1-1-90,-2 0-90,0 2 90,-1-1 0,-1-2 0,-2 3 0,-4-3 0,-2 4 0,-2 1 0,0 2 0,2 2-90,-3 4 90,-1 4 0,1 2 0,2 3 0,4-2 0,1 2 0,1 2 0,1 0 0,1 1 0,1 0 0,3 0 0,0 0 0,1 0 0,2 1 0,1-2 90,0 0-90,2 0 0,1-2 0,7 5 0,-4-7 0,6 2 0,-7-8 0,6 0 0,-4-2 0,5-1 0,-6-2 0,-1-3 0,1-1 0,12-14 0,-7 1-824,8-13 824,-12 4 0,-2-3 0,-1-2 90,-3-3-90,0-2-90,-2-18 180,-2 14-90,-2-10 0,-2 21 0,-1-6 90,-1 10-90,-1-4 0,1 13 0,1 3 90,-1 3 643,0 2-643,-2 10-180,2 2 90,-4 20 0,4-3 0,-1 16-210,1-3 255,0-5 0,-1 2-352,-1 6 0,0 2 307,1-2 0,-1 1-791,0 1 1,-1-1 880,0 16-90,2-26 0,0 0 0,0-1 0,0 1-452,0 0 1,1 0 451,-3 23 89,2-3-89,1-4 0,1-3 0,2-1-226,0-5 226,2-5 432,1-5-432,0-4 0,1-4 0,1-1 1422,-1-5-1512,3 0 1194,-1-5-1104,5-3 667,-2-10-757,3-9 90,-4-2 0,-1-29 0,-6 19-714,-1-19 714,-4 15-90,-2 1 86,-2-5 4,-5-11 0,3 13 0,-4-7 0,2 9 0,2 9 0,-5-13 0,5 12 0,0-1 0,2 7 714,3 6-714,1 2-86,0 0 86,1 2 0,1 0 0,0 1 0,2 0 0,0 0 0,1 0-89,3 0 89,-1 0 0,7-3 0,-2 1 0,8-5 0,-1-1 0,6-7 0,-5 3 0,3-11 0,-9 10-258,2-8 258,-5 3-89,0-2 89,0-3 89,-3 1-178,2-14 178,-3 14-178,2-12 89,-3 9 0,-2 11 0,1-9 0,-1 16 0,0-2 0,0 9 0,-1 26 0,-1 5-1048,-2 28 1138,-1 1-879,2-25 0,1 1 789,-1 0 0,1 2-813,-1 4 1,1 5 0,-1-4 857,1 1 0,0-1-45,0 0 0,-1 3 0,0-3-74,2 2 1,-1-3 73,-1 21-61,2-23 1,0-2 60,0 12 90,0-3 908,0-5-998,2 5 0,-1-14 0,1 2 90,-1-13 2709,0-3-2799,0 0 260,0-3-260,1-1 1530,-1-4-1530,1-1 0,4-5 0,-2-2 0,2-5 0,0-8 0,0 0-90,1-9 90,-1-9 0,-1 4 0,0-10-504,-2 11 504,-2 1 0,0 3-328,-2-1 328,0 1 90,-1 1-90,-1 0-90,0 2 180,-1 1-90,1 2 0,-1 2 0,2 1 0,-1 3 492,0 0-582,0-1 340,0 0-250,1 2 0,1-1 0,1 6 0,2-1 0,-1 2 0,2-1 0,1 1 0,1-1 0,1 0-89,1 0-1,0 0-180,0-1-180,1 0-360,0 0-809,1 0 1619,4-5 0,0-2 0,3-6 0</inkml:trace>
  <inkml:trace contextRef="#ctx0" brushRef="#br1" timeOffset="22685.27">15751 1364 11041,'12'-3'0,"-2"2"-360,-5 2-1349,1 0 1709,-1-1 0,2-1 0,0 1 0</inkml:trace>
  <inkml:trace contextRef="#ctx0" brushRef="#br1" timeOffset="22891.27">15765 1460 12120,'-1'10'1079,"2"-4"-989,7-5 0,2-2-90,0-2-629,7-2-2430,0-1 3059,1-2 0,-7 1 0,-5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34:42.140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16178 6634 11670,'-10'7'450,"2"-1"-360,6-1-90,0 4-270,1 4-629,-1 1 899,1 6 0,0-6 0,1 2 0</inkml:trace>
  <inkml:trace contextRef="#ctx0" brushRef="#br0" timeOffset="251">16151 6874 9602,'-1'11'359,"0"-4"-269,4 4 0,3 0-180,-2 3-899,-3 5 989,-1-1 0,-4-3 0,1-2 0</inkml:trace>
  <inkml:trace contextRef="#ctx0" brushRef="#br0" timeOffset="651">16087 7337 8252,'0'11'-360,"1"1"360,-2-4 90,-2 4 90,-1-1-90,-1-1 0,2 0-540,8 2 450,4 0 0,-1 1 0,0-4 0</inkml:trace>
  <inkml:trace contextRef="#ctx0" brushRef="#br0" timeOffset="851">16088 7575 8162,'-3'13'1799,"0"-2"-989,4-1-990,-2-3-630,1 3 810,-1-2 0,2-3 0,0-1 0</inkml:trace>
  <inkml:trace contextRef="#ctx0" brushRef="#br0" timeOffset="1018">16105 7719 8972,'-2'13'989,"1"-3"-1079,0 2-539,1-4-1080,-1 1 1709,-2-2 0,0-2 0,-1 0 0</inkml:trace>
  <inkml:trace contextRef="#ctx0" brushRef="#br0" timeOffset="1200">16024 7951 9332,'-3'6'0,"0"-1"0</inkml:trace>
  <inkml:trace contextRef="#ctx0" brushRef="#br0" timeOffset="1417">16442 7997 9062,'25'-1'899,"5"-1"-1798,11-2 899,3-1 0,4-2 0,-6 1 0</inkml:trace>
  <inkml:trace contextRef="#ctx0" brushRef="#br0" timeOffset="1600">16936 7972 9152,'11'0'360,"7"0"-2339,1-2 1979,2 2 0,-9-1 0,-6 1 0</inkml:trace>
  <inkml:trace contextRef="#ctx0" brushRef="#br0" timeOffset="1800">17166 7994 8522,'23'2'1349,"-1"0"-989,16 0-450,-18-1-90,10-1-989,-2 2 269,-7-1 900,19 2 0,-11 1 0,9 1 0</inkml:trace>
  <inkml:trace contextRef="#ctx0" brushRef="#br0" timeOffset="1951">17782 8068 8792,'22'5'1799,"-4"-1"-1169,6-1-1080,-4 0-2788,20 0 3238,-18 0 0,16 1 0,-14 0 0</inkml:trace>
  <inkml:trace contextRef="#ctx0" brushRef="#br0" timeOffset="2134">18386 8178 9691,'18'4'1440,"3"-1"-1350,5-3-720,-3 0-2428,21-2 3058,-21 1 0,27-1 0,-18 2 0</inkml:trace>
  <inkml:trace contextRef="#ctx0" brushRef="#br0" timeOffset="2318">19067 8232 9691,'13'3'1709,"1"-1"-1529,-2-1-809,2-1 269,6-1-1529,-7 0 1889,12 0 0,-13-1 0,7 1 0</inkml:trace>
  <inkml:trace contextRef="#ctx0" brushRef="#br0" timeOffset="2519">19472 8245 10051,'17'3'1439,"-1"-1"-1079,-2-1-450,0-1-1439,2 0 1529,-2-1 0,3-2 0,-5 1 0</inkml:trace>
  <inkml:trace contextRef="#ctx0" brushRef="#br0" timeOffset="2718">19680 8246 9961,'12'-1'472,"-4"-1"0,2 0 1,-4-2-1</inkml:trace>
  <inkml:trace contextRef="#ctx0" brushRef="#br0" timeOffset="2934">19757 8174 9961,'-4'-10'270,"0"0"-180,2 4-630,-7-9-179,3 4 719,-5-10 0,5 6 0,0-4 0</inkml:trace>
  <inkml:trace contextRef="#ctx0" brushRef="#br0" timeOffset="3151">19695 7815 8972,'-12'-18'1619,"1"-1"-1349,6 5-270,3-3-720,3 1 720,2-3 0,-1 1 0,0-1 0</inkml:trace>
  <inkml:trace contextRef="#ctx0" brushRef="#br0" timeOffset="3351">19702 7537 9242,'-3'-9'719,"1"-2"-359,2 0-270,1 2-540,1-4-1529,1 3 1979,1-3 0,1 0 0,1-1 0</inkml:trace>
  <inkml:trace contextRef="#ctx0" brushRef="#br0" timeOffset="3534">19758 7295 8612,'-4'-14'540,"2"4"-450,1 0 0,2 1-270,2-1-270,-2 1-1259,3-4 1709,-3 4 0,1-1 0,-1 0 0</inkml:trace>
  <inkml:trace contextRef="#ctx0" brushRef="#br0" timeOffset="3734">19733 7020 8972,'-12'-17'1079,"3"1"-899,9 2-450,1 2-1619,2-5 1889,-1 0 0,-2-3 0,0 1 0</inkml:trace>
  <inkml:trace contextRef="#ctx0" brushRef="#br0" timeOffset="3918">19716 6808 9332,'-1'-10'-1799,"2"0"1799,-1 4 0,1 3 0,0 0 0</inkml:trace>
  <inkml:trace contextRef="#ctx0" brushRef="#br0" timeOffset="4118">19682 6773 8702,'-13'1'720,"-7"-1"-630,3 0-630,-26 0-719,15-1 1259,3 1 0,-2 0 0,-21-1 0,21 0 0,-1 0 0</inkml:trace>
  <inkml:trace contextRef="#ctx0" brushRef="#br0" timeOffset="4384">18247 6746 8162,'-20'-1'-90,"2"1"90,5-1 90,0 0-360,2 0-269,-2-1 539,1 1 0,2-2 0,-1 0 0</inkml:trace>
  <inkml:trace contextRef="#ctx0" brushRef="#br0" timeOffset="4567">18065 6722 8522,'-14'-1'2519,"0"0"-4858,2-1 1170,-5-1 1169,6 1 0,-5-1 0,6 1 0</inkml:trace>
  <inkml:trace contextRef="#ctx0" brushRef="#br0" timeOffset="4751">17445 6673 9602,'-15'-2'269,"-1"1"271,-5-2-360,0 1-360,-19-2-1799,-8 1 1080,9 0 488,-5 0 0,8 0 0,-4 0 0</inkml:trace>
  <inkml:trace contextRef="#ctx0" brushRef="#br0" timeOffset="4934">16294 6613 9242,'-26'0'719,"-2"-1"-899,13 0-1619,-9-3 1350,9 1 449,-1 0 0,3 1 0,2 1 0</inkml:trace>
  <inkml:trace contextRef="#ctx0" brushRef="#br0" timeOffset="5118">15942 6592 9242,'-17'1'389,"32"-1"1,12-1 0</inkml:trace>
  <inkml:trace contextRef="#ctx0" brushRef="#br0" timeOffset="5301">16255 6605 8792,'15'2'540,"19"0"-270,8 0-136,-5 0 1,1-1-135,9-1-180,-15 0 1,-1 0 179,-4-1 0,-2 1 0,24-1 0,-19 0 0,1 1 0</inkml:trace>
  <inkml:trace contextRef="#ctx0" brushRef="#br0" timeOffset="5500">17067 6653 9512,'14'3'1888,"6"-1"-1888,-5-1-1079,9-1 539,-9 1-1708,1 0 2248,-3-1 0,-1 1 0,2-1 0</inkml:trace>
  <inkml:trace contextRef="#ctx0" brushRef="#br0" timeOffset="5685">17542 6668 9512,'22'2'719,"-4"-1"-629,-1 0-90,10 0-90,-12-1-629,16 1-1260,1-1 1979,-10 0 0,20 0 0,-16 0 0</inkml:trace>
  <inkml:trace contextRef="#ctx0" brushRef="#br0" timeOffset="5834">17973 6691 8882,'17'5'899,"-2"-1"-719,11 0-989,-4-3 809,9 0 0,-10-1 0,-4 0 0</inkml:trace>
  <inkml:trace contextRef="#ctx0" brushRef="#br0" timeOffset="6034">18468 6710 9062,'13'1'1439,"1"0"-1169,4-1-90,-2 0-90,3-1-450,0 2-1889,8 0 2249,-8 0 0,9 0 0,-12 0 0</inkml:trace>
  <inkml:trace contextRef="#ctx0" brushRef="#br0" timeOffset="6218">18815 6722 9602,'15'-1'1079,"-1"2"-809,-3-1 0,2 0-1,7 1-269,-7-1-269,15 1-631,-7-1 540,1 1 360,15-1 0,-8 0 0,14 0 0</inkml:trace>
  <inkml:trace contextRef="#ctx0" brushRef="#br0" timeOffset="6352">19265 6729 9422,'16'2'1259,"-1"-1"-989,-2 0-360,7 0 90,-8 0 0,1 0 0,-9-1 0</inkml:trace>
  <inkml:trace contextRef="#ctx0" brushRef="#br0" timeOffset="31484">7965 17425 8612,'8'-6'450,"-1"0"90,-4 1 269,1 0 91,-3-1-271,-1 0-89,-4 0 0,0 0-1,0 1-449,14-2 0,17-1-45,16 1 0,8 1-45,-7 1 0,2 1 0,6 0-547,-11 1 1,6 0 0,2 0 0,0 0 0,-1 0 0,-3 0 539,5 0 1,-5 0 0,2 1 0,5-1 6,-12 1 0,3 0 0,3 0 0,1 0 0,0 1 0,0-1 0,-1 0 0,-2 0-363,4 0 0,-2 0 0,0 0 0,-1 0 0,0 1 0,0-1 363,0 0 0,0 0 0,0 1 0,0-1 0,1 1 0,3-1-155,-4 0 1,2 0 0,1-1 0,1 1 0,0 0 0,0-1 0,-1 1 0,-2-1 154,-1 1 0,-1 0 0,0-1 0,-1 1 0,-1 0 0,1-1 0,0 1-36,2-1 0,-1 0 0,1 1 0,0-1 0,-1 0 0,0 1 1,-1-1 169,4 0 1,0 0 0,0 0 0,-2 1 0,-3-1 0,-4 0 495,6 1 1,-6-1-1,-2 0-405,2 1 0,-4 0 1979,1 0-2024,-15 1 2342,-3 0-2522,-1 1 1272,2-1-2442,-5 1 1253,-2-1 1,-17-2 0,-4-1 0</inkml:trace>
  <inkml:trace contextRef="#ctx0" brushRef="#br0" timeOffset="38200">8276 18345 10591,'-6'7'1619,"11"-1"-1439,16-5-135,9 0 0,4-1-45,-7 1 0,3-1-482,6 0 1,6 1-1,4-1 1,0 0 499,-3 0 0,1 0 0,1 0 0,0 0 0,-1 0-343,-1-1 1,-1 1-1,0 0 1,2 0-1,5-1 335,-5 1 0,3-1 0,4 1 0,2-1 0,0 0 0,0 1 0,-2-1 0,-2 0 0,-4 0-294,0 0 0,-4 1 0,-3-1 1,1 0-1,3 0 0,3 0 293,-2 0 0,3 0 0,4 0 0,1 0 0,2 0 0,-1 0 0,-2-1 0,-1 1 0,-5 0 0,-3 0-9,5 0 0,-6 0 0,-2 0 0,1 0 0,2-1 0,3 1 0,4 0 0,1-1 0,-2 1 0,-3 0 0,-7-1-42,11 0 1,-5 0 131,4 1 0,-1-1 578,-13 0 0,-4 1-128,3-1 1390,6 1-1660,-5-1 2312,-13 2-2492,1-1 925,-10 1-925,1 0-90,1 0-3277,-3-1 2457,-20 0 1,-9-2 0,-22-3 0</inkml:trace>
  <inkml:trace contextRef="#ctx0" brushRef="#br0" timeOffset="62268">15630 8186 7713,'-6'-1'0,"0"1"0</inkml:trace>
  <inkml:trace contextRef="#ctx0" brushRef="#br0" timeOffset="68951">18034 10918 7443,'-7'-9'90,"0"1"0,3-1 449,0-7 91,3-5 0,3-5 89,6-1-359,1 9 0,8-3-270,-5 13 90,17-4-90,10 10 0,5 4-1,-2 22 1,-46 24-90,-15-6 0,-9 2 30,4-10 0,-3 0 0,0 1-96,-1 0 1,0 2 0,3-2 65,-3 6 0,8 0-45,14-7 0,11-4-225,28 2-225,1-19 1,4-5-901,5-8 1,-1-5 1394,-8 2 0,-1-3 0,1-4 0,-3-2 0,3-3 0</inkml:trace>
  <inkml:trace contextRef="#ctx0" brushRef="#br0" timeOffset="69167">18708 11035 9512,'-11'-8'1079,"10"0"-1079,13 5-180,35 1-180,-20 1-899,-1 1 0,-1 0 1259,-11 1 0,-2-1 0,-6 0 0</inkml:trace>
  <inkml:trace contextRef="#ctx0" brushRef="#br0" timeOffset="69367">18601 11139 8972,'1'8'1079,"16"1"-989,-3-5 270,31 1-495,-17-5 0,2 0-1214,2-1 0,0 1 1349,-2-1 0,-3 0 0,13-3 0,-20 2 0</inkml:trace>
  <inkml:trace contextRef="#ctx0" brushRef="#br0" timeOffset="70067">19804 10748 9602,'-3'-9'1709,"8"-3"-1440,11 6 91,24-1-360,-11 6 90,15 2 90,-9 15-90,-15 2-45,-25 14 0,-12 4-45,-7-8 0,-6 0-1093,0 3 1,-3 2 0,1-4 1079,3-4 1,1-3 12,1 2 0,4 1 0,7 11 0,11-8-90,16-6 0,9-2-270,2-10 0,5-5-1279,16 3 1,1-3 1509,-16-4 1,-2-2 0,7-1-1,-2-2 1,2-4 0</inkml:trace>
  <inkml:trace contextRef="#ctx0" brushRef="#br0" timeOffset="70501">20341 10845 10321,'1'-17'1079,"2"2"-449,0-4 90,0 7-630,-9 11 0,-12 13 90,-15 15-180,12-7 0,2 2-90,6 1 0,3 0-90,4 23 90,16-15 0,19-1-90,-3-4 90,0 6 90,-12 8 0,-36 1-45,1-19 0,-3-3 45,2-3 0,-3-1-360,-9 0 0,-1-3-1279,8-5 1,1-1 1468,-21 6 0,7-7 0,26-5 0</inkml:trace>
  <inkml:trace contextRef="#ctx0" brushRef="#br0" timeOffset="70734">20269 10794 9961,'-8'-10'450,"33"-1"-360,-6 7-45,9 2 0,6 0-315,9 1 0,-1 0-45,-13 1 1,1-2-155,6 0 1,5 0 0,-7 0 0,15-3 0,-14 1 0,0 0 0</inkml:trace>
  <inkml:trace contextRef="#ctx0" brushRef="#br0" timeOffset="71001">20737 10939 9512,'6'8'719,"0"-2"1,30 1-360,6-3-271,4 1-359,-17-3 1,1-1 269,14-2 0,3-2 0,-2-2 0</inkml:trace>
  <inkml:trace contextRef="#ctx0" brushRef="#br0" timeOffset="71784">20397 10927 9332,'-9'7'90,"-3"3"179,-9 13-179,-8 10 0,1 0-45,10-8 0,2 2-45,-4 15 0,2 0 45,12-14 0,4-1 45,11-1 0,15 6-90,9-25 0,-2-11 90,8-23-135,-24 4 0,-4-5 90,3-5 0,-3-4-45,-8-11 0,-5-1-45,-4 9 0,-3 3-45,-5 5 0,-2 4-449,-5 2-1440,-4 22 1979,15 7 0,-10 9 0,9-1 0</inkml:trace>
  <inkml:trace contextRef="#ctx0" brushRef="#br0" timeOffset="72437">21347 10906 8612,'5'-11'1079,"-1"-1"-359,0 2-720,-13 30 90,1-5-90,-7 22 0,7-21 0,1 0 0,0-5 0,1 1 0,0 3 90,3-3-90,4 2 0,6 2 0,0-8 90,5 1-180,-1-3 90,0 0 0,-1 0 0,-1-2 0,-6 1 0,0 0 0,-3 1 0,1 3-630,-1 1 630,1 0 0,-1-4 0,0-2 0</inkml:trace>
  <inkml:trace contextRef="#ctx0" brushRef="#br0" timeOffset="73053">21282 10949 8882,'-16'18'270,"3"-4"-90,-5 16 0,4-5-180,-4 16 90,9-8-1,7-4 1,11-7-90,6-10 0,-1-3 0,6-1 0,-5 1 0,1 0 90,0 12-90,-12-5 0,-13 29 90,-12-11-90,2-8 0,-1-2 0,-5 2 0,-3-2 90,11-12-270,3-3-179,-2-5-271,14-12 630,6-7 0,7-1 0,2 0 0</inkml:trace>
  <inkml:trace contextRef="#ctx0" brushRef="#br0" timeOffset="73451">21382 10913 8612,'5'-18'2159,"7"-5"-1619,5 1-316,6 6 1,4 2-225,3 3 0,3 2-585,12-3 1,1 3 584,-5 4 0,-4 1 0,-8 1 0,-4 1 0,9 3 0</inkml:trace>
  <inkml:trace contextRef="#ctx0" brushRef="#br0" timeOffset="73835">21845 10922 12210,'-28'20'270,"0"0"0,0 4 0,1 4-240,3 1 0,0 4 0,3 0-75,-3 6 0,8 1-90,14 7 0,10-5 45,18-1 45,18-23 0,6-12 0,-16-10 0,0-8 45,-3-4 0,1-5 0,-6 0 0,-5 2 0,-6-2 0,-2-11 0,-9-2-90,-28-8 0,9 12-450,-5 10 1,-2 5-2738,-3 12 3174,0-1 0,6 8 0,13 0 1</inkml:trace>
  <inkml:trace contextRef="#ctx0" brushRef="#br0" timeOffset="74068">22414 11106 10861,'-14'-5'1619,"29"0"-2699,2 0 1080,23 2 0,-15 0 0,-6 2 0</inkml:trace>
  <inkml:trace contextRef="#ctx0" brushRef="#br0" timeOffset="74251">22343 11246 11490,'-10'2'1799,"38"-3"-3598,16-3 899,-17 1 1,2 0 510,4-2 1,0 0 0,11-6 0,-16 5 0,0-1 0</inkml:trace>
  <inkml:trace contextRef="#ctx0" brushRef="#br0" timeOffset="74717">23287 10985 11041,'-4'-13'539,"3"2"-359,1 3 90,14-1-180,-5 5 0,23-2 0,-3 7 0,16 4-90,-16 1 0,-9 14 0,-41 6 0,-4 0 0,-2-7 0,-6 2 0,1-1-45,-1 0 0,1-1 45,1 1 0,-1 0 0,4 1 0,5 2 0,6-2 0,1 5-90,27 3-90,17-16 0,0-1-540,2-7 1,1-2 719,19-4 0,-17 1 0,0-1 0,-3-1 0,-1 0 0</inkml:trace>
  <inkml:trace contextRef="#ctx0" brushRef="#br0" timeOffset="75118">23701 11078 10591,'-24'-12'1169,"2"0"-449,9 6-540,-11 8 180,-18 16-271,15 2 1,2 4-90,0 1 0,5 3-135,6 4 1,6 0 44,7 1 0,26-2 0,20-27 90,-9-1 0,-6-5 0,2-6 135,0-10 0,-3-5-1,-8 4 1,-3-1 0,2-10 0,-8 0-135,-16 2 90,-27 7-630,6 22 1,0 5-2738,-16 8 2943,16-6 0,3 1 0,1 13 0,14-8 0</inkml:trace>
  <inkml:trace contextRef="#ctx0" brushRef="#br0" timeOffset="75501">24457 11047 11940,'2'-18'1439,"-5"4"-1259,-12 10 90,-9 11 0,-3 6-180,-5 8-90,4 10 0,7 3-270,25 13 90,12-15 0,6-3 90,17 0 45,-9-18 0,4-5 270,5-10 0,-1-5-45,-10 2 0,-1-4 269,14-18 1,-6-4-270,-16 0-45,-12 3 0,-8 0 45,-22 4-270,7 6-630,-20 4-919,11 17 1,0 3 982,-7-1 1,0 1-1,1 0 1,-3 0 0</inkml:trace>
  <inkml:trace contextRef="#ctx0" brushRef="#br0" timeOffset="77684">18189 11703 10861,'1'-11'270,"0"1"-180,1 4 0,4 11-1,-5 26 1,2 0-90,-7 0 0,-1 4-45,0 6 0,0 0-270,0-8 1,0 0-1305,2 9 0,2-4 1619,0-12 0,4-10 0,-1-15 0</inkml:trace>
  <inkml:trace contextRef="#ctx0" brushRef="#br0" timeOffset="78167">18146 11668 9332,'-5'-12'1169,"2"0"-719,14 2-180,10 0-91,24-1-89,3 6 0,-15 4 0,-1 0-90,6 3 0,10 6 0,-29 7 0,-7 5 0,-25 16 0,-11-4 0,6-11 0,1-1 0,2 3 0,9 9-539,27-5 179,6 7 270,-8-13 0,-2 0 450,-10 12 44,-32-12 1,-15-2-225,7-6 0,-4-3 0,0 1-210,-3 0 0,-2 0 0,3-1-1544,-13 2 0,15 2 1574,29 1 0,34-5 0,3-6 0,-1-1 0</inkml:trace>
  <inkml:trace contextRef="#ctx0" brushRef="#br0" timeOffset="78401">19152 11895 11041,'-6'-12'1979,"0"1"-1350,23 2-269,15 4-720,-2 4 0,3 2-1259,-6 0 0,-1 1 1619,15 1 0,-24-1 0,-15-2 0</inkml:trace>
  <inkml:trace contextRef="#ctx0" brushRef="#br0" timeOffset="78584">19079 12010 11131,'-12'7'359,"7"3"-89,21-3-315,13-2 0,3-1-314,17 1-909,-4-4 0,1 0 1268,-17-2 0,-1-1 0,7 0 0,2-1 0,-1-1 0,-1 0 0</inkml:trace>
  <inkml:trace contextRef="#ctx0" brushRef="#br0" timeOffset="78867">20124 11860 11131,'9'-23'2968,"-2"7"-2698,0 27-90,-14 16-315,3 3 0,-2 3-630,-3 2 1,-1-1-875,3-2 1,1-1 1153,0 10 0,10-17 0,2-13 0</inkml:trace>
  <inkml:trace contextRef="#ctx0" brushRef="#br0" timeOffset="79251">20574 11828 11311,'8'-24'1439,"-2"6"-810,-3 10-539,-14 11 90,-9 10-90,0 1 0,-7 9 0,16 11-180,8-6-90,16 0 0,6 0 0,18 4 135,-10-9 0,-1-1 45,-2-1 0,-16 1 0,-44-2 90,11-7-90,-2-1 0,-4-1-405,0-1 1,2-2-46,-9 4 450,10-3 0,4-2 0,16-5 0,0-1 0</inkml:trace>
  <inkml:trace contextRef="#ctx0" brushRef="#br0" timeOffset="79451">20604 11841 11221,'-6'-13'989,"9"0"-719,37 7-900,-16 1 1,3 1 629,15 0 0,1 0 0,-8-1 0,-1 1 0,1-1 0,0 0 0</inkml:trace>
  <inkml:trace contextRef="#ctx0" brushRef="#br0" timeOffset="79817">21287 11791 11400,'-28'2'1034,"2"3"1,-4 2-765,-6 4 0,-3 4-90,4 0 0,0 2 0,1 2-1,-7 11 1,6 4-135,8-1 0,7 0 45,12 15-135,24-24 0,11-5 45,10-7 0,5-4-30,-8-3 0,2 0 0,2-4-620,11-7 1,2-4 0,-4-1 649,-4 0 0,-5-5 0,-7-3 0,-2-4 0,-13-1 67,-22-4 1,-8-1-68,8 4 0,-5 0-180,-22-7 0,-8 6-585,9 15 1,-1 3 44,2-1 1,0 1 719,-2 7 0,3 4 0,7 4 0,-7 6 0</inkml:trace>
  <inkml:trace contextRef="#ctx0" brushRef="#br0" timeOffset="80601">23201 11483 10501,'-23'-1'-450,"0"0"810,-4 1 809,6-1-989,30 3 45,15-1 0,5 0-135,2 1 0,7 0-631,2-1 0,8-1 1,5 1-1,2 0 1,-3-1 570,-10 0 0,-1 1 0,1-2 0,0 1 0,2 0 0,4 0-12,-8 0 0,3 0 0,2 0 0,2 0 0,1 0 0,-1 0 0,1 0 0,-1 0 0,-2-1 0,-2 1-6,7 0 1,-1-1 0,-1 1 0,-1-1 0,-1 1 0,1-1 0,-1 1 12,-1-1 1,1 1 0,0-1-1,0 1 1,-3-1 0,-3 0 0,-4 1-656,14-2 0,-7 1 1,-9 0-1080,0-1 1709,-58 3 0,-8 0 0,-6 0 0,0 1 0,-1 0 0</inkml:trace>
  <inkml:trace contextRef="#ctx0" brushRef="#br0" timeOffset="81217">19709 12497 10411,'30'-9'584,"6"4"1,2 2-540,-11 2 0,1 0-591,11 0 0,7 0 0,6-1 591,-9 2 0,6-1 0,2 1 0,2-1 0,0 1 0,-2-1-276,-5 1 0,0-1 0,-1 1 0,1 0 0,2-1 0,2 1 181,-5 0 0,2-1 0,3 1 0,0 0 0,1 0 0,-2 0 0,-1 0 0,-3 0 0,-5 0-190,15 0 1,-6 0 0,-2 0-1,-2 0 172,-1 1 1,-1-1 0,-3 0 0,-7 0-1732,16-2 1799,-18-1 0,-7 0 0,-22 1 0</inkml:trace>
  <inkml:trace contextRef="#ctx0" brushRef="#br0" timeOffset="81885">22629 11850 8972,'-21'-4'540,"-3"1"-361,3 1 181,6 7 180,19 5 180,25 8-631,-1-5 91,8-4 0,4-2 0,-2-3 0,4-2-113,-6-2 1,5 0-1,1-2 1,-2 1-542,-1-1 1,-1-1-1,3-1 510,0-1 0,4-3 0,2 0 0,-1-1 0,-2-1-14,1-3 1,-1-1 0,-1 0-1,0-1-381,0 2 0,1 1 1,-1-2-1,1-2 377,-3-1 0,0-3 0,1 0 0,-3-2 0,-3 1-18,5-7 0,-5-1 0,-1 1 30,3 0 0,-1 1 0,-2-1-30,-4-3 0,-3 0 0,-4 2 0,-9 6 0,-3 2-225,3-3 0,-2 2-3052,-2-4 2837,-15 24 0,-3 6 0,-7 9 0</inkml:trace>
  <inkml:trace contextRef="#ctx0" brushRef="#br0" timeOffset="99384">16626 16755 8162,'26'2'630,"-1"0"-360,-18-1-90,6 2 180,-1 0 89,15 4-269,-5-2 0,7 1 0,6 1 0,11-1 0,3 0-786,-5-1 0,4 1 741,-4-2 0,5 0 0,4 0 0,-1-1-650,-8-1 1,0-1 0,1 1 0,0-1 0,0 1 549,-2-1 1,-1 1 0,0-1 0,3 1 0,3-1-3,-5 0 1,3 0 0,2 0 0,1-1 0,2 1 0,0-1-1,-1 1 1,0 0-212,-5-1 0,0 1 0,1-1 1,-1 1-1,1-1 0,0 0 0,-1 1 1,-1-1-1,0 1 189,1-1 0,-1 0 0,-1 1 1,0-1-1,0 1 0,1-1 1,1 0-1,0 1-147,3-1 0,3 1 1,2-1-1,0 1 0,-1-1 1,-1 1-1,-2 0 1,-5-1-1,-4 1 158,6-1 1,-8 1-1,0-1 1,4 1-108,3-1 0,4 1 1,3 0-1,-1-1 0,-3 1 1,-6-1 114,5 1 0,-7-1 0,4 1 121,5-1 1,5 1 0,-3-1-1,-8 0-106,-9 1 0,-3-1 447,3 0 0,3 1 0,-4-1-403,-5 1 1,-1-1 978,13 1 1,-2 0-979,4 1 2836,-5-1-2836,-16 0 1266,2-2-1266,-7 1-39,1 0-51,-5-1 90,1 1 629,-3 0 1080,1 0-1529,-8-9-180,-2 1 0,-4-6 0,0-9-90,2 10 0,1-30-45,1 15 0,2-1 0,-1 3 0,1-3-75,0-2 0,0-4 0,0-1-60,1-3 0,0-1 1,0-1-914,0-4 1,1-2 0,-1 2 903,-1 3 1,0 1 0,1 1 98,1 3 0,-1-1 0,1 5-45,0 3 0,0 2 45,1-5 0,1 1 0,3-11 0,-5 22 90,-3 6 0,-3 4 3276,-4 0-3070,-1 2-116,-1 1 0,2 4 0,0-1-90,-1 1 90,-12-3-90,5 4 0,-24-1 0,12 2 0,-13 1 0,-4-1-785,13 2 0,-2-1 815,-12 0 0,-6-1 0,4 1-75,2 0 0,-4 1 45,10-2 0,-6 1 0,-5-1 0,-1 1 0,1-1 0,2 1 0,-2-1 0,2 1 0,0-1 0,-1 1 0,-1-1-431,4 1 0,-1-1 0,-1 0 0,-1 0 0,1 0 0,-1 0 431,2 1 0,-1-1 0,-1 1 0,1-1 0,1 1 0,4 0 0,3-1-30,-9 0 0,5 0 0,-4 0 30,0 1 0,-6-1 0,-2 1 0,3 0 0,7-1 0,5 1 0,5-1 0,-4 1-18,-2 0 0,-6 0 0,-1-1 0,1 1 0,6 0 18,3 0 0,4 0 0,-5 0-36,-5 0 0,-6 0 0,-3 0 0,0 0 1,3 1-499,0-1 0,2 0 0,1 1 1,-1-1 510,1 1 1,0 0-1,0 0 1,-3-1 7,9 1 0,-2 0 0,-1 0 0,-1 0 0,1-1 0,2 1-277,-2 0 1,1 0-1,0 0 1,1 0-1,1-1 292,-6 1 0,2 0 0,0 0 0,-1 0-125,-2 0 1,-3 0-1,4 0 1,9-1 34,-12 1 251,7 0 1,2-1-162,5 1 520,6 0 0,1-1-520,8 1 1706,-15 0-1706,11-1 2391,-8 0-2391,3 2 1788,2-2-1878,6 1 729,2 1-639,7-2-90,0 2 90,4 4 0,4 4 0,2 2 90,2 20-90,-1-14 0,0 29 0,1-16-1093,1 13 0,1 2 1138,-2-18 0,1 0-45,2 10 0,1 5 0,-1-4 45,-1-10 0,1 2-15,1 12 0,2 6 0,-1-3-234,0 5 1,-1-1 225,0-12 1,-1 2-1,0 0 1,0-4-23,0 7 0,0-4 45,-1 3 0,0-6-45,-2-12 90,0 16-90,0-21-12,-2 12 12,3-20 0,-2 12-3277,1-13 1211,8-2 2066,-6-7 0,9-9 0,-7 3 0</inkml:trace>
  <inkml:trace contextRef="#ctx0" brushRef="#br0" timeOffset="107401">17394 18096 8252,'-22'-6'2159,"9"2"-1529,-9-2 269,11 5 1,-1-1-451,0 3-359,23 2 90,2 0-135,28 0 0,7 0-880,-16-1 1,3 0 870,2-1 0,7 0 0,4 1 0,0-1 0,-6 0-891,1 0 1,-4 0 0,6 0 869,-5 0 0,7-1 0,2 1 0,0-1 0,-2 1 0,-5-1-15,8 1 0,-5-1 0,6 0 12,-12 0 1,4 0 0,4 0 0,1 0 0,0-1 0,1 1 0,-2-1-281,-1 0 1,0 0 0,0 0 0,0 0 0,0 0 0,0 0 0,0 0 279,2 0 1,1-1 0,-1 1 0,1 0 0,-1 0 0,-1 0 0,-2-1-60,1 1 0,0 0 0,-1-1 1,-2 1-1,-3-1 0,-2 1 227,14-2 0,-6 1 0,-8-1 0,2 1 135,-7-1 0,-2 0-136,-9 0 1015,12-2-924,-18 2 1786,-2 0-2236,0 0 2625,-3 2-3165,3 1-930,-4 3-1627,0 1 2814,-10 4 1,0-4-1,-4-1 1</inkml:trace>
  <inkml:trace contextRef="#ctx0" brushRef="#br0" timeOffset="126134">21444 4026 6543,'-18'2'990,"7"-1"-720,-7 0 449,9 1 1530,-1-1-1799,31 6-271,-11-5 1,36 5-90,-22-5 0,8-1 0,2 0 0,5 0-30,-8 0 0,5-1 0,0 0-15,12 1 0,-1-1-171,-2 0 0,3 0 156,-4 0 0,3 0 0,-6 0-230,-12-1 1,0 1 199,12-1 0,4 1 0,-5-1 45,-13 0 0,-1 1-45,22-1 0,-2 0 0,-5 0 0,-4 0 0,0 0 90,-2 0-90,-1-1 0,-2 1 90,-8 1-1,20-2 1,-21 2 0,6-1-90,-9 1 240,-4-2-600,-5 3-397,-3 1-2520,-4 3 3151,-7 0 1,-4 1 0,-4-2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1:27.21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8324 8954 11041,'-17'-5'1079,"4"1"-989,-4-1 0,6 2 0,-1 0 90,0 1-90,-1-1 0,-1 2 90,1-1-90,-1 2 89,-2 1-89,1 1 90,-10 5-90,7 0 90,-15 13-90,5 8 0,-6 16 0,10-4-90,5 1-805,9-11 895,2 2-90,1-3-317,2-1 407,2-1-90,2-2 90,0 0-90,2 0 0,2 0 90,5 12-90,6 1 90,7 5-90,0-14 90,9-7-90,-1-13 0,3-3 59,3-6-59,-6-6 0,22-12 0,-15 3-599,13-9 599,-20 6 0,-3-1-305,-2 0 305,-4-1-37,-3 0 37,-5 1 648,-2-9-558,-6-5 0,-9-19 0,-4 9-97,-9-4 187,-3 13-90,-2 3 0,-3 2-254,-2 4 254,2 3 0,-4 3-115,0 3 205,-17-1-180,0 5-464,18 7 0,1 2 464,-15 1 637,-5 16-727,14 8-630,-7 15-89,16-5-713,8 2-1087,11-13 2609,3 1 0,2 7 0,1 3 0</inkml:trace>
  <inkml:trace contextRef="#ctx0" brushRef="#br0" timeOffset="666">8148 9729 13469,'-12'-9'-90,"-1"1"90,5 5 90,-3 1-90,1-1 90,-1 2-90,-1 1 90,1 1 0,-1 0 0,-2 2-90,1 0 90,-2 2 0,-6 6 90,-2 11-90,0 1 0,3 6-540,9-7 540,3 5-90,2 3-616,2 5 706,3 2-90,3 2 45,2-11 0,1 1-45,5 17-530,-3-18 1,1 1 529,6 11 0,0-6-581,1 0 581,2-4 367,11 7-367,5-8 90,10-3-90,9-16 90,-11-12-266,3-7 176,-9-7 0,0-4 0,1-5 0,-1-4 20,-4-4-20,-2-4 0,-4-3 130,-11 11 1,-2-1-86,-2 0 0,-2-1 0,-2-5 0,-2-1 45,-7-17 0,-7 25 0,-4 3 90,-24-11-135,11 18 0,-1 2 45,-23-5-90,0 12 90,15 7-90,0 5-460,0 2 460,2 5 0,0 0 0,3 6 89,2 1-178,2 4 262,3 1-443,2 4-90,4 2-1618,-2 16-1,8-9 0,0 11 1979,10-16 0,2 9 0,1 0 0</inkml:trace>
  <inkml:trace contextRef="#ctx0" brushRef="#br0" timeOffset="1217">8178 10581 13919,'-9'-3'540,"-1"0"-450,2 4 0,0 0 0,-1 2 0,1-1-1,0 2 1,-1 1 90,-5 4-90,2-1-90,-3 4 90,3-1 0,-1 3-90,-2 3 90,0 3-90,0 3 90,-5 13-724,7-8 634,-1 8 0,8-1 0,4-9 45,5 5 0,2 0-45,4 0 0,10 19-90,-4-29 0,4-1 0,-1-7-270,12 0 0,3-8 1,18-10-53,-23-3 0,-1-2 232,23-15 135,-23 7 0,-2-3 45,12-22 0,-5 1-899,-9-1 1079,-13 10 109,-3 1-109,-5 1 0,-4 0 90,-7 2-90,-3-2 90,-7 4-1,-4 3-89,-5 4 90,-3 4-90,-4 4 45,7 7 0,-1 2 0,-2 3 0,-2 1-91,-11 6 1,-1 2-45,11 0 0,2 3-621,-2 4 0,3 2 621,-9 13-180,5 4-180,3 2-89,7 1-737,6-2-1423,6 0 2519,7 6 0,7-2 0,4 8 0</inkml:trace>
  <inkml:trace contextRef="#ctx0" brushRef="#br0" timeOffset="2090">8211 11290 15358,'-12'-10'-629,"-3"1"449,3 6 90,-1 0-90,-5 5 0,5 1 180,-4 3-90,2 2 90,0 1-90,-3 7 0,0 2 90,-2 6-90,2 2 90,-3 19-279,12-19 1,1 3 278,0 7 0,2 2-45,2-8 1,3 0 44,2 8 0,4-1 0,3-8 0,1-1 0,3 6 0,3-1 0,11 14-147,-7-23 1,2-4 146,19-1 90,0-3-908,3-13 818,-12-8 0,4-4 0,3-5 90,0-4 0,-10 2 0,-1-3 90,13-12-135,-14 10 0,-2-2 135,4-12-1,-12 9 1,-1-2 45,-4 0 0,-2-2-547,0-7 0,-4-1 502,-4-18-135,-5 27 0,-3 2-418,-10-11 463,-6 0 0,-5 5 90,-3 5-90,-3 7-90,-1 5 697,-19 10-697,8 8 45,7 6 0,-3 5-1293,6 5 1,0 3 1247,1 0 0,0 2-45,2 3 0,4 0 379,8-6 1,2 2-1145,-6 9 0,1 3-1843,2 3 0,2 0 2552,0-1 0,1 1 1,5 0-1,2 0 1,-1 15-1</inkml:trace>
  <inkml:trace contextRef="#ctx0" brushRef="#br0" timeOffset="2757">8334 12244 14549,'-8'-12'270,"-1"1"-181,0 1 1,0 2-90,0 0 90,-1 1 90,-1 0-90,0 0 0,-1 0 0,1 2 0,0-1-90,1 1 90,0 1 0,0 1-90,1 1 90,-4 1-90,3 1 90,-8 5 0,-1 10-90,3-1 0,-2 10 0,9-5 0,1 2 0,2 2-208,2 1 298,2 1-90,2 1 0,3 4 0,6 13 0,2-8 0,0-8 0,3-1-90,15 7 0,9 1 0,-4-16 0,7-11 0,-12-10-628,9-4 628,-6-5 90,4-4-891,0-5 891,0-3 0,-1-4 0,-4-2 90,-3-3-90,-3-3 90,-6 0-90,-4-2 90,-5 0 0,-3-1 90,-4 0 0,-11-16-299,-11 2 209,3 23 0,-3 1 626,-17-9-671,7 23 0,-1 4 45,-9 4-517,2 7 1,0 4 516,-10 8-90,16-1 0,1 3-72,-10 12 72,1 5 0,6 4-902,3 3 632,3 3-360,11-10 1,1 2-1800,-5 17 675,8-16 0,1 0 1754,0 11 0,1 6 0,1-1 0</inkml:trace>
  <inkml:trace contextRef="#ctx0" brushRef="#br0" timeOffset="3541">8444 12807 14639,'-12'-13'0,"0"1"180,-2 2 179,-3 0-179,0 0 90,-1 0-90,4 4-90,1 0 90,0 2-90,1 0 0,0 2 0,0 0 0,-1 2 0,-1 2 0,-2 1-1,-1 3-89,-3 5 90,-9 14-90,5-2 45,5 0 0,1 3 45,-7 24-1060,10-17 1,2 1 1014,4-5 0,1-1-45,-1 27-875,7-19 875,5 2-546,3-4 546,3 0 90,3-3-90,3-2 0,3-2 0,3-3 0,2-4 0,15 1 0,2-8 89,16-6 1518,-12-9-1607,-14-6 0,0-4 0,19-13-191,-23 9 1,-1 0 190,15-16 0,-6-10-438,-12 9 438,3-13-758,-11 12 758,-4-2-506,-4 0 506,-3 2 0,-4-1 0,-4 3 1034,-5-1-1034,-17-11 90,1 11 299,6 13 1,-2 1-390,-6 5 0,0 4 0,-19-4 45,2 8 0,-3 4-45,4 7 0,-1 3-716,-4 0 1,-1 2 715,4 2 0,2 3 0,7-1 0,2 1 114,6-1 1,1 0-115,-2 2 0,1 1 0,5-1 0,1 1-475,0 1 0,1 1 296,-17 19-271,5 3-270,5-1-1798,7-2 2518,5 10 0,8-7 0,4 9 0</inkml:trace>
  <inkml:trace contextRef="#ctx0" brushRef="#br0" timeOffset="7466">6229 8418 13919,'-7'-10'180,"0"1"-90,3 6 0,-1-1 0,1 1 0,-4-1-90,3 2 90,-3-1-90,-2 1 90,2 2-90,-10 3 0,4 2 0,-7 4 0,1 1-293,-1 3 293,-2 3 90,2 1-90,-5 9 0,8-7 0,-2 7 0,10-3 0,2 1 90,4-1-90,4 0 0,3-9 0,3 1 0,2-1 0,3-1 293,0-1-293,2-3 89,1-1-89,-1-2 0,3-3 0,-2 0 0,0-2 0,0-2 0,4-3 0,1-4 90,2-4-90,-5-3 0,-7 2 0,-5-3 0,-3 6 90,-2-1-90,-2 3 0,0 0 0,-1 1-90,-1-1 90,1 2 0,-1 0 0,1 1-90,1 2 90,10 3 0,-4 0 0,12 4 0,-9-4 0,3 0 0,-2 0 0,5-1-89,-3 1 89,2 0 89,-5 0-89,2 1-89,-2-1 89,1 2 0,-4 3 0,-1 5 0,-3 7 0,-1-1 0,-2 3 105,2-4-4,0 1 1,0 2-10,1 0-3,2 0-9,0 0-3,0-1-7,2 0-111,-1-1-358,5 3-19,-3-5-356,4 0-1273,-2-6 2047,4-3 0,3-3 0,3-3 0</inkml:trace>
  <inkml:trace contextRef="#ctx0" brushRef="#br0" timeOffset="7935">6396 8458 14683,'11'4'60,"-1"0"-108,0-3-34,1 0 69,8-1 35,3-1 19,9-1 12,-7-1-171,6-2 52,-7 2-187,-1-2 163,-5 1-90,-7 0 0,-1 1 0,-2 0-90,-1-1-899,-2 1 989,-6-3-270,1 3 360,-8-3-89,4 4 89,-3 0 90,3 1 0,-1 0 179,0 0 91,1 3-180,1 3 90,2 1 0,1 7-90,1-2 0,-1 5 0,1-2 0,-3 9 90,1 6-180,-1 1 90,0 1 0,1-10-360,0 0-270,0 0-1169,0-3 900,1-1 809,0-1 0,-2 5 0,-1 1 0</inkml:trace>
  <inkml:trace contextRef="#ctx0" brushRef="#br0" timeOffset="8425">6154 9196 12120,'-5'-9'270,"1"1"-90,0 5-90,0 1 90,-2 0 0,1 0-1,-1 1-89,-3 2 90,-2 3-180,1 2 90,-2 4 0,4-1-90,-1 2 90,2 1-90,0 2 90,2 0-90,1 1 90,1 6 0,5 1-90,1 0 0,10 3 0,-2-11 90,7 2-180,-4-8-90,3-2-180,-2-1-449,2-3-990,0-2 450,1-1 1349,1-2 0,5-3 0,2-3 0</inkml:trace>
  <inkml:trace contextRef="#ctx0" brushRef="#br0" timeOffset="9085">6383 9280 13020,'-9'-4'899,"-1"1"-539,5 1 0,-2-1-91,-1 2-179,-2 1 0,-1 1 0,2 1-90,2 2 90,-2 0-90,1 2 90,-1 0-90,-3 5 90,4-2-90,-2 3 0,4-3 0,0 3 90,2 1-90,3 3 0,2-5-90,3-2 90,1-4 0,0-1-90,1-1 90,1-1-90,0-1 0,1-1 90,-1-1 0,0-2-90,0 0 90,1-6 0,0-1 0,-1 0-90,0-5 90,-3 5 0,0-3-90,0 4 90,-2 0-89,1 6 89,2 6 0,0 1 0,1 6 0,-3-4 0,2 1 0,0-1 0,3 4 0,1-5 0,4-1 0,0-3-90,5-6 0,-5 0 0,4-5 90,-4 0-90,0-2 0,0-2 90,0-5-90,-1 0 0,0-7 0,0-13 90,-3-3 0,-2 0 90,-2 1-90,-4 16 0,1 1 90,-3 22-90,-2 19 0,-1 14-838,0 9 838,0-3 0,2 2 0,-1-1 90,1 0-90,1-3 0,0-2 0,3 6 0,2-3 0,0-1-540,3-5 1,-3-15-1440,2-3 180,-1-7 2008,0-5 1,5-5-1,2-3 1</inkml:trace>
  <inkml:trace contextRef="#ctx0" brushRef="#br0" timeOffset="9299">6589 9224 12390,'13'-4'0,"1"-1"90,-1 1-90,4-1-90,2-1-270,6-1-1889,16-4 1980,-8 2 269,12-4 0,-8 5 0,2-1 0</inkml:trace>
  <inkml:trace contextRef="#ctx0" brushRef="#br0" timeOffset="10376">7317 9256 11400,'1'-10'1350,"1"-4"-721,-1 6-179,-1-3 0,0 3-180,-2 1 0,0 2-91,-2 0 1,-1 3-90,-4 1 0,-3 3 0,-5 3 0,-3 4 0,2 1-90,2 1 0,5-2 0,1 0 0,1 1 90,1 0-90,1 1 0,2-1-90,1 0-90,3 4-180,5 0-359,6 2 179,1-3-2248,12-2 2788,0-4 0,8-2 0,0-1 0</inkml:trace>
  <inkml:trace contextRef="#ctx0" brushRef="#br0" timeOffset="11033">7426 9349 12660,'-2'-11'629,"1"2"-539,-1 4 90,-1 0 0,0 1-90,-1 0 180,-2-2-90,0 2 0,-4-2-90,0 6-90,0-2 90,2 5-90,3 0 0,1 1 90,-2 1-90,2 1 0,0 0 0,1 0 0,1 1 0,1 0-90,0 0 0,2-1 0,0 1-90,2 1 0,0-2 90,2 0-180,1-1 180,-1-2-270,3 0 181,2-5 89,-3 1 0,3-3 0,-6 1 0,0-1 0,-1 0 0,1 0 90,-1 0-180,0-1 180,9 0-90,-7 3 90,7 2 0,-8 2 90,2-1-90,-1 0 0,2 0-90,-2-1 0,3-3 0,-2-1 0,2-2 0,-2-1 0,0-2 0,0-1 0,3-10 0,0-7 0,3-18 0,-4 6 135,-3 9 0,-2 2 45,1-6-301,0-6 300,-3 19 1,0 3-90,0 3 90,-1 2-90,1 2 90,0 4-90,2 11 90,-1 2 302,2 13-392,-2 0 0,0 16 90,1 5-978,0 5 888,1-4-511,-2-11 511,1-4-207,0-3 297,0 0-90,0-4 0,0-1 730,0-4-1000,0-1-84,-2-3-1085,1-2 1499,-1-2 0,0-3 0,0-1 0</inkml:trace>
  <inkml:trace contextRef="#ctx0" brushRef="#br0" timeOffset="11233">7591 9144 11850,'9'-7'180,"2"0"-180,-3 4 0,2-2-180,2 1-270,1-1-809,4 0 0,1-2 359,2 0 900,1 0 0,7-3 0,1-1 0</inkml:trace>
  <inkml:trace contextRef="#ctx0" brushRef="#br0" timeOffset="12482">6242 9960 11400,'2'-9'1710,"-3"1"-1531,-2 3 91,-2 2-180,-3 2 0,1 1 0,-4 1 0,1 2 180,-7 3-180,3-1 0,-10 7 0,6 1 0,-3 5-90,8-3 90,3 0-90,7-5 0,1 0 0,3 0 0,0 0 90,3 0-90,1 0-90,2 1 90,2-2-180,2 1 90,1-1-180,1-2-540,7 2 91,-4-2-2339,11 0 3058,-11-4 0,11-1 0,-5-1 0</inkml:trace>
  <inkml:trace contextRef="#ctx0" brushRef="#br0" timeOffset="13157">6429 10117 12930,'-4'-13'989,"1"3"-629,1 4-90,-1 2-90,-1 0-90,-2 0 89,0 4-89,-2 1-90,3 2 90,-1 2-90,2 0 0,0 0 0,1 1 90,1 1-90,-1-1 0,2 2 0,0-2 0,1 1 0,0 0-180,4 2 0,0 0 91,4-1-1,-2-2-90,2-3 90,3-4 90,-4 0-90,4-3 90,-5 0-90,0-3 90,-1 1 0,0-3 0,-2 2 0,-1-1 0,0 2 90,0-1-90,-1 1 90,1-1-90,-1 2 0,0-2 0,3 5 0,1 3 0,1 1 0,0 3 0,-1-1 0,-1-1 90,2 1-90,-1-2 0,1 1 0,3 0 0,-1-1 0,2-2 0,-3-1 0,4-5 0,2-5-90,5-7 0,-4-1 0,0-2 90,-3 0-359,-3 0 359,4-6-90,-4 0 90,1-2-90,-2 1 90,-1 3 0,-1 4 0,-1 5-90,0-3 90,-1 7-90,0-1 359,0 29-269,-1-3 90,0 21-90,-3-9 0,1 3-657,1 6 567,0-1 180,1 1-180,0-4 180,-1-3-90,3-4 0,-1-3 0,2-2 0,-1-4-180,1-1-180,-1-4 388,0-2-1827,1-4 1799,-1-1 0,6-7 0,0-3 0</inkml:trace>
  <inkml:trace contextRef="#ctx0" brushRef="#br0" timeOffset="13366">6649 9981 12390,'4'7'360,"2"-3"-180,1-4-90,2 0 0,3-2-1,1 0 1,2-1 0,1-1 0,2 0-90,0-1-90,0 1-269,0-1-541,-2 1-809,0 0 810,-1 0 899,0 1 0,3-2 0,1 1 0</inkml:trace>
  <inkml:trace contextRef="#ctx0" brushRef="#br0" timeOffset="13691">7248 10011 13469,'-4'-12'630,"0"2"-360,0 6 0,-4-2-1,0 4-89,-6 0-90,4 4 0,-2 3 0,5 1-90,-1 2 90,0 0 0,1 3-90,1 0 90,1 1-90,0 0 0,2 1 90,1-1-90,2 5 0,1-3 0,1 2-360,5-2 0,-1-4-1169,8 3-450,-3-8 1979,10 1 0,-1-5 0,7 0 0</inkml:trace>
  <inkml:trace contextRef="#ctx0" brushRef="#br0" timeOffset="14374">7371 10097 14009,'-5'-9'630,"0"0"-361,2 5 1,-1-1 180,-2-1-180,2 1-90,-3 0 0,3 2 0,-4 1-180,3 3 90,-3 2 0,3 0-1,-1 3-89,0 0 90,0 2-90,0 1 90,2 1-90,-1 0 90,0 6-90,2-5 0,-1 4 0,3-6-180,1 4-89,2-1-1,3 0 180,1-4-90,2-4 0,-2-2 0,1-3 90,0 0 0,0-1 0,0-1 0,0-1 0,-2 0 0,1-1 90,-2 0 0,1 1-90,-1-1 90,-1 1 0,1-1-90,0 3 90,4 5 0,-4-1 0,4 9-89,-5-5 89,2 2 0,-1-2 89,0-1-89,0 0 0,1 0 0,-1-1 0,1-1 0,0 0 0,0-2-89,3-2 89,-2-1 0,3-3 0,-3-1 0,0-2 0,-1-1 0,3-10 0,-3 4-90,2-11 90,-4 7 0,1-4 0,0-2-508,0-3 598,1-2-90,0-1 0,-1 2 0,0 6 0,0 4-90,-1 3 180,0 2-180,-1 4 90,0 1 0,0 4 508,0 11-508,-2 2 0,0 12 0,-3 11 0,0-2 0,-1 13 0,-1-6 0,0-1-509,1-2 509,1-4 0,1-3-77,1-4 77,1-2 0,1-1 0,0-3-180,1 3-90,1-7 234,1 1-4192,2-8 4248,2-7 1,3-5 0,1-5 0</inkml:trace>
  <inkml:trace contextRef="#ctx0" brushRef="#br0" timeOffset="14574">7556 10038 14729,'12'-9'449,"0"-1"-359,0 0 0,1-1-90,5-4-270,1-3-179,3-5-541,0-1-3147,6-13 4137,-9 6 0,6-17 0,-9 9 0</inkml:trace>
  <inkml:trace contextRef="#ctx0" brushRef="#br0" timeOffset="15058">7244 8522 14819,'-3'5'1709,"0"-3"-1619,3 26-90,-1-11 0,-1 7 89,1-6-89,-1 1 0,0 0 0,0 1 0,0-2-179,1 0-1,0-1-180,-1-3-180,2 0-2518,-3 1 3058,1-1 0,-2-2 0,0-4 0</inkml:trace>
  <inkml:trace contextRef="#ctx0" brushRef="#br0" timeOffset="15382">7157 8554 14099,'0'-10'0,"0"2"90,1-1 0,0 5-90,1-2 90,2 2-90,0 0 90,1 0-90,3-1 90,0 1 0,11-3-90,4 2 0,1-2 90,7 2-90,-7 4 0,-1 0 0,-4 3 90,-7 1-90,-4 1 0,0 3 0,-6-2 0,-2 3 0,-6 3 0,0-1 0,-5 4 0,1-4 89,-1-1-89,-1-1 0,-3 2-89,2-1-91,0 0-450,2-1-1979,6-4 2609,1 3 0,6-2 0,2 1 0</inkml:trace>
  <inkml:trace contextRef="#ctx0" brushRef="#br0" timeOffset="15917">7382 8818 14908,'6'4'450,"-1"-1"-360,5-10-90,-3 2 90,6-5-90,-5 4 0,3-4-90,-4 2 0,0-1 0,-1-1 0,0 0 0,-2-1 0,0 1 0,-1 0 1,-1 0-91,-2-4 90,0 4 90,-2-1-90,0 3 0,-2 1-90,0 1 90,-1-1-180,0 4 270,12 6 0,-3-2 0,11 4-90,-2-4 180,-3-1-180,4 1 90,-6-1 90,3 0-90,-4-1 90,2 1 0,-3 1-90,0 0 0,0 1 0,-3 2 0,-3 3 0,0 1 0,-1 3 90,1 5-90,-1-3 0,1 6 0,1 0 0,1-4 0,0 5 0,2-7-90,-1 0-180,1-2-180,0 1-359,1-4-990,-1 0 630,1-1 1169,0-2 0,0-2 0,0 1 0</inkml:trace>
  <inkml:trace contextRef="#ctx0" brushRef="#br0" timeOffset="16307">7674 8838 14549,'0'-10'359,"1"2"-269,4 4 0,-1 0-90,2 0 90,-1 0 0,0-1 0,1 1-90,0-2 90,-1 1-90,0-1 90,0-3-90,-1 2 0,1-3 0,-3 3 0,-1-4-90,-2-1 90,-4 0 0,0 3-90,-3 2 90,1 5 0,-1 1 0,-1 2 0,0 1 0,1 2-90,0 1 90,1 2 0,1 2 0,1 0 0,1 1 0,2 1-90,3 5 90,1-4 0,7 10-90,3-6-269,5 2-1,-2-6-90,-2-5-539,-3-5-900,0-2 360,-1 0 1529,-1-2 0,6-2 0,-1-2 0</inkml:trace>
  <inkml:trace contextRef="#ctx0" brushRef="#br0" timeOffset="16800">7906 8756 13020,'2'-10'1259,"-1"-2"-989,-3 4 89,-1 0 91,-2-1-180,0 2 90,-2-3-90,3 5-90,-2-2 89,1 4-89,-2 5-180,4 1 90,-2 5-90,5-2 0,0 1 90,1 1-90,1-1 0,3 5 0,2-1-90,1 1 0,3-2-90,-1-3 1,1-2-1,-2-4 90,0-2 90,-4-2-90,1-3-90,3-4 90,-3-2 90,2-7-90,-2 2 90,0-3-90,-1-5-447,1-3 447,1-5-76,0-15 76,0 2 90,-2 3-90,0 4 90,-4 18 0,1 3-90,-1 6 90,-2 36 0,0-7-90,-2 29 90,1-14 0,1 23-278,1-26 0,1 1 278,1 7 0,0 0 587,3 17-947,4 0 1,-4-29-451,2 3-1259,-3-13-15,1-2 2084,1-3 0,4 1 0,1 0 0</inkml:trace>
  <inkml:trace contextRef="#ctx0" brushRef="#br0" timeOffset="19150">6047 10914 13289,'0'-13'540,"-2"3"-360,1 4-180,-3 2 90,1 0-90,-3 3 90,-1 2-90,-1 1 0,-1 3 0,-3 3 0,3 0 90,-3 4-90,4-1 0,1 1 0,1 1 0,0 0 0,2 6 0,2 1 90,3 2-90,3-5 0,3-4 0,0-7 0,1-1 0,2-1 0,1-3 0,1-1 90,1-3-90,9-8 0,-5 1-345,9-9 345,-9 1 0,1-3 0,-2-2 90,-3 0-90,-2-3 0,-2-1 0,1-16 0,-4-1 0,-2 0 90,-5-1-90,-2 22 0,-1-5 0,2 13 0,-1 2 0,1 3 0,1 4 0,-3 10 0,2 2 0,0 9 345,2 1-345,1 4 0,2 14 0,1 9 0,3 8-705,-1-9 705,-2-9-162,-1-12 162,0-2 0,-1-2 0,1-2 0,-1-1 0,1-3 691,0 0-781,0-3-4,1 0-176,0-2-180,0-2-2158,5 0 2608,1-4 0,5 0 0,1-3 0</inkml:trace>
  <inkml:trace contextRef="#ctx0" brushRef="#br0" timeOffset="19574">6387 10941 12660,'-1'-9'629,"0"0"-449,0 3 270,-1-2-270,1 2 90,-1-1 0,-1 2-1,1 0-89,-1 2 0,-5 4-90,1 5-90,-1 3 90,3 7 0,4-2-90,-1 1 0,2-1 90,2-4-90,1 0 0,2 1 0,0-2 90,1 0-90,1-1 0,1-2 0,0 0 0,1-2 0,0-2 0,0-1 0,1-2 0,-1-1 90,1-2-90,-1-1 0,-1-1 0,1-7 0,-3-5 0,-2-7 90,-6-6-90,-2 6 0,-4 1 0,2 10-90,-3-1 90,1 3 0,-1 2 0,0 1 0,2 4 0,-1 1 0,0 3-90,1 2-450,-3 6-719,3 3-810,-1 3 2069,5 6 0,5 0 0,3 5 0</inkml:trace>
  <inkml:trace contextRef="#ctx0" brushRef="#br0" timeOffset="20241">6657 10882 13469,'1'-10'-90,"-1"0"90,1 2 270,-1 1-90,-1-2 90,1 3-180,-3-2 0,1 5 0,-2-2 0,-1 3 180,-1 0-180,-4 3-1,2 0 1,-2 2-90,2 2 90,-1 2 0,-1 6 0,1 5-90,1-1-90,5 0-90,2-4 90,3-1-179,0 0 89,1 0-90,2-2 90,0 0-180,4 2 180,-1-4-90,5 2 91,-3-6-1,0-2 180,-1-4 90,-2-3 0,-1-1 0,-1-1 89,-2 0 1,-1 1-90,0 0 180,-1 0-90,1 0 0,0 1-90,1 17 0,-2-1-90,0 19 90,-2-1-953,-2 6 863,-1 6 90,-1 1-90,-1 2 0,-1 2-1113,0-1 1023,-1 1 90,2-4 0,-1-2 0,1-1 0,-1-4 0,1-3 90,-1 1-90,-1-8 760,-1 0-760,2-12 1216,1-7-1216,0-7 0,2-2 0,-3-4 90,3-2-90,-2-3 90,0-2-90,-1-4 179,1-2-89,-1 0 0,1 0 0,-1-1-90,1 1 90,1 1 0,-2-5 0,2 7-90,-1-3 90,3 4-90,2 5 0,1-3 90,1 4-90,4 0 0,1 0 0,3 0 0,2-1-90,2 1 0,2-1-90,1 0-180,1 1-89,0 0-271,1 1-1349,0-1-89,-1 0 2158,1 0 0,4-4 0,2-1 0</inkml:trace>
  <inkml:trace contextRef="#ctx0" brushRef="#br0" timeOffset="20974">7074 10847 13559,'3'-8'720,"0"-1"-180,-1 4 89,0 0 91,0-1 449,-1 1-1079,-5 8-90,1-1 90,-8 9 0,1 3-90,0-1 90,-2 8-90,5-7 0,-3 4 0,6-6 0,-1 1 0,3-1 0,0 1 0,1-1-90,1 0-90,2 0 0,1 0-90,1-1 0,2-1-89,2 1-1,1-3-90,1-1-539,5-1-1890,2-1 2879,4-2 0,2-2 0,-1-3 0</inkml:trace>
  <inkml:trace contextRef="#ctx0" brushRef="#br0" timeOffset="21676">7294 10950 13649,'-6'-10'540,"1"2"-270,1 3 0,-1 1-1,0 0-89,0 1 90,-1-1-90,1 1-90,-1 0 180,1 1 0,-5 0-180,2 2 0,-5 4 0,5 0-90,-1 3 90,2 0-90,1 0 89,0 2-89,0 0 0,1 1 90,1 0-90,0 1 0,1-1 0,1 0 90,1-1-90,0 4 0,2-4 0,2 5 90,2-6-90,4-2 0,-1-3 0,1-4 0,-3 0 90,0-3-90,1 0 0,1-1 0,-1-2 0,0 1 0,-1-2 0,1 0 0,-1 0 0,2-4 0,-1 3 0,0-2 0,-3 4 0,1 0-90,-1 3 90,9 0 0,-6 5 0,9 3 0,-9 0 0,2 1 0,-2-1 0,0-1 0,0 0 0,5-1 0,0-1 0,1-1 0,2-5 0,-3-2 0,1-1 0,-3-3 0,-2 2 0,-1-1 0,0-2 0,-1-1 0,-1-1 0,0-1 0,-1-1 0,-1-1 0,0-1 0,-1-2 0,0 1 0,0-7 0,-1 2-90,1 2 90,-1 7 0,0 9 0,0 17 0,-1 1 0,-1 20 0,-2-1-90,-3 25 90,3-25 0,-1 0-598,1 0 1,0-1 597,-2 24 0,3-22 0,2-5 0,0-4-90,2-4-449,2 6-631,4-7-1078,0-2 2248,5-8 0,1-11 0,3-2 0</inkml:trace>
  <inkml:trace contextRef="#ctx0" brushRef="#br0" timeOffset="21841">7587 10933 13199,'12'5'0,"2"-1"0,1-3-359,7 0-361,7-2-989,6 0 810,7-2 474,7 0 1,-11 1 0,2 0 0,6-1 0,-1 0-1</inkml:trace>
  <inkml:trace contextRef="#ctx0" brushRef="#br0" timeOffset="22707">10744 10957 12930,'9'-3'809,"-2"2"-179,1-2 269,-1 1-539,6-3-180,-4 2 0,2 0 0,-2 1-90,2 0 0,4 1 0,2 0 90,16 1-1,23 3-1668,-14-1 1,2-1 1488,-3 1 0,1 1 30,-4-1 0,2 0 0,0 0-500,11 0 0,1 1 500,-9-1 0,2 1 0,-2-1-30,8 0 0,-2 0 45,3 1 0,-3 0-45,-18-2 0,-3 0 0,25 2-311,-19-1 401,-17-2-90,-3 1 90,-2-1 2403,-1 1-2403,-2-1 1306,-2 0-1306,-1 0 429,0-1-699,0 2-7735,1 0 7915,-7 5 0,-1-2 0,-5 3 0</inkml:trace>
  <inkml:trace contextRef="#ctx0" brushRef="#br0" timeOffset="24566">11160 11761 12120,'-7'-7'1349,"0"1"-719,4 2 90,-1 1 89,1 0-629,9-1 0,9 0 0,26-1-180,-1 2 45,-2 0 0,1 1 45,17-1-1083,-17 2 0,0 0 1038,-9 1 0,-2 0-45,1 1 0,0-1-889,28 2 889,-8 2-90,-2 0-90,-9 3-540,6 2-1169,-14 4-2248,-5 2 4137,-18-1 0,-16 4 0,-5-2 0</inkml:trace>
  <inkml:trace contextRef="#ctx0" brushRef="#br0" timeOffset="24933">11084 12486 13739,'1'9'1709,"0"-1"-1439,1-3 0,1-1 0,2-1-90,-1-1 89,3 0 1,2 1 180,12 0-90,15-1-270,-7-1 0,2 0-191,-1-1 1,1 0 145,4-1 0,0 0-849,-4 1 1,-1-1 848,1 0 0,1 0 0,1 1 0,-1-1-45,2 1 0,-1 0-45,1 1 0,-1 0-90,1 0 0,0 0-45,-1 1 0,-1 0-135,0-1 1,0 1-226,-2 0 0,-1 1-2810,22 2-698,-6 1 4048,-12 0 0,-3 5 0,-4 0 0</inkml:trace>
  <inkml:trace contextRef="#ctx0" brushRef="#br0" timeOffset="25375">11060 13310 15178,'2'-11'90,"1"3"0,0 3 0,2 0 90,2 0-90,3 0 0,3-1 0,8-2 0,5 0-857,7-2 767,9 0 90,3 0-90,9 0-813,-26 5 1,1 1 812,1-1 0,0 1 45,1 0 0,0 0-661,1 1 0,0 0 616,-1 1 0,1 1-523,0-1 1,-1 0 297,-1 2 1,1 0-1417,8 0 1,1 1 1640,-3 0 0,0 1 0,2 1 0,0 1 0,-7 0 0,1 0 0</inkml:trace>
  <inkml:trace contextRef="#ctx0" brushRef="#br0" timeOffset="25842">11030 13903 14819,'1'-10'449,"1"2"-179,12 0-180,1 3 180,27-7-180,-10 5-2366,20-3 2366,-8 4-90,5-1-954,6 1 999,-27 2 0,1 1-45,0 1 0,-1 1 45,2-1 0,-2 2-440,26-1-54,-3 2-541,-4 0-1259,-1 2-809,-1-1 3035,-2 1 0,8 2 0,0 0 1</inkml:trace>
  <inkml:trace contextRef="#ctx0" brushRef="#br0" timeOffset="26301">10952 14621 15448,'15'-2'180,"-2"0"-90,-1 6-90,3-2 90,4 0-90,9 0 90,8 0-90,0-2 0,2 0-859,-7 0 0,0 0 859,12-1 0,3 0 0,4 0 0,0 1 0,-12-1 0,1 0-90,3 0 0,4 1 1,-4-1-136,-4 1 0,-2-1-857,11 0 0,-1 1-1077,8 0-450,-1 0 2561,-7 1 0,7 2 0,0 0 0</inkml:trace>
  <inkml:trace contextRef="#ctx0" brushRef="#br0" timeOffset="26808">10960 15281 32767,'-3'-9'-5871,"2"0"2409,2 4 2943,2 0 1300,3 2 1020,1 0-329,4 0-41,5 0-899,8 0 2156,7 0-1541,8-1-1147,9 0 0,5 0 0,-23 3 0,0-1 0,1 0 0,0 0 0,2 0 0,0 1 0,-1-1 0,2 0 0,14 0 0,0 1 0,-12 0 0,0 1 0,11 0 0,-1 0 0,-16 1 0,-1 1 0,6 0 0,0 0-1141,16 3-85,-21-3 0,-2 0-2634,4 3 3770,-3 0 1,0 1-1,-1 1 1</inkml:trace>
  <inkml:trace contextRef="#ctx0" brushRef="#br0" timeOffset="27199">11050 15736 23001,'-8'2'227,"1"1"-479,9 3-983,3-2 848,10 3 496,2-4 173,11-1-76,6 0-136,13-3-1231,5-1 1299,-23 0 1,2-1 82,15-1 0,0-1-180,-11 0 1,2 0-1022,2-1 0,3-1 0,-3 0-278,-4 0 0,-1 0 957,8-1 1,2-2 0,-4 1 0,0 0 0,3 0 0,0-1 0</inkml:trace>
  <inkml:trace contextRef="#ctx0" brushRef="#br0" timeOffset="36649">11587 8982 10933,'-1'-11'2127,"1"1"-1172,-1 3-447,1 0-160,-2 2-101,0-1-85,-1 1-4,0-1-122,-1 1 38,0 1-6,0-1-72,1 1 78,-2 0-72,3 0 83,-2 0 10,1 0-89,-1-2 84,0 1-89,0 0 84,-1-2-87,0 2 89,-4-4 9,3 3-87,-3-2 3,2 2-2,-1 0 96,0 0-94,-4-1 99,1 1-96,-2-1 3,2 1-4,-1 2 92,0-1-88,-2 0-3,2 1 92,-1 0-95,-6 0 94,-3 0-91,-5-1 0,5 1-2,3 2-4,6 0 4,0 2 1,0-1 90,0 1-92,-1 0-6,1 0 4,-2 0-2,2 1 5,-1 1-3,-1 0 0,1 0-1,-9 3 2,6-1 342,-15 4 0,4 1 14,-8 4 3,7-3 9,3 2 223,8-5-2,0 2 25,-1 0-352,0 1 30,-2 2-14,3-1-2,-2 1-8,2-1-238,3 0-16,0 0-39,1 0 4,-6 5-53,6-3-22,-5 4-9,6-3-35,-2 5-16,-2 4-14,-1 6-21,6-5-23,2-1-10,6-8-133,0 1 63,2 0 0,2 1 70,0 0-84,2 1 0,1 1 4,1 0 9,1-1 37,7 14-58,-1-7-590,5 6 563,-4-12 130,8 6 28,6 3 46,11 8-906,-6-7 928,1-4-386,-9-8 489,0-3 15,2 0 7,1 0-16,1-1-14,1-2 32,1-1 89,2-3-87,2 1-2,1-3-2,1-1 3,14-2 0,3-2 91,0-1-103,-21-1 1,-1 0 11,18-6-2,-4 2-2,-6-2 2,-15 2 451,-3 0-454,1-1-1,-1 0 90,0-1-91,-2 0 61,0 0-59,-1-2 898,-1 0-903,0 0 556,-2-1-565,6-7-4,-5 4 78,4-5-85,-2-3-7,-3 6-2,7-14-3,-10 10-256,2-6 254,-4 6-2,-2-1 1,0-1-3,-1-5 93,0-12-94,-1 6-612,-3-7 706,-4 9-96,-1-2-160,-4-3 234,-9-11-87,-12 2-881,4 17 1,-2 1 904,3 7 1,-2 2 0,-16-3 0,-5 4-43,2 7 0,-1 3 3,-1-1 0,-1 1-810,-2 4 1,1 1 802,12 2 1,0 1 96,-1 0 0,-1 1-412,-3 2 0,-1 1 335,-1-1 0,1 2-86,0 0 0,1 1-310,1 0 1,2 1-400,3-1 0,1 2-915,2 0 0,0 1 1811,3 1 0,0 0 0,-5 4 0,-1 1 0,0 1 0,0 0 0</inkml:trace>
  <inkml:trace contextRef="#ctx0" brushRef="#br0" timeOffset="41207">1095 9230 11041,'-7'-10'1439,"2"2"-1079,1 2 359,2 2-89,-3-2-180,3 1 179,0 0-449,1-2 0,5 0-90,1 1 0,4 0 0,1 1 0,3-1-90,2-1 90,4 1-90,4-3 0,0 2-270,17-5-180,-5 3 90,1-1-539,-2 2-1889,-15 4 2788,-2 1 0,-6 3 0,-6 2 0</inkml:trace>
  <inkml:trace contextRef="#ctx0" brushRef="#br0" timeOffset="41499">1270 9176 13559,'2'-13'1709,"-1"25"-1619,-2-1-90,1 20 90,-1-10-355,1 2 265,-1 3 0,0 5 178,-1 0-178,1 1 90,0-4-589,1 0 499,-1-2 0,3 0-270,-1 7 0,1-9-466,2 11-2412,1-12 1619,-1-3 1529,1-4 0,1-6 0,0 0 0</inkml:trace>
  <inkml:trace contextRef="#ctx0" brushRef="#br0" timeOffset="41802">1513 9273 13110,'-1'-12'629,"-1"1"-269,2 4 0,0-2-360,3 12 90,-1-2 0,1 11 0,0 7-90,-1-2 90,0 10-90,0-4 0,0 2 89,1 17-89,2 4-501,0-2 501,0-4 0,-2-20-180,3 7-359,0-5-810,3 3-2069,-1-9 3418,-2-6 0,-2-7 0,-2-2 0</inkml:trace>
  <inkml:trace contextRef="#ctx0" brushRef="#br0" timeOffset="42143">1574 9287 12930,'-5'-14'539,"1"2"-449,4 5 0,2 2 0,1 0-90,1 1 90,1 0 0,2 0-90,1 0 90,1 0 0,6-1-90,-1 1 90,3-1-90,-3 3 0,1 0 90,-1 1-90,0 1 90,3 1-90,-4 1 0,1 2 0,-5 0 0,-1 4 90,-4 3-90,-2 0 90,-7 7-90,-5-3 90,0 1-90,-2-2 90,3-4-90,-1-1 0,1 0 0,0-1 0,0 0-180,1-1-90,1-1-90,-1 0-360,2-1-1258,0 1 269,2-1 1709,-1 1 0,-1 2 0,0 0 0</inkml:trace>
  <inkml:trace contextRef="#ctx0" brushRef="#br0" timeOffset="42558">941 9944 13199,'-12'-2'810,"1"0"-540,3 2 270,3-1 539,-3-1-899,17-2-90,1 0 0,18-4 0,7 0-1363,10-2 1363,9-2-45,-25 6 0,2-1-45,4-1 0,2-1 45,2 0 0,0 0-878,5-1 1,1 0 832,0 0 0,1 0-767,0 0 0,0 0 812,1 0 0,0 0-45,0 0 0,0 1 45,-1-2 0,1 1-526,-2 1 1,2-1 450,-7 2 0,1-1 0,-1 1-30,-1 0 0,-2 1 0,2 0-27,5-2 1,1 0-1,-3 1-48,2 1 0,-3 1 45,-7 0 1,-4 1-181,-2 3 0,-6-1 1187,-5 2-1186,-4-1 1647,-2 1-1738,-3 1-2638,-2 0 2998,-8 6 0,-4 2 0,-6 4 0</inkml:trace>
  <inkml:trace contextRef="#ctx0" brushRef="#br0" timeOffset="43001">1045 10433 13110,'-1'-12'989,"0"1"-719,2 3-90,0 0 0,0 2-1,3 0-89,0-1 90,3-1-90,2 0 0,4-2 90,1 0-90,15-6 0,-4 4 0,23-10-90,-9 8-270,8-2-90,-17 7-719,-3 4 90,-16 4-990,1 1 1979,-6 2 0,-4 3 0,-1 1 0</inkml:trace>
  <inkml:trace contextRef="#ctx0" brushRef="#br0" timeOffset="43283">1243 10339 13559,'-3'-9'1080,"-3"9"-990,3 3 0,-1 9-1,0 6-89,1 0 0,-1 7 90,1-3 0,1 1-90,0-1 0,0 3-282,1 0 372,-1 1-90,1-1 0,0-1 0,0-3-180,3 8-360,0-4-989,2 4-360,-1-10 1889,3-3 0,-2-10 0,3 2 0</inkml:trace>
  <inkml:trace contextRef="#ctx0" brushRef="#br0" timeOffset="43650">1408 10333 12660,'6'-10'629,"0"1"-359,-3 4 0,0 0 180,0 2 269,0-1-539,2 3-90,-1 3 180,3 12 0,-3 9-90,0 17-90,-3-4-90,-2 10-844,1-14 934,-1 7-90,0-4 90,0 11-90,-2-14-90,2 6-326,-1-17 236,1-1-180,-1-3-90,2-3-1518,-2 1 1968,1-5 0,0 1 0,0-5 0</inkml:trace>
  <inkml:trace contextRef="#ctx0" brushRef="#br0" timeOffset="43991">1438 10411 14009,'-2'-12'450,"0"1"-360,2 4 0,1 1 90,0 1-91,1 0 1,2-2 0,2 2 0,2-3 0,2 1-90,2 0 90,2 0 0,1 0-90,0 0 0,2 1 90,-2 2 0,8 0-90,-1 3 90,4 5-90,-8 2 0,-2 11 0,-11-5 90,-1 6-90,-6-4 0,-3 2 0,-2 1 0,-10 10 90,2-6-90,-6 5 0,3-11 90,-4 3-90,6-5 0,-7 4-450,10-9 450,2-1 0,3-4 0</inkml:trace>
  <inkml:trace contextRef="#ctx0" brushRef="#br0" timeOffset="44235">1808 10502 14998,'4'-11'540,"1"2"-450,0 3 270,8-2-180,6-3-90,1 0 90,13-3-90,-11 4 0,6 0-90,-8 3-90,-1 0-90,-1 2-180,-2-1-270,-2 1-629,-2 0-900,-1 1-269,-3-1 2428,-1 1 0,-2-1 0,-1 1 0</inkml:trace>
  <inkml:trace contextRef="#ctx0" brushRef="#br0" timeOffset="44491">2007 10237 14369,'-6'-7'899,"0"0"-449,2 4-360,-4 8 90,1 8-180,-1 6 90,1 15 0,3-11-457,-1 11 457,3-10 0,-1 15-90,2-10-3271,-2 21 3271,2-22-180,1 7-449,1-6-181,1-8-4407,1 9 5217,1-15 0,2 4 0,1-4 0</inkml:trace>
  <inkml:trace contextRef="#ctx0" brushRef="#br0" timeOffset="44925">2254 10166 14549,'-3'-10'629,"-1"2"-359,3 2 0,-1 0 0,0-1-90,1-1-90,2 1 90,0 0-90,2 1 0,0 2-1,-1 0 1,2 0-90,-1 1 90,3 3-90,-1 3 0,0 2 0,-3 3 0,0 0 0,-1 2 0,-1 1 0,0 5 0,0 1 0,-1 5 0,-1 1-458,0 7 458,-1 2 0,-1 3 0,0 1 0,-2 16 0,3-6 0,-1 8 0,3-22-90,2-7 0,0-13-180,2 1-180,-1-5-180,0-1-359,2-2-3409,-1-3 4398,4-4 0,0-5 0,1-4 0</inkml:trace>
  <inkml:trace contextRef="#ctx0" brushRef="#br0" timeOffset="45175">2309 10119 14369,'-8'-8'539,"1"2"-89,3 2-360,12-2 0,-3 1-90,11-2 90,-3 3 0,2 1 0,8-4-180,1 0-180,0 0-899,-2 1 1169,-10 3 0,-3 1 0,-5 1 0</inkml:trace>
  <inkml:trace contextRef="#ctx0" brushRef="#br0" timeOffset="45375">2296 10339 14998,'4'6'810,"1"-1"-630,3-7 0,0 0-90,4-2 90,1 0-90,3-1-90,1-1 0,3 0-270,0-2-990,14-5-4226,0-3 5308,1 0 0,-2-3 0,-10 5 1</inkml:trace>
  <inkml:trace contextRef="#ctx0" brushRef="#br0" timeOffset="45666">2702 10030 14819,'-2'-11'719,"0"3"-179,0 0-450,2 33-90,-1-10 90,0 26-90,-2-12-563,0 3 653,-1 3-90,0 1 0,0-4 90,-1 2-90,2-5-185,0-1 185,0-4-90,0-4 0,1-2-180,1-2-89,-1-2-271,1-4-449,-1-1-3419,1-2 4634,0-1 1,1-3 0,0 0-1</inkml:trace>
  <inkml:trace contextRef="#ctx0" brushRef="#br0" timeOffset="45985">2617 10101 13919,'-3'-11'540,"1"0"-450,3 4 0,1 0 90,3 1-1,1 1-89,3-1 90,2 0-90,3 0 0,2-1 0,2 1 0,3 0 0,0 0 0,16-2 0,-3 2 0,10 0 0,-17 4-90,-1 4 90,-14 2-90,2 3 0,-10 1 90,-3 2-90,-12 14 0,-3-4-497,-9 9 497,0-7 0,-1-2 90,-12 8-90,9-8-90,-11 9-360,15-12-719,0 1-1080,10-7 2373,3-3 0,8-5 1,-1-1-1</inkml:trace>
  <inkml:trace contextRef="#ctx0" brushRef="#br0" timeOffset="46633">3023 9828 13559,'-9'-11'-360,"0"0"360,-3 2 0,-2 1 270,-14-6-90,2 4 45,-2 1 0,0 0-1222,-11-2 1087,10 5 0,-1 0 90,-19-2-90,21 5 0,-1 0 0,-1 0 0,-2 2 45,-18-1 0,-3 2-90,7 0 0,0 1-990,4 0 1,-2 1-1,1 0 990,-12 1 0,1 2 15,16-2 0,0 1 0,-1 0-30,0 0 0,-1 1 0,0 0 0,0 0 0,0 1 0,-3 0-382,0 2 1,-2 1 0,-2 0-1,0 1 419,-2 1 1,0 0-1,0 1 1,-2 2-310,3-1 0,-3 2 0,0 1 1,1 0-1,3-1 264,-2 1 1,3 0-1,0 0 1,0 3 44,-5 4 1,-2 3-1,3 0 1,6-1-38,8-4 0,5 0 0,-1 1-30,-8 7 0,0 1 0,5 0-192,3 4 0,5 1 237,2 1 0,3 0 535,4-2 1,3 3-536,1 13 0,5 0 0,4-12 0,3-1 103,1 13 0,4 0-148,4-11 0,3-1 45,2 0 0,1 1-45,3 0 0,2 0 45,0-2 0,4 0 333,-1-7 1,4 0-1,1-1-378,2-1 0,1-1 0,3 0 30,7 3 0,2-1 0,0-2-30,8 2 0,3-5 0,-5-8 0,4-3 0,-3-2-212,0-3 1,-1-3 211,0 0 0,2 0 0,-1-2 0,8-1 0,-1-2-30,-15-1 0,0 0 0,0-1-423,2 0 1,0-1-1,0 0 453,2-1 0,1 0 0,-1-1-30,1 0 0,1-1 0,0 0-103,1 0 1,-1-1-1,2 0 133,6-2 0,0-1 0,0 0-222,1 0 1,0-1 0,-1 0 221,0-1 0,1 0 0,-1 0-9,-12 2 1,1-1 0,0 0 0,-2 0 8,4-2 0,-1 1 0,3-2 29,4-2 0,4-3 0,0 0 0,-1-1-52,-7 1 1,-2 1-1,1-2 1,1-1 22,-2 0 0,3-1 0,-1-2 0,-1 1 0,-4 0 0,-2 2 0,-3-1 0,-1 1 0,-1-4 0,0-2 0,1-3 0,-3-1 0,-5 1 131,5-16 0,-6-1-86,1-2 0,-5 0 179,-13 5 0,-6 3-179,-7 9 0,-5 1 445,-3-2 0,-5-1-445,-3-1 0,-5 2 0,-5-2 0,-3 2 58,-4 0 1,-2 1-59,-5 2 0,-1 2 0,-4 0 0,-2 1-141,14 10 0,0 1 1,-1 0 125,-3 1 0,0 1 0,-1 0-30,-1 1 0,-1 0 0,-1 1-38,-5-1 1,-2 1-1,-3 0 38,6 3 0,-2 0 0,-2 0 0,0 1-174,5 2 0,0 0 0,-1 0 1,0 1-1,1 0 174,-9 0 0,2 0 0,0 1 0,0 1 74,1 1 1,0 1 0,2 1 0,2 0-105,1 2 0,4 1 0,-4 1-38,2 2 1,-3 3 0,0-1-1,3 1 8,-3 1 0,4 0 0,-2 2-8,3 0 1,-2 1 0,1 1-1,4 1-22,2 0 0,4 2 1,0 1-61,1 0 0,0 1 0,1 2-158,-13 10 1,1 2-98,3 1 1,3 2-811,3 1 1,2 1-765,2 1 0,4 0 1979,2 1 0,3 3 0,6-9 0,2 2 0,-1 0 0,1 2 0,1 0 0,-1 0 0</inkml:trace>
  <inkml:trace contextRef="#ctx0" brushRef="#br0" timeOffset="47433">1977 8788 14459,'-19'-12'-1260,"-15"-6"811,-8 1 359,-3 0-1949,-2 5 2039,11 6-90,-2 1 180,-3 2-90,0 2 90,-6 4-90,-2 2 90,-4 4-1350,-1 5 1304,26-6 1,0 1 45,0 2 0,0 0-45,-5 4 0,0 0 45,-1 3 0,0 0-45,-4 5 0,1 0 45,1 1 0,0 2 0,6-2 0,-2 4 0,2 0-30,3-1 0,1 2 0,1 1 30,-4 7 0,1 3 0,3-2-45,-1 7 0,6 1 14,9-9 1,3 3 0,3-4-15,4-1 0,2-1 0,3 11 0,3-2-413,4-10 0,4-2 368,2 0 0,2-1 45,4 1-1,2 0 1,2-3 0,1-1-664,2-1 1,1-2 663,2-2 0,1-1-45,2-3 0,1-1 45,-2-3 0,2-2 0,0-1 0,2-3-45,-3-2 0,2-2 0,3-2 0,4-2-127,-4-2 0,3-2 1,1-2 156,3-3 0,0-1 0,0-1 0,-1 0 0,0 0 0,-1-2-30,-4-1 0,-1-2 0,-4 0 0,1-3 0,-3-3 29,-4 0 1,1-3 0,-2 1 15,3-6 0,0-1-181,-7 4 0,1-2 1,-4 0 135,0-4 0,-3 0 45,-2 1 0,-2-1-29,-2-1 1,-2 0-17,-3 0 0,-1 0 0,-2-1 0,-2-2 0,-2 0 0,-1 0-45,-3 0 0,-1-1 16,-4-2 0,-1-1 29,-2 1 0,-4-1-30,-2 3 0,-4-2 0,-1 2-15,-4-4 0,-2 2 45,3 6 0,-3 1 0,-2 2-30,-5 4 0,-4 4 0,1 2-15,-7-2 0,-2 3 45,5 3 0,-3 2 0,2 2 0,-5 5 0,-1 4-30,1 4 0,-4 3 0,0 3-90,-3 3 0,0 3 0,-3 4-106,6-1 1,-3 3-1,1 1 1,2 0 135,9-1 0,2 0 0,0 1 0,2 1-223,-10 8 0,1 1 1,5 0-48,0 5 0,4 1-540,2 0 1,2 2 11,3 0 0,3 0 888,4-1 0,2 1 0,0 9 0,2 2 0,2 0 0,0 1 0</inkml:trace>
  <inkml:trace contextRef="#ctx0" brushRef="#br0" timeOffset="51633">16943 8088 11850,'-3'-10'1889,"1"1"-989,0 2 179,2 0-359,-1 1-630,0 15 0,-1 4-90,0 11 89,-2 8-89,1-9-188,-1 9 188,0-9 0,1 1 90,-1 0-90,1 1 0,-1-1 0,1-1 0,-1-1 0,0-1 90,1-2-90,0-2 0,0-2 0,1-1 0,0-3 368,0 3-278,0-2 109,-1-2-179,-1-10 70,1-8-90,-1-6 0,5-12 0,0 6-401,3-10 401,-1 1-19,3-19-1,-1 8 20,-1 8 0,0-1 0,3-12 18,-1-3-1,-2 17-55,-1 4-35,-1 15 0,-1-2-4497,1 7 4571,1 16 1,-1 3 0,1 13 0</inkml:trace>
  <inkml:trace contextRef="#ctx0" brushRef="#br0" timeOffset="52342">17432 8137 15258,'4'-9'398,"-1"-1"-182,0 5 75,0-1 246,-1 2-446,-8 14 20,-3 1 12,-9 14-29,-1 0 44,-4 5 3,-4 4-1649,-6 5 1639,-2 3-66,14-17 0,-1 1-877,0 0 1,-1 1 858,-2 3 1,0 0 5,0-1 0,0 0-49,0 0 1,0 0 44,2-4 1,1 0-216,0 0 1,0 0 212,-6 7 1,-2 1 90,0 1 1,-1 0-425,1 0 1,-1 0 264,-2 3 0,2-3-113,0 2-3,-5 6 681,19-21-687,3-2 1610,4-5-1972,2-1 527,1-3-300,2-1 1043,-1-2-1311,3 0 693,0-3 0,2-2 0,0-1 0</inkml:trace>
  <inkml:trace contextRef="#ctx0" brushRef="#br0" timeOffset="53867">17114 8845 14009,'1'-10'2609,"0"1"-2609,2 22 89,-1-6 1,1 26 0,-2-2-90,0 2 90,0 14 0,1-18-513,-1 8 423,0-13 90,-1-1-90,1-3 0,-1-1 0,1-1-90,-1-3 0,0-1-179,1-2 332,-1-1-603,0-2-5756,-1 0 6296,-3-3 0,2-1 0,-1-3 0</inkml:trace>
  <inkml:trace contextRef="#ctx0" brushRef="#br0" timeOffset="54183">17212 9011 14621,'13'-2'1579,"-3"0"-1148,-2 2-1,3-1-108,5-1-9,8-2-182,-2 1-14,3-2 162,-5 1-189,1 1-2,0-2-54,0 1 78,-1 0-94,0 0-13,-3 1 3,-1 0-188,0 0-359,2-1-444,-1-1 192,-3 0 807,-3-1 0,-7 1 1,-1 0-1</inkml:trace>
  <inkml:trace contextRef="#ctx0" brushRef="#br0" timeOffset="54450">17430 8817 13649,'0'-12'720,"1"0"-270,0 7 269,1 0-539,0 9 0,-1 2-90,-2 16 0,0-1 0,-2 8 90,-2 17-180,1-11 161,-1 16-1,2-18-90,1-2-598,1-3 414,0-1-273,1-4-565,0-1-1297,2-2-791,0-2 3022,2-1 1,2 4-1,0 2 1</inkml:trace>
  <inkml:trace contextRef="#ctx0" brushRef="#br0" timeOffset="56333">15174 9447 12210,'-8'-9'1349,"3"2"-899,0 1-90,2 2 0,-1-1 1079,1 1-1259,7 5 0,-1 0-1,8 3 91,4 0-180,-3-2 180,19 3-90,7-2-90,-9 0 0,1-1-1274,24 2 1274,2-1-90,-16 0 90,-1-1-815,-1 1 815,-3-1-467,-5 1 466,-4-1-89,4 0 0,-9 0 1130,9 1-1130,-12-1 872,2 0-872,-7-1 555,-4 0-466,-4-1-89,-13-1 0,0 1 0,-18-1 0,7 1 0,-14 0 0,-4 0 0,8 1 0,-1 0-89,-19 0-91,-5 2-1188,17 1 1008,0 0-180,-2 1-269,0 3-1710,-2-2-1618,-2 3 4137,3 0 0,-7 4 0,4-1 0</inkml:trace>
  <inkml:trace contextRef="#ctx0" brushRef="#br0" timeOffset="61941">17880 8788 19172,'-8'-11'-3130,"1"0"2003,0 1 1099,-2-3-209,3 3 79,-1-2 162,3 3 0,0 1-866,0 1 965,2 0 165,-2 0-223,2 1 184,0 1 48,-1-1 123,1 2-59,0-3 98,-1 3-10,-9 3 1139,-9 9-2822,-4 3 3977,-17 17 236,15-6-432,-8 10 19,12-5-315,3 1-244,2 2-1457,3 2-1441,4 1 2603,3 0-3635,3-1 309,4-3 43,7 11-216,2-10 24,14 18-33,1-18-418,11 1 1323,-8-16 739,6-7 204,-13-8 374,7-3 875,-9-4 161,4-6 498,-2-3-256,8-19-570,-9 5-1012,2-11 172,-10 7-454,-4-1-478,-3-1-422,-5-2-347,-4 0 45,-6-5 723,0 14 0,-4-1-70,-3 0 0,-2 1 111,0 0 0,-2 2 220,-5 1 1,-1 5-50,-6 1 308,-6 3 145,15 13 1023,5 3-353,0 4 346,3 3 199,2 4-1503,3 3-534,4 2 899,3 1 0,4 8 1,1 2-1</inkml:trace>
  <inkml:trace contextRef="#ctx0" brushRef="#br0" timeOffset="63250">18262 8270 25857,'-7'-2'-121,"0"-2"-1090,8-2 387,0 1 297,4-3 1270,-1 4 67,1-2-15,1 1-195,-1 1 256,3-1 547,0 2 326,1 0-148,0 1-1099,-1 2-857,1 0-488,1 2-1210,1-1 1899,6 2 1,0 0-1,7 1 1</inkml:trace>
  <inkml:trace contextRef="#ctx0" brushRef="#br0" timeOffset="63484">18192 8430 11670,'10'-5'90,"-1"-1"-90,-2 3 90,0-1-90,1 1 0,2-1 90,1 0-90,0 0 0,3 0-90,0-1-539,10-2-1710,3-1 1439,2 0 900,-2-1 0,-2 0 0,1-1 0</inkml:trace>
  <inkml:trace contextRef="#ctx0" brushRef="#br0" timeOffset="63833">18942 8111 14732,'5'-12'-566,"0"0"813,-2 4-73,0 2-23,0-1 407,-2 3-160,1-1 455,0 1-1053,-4 9 378,-1 2-108,-7 22-1,-2 12-46,5-15 1,0 3-749,0 6 0,0 0 639,-3 19 86,6-19 0,1-2-111,1 4-814,0 9 541,2-19-387,0 0-959,1-3-1249,-1 8 2959,1-11 0,0 14 1,-1-8-1</inkml:trace>
  <inkml:trace contextRef="#ctx0" brushRef="#br0" timeOffset="68641">16838 9727 27029,'4'-11'9,"0"2"-448,-3 14-2341,-1 4 1958,-1 5 399,0 0 303,0-6-136,1 1-954,-2 1 590,1 0-31,0 2 1211,-1 6-545,1-5-40,-1 6-141,0-6 149,1 5 119,-1 3-141,0 3 30,0-5-16,1 0 64,0-6-98,0-1 76,0-2 52,1-2-125,0-2 387,0 1-497,2-16 302,-1 6-49,2-14 117,-2 7-145,0-8-126,0 2 371,0-6-136,0 4 53,1 1-299,-2-2 49,1 1-192,0 0 155,-1 0-3,1-5 35,0 6-6,-1-5 81,1 0-190,0 4 210,-1-4-248,1 9-3428,0 4 3024,-1 14 620,1-1 1,-4 13 0,1-4 0</inkml:trace>
  <inkml:trace contextRef="#ctx0" brushRef="#br0" timeOffset="72916">15790 9193 23846,'1'-13'-3420,"1"3"3142,2 6 2453,2 1-533,0 2-1184,-1 0 46,6 0-489,-3 1-15,2 1 948,-3-1-460,-1 0-1205,0 1-217,-1-1 450,1 2-363,0-2 556,-1 1-208,1 1 116,-1-1-64,0 1-142,0 1-75,0 0-277,1 2-92,-1 2-550,1 2 130,-3 0 65,0 0 421,-2-1 273,1 0 195,-1 1 440,-1 0 321,1 1 430,-1-1 167,1 1-118,-2 0-129,1 0-139,-1 6-37,1-4-156,-1 5 5,0-6-30,0 6 45,-1 3-49,-1 5-132,1-2 143,0 3-294,1-9 156,0 5-90,0-7-153,1 0 34,-1-1-42,1 0-87,-1 1 91,1-2 5,-1 2 41,1-2-36,0 1 55,0-2 17,0 1-42,0 2 22,1 2-95,1 2-79,-1-5 66,1-2-223,0-4-23,-1-1-64,2 0 34,-1-1-196,1 1-129,0-2-57,0 0 83,1 0 330,0-1 273,0 0 4177,0-1-3870,1 1 163,0-1 243,2 1 213,-3-2 284,3 0-175,-3 0-117,2-1 216,-1 0 341,0 0-563,-6 5-220,1-2-405,-7 4 654,3-3 51,-1 2-89,1 1-356,-1 1-43,0 1-98,-1 2 94,0 2 230,1 1-1071,-1 0-12,2 2-85,-1-1 212,1 1-318,1-1 169,-1 8-118,1-5-6,0 10 46,1-6-8,1-1 52,0-2 17,1-6 237,-1 0 133,0 0-7,0-1 116,0 0 27,0 0 122,-1-1 21,1 0-36,-1-1 183,-1 1-73,-1-1 194,0 0-193,0-1 12,-4 3 92,1-3 6,-2 3 51,3-6-28,-2 3-79,-1-2-111,1 0-296,2-2 278,1-2 1,2-2 0,1 0 0</inkml:trace>
  <inkml:trace contextRef="#ctx0" brushRef="#br0" timeOffset="74059">16623 9797 24854,'-1'-9'-2277,"0"3"983,12 1 3894,-3 2-1256,2 1-617,0-1-49,6 0-368,-3 1-17,8 0 843,-1 2-104,2 1-1651,-1 1 3,-5 1-62,-1 5-444,-8-2-176,1 5-384,-5-1 254,-1 2 183,-2 1 232,0 2 142,-1 0 241,-2 4 507,-3 10 393,-3 4 342,0-1-19,-4 5-101,3-11-56,-3 6-66,4-12-45,2-2-66,2-8-8,0-1 25,1-1-55,0-1-40,1-1-122,0 0 86,1-1-167,-2 1 140,2-1-78,-1 1 83,1-1-168,4-1-816,2-2 515,3-1 298,1-3 457,1-1-10,0 0 50,3-1-41,1 1 56,1-2 782,1 1-530,7-2-755,-4 1-331,5 0-25,2-2-42,-7 3-12,12-2 8,-11 2-69,4 1 36,-9 1 382,-3 1-16,-5 1-97,-1-1-324,2 1-406,-2 1 896,1 0 1,0-2-1,0 0 1</inkml:trace>
  <inkml:trace contextRef="#ctx0" brushRef="#br0" timeOffset="74594">17352 9678 16779,'3'-9'-490,"0"0"494,-2 3 166,2 0 112,-1 1 240,0-1 73,1-1-371,-1 0 155,1-2-227,-11 20-136,0 0 76,-10 19-745,2-4 697,-1 3 93,-3 5-1067,-1 3 995,-3 5 125,1 2-169,-1 2-2,8-13 0,0 2 2,-1 0 0,0 1 1,-2 7 0,0 0-46,4-11 1,2-1 57,-9 20-841,8-19 756,2-2-250,2-3 350,0-4 458,3-4-538,1-3 1159,0-2-1147,1-2 895,1-1-891,0-2 370,1-1-366,0-1-59,2-1-2570,-2-1 597,8-10 2048,-2-1 0,5-13 1,-3 1-1</inkml:trace>
  <inkml:trace contextRef="#ctx0" brushRef="#br0" timeOffset="76534">17350 10048 19671,'3'-10'-1102,"0"3"826,-1 1 205,1 2-224,-1-1 501,3-2 160,-1 2-78,2-2-339,-1 1 490,-1 2 60,1-1-66,-1 2 253,1-2-298,1 0-79,0-1-161,0 1 419,2-1-328,0 1-19,0 1 112,1 0-262,-2 2 48,0 0-134,0 0-134,1 1-61,2 0-142,1 2-229,0 0-55,0 3-93,-4 4-189,-1 3-141,-3 4 303,-3-1 216,-3 2 151,0-3 156,-2 1 112,0 0 213,-2 0 407,1 0 122,-2 1-156,0-1-360,-6 8-94,3-7-54,-5 6-35,4-7-16,-6 7-15,0 0-28,-5 6-35,5-3 239,5-6-42,4-5-39,5-5-35,0-1-51,1 0-28,1-1-157,1 1-126,2-3-39,2 2-15,2-3 99,-1 0 106,6-1 111,-4-2 82,7 0 257,2-1 65,0 0 47,3 0-54,-3 0-177,1 0-164,3 0-341,0 0-331,0 1-1180,2 0 792,-1 0 1111,1 0 1,8 0 0,3 1-1</inkml:trace>
  <inkml:trace contextRef="#ctx0" brushRef="#br0" timeOffset="77491">17750 10086 16599,'-1'-10'-938,"1"2"862,4 2 502,0 2 199,1 2-170,1 0-5,5-1-307,-2 0 105,12 0 343,1-1-223,9 0-193,-5 0-245,-1 1-86,-8 1-43,-2 0 227,0 1-131,-2-1 1,2 0-2,-4 0-161,4 0-357,-8 1 634,2-2 1,-7 3 0,0-1 0</inkml:trace>
  <inkml:trace contextRef="#ctx0" brushRef="#br0" timeOffset="77826">17886 9951 18322,'-6'-8'-1969,"0"0"990,7 12 890,-1 3 101,3 6-145,-2 0 68,-1-1 167,0 0-615,0 2 707,-1 1 142,1 1-242,-1-1 38,1 2 49,-1 0-139,1 5-63,-1-4-70,1 3 45,-1-8-251,1 5-658,0-2-904,1 1 690,-1-5 1152,1-4 0,0-1 0,1-1 0</inkml:trace>
  <inkml:trace contextRef="#ctx0" brushRef="#br0" timeOffset="78334">18151 9979 15601,'1'-10'-428,"0"-1"320,-1 4 248,0-1 654,1 1-862,-8 12 535,3 0-172,-5 9-304,2-1 254,1 3-113,-1 1 121,0 2-134,1 1-10,0-1-295,1 2-35,1-2 64,2 0 99,1-2-77,0-1 68,1 0-73,1-1-29,2-1 64,1 0-32,5 4-159,4-2 163,5 2-64,4-6 157,-5-4-52,-1-5 64,-4-3 69,-1-1 77,0-2 91,1-1 86,-1-3-92,0-2-65,4-10-67,-5 1-47,2-9-47,-6 5-291,-2-2 208,-2-1-116,-1-1-17,-7-18 20,-4-1 103,-6-6-95,0 15 74,-6 9 84,6 16 79,-4 0 138,5 8-5,2 2 289,-2 3-705,-3 4 10,5 0-1295,-3 5 4,9-4 1576,1 1 0,1 3 0,1 1 1</inkml:trace>
  <inkml:trace contextRef="#ctx0" brushRef="#br0" timeOffset="78658">18499 9842 15789,'5'-8'252,"2"0"-21,-2 4 18,3-1-4,-1 2 36,1-1 1,5-1-133,-3 2 42,5-1 35,-4 1-64,-1 1-151,1 0 33,0 0-92,0 1-126,-1 0-187,-1 1-86,-1 0-222,0 0-2327,1 2 2927,-3-1 0,1 3 0,-2 0 0</inkml:trace>
  <inkml:trace contextRef="#ctx0" brushRef="#br0" timeOffset="78876">18620 9883 12300,'13'2'90,"-1"1"-90,-2-3 0,0 0-180,2 0-180,-1 0-539,2 0-540,-2-1 1439,1 1 0,-1-2 0,5-1 0,0-1 0</inkml:trace>
  <inkml:trace contextRef="#ctx0" brushRef="#br0" timeOffset="79167">19050 9654 11580,'6'-14'990,"0"1"-630,-3 7-1,0 0-89,-1 2 180,0 0 0,1 0-180,2 2-180,0 2 89,0 3-89,0 4 0,-1 2 90,0 12-90,-2-3 0,0 11 0,-3-5 0,-2 23-90,-1-10-911,-1 17 911,-1-18-90,2 0-719,-1-3 449,1-2-570,2-4-1229,-1-3-449,2-1 2608,0-1 0,1 9 0,-1 2 0</inkml:trace>
  <inkml:trace contextRef="#ctx0" brushRef="#br0" timeOffset="81110">16034 10810 23266,'-9'-10'-2738,"1"1"1864,4 4 577,1 1-46,4-3 677,-1 3-79,4-2 396,0 3-505,0-1 889,2 1 382,-1-1-33,2 1-42,-1 1-618,2 1-412,4 0-715,0 1-664,3 1 158,-3 0-2481,-1 3 3114,-5 0 1,-1 1 0,-2 1 0</inkml:trace>
  <inkml:trace contextRef="#ctx0" brushRef="#br0" timeOffset="81316">16070 10841 20328,'-7'4'3426,"15"-1"-4917,0-2 800,22-1 69,-12-1-2182,18-2 2810,-15 2 1,17 0 0,-8 2 0</inkml:trace>
  <inkml:trace contextRef="#ctx0" brushRef="#br0" timeOffset="85283">16588 10617 17531,'0'-10'-601,"0"0"530,1 3 310,-1-1-129,-1 2-113,0-2 16,-1 2 55,0 1-340,0-2 345,1 2-188,1-2 92,3 3 657,0 0 451,2 2 130,0 1-205,1 0 149,1 0-184,0 0 74,1 0-334,5 1-676,0 0-344,5 1-186,-4 0 205,-2 1-163,-4 0 67,0 1-118,-1 0-89,-1 1 22,0 1-188,-1 0-10,-1 1-213,-1 4 312,-3 3 323,-1 2 211,-4 0 241,-5 5 335,2-4 143,-12 11 203,1-4 300,-1-1-155,0-2-256,8-8-39,0-1-172,1-1-143,2-1-139,0-1 78,3-1-212,0-1-30,1 0-68,0-1-20,1 2-219,4-1-354,2 3-303,4-4 2,8 0 398,-3-2 115,6-1 86,-3 0 0,0-1 397,2 0 97,0 0 513,2-1 45,-1 0-496,1 0-6,0 0-67,1 0-10,-1-1-141,-2 1-80,0 0-58,-2 0-532,5 0-1877,-1 2 2523,3 0 1,-3 1 0,-2-1 0</inkml:trace>
  <inkml:trace contextRef="#ctx0" brushRef="#br0" timeOffset="85859">17196 10632 19114,'1'-10'-1054,"1"0"811,-1 3 364,-1 1-61,2-2 409,-2 3-27,1-4-60,-1 3-359,0-1 372,-1 1-285,-1 1-470,-6 5 862,1 3 263,-6 7 66,-7 10-143,3 0-643,-9 8 712,4-3-2,-1 4 280,-3 1-895,-2 3-319,0 1 120,8-10 1,-1 1 69,-1 2 1,-1-1-29,-4 7 1,0-1-3,6-6 1,0-1 59,-2 1 0,2-1-21,-4 5-25,-4 3 27,11-14-240,4-3-184,2-2 91,2-3-101,3-1-30,-1-1-75,2-1-146,0 0 506,2-1-441,-1-1-92,2-2 673,0 1 0,1-2 1,-1 1-1</inkml:trace>
  <inkml:trace contextRef="#ctx0" brushRef="#br0" timeOffset="87750">17045 10952 17678,'3'-8'207,"0"0"-127,1 2 432,-1 3-104,0-3-91,0 2-42,0-1 50,-1 1-211,2 0 179,-2 1-171,3-1 94,-1 1 86,1 1-35,1 1-196,-1-1 169,3 1-220,-2 1-5,1-1 84,-1 1-315,2 1-111,1 1-58,0 2 39,0 2-172,-2 3-70,-3 0-83,-4 4 293,-2-3 173,-2 3 129,-2-1 156,-1 0 118,-1 0 132,-6 8 246,3-5 124,-4 5-306,4-6-110,0-2-49,0 0-83,1-1-12,-1-1-7,1 0-18,-4 3-10,1-1 0,1 0-148,1-1 92,5-4-70,0 0-16,2-2-146,2 0-26,0 2-178,5 0-348,0-1 32,4-1 201,0-3 256,0 0 5,2-1 149,1 0-15,7 0 242,2 0 435,9-2 15,-5 0-180,7 0-304,-11-1-73,6 1-110,-9 0-89,-1 0-39,-2 1-118,0 0-36,-1-1-90,-1 2-1939,2-1 1159,-4 1 1208,1 0 0,-3 0 1,-2 0-1</inkml:trace>
  <inkml:trace contextRef="#ctx0" brushRef="#br0" timeOffset="89617">17322 10998 14449,'8'-6'350,"-1"0"-683,9 5 109,-4 0 178,14-1-44,2-1 26,9 0 16,-7 1-96,3-1 47,-16 2 90,3-1 7,-8 0 2,-1 1-2,-2 0 1,-1 1 88,2-2-87,-3 1-90,3 0-270,-4 0 358,0 0 0,-2 1 1,-2 0-1</inkml:trace>
  <inkml:trace contextRef="#ctx0" brushRef="#br0" timeOffset="90025">17468 10887 11838,'-5'-10'861,"-1"12"-710,3 1-44,0 11-23,0-3-91,0 2 94,-1 1 1,-3 2-96,1 2 32,-1 1 52,0 0-85,0-1 102,1 0-90,1-1 88,1-2-1,-1 5-93,2-6 89,-2 9-92,4-8-1,0 4-1,1-8-452,1 2 87,0-8-2167,1 2 2534,0-2 1,1-1 0,1-1 0</inkml:trace>
  <inkml:trace contextRef="#ctx0" brushRef="#br0" timeOffset="90452">17852 10856 11760,'-1'-11'1260,"1"1"-901,0 3 91,1 0-360,-4 12-90,1-3 90,-2 12-90,1-3 90,0 3-90,-2 1 0,0 3 90,0 1-90,0 1 0,-1 1 90,0 0-90,-1 10 0,1-8 90,-2 14-90,4-10 90,-1 4-90,3-7 90,2-2-90,0-6-90,1-1 0,1-4-90,-1-4-630,1-2-1888,0 0 2698,2-2 0,-2-1 0,1-1 0</inkml:trace>
  <inkml:trace contextRef="#ctx0" brushRef="#br0" timeOffset="90809">18226 10739 13020,'1'-9'1888,"0"1"-1708,2 3-90,-1 1 180,3 1-180,2 1 0,-1 1 0,2-1 0,0 1 0,0-1 0,0 1-90,1 0-90,4-1 0,-4 2-180,3-1-90,-5 2-1349,2 1-2248,-3-1 3957,0 4 0,-4-4 0,0 2 0</inkml:trace>
  <inkml:trace contextRef="#ctx0" brushRef="#br0" timeOffset="91009">18210 10860 12030,'1'10'-180,"1"-2"180,3-6 0,1-1 0,2 1 0,1-1-450,7 0-809,-2-1 90,5 0 179,-6 0 990,1 0 0,4-1 0,2 1 0</inkml:trace>
  <inkml:trace contextRef="#ctx0" brushRef="#br0" timeOffset="97433">18453 3543 24575,'0'0'0</inkml:trace>
  <inkml:trace contextRef="#ctx0" brushRef="#br0" timeOffset="100217">18610 10765 12030,'2'-9'720,"0"1"-271,-2 3 181,1-4-270,0 1-90,-1-2-90,1 2 89,-1 1-89,-1 0-90,-4 8-90,0-1 0,-5 10 90,-1 7-90,-2 7 0,-3 11 90,4-4-90,0 10 0,5-9 0,2 0 0,3-6 0,2-11 0,2 0 90,2-2-90,1 0 0,3-2 0,2-2 0,1-2 0,2-3 0,1-2 0,8-4 90,4-6-90,13-12 0,-10-2 0,6-17 0,-15-1-845,-3 2 845,-7 0 90,-9 15-90,-2 0 0,-2 1 0,-3 1 0,-2 0 0,0 3 0,-2 2 0,0 3 0,-8 0 0,6 6 845,-11 2-1025,6 10-90,-1 1-179,3 5-181,7-3-3957,-1 6 4587,5-5 0,0 10 0,3-3 0</inkml:trace>
  <inkml:trace contextRef="#ctx0" brushRef="#br0" timeOffset="100484">18935 10844 13559,'6'-10'360,"-1"2"-180,-2 1 0,-2 2 0,1-1-270,-1 1 90,0-2 0,0 4 0,-1 0 0</inkml:trace>
  <inkml:trace contextRef="#ctx0" brushRef="#br0" timeOffset="101009">19114 10717 12570,'1'-10'450,"0"-1"-91,-1 6 271,1-3-630,-7 12 90,1-1-90,-5 12 0,3-2 0,-1 2 0,0 1 90,0 2-90,0 2 90,-2 11-90,3-8 0,-1 9 0,4-10 0,2-1 0,1 0 0,1-2 0,2 0 0,1-2 90,1 0-90,1-2 0,2-1 0,0-1 0,1-3 0,1 0 0,-1-3 0,0-1 0,1-2 90,-1 0-180,4-3 180,-1-3-90,1-4 0,-4-5 0,-3 1 0,-4-6 0,-3 7 0,-1-4 0,-2 3 0,1 2 0,-1 0 0,-1 1 0,-3-2 0,-2 3 0,2 0-90,0 2-990,-1 3-1708,3 1 2788,-2 2 0,5-1 0,2-1 0</inkml:trace>
  <inkml:trace contextRef="#ctx0" brushRef="#br0" timeOffset="101392">19232 10773 12300,'0'-9'540,"0"1"-181,0 1 91,0 1-180,1-1-90,0 2 0,1 1-90,2 1-90,1 1 90,1 1 0,1 0-90,2 0 90,1 1-90,2-1 90,-1 1-90,1 0 90,4 0-90,-5 0 89,7 1-89,-9-1 0,2 1 0,-6-2 0,2 3 90,-2-1-90,-3 4 0,-1 0 0,-5 3 0,-1 1 0,-1 1 0,-3 4 0,1 2 0,-2 2 0,-2 4-437,1 1 527,0 3-90,-3 12 0,7-11-180,-5 17-449,8-13-2070,1 3 720,3-10 1979,3-5 0,1-4 0,1 0 0</inkml:trace>
  <inkml:trace contextRef="#ctx0" brushRef="#br0" timeOffset="102592">16135 11520 22541,'-8'-7'-3521,"1"0"2463,3 3 647,0 0-33,2-3 76,3 1 819,1-1 267,4 1-459,0 2 1158,0-1-30,-1 2 93,1-1 286,1 2-406,0 1-600,0 0-557,0 1-398,0 0-316,0 1-204,1 0-264,0 2-360,0 0-962,4 3-60,-3-1 2145,5 5 1,-4-1-1,2 2 1</inkml:trace>
  <inkml:trace contextRef="#ctx0" brushRef="#br0" timeOffset="102800">16100 11725 21372,'16'0'358,"-1"-1"-264,-3 0 213,6-2-1296,1 1-391,1-1 508,-2 2 875,-5-1 0,5 1 0,1-1 1</inkml:trace>
  <inkml:trace contextRef="#ctx0" brushRef="#br0" timeOffset="107417">16554 11464 22924,'-2'9'-736,"3"-2"-2100,5-4 1864,2-2 1673,0 1-489,0-1 153,1 0-136,0 0-422,0 0 364,0 0 828,-1 0-191,1 1-886,-1-1 168,2 3-470,0 0-158,-1 2-321,-1 1-433,-5-1-134,-1 2 404,-3 1 760,-1 1 58,-2 3 660,-2 0 238,-2 2 522,-1 1 418,-5 3 407,1-1-459,-1 1-408,1-3-206,1-1-337,-3 6-140,4-7-269,-3 9-130,6-8-358,2-2-75,2-1-353,4-6-453,1 1-443,1-2-385,2 0-82,1-1 485,2 0 593,1 0 203,2-1 463,0-1 570,8 1 745,-4-2 382,5 0 216,-1 1-452,-3-2-580,9 0-56,-11 0-289,3 0-1249,-6-1 1069,0 1 91,-1-1 0,6-2 1,1 0-1</inkml:trace>
  <inkml:trace contextRef="#ctx0" brushRef="#br0" timeOffset="107727">17007 11557 22885,'1'-12'-2484,"0"2"1817,-1 2-12,0 1 290,0-1-45,-2 2-339,-4 5 1377,0 3 220,-4 6 726,2 3-410,-3 1 239,-1 7-213,-3 2 262,-1 5 212,0 2-1212,-1 1-1020,-8 16-225,0 5 646,9-18 0,0-1 3075,-8 19-3346,11-21 1,0-1-343,-6 14-1046,-1 6 24,7-15 1460,4-9 229,4-11 0,0 5 0,1-1 0</inkml:trace>
  <inkml:trace contextRef="#ctx0" brushRef="#br0" timeOffset="108192">16937 11954 19518,'4'-11'-534,"-1"1"349,-1 4 550,0 1-433,0-1 388,0-1-153,2 1 59,-1-3-378,1 5 593,1-3 28,3 2 220,-1 1 202,4 0-366,-1 0 53,1 1-149,0 1-23,1-1-248,-1 1-11,0 1-558,3 0 67,-4 1-72,3 1 40,-6 1-160,1 4-338,-3-1-246,-1 5 3,-5-2 556,-1 3 161,-4 2 319,-7 10 109,-2-2 290,-11 15 383,9-14 315,-3 4 89,9-10-570,0-2-121,3 0-268,0-3-33,1 0-180,-1 1 29,3-3-198,0 0 172,6 0-713,5-3-52,1 0-7,8-3 597,-4-3 107,5 0-1,-3-1-181,3 0 22,2-1 693,2 1-432,12-3-636,1 0-996,6-2 1632,-10 1 0,0-1 1,-6 0-1</inkml:trace>
  <inkml:trace contextRef="#ctx0" brushRef="#br0" timeOffset="108442">17326 12057 18952,'-1'-10'-1726,"1"3"1262,4 3 1547,6 0-59,-1 1-483,4-1-106,0 1-235,1 1 48,2-1 510,0 1-215,0-1-907,-2 1-293,1 0-583,-3 0-165,-1 0 311,0-1 1137,-2-1 0,3-1 0,0-1 1</inkml:trace>
  <inkml:trace contextRef="#ctx0" brushRef="#br0" timeOffset="108700">17485 11890 18682,'-8'-9'-1875,"0"6"1904,4 5 1482,0 4-1193,-2 8-283,3-2-146,-3 6 28,2-1-113,-1 1 584,1 2-376,0 1-624,-2 12 283,1-1 226,0 1-126,1 1-743,3-11-1527,0 2 2434,1-8 0,3-3 1,0-4-1</inkml:trace>
  <inkml:trace contextRef="#ctx0" brushRef="#br0" timeOffset="109134">17596 11925 16509,'6'-11'-25,"0"1"162,0 5 233,1-2-75,1 1 103,5-2-137,0-1-38,3-2 99,-5 4 27,1-1 15,-3 4-247,0 1 15,3 2-286,-5 2-202,1 3-106,-3 4-361,-3 4 240,0 2-105,-4 9 177,-6 4 155,-8 15 178,1-9 466,-2 1 130,8-14 363,-1-2-121,2 0-70,0-2-129,1 0-150,1-2-64,1-2-295,1-1-31,2-1-233,0-2-234,3 0-61,1-1-107,1-1-34,2-1 234,6-1 109,5-2 94,6-2 285,6-4 269,-6-1 124,1-1-153,-6 0 104,1 0-382,-2-1-1238,-1 0 904,-2 0 442,-1 0 0,5-4 1,1-1-1</inkml:trace>
  <inkml:trace contextRef="#ctx0" brushRef="#br0" timeOffset="109450">18008 11594 13099,'-3'-11'716,"0"1"-92,2 4-280,-1 0-296,3 0 70,0 1 47,3 1 55,1 2-53,2 0 23,1-1 83,2 1 5,0-1-292,1 2 40,0-1-229,0 1-267,-1 0-133,1 0-1416,-1 1 184,-2 0 1817,-1 0 1,-1 2 0,-1 0 0</inkml:trace>
  <inkml:trace contextRef="#ctx0" brushRef="#br0" timeOffset="109651">18053 11729 15781,'12'3'-331,"0"-1"292,-2-3 328,1 0-134,3-1-244,1 0-463,1-1-1273,5 0 1844,-5 0 0,8-1 0,-6 0 0</inkml:trace>
  <inkml:trace contextRef="#ctx0" brushRef="#br0" timeOffset="111942">18626 11447 13007,'-4'-8'-1292,"-4"4"1665,2 5 713,-2 3-307,1 0-266,-1 0-162,1 2-121,-2 1 200,1 1 243,-2 2-319,-2 6-496,2-2-113,-5 11-35,5-3-48,-1 8 4,4-9 7,3-1 77,3-8-133,1 0 6,1 0-25,1-2-19,3 0-49,0-2 266,2-1 155,7 0 206,2-3 208,6-2 131,-4-2 222,4-8 148,-5-3 202,3-7-338,-6 1-98,-2-9-388,-6 9-301,-1-6-51,-5 6-175,-1 0-315,-2 0 8,-1 1 74,-6-5-116,2 5 218,-13-10 110,9 14 120,-6-4 153,7 11 257,-2 2 55,-2 4-27,0 1-729,-3 5-205,10-1 1096,-3 3-317,7-2 1,-3 4-1,2 2 1</inkml:trace>
  <inkml:trace contextRef="#ctx0" brushRef="#br0" timeOffset="112201">18776 11567 14440,'7'-8'408,"0"1"-432,-5 3 0,0 1 0,-2 1 0</inkml:trace>
  <inkml:trace contextRef="#ctx0" brushRef="#br0" timeOffset="112625">18919 11516 10771,'5'-8'629,"-1"1"-179,-2 2-180,1-1 90,-1 3 449,0-3-719,-4 13-90,2-4 90,-5 10-90,5-5 90,-1 1-90,2 5 90,1-3-90,0 5 0,1-6 90,2 1-90,2 0 0,7 5 0,4 3 0,7 4 0,-6-5 0,5 6-90,-14-12 90,3 6 0,-8-10 0,-2 1 0,-2 0 0,-2-1 0,-1 0 0,-2 0 0,-3 1 0,-1-1 0,-3 1 0,-2 0 0,-8 3 0,-3 2-90,-5 1-180,6-3-1079,1-2-270,9-5 810,-1 1 809,6-3 0,0-2 0,1 0 0</inkml:trace>
  <inkml:trace contextRef="#ctx0" brushRef="#br0" timeOffset="112842">18945 11530 12030,'-3'-10'270,"1"0"-90,-1 3 0,2 0 629,-1-1-449,0 0 90,0 0-270,1 0 180,3 0-181,4-2 1,1 2-90,5 0-180,-1 2-90,2 1-179,2 0-361,-1 0-1349,1 2-269,0-1 2338,1 1 0,4-1 0,1 0 0</inkml:trace>
  <inkml:trace contextRef="#ctx0" brushRef="#br0" timeOffset="113459">16622 12281 21985,'5'-9'808,"0"-2"-573,-1 5 74,0-1-106,-1 2-231,-1 1-3680,1-1 3681,-5 11 1,-1 0 0,-4 10 0</inkml:trace>
  <inkml:trace contextRef="#ctx0" brushRef="#br0" timeOffset="113701">16545 12919 13199,'8'1'562,"1"-1"-607,-4 2 243,1 0-340,-3 0-449,1 1-1103,-1 1 708,-1 1 1016,0 0 0,0 5 0,-1 2 0</inkml:trace>
  <inkml:trace contextRef="#ctx0" brushRef="#br0" timeOffset="113878">16488 13532 11580,'-5'10'-269,"0"1"89,1-4 180,1 1-90,0-1 0,1 0 90,0 0-180,0-1-1169,1 5-450,0 3 1799,0 2 0,-1 8 0,-1 0 0</inkml:trace>
  <inkml:trace contextRef="#ctx0" brushRef="#br0" timeOffset="114052">16300 14511 9602,'-7'7'-2249,"1"0"2249,4-2 0,-3 7 0,0 2 0</inkml:trace>
  <inkml:trace contextRef="#ctx0" brushRef="#br0" timeOffset="114260">16119 15594 21121,'5'13'-7031,"-2"-1"5059,-1-1 1868,-1 0 1,2 11 0,0 3 0</inkml:trace>
  <inkml:trace contextRef="#ctx0" brushRef="#br0" timeOffset="114434">16165 16052 19232,'9'2'-749,"0"1"1</inkml:trace>
  <inkml:trace contextRef="#ctx0" brushRef="#br0" timeOffset="119734">8520 16710 13469,'-2'-10'1260,"0"1"-1081,0 3 91,0 2-1349,1-3-1979,7 15 1529,-2-5 1529,5 15 0,-5 3 0,0 5 0</inkml:trace>
  <inkml:trace contextRef="#ctx0" brushRef="#br0" timeOffset="119934">8468 18028 13469,'-11'14'990,"-2"1"-810,4-4-180,1 0 0,1-2-180,5-2-180,0 0-90,1 1-539,0 0-900,1 1 630,0 0 1259,1 2 0,-1 7 0,0 3 0</inkml:trace>
  <inkml:trace contextRef="#ctx0" brushRef="#br0" timeOffset="120084">8360 18870 12750,'-7'-5'-1080,"-1"-3"-1078,5-2 2158,-1-1 0,-5-13 0,-1 1 0</inkml:trace>
  <inkml:trace contextRef="#ctx0" brushRef="#br0" timeOffset="129625">2535 12136 13332,'-1'-10'2608,"0"1"-1330,2 2-563,1 2 0,2 1 84,2 1-112,3 1-313,3 0 370,9-3-176,4 0-644,9-2 431,3-1-292,2 1-138,-1 1-270,1-1 178,12 1-237,-7 4-3,-2 0-807,-8 6-923,-19 1 281,1 3 1753,-12-1 0,-3 7 1,-1 1-1</inkml:trace>
  <inkml:trace contextRef="#ctx0" brushRef="#br0" timeOffset="129927">2817 12216 17411,'-5'-11'-98,"2"1"453,1 4-337,10 25-209,-1-2 248,8 22-1051,-5-8 1034,1 3-127,0 2 183,-3-5 1,0 2 10,0 1 0,1 0 4,1 11 0,0-1 5,-2-9 0,-1-2-77,-1-3 0,0-2-126,3 10-257,-1-1-541,-1-6-802,-1-3 895,1-6 755,-2-4 1,4 2-1,0-3 1</inkml:trace>
  <inkml:trace contextRef="#ctx0" brushRef="#br0" timeOffset="130234">3247 12131 12480,'-1'-19'540,"-1"3"-450,0 1 89,1 4-89,0 1 0,0 2 90,1 1-180,0-1 180,1 3-90,8 8 0,-1 6-90,8 14 90,-4 3 0,8 23-90,-8-9 45,0-2 0,0 1-1429,0 6 1429,-4-13 0,1 0-45,-2-4 0,-1-1-96,2 2 1,-1 0 50,0 0 0,1-2-315,5 19-179,-6-21-541,-1-5-629,0-4 630,-1-4 1079,-1-3 0,-1-3 0,-1-1 0</inkml:trace>
  <inkml:trace contextRef="#ctx0" brushRef="#br0" timeOffset="130568">3287 12154 12120,'-7'-13'270,"0"0"-180,2 2 0,1 2 0,1 1 0,1 1 90,1-4 0,5-4-91,2 0 1,20-12 0,7 4 0,6-3 0,2 5-90,-10 7 90,0 3-658,0 1 658,-2 3-90,-2 2 0,-5 2 103,4 3-92,-8 1 150,6 5 47,-13 6-193,-3 1 645,-9 6-314,-7 0 229,-14 16 67,-14 9-1548,-1-1 1369,-3-3 73,13-16-432,3-2 459,2-1-437,3-1-226,2-3-279,4-1-338,4-2-1127,1-2 585,3-1 1209,1-2 0,3-1 0,0 0 0</inkml:trace>
  <inkml:trace contextRef="#ctx0" brushRef="#br0" timeOffset="130967">2711 13218 14895,'-9'4'2517,"-2"1"-1649,1-1-267,2-1 142,2 0-400,16-5-289,5-3 46,20-7-1240,9-4 1145,-16 6 1,4-1 44,4-2 1,3-2 0,0 1-15,11-5 1,2 0-116,-5 1 0,3-1 0,-2 2 7,-9 3 0,-1 0 0,2-1-583,5-1 1,3-2 0,2 0 0,-1 0 623,0 1 0,-1 0 0,0 0 0,1 0-4,1-1 0,1 0 1,0 0-1,1 1-4,1-2 1,2 1 0,0 1-1,-4 0-781,3 0 1,-3 2 0,0 0 700,-2 0 0,0 0 0,-3 2-12,-5 1 1,-2 1 0,-5 1-200,19-3-72,-9 2-90,-12 4-7,-8 2-92,-8 1 591,-6 3 1,-5 0 0,-16 3 1,-3 1-1</inkml:trace>
  <inkml:trace contextRef="#ctx0" brushRef="#br0" timeOffset="131875">2723 13830 15870,'-12'-12'-1846,"2"1"1224,4 5 347,2 0 302,-1 0 123,2 0 62,0-1 81,0 0-185,3-5 509,0 3 172,9-13 216,9 0 58,15-11-77,-1 6-58,5-1-994,-9 10 779,2 1-300,-1 1-609,2 1 275,-2 2-206,1 0-179,-1 3-913,6 0-1777,-7 4 2844,-1 4 1,-11 8 0,-6 5-1</inkml:trace>
  <inkml:trace contextRef="#ctx0" brushRef="#br0" timeOffset="132151">3006 13678 14051,'-4'-8'-392,"1"1"336,0 1 62,1 3 17,-4-4-113,4 12 661,0-1-170,6 18-232,1-5-40,7 23 94,0 2-317,-3-12 0,0 1 327,5 19-145,-5-17 0,0-1-1370,2 6 937,2 13 219,-3-17-47,-1 0-693,-1-3 249,0-3-1151,-1-3 960,-1-6 860,-1-3 0,1 3 1,2 0-1</inkml:trace>
  <inkml:trace contextRef="#ctx0" brushRef="#br0" timeOffset="132475">3323 13695 11670,'-4'-16'270,"0"2"-270,0 2 180,1 1-90,0 3 0,0 1 0,1 1 0,0 1 270,0-2-360,3 17 0,1-1 90,6 36-90,1 6-1269,1 4 1269,1-1 0,-2-17 90,3 15-269,-2-12-761,3 8 671,-4-18-1081,2 1-89,-4-10 1439,2 4 0,-3-12 0,1 0 0</inkml:trace>
  <inkml:trace contextRef="#ctx0" brushRef="#br0" timeOffset="132834">3234 13710 11311,'-1'-13'179,"1"1"-179,2 5 0,1-2 90,1 0 0,9-9-90,0 4 90,13-10 0,1 6-90,7 0 0,-7 6 0,1 6 90,-13 5-90,4 1 0,-8 3 0,0 1 0,-2 4 90,0 6-90,-4 1 0,-1 6 0,-4-3 90,-5 11 0,-2-3 0,-12 18 90,0-10-90,-5 4 0,7-14-90,3-7 0,6-8 0,2-1 0,1-2-1080,2-1-988,6-2 2068,4-4 0,10-2 0,3-4 0</inkml:trace>
  <inkml:trace contextRef="#ctx0" brushRef="#br0" timeOffset="133103">3772 13816 13871,'4'-9'922,"0"2"-631,0 1 15,0 1-82,3-1-46,2-1 56,6-2-217,-1 1 184,5-2-81,-2 2-19,8-3-33,-4 2-130,6-3-93,2 1-85,-7 3-615,13-6-1785,-11 5 1624,-1-1 1019,-6 3 1,-4-2 0,0 0 0</inkml:trace>
  <inkml:trace contextRef="#ctx0" brushRef="#br0" timeOffset="133526">3919 13578 11580,'-9'-10'799,"1"3"-450,4 1 46,1 3-8,1-2-172,8 13-211,0 5 134,6 10-94,-3 1 123,-2 1-423,1 2 335,0 5-3,0 1 86,-1 0-73,3 17 54,-2-12-110,-2-8 1,0 1-84,3 11-285,-2-2-95,-1-10-360,-3-13-913,1-1 718,0-2 974,0-2 0,3 2 0,0 1 0</inkml:trace>
  <inkml:trace contextRef="#ctx0" brushRef="#br0" timeOffset="133900">4482 13338 11940,'0'-12'450,"0"0"-360,0 3 180,-1 2-90,1-1 359,0 2-449,3 11 0,-1 0 0,4 14 0,-2-2 0,2 18 0,0-3-90,1 14 90,-2-10-936,0 2 846,1 0 90,-1 0 0,-1 0-90,1-1-58,-1-1 148,3 11-180,0-6-450,1 3 180,-3-18-2158,2-5 2518,-3-13 0,0-1 0,-2-5 0</inkml:trace>
  <inkml:trace contextRef="#ctx0" brushRef="#br0" timeOffset="134159">4477 13376 12840,'-7'-10'629,"1"2"-449,3 2 90,2 1-180,1-5 0,4 2 90,2-3-73,9-5 93,8-4-89,-1 0-91,8-1 90,-12 9-91,1 0 89,-3 4-90,-1 0-198,-2 2 159,-1 2-196,-2 0-460,-2 3-1032,-2 1 241,-2 3 1499,-2 0 0,-3 8 0,-2 0 1</inkml:trace>
  <inkml:trace contextRef="#ctx0" brushRef="#br0" timeOffset="134385">4516 13536 12480,'0'10'540,"3"-3"-450,2-4-1,2-4 1,3-1 0,1-2 0,4-2 0,6-2-90,3-3 90,4-1-90,12-5-180,-13 5-989,13-6-1619,-18 5 2788,-3 4 0,-1-3 0,-5 5 0</inkml:trace>
  <inkml:trace contextRef="#ctx0" brushRef="#br0" timeOffset="135034">5029 13244 12300,'-6'-11'464,"1"2"-101,0-2 90,1 5-92,0-4-89,2 5 438,-1-1-555,4 13 67,0-2-87,2 12 73,-1-4-84,0 2 93,2 14 0,-1-5-156,2 15-4,-2-8 40,2 21-530,0 2 488,-2-22 1,0 0-41,1 14-137,0-10-1,-2-14-3,1-2-1,0-1-4,-1-4-1,1-1-2,-2-3-1,1 0 134,-1-3 434,0-1-343,0-2-90,-1-13 1,-1-5 0,-3-8-1,0 0 0,-1 2-2,-1-2-407,-2-5 401,0-2 0,-2-3-1,0-1 0,2 3 1,0 3 1,1 3-61,2 3 62,-1 2 6,1 1 0,0 2-90,2 2 90,-2-2 509,3 2-385,3-1 111,4 6 55,3 5-25,2 3-103,0 4-60,2 1-18,1 3-215,2 2 141,3 3-141,1 2-128,3 2-338,-1 0 462,1-1 70,-4 0-1,3 1 35,-5-2 3,7 6 2,-1-2 19,3 3 78,-5-6-248,-1-3 3,-9-6-68,2-1-76,-5-3-309,0-2-3212,2-4 3909,-3-1 1,1-8 0,-4 0 0</inkml:trace>
  <inkml:trace contextRef="#ctx0" brushRef="#br0" timeOffset="135301">5296 13205 13961,'-2'-13'-292,"0"2"312,0 2-1,0 1 237,0 1 149,1 1-140,0-1 182,-1 2 298,1-2-574,7 26-113,0 3-58,6 19 70,1 10 32,-5-15-1035,5 11 919,-4-14 95,1 0-94,0 0 19,0 0 80,5 13-274,1-1-642,1 2-186,-3-13-991,-5-13-88,-3-8 2089,-1-2 0,0 3 0,1 1 1</inkml:trace>
  <inkml:trace contextRef="#ctx0" brushRef="#br0" timeOffset="135868">3004 14868 12480,'-23'8'-270,"-3"0"-5210,-10 3 5749,9-2-89,-9 1 1508,7-2-1328,7-2 889,-5 0-980,11-2 91,2-1-90,1 0 3233,3 0-3233,1-1 362,2 0 595,1-1-805,19-3 240,6-2 40,22-6 4,5-4-1220,-20 6 0,3-2 823,6-2 1,4-2-1,2-1-764,8-2 0,2-1 0,2-1 480,-8 3 0,2-1 0,0 0 0,1 0-529,3-1 0,0 0 1,1 1-1,-1-1 467,-5 3 0,0 0 0,-1 0 0,2 0-369,1 0 1,0 0 0,1 0-1,0 0 356,3 0 1,0-1 0,0 0-1,1 1-129,-10 2 0,1 1 0,0-1 0,0 1 0,0-1 130,2 0 0,0 0 1,0 1-1,0-1 0,1 0-66,0 0 1,1 0 0,-1 1 0,1-1-1,0 1 31,1-1 1,-1 1 0,1 0 0,0 0 0,-1 0 33,1 0 1,-1 0 0,1 1 0,-1 0 0,1 0 18,-1 0 0,-1 0 0,1 1 0,0 0 1,-1 0-19,-1 0 1,-1 1 0,0 0 0,1 0 0,-1 0 11,9-1 0,1 0 0,-1 0 0,-1 1-22,-2 0 0,0 0 0,-1 0 0,-1 1-23,-5 1 1,-2 0 0,0 0 0,-1 1 81,9-2 0,0 0 0,-1 0-30,1 0 0,0 1 1,-4 0 29,4 0 0,-3 0 250,5-1 1,-5 0-341,-4 0 1191,-10-2-1101,-15 3 1809,-6-1-1809,-16 1 2704,-3 3-2794,-8-1 1734,1 2-1644,-2 2 342,1-2-521,0 2-271,4 0-90,0 1-899,2 0-4947,-3 4 6386,5-1 0,-7 2 0,3-1 0</inkml:trace>
  <inkml:trace contextRef="#ctx0" brushRef="#br0" timeOffset="190209">12046 9048 12750,'-11'-3'270,"1"0"-270,5 2 0,2 0 0,0 1 0</inkml:trace>
  <inkml:trace contextRef="#ctx0" brushRef="#br0" timeOffset="190593">11964 9911 13739,'4'-7'0,"-1"1"0</inkml:trace>
  <inkml:trace contextRef="#ctx0" brushRef="#br0" timeOffset="191943">12027 12846 13199,'-2'-11'0,"0"2"0,1 5 0,1 1 0</inkml:trace>
  <inkml:trace contextRef="#ctx0" brushRef="#br0" timeOffset="192444">12065 13755 12840,'0'-11'1349,"0"1"-899,1 3-181,0-1 1,0 0-90,0 3-90,0-2-90,1 2 0,-4 13 0,1 3 0</inkml:trace>
  <inkml:trace contextRef="#ctx0" brushRef="#br0" timeOffset="193320">12065 15917 14099,'-4'-10'450,"0"0"-1170,3 6-3597,-2-2 4317,6 1 0,2-2 0,5-1 0</inkml:trace>
  <inkml:trace contextRef="#ctx0" brushRef="#br0" timeOffset="195102">13111 3027 11490,'5'-8'540,"-1"0"270,-2 3-1,2 1 630,-1-1 270,1 2-1529,-9 9-90,-5 6 0,-8 7-484,-3 4 484,2-3-90,0 1 90,1 0-90,1-2 90,2-1-90,3-1 0,-2 3 90,4 2-90,2-3 0,5 3 90,10-5 304,4 0-394,6-1 0,5-5 0,17 0 0,-4-3-866,11 1 956,-13-3-90,1-1 0,-4 0 0,-3 0 0,-3 0 0,-3 1 0,-1 0 0,-2 0 0,3 5 0,-9-2 0,3 9 956,-12 1-956,-3 1 0,-10 5 0,-3-6 0,-18 14 0,5-10-867,-11 6 867,9-11 0,0-2 90,1-1-90,3-2 0,2-4 0,5-1-270,-2 0-269,3-2-1,1-1-989,4-3-3091,4-6 4620,2 0 0,2-10 0,4 0 0</inkml:trace>
  <inkml:trace contextRef="#ctx0" brushRef="#br0" timeOffset="195376">13160 3281 14099,'-11'-4'90,"1"1"90,4-1 0,0 2 90,0-2-1,0 2 1,1-2 450,-2 0-360,2-2-1,1 0-269,6-4 0,3 2 0,5-2 0,3 0 0,2 0 0,6-2-401,1-1 311,6 0 0,1-1-682,1 1 502,1 1-179,0-1-271,0 1-2698,10-2 3328,-6 3 0,6-1 0,-10 5 0</inkml:trace>
  <inkml:trace contextRef="#ctx0" brushRef="#br0" timeOffset="197893">13956 2993 14729,'-10'-7'269,"1"0"-89,0 1 180,-7-2 180,-2-1-360,0 1 269,-2 0-359,10 4 90,-1-1-90,5 2 90,1 1 0,0-1 90,1 1-270,6-4 90,1 1-90,8-1 90,7 0 0,6 0-90,13-3 90,-6 1-90,4 0 0,-9 2-245,0 1 245,-1 0-90,-4 1 0,0 1 0,-2 0-180,-1-1 1,-1 1-91,0 1-540,5-2-359,1 2-745,-1-1 2004,1 1 0,-7 2 0,5 0 0</inkml:trace>
  <inkml:trace contextRef="#ctx0" brushRef="#br0" timeOffset="198285">14116 2962 14369,'-8'0'1799,"2"0"-1709,3 8 0,2 0 0,-1 2 0,0 4 0,1 16-90,-1 0 89,0 13-44,1-13 0,1 0-617,-1 16 617,1-6 0,1 1-45,0-9 0,1-1-499,-1 1 0,1-1 499,2 21-575,-2-21 665,1-5-204,0-3 114,0-2 0,0-2 467,0-2-557,0-2 970,0-2-1060,-2-3 587,2-1-766,-1-1-36,0-3-2573,1-1 2968,6-6 0,0-5 0,6-5 0</inkml:trace>
  <inkml:trace contextRef="#ctx0" brushRef="#br0" timeOffset="198619">14527 3123 14369,'0'-11'539,"0"1"-269,-1 3 270,0 0 0,1-2-1,-1 2 1,0-1-450,2 21 0,0-4 0,2 30 0,0-9-945,0 12 945,0-4-90,0-1 90,-1 1-90,2-1 90,0-1-90,0-3-392,-1-4 392,-1-2-90,2 3-90,-2-8-270,3 8-449,-3-12 899,1 0 0,-1-8 0,-2-6 0</inkml:trace>
  <inkml:trace contextRef="#ctx0" brushRef="#br0" timeOffset="198968">14488 3063 14099,'-3'-11'-90,"1"2"180,3 2 0,2 1 0,1 1 90,3 1-90,2-1 0,4 1 90,13-3-91,10-1 91,13 1-180,-7 2 90,13 5-920,-25 3 830,15 1 0,-19 1 90,1 1-90,-5 1 0,-3 1 0,-1 1 90,-4 0-90,-1 1 90,-4 0 1010,-3 1-920,-6 7 0,-5-4 0,-9 7 90,-20 3-180,0-3 44,4-7 1,-2 0-90,5-4 0,1 0-643,-22 6 688,10-5-90,19-5-179,1 0-91,6-2-180,0 0-3868,7-2 1890,12-1 2428,2-2 0,18-3 0,1-1 0</inkml:trace>
  <inkml:trace contextRef="#ctx0" brushRef="#br0" timeOffset="199160">15348 3218 15088,'4'-12'1889,"-1"-3"-1079,-1 3-181,-2-4-359,0 3 180,0-4-180,1 7-180,-1-2-90,0 4-270,1 0-270,-1 1-2068,0 0 2608,1 0 0,-9-3 0,-1-1 0</inkml:trace>
  <inkml:trace contextRef="#ctx0" brushRef="#br0" timeOffset="212285">16304 5864 24575,'0'0'0</inkml:trace>
  <inkml:trace contextRef="#ctx0" brushRef="#br0" timeOffset="-199193.73">11501 6558 12750,'-9'-2'1979,"1"-1"-1170,2 2-449,1-2 0,0 1 0,0-1-91,0 1 91,-1 0-180,1 0 0,0 0 270,0-1-450,8 1 0,1 0 0,6 0 0,-2 2 0,4-2 0,-3 1 0,4-1 0,-4 1 0,3 0 0,-1 0 0,0-1 0,1 1 0,0 1 0,1-2 0,1 2 0,7-1 0,-4 2 0,13-1 0,-3 0 0,10 0 0,-8-1 0,0 0 0,-7-1 0,1 1 0,0-1 0,1 0 0,1 1-380,0-1 380,5-1 0,1 0 0,1-1 0,2 1 0,-2-1 90,18-1-90,5-1 0,0 0 0,-3 0 0,-15 2-794,0-1 794,1 2 0,-2 0 0,-1 1-467,-4 1 467,-4 0-231,-1 1 231,-2-1 0,0 1 0,-1-1 323,8 0-323,2 1 760,-1-1-760,9 0 0,-6 0 0,10-1 515,-10 0-515,5 0 0,-18 1 0,8 0 0,-10 0 0,1 0 0,-1 0 274,-1 0-274,0 1 0,-2-1 0,1 0 0,-1 1 0,6-1 0,-4 1 0,10 0 0,-4 0 0,0 0 0,-1 0 0,2-1 0,-6 1 0,6-2 0,-8 2 0,0-1 0,-2 1 0,-1 0 0,1 0 0,-1 0 0,0 0 0,0 0 0,-1 0 0,5 0 0,3 1 0,0 0 0,8 1 0,-3-2 0,8 2 0,1-2 0,-9 2 0,0-1-90,-9 0 90,0 1 0,0-1 0,0 0 0,-1 1 0,1-1 0,-2 1 0,9 0 90,-1 0-90,8 1 0,-9-1 0,5 0-90,-5-1 90,6 0 0,-5 0 0,-3-1 0,-5 0 0,0 0 0,2 1 0,0 0 0,0 0 0,1 0 0,0-1 0,0 0 0,0 0 0,9 0 0,1 0 0,7 1 0,-10 1 0,1-2 0,-13 1 0,4 0 0,-6 0 0,-1 1 0,0-2 0,4 2 0,-3 0 0,4-1 0,-5 0 0,10 1 0,-4-2 0,16 4 0,-12-3 0,8 2 0,2-3 0,2 1 0,-1 0 0,7-1 0,-18 0 0,8 0 0,-11 0 0,2 0 0,-1 0 0,9 0 0,-4 0-321,7 1 321,-6-2 0,-2 1 0,1-1 0,0 0 0,10-1 0,0 1 0,9 0 0,-5 0 0,-9-1 0,-4 2 0,-8-1 0,-1 1 0,0-1 321,1 2-321,-3-2 0,3 2 0,-3-1 0,8-1 0,-5 1 0,4-1 0,-2 0-90,-6 1 180,8-1-90,-7 1 0,-1 0-90,-2-1 90,-5 1 0,2 0 0,-2 0 90,1 0-90,0-1 0,-2 1 0,2 0 0,-2 0-90,2 0 90,0 1 0,-1-1 90,-1 1-90,2-2 0,-1 1 629,-1-1-269,0-1-270,-6-4-90,1 1 90,-5-4-90,2 3 90,1 1-90,-1-2 90,1-1-90,-1-2 90,1-3-90,0 3 0,1-2 0,0 4 0,0-2 0,0 0 0,0-2 90,-1 0-90,1-1 0,-1-10 0,1 5 0,0-9 0,1 7 0,-1-14 0,1 8 0,-2-20 0,1 11 0,-2-9 0,1 12 0,-2-4 0,2 16 0,-2-5 0,2 9 0,-1 2 0,0 0 0,1 1 0,-1 1 0,0 0 0,1 1 0,-2 0 0,0-2 0,-1-2 0,0 2 0,1 2 0,1 4 0,0-1 0,-1 0 0,0-1 0,0 0 0,2 2 0,-1 0 0,0 2 0,0 0 0,-1 1 0,-2 0 0,0 1 0,-3 2 0,-3 0 0,1 2-90,-2 0 180,2 1-90,-2 0 0,-2 0 0,-5 2 0,-4 0 0,-6 1 0,-6-1-45,7-1 0,-4 1-696,-5-1 1,-4 0 740,5 0 0,-2 0 0,1 0-45,-12 0 0,0 1 15,6-1 0,-2 0 0,0 0 30,4 0 0,-1 0 0,-2 1-733,3-1 0,-2 0 1,-1 0-1,2 0 703,-6 0 0,2 1 0,-1-1 30,4 0 0,-3 1 0,2-1 0,4 1-881,-13 1 0,2-1 881,10 0 0,-1-1 0,3 0-443,-4 2 0,2-1 443,3-1 0,1 1 0,0 0 0,0-1 0,1 1 0,0 0 0,0 0 0,1 0 154,2-1 1,-2 1-155,-11 0 0,-2 1 0,1 1 0,0-1 500,1 0 1,1 0-501,4 0 0,3-1 0,-8 1 770,15-1 1,-1 0-816,1 1 0,0-1 45,-1 0 0,1 1 0,2-1 0,1 0 0,-11 2 0,1 0 1003,1-1-1003,2 1 0,4-1-27,-1 0 27,3 0 0,2-1 1017,2-1-1017,6 0 0,-2 0 531,-6 1-531,-3-2 0,2 1 794,-4 0-794,9-1 0,0-1 0,4 1 579,6-1-579,0-1 222,0 1-222,1 0 0,0-1 0,1 1 0,1-1 0,-2 1 0,3-1 0,-7 1 0,2-1 0,-1 0 0,3 0 0,-1-1 0,4 0 0,-3 1 0,4-2 0,-1 1 0,1 1 0,-1-1 0,0 1 0,-1-1 0,-5 0 0,2 1 0,-2-1 0,3 1 0,-5 0 0,4-1 0,-9-1 0,5 1 0,-4-2 0,6 1 0,-3 0 0,8 1 0,-3-1 0,5 0 0,1 1 0,-1-1 0,1 1 0,0-2 0,-1 1 0,1 0 0,-1-1 0,-6 0 0,-2-1 0,0 0 0,-5 1 0,3 0 0,-4 1 0,6-1 0,-3 1 0,10 2 0,-2-2 0,3 2 0,1 0 0,0-1 0,0 1 0,1-1 0,-1 1 0,1 0 0,-1 0 0,-2 1-90,1-1 90,-5 1 0,3 1 0,-2-1 0,2 0 0,3 0 0,1 1 0,2-2 0,-2 2 0,2-2 0,-2 1 0,2 0 0,-1 0-90,2 1 90,1 2 0,3 4 0,0 0 0,0 2 0,1 0 0,-1 1 0,1 2 0,-1 2 0,0 1 0,1 11 0,1 7 0,-1 1 0,2 12 0,-1-6-661,1-11 0,0 1 661,1 13 0,1 2-470,-1-20 470,-2-1-106,1-2 106,-1-2 0,0-1 0,0-2 0,0-1 1319,0-1-1319,-1-1 539,3 3-539,-2-1 130,2 2-130,-2-5 0,1-2 0,-2-6 0,1 3 0,-1-4 90,1 4-90,-1-3 0,1 2 0,-1-2 90,0-2-90,0 2 0,0-4 0,-1 1 0</inkml:trace>
  <inkml:trace contextRef="#ctx0" brushRef="#br0" timeOffset="-196620.73">13185 3395 12030,'-18'-3'360,"1"-1"-270,2 1 0,2 1 0,3 0 0,0 1 0,2 0 90,0-1-90,1 1 89,1 0-89,0 0 90,-1 0 360,1 1-360,13 2 180,21-1-180,16 1-91,-13-3 1,3 0-1247,0-1 1,0 0 1246,9-1 0,1-1-1273,3-1 0,2 0 1228,7-1 0,0 0-15,-17 1 0,1 1 0,-1-1 0,2 0 0,0 0 0,1-1 0,0 1 0,1 0 0,-1-1-624,2 1 0,1-1 0,-1 1 624,-1-1 0,1 1 0,2-1-8,1 1 0,2-1 1,2 1-1,-4-1-419,2 1 0,-2 0 0,2 0 419,-3 0 0,2-1 1,-1 1-1,-3 0 18,-3 1 0,-3 0 1,1 0-41,9 0 0,1 0 0,0-1 220,-6 1 1,0 0 0,0 0-221,5 1 0,-1-1 0,-3 0 45,2 0 0,-5 0-45,-10 1 0,-3 1 1468,-1-1-1468,-7 1 2262,-5-1-2262,-5 1 1669,-3-1-2119,-4 0 1594,-7-2-4292,-4 0 3185,-7-4 0,-1-1 0,-1-1 0</inkml:trace>
  <inkml:trace contextRef="#ctx0" brushRef="#br0" timeOffset="-165511.75">20838 8960 14459,'2'-10'1259,"-1"-2"-899,-1 6-90,-1-2 89,0 2-89,0 0 180,-1 0-270,1-1 180,0 2 89,-1-2 91,2 1-90,-1-1 0,2-1-360,0 16 0,0 5 0,0 11-90,0 9 0,0-9-354,-1 9 354,1-7 90,-1 0-90,0 0 0,-1 1 0,1 10 90,-1-1-90,1-1 0,1-6 0,0-7 0,-1-7 0,1 3 353,-1-8-353,0-1 90,0-1-90,0-1 0,0-1 90,1-17-90,-1 3 0,1-16 0,0 5 0,0-4 0,0-3 0,0 0 90,0-10-90,0 8 0,-1-14 0,0 11 0,0 3 0,0 6 0,0 9 0,0 2-9831,0 1 9523,-9 0 0,2 9 0,-7 1 0</inkml:trace>
  <inkml:trace contextRef="#ctx0" brushRef="#br0" timeOffset="-164644.75">21320 8697 14819,'6'-9'1079,"0"1"-180,-3 3-179,0 2-270,1 0-360,-1 6 0,-2 2 0,-1 7 0,-3 0-1,-2 3 1,-2 7-90,-3 6 90,-4 8-45,1-6 0,-2 3-559,-2 2 1,-2 3 558,-6 12 0,0 1 0,4-11 0,0 0 15,3-6 0,0 2 0,2-4-15,0-1 0,1-2-795,-5 10 1,1-1 749,-6 13 90,1-2-1186,1-3 1186,2 1-765,3-8 765,2-3 227,3-6-317,1-4 90,1 3-90,3-10 1282,0 5-1282,4-9 1163,1-2-2962,3-4 739,4-11-5147,-1 0 6361,2-7 0,-5 5 0,0 1 1</inkml:trace>
  <inkml:trace contextRef="#ctx0" brushRef="#br0" timeOffset="-160710.75">21487 9138 11490,'-12'0'180,"1"2"-90,5 0 0,-4 3 0,-1 3-90,0-2 0,0 2 0,4-2 90,-1 0-90,1 1 0,0 0 0,0 0 0,1 0 0,0 0 0,0 2 0,2 1 90,2 2 90,7-1-90,1-3 0,9 1 90,3-3-180,0 0 0,1 0 90,-6-2-90,1 0 90,-1 0-90,0 1 90,-1 0-90,-1 0 90,-2 2-90,-2 1 0,-1 1 0,-3 5 90,-3 4-90,-2 0 89,-10 8 1,-2-6 0,-1 1 0,-2-4-90,6-7 180,-6 2-90,5-3-90,-3 0 0,6-5-180,2-2-180,0-2-179,2-1-1260,1-3 450,2-2 1349,2-1 0,2-9 0,1-2 0</inkml:trace>
  <inkml:trace contextRef="#ctx0" brushRef="#br0" timeOffset="-160452.75">21473 9172 12930,'-5'-13'809,"2"2"-89,2 4-360,1 0-1,0 1-89,2-1 0,2 2 0,1-2-90,1 2 180,9-5-91,5 0 1,8-2-180,-5 3-180,5-2-270,-11 5-179,6-2-361,-9 3-1438,2 0-1080,-1 0 3418,2 0 0,9-1 0,2-1 0</inkml:trace>
  <inkml:trace contextRef="#ctx0" brushRef="#br0" timeOffset="-160161.75">22123 9111 15538,'0'-7'900,"-1"2"-810,14 2-90,-3 0 90,1 1-90,0-1 0,1 0-630,5-2-809,-2 1-810,0 0 2249,-5 2 0,-6 1 0,-3 0 0</inkml:trace>
  <inkml:trace contextRef="#ctx0" brushRef="#br0" timeOffset="-159960.75">22120 9238 15898,'10'4'450,"0"-2"-270,-1-3-1,8-1-89,-3 0 0,6-2-270,3 0-269,-3-1-181,3-1-809,-7 1-720,-1 0-359,-1 0 2518,0 1 0,3-4 0,1 1 0</inkml:trace>
  <inkml:trace contextRef="#ctx0" brushRef="#br0" timeOffset="-159501.75">22716 9033 13649,'-2'-11'630,"-1"1"-270,1 1 359,-2-1 271,1 1-720,-2-1 89,2 3 1,-3 3-180,-2 5-90,-2 3 0,-1 3 0,-1 4 0,-2 3 0,-2 4 0,-1 4 0,-1 3-90,2 1 180,-5 13-180,8-10 89,-2 17 1,10-14-406,1-1 316,6-5 0,3-11 0,1-1 90,2-1-90,1-3 0,3-2 0,2-3 0,1-2 316,2-2-316,0-2 0,1-3 0,3-3 0,2-4 0,0-5 0,6-11 0,-7 3 0,5-24 0,-15 9 0,-3-12 0,-7 16 0,-7 5 0,0 14 0,-2 1 0,-2 3 0,-3 3 0,0 4-90,-1 4-179,-9 5-1,5 2-630,-12 10 181,12-3-631,-2 4-988,10-4 2338,0 4 0,4 2 0,1 5 0</inkml:trace>
  <inkml:trace contextRef="#ctx0" brushRef="#br0" timeOffset="-159242.75">22931 9190 16168,'6'-8'-3778,"-6"0"3778,-3 4 0,-5 0 0,1 2 0</inkml:trace>
  <inkml:trace contextRef="#ctx0" brushRef="#br0" timeOffset="-158759.75">23134 9069 14459,'0'-12'1439,"1"1"-899,-1 3-271,0 1-89,1 2 0,1-1 0,1 2 0,1-1-90,3 1 0,0 0 0,2-1 90,9-1-90,-4 1 0,6 0-90,-7 2 180,11 2-180,-9 2 0,7 1 0,-7 9 0,-7-2 0,1 6-90,-9-3 90,-2 1 0,-2 3-90,-9 12 90,0-4 0,-6 8 0,-2 0 0,6-10-90,-8 11 90,9-11 0,0-2 0,5-3 0,4-8 0,1 0 0,1-1 0,1 1 0,2-3 0,2 1 0,0-2 0,2-1 0,1 0 0,2 0 0,1-1 0,7 1 0,4-3 0,1 1-180,10-2-360,-1-2-89,1 1-541,0-2-1258,-8 0-1080,-2 1 3508,0-1 0,4 0 0,2-1 0</inkml:trace>
  <inkml:trace contextRef="#ctx0" brushRef="#br0" timeOffset="-158577.75">23828 9244 16438,'3'-9'2158,"-1"0"-1348,-1 3-90,-2-2-181,0 1-359,-1-4-1079,0 5-271,-4-2-2068,-4 5-2788,-8 2 6026,-1 3 0,-16 5 0,2 1 0</inkml:trace>
  <inkml:trace contextRef="#ctx0" brushRef="#br0" timeOffset="-155683.75">20421 9855 15178,'2'-8'810,"0"0"-630,1 3-90,1 1 0,1 1 0,0-1 0,2 0 0,1 1-90,3-2 89,0 2 1,1 0-90,1 0 0,0 1 90,7 0 0,-1 2-90,6 0 90,-5 7-90,-6-1 0,-5 3 0,-5-1 0,-4 1 0,0 2 0,-4 2 90,-2 0-90,-3 4 0,-2-2 0,-4 4 0,1-2 0,-2 1 0,2-2 0,-2 2 0,4-5 0,-5 6 0,8-6 0,0 2 0,5-4 0,5 0 0,2-5 0,5 1 90,0-3-90,3-1 0,1-1 0,3 0-90,9-1 0,-4 0-90,8-2-449,1-1 89,-8 0-2518,14-3 3058,-12 0 0,6 0 0,-4-1 0</inkml:trace>
  <inkml:trace contextRef="#ctx0" brushRef="#br0" timeOffset="-155350.75">21104 9894 14279,'6'-14'270,"0"2"179,-1 2-269,-2 3 450,1-2-360,0 4 90,-1-2-180,-8 14-91,-1 0-89,-12 16 90,2 0 0,-5 8-45,4-6 0,-2 3-45,-1 2 0,-2 2-1651,-6 8 0,1 1 1651,5-10 0,2-1 45,1-2 0,2-3-73,-4 7-152,-5 7 0,9-12-374,-4 3 14,12-14-359,3-5-1440,1-2 3159,3-3 1,1-3-1,1-1 1</inkml:trace>
  <inkml:trace contextRef="#ctx0" brushRef="#br0" timeOffset="-154893.75">21259 10033 14459,'9'-6'719,"-2"-1"-359,-3 5-180,-6 7-180,-4 5 90,-5 5-90,-3 2 90,2-3 0,-7 7-90,5-3 0,-5 3 90,8-5-90,-5 4 0,5-1 90,0 0-90,5 0 90,8-6-90,2-1 0,3-2 0,1-4 0,0 0 0,1-1 90,1 0-90,0 0 0,-1 0 0,5 2 0,-4-2 0,4 6 0,-5-2 0,-2 4 0,-4-2 0,-4 1 0,-2-3 0,-5 4 0,-1-2 0,-4 3 0,0-3 0,-1-1 0,-1-1 0,0 1 0,1-3 0,-1 1 90,-3-1-270,5-2-450,-6-1-2338,9-5 2968,-1-4 0,6-8 0,4-4 0</inkml:trace>
  <inkml:trace contextRef="#ctx0" brushRef="#br0" timeOffset="-154652.75">21250 10187 14279,'1'-13'809,"1"3"-629,-1 4 90,2 2-90,0-1 0,2-1 0,1 1 0,2-1-90,1 0 90,2 0-1,7-2 1,4-2-90,9-2-90,-6 3-359,8-3-1,-14 5-180,5-1-539,-8 3-1170,-1 0-629,1 1 2878,-1-1 0,6 0 0,2-1 0</inkml:trace>
  <inkml:trace contextRef="#ctx0" brushRef="#br0" timeOffset="-154377.75">21763 10076 15718,'8'-7'989,"-1"0"-809,-2 5-90,0-1 90,1 0 0,1 0-90,2 0 0,0 0 0,2 0 0,0-1 0,1 1 0,1 0-90,-1 0 0,-1 0-450,3-1-539,-1 1 989,-2 0 0,-4 1 0,-6 2 0</inkml:trace>
  <inkml:trace contextRef="#ctx0" brushRef="#br0" timeOffset="-154177.75">21808 10166 15358,'9'2'720,"1"-2"-540,-3-1 0,1-2 0,3-1-91,2 0 91,1-1-90,0 1 0,2-2 0,7-1-809,0-1-2789,6 0 90,-8 2 3418,-5 1 0,0 3 0,0-1 0</inkml:trace>
  <inkml:trace contextRef="#ctx0" brushRef="#br0" timeOffset="-153427.75">22469 9871 14908,'-2'-11'1710,"0"3"-1441,-1 4-179,-3 2 90,0 3-90,-1 2 0,0 2-90,0 2 90,-2 1 0,-1 3 0,0 2-90,0 1 90,-1 2-90,2 2 0,0 0 90,1 2-90,2 1 90,2-2-90,1 1 0,2-2 0,2 0 90,2-2-90,6 7 90,6-1-90,1-3 0,13-3 0,-4-12 0,2 0 0,-1-6 0,-8-3 0,7-6 0,-6 0 0,5-5 0,-10 1 0,-2-2 0,-2 0 0,-2-3 0,-2-1 0,-1-2 0,-3 2 0,-1-2 0,-5-10 0,1 7 0,-9-13 0,0 15 0,-1 3 0,-2 9 0,3 9-180,-10 6 0,4 3-180,-9 8-512,8 0 62,-1 5-1708,4 0-1440,3-1 3958,6-1 0,1 4 0,1 3 0</inkml:trace>
  <inkml:trace contextRef="#ctx0" brushRef="#br0" timeOffset="-153183.75">22908 10075 15718,'1'-11'810,"0"0"-720,-1 3 89,0 0-538,1 3 359,-1-2 0,0 3 0,0 1 0</inkml:trace>
  <inkml:trace contextRef="#ctx0" brushRef="#br0" timeOffset="-152519.75">23179 9909 14009,'1'-13'630,"0"1"-361,0 2 91,0 1 270,0 1-360,-1 0 180,1 2-91,0-2 361,0 2-630,-6 9 0,2 1-90,-6 9 90,0 7 0,0-5-90,-3 8 90,3-5-90,-2 3 0,0-1 0,-3 9-90,0-2 90,2-3-180,-1 1 90,6-12 0,-1 1 90,5-6-90,-1-2 90,1 0-180,0-1 0,1 0 90,6-4 90,1-1-90,4-3 90,2-4 0,-3 1-90,4 0 90,-4 1 0,6-1 0,-3 1 0,3-2 0,-3 4 0,0-2 0,-1 2 0,2-1 0,-1 1-90,1-1 90,5 0 0,-4 1 0,3-1 0,-5 1 0,4-2-90,0-1 90,-1-1 0,2-3 0,-9 4 0,3-2 0,-5 2 0,0 2 0,-1-1 0,0 1 0,-1 1 0,1-1 0,-2 1 0,-3 17 0,-5 7 0,-8 25 0,1-8 0,-5 16 0,8-26-339,-1 8 339,5-15 0,0 0 0,1-2 0,1-1-90,0-2-180,1-2-270,0-1-449,0-2-4068,-1 1 5057,1-4 0,-5 3 0,0-3 0</inkml:trace>
  <inkml:trace contextRef="#ctx0" brushRef="#br0" timeOffset="-145777.75">20411 10648 13379,'-3'-11'-90,"0"2"630,0 4 719,1-1-449,1 2-630,1-3 0,2 2-90,3 0 0,0 1-90,3 0 90,-1 1-90,2-1 90,2 1-90,0 0 0,0 0 89,2 1-89,-1 0 0,1 1 0,-1 0 90,-1 2-90,-1 1 0,0 1 0,-2 1 0,-1 2 0,-1 7 90,-6 6-90,-6 11 0,-4-1 0,-11 10 0,6-14-257,-3 4 257,6-12 0,1-2 0,0-1 0,1-1 0,-2 1 0,4-4 0,0 1 0,2-3 257,2-2-257,1 2 0,6-4 0,2-1 0,3-1 0,1-3 0,1 2 0,1-1 0,2 0 0,1-1 90,-1 0-90,0 0 0,2 0 0,0 0-90,0 0 0,-1 1-449,5-2-271,0 1-629,2 0-720,-7 0 2159,-1 0 0,-6 1 0,2-1 0</inkml:trace>
  <inkml:trace contextRef="#ctx0" brushRef="#br0" timeOffset="-145427.75">20865 10737 13199,'4'-12'-179,"0"1"179,0 2 179,-1-1 1,0 1 0,1 0 90,0-1 0,0 1 270,1-3-1,-1 1-359,1-1 180,-1 2-90,-1 4 270,0 0-540,-8 18 90,1-3-1,-7 16-89,0-3 90,-2 4-90,-3 4 0,-3 4-323,4-8 0,0 1 368,-1 1 0,-1 1-45,1-2 0,0 1 45,-2 3 0,2-3-45,-2 4-633,-3 6 543,10-17-90,2-4-90,2-3-90,2-3 605,2-2-874,0-1-2430,2-1 631,3-2 2574,2-3 0,5-3 0,1-3 1</inkml:trace>
  <inkml:trace contextRef="#ctx0" brushRef="#br0" timeOffset="-144910.75">21125 10770 13289,'-6'5'900,"3"-4"-900,-12 17 90,4-9-90,1 1 90,0 0-90,0 0 0,0 1 0,-3 3 90,2-1-90,1 1 0,3-4 0,5-3 90,0-1-90,8 2 0,0-4 90,6 2-90,-2-4 0,1-1 0,0 0 0,0 0 0,-1-1 0,0 1 0,-1 0 0,4 1 0,-4 0 0,2 2 0,-2 2 0,-3-2 0,0 7 0,-4 0 90,-4 6-90,-3-2 0,-6 6 0,1-7 0,-4 4 90,2-4-90,0-2 0,0-1 0,-5 3-90,5-5-540,-5 3-3957,6-7 4587,1-1 0,4-3 0,4-1 0</inkml:trace>
  <inkml:trace contextRef="#ctx0" brushRef="#br0" timeOffset="-144661.75">21195 10826 12930,'-2'-12'1259,"3"1"-1079,1 5 90,3 1-90,0 0-1,2 0-89,2-1 90,2 0-90,2 0 90,11-4 90,2-1-270,13-2-630,5-2-89,-7 5-2044,3 1-26,-13 4 2789,-1 2 0,7 0 0,2 0 0</inkml:trace>
  <inkml:trace contextRef="#ctx0" brushRef="#br0" timeOffset="-144393.75">21899 10808 14459,'-5'-8'989,"0"-1"-359,3 4-90,-1-2-1,2 2-359,2-3 0,1 3-90,4-1 0,0 3 0,2 0 0,1 0 0,2 0 0,0 1-90,1 0-90,1-1-450,6 1 90,-5 0-269,4 0-2699,-5 1 90,-3 0 3328,-1 2 0,-4 0 0,0 0 0</inkml:trace>
  <inkml:trace contextRef="#ctx0" brushRef="#br0" timeOffset="-144183.75">21886 10904 15808,'13'-4'360,"0"-1"-270,0 1 0,2-2 0,1 0 0,2 0 0,0-1-1,8-3-3750,2 0 3031,-3 0-2968,-1 0 900,-14 5 2698,1 0 0,-7 1 0,0 1 0</inkml:trace>
  <inkml:trace contextRef="#ctx0" brushRef="#br0" timeOffset="-142667.75">22351 10695 11041,'5'-8'989,"-1"1"-539,-1 4 0,0-1-1,-1-1 1080,1 1-1349,-7 0-90,-2 8 0,-3 2 0,-2 6-90,2 2 90,0 0 0,0 2-90,1 3 90,-1 7-90,2-6 90,1 13 0,5-14-90,0 5 0,4-9 0,2 0 90,1 0-90,1-3 0,2 0 90,1-2-90,1-2 0,-1-2 90,3-1-90,-1-3 0,1 0 0,8-4 90,5-4-90,5-6 0,-5-1 0,1-9 0,-11-3 90,0-2-355,-6 0 265,-7 6 90,-3-11 0,-4 4-641,-4-8 641,-3 8-90,-3 2 0,-3 3 90,-2 3-90,-1 4 0,0 5 0,-7 4-90,-2 10-180,-2 3-719,-2 13-181,14-4-738,1 4-521,10-5 2570,2 0 1,2 6-1,2 2 1</inkml:trace>
  <inkml:trace contextRef="#ctx0" brushRef="#br0" timeOffset="-142402.75">22729 10840 13829,'0'-10'2159,"0"0"-1440,0 3-179,0 0-450,1 2-90,1-1 0,-1 4 0,-1-1 0</inkml:trace>
  <inkml:trace contextRef="#ctx0" brushRef="#br0" timeOffset="-141693.75">23110 10653 14729,'1'-12'0,"-1"2"359,1 3 271,0-3-90,0 4-91,1-5-89,-1 5 360,-1-1-630,-4 8-90,0 1 90,-4 8 0,1 0-90,-1 3 90,-1 1 0,-8 14 0,-3 5-90,-1 0 0,3 0 89,6-14-89,3 0 0,2-4 0,-1 0 90,2-1-90,-1-1-90,3-2 1,-2 3-1,3-2 0,0 1 0,7-6 0,3-5 0,7-6 90,-2-1-90,12-6 90,-11 5 0,8-4 0,-11 6-90,0-1 90,-1 1 0,0 0 0,0 1 0,-1 0-90,0 1 90,0 0 0,0 0-90,1 2 0,4-1-90,1 0 0,5 1 0,0 0 180,-5 0-90,0-2 90,-6 0-90,1-1 90,-1 0-89,0-2 89,-2 0-90,1-1 90,-2 0 0,1-3 0,-2 3 0,2-2 0,-3 4-90,1 0 180,-2 10-90,-1 1 0,-3 11 0,-1 0 0,-2 7-289,0 4 289,-1 5-553,-1 0 553,3-2 0,-1-3-269,2-2 269,-1-4 90,1-1-180,0-2-449,-1 5-2789,0-5 89,0 1 3239,-1-7 0,-1-4 0,0 1 0</inkml:trace>
  <inkml:trace contextRef="#ctx0" brushRef="#br0" timeOffset="-139160.75">20385 11431 14459,'-1'-8'-270,"1"-2"450,0 4-90,0-2-90,1 0 90,1 3-90,2-1 90,0 2-90,3 1 90,1-2 0,1 2-1,4-2 1,1 2-90,2-1 180,8-1-90,-5 2 0,10-1-90,-7 1 90,1 1-90,-7 1 90,-2 2-90,-7 1 0,0 3 90,-5 1-90,-2 0 90,-3 3-90,-1 2 0,-2 0 0,-3 3 0,-6 7 90,-4 3-90,0-1 0,-2 2 0,5-9 0,-1 4 0,7-6 0,1 0 0,6-5 90,1 0-90,4-3 0,5 3 0,0-4 0,12 5 90,3-6-90,10 0 0,-6-2-90,7-4-630,-9 1-2158,5-2 90,-9 1 2788,-5 1 0,-3-1 0,1 1 0</inkml:trace>
  <inkml:trace contextRef="#ctx0" brushRef="#br0" timeOffset="-138875.75">20983 11401 14099,'2'-11'90,"-1"0"180,3-2 359,-2 3-359,1 0 450,-1 3-630,-8 28 0,0-8-90,-9 26 90,1-16 0,-11 17 0,5-10-90,4-5 0,-2 1 0,-5 10-540,-4 6-90,11-14-2518,3-3 3148,8-10 0,0 0 0,3-4 0</inkml:trace>
  <inkml:trace contextRef="#ctx0" brushRef="#br0" timeOffset="-138458.75">21195 11490 13829,'7'-10'180,"-1"2"-90,0 1 90,-1 2 0,-2 1 269,0 1-89,0 0 360,0 0-540,-14 13-90,5-5 0,-18 17-90,13-11 90,-5 3-90,6-4 90,1 1-90,0-3 0,1 1 90,2-2-90,0 0 0,2 0 89,2-1-89,3 2 0,2-3 90,10 4-180,5-4 90,7 3-89,-2 0 89,-3-1-90,-7-1 90,-2 1 0,-1 0-90,-3 1 90,-2 0 0,-1 1-90,-5 6 90,-3-3 0,-10 11 0,-2-6-616,-7 4 616,0-4-90,0-1 90,0-2 0,-5 2-90,5-3 0,1-1-269,7-5-181,8-4 670,2-2 0,12-11 0,4-4 0</inkml:trace>
  <inkml:trace contextRef="#ctx0" brushRef="#br0" timeOffset="-138243.75">21280 11516 13739,'3'-9'360,"2"1"-90,0 2 0,4 0 89,1-1-89,2-1 180,12-3-90,12-4-90,14-2-90,-6 3-270,5 1-270,-23 8-654,4-3-1324,-10 5-1080,-3 0 3418,-2 0 0,6 2 0,1 0 0</inkml:trace>
  <inkml:trace contextRef="#ctx0" brushRef="#br0" timeOffset="-138002.75">21922 11526 16348,'-7'-10'1529,"1"1"-1349,7 4 0,2 0-1,3 0 1,3 1-90,0 1 0,4-1 0,0 2-180,1-1-90,0 1-179,-1 1-181,0 0-360,-2 0-899,-2 0-3687,-2 1 5486,-1 2 0,-4-1 0,0 1 0</inkml:trace>
  <inkml:trace contextRef="#ctx0" brushRef="#br0" timeOffset="-137802.75">21955 11644 15088,'3'-9'1260,"0"1"-990,-1 3-91,2-1 1,0 2 0,2-1 0,4-1 0,1 0-90,5-1 90,0 2-90,4-1 0,0 1-180,1-1-180,1 2-180,-1 0-449,1 0-1620,-1 0 2519,6-1 0,2 1 0,6-1 0</inkml:trace>
  <inkml:trace contextRef="#ctx0" brushRef="#br0" timeOffset="-137427.75">22657 11401 16078,'-8'-10'270,"1"2"-180,3 5 90,-2 1-91,0 1 1,-3 1-90,-1 3 90,-2 1 0,-3 3-90,0 2 90,-3 5 0,-6 9-90,3-1 90,-5 13 0,10-5-90,3 4 0,6-10 90,7 2-90,3-13 90,2 2-90,0-6 0,2-2 0,1-3 0,1-2 0,2-2 90,1-4-90,0 0 0,1-3 0,6-8 0,-7 3 0,6-13 90,-11 2-90,-4-7 0,-4 6 0,-6 1 0,-2 8 0,-2 3 0,-1 1 0,0 4 0,-2 1-180,0 3-540,-6 4-89,4 1-1710,-4 3-1438,8 1 3957,1 0 0,0 5 0,0 2 0</inkml:trace>
  <inkml:trace contextRef="#ctx0" brushRef="#br0" timeOffset="-137202.75">22845 11524 15718,'9'-11'450,"-1"2"-180,-3 3-90,-2 2 89,0 0 91,-1 0-180,0-1 90,0 2-4678,0-4 4408,-7 7 0,2 0 0,-5 5 0</inkml:trace>
  <inkml:trace contextRef="#ctx0" brushRef="#br0" timeOffset="-136627.75">23274 11501 15448,'-3'-11'810,"1"1"-540,0 3 89,1 2 181,0-2-180,-2 3-270,-4 3 0,0 3-90,-6 5 90,3 1 0,-2 2-90,-1 1 90,-7 8 0,3-1-90,-4 4 89,6-5-89,3-2 0,2-2 90,1-1-180,2-2 90,-1 1-89,3-3-1,0 0 0,1-2-90,2 0 90,4-1 0,1-2-90,6-1 90,2-3 90,0-1-90,2-1 90,-2 0-90,3 0 0,-2 0 90,3-1 0,-5 2-90,1 1 90,0-1 0,1 0-90,4 1 90,-4 0-90,3 0 0,0 1 90,-4 0-90,4-1 90,-5 1 0,3-3-90,1-1 90,1-1-89,3-4 89,-8 2 0,3-2 0,-6 3 0,1 0-90,-2 0 90,0 0 0,1 0 0,-3 2 0,3 4 0,-7 4 0,-1 7 0,-8 12 0,0-1-577,-5 13 577,2-6 0,-5 18-90,4-12-1115,-4 12 666,6-15-721,0-1-898,0-3-451,0-1 2609,1-4 0,-3 4 0,-1-1 0</inkml:trace>
  <inkml:trace contextRef="#ctx0" brushRef="#br0" timeOffset="-135735.75">20392 12166 13469,'-3'-9'1709,"0"2"-1349,4 2-180,2 1-90,3 0 90,1 2 0,3 0-90,-2-1 0,6 1 0,-2 0 0,12 0 0,-4 1-90,8 0 89,-6 2-89,0 1 90,0 0-90,0 2 90,3 3-90,-4 1 0,-2 5 90,-9-2-90,-12 5 0,-11 0 90,-5 2-90,-5-1 0,3-4 0,-5 2 0,8-5 0,-4 2 0,10-4 0,2-1 0,2 0 0,2 0 90,2-1-90,9 4 0,6-1 0,5 1 0,10-2 0,0-5-180,-1 1-90,0-4-89,-7 0-1350,10-2-540,-6-2-629,8-1 2878,-11 0 0,7-4 0,2 0 0</inkml:trace>
  <inkml:trace contextRef="#ctx0" brushRef="#br0" timeOffset="-135460.75">21121 12071 14549,'-1'-11'989,"0"-1"-449,1 5-180,-1-2 539,1 4-809,-9 9 0,2 2-90,-9 13 90,1 1-305,-3 5 305,-1 2 0,-10 17 0,6-11-1736,3-4 1,1 0 1645,-2 3-90,-5 8-1081,4-2 631,7-13-229,-3 6-401,9-16-988,2-3-990,2-1 3897,1-2 1,1-1 0,0-1-1</inkml:trace>
  <inkml:trace contextRef="#ctx0" brushRef="#br0" timeOffset="-135044.75">21116 12264 14189,'3'-11'90,"1"1"90,-2 5 0,1-1 89,0 1-89,1 0 270,4-4-90,2-1 0,7-2-270,-2 2 0,1 2 90,-4 2-91,1 2 1,-1 0-90,0 1 90,-1 1 0,-1 0-90,0 2 180,4 3-180,-5 1 90,2 3-90,-6 0 0,-2 2 90,-2 2 0,-8 10-90,-9 6 90,-9 14-90,-1-9 0,0-1-217,10-13 217,0-2 0,4-4 0,2-1 0,1-2 0,2-1 0,1-1 0,1-1 397,2-1-397,1 1 0,3-1 0,2-2 0,4 0 0,5-2 0,5 0-180,8-2 0,-3 0-90,0-1-179,-6 0-91,0 0-270,-1 0-1528,-1-1-1080,0 1 3418,-2 0 0,6-1 0,1-1 0</inkml:trace>
  <inkml:trace contextRef="#ctx0" brushRef="#br0" timeOffset="-134300.75">21287 12209 14279,'-2'-9'2069,"0"1"-1979,-1 10 0,-1 0 0,-2 10-1,-1-2 1,-6 11 0,0-2-408,-5 7 318,1-4 90,2-2-177,1-2 87,2-1 90,1-2-90,1-1 0,1-2 90,2-2 314,1 0-404,-2 0 91,3-3-1,-1 1 0,4-3-90,5-2 0,1-1 90,9-3-90,-2-1 0,6-1 0,-3 1 0,2-1 0,0 0 0,1 0 0,1 1 0,-2 1 0,1 1 0,-1 1 0,-1 0 0,0 3 0,-2 0 0,-2 2 0,-1 0 0,-2 5 0,-3 4 0,-4 0 0,-6 8 0,-8-1 0,0-1 0,-4 0 0,3-8 90,-6 3-90,6-6 0,-6 2 0,7-4-180,-2-1-180,4-2-1259,-4-1-4317,9-5 5936,-1-4 0,6-5 0,2-3 0</inkml:trace>
  <inkml:trace contextRef="#ctx0" brushRef="#br0" timeOffset="-134050.75">21287 12233 14908,'-5'-8'810,"2"0"-540,4 3 0,1 1 0,4 1-1,2 0 1,1 0 0,4 0 0,1 0-90,4-1 0,1-1 90,17-3-1,9-2-179,1-1-90,-16 5 0,-2 0-269,2-1-573,5 0 32,-17 3-809,-1 1-809,-2 1 2428,4-1 0,1 1 0,5-1 0</inkml:trace>
  <inkml:trace contextRef="#ctx0" brushRef="#br0" timeOffset="-133768.75">21941 12318 15628,'-10'-3'2878,"0"1"-2788,23 0 0,-6 1 0,17-2 0,-11 1-90,3 0-90,-2 0-90,-1 0-269,0 1-91,-2-1-4317,1 1 4857,-4 1 0,-1-2 0,-5 3 0</inkml:trace>
  <inkml:trace contextRef="#ctx0" brushRef="#br0" timeOffset="-133582.75">21941 12422 15088,'-8'4'2249,"1"0"-2069,10-2-90,1-1 90,8-1-90,-1-1 0,3 0 0,2 0-180,3-2-180,1 1-899,13-3-965,-8 1-115,7-2 2249,-1-1 0,-2 1 0,7-3 0</inkml:trace>
  <inkml:trace contextRef="#ctx0" brushRef="#br0" timeOffset="-131943.75">22570 12188 14998,'-7'-3'1080,"0"3"-990,-9 15 0,1 2 90,-13 17 0,-2 6-1144,12-13 0,1 1 1054,-10 15-355,6 6 265,12-23-48,3 4 48,6-12 90,4-1 0,2-2 1293,4-2-1383,3-2 1038,3-3-948,10-2-90,7-7 90,2-4-90,12-13 0,-9-6-697,-1-3 697,-9-2 0,-12 5-504,0-9 504,-6 7 0,-1-7 0,-6 9-172,-2-1 172,-2 2 90,-2 0-90,-6-6 895,-8 3-895,-10 1 546,1 12-636,-18 12-89,17 6-497,-13 7 226,15 0-179,2 1-790,5 0-830,3-1-629,5-1 2878,2-1 0,3 4 0,0 1 0</inkml:trace>
  <inkml:trace contextRef="#ctx0" brushRef="#br0" timeOffset="-131702.75">22908 12307 15268,'0'-12'1080,"0"2"-631,0 3-7734,2 2 7285,-3 13 0,2-4 0,-3 9 0</inkml:trace>
  <inkml:trace contextRef="#ctx0" brushRef="#br0" timeOffset="-131077.75">23189 12233 14819,'4'-9'179,"0"0"91,-1 2 90,0 2 450,-1 0-181,1 1 91,-1 0-1,0 0-629,-4 10 180,-1-1-180,-14 24-90,7-11-311,-9 12 311,6-9 90,-1 1-90,1-1 0,2-2 90,1-2-90,0 0-90,1-3 90,2-1 0,1-1-90,0-2 0,2-1 0,0-2 221,0 1-401,8-3 181,6-5-1,2-1 90,3-4-90,-7 1 90,0 0-90,1 1 90,0-1-90,-1 2 90,1-2 0,-1 2 0,0 0-90,0 1 90,1 0 0,1 0 0,6 1 0,-3 0-90,5 1 90,-5-1 0,0 1 0,1 0 0,6-2 0,-4 0 0,6-1 0,-7-1 0,0-1 0,-1 0 0,0-1 0,-1 0 0,-1-1 0,-2 1 0,-1-2 0,0 1 0,-2-1 0,-1 0 90,1-2-90,-1 3 0,-1-1 90,-2 3-90,-8 12 90,-1 1-90,-9 13 0,0 1 0,-1 3 0,-1 4-946,-1 4 946,1 4 90,1-1-407,-2 14 227,7-18-540,-1 15 90,8-26-539,1 2-1350,2-11-1349,1-2 3778,0-1 0,0 3 0,1 1 0</inkml:trace>
  <inkml:trace contextRef="#ctx0" brushRef="#br0" timeOffset="-128535.73">20396 12890 13739,'-9'-1'3058,"16"-4"-2968,-1 2-90,15-4 90,-6 3 0,3-1-90,0 1 90,3 1 0,-2 0-90,0 0 90,-1 2-90,0-1 0,-1 2 90,4 2-90,-7 0 0,7 4 90,-11 2-90,-2 6 0,-6-2 0,-8 5 0,-3-4 0,-4 4 0,-3 1 0,-2-1 0,2-1 90,1-2-90,2-2 0,-2 4 0,4-5 0,1 3 0,4-2 0,4 1 0,2-2 0,9 2 0,4-4 0,1 0 0,0-1 0,-4-2 0,-1-1 0,-1 0 0,0 1 90,-2-1-90,-2 1 0,-1 0 0,-2 2 0,-3 0 0,-2 3 0,-4 0 0,-12 10 0,-4 0 0,-3 1 0,-3 0-90,9-7 0,0 0-90,6-3-180,7-5-89,1-1-361,2-1 810,2-1 0,1-2 0,1 0 0</inkml:trace>
  <inkml:trace contextRef="#ctx0" brushRef="#br0" timeOffset="-128210.73">21001 12917 14819,'2'-13'-360,"0"1"360,1 2 270,-2-2 269,1 2-269,-1 0 90,2 2-180,-2 2 449,0 1-539,-4 8 0,-4 8 0,-9 18 0,2 0-90,-4 9 90,4-8-90,-7 17-1134,4-11 1134,-5 11 0,6-15 90,-5 11-180,5-11-360,-5 13-449,8-17-91,2-3-1348,3-7-721,5-8 3059,1-3 0,1 0 0,2 0 0</inkml:trace>
  <inkml:trace contextRef="#ctx0" brushRef="#br0" timeOffset="-127743.73">21221 13030 14127,'7'-11'180,"0"1"478,0 1-298,-3 3 250,1 0-70,-2 1 485,0 1-935,-8 8 107,1-1-17,-13 13-90,1 0 0,0 0 0,-4 6 0,5-4-90,1-2 0,0-1 89,7-7-89,1 1 0,0-1 0,2-1 90,0 1-90,2-1 0,3 3 0,0-2 0,5 6 0,4-2 0,7 4 0,-4-3 0,1-1 0,-7-4-90,2 5 90,-3-1 0,0 2 0,-6-2 0,0-1 0,-4 1 0,-2 2 0,-1 0 0,-3 1 0,-1-1 0,-2 0 0,-4 1 0,-8 3 0,-4 0 0,-4-1 0,4-4 0,8-6-359,3-3-1,9-3-989,-1-2-5487,6-3 6836,4-4 0,6-6 0,4-3 0</inkml:trace>
  <inkml:trace contextRef="#ctx0" brushRef="#br0" timeOffset="-127501.73">21238 13186 15538,'-3'-10'-180,"0"0"270,1 1 90,2 2 360,0-3-90,2 0-91,3-4-179,1 3 180,9-5-270,-3 7 0,6-3 0,-2 3 90,2 1-180,1 0 90,1 0 0,-1 0-180,2 1-450,7-2-899,-2 2-1080,1-1 2519,0 3 0,-6 3 0,6-1 0</inkml:trace>
  <inkml:trace contextRef="#ctx0" brushRef="#br0" timeOffset="-127243.73">21765 13148 15718,'-9'-4'1799,"7"-1"-1709,5 2 0,6-2 90,0 2 0,7-2-90,-2 1-90,4-1 0,-4 1-450,5-1 0,-5 1-90,4 0-449,-8 1-1530,-2 2 2519,-2-1 0,-1 4 0,-1-1 0</inkml:trace>
  <inkml:trace contextRef="#ctx0" brushRef="#br0" timeOffset="-127035.73">21853 13242 16078,'6'7'809,"0"-2"-539,11-9 0,4-2-180,4-1 90,19-8-360,-13 4-1183,12-6 914,-12 5-271,-2-1-188,1 0-4489,13-9 5397,-10 6 0,15-9 0,-11 6 0</inkml:trace>
  <inkml:trace contextRef="#ctx0" brushRef="#br0" timeOffset="-126610.73">22729 12930 14459,'-5'-9'629,"1"0"-449,-1 3 270,-1-1-90,-3 1-180,0 0 0,-1 2-90,1 4 0,-1 1-1,-3 2 1,0 1 0,-3 4 0,1 1-90,-1 3 90,-2 3 0,2 3-90,-1 0 90,4 0-90,3 0 0,4-2 90,1 1 0,3 4-90,5 2 90,6 1-90,1-6 0,4-5 0,-1-7 90,0-1-90,1-3 0,1-2 0,1-2 0,2-3 0,0-2 0,0-2 0,-1-1 0,-2-2 0,0-1 0,-3-1 0,0-2 0,-4 0 0,0-8 90,-5 0-90,-4-7 90,-4 8-90,-8-1 0,-3 11 0,0 2 0,-1 6 0,4 7-90,0 1-180,-3 3-180,3 3-179,-1 0-900,2 3-720,3-1 2249,-1 5 0,3 2 0,-1 5 0</inkml:trace>
  <inkml:trace contextRef="#ctx0" brushRef="#br0" timeOffset="-126377.73">23000 13160 14729,'0'-11'809,"-1"-2"91,1 3-361,1-3-359,0 2 90,0 2-270,0 1 0,-1 3 0,0 1 0,0 1 0</inkml:trace>
  <inkml:trace contextRef="#ctx0" brushRef="#br0" timeOffset="-125801.73">23306 12941 16618,'-7'13'179,"1"0"-89,-8 8-90,2 0-728,-7 7 728,3-4 0,-1 0 90,2 0-90,0-1 0,1-2 349,2-2-349,3-4 137,1-1-137,0 0 90,2-3-90,0 2 507,6-7-507,4-3 5,3-2-5,4-4 0,0-1 0,1-3 0,1 1 0,2-2 0,-2 0 0,3 0 0,-2 0 0,0 0 0,0 1 0,0 1 0,1 0 0,-1 1 0,8 0-90,3 0 0,7 2-90,-7 0-90,2 1-89,-6-1-1,4-2 270,-8 1-90,-2-2 90,-7 1-90,0-1 90,-2 0 0,0-2 0,0-3 90,-1 3 90,0-5-90,-3 6 270,1-1-90,-9 29-90,3-7 0,-8 26-90,4-11 90,-1 15 0,3-10-657,0 7 657,4-16-90,1-2-15,1-2-255,0-2-1349,0 1-540,1-7-449,0 0 2608,0-7 0,-2-3 0,1-2 0</inkml:trace>
  <inkml:trace contextRef="#ctx0" brushRef="#br0" timeOffset="-124360.73">19049 7878 13379,'-3'-11'900,"1"2"-630,-2 3 0,1 1-1,-1-1 271,0-1-360,0 2 0,-1-2 90,1 3-180,1-1 90,-2 0-1,0 1-89,-1-1 0,-2 2 90,-6-3-90,0 3-90,-5-1 90,1 3 0,-17 5 0,-14 12-1119,14-3 0,1 4 1074,4-1 0,2 3-45,-6 12 0,3 2 0,-1 13 45,11-13 0,3 1-45,-1 17-1301,3 3 1301,10-26 0,1 0 0,-3 28 90,3-4-90,4 0 0,3-1 0,3 0 45,1-16 0,1 1-45,8 17-215,-3-15 1,4 1 259,-3-13 0,3-2-136,3 4 0,2-2 91,24 9 90,-9-16-90,0-10 1026,-6-10-1026,2-2 0,6-3 0,4-5 383,1-3-383,2-3 0,-1-6 0,-14 5 0,0-2 0,16-13 0,-19 12 0,1-2 0,-3-2 0,-2-2 131,10-14-86,-10 7 0,-2-3-45,-9 6 0,-3 1-382,1 0 0,-3-1 382,-2 2 0,-3 1 0,-4-14 0,-3 9 0,-2-2 0,-6-17-352,1 17 0,-1 1 352,-11-11 0,-7 4-40,-4 4 40,-6 3 0,-5 5 0,-4 4 0,12 11 0,-4 3-915,-4 3 0,-1 3 915,1-1 0,-1 3-90,10 5 0,-3 4 0,3 2-329,-6 6 0,1 4-1290,-9 7 0,2 3-360,12-3 0,4 1 2069,5 1 0,3 0 0,6 1 0,2 0 0,0 2 0,-1 0 0</inkml:trace>
  <inkml:trace contextRef="#ctx0" brushRef="#br0" timeOffset="-114091.73">24257 9172 17550,'10'-3'3376,"-1"0"-1777,-5 1-870,1-1 428,0 2-311,0-2-627,0 4-840,-3 4-126,0 2 6,-3 5 221,-2 1 220,1 2-287,-2 4 159,-1 7 62,1 4 596,0-4 1,1 5-187,0 8 1,-1 4 163,2-5 1,-1 2 0,1 1-932,0-2 0,0-1 1,1 4 723,-1 0 0,1 3 0,-1 1 0,1 0-537,-1 0 0,1 0 0,-1 1 1,0 2 521,0-1 1,0 3 0,-1 0-1,1 1 1,-1-3-79,0 5 0,1-3 0,-1 1 0,0-1-398,-1 0 0,0 0 0,0-2 0,0-2 389,0 2 0,0-4 0,0 0-187,0 1 0,0-1 0,-1 0 271,1 0 1,0 0 0,0 0-90,-1-2 0,1 1 0,-1-1 98,1 0 1,0-1 0,-1 0 105,1-1 0,0 0 0,-1 0-115,1-3 0,0 1 0,0 2-7,-1 11 0,-1 3 0,1-2 9,1-13 1,0-1-1,0 1-47,-1 6 0,1 2 0,-1-1 28,2-5 0,-1-1 1,1-2 248,-1 3 1,1 1-253,-1 1 0,1 4 1,-1-2 27,0 6 1,0-1 346,1-10 0,1 0 0,0-2-482,-1 6 1,0-4 90,2-5 1,0-2-145,0 6 93,2 0 361,-1-5-614,2-3 2239,0-4-2057,1-3 90,-1-1 3,3 7-86,-1-9 0,1 5 7,-1-11 1604,1 4-1444,-1 1 1035,0 2-1034,-1-5 718,-2-2-718,1-4 90,-1 0-90,-1-1 0,0 1 0,0 0 0,0 0 90,0 0-90,0 0 0,0 0 0,0-1 0,0 1 0,-1 5 0,1-3 0,-1 8 90,2-4-90,-2 3 0,2 1 0,0-4 0,-1 0 0,0-5 0,0 0 0,0 1 0,0-1 0,0 3 0,0-2 0,1 1 0,-1 11 90,1 3-90,-1 2 0,0 10 0,0-7 0,-1 14 0,0-6 0,-2-12 0,0-1 0,0 7-842,-4 10 842,2-16 0,1 0 0,-3 5 0,3 0-502,-2-3 592,1-3-90,1-4 0,0-2 0,-1 12 0,0-8 0,-2 24 0,2-14 0,-2 15 0,2-15 0,-2 7 0,3-18 337,-1 7-337,1-5 0,0-2 0,0 4 0,-2 0 0,1-3 0,0 0 0,1 5 0,1-10 357,0 5-357,2-10 90,1 10-179,3 1 90,1 8 48,0-9 83,0-3-4,-1-7-58,-1 0 101,1-1 377,0 2-547,-2-3 408,0 1-260,-1 0-60,-2 0 49,1 0-567,-2 9-792,-1 0-580,-1 3-1007,1-5 2908,1-8 1,-1 6-1,0 0 1</inkml:trace>
  <inkml:trace contextRef="#ctx0" brushRef="#br0" timeOffset="-113517.73">23598 15315 14549,'-5'-10'-270,"1"0"180,-1 1 180,2 2 0,0 0 0,0 1 90,2-1 89,-1 1-89,1 0 0,-1-1 540,2 0-540,4 9-90,1 2 0,4 9 0,-3 0 0,2 3 0,2 5-1,1 1 1,2 4 0,0 1-90,1 0-406,0 1 406,0 0 90,-1-4-90,1 3 90,-3-5-138,3 3 48,0-3 90,5 6-90,2-2 90,-1-1-90,7-4 0,-11-10 0,7 0 584,-7-7-584,0 0 50,0-3-50,1-1 0,0-1 0,-1-2 0,1-2 0,0-3 0,3-6 0,-1-2 0,1-5 0,-1-4-329,1-6 329,-5 3 0,0-4-462,3-6 1,0-1 461,0-2 0,0-1-1130,2-4 1,-2 0 1129,-4 9 0,0 1-45,1-2 0,1-2-1219,2-9 0,1 0 1129,-5 12 0,0 1-90,2-6 0,-1 1-1066,5-11-148,-2 8-749,-2 4-330,-3 8 2765,-1 5 0,1-1 0,-1 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2:59.4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5272 8997 8432,'-6'-20'1709,"-3"-3"-1439,3 13 180,-8-6-180,4 9 89,-9 2-89,-7 9-180,2 4 30,-2 6 0,-4 6 0,1 2-30,-2 9 0,0 3-60,2-7 0,-2 1 0,5 2-30,0 13 0,9-1-45,13-16 0,4-2 45,7 21 0,12-16-45,11-10 0,6-4 45,-3-10 0,2-3 0,2 0 0,4-2 0,-2-5 30,-6-5 0,-1-5 0,-2-3 0,-1-2 0,-1-3 0,-6-4-1123,-8-9 1,-6-5 0,-3 3 1079,1 1 1,-7 0-508,-15-3 0,-10-2 0,-3 9 340,-9 13 0,-5 9-834,3 2 1,-3 3-1,0 4 174,7 7 1,1 4 0,2 3 164,-11 8 1,5 4 674,14-3 0,4 1 0,-4 16 0,3 0 0</inkml:trace>
  <inkml:trace contextRef="#ctx0" brushRef="#br0" timeOffset="3765">6705 7979 9152,'-2'-11'2698,"2"1"-2248,2 5-180,2 1 0,2 3 0,9-3-91,-4-1-89,14-5-90,-3-5 90,14-20-90,-13 9 0,4-8-90,-19 22 90,0 1 0,-8 32 0,3-10 0,-4 17 0,-1 5 0,2-6 0,0 0 0,-1-1 0,0 3 0,2 17 0,0 0-1639,0-17 1,1-2 726,-1 6 0,0-2-2365,1 7 2896,-2-31 0,-2 1 1,0-3-1</inkml:trace>
  <inkml:trace contextRef="#ctx0" brushRef="#br0" timeOffset="4014">6662 8349 10771,'-4'8'1799,"3"-2"-1619,11 0 359,21-1-539,-8-4-540,14-2 1,3-3-2738,4-10 3230,-9 5 1,-3-2 0,4-14 0,-13 0 0</inkml:trace>
  <inkml:trace contextRef="#ctx0" brushRef="#br0" timeOffset="4539">7004 7694 9512,'-35'-30'269,"0"0"-89,0 3 0,2 5 405,-2 4 0,-1 2-406,0 1 31,2 7 0,-7 2 0,2 8 15,-1 16 0,0 9-105,3-2 0,-2 4 0,2 4-218,10-3 0,1 3 0,3 3 0,1 2 151,5-2 1,2 3 0,1 2 0,1-1 0,3-2-77,0 2 1,2-1 0,2 0-1,2 2-22,1 6 0,3 3 0,3-1 1,4-4-16,6-1 0,5-4 0,0-2 30,-5-5 0,0-2 0,6-2-30,16 6 0,7-4 0,2-8 60,0-14 0,2-8 0,0 1 0,-3 7 0,-1 1 0,3-6 45,-1-8 0,3-6 0,0-4 0,-6-1-15,-5-6 0,-5-3 0,1-1 0,7-2 0,0-3 0,-5-5-8,-8-4 1,-3-5-1,-6-4 1,-9 0-77,-13 3 0,-8-2 0,-6-1 0,-1 1 0,3 3-112,6-2 1,1 1-1,-2 2 1,-9 1 100,-3 10 1,-6-1 0,-5 0 0,-3 1-1,0 3 1,-1 4 0,2 6-152,-3 5 0,0 6 0,-1 4 0,0 2 1,-2-2-253,-4-2 0,-2 0 0,-1 1 1,0 3-1,2 3 257,2 3 0,0 4 0,1 1 0,2 3 0,3 0 0,0 3 0,4 3 0,1 0 0,1 2 0,3 2 0,0-1 0,0 1 0,0 0 0</inkml:trace>
  <inkml:trace contextRef="#ctx0" brushRef="#br0" timeOffset="23384">8366 8925 8882,'-2'-13'989,"1"4"-629,-6-1-90,-3 4 0,-3 1 90,-17 0-91,-16 6-179,-3 2-45,15 5 0,0 5 0,6 5 0,3 6-1116,4 6 1,2 6-1,1-2 1071,-1-1 0,5 3-30,8 4 1,3 8 0,4 0 0,1-7-16,5-7 0,3-1-23,2 1 1,3 6-1,1-1 1,-1-9 67,1-6 0,3-5-60,8 2 0,6 0 0,-4-5 60,7-4-30,7-9 0,10-3 0,-5-4 75,-12-5 0,-1-6-65,2-1 1,6-4 0,-1-3-1,-7-3 50,-6-9 0,-7-5 0,-1-1-30,2 1 0,-2-1 0,-6-3 22,-10 7 1,-3-3-1,-5 1 1,-3 3-23,-7-1 0,-5 3 0,-2 2-30,0 0 0,-2 1 0,-3 4 0,-7 3 0,-4 5 0,3 3 1610,3 4 1,-3 6-2061,-12 10 0,-6 7 1,7 1-155,17-2 0,1 2 634,-11 8 0,-5 3 0,9 0 0,1 13 0,13-13 0,0 1 0</inkml:trace>
  <inkml:trace contextRef="#ctx0" brushRef="#br0" timeOffset="24167">8257 9836 9062,'-3'-9'0,"-3"-6"540,-4-4-181,-6-3 1,-9-1-180,8 10 90,-9 7 0,-5 6-135,1 11 0,-1 3-91,-6 0 1,1 4 45,-2 14 0,7 7-135,16-3 0,5 0 0,-1-4 0,5 2-165,10 0 0,6 3 1,0-6 119,8 13-90,3-11 0,7 4 0,-1-7 90,-2-13 0,1-2 45,15 9 0,5-3 90,1-14 0,2-9-1056,-12-4 1,1-5-1,-2 0 1056,8 2 0,-2-6-358,-9-5 0,-2-6 0,-6-1 447,-12-5 1,-5-3-541,3-4 0,-8-4 466,-14 4 0,-8-3 0,-1 6-336,2 5 0,-6 4 253,-8 5 1,-8 0 0,-3 3-1,4 9-382,-11 12 1,1 9-416,12-3 1,-3 2 0,1 1 0,6 2 810,-7 10 1,7 4-1,5 6 1,6 1-1,4 5 1</inkml:trace>
  <inkml:trace contextRef="#ctx0" brushRef="#br0" timeOffset="24873">8279 10607 9242,'-3'-11'180,"-10"-12"0,4 10 449,-20-17-89,-2 11-180,-10-2-46,9 13 1,-3 8-1408,6 12 1,-2 7 0,2-2 215,-4-3 1,2 3 874,0 13 0,0 8 0,9-1-88,13 3 0,5-1 165,-7 0 1,6 2-376,13 1 1,7 2-1,6-5-753,11-6 1,5-3 992,-10-2 0,1 1 0,3-6 239,4-9 1,4-6-1,-2-6-119,-3-5 0,0-5 0,-2 0-8,8-1 1,1-6 37,-1-9 0,2-8 0,-7 3 238,-13 8 1,-2-3-240,-1-5 1,2-6 0,-2-2 0,-7 4 1082,-7-3 1,-8 0-1113,2-1 0,-2-2 0,-10 3 29,-17 6 1,-10 5 0,-5 5-306,7 9 1,-3 5 0,-2 1 0,1 2 102,-1-2 1,0 1 0,1 2 0,-1 6-563,-2 5 0,-1 5 1,3 4-1,6 0 675,-3 8 0,7 4 0,2 2 0,5 1 0,15-8 0,0 0 0</inkml:trace>
  <inkml:trace contextRef="#ctx0" brushRef="#br0" timeOffset="25708">8349 11357 9422,'-3'-12'0,"-6"-7"90,4 11 269,-17-10 91,-4 12-180,-9 4 0,0 15 0,-2 9-1363,11 2 1,1 5 0,0 0 447,-1 0 1,0 0-1,2 4 675,0 10 0,2 4 0,7-2 379,7-10 1,4-1 0,1-2-455,-2 10 0,5 0-75,9-8 0,5 1 0,1-6 980,7 5-995,14-2 0,5-6 90,-17-20 0,2-6 105,18-10 0,8-8 0,-7 0-15,-12 4 0,-2-5-590,-1-7 0,4-7 1,-3-2-1,-8 5 545,-12 6 0,-5-2 250,1-14 0,-2-8 1,-8 4-251,-16 0 0,-6 3-322,6 8 1,-1-1 0,-5 6 261,-13 2 0,-6 7 0,-1 11-760,6 15 1,-2 11 0,0 4 0,3-5 710,0-5 0,2-1 0,1 5 0,4 7 0,-1 6 0,4 1 0,8-4 0,1 17 0</inkml:trace>
  <inkml:trace contextRef="#ctx0" brushRef="#br0" timeOffset="26308">8170 12275 9242,'2'-12'1259,"-2"2"-809,-2 0-180,-12 4-180,3 3 179,-30 11-179,21 0-45,-5 3 0,-2 5-45,6 5 0,3 1-90,1-3 0,3 2-135,-2 13 1,13 2-136,33-4 0,11-5 270,-14-4 0,5-3 90,1-9 0,8-4 0,1-1 0,-7-4 0,-2-2 0,0-5-781,1-6 1,6-3-1,-1-3 1,-7 2 825,-8 1 0,-2-3-420,11-10 0,4-7 0,-11 0 465,-13-4 0,-9-2-1,-1 1 1,-4-2 0,-6 2-30,-10 1 0,-6 2 0,-7 4-128,-7 10 1,-8 3 0,-2 4 0,5 1-53,3 1 0,2 3 0,-3 5-700,-8 10 1,-6 7 0,3 3 0,10 2 519,12 2 0,4 4 1,-6 6-1,-2 4 0,3 0 1,4 4-1,-1 0 1</inkml:trace>
  <inkml:trace contextRef="#ctx0" brushRef="#br1" timeOffset="27371">8322 15797 16688,'-4'-11'-3277,"-7"-11"1885,-1 4 1275,-5-5 810,0 3 457,0 5-372,3 3 929,-13-1-664,12 8 1325,-30 1-125,21 6-1401,-9 10 1,-9 7 0,4 1-77,6 1 1,1 6-625,4 0 1,-3 6 0,-1 4 0,3 1 0,6-2-687,3 10 1,7 0-1,0 1 266,1-3 1,-1 3 0,2-1-1,6-1-815,9 6 1,6-1 0,1-5-547,-1-5 1,5-4 545,2-3 1,5-1 0,1-5 135,11-6 1,1-5 695,-4 3 1,4-3 481,10-11 1,6-6-1,-5-2 666,-14-1 1,-1-2-253,6 0 0,4-1 0,-1-4-263,-6-4 1,-1-3-1,-1-1 138,-4 2 1,-1 0 0,2-4-313,-1-2 0,3-4 0,1-1 0,-2-1 0,-4 2 369,3-7 0,-4 1 0,-1-1-714,5-3 1,-1-2 0,-9-2-297,-13-8 0,-11-2 1,-7 4-96,-6 15 0,-6 4 0,-2-1 233,2-3 1,-1-2 0,-3 2-1,-5 5-7,-10 7 0,-6 5 0,-1 5 0,4 1 345,4 0 1,3 3 0,-6 3-581,5 4 1,-6 4 0,-3 1 0,1 1 0,3 0 0,7 0 605,-9 4 1,1 2 0,10-1 0,-6 1 0,-1 3 0,3-1 0,6 0 0,-1 9 0,-1 0 0</inkml:trace>
  <inkml:trace contextRef="#ctx0" brushRef="#br0" timeOffset="34342">9721 9058 9152,'-24'-19'629,"2"10"-539,-2 14 0,-3 8 0,-9 19 0,3 7-60,13-11 0,2 2 0,3 1 0,2 5 0,4 2 0,11-6 105,20-2 0,12-12 90,11-22 0,0-16-135,-10-13 0,-10-10-135,-12-7 0,-13 2-1440,-16 18 1,-6 6 1484,-19 4 0,15 38 0,22 2 0</inkml:trace>
  <inkml:trace contextRef="#ctx0" brushRef="#br0" timeOffset="34591">9987 9215 9242,'7'-17'269,"-1"4"1,-2 5 0,-1 4 0</inkml:trace>
  <inkml:trace contextRef="#ctx0" brushRef="#br0" timeOffset="35001">10362 9045 8612,'4'-27'2968,"-6"14"-2878,-3 11 180,-16 34-270,24 16-1639,6-9 1,3 0 971,-1-10 0,4 0 962,15 10 0,-3-3-295,-16-11 89,-11 2 1,-10 0-180,-26-5 1,-9-5-1550,3 4 1,0-2 982,-1-3 1,5-3-1,1 2 1,32-13 0</inkml:trace>
  <inkml:trace contextRef="#ctx0" brushRef="#br0" timeOffset="35217">10311 9128 9242,'-10'-26'1799,"22"6"-2339,25 4 0,9 5 540,-10 4 0,2 2 0,-1 2 0,2 1 0,-3 1 0,-6 1 0,-1 0 0</inkml:trace>
  <inkml:trace contextRef="#ctx0" brushRef="#br0" timeOffset="37098">10398 9040 8432,'1'-10'1529,"-1"1"-1439,-4 6 90,-5 3-90,-4 6 90,-19 18-90,7-1-90,-8 8 45,15-9 0,1 1-45,-8 14 90,4 1 0,1 2-90,3-2 0,6-8 0,3 0 0,11 7 0,-2-10 0,9-3 0,2-2 0,-1-9 0,21 13 0,-9-18 0,9 0 90,-3-7-90,-10-3 0,4-17 90,-17-5-90,3-6 0,-13 1-90,-5 8 90,3 8-990,-11-8 631,10 15-1530,-6-4 1889,3 9 0,6 0 0,-4 1 0</inkml:trace>
  <inkml:trace contextRef="#ctx0" brushRef="#br0" timeOffset="38720">10400 9063 7982,'7'-10'0,"-2"2"180,-2 1 360,-2 2-360,-2-1 0,-2 2 180,-14 2-270,8 3 179,-29 9-179,14 1-45,2-1 0,-1 2 0,-4 7 0,1 2-45,-8 7 45,2 10 0,5 2 45,11-9-90,-1 8 0,3 2 45,10-14 0,2-2-45,-1 4 0,2 1 0,4 7 0,4-1 0,1-9 0,2-2 45,1 1 0,1-3-90,7-3 0,1-5 135,7-3-90,4-3 0,11-12 90,-20 0-45,9-6 0,-1-3 45,-3-4-45,-2-3 0,-2-3 45,-5-6-90,-2-4 180,-21-12-90,-12 14-45,3 6 0,-2 2-45,-18-4 0,-12 6 0,21 12-180,-22 1 0,27 7 90,-10 2 0,15-1-90,1 1 180,17-2 0,10-3 0,18 0 0,-6 0 0,11 1 0,-20 2 90,11 0-90,-4 3 0,-7 1 0,14 12 0,-15-2 0,7 9 90,-13 10 0,-9-3-90,-11 10 0,-18-4 0,0-11 90,-10-4-90,-3-12 0,-7-12 0,11 0-1639,16-11 1,4-4 1523,12 2 106,0-28 9,12 18 0,4-1 0,4-11 0,3-1 0,-1 1 0,1-1 0,2 0 0,2 2 0,0 3 0,1 4-45,-5 6 0,1 1-90,7-5 0,0 1-674,8 0-990,-5 7 1799,-10 12 0,-11 9 0,-1 2 0</inkml:trace>
  <inkml:trace contextRef="#ctx0" brushRef="#br0" timeOffset="39588">10181 9085 7982,'-9'-3'180,"2"-1"810,1 2 539,1-1-1259,8-1 179,4 2 1,14-2-180,3 3 0,3 1-90,16-1 0,2 0 0,10 0 0,-7 1-136,-15 0 1,0-1 15,12 1 0,6 0 0,-5 1 75,-10-1 0,-3 1-1741,3 0 0,-2 0 1606,-8-1 0,-1 0 90,7 1 0,-22 0-90,-3 3 90,-14 14-1224,-15 13 0,-5 4 1134,9-12 0,-1 2 159,-8 10 1,-4 6 0,1-2-160,8-12 0,1-1 0,-1 1-105,-3 4 0,0 0 0,-1 2 135,-3 3 0,-1 0 0,3-3-30,5-6 0,0-1-45,-10 14 0,4-4-45,12-17-1080,-13 21-2107,23-31 3188,5 0 1,6-13-1,7-7 1</inkml:trace>
  <inkml:trace contextRef="#ctx0" brushRef="#br0" timeOffset="40421">11246 9435 9691,'-20'-5'1260,"-4"-2"-181,13 4 1,-3-1-901,21 3-89,1 1 135,27 1 0,8 1-135,2-1 0,-6 0 0,10 0 0,2 0 0,-9 1-45,-6-2 0,-1 1-45,2 0 0,5 0 0,1-1 0,-5 1 90,12-2 0,-3 0 0,-1 1 0,-2-1-45,-3 0 0,-5-1-135,8 1-1619,-35-1 179,-9 7-1747,-16 1 2529,-5 3 1,-11 2 0,7-4-1</inkml:trace>
  <inkml:trace contextRef="#ctx0" brushRef="#br0" timeOffset="41453">9537 9896 9512,'-4'-15'449,"0"1"-179,-4-1 0,-2 7 90,-13 16-270,6 1 45,-4 13 0,1 3-45,5-2-1,0 16 1,2 2 0,10-12-45,4 7 0,4-1 45,19-1-45,-6-14 0,3-1-45,2-6 0,3-5 45,4-6 0,1-6-45,13-11 45,-18-3 0,-5-4-45,-10-2 0,-5-2 0,-1-3 0,-4-2 0,-11-7 0,-5 2-90,-1 10 0,-2 3-45,-1 0 0,-2 7-944,-20 16-2198,15 22 3219,4 0 0,10 8 1,8-8-1</inkml:trace>
  <inkml:trace contextRef="#ctx0" brushRef="#br0" timeOffset="41681">9906 10060 9961,'0'-11'990,"0"0"-990,0 2 0,6 5 0,2 6 0</inkml:trace>
  <inkml:trace contextRef="#ctx0" brushRef="#br0" timeOffset="42089">10296 9897 9781,'-8'-9'1170,"1"2"-810,-11 5 269,-13 19-404,4 6 0,0 4-135,3-2 0,0 3-60,4-1 0,-1 3 0,4 0-75,1 3 0,3-1 0,1-4 0,5-1-90,7 9 0,6-5 135,4-12-90,13 2 0,3-4 90,0-15 0,7-4 0,2-4 0,4-17-1639,-14-2 1,-2-2 1613,-3-6-342,-24 5 1,-7 3 186,-14 12-315,0 5 1,-2 2-2783,-13 13 3129,8 1 0,7 10 1,15-5-1</inkml:trace>
  <inkml:trace contextRef="#ctx0" brushRef="#br0" timeOffset="42522">11075 10172 10231,'-6'-8'2429,"9"-1"-2249,1 4 539,35-1-629,-13 4-1183,7 1 1,11 0 0,-3 0 919,-1 1 1,2-1 194,-3 1 1,5 0 0,2 0-1,-4 0 8,3-1 0,-2 0 0,-1 0-145,-6 1 1,0 0-1,-1 0 115,17-2 0,-6 0-90,-10 0-3187,9-2 0,-42 6 3071,0-1 1,-27 6 0,7 0-1</inkml:trace>
  <inkml:trace contextRef="#ctx0" brushRef="#br0" timeOffset="44164">9535 10642 9332,'1'-9'449,"-1"0"181,-15 4-360,-8 10 0,-16 15-180,16-2 0,2 4 0,0 2 0,3 3-46,-1 7 1,4 0 45,-2 12-90,13-17 0,4-1 0,13 4 90,12-1-90,4-11 0,-2-11 0,0-12 0,1-3 0,-4-3 0,7-5 0,-2-4 0,-6-13 0,0-1 0,-18 4 0,-6 1 0,-5 4 0,-13-9 0,-5 2-90,-6 9 0,5 3 1,-2 4-1171,-17 11-719,15 7 1979,0 6 0,20 0 0,5 0 0</inkml:trace>
  <inkml:trace contextRef="#ctx0" brushRef="#br0" timeOffset="44439">9839 10804 9602,'8'-10'989,"-2"2"-3777,-2 2 2788,0 2 0,-1 0 0,0 3 0</inkml:trace>
  <inkml:trace contextRef="#ctx0" brushRef="#br0" timeOffset="44915">10012 10680 9512,'4'-8'629,"0"2"-269,6 2-180,0 2 0,14 0-90,-8 2 0,18 8-90,-18-1 0,8 12 0,-24 6 0,-4-2-45,-19 5 0,-5 0 45,-1-3 0,3-3 0,-5 3 0,4-3-90,-5 3 90,6-5 0,4 1 0,10 4 0,7-11 0,23 9 0,-7-18 90,29 6-270,-13-9-405,1-2 1,2-1-1215,11-2 989,4-2 810,-19 0 0,-3-2 0,1 0 0</inkml:trace>
  <inkml:trace contextRef="#ctx0" brushRef="#br0" timeOffset="45338">10469 10717 9152,'1'-8'1439,"-8"6"-1349,-5 10 180,-19 21-270,13-9 0,-8 19-90,22-17 0,1 4-90,16 5 0,10-3 90,-4-7 90,3 8 0,-21-23 0,-7 12 0,-17-7 0,3-1 0,-9 1-450,-9-1 1,18-6 449,-22 4 0,29-9 0,-6 0 0</inkml:trace>
  <inkml:trace contextRef="#ctx0" brushRef="#br0" timeOffset="45581">10481 10695 9512,'-6'-9'1619,"8"-3"-1529,5 8 0,33-4-270,-17 6-720,8-1 1,3 1 899,13-1 0,-20 2 0,1 0 0,22 0 0</inkml:trace>
  <inkml:trace contextRef="#ctx0" brushRef="#br0" timeOffset="46117">10942 10970 9332,'-15'-4'2518,"3"0"-2068,20 1-180,14 0 0,6 1-135,5 0 0,3 0-76,-1 1 1,4-1 0,3 1-15,2-1 0,3 1 0,1-1 0,-4 1-1138,-4 0 1,-2 0 0,5 0 943,-4 0 0,6 0 0,2 1 0,0-1 0,-4 1 0,-7-1 149,8 1 0,-1 0-23,2 1 1,9-1 0,-2 1 0,-10-1 439,-13-1 0,-3 1-417,15 0 0,-4 0-1889,-14-2-809,-28 3 989,1 0 1709,-18 3 0,4 0 0,-1 0 0</inkml:trace>
  <inkml:trace contextRef="#ctx0" brushRef="#br0" timeOffset="48755">9514 11372 9602,'-15'4'629,"4"-1"-179,-16 14-270,8-2 0,-17 17 0,14 0-91,10-8 1,2 1-90,1 11 0,10 13 0,14-19-89,6 0-1,21-4 90,-17-14 0,17-1 0,-6-14 45,-11-5 0,-1-2-45,15-5 44,-16-4 1,-3-3 45,-7-19 0,-5 17 0,-3-3 0,-7-13 0,-9 0 0,-8 9 0,-4 2-90,1-2 0,-4 5-45,-9 8 0,-1 8-225,8 12 0,1 3-180,1 0 1,1 4 449,0 6 0,4 3 0,-2 5 0,3 8 0</inkml:trace>
  <inkml:trace contextRef="#ctx0" brushRef="#br0" timeOffset="49084">9820 11554 10051,'5'-9'1799,"1"0"-1799,-2 2 0,-2 2 0,0 1 0</inkml:trace>
  <inkml:trace contextRef="#ctx0" brushRef="#br0" timeOffset="49934">10155 11351 9062,'-2'-10'989,"0"1"-629,-2 4-90,-6 6 180,-15 15-270,-4 8-61,7-1 1,-4 7 0,4-3-120,5-4 0,1 2-90,-4 4 0,0 5 0,9-2-270,15 0 1,9-3 134,8-1 0,6-4-1414,8-4 1,1-7 1535,-5-6 1,-3-7 40,14-11 242,-27-5-91,-8 2 361,-27-18-585,-8 22 0,-4 5-854,5-4 0,-1 3 989,-5 4 0,4 5 0,9 8 0,7-1 0</inkml:trace>
  <inkml:trace contextRef="#ctx0" brushRef="#br0" timeOffset="53416">12048 9166 8702,'13'-20'2968,"-2"6"-2518,-6 5 270,-1 6-361,4 7 1,0 9-270,2 5 180,2 25-270,-4-19 90,8 18 90,18-41-180,-8-12 0,4-7 0,2-2 0,0-1 0,2-2 0,0-2 0,-1 1-30,4-4 0,-2-1 0,2-1-173,-3 2 1,2-1 0,-2 2-1,-6 4-202,-7 7 1,-2 1 404,15-8 0,-3 3 0,-11 10 0,1 5 0</inkml:trace>
  <inkml:trace contextRef="#ctx0" brushRef="#br0" timeOffset="54091">12415 10030 10231,'-12'-11'1979,"1"-2"-1889,4 21 0,1 12-270,1 12 180,4-2-90,12-13 90,31-40 0,-11 5 0,-5-1 0,4-5 0,0-1 0,3-6 0,2-2-90,-6 6 0,2-3 0,1 0 0,-3 3-1003,0 1 1,-2 2 0,-1 0-547,13-13 1,-5 7 1098,-10 19 1,-20 14 0,1 1 0</inkml:trace>
  <inkml:trace contextRef="#ctx0" brushRef="#br0" timeOffset="54758">12571 10772 10141,'-2'-13'1349,"3"23"-1349,0-6 0,5 23 0,-3-22 0,23-6 0,-2-12 0,1-5 0,5 0 0,1-1 0,7-8 0,1-3 0,-12 9 0,-1-1 0,0 0-1639,8-5 1,-3 0 951,-2 3 0,-3 2 163,8 1 0,-29 23 1,2 3-1</inkml:trace>
  <inkml:trace contextRef="#ctx0" brushRef="#br0" timeOffset="55316">12563 11529 11940,'2'15'270,"0"-4"-540,3 14 0,12-11 225,7-13 0,2-4-45,13-4 90,-9-11 0,7-11 0,1-3 0,-4 4-390,-2 2 1,-3 2-1,1-2-430,0 1 1,1-2 0,-1 1 0,-3 3 163,6-5 1,-8 8-1,-15 14 1,-8 6 0</inkml:trace>
  <inkml:trace contextRef="#ctx0" brushRef="#br0" timeOffset="55900">12467 12454 11221,'-14'23'449,"0"6"-539,4 5 90,7-10-45,28-35 0,8-11 45,2-3-23,-5 2 1,7-8 0,2-2-1,-5 4-1070,-5 4 1,-2 1 0,0-1 737,8-7 1,2-1-1,-2 4-835,5-2 1,-5 9 1189,-12 13 0,2 10 0,-22 13 0</inkml:trace>
  <inkml:trace contextRef="#ctx0" brushRef="#br0" timeOffset="56433">12448 13200 9781,'-6'-15'1350,"1"3"-901,3 8-269,-8 11-180,5-3-360,-15 29-179,15-11 269,12-3 180,4-14 30,15-21 0,13-17 0,-1 0 30,-5 4 0,0-1 0,1-1-308,-3 5 1,1-1 0,0 0 0,-2 2-293,0-2 1,-2 3-1,-5 5 630,4 5 0,-23 17 0,0 4 0</inkml:trace>
  <inkml:trace contextRef="#ctx0" brushRef="#br0" timeOffset="57017">12459 14044 8792,'-8'-14'2249,"3"6"-1890,-9 5-269,9 4 270,-15 19-360,13-11-180,-8 13 90,19-17 0,8-9 90,27-25-60,-7 1 0,5-6 1,0 0-91,-5 7 0,0-1 0,-1 1-450,5-6 0,0-1 1,-3 6-436,-4 5 1,-7 9 1034,-14 15 0,-9 12 0,-4 4 0</inkml:trace>
  <inkml:trace contextRef="#ctx0" brushRef="#br0" timeOffset="57556">12453 14664 9242,'-1'-12'1079,"-1"0"-539,1 4-450,-1 12-180,-4 10 90,2 3-540,-8 15 360,8-23-90,1 12 1,41-36 179,-13 5 60,2-5 0,6-7 0,0 0-30,-5-1 0,-2 0 0,2-1 60,6-4 0,1-1 0,-1 0-815,-6 4 0,-1 0 0,-1 0 665,0 1 0,-1 0 0,-2 3-705,0 0 1,-3 2 854,1-1 0,-2 3 0,1-1 0,-17 16 0</inkml:trace>
  <inkml:trace contextRef="#ctx0" brushRef="#br1" timeOffset="58083">12500 15119 18330,'-4'32'-2888,"11"-8"2582,15-22 0,9-9 529,12-12 0,2-6-187,-13 7 0,0-3 0,2-1-429,-3-1 1,2-2-1,-1 0 1,-5 3 391,-1 0 0,-2 1 0,5-4 1,-6 5-1,-16 15 0</inkml:trace>
  <inkml:trace contextRef="#ctx0" brushRef="#br0" timeOffset="58591">12387 16006 12480,'3'26'630,"0"-5"-720,-1-8-270,33-24 180,2-13 0,6-7 120,-7 6 0,2-1 0,3-4-426,-6 4 0,2-3 1,1-1-1,-1 1 0,-3 2 76,5-5 0,-4 3 1,1-1-1,2-2 1,0 0-1,-7 4 0,0-5 1</inkml:trace>
  <inkml:trace contextRef="#ctx0" brushRef="#br0" timeOffset="66488">15180 9461 10141,'16'-1'360,"11"1"-315,6 4 0,2 1-45,9-1-1093,-11 0 1,5-1 0,-4 0-1201,13-1 2900,-11-1 0,2 1-360,-6-2 1,-3 0-105,3-1 985,10 1-716,-30 0-179,4 0 0,-2 0 3014,-2 0-3424,-1 0 54,-4 0 116,0 0 1,-15 4 0,-2 0 0</inkml:trace>
  <inkml:trace contextRef="#ctx0" brushRef="#br0" timeOffset="72954">5857 6541 6004,'-1'-9'939,"1"-2"-673,0 4 55,3-5-151,0 6 9,4-7 275,0 5 6,6-5-321,-2 4 386,8-1 61,0 6 5,9-2-312,-2 3 1,3 1-18,6 0 1,2 2-54,4-2 1,6 1-249,-9 0 1,3 0-1,3 0 1,2 0 83,1 0 1,3 0 0,2 0 0,-1 0 0,-3 0-359,1 0 1,-3-1 0,2 1 0,5 0 288,-9 0 1,6 0-1,3 0 1,2 0-1,0 0 1,-4 0-1,-4 0 1,-7 1-58,7-1 0,-9 0 0,7 1 80,-8-1 0,5 0 1,3 0-1,2 0 1,0 1-1,0-1 1,-3 1-231,2 0 1,-1 0-1,-1 0 1,1 0-1,1 1 1,2 0 241,-2 0 0,2 0 0,1 1 1,2 0-1,-1 0 0,1 0 0,-2 0 1,-2-1-35,0 1 1,-1-1 0,-1 0 0,-1 0 0,1 0 0,1 1 0,1 0 29,-4 0 0,2 0 1,2 1-1,0 0 1,0 0-1,-1 1 0,-2-1 1,-1 0-1,-4 0-9,8 0 1,-4 1-1,-2-1 1,1 1-1,1 0-15,-3-1 1,1 1 0,1-1 0,0 1 0,2 0 0,1-1-284,-3 1 0,3 0 1,1 0-1,1 0 1,-1 0-1,-1 0 0,-3-1 1,-4 0 221,6 1 0,-5 0 0,-1-1 0,6 1 50,-3-1 1,5 0 0,3 1 0,0 0 0,0 0 0,-3-1 0,-4 0-42,5 0 0,-4 0 1,-1-1-1,2 1 53,-3-1 1,0 0 0,0 1 0,2-1 0,1 0 17,-2 0 1,2 0-1,0 0 1,1 0-1,-1-1 1,1 1-3,0 0 0,1-1 0,-1 0 0,1 1 0,-2-1 0,-1 0 0,0 0 0,-3 1 0,1-1 0,0 0 0,2 0 15,4 1 0,4-1 0,1 0 0,-2 1 0,-2-1 0,-7 0-15,1-1 0,-6 1 0,3-1 0,5 1 0,3 0 0,2 0 0,-1 0 0,-2 0 0,0 0 0,-2 0 0,-2-1 0,-6 1 0,-3 0 0,4 0 0,2 0 0,6 0 0,2 0 0,-4 0 0,-6 0 443,1 0 1,-1 0-444,2 0 0,6 0 0,1 1 0,-4-1 0,-4-1 0,-3 1 0,3 0 0,8-1 0,5 1 0,0-1 0,-4 1 0,-8-1 0,-2 0 0,2 1 0,5-1 0,4 0 0,-1-1 0,-4 1 0,-5 1 0,-4-1 0,2 0 0,0 0 0,2-1 0,0 1 0,1-1 0,-2 1 0,0 0 0,1-1 0,1 1 0,7-1 0,3 0 0,-2 0 0,-3 0 0,-6 0 0,-3 0 0,3 1 0,3-1 0,2 1 0,1-1 0,-5 1 1414,7 0 1,-2 0-1415,0 1 0,3-1 0,1 0 0,5 1 0,-8-1 308,-18 1 1,-1-1-279,13 0 0,5 0 0,-4 0-30,-8 0 0,-2 0 451,-2 0 0,1-1-451,11 1 0,0-1 0,-10-1 0,0 1 0,3-1 0,2 1 0,6-1 0,-2 0 0,1 0 0,-3 0 0,-2 0 0,-10 1 0,4-1 0,1 1 0,-4 0 0,13-1 0,-5 0 0,-14 0 0,16-1 0,-24 3 0,10-2 90,-7 0-1,3-1 1,-3 1 90,-1-1 0,-8 2 90,0-1-90,-2 0 0,0-1 0,-5-8-90,-2 0 0,-1-3-90,-1-1 180,-2-6-180,-1 0 90,-7-20-90,4 16 0,-2-14 0,-2-1 0,3 4 44,-2-4 1,2-4-45,7 6 0,3 3 0,-2 10 0,1-1-30,4-7 0,1-4 1,0 6 29,0-2 0,3-6 0,0 0 0,-1 10 7,2-13 1,-2 14-1,-3 5-1,0 4-1,-1 1-93,-1 10 178,1-3-89,-2 5 0,1-1-98,-1 1 102,2 0-11,-8-1 48,-5 3 28,-17 0 12,-5 2-129,-10 0 1,-9 0-24,15 0 0,-2 0 0,-2-1 0,0 1-341,-2-1 1,0 0-1,-2 0 1,-4-1 382,7 1 0,-5-1 0,-2-1 0,-1 1 0,1-1 0,2 0 1,5 1 25,-4-1 1,6 1 0,-1-1-1,-7 0-24,10 0 0,-4 0 0,-4 0 0,-2-1 1,-1 0-1,1 0 0,2 1 0,2-1 1,5 2 9,-5-1 0,5 0 1,2 0-1,-1 1 0,-3-1 1,-2 0 1,-1-1-1,-2 0 1,-1 0-1,-1 1 1,-2-1-239,7 1 0,-2 1 1,-1-1-1,-1 1 1,0-1-1,0 1 0,1 0 1,2 0 244,-2 0 0,3 0 1,0 1-1,0-1 0,-1 0 1,-2 1-1,-3-1-5,8 1 0,-3-1 0,-1 1 0,-2 0 0,-1-1 0,0 1 1,0-1-1,1 1 0,1 0 0,2 0 0,2 0 18,-3 0 0,1 0 0,3 1 0,0-1 0,0 1 0,1-1 0,-1 1 1,-2 0-24,-4 0 1,-1 0 0,0-1 0,-1 1 0,1 0 0,-1 1 0,2-1 0,0 1 17,-3-1 0,1 1 1,1 0-1,0 1 1,0-1-1,2 0 1,0 0-1,1 0 1,2 0-1,1 0 1,-1 0-1,-1 0 1,-2 0-1,5 1 1,-2-1-1,-2 1 1,-1 0 0,1 0-1,0-1 1,2 1-1,3 0 1,4 0 22,-10 1 1,7-1 0,0 1 0,-4-1-21,3 0 1,-4 0 0,-1 0 0,0 1 0,-1-1 0,1 1 25,2 0 1,-2 0 0,1 0 0,0 1 0,3-1 0,2 0 14,-1 0 0,4 0 1,-1 0-1,-4 0-413,-1 0 1,-4 1-1,-3 0 1,0 0-1,3 0 1,6-1 411,-4 1 0,6 0 1,-4-1-18,4 1 0,-4 0 0,-1 0 0,1-1 0,2 1-16,1-1 0,1 0 0,1 0 0,-3-1 25,-4 1 1,-4 0 0,0-1 0,0 0 0,4 1-222,5-1 1,2 0-1,0 0 1,-1 0 220,-9 0 0,-2-1 0,1 1 1,4 0-120,5 0 1,3 1-1,0-1-193,-9 0 1,-1 1 0,3-1 149,-4 1 1,-1 0 106,12 0 0,-3 0 0,-1 1 0,2-1-57,-6 2 0,1 0 1,0-1 41,5 1 1,-1-1 0,1 1-33,-7 0 1,0 1-1,4 0 169,4 0 0,1 1-35,7-1 1,-3 0 0,-1 1 1,-12 2 1,-2 2-1,2-1 1,9-2 1,1 1-1,1-1 1,-2 1 0,-1 1 0,0 0 511,-7 2 0,-1 1 1,2-1-460,9-1 1,2-1 0,-2 1-33,-8 2 1,-3 1-1,4-1 109,-6 1 1,3-1 70,8 0 0,3-1 274,-4 0-275,2 0 0,3 0 1951,12-4-1944,-5 1 0,1-1 140,5-1 2859,-10 2-2377,13-3-505,5-2 73,-4 3-146,9-3-98,-3 1-140,5-1 37,0-2-167,0 2 103,2 4-206,0 1-224,1 13-147,-1 15 31,2 15 272,1-17 1,1 5-1,1-2-179,0 6 1,1-1 158,0-4 1,0 3-1,0-1-36,1-1 1,1 0 0,-1-3-1366,0 3 1,1-2 979,0 7 0,0-2 178,-1 1 312,2-2-13,1 2 21,-1-9-257,-1-10-1253,-2-17 1665,5-5 0,-5 0 0,4-5 0</inkml:trace>
  <inkml:trace contextRef="#ctx0" brushRef="#br0" timeOffset="88633">2925 10720 8162,'-38'-26'1709,"14"9"-1439,-9 19 0,-4 10-1909,-1 17 1,0 6 626,0-10 0,-1 4 1079,10 2 1,-3 7 0,3 1-1,5-7-606,6-3 1,1 0 538,-3 1 0,-1 4 0,5 2 449,8 2 0,7 2 0,7-2-449,9-6 0,8-3 0,3 0-158,1-2 1,2 1 0,4-3 0,2-8 157,4-9 0,4-8 0,0-3 0,-3-3 0,6-1 0,-2-4 0,-5-5 0,-11-6 0,0 0 0,0 0 0</inkml:trace>
  <inkml:trace contextRef="#ctx0" brushRef="#br0" timeOffset="88984">3166 10684 9242,'1'-45'2878,"2"63"-2728,-2 20 0,-3 15 0,0 3-150,1-19 0,0 3 0,0 0 0,-1 2 0,1-1-252,-1 3 0,0 3 0,1-1 0,-1-2 1,1-3 251,-1 10 0,1-4 0,0-7 0,1-11 0,1-8 0,5-11 0</inkml:trace>
  <inkml:trace contextRef="#ctx0" brushRef="#br0" timeOffset="89234">3018 10902 9871,'5'-6'764,"31"-5"1,16 0-1035,-14 1 0,2 0 1,0 0 269,2 1 0,1 0 0,-4-1 0,8-1 0,-12 1 0,-23 7 0</inkml:trace>
  <inkml:trace contextRef="#ctx0" brushRef="#br0" timeOffset="89458">3003 11216 10591,'8'6'1259,"5"-3"-2898,21-7 1,5-2 604,4-2 824,-10 3 0,8-1 0,0-1 0,-7 1 210,-6 0 0,-2 1 0,22-3 0,-4 0 0,-17 3 0</inkml:trace>
  <inkml:trace contextRef="#ctx0" brushRef="#br0" timeOffset="92648">6739 9076 7713,'-3'-17'1169,"1"8"-629,-3-7-271,2 7 451,-6-8-630,3 7 0,-2-2 180,-10 6-270,7 4 90,-27 8 0,18 7-90,-11 10-90,14 12 90,9-12-180,9 26 90,10-28 90,9 11-90,3-21 90,5-9 0,5-13 0,-7-3 0,-3-2 90,-6-6-90,-8 9 90,4-6-90,-6 9 0,-6 27 0,0-7 0,-7 34 0,0-13 0,0 2-1639,1-1 1,-1-1 1625,0 4 1,-1-2 12,-1 14-1673,-2-12 1763,3-13 0,-9 6 0,-5-23-90,0-2-90,-13-6 0,16-2-1079,-9-8-1709,18 6 2878,-1-6 0,13 2 0,4 0 0</inkml:trace>
  <inkml:trace contextRef="#ctx0" brushRef="#br0" timeOffset="93323">7156 9149 8882,'-8'-23'899,"-1"3"-719,3 8 180,-10-1-270,-12 11 0,-1 3 0,1 14 0,3 7-135,11 1 0,5 2 0,4 5 0,5 0-45,14 10 0,11-28 0,3-9 0,18-21 0,-8 1 0,-7-6 90,-32 21 0,-2 5 0,-22 39 0,8-9 0,-3 10 0,1 0 0,4-6 0,1-1 0,3-4 0,6-18 0,-5 12 0,1-17 0,-3 1-90,-13-7-449,-18-8-361,3-2 900,-6-5 0,23 2 0,5-1 0</inkml:trace>
  <inkml:trace contextRef="#ctx0" brushRef="#br0" timeOffset="93790">7499 8942 8522,'3'-15'1709,"-13"17"-1529,0 1-180,-16 25 0,12-11-90,0 9 90,15-17-270,12-2 180,2-21 0,-2-5-90,-12-5-1259,-29 11 1439,8 16 0,-9 7 0,14 5 0</inkml:trace>
  <inkml:trace contextRef="#ctx0" brushRef="#br0" timeOffset="94075">7677 8979 8522,'5'-17'2069,"-1"6"-1709,-18 38 0,-11 22-316,8-17 1,-2 4 0,0 1 0,-1 1-865,-1 5 1,-1 1 0,0 0 0,0 0-1,1-3 1,-1 0 0,2-2 0,3-2 566,-3 13 1,6-8-1,7-9 1,6 2-1</inkml:trace>
  <inkml:trace contextRef="#ctx0" brushRef="#br0" timeOffset="94456">7603 9514 9691,'4'-12'1530,"-10"18"-1620,3 5 0,-5 11-360,15-5 270,17-24 450,-8-4-270,1-12-90,-24 4-2249,-15 14 1519,2 7 1,-9 7 0,8 4 0</inkml:trace>
  <inkml:trace contextRef="#ctx0" brushRef="#br0" timeOffset="95300">6901 9874 9062,'-14'-24'1439,"-12"-4"-1259,1 2 90,-19 10 0,7 36-270,8-6-45,9 13 0,8 5-315,26 5 270,-1-14 0,4-6 90,11-15 0,2-10 0,15-13 45,-25 0 0,-5 0-45,-8 2 90,-13 34-90,0 6 0,-4 21 0,-2 6 45,3-8 0,-3 0 75,2-7 0,-3 1 0,-2-4-120,-11 3 0,-3-8-810,1-12 1,0-7-541,-15-5 1350,15-11 0,24 5 0,1-3 0</inkml:trace>
  <inkml:trace contextRef="#ctx0" brushRef="#br0" timeOffset="95716">7174 9981 9602,'-3'-31'2518,"-16"20"-2338,-3 23-180,-2 7-90,5 8-90,12-9-450,7 14-179,21 13 719,-6-10-45,3-13 0,1-3 45,-5-7 90,2 3 180,-28 7-180,-10-11 0,-3 0-90,-13 11-1529,-4-6 0,3-3 1619,18-5 0,-18 5 0,31-11 0</inkml:trace>
  <inkml:trace contextRef="#ctx0" brushRef="#br0" timeOffset="95931">7090 9983 8522,'-4'-23'1439,"2"5"-989,23 0-540,-8 10-809,30-4-1530,-20 7 2429,5 1 0,-5 0 0,-3 0 0</inkml:trace>
  <inkml:trace contextRef="#ctx0" brushRef="#br0" timeOffset="96305">7468 9840 9961,'0'-14'1619,"-10"9"-1529,3 6 90,-15 18-180,15-11-180,-9 13 0,11-13 90,0 4 1,9-6 89,3-3-90,7-7 0,-1-8 0,-1-3 90,-10-2-90,-4 6-450,-14 4 270,6 6-2878,-15 10 3148,15-3 0,-6 11 0,8-6 0</inkml:trace>
  <inkml:trace contextRef="#ctx0" brushRef="#br0" timeOffset="96588">7644 9904 9422,'-1'-13'1529,"-7"13"-1169,-12 24-181,-6 17-134,12-19 0,1 0 45,-11 22-120,8-13 0,-2 5 0,1-1-285,-2 8 1,0 1 134,2-6 0,-1 1 0,2-3-270,2-1 1,4-4 449,5-2 0,7-10 0,4-1 0</inkml:trace>
  <inkml:trace contextRef="#ctx0" brushRef="#br0" timeOffset="96948">7571 10376 11041,'-16'5'1079,"5"0"-899,-4 14-360,8-3-180,14 1 90,10-14 270,4-4-90,4-22 90,-17 1 0,-2 2-449,-18 2-1,4 13 450,-22 6 0,13 8 0,-11 8 0</inkml:trace>
  <inkml:trace contextRef="#ctx0" brushRef="#br0" timeOffset="97908">6772 10711 8792,'-12'-25'2698,"-11"3"-2428,-17 12-360,13 17 0,0 6-270,4 5 1,6 5 44,9 3 0,10-2 45,34 3 225,-7-28 0,1-8 180,-4-1 0,-4-2-135,4-8 0,-22 18 0,-10 29 0,-6 17-135,3-7 0,0 2 135,1-4 0,-1 1 0,0-2 90,-3 5 0,0-5-180,1-2-1169,-19-25 1259,14-17 0,-10-6 0,10-4 0</inkml:trace>
  <inkml:trace contextRef="#ctx0" brushRef="#br0" timeOffset="98550">7022 10765 9152,'8'-19'2518,"-1"4"-2158,-32 43-675,9-4 0,-1 3 225,-1-3 1,0 2-451,-5 16 0,6-2-89,13-11 629,7 7 179,16-29-89,12-13-90,-12 0 90,12 3-90,-4-3 180,13-11-90,-13 4 810,-1-16-810,-25 35 90,-5 22-180,-6 3-90,0 13 0,1 0-180,5-11 180,-1-3 0,2-2-1259,8-6 1349,5-14 0,5-3 0,4-9 0</inkml:trace>
  <inkml:trace contextRef="#ctx0" brushRef="#br0" timeOffset="98908">7451 10737 9152,'-15'-10'2069,"-4"12"-1890,-7 12-628,6 5-1,18-8 360,12-21-90,1-7-1169,-17 3 1349,-9 11 0,-6 15 0,10 1 0</inkml:trace>
  <inkml:trace contextRef="#ctx0" brushRef="#br0" timeOffset="99200">7551 10754 9512,'-11'2'809,"-6"16"1,-4 14-1,-1 3-899,2 0 0,0 3 0,0 3 0,-1 0-424,2-4 0,-1 2 0,1 0 0,0 0 0,2-2 514,0 2 0,1-1 0,1-2 0,4-3 0,-3 11 0,7-9 0,11-14 0</inkml:trace>
  <inkml:trace contextRef="#ctx0" brushRef="#br0" timeOffset="99567">7463 11294 10411,'-2'9'1979,"-1"3"-2249,-8 7-450,11 0 271,14-18 359,3-2 180,5-17 359,-29-9-449,-21 14 0,0 0 0,-10 22 0</inkml:trace>
  <inkml:trace contextRef="#ctx0" brushRef="#br1" timeOffset="102716">9605 8371 15085,'3'-8'-460,"6"-7"735,0 7 324,7-5-5,8 0-155,-8 6 12,17-4-370,-13 7-686,22-3 147,-15 3-158,3 0 532,-11 2 1,-13 2 0,2-1 0</inkml:trace>
  <inkml:trace contextRef="#ctx0" brushRef="#br1" timeOffset="102958">9715 8370 11292,'-11'28'237,"4"-12"-230,2 17 1,2 7-566,0-8 0,0 0 11,0 7 1,0 1 0,0-9 0,1-3 0,1 2 0</inkml:trace>
  <inkml:trace contextRef="#ctx0" brushRef="#br1" timeOffset="103167">9558 8784 9602,'1'15'727,"35"-4"-1196,-2-7 1,3-4 0,-1-1 0,-1-2 0,3-4 0,0 0 0</inkml:trace>
  <inkml:trace contextRef="#ctx0" brushRef="#br0" timeOffset="103608">10135 8428 8702,'-10'-17'1709,"-7"8"-1529,6 7 135,-10 17 0,-3 11-46,3 14 1,0 2-270,0-10 0,1 1 60,6 5 0,3 3 0,6-5-150,19 6 90,-7-14 0,3-3 0,30-4 0,7-32-1639,-15-16 1,-2-5 1580,-9 14 1,-4-3-322,-3-9 1,-4-5-1,-6 3 379,-12 2 0,-7 3-540,-10-9 1,-6 6 539,3 20 0,-2 8 0,3 1 0,3 7 0,10 16 0,0-1 0</inkml:trace>
  <inkml:trace contextRef="#ctx0" brushRef="#br0" timeOffset="104012">10412 8537 9512,'-9'-46'1888,"2"13"-1618,0 15 0,-3 26-90,3 17 0,2 8-270,3 3 0,1 2 0,-1 6 0,2-1 45,5-8 0,4-4-135,17 10 90,20-30 0,-8-3 90,-2-29 0,-2-9 0,-19 8 0,-3-1 0,10-15 0,-4-3-45,-13-3 0,-6 2 0,3 16 1,-3 0-496,-6-14 0,-1 6 0,1 20 540,-11 1 0,8 23 0,-5 9 0</inkml:trace>
  <inkml:trace contextRef="#ctx0" brushRef="#br0" timeOffset="105369">9623 12163 9242,'-3'-13'449,"-1"-2"-89,-4 1-270,1 2 270,-19 10-270,5 16 0,-2 6-90,-1-3 0,-1 3 30,2 4 0,0 3 0,3 0-75,-1 6 0,3 0 45,3-7 0,2 1-135,6 7 0,5-3 45,6-9 0,8 2 0,6-2 0,11-9 45,-5-5 0,3-4 45,9-11 0,0-6 45,-10 1 0,0-2 0,9-8 0,-3-4 45,-15 3 0,-4-2 45,-4-2 0,-5-2 0,-8-4 0,-4 1-45,-6-13-90,-13 17 0,-5 7-90,5 13-225,-2 3 0,0 6 315,0 28 0,8-4 0,4 15 0</inkml:trace>
  <inkml:trace contextRef="#ctx0" brushRef="#br0" timeOffset="105588">9883 12296 10141,'-8'-16'-2249,"2"2"2249,9 9 0,-2 3 0,8 8 0</inkml:trace>
  <inkml:trace contextRef="#ctx0" brushRef="#br0" timeOffset="105984">10080 12123 9332,'-5'-15'1439,"1"-2"-1259,6 11 359,25-6-449,13 8 0,9 0-180,-18 4 0,-2 2 0,3 1 1,1 3-1,-23 10 90,-6-4 0,-15 17 0,-4 3-90,-1-1 90,2-4 0,-3 6 0,2-2-135,1 0 0,2 0-45,-1 5 0,0-1-360,3 2 1,5-2 539,11 7 0,3-5 0,9-15 0</inkml:trace>
  <inkml:trace contextRef="#ctx0" brushRef="#br1" timeOffset="116369">15217 9488 8136,'29'1'131,"-3"0"1,0 1-46,7 0-87,-5 0 0,3-1 46,6 1 0,2-1-45,-3 0 0,0 0 45,1-1 1,0 1-72,-5 0 1,-5-1 62,-4 1 2,-1 0 180,-4-1-90,-10 0-126,7 0 87,-8 0 1,0 0-77,0 0 0,-3 0 0,-1-1 0</inkml:trace>
  <inkml:trace contextRef="#ctx0" brushRef="#br0" timeOffset="119471">23680 8323 7713,'5'-12'1619,"-1"2"-1439,-2 20 179,-6 15-269,0 3 0,-2 3 0,-4 17 0,-1-1 0,1-1-90,1-9-90,-2 8 0,0-1-180,3-12-45,1-6 1,1-2-1935,-1 2 2249,3-12 0,2-3 0,2-9 0</inkml:trace>
  <inkml:trace contextRef="#ctx0" brushRef="#br0" timeOffset="119765">24049 8490 8252,'8'-13'720,"-1"2"-1,-3 5-449,-5 12-90,-17 23-45,-1 0 0,-5 5-135,-2 1 0,-4 2 0,0 2-135,5-8 0,-1 2 0,-1 0 0,2-2-824,-3 2 0,1-1 0,0 0 719,1 0 0,1-1 0,4-4-1649,-3 6 1889,1-1 0,7-4 0,7-9 0</inkml:trace>
  <inkml:trace contextRef="#ctx0" brushRef="#br0" timeOffset="120242">24046 8885 8432,'8'-12'1709,"-19"19"-1439,-21 28-270,11-9 0,2 3 0,6 7 0,3-1 0,1 9-90,28-3 90,-10-29-90,8 12 90,-9 3 0,-1-4 0,-7 2 0,-7-13-45,-15 7 0,-6 2 45,-3-4 0,-1 0 0,1 4 0,-2-1 0,-5-4 0,6-4 0,19-7 0,-9 3 0</inkml:trace>
  <inkml:trace contextRef="#ctx0" brushRef="#br0" timeOffset="120477">23939 8960 8612,'-5'-9'540,"0"1"-270,12 2-180,-1 3 179,31-1-179,-15 2-90,3 1 0,4-1-945,-1-1 1,-1-2 397,-2 0 1,0-1 0,5-2 0,-2-1 0,5-7 0</inkml:trace>
  <inkml:trace contextRef="#ctx0" brushRef="#br0" timeOffset="120747">24378 8755 9152,'10'-9'989,"14"-2"-899,-1 7-360,12-1 0,-16 3 270,2 1 0,-15 0 0,2 1 0</inkml:trace>
  <inkml:trace contextRef="#ctx0" brushRef="#br0" timeOffset="120960">24318 8893 8702,'6'12'450,"16"2"-360,-4-10-360,15 2-1709,-1-6 1979,-11-2 0,6-7 0,-10 1 0</inkml:trace>
  <inkml:trace contextRef="#ctx0" brushRef="#br0" timeOffset="121465">24740 8464 8162,'2'-9'1799,"-1"-2"-1259,-28 31-450,12-9 60,-4 11 0,-4 7 0,2-1-60,5-2 0,2 0-45,-10 16 0,1 3-1,9-3 1,3-4-2463,-1 10 2418,6-17 0,3-3 825,7-1-825,15 1 0,-4-9 0,9-18 0,2-6 0,7-17-30,-11-3 0,1-7 0,-3 3 30,-5 4 0,-3-1-16,5-15 0,-7-2-74,-14 8 0,-5 2-90,-4-7-90,-1 7 1,-3 3-631,-14 12-719,0 12 1619,-1 13 0,8 6 0,1 4 0</inkml:trace>
  <inkml:trace contextRef="#ctx0" brushRef="#br0" timeOffset="121707">24774 8693 8522,'5'-1'0</inkml:trace>
  <inkml:trace contextRef="#ctx0" brushRef="#br0" timeOffset="123265">24847 8710 7713,'6'-9'2068,"-12"15"-2068,3-2 0,-9 13 0,9-12 90,-3 6-90,7-15 0,-1-2-269,3-6-181,-3-2-450,-3 10-359,-4 1 1259,0 4 0,1 1 0,0 1 0</inkml:trace>
  <inkml:trace contextRef="#ctx0" brushRef="#br0" timeOffset="123766">24997 8584 7982,'9'-18'1440,"-3"6"-1260,2 2 269,6 6-359,-5 3 90,14-2 90,11 10-180,-3 9 0,-13 29-45,-29-8 0,-9 3-45,4-11 0,-1 0 0,-2 1 30,-1 0 0,-1 1 0,3-2 60,1 0 0,5-3 90,5 11-1,18-17 91,26 0-405,-12-12 0,2-1-1504,5 1 1,0 0 818,13 1 1,-16 1 0,-21-3 0</inkml:trace>
  <inkml:trace contextRef="#ctx0" brushRef="#br1" timeOffset="125299">15095 10198 15886,'26'11'21,"5"-2"244,15-5 0,5-2-240,-10-1 0,0-1 4,-8 1 1,2-1-1,2 0 41,1 0 0,2-1 0,-1 1 0,-3 0-94,9-1 0,0 0-41,-3 1 1,3 0 0,-6 0-514,-5-2 1,-15 5 558,-24 9 1,-2-4-1,-26 8 1</inkml:trace>
  <inkml:trace contextRef="#ctx0" brushRef="#br1" timeOffset="126414">19535 10190 8856,'-12'-1'2389,"20"1"-1964,30 1-410,1 1 0,10 0 0,-3-1-38,2 2 1,2-1 22,-10-1 0,4 0 0,-1 1 0,-6-1-32,-4-1 0,-2 0 8,8 0 0,-2-1-1648,2 1 1638,-10 0 1,-14 0 0,-13 1 0</inkml:trace>
  <inkml:trace contextRef="#ctx0" brushRef="#br1" timeOffset="129132">16636 9060 17141,'2'12'-3277,"0"0"1173,-1-1 1781,2 13 270,0 0 1,2 4-11,-1 1 0,1 4-1030,1 10 1,2 8 0,-2-3 816,-1-11 1,0-1 0,0 6 172,-1-1 1,1 7 0,0 5 0,0 2 0,-1-1-1,1-3 1,-1-7-250,0 0 0,-1-5 0,0-1 0,1 6 364,0-1 1,0 5 0,0 4 0,0 0 0,0 0-1,0-2 1,1-4-96,-1-1 1,0-5-1,0 0 1,1 1-1,0 6 107,-1-7 0,1 4 0,0 3 1,0 2-1,1 0 0,-1 0 1,0-1-1,0-3 0,-1-2-14,1 3 0,0-4 0,-1-1 0,0 0 0,0 2 1,-1 4-122,0-5 1,1 5 0,-1 3 0,0 2 0,0 0 0,0-1 0,-1-1 0,0-4-1,-1-4 1,0-7 107,-2 13 0,-2-9 0,0 5 29,1-2 0,-1 5 0,0 3 0,-1 1 0,0-3 0,0-4 284,0-1 0,-1-3 0,0-2 0,-1 2-293,1 5 1,0 1 0,-1 0 0,1 2 28,0-3 1,0 2-1,0 1 1,0-3-1,1-4-61,0-1 0,0-3 1,1 4 32,2-3 0,-1 5 1,2 3-1,-1 1 1,1-3-1,0-5-2,0 7 0,2-5 0,-1 4 2,1-4 0,-1 4 0,1 2 0,0-1 0,-1-2-18,0-2 0,1-1 0,-1-2 0,0 0 30,-1 6 0,1 0 0,-1-3-30,0-7 0,1-2 0,-2 3-196,1 3 0,-1 3 1,1-1-1,-1-5 196,0-2 0,0 1 108,1 3 0,-1 8 1,0 0-1,0-5-18,0 3 0,0-1-372,1-4 1,0 1 0,-1-3 281,0 3 0,1-3 45,0 0 0,0 0 0,-1 7 0,-1-2-45,1-16 0,0 1 485,0 19 1,-2 1-441,1-17 0,0-3 856,-1 15-901,1-3 0,0-2 2018,2-12-1973,-1 12 0,0 1 49,0-11 1461,1-3 1,-1 3-1410,1 2 0,-1 0 55,1 11-7,-1 1 0,1-1 824,0-4-875,0-6 1,0-2-317,0-4 364,-1 22 50,0-24-338,-1 6 1,-1 2-62,-2 13 33,2-15 0,0 0-481,0 12-396,3-17 986,2 3 1,-1-11 0,1-1 0</inkml:trace>
  <inkml:trace contextRef="#ctx0" brushRef="#br1" timeOffset="129700">16750 15656 20761,'2'-18'-3133,"1"3"1934,5 13 2652,-2 19-2245,2 28 362,-4-14 0,0 0 136,3 2 0,3-3-87,19 9 80,-1-38 1,3-12 553,-4-10 0,-1-7 0,-1-5-230,-4 1 1,-1-3 0,-1-2 0,-1 0-808,2-8 0,-1-1 0,-3 2 719,-5 4 0,-1 2 1,-4 5-1,-5-12 0,-1 30 1</inkml:trace>
  <inkml:trace contextRef="#ctx0" brushRef="#br0" timeOffset="134703">21417 9119 7713,'7'-8'1889,"-1"0"-360,-3 4-1080,-7 5-179,-3 7-90,-4 4 90,-2 10 360,0 17-1209,7-7 1,0 8 0,1 3 0,0-4 638,0-3 0,0-2 0,1 5 30,1 0 0,-1 6 0,1 4 0,0 1 0,1-1 0,1-3-168,1 3 1,0-2-1,2-1 1,-1 1 0,1 2 122,-1-4 0,0 2 0,1 0 0,-1 0 0,1 2 0,0 2-246,-1-7 1,1 4 0,0 0 0,0 1 0,0-1-1,1 0 1,-1-3 0,0-3 218,0 6 0,1-4 0,-1-2 0,0 1 0,1 3 7,-2-3 1,1 2 0,0 2 0,-1 0-1,0 1 1,0-1 0,0 0-78,0 0 0,-1 0 0,0 0 0,0 0 0,0 0 0,-1 1 1,1-1 63,0 2 1,-1 0 0,1-1 0,-1 1 0,0 0 0,1 2 0,-1 0 71,0-5 1,-1 1 0,1 2 0,0 0 0,-1 0-1,1 0 1,0-2 0,-1 0 0,1-3-70,-1 8 0,0-3 0,0 0 0,0-2 0,0 0 0,1 1-170,-1 1 1,0 2-1,0-1 1,0-1-1,0-3 1,1-3 154,-1-1 0,1-5 0,0 0 0,-1 4-15,1-1 0,1 5 0,-1 1 0,0 0 0,0-3 0,1-4 455,-1 8 1,1-5 0,-1 3-441,1-5 0,-1 3 0,1 1 0,0 1 0,-1-2 0,0-1 0,0 0 0,0 0 0,0-2 0,0-3 0,0 5 0,1-3 0,-2 6 63,0-4 1,0 5 0,-1 4 0,0 0-1,0-2 1,0-3-42,0 4 1,-1-3-1,0-1 1,0 3-23,0-2 0,0 2 0,0 1 0,0-1 0,0-1 0,0 2 0,0-1 0,-1-1 0,1 0 0,0 0 0,0-1 0,0-1 0,0-3 0,1-5 0,0-3 0,-1 3 0,0 6 0,0 5 0,-1-2 0,1-6 526,0 0 1,0-1-527,0 2 0,-1 3 0,0-2 0,0-6 0,1-2 0,0 1 0,0-2 0,0 0 0,0 1 0,0 2 0,0 1 0,1-2-90,1 12 0,1-2 90,-1-11 0,1-1-251,2 7 0,0-5 251,-1-10 532,-1 14-532,-4-5-89,-5 4 89,3-8 0,-2 3-180,4-10 3082,2-3-3082,-2 11 1027,2-13-1387,0 3-2737,2-8 0,5-24 2936,-1 5 1,4-25 0,-3 12 0</inkml:trace>
  <inkml:trace contextRef="#ctx0" brushRef="#br0" timeOffset="135181">20903 16038 9602,'-7'-9'1259,"0"1"180,4 4-1259,4 8 450,7 7-541,-1 2 451,16 27-360,-2 2-135,-8-17 0,1 1 45,1 4 0,1-1 0,6 10-90,2-4 90,9-11-90,0-21 0,-5-7 0,1-6-1639,5-10 1,-1-4 1535,-5 4 1,-1-2 12,8-11 0,-3-2-587,-10 9 0,-1-3 167,4-5 0,1-5 0,0 2-583,-4 5 1,-1 2 0,0-1 786,2-5 0,1 1 1,-2 2-1,0-1 1,-3 5-1,7-13 0</inkml:trace>
  <inkml:trace contextRef="#ctx0" brushRef="#br0" timeOffset="80029.81">1316 12496 7173,'0'-11'1349,"2"-6"-1169,-2 10 360,2-5 449,-2 1-809,0 2 720,-1-7-721,-2 9 271,-16-4-270,-7 14 0,-4 4-135,4-3 0,-2 2 0,-14 7 0,1 3-45,3 3 0,12 4 0,5 3-180,11 10 180,2-9 0,5 2-135,15 9 0,7-1 90,-2-8 0,0 0 45,5 5 0,-1-1-90,4 9 90,-15-12-90,-18-2 90,-6 0 0,-7-8 0,1-8-180,-12 3-359,11-5 539,-10 3 0,28-13 0,6-3 0</inkml:trace>
  <inkml:trace contextRef="#ctx0" brushRef="#br0" timeOffset="80499.81">1394 12861 9602,'-8'-8'1709,"11"1"-1620,1 5 271,24-4-270,-8 3 0,11-7-180,-19-13 90,-19 1-90,-12-6 90,-11 21 0,-3 9 0,8 7 0,0 4-158,-4-2 1,3 5 157,6 10 0,8 5-44,15 17 44,2-16 0,6-2-135,18 2 1,5-5-1,-14-9 0,3-3-958,10-6 1,6-4 0,-6-4 901,0-4 1,3-4 0,-1-1 0,-7-2 0</inkml:trace>
  <inkml:trace contextRef="#ctx0" brushRef="#br0" timeOffset="81149.81">1784 12904 10141,'-7'-29'2069,"0"6"-1979,0 15 450,-31 9-450,12 9 0,-1 3-135,2-6 0,0 2-1594,-3 13 1,7 2 33,15-8 2375,3 13-1220,24-8 270,17-12 225,-13-6 0,0-3 45,3-6 0,-2-5 180,12-15 0,-10 1-270,-18 35 90,-7 16-90,-7 7 0,-3 7 30,3-7 0,-1 2 0,0 1-20,-1 7 1,0 1-1,1-1-10,1-6 0,0-1 0,0-2-136,-1 10 1,2-3 315,-1 6-90,-4-27-90,2 2 0,-34-43 45,9-7 0,-1-3-45,5 8 0,1-1 0,-11-8 0,12 0 3138,30-2-3318,26 1-45,-7 14 1,6 1-869,7 0 1,6 1 0,-4 1 814,-8 3 1,0 0 0,1-1 0,3-1 0,-5 2 0,6-4 0</inkml:trace>
  <inkml:trace contextRef="#ctx0" brushRef="#br0" timeOffset="83349.81">1990 12881 8342,'-3'-8'2519,"1"0"-2339,4 10-180,0 10 180,2 26-180,-4-4 0,0 5 90,-2-16-1,0-9-89,1-3 90,11-46-90,-2 16-45,2-10 0,1 0-44,6 4-1,3 3-180,2 14 90,-5 14 180,-2 8 0,-9 1-90,-3-4 270,1-3-180,9-17 0,-1 5 0,15-21 0,4 11 0,-9 3 180,10 44 0,-18 13-135,-6-19 0,3-1-1485,17 12 1440,-4-33 0,6-7 0,-6-7 0</inkml:trace>
  <inkml:trace contextRef="#ctx0" brushRef="#br0" timeOffset="84449.81">2477 12987 9781,'8'-13'2159,"1"4"-1709,23-1-180,6-4-270,-6 5-180,-11-8 0,-6-2 0,-10 2-90,-5-21 90,-16 29 90,-13 8-1549,10 17 1,2 5 1343,-7 5 295,2 15 0,26-2 0,10-13 0,15 14 0,14-29 0,-17-10 0,1-5 0,-1-1 0,1-4-45,7-11 1,-2-3 44,-12 6 0,-1-2-45,4-5 0,-3 2 45,-5-1 0,-27 56 0,-4 7 45,4-10 0,0-1 314,-4 11-359,18-37 0,0-2 1638,14-18 0,6-10-1715,-3 9 0,1 1 32,4-7 1,0 7-46,15 20 90,-27 19 0,-6 3 0,-2 2 0,-1 9 269,6 10-269,-2-24 360,39-16-360,-24-15 30,7-11 0,6-10 0,-6 3-30,-12 8 0,0-3-18,1-6 0,5-8 0,1-4 0,-2 2 0,-5 7 18,-2 1 0,-2 0-23,3-8 1,3-8 0,-2 1-1,-4 8 23,-6 11 0,-1 2-45,4-16 0,-3 16 135,-6 39 0,-4 7-45,-3 6 0,-3 10 0,-2 3 0,2-1-15,0 6 0,-1 0 0,1 2-53,0-7 1,0 2-1,0-1 1,4-1-548,2 7 1,3-2-1,5-10 570,16 2 0,12-24 0,-5-28 0</inkml:trace>
  <inkml:trace contextRef="#ctx0" brushRef="#br0" timeOffset="84649.81">3431 12817 9332,'-10'8'1079,"6"5"-899,7-8 90,10 5-270,21-9-810,0-1 810,2-3 0,2-1 0,8-1 0,-15 1 0,1-1 0</inkml:trace>
  <inkml:trace contextRef="#ctx0" brushRef="#br0" timeOffset="85329.81">3837 12956 9512,'-16'-14'1529,"5"6"-90,-22-13-989,14 14-226,-7 3 1,-2 4-360,-4 15 1,2 5-226,2 0 0,2 1 270,-2 0 0,8 2-899,21 20 629,31-44 270,-5 12 90,-1-23 0,-1-7 0,-10 5 0,10-9 0,-11 33 0,-7-4 90,3 20-90,-1-3 90,0-4 0,17 4 0,12-21-90,5-7 0,0-10 45,-11-16 0,-3-8-90,-11 6 0,-1-4 15,1-1 0,0-4 0,-2-1-1063,-6 1 1,-3 0 0,-2 4 899,1 0 1,-2 3 147,1-7 0,-5 15-45,-5 29 90,-1 12 30,-2 18 0,0 13 0,1-5-306,1-10 0,1 0 276,-2 17 0,-1 7 0,6-6-360,9-9 0,2-5 135,-6-4 0,3-3 225,10 4 0,4-8 0,-1-21 0,11 0 0</inkml:trace>
  <inkml:trace contextRef="#ctx0" brushRef="#br0" timeOffset="85539.81">4164 12841 10231,'47'-3'-45,"-11"-1"0,-2 1-611,0-1 1,-8 1-1,-2 0 1,6-1 0</inkml:trace>
  <inkml:trace contextRef="#ctx0" brushRef="#br0" timeOffset="85769.81">4463 12871 10231,'-5'-1'1349,"1"9"-1079,2 21-630,0-1 1,0 1-1,-1 8-296,1-3 1,1-3-1,2-12 1,2 12 0</inkml:trace>
  <inkml:trace contextRef="#ctx0" brushRef="#br0" timeOffset="85999.81">4635 12516 9602,'-4'-16'1888,"-1"0"-5165,3 8 3264,6 12 0,0 2 1,6 12-1</inkml:trace>
  <inkml:trace contextRef="#ctx0" brushRef="#br0" timeOffset="86839.81">4846 12764 9781,'-18'-9'2969,"3"3"-2250,-16 12-764,2 19 0,-1 8-135,8-12 1,1 2-91,-10 15 0,6 1-135,17-13 0,5-1-134,13 11 359,5-5 90,7-18 0,21-25 0,-20-3 90,-1-2 0,-2-4 0,-6-7 0,-7-6 0,-7 16-90,-10 3-180,4 10 180,4-3-90,29 2 90,-1 0 0,22-3 90,-11 4 90,-10 1-90,-1 4 90,-17 1 90,0 14-180,-7-6 90,-3 29 0,-4-11-90,-2 7 90,2-14 360,2-8-360,15-20-90,8-6 45,-2-1 0,2-3-90,7-4 0,0 0-45,12-8 90,-17 14 0,0 4-90,-1 8 90,-4 11 0,-6 13 90,-11 27-90,-3-9-360,-2 11-2917,13-23 2457,-1-12 1,13-3 0,-4-7 0</inkml:trace>
  <inkml:trace contextRef="#ctx0" brushRef="#br0" timeOffset="86999.81">5706 12914 9961,'-6'-2'-742,"2"-1"0,-17 12 0,3 0 0</inkml:trace>
  <inkml:trace contextRef="#ctx0" brushRef="#br0" timeOffset="88979.81">918 14062 0,'7'-17'0,"0"-6"2760,9-18-2490,-7 15 1497,5-8-778,-5 13 425,-3 8-605,3-8 2317,-7 26-2946,-4 21 0,-5 12-90,1 3 0,-1 3-90,1-9 0,0 2 0,-1 5-27,-1 0 0,0 6 0,-1 2 0,0-1 0,1-3 49,0-6 1,1-2-1,0 0 1,-1 4 9,0-3 0,0 4 0,-1 2 1,0 1-1,0-1 0,1-2 0,0-4 11,-2 7 0,2-4 1,-1-2-1,0 2 53,1-2 1,-1 0 0,0 1 0,0-1 0,1-3 174,-2 14 0,1-2 0,0-4-387,2-9 1,0-2 0,1-1 494,-3 17 1,2-9 111,4-17 166,-1-2 652,4-13-1024,7-6 2485,4 0-1892,20 0 0,8-2 92,-15 0 0,4 1-672,6 0 0,10 0 0,6 0 1,4 1-1,1 0 0,-1-1-398,-11 1 1,2-1 0,0 1 0,1-1 0,0 1-1,0-1 1,0 1 0,-1-1 392,5 1 1,-1-1-1,-1 1 1,1-1-1,0 1 1,2-1-1,2 1-119,-9-1 1,3 1 0,2 0 0,1 0 0,1-1-1,0 1 1,-2 0 0,-2 0 0,-3-1 0,-4 1-1,-5-1 615,19 1 0,-10-1 0,6 1-680,-7-1 1,6 1 0,4 0 0,0-1 0,-1 1 0,-6-1-1,-8 0 212,10 0 1,-5-1-60,3 0 1,4-1 0,-11-1 21,-5-2-284,-8-9 0,-20 5 0,-1-5-1456,-5 4-976,1 2 110,-1-2-150,0 2 122,-4-10-435,3 6 1608,-3-14 1,1-8 661,2-8 1,3-6-1,-1 3 238,-1 9 0,0 2 0,1-4 813,1-7 0,1-6 1,1-3-1,0 0 1,1 2-629,1 6 0,0 1 1,1 1-1,-1-1 1,1 0 74,-1-3 0,0 1 0,0-1 0,1 0 0,-1 2 23,1 2 1,0-1 0,0 2 0,0 1 0,-1 5-604,1-1 1,-2 4 0,1-1 637,1-5 1,1-1 0,-1-1-91,-2 0 0,0 0 1,0 0 55,0 3 0,1 1 0,-1 0-48,0-13 0,-2 6-197,-2 9-275,0-6 40,-10 31 1170,6-1-1026,-11 35 2538,6-13-2116,-21 13 258,12-14 70,-12 0 0,-10-3-105,-4-7 1,-4-4 0,1 1-11,11 2 1,1 1 0,-5-2-464,-1-1 0,-6-2 0,-4 0 0,-2-2 0,0 1 1,1 0 280,6 0 0,-1 1 0,-1-1 0,0 0 0,1 0 0,0 1 0,1-1-492,-2 0 0,3 0 0,0 0 0,0 0 0,-3-1 1,-3 1 416,5 1 1,-3-1 0,-2 0 0,-2 0 0,-1 0 0,-1 0 0,2 1-1,2-1 1,3 1 0,3 1 15,-5-1 0,5 1 0,1 1 0,2 0 0,-1-1 0,-2 0-195,1 0 1,-2 0 0,0 0 0,0 0-1,0 0 1,2 0 0,1 1 117,-6 0 0,1 1 0,1-1 0,3 2 1,4-1-45,0 1 0,5 0 1,-1 1-154,-5 0 0,0 0 0,3 0 224,-1 0 0,5 1-2203,-13 1 2279,58-6 0,-3-1 0,18-5 0</inkml:trace>
  <inkml:trace contextRef="#ctx0" brushRef="#br0" timeOffset="90229.81">5078 11706 9871,'31'-3'360,"11"2"-540,-11 3 0,2 0-540,2 0 1,-1 0 224,-7 0 1,-3 0 494,12 0 0,-29-1 0,-3 0 0</inkml:trace>
  <inkml:trace contextRef="#ctx0" brushRef="#br0" timeOffset="90549.81">5211 11746 8522,'12'-6'1259,"-1"13"-899,-10 24-270,-3 12 0,-1-8 0,-2 6 0,1-4-90,1-10 0,0 1-150,0 11 0,1 5 0,1-9-30,2-8-989,4 4 0,1-3 629,0-15 540,7 6 0,0-14 0,2-1 0</inkml:trace>
  <inkml:trace contextRef="#ctx0" brushRef="#br0" timeOffset="91609.81">5457 12055 8522,'-1'-14'2519,"1"3"-2249,-8 27-1,-1 19-269,3-7 0,1 2 0,1-4 0,1 0-180,4 16-179,11-11 179,5-11 0,9-3 0,7-24 90,-4-22 0,-7 5 45,-15-6 0,-5-1-45,-5 1 90,0-13 0,7 22 0,6 12 0,11 0 90,15-2-90,-11 3 0,11-3 0,-23 12 0,-3 2 0,-5 10 0,-6 19 0,-2-2 45,0-2 0,-1 0-45,-3 10 0,0 3 90,1-22-90,1-8 0,4-16 0,10-18 0,14-20-45,-10 22 0,1-1-45,11-8 0,2 4 90,2 6 0,8-1-90,-16 34 360,-13 5 90,-1 2-360,-2-15 90,10-21-90,0-3-180,15-8 90,-12 40 90,-7 16 0,-7 17 45,-9-17 0,0-2-45,1 9 0,2-7-900,17-1 900,14-22 0,6 2 0,5-13 0</inkml:trace>
  <inkml:trace contextRef="#ctx0" brushRef="#br0" timeOffset="92439.81">6273 12202 8972,'-1'-16'1439,"1"2"-539,-2 4-631,-2 5 181,-18 9-90,-9 24-360,3-6 0,2 12-90,18 5-90,10-10 0,5 15-180,19-22 270,-1-12 0,0-6-179,2-19 89,-14-4-90,-3-24 180,-10 17 0,-14-10 0,2 19 0,-2-1 0,1 1 90,4 6-90,13-6 90,-1 10-90,24-12 90,-7 7 0,9-4 90,-11 4-180,-3-3 90,-9 4 0,3-15 90,-7 2-90,-1 2-90,0 3 0,5 19 0,8 1-179,28 16 269,-6 2 224,-15-3 1,-3 2-45,-3 3-90,-15 7 270,-11 12-180,4-7-225,1-6 0,3 0-2654,10 18 2699,4-18 0,14 0 0,0-16 0</inkml:trace>
  <inkml:trace contextRef="#ctx0" brushRef="#br0" timeOffset="92619.81">7082 12276 10321,'6'-9'450,"0"-2"-450,-7 17 0,-15 7 0,-9 17 0</inkml:trace>
  <inkml:trace contextRef="#ctx0" brushRef="#br0" timeOffset="97549.81">1999 14370 9242,'3'-12'2069,"-1"1"-1620,-3 4-89,0 1-180,-1 0 90,-1 2-180,-3-3 0,1 3 0,-12-1 0,0 5-90,0 0 0,1 2 0,-1 2-90,-4 5 90,1-1 0,-1 4 0,9-2-90,-9 10 90,7-6-90,-8 14 0,8 2 0,-4 3 90,5-3-270,-6 5 270,10-20-180,-12 16 0,5-6 90,1-7 0,-6 6-90,-1-9 90,6-3-89,-9 3 179,18-12-180,-12 7 180,10-6 0,-2 1-90,0-2 90,4-2-90,-6-1 90,5 1 0,-2 1 0,4 0 0,-1 2-90,2 0 90,-3 3 0,5-2 0,0 5-90,3 3 90,1-4 0,1 3-90,7 2 90,-3-6 0,7 9 0,-6-11 90,6 6 0,-2-5-90,4 2 90,0-2 0,2 0-90,-3-2 0,4 1 90,-7-3-90,2 0 0,0-1 0,-1 0 0,7 0 0,-4-1 0,-2 1 0,2 0 0,0 1-90,1 0 0,1 0 90,2-1-90,-5 1 90,1-1 0,-4 1-90,4-1 90,-2-2 0,7 0 0,6-2 0,-3-2 0,4-2 90,-10 1-90,5-2 90,-5 0-90,6-4 90,-9 4 0,5-8 0,-11 8 0,15-12 0,-17 13-1,11-11 181,-5 1-180,0 2 180,1-5 0,-4 4-180,-2 2 0,0-2 90,-2 3 90,4-9-180,-3 6 89,3-12-89,-8 14-90,2-4 90,-3 2-90,-2 4 0,0-7 0,0 3 90,-1-1-90,-1-1 0,1 7 0,-3-5 0,2 4 0,-2 1 0,-1-3 0,1 6 0,-4-8 0,4 8-90,-5-7 90,5 7 0,-10-9 0,6 7 0,-9-4 0,10 7-90,-10 1 0,1 5 1,-1 3 89,1 2-270,-4 10 0,3-1 90,-4 6 90,7-6-180,0 6 0,2-3 90,-1 4 180,6-7-449,1 1 89,4-6 180,0 5 90,7-5-90,15-5 270,8-11-90,5-4 90,3-19 0,-12 3 0,0-7 180,-7 0-90,-4 5-180,-7 8 90,-23 20-90,-3 14 0,-1 5 0,-18 9 0,11-3 0,2 2 90,-3 6-90,12-9 0,1 1 0,-4 9 0,12-3 0,12-21 0,27-13 0,-5-7 44,0-2 1,-1-3 45,-4-9 0,-2 0 0,6-10-45,-14 8 0,-7 3-45,-11 14 90,-38 14-90,16 7 0,4 5 0,-5 4 0,6 0 0,-5 7 0,0 6 0,2 2 0,15-3 0,-1 8 0,20-18 0,16-10-90,11-12-90,14-13 180,-8-3-90,2-14 0,-19 5 1,3-12 89,-13 17 0,-4-2 89,-19 21-89,2 2 45,-14 12 0,-3 6 45,-6 11-90,5-5 0,1 3 45,10-5 0,2 0-45,-6 14 90,3 3-90,13-22-90,5 2-90,18-23 90,-6 2 1,9-10-271,-8-9 90,-8-2 270,2-1-90,-11 6 0,-16 10-90,-14 9 180,0-2-90,-6 16 90,23-3 0,5 2 0,12-4-90,6-6 0,20-5 0,-2-7-90,12-7 90,-14-3 90,-13 3 0,-14 5 0,-4 7 0,-16 13 0,8 4 0,-3 7 90,9-3 0,14 2-90,1-10 90,23 4-90,-12-13-45,9-3 0,2-4-135,11-13 91,1 0-1,-6-8-180,-24 6 270,-4 5 0,-13 1 90,-21 26 0,5 2-90,-6 18 90,22-10 0,8 2-1,32-13-44,-7-12 0,2-4-45,3-3 0,0-4 0,-3-2 0,-3-3 0,2-13 0,-16 2-90,-25 8 90,4 8 45,-12 13 0,-4 9-45,-8 23 0,-1-4 0,11 12 90,24-25 0,20 6-90,4-17 45,8-8 0,3-6-45,0-12 0,-2-4 45,-1 0 0,-3-1 0,-2-2 0,-8-1 45,-16-15 0,-12 26 90,-27 12-90,9 23 0,0 5-90,6-8 0,2 1 0,-8 15 0,5-2 0,15-11 90,2 20-90,18-25-90,15 2-45,4-26 0,2-7 90,-9 3 0,-1-2 0,9-12 0,-4-2-45,-9-2 90,-8-14 0,-18 27 90,-3-3-90,-6 18 0,-23 26 90,16 0-135,1 1 0,1 3-135,1 21 90,12-5 0,7-8 90,11-16-449,16-13 179,1-10 90,13-7 0,-9-12 90,-4-15-1516,-18 17 0,-2-1 1606,4-13 90,-10 3 90,-15 18 90,-22 23-180,8-8-90,-13 23 89,24-3 1,3 2-180,-5 13 0,5-9 1,2-1-91,5 9-270,10-10-540,16-6 721,-4-7 89,11-8 180,-1-18 0,-4-1 0,10-12 0</inkml:trace>
  <inkml:trace contextRef="#ctx0" brushRef="#br0" timeOffset="97559.81">1965 14657 0,'14'-30'0</inkml:trace>
  <inkml:trace contextRef="#ctx0" brushRef="#br0" timeOffset="99229.81">1990 14604 6993,'7'-41'810,"-14"12"-721,0 7 361,-33 33-180,11 18-180,-6 2 0,14 4 90,20-12 0,11 7-90,7-11 0,15-8-45,-8-21 0,0-5-45,6-6 45,-3-9 0,-4-4 44,-14 10 1,-3 0-45,3-2 0,-4 2 45,-10-12 0,-8 30 0,-15 17-90,8 4 90,-6 17-90,16-13-90,3 16 90,10-13 0,0 1 0,4-8-180,10-11 90,-7-3-89,16-11 179,-17 2-180,7-23 270,-12 13-90,1-14 0,-5 18 90,-1-4-90,-1 9 359,-2 0-269,4 11-90,0 1 90,7 10 0,0-6-90,2 6 0,-1 4 90,-1 16-90,-2 2 0,-3 5 45,-7-11 0,-4 1-45,-1-6 0,-2 0 0,-6 8 0,-2-1 0,0-9 0,0-4 0,-8 4 0,-13-7 0,23-10 0,-23 4-90,13-4 90,4-1 0,2-2 0,12 0 0,-2-2 0,-1 0-90,3 0 0,-4-3 0,0 0 0,-2 0 90,-4-1 0,4 2-90,-3-1 90,-2-1 0,7 1 0,-3 1-180,4 0 91,-1 1-1,-2 1 90,3 0-180,2 2 90,-4-1 0,6 0 90,-3 1 0,6-2 270,-1 2-90,15 5-1,4 0 1,14 3 90,22 1-180,-10-6-45,-11-1 0,1-2 45,19-1 45,-17-4 0,0-1-45,9-1 45,-9-3 0,-2-2 45,2-12-180,-1 4 89,-3-6 1,-14 11 180,6-8-180,-4 5 90,2-1-90,-2 2 0,-3 3 0,8-9 90,0-1-90,-5 5 90,5-8-90,-15 18 0,4-6-450,-5 5-270,-2-1-2647,-13 2 2859,3 5 1,-16 0-1,6 3 1</inkml:trace>
  <inkml:trace contextRef="#ctx0" brushRef="#br2" timeOffset="107049.81">1332 14128 8432,'-10'5'1979,"2"8"-1439,5 19-316,0 4 1,1 8-135,-2-7 0,0 4 0,-1 1-45,0-1 0,-1 2 0,-1 1 0,1-1 0,0-3 0,0 1 0,-1-2 0,1 0-45,-2 8 0,-1 0 0,2-5 45,1-3 0,0-4 80,2 10 116,2-29 323,0 4 253,0-4-3970,2 0 3848,-2-3 296,1-5-135,-1-2 98,-1 2-212,1-3-143,4 1-1086,2-2 534,19 2 747,11 0 0,7 0-51,5 2 0,3 0-231,-15-3 0,0 0 1,4 0 306,3 1 0,4 1 0,2 0 0,-3-1-3,-4 0 1,-2-1 0,0 0 0,1 1-490,2-1 1,1 1 0,0-1 0,-3 1 384,5 0 0,-3 0 0,-6-1 947,13 1-1263,-22-3-397,-1 0 139,-13-2-112,-4 0 115,2 1 136,-2-1-304,2 1 473,-4 0-446,-2-4 0,-11-38-2090,5 11 1320,-1-6 0,-1-8 1,2 2-374,3-3 1,2 0 49,-2 9 1,0-2 0,1 3-503,2-5 0,-1 4-753,0-3 1359,1-1 1,1-3-651,-3 4 1,1 0 866,1-1 0,0 1 685,-2 1 1,1 5-146,-1 14-31,2-12 1431,-2 13-1513,0 1 595,1-2-379,-1 6 3405,-1 4-3199,1 2-77,0-2 0,0 2 0,0-2 0,0 2 0,0 1 0,1-3 0,4 0 0,1-2 0,-1 2 0,2-4 0,-5 6-180,4-6 180,-26 13 0,0-4 0,-15 2 0,-10-1-1093,5-2 1,-3-3 0,1 1 1034,-6 1 1,-2-2-30,4 0 1,-6-2 0,-1 0 0,5 1 86,7 2 0,4 0 0,-3 0-23,1-1 1,-3 0-1,0 0 1,3 1-8,-1-1 0,2 2 0,4 0-60,0 0 0,4 1-315,1 0 1,3 2-1125,-6 0-720,4 0 2249,7 4 0,15-1 0,-1 2 0</inkml:trace>
  <inkml:trace contextRef="#ctx0" brushRef="#br2" timeOffset="119209.81">1819 14679 7173,'-4'-10'1259,"-1"10"-1259,4 5-180,-1 10 90,5 1 0,8-6 0,5-11-89,10-14-451,4-12-180,-5 0 810,-4 5 0,-3 2 0,-5 6 0</inkml:trace>
  <inkml:trace contextRef="#ctx0" brushRef="#br3" timeOffset="120329.81">1204 14233 9742,'13'-20'28,"-5"6"1,8-1 0,-5 5 0</inkml:trace>
  <inkml:trace contextRef="#ctx0" brushRef="#br3" timeOffset="122439.81">1798 14646 7297,'-6'-5'1169,"0"0"-1257,1 6 224,1 0-36,0 8-75,3 2-3302,1 1 2241,1 0 1841,2-2-812,7-11 77,0-2-64,4-5 17,12-19 9,-11 10 166,14-17 2042,-9 12-2161,-7 7 1,1 3 0,-9 10 0</inkml:trace>
  <inkml:trace contextRef="#ctx0" brushRef="#br3" timeOffset="123179.81">1408 14085 7588,'-4'-4'0</inkml:trace>
  <inkml:trace contextRef="#ctx0" brushRef="#br3" timeOffset="123429.81">1404 14081 10282,'-4'5'648,"1"-2"-379,8 18-972,-1-14 79,24-10 829,-5-8-293,7-6 0,1-1-496,4-5 0,-9 4 0,0 0 0,6-3 0</inkml:trace>
  <inkml:trace contextRef="#ctx0" brushRef="#br3" timeOffset="127289.81">4542 14176 10643,'1'-10'313,"1"2"-728,-3 24 254,-1 1 88,-1 7 0,-1 5 79,-4 5 1,0 2-29,0-4 1,0 1 8,-2 1 0,1-2-210,-2-1 271,-1-2-11,5-11 110,-3 2-79,8-19 79,9-20-128,5-16-44,-1 4 0,2-6 0,0 1-15,3-9 0,0 0-37,-3 5 0,1-2 0,0 3 27,2-6 0,-1 5 3,-5 14 1,0 3-50,10-13 16,-7 25 193,-1 12-178,2 35 0,-9-11 1,0 3 12,2 8 1,0 2 1,-3-6 0,0 1 19,1 10 1,1 2-1609,-1-7 1,1 0 1579,-1-1 0,-1-2-220,1-5 1,-1-3 133,1 5 61,1-4-210,-1 0 284,1-10 1,-5-16-1,0 1 1</inkml:trace>
  <inkml:trace contextRef="#ctx0" brushRef="#br2" timeOffset="127649.81">4479 14500 7173,'6'-11'360,"14"-4"-270,0 3-270,3 2 0,3 1-640,16-3 1,6 1 0,-10 3 0</inkml:trace>
  <inkml:trace contextRef="#ctx0" brushRef="#br2" timeOffset="128329.81">4925 14646 7353,'-10'4'1079,"7"-8"-989,6-5 0,14-19-90,-3 2 0,2-6 0,-6 7 0,-2-1 0,1-13 0,-3 12 0,-1 1 0,-4-8-90,-8 9-83,-4 6 85,0 9 98,17 12-76,0 3 77,23 4 13,0-6-85,14 1 90,-11 1 82,1 7-1,-29 10-3387,-1 4 3237,-10 2 29,-3 6 77,5 9-94,-1-5-181,7 4 0,4-23 203,11 0 1,-5-10 0,6-1 0</inkml:trace>
  <inkml:trace contextRef="#ctx0" brushRef="#br2" timeOffset="128809.81">5215 14596 8342,'-1'-7'1619,"7"-1"-1349,15-6-360,-3 3 0,4-7-90,-12 5-179,-1-13 359,-6 10-270,-6-14 270,-1 20-180,-7-8 90,-6 21 90,0 4 0,0 8 0,5 18 90,18 11-135,3-21 0,4 0-270,2-2 0,4-4-1034,21-1 1349,-13-14 0,-2-6 0,-5-1 0</inkml:trace>
  <inkml:trace contextRef="#ctx0" brushRef="#br2" timeOffset="129329.81">5555 14531 7982,'2'-10'1350,"-2"-10"-721,-4 8-269,-5-7-180,2 12 0,-11 5 90,-10 22-270,1 4-90,0 16-90,21 5 90,16-17 90,0-3-90,18-23 0,-12-12 90,8-4-90,-9-3-90,-2-1 90,-7 8 0,3-1 90,-3 12-90,2 11 90,1 2 0,4 14 0,-2-8 90,11 8-180,-10-16-1889,17 2 1979,-15-14 0,10-1 0,-7-4 0</inkml:trace>
  <inkml:trace contextRef="#ctx0" brushRef="#br2" timeOffset="130409.81">6178 14614 8972,'-10'-15'1439,"-7"-4"-989,0 16-180,-15 7-180,5 10 0,-9 21-270,18-3 90,2-4 0,13-1 0,6-19-90,14 1 0,13-22 270,1-9 90,-4-11-180,-16 7 0,-11 10-90,2 7 90,1 4 0,8-5 0,13-4 0,7-11 0,-12 6 0,-1-1 0,9-17 0,-5-5 0,-2-4 0,-8 20 0,-1 1 0,5-14 0,-1 3-90,-4 11 90,-7 32 0,-10 40 0,1-12 0,-2 2 0,0 2 0,-1 3-23,-1-6 1,0 5-1,-1 0 1,1-1-1071,0 8 1,0 0 0,0 0 1117,1-8 0,0 0 0,0 1 0,2 0 101,1-1 1,1 1-1,0-3 1,3-5 37,0 0 0,2-3 47,2 3 1,5-7-166,7-19 1599,10-44-913,-18 13 0,-1-1-356,0-8 1,-3-2-222,-7 3 0,-2 2-606,-4-6 327,-1 10 1,1 1 82,2-3 185,11 1 0,3 1-819,1 2 115,18-3 1,4 3 650,-5 7-696,0 1 1,1 1 897,6-3 0,-2 0 1,3-3-1</inkml:trace>
  <inkml:trace contextRef="#ctx0" brushRef="#br2" timeOffset="130699.81">6784 14280 9062,'6'-21'989,"-2"10"-359,25-18-540,0 17-225,-5 2 0,0 0-495,11-1 181,-10 4 449,-10 4 0,-10 2 0,0 0 0</inkml:trace>
  <inkml:trace contextRef="#ctx0" brushRef="#br2" timeOffset="130959.81">6874 14236 10771,'-9'27'449,"1"-1"1,-4 5-390,1 11 0,0 12 0,1-7-195,4-16 0,-1-1-315,-2 11 1,-2 6-1,3-7-2788,1 4 3238,1-7 0,4-19 0,2-11 0</inkml:trace>
  <inkml:trace contextRef="#ctx0" brushRef="#br2" timeOffset="131179.81">6637 14784 8882,'-7'3'360,"5"1"-180,7-1 179,26-4-359,-11 0-585,17-5 1,5-1 584,-17 1 0,-1 1 0,13-3 0,0-1 0,10-6 0</inkml:trace>
  <inkml:trace contextRef="#ctx0" brushRef="#br2" timeOffset="131649.81">7000 14568 8702,'-4'-9'1169,"1"0"-629,0 2 449,1 0-899,0 11 180,-2 12-90,-2 19-270,-4 10 0,0-2-90,-1-1-179,3-15 359,12-21-90,6-13 90,6-13 0,2-5-90,13-14 45,-8 16 0,-1 3-45,4 4 90,-4 13 0,-7 39 0,-8-8 0,-2-3 0,1 1 0,4 1 0,0-1-90,2 0-1170,7-4 1,1-5 0,-5-13 1259,11 1 0,-11-9 0,0 0 0</inkml:trace>
  <inkml:trace contextRef="#ctx0" brushRef="#br3" timeOffset="132209.81">4223 15086 27310,'16'-12'-593,"9"2"1663,20 4-666,-13 4 0,8 0 0,5 1 0,2 0 0,0 1-269,-6-1 1,0 1 0,2 0-1,1 1 1,2-1 0,3 0-83,-7 1 0,3-1 0,1 1 0,2 0 0,1-1 0,2 1 0,0 0 0,1 0 0,0 0 0,0 0-32,-6 1 1,2-1 0,1 1 0,2-1 0,-1 1 0,1 0 0,0 0 0,0 0 0,-1 0 0,0 0 0,-2-1 0,-1 1-1,-2 0-21,6 0 0,-2 0 1,-3-1-1,0 1 1,-1 0-1,1 0 1,2-1-1,1 1 1,3 0-19,-9 0 1,3 0 0,3 0 0,1 0 0,1 0 0,2 0 0,-1 0 0,1 0 0,-2 0-1,-1 0 1,-1 0 0,-3 0 0,-3-1 0,-3 1 0,-4-1 114,14 1 1,-8-1 0,-3 1 0,2-1 0,6 0-88,-5 0 1,5 0-1,5 1 1,1-1-1,2 0 1,-1 1-1,-2-1 1,-4-1 0,-5 1-1,-6-2 42,11 0 1,-9-1 0,2-1 14,4 2 0,5 0 0,-4-1 0,-15-4-790,-15-8-1363,-20 6-1191,-12 6 2457,9 5 1,-6 8 0,5-2 0</inkml:trace>
  <inkml:trace contextRef="#ctx0" brushRef="#br2" timeOffset="133329.81">4155 15763 9691,'4'-16'360,"0"-3"-270,-7 53-30,-4-6 0,-2 6 0,-1 3-60,0 0 0,0 2 0,-1 1 0,0-1-1093,-2 7 1,0-2 0,0-1 767,1-7 0,-1-1 1,2-6 1223,-4 7-809,4-9 0,-1-1-90,8-30-30,11-21 0,11-15 0,-1 3-1096,-5 5 0,0-1 1096,5-8 0,4-4 0,0 1 70,-3 6 1,1 3 0,1-2-86,0 6 0,2 0 0,0-1 0,-1 1-268,4-10 0,-1 0 0,2 3 253,2 2 0,1 2 0,-4 9 60,1 9-90,-7 37 135,-16 12 0,-5 8-45,0-7 0,-1 2 0,0 4 0,-1 2 0,1 5 0,-1 0 0,1-3 401,1 1 0,0-3 0,0 0-431,0 2 0,-1 0 0,4-8 1123,5 10-2802,-1-33 1709,1-11 0,-2-11 0,-1-5 0</inkml:trace>
  <inkml:trace contextRef="#ctx0" brushRef="#br2" timeOffset="133569.81">4022 16092 8702,'33'-10'389,"0"1"1,0-1 0,2 1-1514,13-1 0,-1 0 577,-16 4 1,0 0 0,8 0 0,-3 1 0,-2 1 0</inkml:trace>
  <inkml:trace contextRef="#ctx0" brushRef="#br2" timeOffset="134279.81">4631 16254 8882,'5'6'2608,"14"-19"-2428,9-13-180,-6-4 0,0-3 0,-7 9 0,-2-1-90,3-21 0,-4 0 45,-7 20 0,-4 1-45,-3-17 1,-3 3 89,-4 10-180,-16-6 90,16 30-90,-15 10 90,18 3-90,2 14 0,37 1 135,-9-11 0,2-1 0,0-1 0,-1 0 45,4-1 0,-3 0 0,-8-2 90,3 26 180,-26 13-180,3 1-45,-6-14 0,-1 1 90,1 2 0,1 0-135,2-7 0,2 0-135,-1 6 0,4-4-765,15-2 900,14-17 0,1-8 0,7-9 0</inkml:trace>
  <inkml:trace contextRef="#ctx0" brushRef="#br2" timeOffset="134709.81">5205 16158 9242,'-17'0'2518,"21"-5"-2428,3 1-90,28-16-180,-19 5 0,5-16 90,-16 13-269,-14-19 179,-11 24 180,-6 15 0,-2 7 90,-9 21-45,12 3 0,6 6 0,14 1 0,8 1-45,2-4 0,5-1-90,3 0 0,6-3-1305,7-12 1,2-6 225,5 0 942,8-12 1,-20-12 0,2-2 0</inkml:trace>
  <inkml:trace contextRef="#ctx0" brushRef="#br2" timeOffset="135609.81">5777 16176 9332,'-25'-17'1619,"6"5"-1080,-21 25-359,18 4-90,-2 8 0,1 3-90,6 9-315,17 4 1,7-1-46,14-14 270,-2-3 0,3-6-90,10-28 0,-6-10 90,-5-7 0,-8-12 90,-10-2 45,-8 17 0,-2 1-45,-3-5-180,-5 3 90,17 21-180,21-2 270,-6 5-89,23-5 44,-17-4 0,-1-3 45,12-9 0,-5-5 0,-4-1 0,-8 1 134,-3-1 1,-3 3-135,-6 10 180,7-13-180,-13 33 90,-8 30 0,-4 10-494,5-18 1,0 2 448,-3 8 0,-2 8 0,-1 1 0,3-8-45,1-3 0,2 0 36,-1 5 0,0 9 0,0 4 0,1-3 0,1-7-36,2 7 0,1-1 0,0-8 0,-2 6 0,2-1 0,3-6-45,7 5 0,5-9-135,8-5-45,13-21 0,2-13 180,-11-18 1,-5-11 163,-3 3 1,-1-3 0,-3 0-75,-4-3 0,-7 3 493,-7 4 1,-3 5-179,-5 0-3302,1-2 2942,3 4 90,7-1-90,13 11-720,14-7 0,4-2-2158,8-4 2424,-6 4 0,0 1 1,4-2-1,-5 2 1</inkml:trace>
  <inkml:trace contextRef="#ctx0" brushRef="#br2" timeOffset="136009.81">6458 15981 7353,'1'-8'0,"-1"2"0</inkml:trace>
  <inkml:trace contextRef="#ctx0" brushRef="#br2" timeOffset="136409.81">6472 15998 10681,'-6'9'539,"-13"20"1,-2 9-405,7-6 0,2 3-105,-3 3 0,-2 4 0,4-2-30,4 7 0,6-1-45,4-5 0,3-4 45,5 6 0,9-24 0,4-7 0,21-25 0,-10-1 0,0-9-30,-11-5 0,-2-6 0,-3 0 30,2-11 0,-4 0 0,-3-2 0,-8-1 0,-14 0 0,-6 4-90,-7 3 45,-1 6 0,-4 12-1594,3 32 1,1 8 1609,-9 5 1,16 4 0,6 3 0,13 5 0</inkml:trace>
  <inkml:trace contextRef="#ctx0" brushRef="#br2" timeOffset="136829.81">6728 16216 1320,'0'-10'1979,"-1"-10"1182,0 10-2082,1-10 600,4 27-1319,2 16-270,0 5-90,-2 14 0,0 4-180,-2 1 0,1 0 0,-1-1 949,0-9-948,5-4 3455,18-62-3250,-3-8-26,-4 0 0,0-4 0,-6 1 0,-1 1-45,-4 14 0,-1 0-1594,2-13 1,-2 9-1022,-4 24 2660,2-11 0,-3 40 0,-1-1 0</inkml:trace>
  <inkml:trace contextRef="#ctx0" brushRef="#br2" timeOffset="137799.81">7037 16434 9242,'-8'2'1799,"0"0"-1799,20-4 0,-4-3-3277,27-24 2392,-23 13 1315,-6-9 0,-4 0-430,-8 14-90,-31-1 45,11 41 0,1 10 45,4-20 0,2 1 0,-5 19 0,7-1 0,14-9 0,12 15 90,20-5-180,-5-5 90,12-20-90,-8-21 0,1-7-45,-6-1 0,0-3 90,11-9 0,-3-1 964,-13 7 1,-4-1-920,2-21-706,-10 12 706,-3 7-90,-2 1-180,11 23 180,-5-1-90,17 9 1450,-12-6-1540,22 0 360,-12 2 0,4 0 720,-16 4-406,-22 25 1,-10 8-270,12-17 0,0-1-90,-10 20 0,0 2 0,11-8 0,4-4-315,8 4 270,9-9 0,4-4 0,9-10 0,19-13 0</inkml:trace>
  <inkml:trace contextRef="#ctx0" brushRef="#br4" timeOffset="144959.81">1416 14761 7533,'19'-10'180,"-5"2"-180,-3 2 0,-4 2 90,6-7-90,-3 3 89,3-4-89,-3 0 90,4-6 0,-2 2-90,0-1 90,-4 3-90,-3 4 0,3-2 0,-3 3 0,0 0 0,0 0 90,-2 2-180,4-3 180,-3 3-90,4-5 0,-2 3 0,1-2 0,-1 4 0,-1-1 0,-1 3-90,2-3 90,-1 4 0,2-2 0,2 2 0,3-1 0,-2 2-90,4-1 90,-6 3 0,5-1 0,-2 1 0,1 1 0,0 1 0,-3 1 0,-2 1 0,1 1 0,-1 2 0,-1 0 0,2 2 0,-4-2 0,1 1 0,-1-2 0,1 2 0,1 1 0,-1-1 0,2 2 0,-2-3 0,0 2 0,1-1 0,-2-2 0,5 6 90,-1-1-90,5 5 0,-4-4 0,1 2 0,-3 2 0,-3-5 0,2 10 90,-4-8-90,1 5 0,-2-6 0,-1 6 0,-1 5 0,-1-5 0,-2 11 0,-1-14 0,-1 3 0,1-5 0,1-4 90,-7 7-90,5-5 0,-8 8 0,11-12 0,-11 8 0,9-9 0,-11 8 90,3-4-90,-7 1 0,6-1 180,-12 0-180,18-6 180,-15 5 90,7-4-90,-2-1-90,-3 0-90,9-3 180,-8-1-90,12 1-1,-12-2 181,3-2-180,3 1 0,-7-2 0,13 2 90,-8-4 0,3 0-90,-3-2 0,-4-5 0,9 6-90,-5-6 90,8 5-90,-2-2 90,1-4-90,2 3 0,2 1 90,0-2-90,2 4 0,-1-4 0,2 0 0,1 2 0,2-10 0,-1 8-90,4-9-810,2 7 630,1 0-2608,8 0 2878,-6 10 0,5 0 0,-7 4 0</inkml:trace>
  <inkml:trace contextRef="#ctx0" brushRef="#br4" timeOffset="147989.81">959 14390 7623,'-4'-10'809,"0"0"-719,9 7 0,6 1 0,-1 4-90,4-1 270,13 2-270,-2-1 45,1 0 0,0 0 45,4 1-45,2-1 0,3 0-45,-6 1 0,1-1 0,4 1 0,3 0 30,-4 0 0,3 1 0,-3-1-30,0 1 0,-1 0 0,8 0 0,-1 0 0,10 3 90,-10-2-90,4 2 0,-13-3 0,-1 0 0,-6 1 0,-6-3 0,7 3-90,-11-3 180,-4-1-90,0 0 0,-2 0 0,-1 0 0,3 1 0,-2-2 0,2 2 0,-3-1 0,0 0 0,-1-1 0,1 1 0,2 1 0,-1-1 0,1 0 0,1 0 0,-2 0 0,1 1 180,-2-1-91,-2 1 1,0 1 0,-2 2-90,-2 1 90,0 11 0,-1 15-90,0 5 90,1 10 0,-1 3-45,1-19 0,-1 2-15,0 5 0,0 4 0,0-5 31,0-10 1,0-1 83,0 19 0,0 0 18,1-19 1,0-1 38,1 12 0,-1 2 100,1-7 0,-1-2 120,0 5 198,0 10 71,1-28-254,-1 3-88,0-4-104,-1-5-2,1-1 140,-1-1 397,0-3-544,-4-3 1751,0-3 298,-7-3-835,-7-3-57,3 2 39,-6-1-575,-7 3 0,-3 0 870,-14-1-1153,11 1 0,-4-1 0,3 1-624,10 0 1,-1 1-45,-7-2 1,-4 0 0,2 1-1391,-1-3 0,1 1 1704,-2 1 0,1-1-426,3 0 0,4 0 210,-2-1-168,-10-2-14,14 3-21,-2-1 52,18 3-34,-1 1 89,2-1 3082,5 1-2893,0-1 1009,0 1-1497,2-3-689,-1-2-385,3-3-681,-4-14-245,1-1 1249,1 1 1,-1-4 296,-1-5 1,-1-4 0,0 0 79,-1-5 1,1 0 0,-1-1 137,0-4 0,1 0 1,0 1 200,0 2 0,1 1 0,2 5-51,3 2 0,2 3 428,0 0 1,1 0-143,8-16 69,-1 21 0,1 1 33,3-11-47,8-2 96,-12 24-70,1 0 110,-5 5-90,1 0-2968,-2 2 3058,-6 12 0,0-1 0,-7 11 0</inkml:trace>
  <inkml:trace contextRef="#ctx0" brushRef="#br4" timeOffset="181173.08">13450 1749 7533,'-24'-13'2158,"25"0"-1933,26 8 0,14 3-180,1-1 0,8 2-455,-12 0 0,5 2 0,3 0 0,3 0 0,1 0 422,-5 0 1,3 0 0,1 1 0,2-1 0,-1 0 0,-2 1 0,-2-1 2,-3 0 0,-2 0 0,-1 0 0,0 1 0,2-1 0,3 0-15,1 1 0,4-1 0,3 1 0,1-1 0,1 1 0,-2 0 0,-3-1 0,-6 1 0,-5-1 0,7 0 0,-7 1 0,3-1 0,-1 1 0,4 0 0,2-1 0,-3 1 0,-5-1 45,14 1 0,-9 0 237,6 1-147,-6-1 0,-4 0-135,-17 2 0,1 0 180,-9 20-90,-9 22-90,-1-15 0,-3 8 54,-3 0 0,-2 9 0,-1 4 0,0-2 0,0-5-838,1 0 0,0-5 0,0 5 802,-1-1 0,-1 3 0,0 3 0,1 0 0,0 0 0,1-2 0,1 1 0,0-1 0,0 2 0,1 0 12,0-5 0,1 0 0,-1 2 0,1-1 0,0 1 0,0 1-18,0-5 1,-1 0 0,1 0 0,-1 1 0,1 0 0,0 1 0,1 0-1,0 3 1,0 1 0,1 1 0,0 0 0,0-1 0,0-2-1,0-2 60,0 3 0,0-3 0,0-1 0,1-1 0,-1 1-382,0 0 0,-1 1 1,1-1-1,0-1 1,-1-3 339,1 11 0,0-3 0,-1-6 15,-2-9 0,0-5 676,-3 2-451,-1-11 370,-14 14-550,10-23 2171,-30 3-2261,23-12 90,-23 0 0,-7 0-90,7-2 0,-3-1 0,7 1 0,-5-1 0,0 0 0,3 1 342,1-1 1,3 0 0,-6 0-343,2 0 0,-5-1 0,-4 0 0,-1 0 0,1 0 0,3 1 0,-2-1 0,2 1 0,0 0 0,-1-1 0,-4 1 0,8 0 0,-1-1 0,-3 1 0,0 0 0,-1-1 0,-1 1 0,1 0 0,0-1 11,-2 1 0,0-1 0,0 0 1,-1 1-1,1-1 0,-1 0 1,2 1-1,-1-1 1,-3 0 1,1 0 0,0 1 0,0-1 0,0 0 0,1 0 0,-1 0-1,1-1 1,-1 1 0,0-1 0,1 1 0,1-1 0,2 0 0,3 1 142,-9-1 1,3 1 0,3 0 0,3-1-126,-4-1 0,4 0 0,12 1-30,15 2 180,-21-7-180,24 2 90,-7-6 2373,10-6-2463,5-6 0,3-2 0,1-11-45,3-1 0,3-13 0,2-3 0,-1 4-15,-1 5 0,1 2 0,1-7-192,-2 13 0,1-5 0,1-3 0,0-2 0,0-2 0,1 0 0,-1 1 0,1 1 207,-2 4 0,1 1 0,0 0 0,0 0 0,-1 0 0,2-1 0,-1-1 0,0-1 18,1 3 0,-1-1 0,1-1 0,0-1 0,0 0 0,0-1 0,0 1 0,0 1 0,-1 0 0,1 2 4,0-4 1,0 0-1,-1 1 1,1 0-1,-1 1 1,1 1-1,-1 0 1,0 2 7,2-8 0,-1 0 0,1 1 0,-1 2 0,-1 2 0,0 3-8,-1-5 1,0 3-1,-1 4 1,-1 3-23,0-5 0,0 3-630,0-6 1,-2 7-2384,-1 22 3058,3-5 0,-4 25 0,-1 9 0</inkml:trace>
  <inkml:trace contextRef="#ctx0" brushRef="#br4" timeOffset="181633.08">13662 1850 8882,'3'-11'180,"2"-9"90,-2 6 449,3-10-359,-4 13-270,1 10 45,-1 33 0,-4 24-938,1-20 0,0 3 0,-1 2 0,0 4 833,1-4 0,-2 3 0,1 2 0,-1 2 0,1-1 0,-1 0-15,-1-2 0,1 0 0,-1 0 0,0 1 0,0 2 0,-1 1-141,0-7 1,1 2-1,-2 2 1,1 1-1,-1 0 1,1 0-1,0-3 1,-1-1-1,2-4 144,-2 8 0,1-5 0,0-2 0,0 1 0,0 4-268,-1 1 1,0 4 0,0 3 0,0-1 0,0 0 0,1-3 0,1-5 181,1 5 1,2-5-1,0-1 1,0 1-91,-1 2 1,2 1-1,-1-1 1,1-3 37,0 2 0,1-4 0,3-4 120,4 0 0,5-10 0,3-20 0,11 2 0</inkml:trace>
  <inkml:trace contextRef="#ctx0" brushRef="#br4" timeOffset="182033.08">14468 1597 8702,'-17'-32'-90,"1"2"360,7 13 90,-2 26-90,2 20-121,5-1 1,1 11 0,0 8 0,0 4 0,0 0 0,-1-1-400,0-4 0,-1 0 0,0 0 0,0 2 0,0 2 1,-1 3-1,0 3 301,3-15 0,-2 3 1,1 1-1,-1 2 1,1 2-1,-1 1 0,1 0 1,-1 1-1,0 0 1,1 1-1,0-1 1,0-1-1,0 0 0,0-2-71,1-1 1,-1 1 0,1-1 0,0 0-1,0 0 1,0 0 0,0 0 0,0 0 0,0 0-1,1-1 1,0 0 0,0 0 0,0-1 0,1-1-279,-1 8 0,1 0 0,0 0 0,1-1 0,0 0 0,0-1 0,0 0 0,0-2 1,1-1-1,0-1 0,1-2 106,-1 9 1,-1 0 0,1-2 0,1-2-1,1-3 1,3-6 0,2-7 0,17 19 0,3-25-1,-4-39 1</inkml:trace>
  <inkml:trace contextRef="#ctx0" brushRef="#br4" timeOffset="187043.08">2443 2723 8882,'-18'-5'1079,"-1"-1"-359,3 0-630,20-2 0,3 5-90,28-2-180,6 2-405,-5 2 1,1 1-181,-8-1 0,-2 0 765,6 2 0,-4-1 0,-10 0 0,-5 0 0</inkml:trace>
  <inkml:trace contextRef="#ctx0" brushRef="#br4" timeOffset="187323.08">2625 2681 8612,'-12'4'540,"1"4"-360,-1 22 0,1 8-91,4-11 1,-1 3-120,-2 13 0,-1 7 1,2-2-121,2-8 0,2-2 0,1 1-420,-1-1 0,1 0 1,1-2 344,0 5 0,3-7 225,3-3 0,3-20 0,0 0 0</inkml:trace>
  <inkml:trace contextRef="#ctx0" brushRef="#br4" timeOffset="187713.08">2755 3162 9332,'-14'3'539,"2"2"91,-7 14-405,6 1 0,1 3-225,-1 0 0,1 1 0,0 3 0,5-1-90,26 15 45,4-34 0,4-6 45,2 4 0,2-5 90,15-18 0,-5-8 45,-20 6 0,-5-1-46,2-6 1,-8 1 0,-21-7 0,-11 17 0,-7 4-360,3 7 1,-2 2-136,-3-1 0,0 3-1234,4 8 1,6 3 1625,5 3 0,11 7 1,10-7-1</inkml:trace>
  <inkml:trace contextRef="#ctx0" brushRef="#br4" timeOffset="188033.08">3153 3170 9961,'-25'-27'2159,"14"14"-1080,-9-11-809,19 44-90,0 5-120,1 13 0,1 13 0,1-5-60,-1-13 0,0 1-820,-1 3 1,-1 7 0,1 0 0,-1-9 66,1-8 1,-1-1-206,0 18 1,0-1 417,1-7 540,4 10 0,-4-38 0,3 3 0</inkml:trace>
  <inkml:trace contextRef="#ctx0" brushRef="#br4" timeOffset="188353.08">3146 3266 9602,'-6'-34'1439,"1"0"-810,11 12-269,26 6-450,-4 13 0,3 4 0,18 2-45,-10 9 0,-11 6 45,-40 17 135,-12-8 0,-6-1-180,2-5 1,-2-3-361,-16 0 0,3-4 495,18-6 0,20-9 0,16-4 0</inkml:trace>
  <inkml:trace contextRef="#ctx0" brushRef="#br4" timeOffset="188783.08">3737 2996 9781,'6'-30'2879,"-3"7"-2070,-1 6-449,-21 24-90,3 7-180,-8 13 0,-1 6-270,13-6 0,2 1 90,-7 0 0,6 0-225,16 1 1,9-4-316,25 1 495,-18-10 0,0 0-45,4-2 0,-2-3 180,-7-1 0,-3 2 0,-11-6 90,-22 16-360,-18 3-1259,14-9 0,1 0 1529,-17 4 0,21-11 0,17-9 0</inkml:trace>
  <inkml:trace contextRef="#ctx0" brushRef="#br4" timeOffset="189013.08">3717 2948 10141,'-2'-10'1709,"-1"-2"-989,20-3-360,23-2-870,-7 8 0,5 0 0,-1 0-1129,7 0 1,0 0 1518,-5 2 0,2-1 0,-5 1 0,-7 2 0,-3 0 0,22-4 0</inkml:trace>
  <inkml:trace contextRef="#ctx0" brushRef="#br4" timeOffset="189293.08">4767 3359 11940,'1'-14'2249,"-1"47"-2474,0-8 0,1 3-225,-1 19 1,-1 3-644,1-11 1,-2 0 0,1-3-193,1-3 0,-1-2 629,-1 4 1,0-5-1,3-10 1,1 1 0</inkml:trace>
  <inkml:trace contextRef="#ctx0" brushRef="#br4" timeOffset="189633.08">4779 3212 10591,'-1'-30'599,"0"0"1,1 2 0,6 6-240,37 5-225,-17 12 0,2 2-180,10-1 0,1 5-90,1 10 0,-4 3-45,7 10 90,-15 17 90,-33-19-45,-21 4 0,-4-2 45,6-6-180,-12 5 0,2-3-3097,18-14 2859,2-3 1,22-7-1,11-6 1</inkml:trace>
  <inkml:trace contextRef="#ctx0" brushRef="#br4" timeOffset="190183.08">5291 3381 15628,'18'-20'-315,"-1"-1"0,-1-4 90,-4-4 1,-2-3 89,3-4 0,-2 0 90,-3 1 0,-3 1-45,-6-1 0,-3 4 0,0 5-45,-6 1 0,-3 5 135,2 16-180,-11 9-3097,31 20 2803,-4-4 429,21-7 0,4-5 135,-1-3-1,-2-3 1,-1 1 90,-4 4 0,-7 14-315,-9 3 0,-1 4-314,5 16-586,-1-8 1,3-3 1034,11-2 0,5-3 0,-1-15 0</inkml:trace>
  <inkml:trace contextRef="#ctx0" brushRef="#br4" timeOffset="190583.08">5803 3239 10681,'-8'4'3276,"22"-8"-2774,-3-1-592,24-13-270,-15-18 270,-8 9 0,-11-16-90,-20 22 90,3 9 0,-11 24 0,-1 8 90,11-1 0,-5 18 0,5 2-90,21-5-765,15 3 1,6-2-2423,12-12 2863,-9-5 1,-1-5-1,9-20 1,-13-1 0</inkml:trace>
  <inkml:trace contextRef="#ctx0" brushRef="#br4" timeOffset="191073.08">6234 3206 11221,'-7'-11'2158,"-9"2"-1438,-11 14-450,-3 4-270,2 18 0,2 5-90,4 4-45,5 0 0,4-2 45,11-10 0,8 5-90,9-21 225,11-18 0,3-14-45,-6-10 0,-2-9 0,0-2 0,-3 6 0,2-1 0,-2 0 0,-2-1 0,-2 0 0,-1-1 0,-3 1 0,-1 1 0,0-15 0,-3 1 0,-4 30 0,-3 33 0,2 14 0,1 8 0,-2 2 0,-1 5 0,3 2-820,2 1 1,2 3 0,1 0 0,-1-7 671,1 1 1,2-2-573,5 0 1,3 2-1,1-11-1978,6-12 2698,17 1 0,-19-30 0,0-6 0</inkml:trace>
  <inkml:trace contextRef="#ctx0" brushRef="#br4" timeOffset="191283.08">6879 3215 11850,'-13'2'-820,"6"3"1,-9-3 0,4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5:59.95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1421 10390 9781,'6'-10'450,"-6"1"-360,-6 4 90,-12 5 0,-24 12-90,-4 5-30,11 2 0,-4 4 0,2 1-15,-2 4 0,2 4-833,10-8 1,-2 4 0,1 0 0,5-3 832,-2 4 0,6-1-45,0 5 0,8 0 45,15-7 0,6-2 45,18 17 0,2-14 0,7-4 0,-4-10 0,2-5-90,15-2 0,-1-4-90,-21-2 0,-2-1-270,8-2 0,-2-4 360,6-11 0,-8-2 0,2-9 0</inkml:trace>
  <inkml:trace contextRef="#ctx0" brushRef="#br0" timeOffset="516">1884 10401 9781,'14'-11'2339,"-5"1"-2249,-29 14 90,-13 7-180,-7 4 90,9 1 0,2 3-90,1 8 45,12-4 0,5 1-45,6 4 0,32 6 45,1-19 0,2-2-45,13 7 0,-7-6 0,1 2 0,-8-2 0,-3 1 0,10 16 45,-26-4 0,-8 1-45,-18 5 0,-12-8 0,-7-2 0,-2-3 0,-1-3-45,9-3 0,0-1-360,-12 5 0,3-1 405,10-5 0,3-1 0,13-6 0</inkml:trace>
  <inkml:trace contextRef="#ctx0" brushRef="#br0" timeOffset="1200">2446 10039 10321,'-6'-10'-360,"-6"-2"540,-14-1 0,-9 0-30,6 4 0,-3 1 0,-5 0-806,1 1 1,-4 1-1,-4 0 1,0 1 0,-1 1 548,4 2 0,-2 0 0,-1 2 0,0 0 0,1 0 0,1 0 143,-3 0 0,1-1 0,0 2 0,-1 0 0,-2 1 28,5 1 0,-3 1 1,-1 0-1,-1 1 0,1 1 1,2 0-1,2 1-10,-6 3 0,3 0 0,1 1 0,1 1 0,-1-1-36,-1-2 0,1-1 0,0 1 0,-1 3 0,1 3 42,0 4 0,-2 3 0,1 3 0,1 2 0,4 0 0,7 1 105,3 3 1,7 1-1,3 3 1,1 3-136,2 2 0,0 4 0,2 3 0,1 1 0,4-2 0,2-3-107,3 0 0,3-3 0,4-1 1,6 3 91,5-1 0,5 2 0,4 2 0,3-1 0,2-3 0,-1-5-15,6 0 0,1-6 0,3-1 0,4 0 12,-6-5 1,4 2 0,2-1 0,2 0 0,-1-1 0,-1-1 0,-3-3 9,8 5 1,-3-3-1,1-3 1,3 0-23,-5-5 0,4-1 0,1-1 0,0-1 0,0-3 0,-1-1-169,0-4 0,-1-3 0,-1-2 0,1-1 0,1 0 169,-2 0 0,-1-1 0,2 0 0,0-1 0,1-3 0,2-1 0,-3-3 0,2-2 0,2-2 0,0-1 0,0-2 0,-1 1 0,-3 0 0,-3 1 72,5-2 0,-5 1 1,-1-1-1,0-1 1,2-3-73,-3 0 0,1-1 0,1-2 0,0-2 0,-1 0 0,-2-1 0,-3-1 0,0-4 0,-3-2 0,-1-1 0,-2 0 0,-1 0 0,0 3 0,7-5 0,-2 4 0,-2-2 0,-1-5 0,-6 2 0,2-5 0,-1-2 0,-5 0 0,-5 2 0,-9 4-46,-11-1 1,-8 3 0,-8 1 0,-5 1 32,0 8 0,-5-1 0,-5 0 0,-3 1 1,0 1-1,1 2 0,2 1-139,-1-2 1,2 1-1,0 2 1,-3 2 0,-7 3 151,6 5 0,-5 3 0,-3 0 0,-3 1 0,-2 2 0,-1 0 0,0 2 0,1 1 0,2 2 0,2 0-133,-3 3 0,0 1 0,2 3 0,0 1 0,0 1 0,0 0 0,1 0 0,-2-2 103,5 0 0,1-2 0,0 0 0,-1 0 0,1 1 0,-1 0 0,-1 0 0,1 2 0,-2 1-166,0 2 0,-3 0 0,-1 2 0,-1 0 1,1 1-1,0 1 0,2 0 0,1 1 0,4 0 1,2 0 195,-3 4 0,4 1 0,2 0 0,2 1 0,-1 0 0,-1 0 0,-4 2 0,-2 0 0,0 0 0,1 1 0,3 1 0,2 1 0,8 2 0,0 0 0,0 0 0,-1 0 0,1 0 0</inkml:trace>
  <inkml:trace contextRef="#ctx0" brushRef="#br0" timeOffset="12066">2977 8488 8702,'44'-6'539,"-16"3"1,0 0-360,15-1 45,-2 2 0,6 0-1041,-12 2 0,3-1 0,3 0 0,3 1 867,-5-1 0,4 1 1,1 0-1,3-1 1,1 1-1,1 0 0,1 0-243,-8 0 1,1 0 0,0 0 0,1 0 0,1 0 0,1 0 0,1 0 0,1 0 0,1 0 0,1 0 197,-8 0 0,3 1 0,1-1 0,1 0 0,1 1 0,1-1 0,0 0 0,0 1 0,0-1 0,0 1 0,-1-1 0,-1 1 0,-1-1 0,-1 1 0,-2-1-75,7 1 0,-2-1 0,-1 1 0,-2-1 0,-1 1 1,1 0-1,0-1 0,0 1 0,2-1 0,2 1 69,-4 0 0,2-1 0,0 1 0,2-1 0,0 1 0,1-1 0,-1 1 0,1-1 0,-2 1 0,1-1 0,-2 0 0,-1 1 0,-1-1-115,7 1 1,0-1-1,-1 1 1,-1-1-1,-1 1 1,0-1-1,-2 0 1,-1 1-1,0-1 127,3 0 1,-3 0 0,0 0 0,-2 0 0,1 1 0,1-1 0,1 0 40,1 0 0,3 0 0,0 0 0,1 1 0,-1-1 0,-2 0 1,-3 0-1,-4 0 104,9 1 0,-5-1 1,-3 0-1,-1 0-7,4 1 0,-1-1 0,-1 0-30,2 0 0,0 0 0,-8 0 1436,2-1-1466,-16 0 2149,-4 0-2149,-6 1 2988,6 0-3168,-8 1-132,3 1-138,-20 1-360,-6 0-899,-10 1 1619,1-2 0,5 0 0,4 0 0</inkml:trace>
  <inkml:trace contextRef="#ctx0" brushRef="#br0" timeOffset="24883">3717 11939 7982,'1'-12'1440,"1"-1"-361,-1-4-269,0 0 359,-3 0-450,-10 2-269,-32 19-330,3 11 0,-7 8 0,2 0-646,11-5 0,2-1 0,-3 5 562,0 0 0,-3 3 0,-1 2 0,1 3 0,3 1-574,3 4 0,1 3 0,2 1 0,2-1 1,0-1 537,1-4 0,0-3 0,2 1 0,1 5 15,3 0 0,-2 3 0,1 3 0,3 0 0,5 0 0,6-4-185,9 3 0,8-1 1,5-2-1,0 1 147,4 6 1,3 0 0,2-1-1,1-2-193,-1-5 1,1-1 0,3-3 0,5-3 197,2-6 0,6-2 0,2-4 0,0-1 0,-1-4-5,3-2 1,-1-5-1,0-1 1,1 1-72,2 2 0,0 0 0,2 0 1,2-4 93,-7-4 0,1-1 0,2-1 0,1-3 0,-1-1 0,1-1-13,-4-1 0,0-2 0,0-1 0,1-2 0,0 0 1,0-2-1,2-1 13,-3 1 0,0-1 0,2-1 0,0-1 0,0 0 0,0-2 0,0 0 0,-1-1 0,-1 0 0,1-1 0,-1-1 0,1-2 0,-1 0 0,0 0 0,-1-1 0,-2 0 0,0 1 0,-3-1 0,3 0 0,-1-1 0,-2 1 0,-1 0 0,-2-2 0,-1-1 0,-2-2 0,-3-2 0,0-2 0,-2-2 0,-1-1 0,-3 1 0,-3 0 0,-3 3-132,-2-9 1,-6 2 0,-3 1 0,2-1 153,5-3 1,1 0-1,-3 0 1,-10 1 24,-11-2 0,-8 0 0,-8 3 0,-5 6 6,-4 10 1,-6 5 0,-5 3 0,-3 2 0,-2 0-34,12 4 0,-2 0 0,-1 1 0,-2 0 0,-2 1 0,0 1 0,-2 1 0,0 1 0,-1 2-67,5 1 1,-1 1 0,-2 1 0,0 1 0,-1 0 0,-1 2-1,0 0 1,0 0 0,0 2 0,1-1 0,0 2 0,1-1-28,-3 1 0,1 1 1,0 1-1,0 0 1,0 0-1,1 2 0,0 0 1,0 0-1,0 2 1,1 0-1,1 1-164,1 1 1,-1 1 0,0 1 0,1 1 0,0 1 0,0 0 0,2 0 0,1 0 0,2 1 0,2-2 0,2 1-48,-8 3 0,3-1 0,3 1 0,1 0 0,3 1 1,1 3 245,-2 4 0,1 2 1,2 1-1,4 0 1,5-2-1,-5 14 1,6 0-1,3-6 0,1 1 1,-1-1-1</inkml:trace>
  <inkml:trace contextRef="#ctx0" brushRef="#br0" timeOffset="25784">3729 13069 10861,'-9'-12'270,"-4"-2"539,-18-7-629,5 6 180,-11-1 0,-8 1-151,3 6 1,-4 2 0,-2 1-946,6 0 0,-1 1 0,-2 1 0,-3 1 796,5 2 0,-3 0 0,-2 1 0,1 1 0,1 0 0,3 0-38,-2 1 1,4 0-1,1 2 1,-3 1-5,1 0 0,-3 1 0,0 2 0,1 2 0,2 3-436,4 4 1,0 4-1,2 2 1,2 0-1,0-2 448,-8 2 0,3-1 0,-2 6-15,11-4 0,-2 5 0,0 2 0,1 1 0,3 1 0,4 0 99,3 7 0,5 1 0,3 2 0,-1 1-114,2-5 0,0 3 0,0 0 0,1 0 0,2-2-168,-1 4 1,1-1-1,2 0 1,5 0 167,4 3 0,4 0 0,4 0 0,3-5 0,8 0 0,4-4 0,0 0 0,-3 2 0,0 1 0,6-3-23,5-6 1,6 0-1,4-3 1,0-4 22,-5-8 0,1-3 0,2-2 0,1-1 0,3 1 0,-4-2 0,3 0 0,1 0 0,1-1 0,1 0 0,0-2 0,0 0-98,-4-2 1,2 0 0,0-2 0,1 0-1,-1 0 1,0-1 0,-1-1 0,-1 1 112,5-1 0,-2 0 0,0-1 0,-1-1 0,1-1 0,2-1-15,-2-1 0,3-2 0,0 0 0,0-2 0,0 0 0,-2 0 0,-1-1 0,-2-1 0,-1 0 0,-1-1 0,-1-1 0,1 1 0,0 0 43,1 0 1,0 2 0,0-1 0,0-1 0,1 0 0,0-3-44,-1 0 0,2-2 0,0-1 0,1-1 0,-2-1 0,-1-1 0,-2 0-14,-1-1 0,-3-1 1,0-1-1,-1 0 1,0-2-1,1-1 14,0-1 0,1 0 0,0-2 0,0 0 0,-1-2 0,-1 0 0,-2-2 12,-2 0 1,-1-1 0,-1-1 0,-1-1 0,-2-1 0,-3 1 0,-3 0 41,3-9 0,-2 1 0,-5-1 0,-6 0 0,-9 0-9,-9 4 0,-7-2 0,-6 1 0,-5 0 0,-3 3 0,-3 4-149,1 6 1,-4 3 0,-2 2 0,-3 1 0,-3 3 0,-2-1 0,-3 1 118,8 5 0,-3 0 0,-2 1 0,-2 1 0,-2-1 0,-1 2 0,-1 0 0,0 1 0,-1 1 0,0 0 0,1 1 0,1 1-9,2 1 1,-1 2 0,1-1 0,-1 2 0,0 0 0,0 1 0,-1 1 0,0 0 0,0 0 0,0 1 0,0 0 0,0 0-1,-1 1-26,2-1 1,-1 2 0,0-1 0,-1 1-1,0 0 1,-1 1 0,1 0 0,0 0 0,1 1-1,-1 0 1,2 1 0,0-1 0,1 1 0,2 1-79,-4 0 0,0 0 1,2 0-1,0 1 0,0 0 1,1 1-1,1 0 1,1 1-1,0 1 0,2 0 1,0 2-313,-9 3 0,1 1 1,1 2-1,1 0 1,1 1-1,3 0 0,3 1 1,2-1 204,-10 7 1,5 0 0,4 1 0,2 1 0,4-1 0,2 2 0,3 0 0,4-2 0,0 9 0,1-1 0</inkml:trace>
  <inkml:trace contextRef="#ctx0" brushRef="#br0" timeOffset="29733">2172 14778 10231,'-19'-13'-1799,"-2"1"1619,3 0-269,-9-1-91,1 1 540,-5 1 0,5 1 0,8 5 0</inkml:trace>
  <inkml:trace contextRef="#ctx0" brushRef="#br0" timeOffset="30517">2052 14659 7803,'-5'-10'1888,"-1"1"-898,3 4-900,-14 4 180,-12 11-180,-3 1-292,-6 11 0,-5 7 262,12-6 0,0 3 0,0 1-539,0-3 0,0 0 0,-1 4 533,2 2 0,-2 3 0,0 4 0,-1 1 0,2 1 21,5-4 0,0 1 0,1 2 0,0 0 0,1 3 0,0 1-42,2-3 1,0 2 0,0 2 0,1 1-1,0 1 1,1 0 0,0 1 0,2-1-356,0 0 0,1 2 1,0 0-1,1 0 0,2 0 1,0-1-1,1-1 0,1-1 337,1 4 0,0-2 0,1-1 0,2 0 0,3 0 0,2 1 0,3 3 0,4 0 0,1 1 0,2-1 0,1-2 0,0-4-339,1 1 0,2-5 0,1 0 0,0 1 324,0 7 0,0 1 0,1 1 0,3 0-201,2-7 1,3 2 0,1 0-1,0-3 1,-3-5 200,-2-3 0,-1-4 0,3 3 54,3 4 0,4 4 0,3 1 0,1 0 0,-1-5 73,2-4 1,0-2-1,1-3 1,1 2-61,4 1 1,2 1-1,0-1 1,-1-2-46,-5-4 1,-1 0-1,1-3 1,1-3 37,10-2 0,1-4 0,1-6 0,-2-7 0,1-4 0,-1-1-30,-4 3 0,-1 1 0,4-5-12,-5-3 0,3-2 0,1-3 0,0-3 0,-1-2 7,-5-1 0,-1-2 1,-1-3-1,1-1 0,0-2 1,0-1-15,-3 4 0,0-2 0,1-1 1,-1-2-1,1 1 0,-1-2 0,0 0 1,-1-1-12,0-2 0,1-1 0,-2-1 0,1-1 0,-2 0 0,0 0 0,-2 1 0,-1 1 0,2-3 0,-2 1 0,-1 0 0,-1 0 0,-3 0 0,-2-2 0,-1-2 0,-3-2 0,-1 0 0,-3 0 0,-2 0 0,-2 2-126,-4 1 0,-3 0 0,-3 2 0,0-1 0,1 1 126,2-10 0,1 0 0,-2 0 0,-6-1 109,-2 8 1,-4-1 0,-3-1 0,-1 1-1,-3 0 1,-2 3-110,-2 4 0,-3 1 0,-1 2 0,-2 0 0,-2 0 0,-1 0 0,3 3 0,-1 0 0,-1-1 0,-2 1 0,0 0 0,-1 0 0,0 2 0,0 0-17,0 1 0,-1 1 1,0 0-1,-1 0 1,0 2-1,0 0 1,-1 2-1,-1 1 17,-2 2 0,-2 0 0,-1 2 0,0 0 0,0 2 0,2 1 0,1 0 0,3 2 0,-11-4 0,3 2 0,2 2 0,-3 1-18,3 2 0,-1 0 0,-1 2 0,1 1 0,2 3-185,-1 3 1,1 3 0,2 2 0,1-2 52,-1 0 0,2-1 0,-3 3-670,-4 3 1,-5 4 0,1 2 0,8 0 788,2 6 0,4 2 0,5-4 0,-1 1 0,2 1 1,1 4-1,-1 1 0</inkml:trace>
  <inkml:trace contextRef="#ctx0" brushRef="#br0" timeOffset="31584">287 16739 11311,'-11'-27'179,"5"8"181,17-6 0,17 4-210,0 9 0,9-1 0,4 1-618,-6 4 1,4 0 0,2 2 0,2 0 0,2 0 505,-3 2 1,1-1-1,3 2 1,0 0 0,1 0-1,0 1 1,0 0-246,1 1 0,0 1 0,0 0 0,1 0 0,0 2 1,1 1-1,0 1 229,-3 1 1,2 2-1,0 0 1,0 1-1,0 2 1,-1 0-1,0 2 1,-3 0-23,0 2 0,-1 0 0,-1 2 0,-1 1 0,-1 1 0,0 2 0,0 1-109,-2 1 0,0 2 1,0 1-1,-1 1 0,0 1 1,-2 2-1,-1 0 0,-3 2 121,1 2 1,-1 2 0,-3 1 0,-1 2 0,-2 0 0,-1 1 0,-1 0-1,-2 2 1,-2 1 0,0 0 0,-3 1 0,0 1 0,-3-1 0,-1 0 2,-2 2 0,-1 0 0,-3 1 0,-1-1 0,-2 1 0,-3-1 0,-2 1 0,-2 1 0,-3 0 0,-1 0 0,-2-2 0,-1-2 21,-1 0 0,-1-3 0,-3 0 0,-1-1 0,-4 0 9,0-1 0,-3 1 0,-2-1 0,-2 0 0,-1-2 0,-2-3 30,0-4 0,-2-1 0,-2-2 0,-1-2 0,-2-1 0,-1-1-24,1-1 0,-2-2 1,-1-1-1,-2 0 1,0-2-1,0-2 0,-1-1-231,-1-1 1,-1-1-1,0-2 1,0-1 0,-2-2-1,0-1 1,-2-1 199,4-2 0,-2-1 0,-2-2 0,0-1 0,-1 0 0,1-2 0,2 1 0,0 0 0,4-1-5,-7 0 0,3 0 0,1 0 0,1-1 0,-1-1 0,-3-1-15,4 0 0,-1 0 0,-2 0 0,0-1 0,-1-1 0,0-1 0,1 0 0,1-1 11,-1-2 0,1 0 0,0-2 1,0 0-1,0 0 0,1-1 0,1 0 1,1 1-27,0-1 1,9 4 2</inkml:trace>
  <inkml:trace contextRef="#ctx0" brushRef="#br0" timeOffset="31584">-1 16576 7047,'31'-20'-102,"5"-2"-17,0 0 47,1-2 0,-1 2 0,0 0 0,1 2 0,1 1-288,2 0 0,3 2 1,0 1-1,-1 2 0,-3 2 325,7 0 1,-2 4 0,0-1 0,-6 2 0,0-1 0,0 1 0,-1 1 0,4 3 0,-1-1 0,1 1 0</inkml:trace>
  <inkml:trace contextRef="#ctx0" brushRef="#br0" timeOffset="39652">8140 9498 10141,'-14'-4'-90,"26"9"90,35 1-270,-10-1 1,5 1 269,-5-2 0,3-1 0,-2 0 0,3 0 0,-1 0 0,2 0 0,-1 1 0</inkml:trace>
  <inkml:trace contextRef="#ctx0" brushRef="#br0" timeOffset="40100">8157 10315 8882,'10'-2'720,"7"0"-541,21-2-89,-9 2-135,-1 0 0,2 0-1079,1 0 0,-2 1 1124,12 0 0,-10 0 0,-2 0 0,-3 2 0</inkml:trace>
  <inkml:trace contextRef="#ctx0" brushRef="#br0" timeOffset="40566">8033 11000 9422,'47'-2'45,"-11"1"0,1 1-1035,2 0 1,-1 0 442,-2 1 1,0-1 0,-3 1 0,-1 1 0,10 0 0</inkml:trace>
  <inkml:trace contextRef="#ctx0" brushRef="#br0" timeOffset="42233">3733 13067 8702,'9'-3'3276,"-3"-1"-2144,-1-1-1043,-1 0-89,1 1 90,10-4 0,-3 2-45,18-3 0,8-2-45,7-1 0,7-1-418,-14 4 1,5-3 0,3 1-1,1-1 1,-1 1 417,-5 1 0,0 1 0,1 0 0,1 0 0,-2 1 0,0-1-387,5-1 0,-1-1 0,0 1 0,1 0 0,1 0 402,-1 1 0,2 0 0,1 0 0,-1 0 0,-1 0 0,-2 1-15,-1 0 0,-3 1 0,0 0 0,-1 0 0,1 0 0,-1 0 0,0-1 0,1 1 0,-1-1 0,3 0 0,-2 1 0,2-1 0,0 0 0,0 0 0,-1 1 0,-5 0-176,12-3 0,-4 2 0,2-2 176,-7 2 0,3 0 0,1 0 0,-3 0 0,-3 0-213,1 1 0,-4 0 0,-1 0 213,3 0 0,0 0 0,-3 1 0,6-1 0,-4 1 0,-7 1 0,0 0 0,8-1 0,-1-1 670,-10 3 0,-2-1-760,16-2 90,-13 3 0,-2 0 0,-1 1 1989,3-1-1989,-9 3 783,0-1-693,-4 0-910,-3 1 1,-27 0 0,-6 2 0</inkml:trace>
  <inkml:trace contextRef="#ctx0" brushRef="#br0" timeOffset="45283">6814 12248 10141,'-11'-8'-360,"1"2"360,-2 3 0,-2 4 0,-5 3 0,-16 18 0,15-1 0,1 3 0,-2 4 0,2 3 0,4 8 0,4 0 90,3 9-90,10-22 0,3 0 0,17 8 90,-5-11-90,22 4 360,2-26-180,-17-3 0,2-3 0,2-9 0,-1-4-90,1-9 0,-15 6 0,-6-4 44,-13-3 1,-4-1-135,-1-10 90,-4 5 0,-5 2 0,-15 2-180,15 16 0,-3 3-405,-7 5 1,0 6 44,-6 4-1439,-6 15 1889,25-5 0,2 6 0,5 0 0</inkml:trace>
  <inkml:trace contextRef="#ctx0" brushRef="#br0" timeOffset="45801">7044 12419 9602,'3'-12'2068,"0"-1"-1258,-1 5-630,-19 19-90,-6 4-180,1 4 0,-1 1-90,-6 2 0,-2 4-270,24-7 270,14-5 0,24 4 1,12-9 134,-14-4 0,-2-1 45,6 2 0,0 4 0,-20 12 0,-14 6 0,-7-3 0,-6 0 45,-2-2 0,-4-2-225,-7 5 0,-1-2-180,-3 3-1439,-2-3 1799,23-18 0,-2-1 0,4-2 0</inkml:trace>
  <inkml:trace contextRef="#ctx0" brushRef="#br0" timeOffset="46050">7025 12419 10411,'-3'-21'1169,"2"8"-989,13-5 45,10 7 0,4 1-270,0 1 0,3 0-1394,15-5 0,1 2 1439,-16 6 0,-2 1 0,20-2 0,-28 7 0</inkml:trace>
  <inkml:trace contextRef="#ctx0" brushRef="#br0" timeOffset="46450">5816 13273 10681,'-14'-1'2608,"32"-5"-2473,12 1 0,6-1-90,-2 1 0,5-1-701,-6 2 1,5 0-1,4 0 1,2-1 0,-1 1 657,-1-1 1,1 1 0,1 0 0,1 0 0,1-1 0,1 1-105,-5 0 1,0 0 0,2 0 0,0-1 0,1 1-1,-1 0 1,0-1 0,0 1-105,3-1 0,2 1 1,-1-1-1,-1 0 1,0 1-1,-1-1 1,-2 1 205,7-1 0,0 0 0,-2 0 0,-3 0 0,-5 0 0,0 0 0,-4 1 0,-3-1 0,1 0 0,1 0 0</inkml:trace>
  <inkml:trace contextRef="#ctx0" brushRef="#br0" timeOffset="47434">10894 9510 10231,'-11'-3'0,"2"0"720,0 0-540,25 0 89,29 1-224,-11 1 0,7-1 0,5 0 0,-1 1-682,-3 0 1,2 0 0,1 0-1,0 0 1,1 0 396,-2 0 0,0 0 0,2 0 0,-1 0 1,0 0-1,-2 0 240,5 0 0,0 1 0,-1-1 0,-2 1 0,-3 0 0,7-1 0,-4 1 0,-2 0 0,3 0 0,0 1 0</inkml:trace>
  <inkml:trace contextRef="#ctx0" brushRef="#br0" timeOffset="50283">10855 10981 7533,'21'1'809,"-3"1"-629,-9 0-90,2 1 360,13 2-180,11 1-180,-1-1 0,5 1-1,7-2 1,1 0-440,-7-1 1,1 1 379,0-2 0,4 1 0,-3-2 0,-6 1 0,-2-1 0,0 1-30,0-1 0,1 0 0,1 0 30,13 0 0,2 0 0,-4-1-113,-4 1 1,-2-1 112,1 1 0,2-1 0,-4 1-30,0-1 0,-4 1 0,-10 0 0,-2 0 0,7-1 0,-10 1 0,-3 1 687,5 0-687,-6 1-3,0 1-2335,-5 1 2338,-13 2 0,1-4 0,-7 0 0</inkml:trace>
  <inkml:trace contextRef="#ctx0" brushRef="#br0" timeOffset="51616">10901 11730 8072,'3'0'540,"26"-2"-495,2 1 0,4 0-45,-3 0 0,3-1-255,0 1 1,4 1 0,-1-1 134,-2 1 0,-1 0 0,0-1-276,0 1 0,-1 0 0,3 0 396,8-1 0,3 1 0,-6-1 0,-6 0 0,-3 0 0,1 0 0,-1 0 0,0 0 0</inkml:trace>
  <inkml:trace contextRef="#ctx0" brushRef="#br0" timeOffset="52033">10729 12515 7892,'19'2'540,"16"-1"-450,12-1-961,-2 0 0,4-1 901,-11 1 0,1-1 0,0 0 0,-3 0 0,0 1 0,3 0-282,3-1 0,6 0 0,2 0 0,-1 0 0,-5 0 73,3 0 0,-4 1 1,3-1-1,2 0 0,4 0 1,0 1-1,-4-1 0,-6 0 1,0 0-1,0 1 0</inkml:trace>
  <inkml:trace contextRef="#ctx0" brushRef="#br0" timeOffset="52571">11027 13155 8072,'-15'2'1080,"4"0"-900,40 1-120,2-2 0,9-2 0,3 1-173,1-1 1,4 0-1,1 0 1,-1 0-646,-4 0 1,0 1 0,0-1 0,3 0 757,1-1 0,3 0 0,1 0 0,-2 0 0,-7 1 0,-3-1 0,-5 0 0,2 0 0,5 0 0,-1 0 0,1 0 0,0 0 0</inkml:trace>
  <inkml:trace contextRef="#ctx0" brushRef="#br0" timeOffset="53134">11042 13978 8882,'-11'-10'1529,"0"2"-1259,30 1-180,11 4 0,11 2-698,-3-1 1,7 0 0,2 1 0,-1-1 354,-2 1 1,0 0 0,0 0 0,1 0 0,-5 0 0,2 0 0,1 1 0,-2-1 0,-3 0 0,7 1 0,-1-1 0,0 0 0</inkml:trace>
  <inkml:trace contextRef="#ctx0" brushRef="#br0" timeOffset="53633">10886 14681 9422,'28'1'0,"16"0"-428,-12-1 1,8-1 0,2 0 0,-2 0 129,5 0 0,-1 0 0,3 0 0,0-1 0,4 0 0,0 1 0,-4-1 0,-2 0 1,0 0-1,0 0 0</inkml:trace>
  <inkml:trace contextRef="#ctx0" brushRef="#br0" timeOffset="54149">10939 15441 9242,'13'10'899,"29"-2"-809,4-1-592,-14-5 0,7 0 1,3-1-1,-2 0 262,6 1 0,-1-1 0,4 0 240,-5 0 0,4 0 0,2 1 0,-1-1 0,-4 0 0,-4 0 0,-3-1 0,0 1 0,-1-1 0,13 1 0,-1 0 0,1 0 0</inkml:trace>
  <inkml:trace contextRef="#ctx0" brushRef="#br0" timeOffset="54800">11119 16168 10771,'43'2'629,"-9"1"-539,4-3 0,5-1-1183,-3 0 1,3 0 0,-1 0 321,-4 1 0,-1-1 0,3 0 557,4 0 1,4 0 0,0-1-1,-4 1 1,-7-1 0,-2 1 0,1 0-1,11-1 1,1-1 0,0 1 0</inkml:trace>
  <inkml:trace contextRef="#ctx0" brushRef="#br1" timeOffset="1.02751E6">13926 2599 8702,'-19'-10'3276,"8"3"-885,-5-2-2031,13 31-226,2 10 1,-1 8-45,0 6 0,0 3 45,0 3 0,0-7-135,-3-16-90,11-50 0,4-15-135,0-3 1,1-1 179,0-1 0,5 7-90,10 16 0,4 13 45,-7 15 0,0 6 45,1-6 0,1 0 45,-1 10 0,0-6-90,19-30 45,-18 8 0,1-2 0,4-8 0,-1-2-45,-7 5 0,-2 2 90,5 4 0,-3 17-45,-6 23 0,-2 9 45,-3-7 0,0 2-30,-1-3 0,1 2 0,0-2-1609,2 5 1,1-7 950,11-5 1,1-9 0,-6-26 0</inkml:trace>
  <inkml:trace contextRef="#ctx0" brushRef="#br1" timeOffset="1.02807E6">14837 2191 11400,'-25'-11'2069,"-10"10"-1889,11 1 90,-8 33-180,24-4 60,0 13 0,-1 13 0,1-7-105,2-14 0,0 1 0,-1 4 0,1 7 0,-2 1 0,2-3 14,-2-2 1,1-3 0,0-2-60,0 4 0,0-1 135,-4 17 0,9-20-45,23-51-90,-3-10 0,5-10 0,1-6 0,-2 1-45,-1 1 0,-2-1 0,1-1 0,1-3-15,-2 5 0,1-4 0,1-2 0,0 2 0,0 3 1,-2 7 29,4 1 0,-1 5 0,-2 4-15,0-5 0,-3 14 45,-5 38 0,-3 23 0,-1 3 0,-1-11 0,0 1 0,-1 0 0,0-1-117,0 1 0,0-1 0,0 0 49,1-1 1,-1 3-1,2-3 1,1-8-1912,15 4 1439,-4-9 540,5-27 0,-23-20 0,-4-15 0</inkml:trace>
  <inkml:trace contextRef="#ctx0" brushRef="#br1" timeOffset="1.02826E6">14597 2711 9781,'39'17'390,"-3"-16"0,9-7 0,-2 1-540,-8 3 0,-2 1 0,3-3-260,8-4 0,4-2 1,-2-1-1,-10 1 1,4-5-1,-9 4 0,0-1 1</inkml:trace>
  <inkml:trace contextRef="#ctx0" brushRef="#br1" timeOffset="1.0286E6">15261 2323 9512,'-10'-21'3276,"17"30"-2846,7 30 1,2 14-311,-2-12 0,1 3 0,-1-1-150,-1-2 0,0 0 0,-1 0-450,1 0 0,0-1 1,-4-10-690,-2-15 1169,9 12 0,-8-31 0,3-2 0</inkml:trace>
  <inkml:trace contextRef="#ctx0" brushRef="#br1" timeOffset="1.02897E6">15292 2249 10861,'-9'-11'1889,"8"2"-1529,15 2-226,27 0 1,6 2-90,-22 3 0,2 0-752,13-1 0,5 0 1,-8 2 706,0 4 90,1 16 0,-4 4-90,-19-1 296,-11 15 1,-13 3-267,-14-16 0,-11-5 0,2 0 15,2 6 0,-2-1-415,-1-3 1,-4-2 0,9-4 189,10-7 180,-9 5 0,37-18 0,4-3 0</inkml:trace>
  <inkml:trace contextRef="#ctx0" brushRef="#br1" timeOffset="1.02917E6">16102 2509 12750,'10'9'629,"-3"-1"-3906,0-3 3152,-15 2 0,-5-1 0,-11 3 0</inkml:trace>
  <inkml:trace contextRef="#ctx0" brushRef="#br1" timeOffset="1.0298E6">15998 2938 10771,'-15'-15'2968,"-12"-4"-2608,1 18-135,-1 5 0,0 3-225,-8 6 90,7 4 0,3 6 44,13 4 1,8 3-90,10-2 0,4-1-45,-7 1 0,6-5 45,34-14 0,5-11-45,-20-8 60,-1-8 0,4-9 0,-13 0-15,-23-3 0,-9 0-1214,3 3 0,-2 3 719,-8 2 0,-2 10 450,-2 22 0,6 8 0,14 0 0,-1 8 0</inkml:trace>
  <inkml:trace contextRef="#ctx0" brushRef="#br1" timeOffset="1.03004E6">16299 3042 12210,'2'-11'404,"2"3"1,-1 12 0,2 4 0</inkml:trace>
  <inkml:trace contextRef="#ctx0" brushRef="#br1" timeOffset="1.03044E6">16541 2947 12030,'-6'-16'2878,"1"7"-2068,-40 20-630,21 7 0,0 4-135,-1-7 0,4 4-270,12 15 0,10-2 135,14-15-90,12 2 0,9 2 0,-5-5 180,3-1-90,14 4 0,-5 2 1,-27-5 89,-15 14 0,-14-14-45,-10-3 0,-3-1-1035,-17 1-2197,3-1 3241,1-8 1,22-11 0,2-6 0</inkml:trace>
  <inkml:trace contextRef="#ctx0" brushRef="#br1" timeOffset="1.03064E6">16487 2924 13469,'25'-17'2069,"-6"6"-2889,14 1 1,13-1 0,5 0 0,-7 0 571,-9 1 0,-4 0 0,4-1 0,10-2 0,6-1 0,-1 0 0,-7 0 0,2-5 0,-1 0 0</inkml:trace>
  <inkml:trace contextRef="#ctx0" brushRef="#br1" timeOffset="1.03149E6">18441 2339 10861,'-17'1'1799,"5"1"-720,4 13-989,6-8 360,7 26-270,-2-7 0,-1 1-46,-1 6 1,1-1-45,-3 5 0,6-11 0,21-29-90,-5-31 0,-2-13 0,-1 14 0,1-1-478,-5 0 0,0-3 1,-4 10 477,-3 11-90,10-7 90,14 42 0,-1 6 0,-11-5 0,1 3 45,0-3 0,-2-2-45,1-4 0,19-12 0,-22-10 0,23-17 0,-19 10 0,0 0 716,2-2 1,-1 1-762,1 0 0,-1 3 45,4 4-90,-6 19 90,-9 30 0,-1 8-1639,1-5 1,0 0 714,-2-1 339,5-12 1,3-7-2565,2-18 811,3-1 2338,-1-8 0,-1-7 0,1-2 0</inkml:trace>
  <inkml:trace contextRef="#ctx0" brushRef="#br1" timeOffset="1.03202E6">19466 1977 11850,'-23'-7'1349,"8"28"1,1 8-1260,-7 2-23,10 2 0,0 12 1,1 3-1,2-9-112,1-4 1,0-2-46,-2 12 0,-2 4 0,3-8-180,-1 0 270,12-23-90,9-25 90,8-16-30,-4 0 0,1-7 0,-1-4 12,-1-1 0,-1-6 0,0-3 0,1 1 0,-2 5 18,6-7 0,-1 4 0,1-4-36,-5-2 0,1-10 0,-1 1 0,0 13 0,-2 27 36,2 47 0,0 24 0,2-17 0,2 2 0,-3 3 0,-6-5 0,-2 2 0,0 1 0,0 0-113,5 6 1,0 3 0,0-5-1,-2-13-67,-1-9-1529,7 14-629,-14-48 2338,-9-5 0,-7-16 0,-9 0 0</inkml:trace>
  <inkml:trace contextRef="#ctx0" brushRef="#br1" timeOffset="1.0322E6">19394 2239 9961,'17'12'1619,"4"-3"-1439,0-10-360,7-3 0,3-2 180,1-3 0,1-1 0,1 1 0,-1-1 0,-3-2 0,0 0 0</inkml:trace>
  <inkml:trace contextRef="#ctx0" brushRef="#br1" timeOffset="1.03251E6">19811 2013 9871,'19'-22'2969,"-1"12"-2475,15 29 1,2 15-405,-20-5 0,-5 5 0,3-2-150,5-3 0,3-1 0,-5 3-630,-8 8 1,-5 2-1,-2-10 690,-2-13 0,0 15 0,1-31 0</inkml:trace>
  <inkml:trace contextRef="#ctx0" brushRef="#br1" timeOffset="1.03284E6">19813 1900 10501,'-14'-7'2788,"41"-6"-2698,-15 6 60,25 2 0,18 4 0,-3 4-60,-18 6 0,-3 3 0,1-1-90,12-7 0,2-1 0,-15 9 45,-20 24 0,-16 0-45,-24-14 0,-1-3 0,-7 3 0,3-4-495,5-5 0,1-1 495,-4 3 0,4 1 0,0 7 0,27-4 0</inkml:trace>
  <inkml:trace contextRef="#ctx0" brushRef="#br1" timeOffset="1.03334E6">20497 2710 12120,'-2'-15'3148,"-2"-3"-2158,-11 12-900,4 1 134,-18 24 1,0 13-585,23 1 1,3 2 163,-17 0 0,4 0 61,22-1 0,7-6 45,2-17-90,30 3 135,-3-20 0,0-11 90,-14-14 0,-3-4-45,12 10 0,-10-2 0,-33-4 0,-14-6 0,-1 11-90,-6 9-1549,-21 6 1,0 7 1124,25 15 0,-2 0 0,5 3 0,18 4 1</inkml:trace>
  <inkml:trace contextRef="#ctx0" brushRef="#br1" timeOffset="1.03354E6">20778 2850 11311,'19'-5'2698,"7"-1"-2698,1 1 0,-2 0 0,-1 2 0</inkml:trace>
  <inkml:trace contextRef="#ctx0" brushRef="#br1" timeOffset="1.03397E6">21113 2677 11400,'-17'-7'2969,"4"1"-2699,40 0-270,-13 4 45,11 0 0,4 1-135,0 2 0,-2 18 90,-11-9 0,-24 22 0,-9 5 0,3-11-240,1 4 0,-1 8 0,7-5-3037,18 8 2673,-11-12 0,3-3 0,20-7 0,-11-18 1</inkml:trace>
  <inkml:trace contextRef="#ctx0" brushRef="#br1" timeOffset="1.03435E6">21738 2649 12660,'-21'14'419,"-1"-1"1,-3 8 0,1 0-420,4-4 0,4 1-315,3 12 0,9-2 225,12-12-89,20 18 89,-9-22-180,23 12 180,-10 8 180,-5-7 0,-21 6 0,-18-22 0,-28 10-450,5-9-1279,11-2 1,-1-1 1198,-7-2 0,11-6 0,9-2 0</inkml:trace>
  <inkml:trace contextRef="#ctx0" brushRef="#br1" timeOffset="1.03457E6">21679 2684 12120,'45'-8'65,"1"-1"0,0 0 1,-1 1-1,-5-1 1,-3 0-1,2 0 1,2 0-1,0 0 1,1 0-1,-1 0 1</inkml:trace>
  <inkml:trace contextRef="#ctx0" brushRef="#br1" timeOffset="1.03534E6">22772 2214 10681,'-7'-9'2518,"-2"-1"-179,3 0-2249,5 13 180,3 9-180,4 6 0,2 31-540,-6-20 0,-1 0 360,4 19-90,-4-17 1,1-6-91,1-13 450,11-12-90,13-37-31,-12 9 1,0-4 0,0 2-60,2-1 0,-2 0 0,4-19 0,-1 12 0,-2 36 0,2 3 0,6 37 0,-11-12 90,20-3-90,-21-22 0,27-10 0,-21 0 0,25-13-45,-17 10 0,2 3 45,2 12 0,0 2 0,18-6-45,-30 32 1,-7 6-46,-8-14-90,1 7 0,-1-2 0,0-15-810,8 10 990,9-19 0,-1-3 0,9-8 0</inkml:trace>
  <inkml:trace contextRef="#ctx0" brushRef="#br1" timeOffset="1.03584E6">23670 1840 11490,'-10'-15'1530,"-3"13"-1036,-4 21 1,2 8-405,-3 7-910,6 2 1,-2 11 0,0 1 0,4-8-193,3-12 0,2 1 702,-2 10 0,-1 10 0,0-2 0,3-12 220,2-5 531,2 9 0,1-13-351,2-39 0,4-24-60,-1 1 0,0-8 0,1 3-136,1-4 0,1-1 106,-2 8 0,1-4 0,0 0 0,2 4-45,6-9 0,1 4 0,-7-2 0,4 15 45,14 38 0,-1 13 0,-11 18 0,-2 0 0,4 13 0,0 1 0,-4-10 0,-4-14 0,-1 0-182,3 7 0,3 6 0,-1-1 0,-2-10-177,2-4 359,0 1 0,-3-10 0,-10-23 0,0-2 0</inkml:trace>
  <inkml:trace contextRef="#ctx0" brushRef="#br1" timeOffset="1.03604E6">23613 2234 9961,'3'6'-180,"47"-5"180,-20-2 0,2-2 0,6-1 0,0-1 0,-11-1 0,1-1 0</inkml:trace>
  <inkml:trace contextRef="#ctx0" brushRef="#br1" timeOffset="1.03636E6">24110 1856 9332,'-15'-14'3148,"12"32"-2938,4 10 0,2 10 0,0-3-166,0-4 1,1 2-180,1 7 0,1 7 0,0 0 1,-3-10-1126,-2 5 1260,1-4 0,0-5 0,-2-19 0,1-9 0</inkml:trace>
  <inkml:trace contextRef="#ctx0" brushRef="#br1" timeOffset="1.03669E6">24002 1798 10321,'-9'-10'1259,"1"0"-1079,22 12 180,15 6-180,7 0 0,10 2 0,-1 1-90,-7 1 0,-2 1 0,1-1-90,8-3 0,0-1 0,-17 8 45,-25 18 0,-17 1-45,-23-9-633,2-4 1,-7 3 0,6-5 632,-1-2-810,-7 4 1,3-1-1440,19-10 2249,-3 3 0,5-2 0,17-11 0,2 1 0</inkml:trace>
  <inkml:trace contextRef="#ctx0" brushRef="#br1" timeOffset="1.0372E6">24537 2455 11940,'-21'-7'3238,"-1"6"-2878,2 17 0,0 6-270,-1 1-90,-3 8 0,2 4-360,8 9 180,6-20 0,3 1-135,8 4 1,4-4 314,0 0-180,36-3 180,-24-22 0,7-3 0,0-5 180,8-21-180,-17 9 0,-5-5 45,-12-23 0,-8-1-45,3 23 0,-2 2-180,-13-18 0,-1 7-180,9 25-1079,-8-3 1439,1 18 0,8-1 0,-2 6 0</inkml:trace>
  <inkml:trace contextRef="#ctx0" brushRef="#br1" timeOffset="1.03746E6">24707 2655 11850,'-12'-16'2429,"3"5"-2429,9 24 0,5-6 0,4 20 0</inkml:trace>
  <inkml:trace contextRef="#ctx0" brushRef="#br1" timeOffset="1.03801E6">25116 2431 11580,'-25'-8'1260,"10"4"-990,-24 15-270,18 0 89,-13 11 1,-5 6 0,7 6 0,0 1-135,0-6 0,2 0-45,4 8 0,8-4 1,16-16-361,15 19 270,8-15 90,3 4-90,17-12 540,-4-20-270,-7 4 0,-4-13 0,-26 8 90,-10-10-180,-3 6-90,-3-1-3187,-8 3 3196,11 7 1,-2-1 0,10 3 0</inkml:trace>
  <inkml:trace contextRef="#ctx0" brushRef="#br1" timeOffset="1.03837E6">25213 2572 11311,'-13'-24'3276,"-6"25"-3044,8 12-412,2 22-495,26-2 0,7 0 405,-9-13 1,1 1 134,9 6 0,-7 1-135,-24 2 90,-23-11-585,3-8 1,0-2-2204,-6 0 2968,1-3 0,26-5 0,0 0 0</inkml:trace>
  <inkml:trace contextRef="#ctx0" brushRef="#br1" timeOffset="1.03857E6">25279 2516 11580,'42'-16'168,"-9"6"1,3 0 0,-27 7-132</inkml:trace>
  <inkml:trace contextRef="#ctx0" brushRef="#br1" timeOffset="1.04859E6">15572 8965 7803,'10'-8'1259,"-5"1"-360,-11-11 91,-29 0-810,10 1 89,-17 5 1,-7 4-180,14 6 0,0 2 0,0-1-90,-12-2 0,-4 1-159,15 5 0,-5 0 0,-2 2 0,1 2 1,3 2 180,-1 2 1,3 2-1,0 3 1,-1 3-6,-4 3 1,-5 3 0,1 3 0,8 3 0,12 3-771,17 4 1,13 5 0,3 0 0,-2-1 752,-11 5 0,-1-2 0,16-5 12,15-16 1,13-3 0,9-1 0,4-3 0,0-2 0,-6-2 0,-8-3-16,5 0 0,2-5 18,-4 0 0,8 0 0,6-1 0,-1 0 0,-2-3 0,-9-2-15,1-6 0,-7-3 0,3-1 22,5 3 1,5-1-1,-2-3 1,-6-8 44,-7-10 0,-6-9 1,-3-1-1,-3 4-143,5-2 0,-10-2 98,-12-2 1,-5-8-1,-6 0 1,-7 10 7,-6 12 0,-6 6 0,-8 2-30,1 6 0,-7 1 0,-5 0 0,-2 2 0,0 0 0,3 2 0,4 1-191,-2-2 0,4 2 0,0 1 1,-6 4 138,1 3 1,-6 1-1,-4 3 1,0 1 0,2 1-1,5 2 1,6 2-369,-3 8 0,7 2 1,1 1 59,-5-2 0,0 1 0,5 2 360,10 5 0,3 2 0,8-1 0,10 16 0,4-12 0,0 0 0</inkml:trace>
  <inkml:trace contextRef="#ctx0" brushRef="#br1" timeOffset="1.04994E6">15363 9791 9422,'-8'-19'359,"-17"-12"-269,6 10 30,-9 6 0,-10 2 0,-5 5-84,4 7 0,-4 3 0,-2 4 0,0 2 0,2 3-639,4 4 0,2 3 1,0 3-1,0-1 1,0-2 602,-6-4 0,-5-3 0,2 0 0,10 4 0,18 5 16,21 8 0,16 7 0,11 3 1,8 1-1,2-4 0,-1-8 9,-3-9 1,3-4 0,3-4 0,2-2-1,2-2 1,1 0 0,1 2 10,-5 0 0,2 0 0,3 0 0,1-1 0,0 1 0,1-2 0,-1 0 0,-1-1 0,-1-2 0,-3-2-193,7-1 0,0-2 0,-2-1 1,-1-2-1,-1-1 0,-3-4 1,-1-1 174,7-6 0,1-4 0,-5-2 0,-7-4 0,-12-3 4,-12-4 0,-9-5 1,-8-1-1,-6 2-225,-8 1 1,-9 1 0,-4 3 0,-3 0 202,3 6 0,-2 1 0,-3 1 0,-3 2 0,-2 4 0,2 5 0,-4 2 0,-1 2 0,-2 2 0,-1 1 0,1 3 0,1 1 9,0 2 1,0 2 0,0 2 0,0 2 0,0 1 0,1 1 0,0 1-310,-7 3 0,-1 3 0,1 1 1,2 1-1,1 2 0,3 0 300,2 2 0,2 1 0,2 1 0,3 1 0,5 2 0,-2 8 0,7 2 0,8-1 0,17 1 0,-1 1 0</inkml:trace>
  <inkml:trace contextRef="#ctx0" brushRef="#br1" timeOffset="1.05121E6">19604 8911 8792,'-11'-14'-720,"5"6"630,-37 0 180,14 15 0,-2 5-30,1-3 0,-3 3 0,0 6-716,4 5 1,0 6-1,0 4 1,1-1 0,3-4 450,-3-2 0,4-3 1,5 8 322,7 8 1,4 11 0,5 3 0,6-3 0,7-10-89,19-5 0,10-8 0,4 1-12,-12 0 0,0 3 0,3 0 0,3-2 0,4-5 7,1-9 1,5-4 0,3-3 0,2-2-1,-1-1 1,-3-1 0,-5 1-203,1 1 1,-5-1 0,-1-2-1,6-1 202,-5-1 1,5 0 0,2 0 0,1-2-1,-1-2 1,-2-3 0,-4-3 82,3-9 0,-3-6 0,-2-3 0,-3 1 0,0 3-78,9 3 0,-3 3 0,-3-11 0,-14-5 0,0-9 0,-2-6 0,-3 0 0,-6 4 0,-7 9-30,-10-4 0,-15 3 11,-1 9 0,-9-5 0,-6-4 1,-5 0-1,-1 0 0,0 3 0,4 3 1,5 8-12,-8-3 0,5 9 0,-11 0-33,11 7 0,-6-2 0,-5 0 1,-5 1-1,-2-1 0,-1 1 1,0 1-1,2 1 0,4 2 0,5 1 1,7 2-311,-7 1 1,9 3 0,1 3 0,-7 1 207,0-1 0,-6 2 0,-5 0 0,-1 2 0,1 0 0,2 2 1,6 1-1,7 1 135,-7 11 0,10 3 0,0 1 0,-5 0 0,-1 0 0,6 2 0,15 0 0,0-1 0,0 0 0</inkml:trace>
  <inkml:trace contextRef="#ctx0" brushRef="#br1" timeOffset="1.05201E6">19953 9739 8342,'-35'-13'135,"1"-1"0,0 0 0,5 1 0,-1 1-45,-21 0 0,4 5 0,17 7 0,-11 3 0,-6 9-45,13 9 0,-2 8 0,1 3 0,4 0-15,1 4 0,4 0 0,1 5-850,1 0 1,-2 4 0,6 1 0,10-5 554,11-6 0,7-3 0,9-2 287,7-3 1,9-1-1,4-3 1,-2-3 186,1-2 1,2-4 0,5-2-198,-6-4 1,4-1 0,4 0 0,3-1 0,-1-1 0,-1-2 0,-3-2 23,5-2 0,-3-3 0,0-2 0,1-2 0,1 0-387,0-1 1,3-1 0,0-1-1,0-1 1,-4-1 0,-4 0 372,-3-2 1,-3-1-1,-3-2 1,-3-4-1,-1-5 1,-1-4-1,-7-3 1,-11-1-367,-16-3 0,-15-3 0,-4 1 0,5 1 344,10-3 0,3 2 0,-11 1 150,-6 10 0,-8-1 0,-6 1 0,-5 2 0,-2 4 0,-1 5-170,5 9 0,-3 4 0,-4 4 0,-1 2 0,-2 2 0,1 0 0,2 1 0,1-2 0,4-2-135,-2-2 0,3-2 1,1 0-1,1 1 1,-2 1-1,-4 3 155,4 2 0,-5 1 0,-3 2 0,-2 1 0,0 1 0,2 1 0,2 0 0,5 1 0,6 0 0,8 0 0,-8 10 0,8 4 0,-1 2 0,0 0 0,-1 0 0</inkml:trace>
  <inkml:trace contextRef="#ctx0" brushRef="#br1" timeOffset="1.05521E6">23158 8422 9062,'14'-9'1529,"2"-5"-1169,-4 4 629,0-5-854,-17 38 0,-4 9-45,2-7-910,-3 6 1,-5 11 0,0 2 0,2-9 421,3-10 1,0-1 506,-7 21 0,-2 8 0,3-11-199,5-10-135,2-1 0,2-2 225,2-12 0,3-5 0,0-7 0</inkml:trace>
  <inkml:trace contextRef="#ctx0" brushRef="#br1" timeOffset="1.05581E6">22933 8412 9242,'7'-12'719,"11"2"-494,11 4 0,8 1-105,-3 3 0,2 1 0,0 0-120,6-2 0,1 2 90,2 4 0,2 3 0,-12 3-90,-11 12 45,-9 3 0,-8 1-45,-29 7 22,-4-13 1,-9 2-1,-3 0 1,5-4 22,-3 0 0,-1-1-45,-7 4 0,-5 2 0,8-4 0,-5 0 0,35-11 0,19-5 0,26-8 0,5 19-45,-15 3 0,0 4 90,1 2 0,0 1-45,0 4 0,1-1 44,2-6 1,1-2-45,-6-6 0,0-1-89,17 5-2430,-4-8 2519,-19-7 0,6-1 0,-8-1 0</inkml:trace>
  <inkml:trace contextRef="#ctx0" brushRef="#br1" timeOffset="1.05747E6">24605 8428 9781,'5'-8'630,"-9"28"0,-3 11-540,7 3-1,-9 6 1,-4 10 0,3-8-90,2-6 0,2 1 0,0 7 0,3-10-269,5-10 269,10 9 0,4-5 0,-3-19 0,15 7 0</inkml:trace>
  <inkml:trace contextRef="#ctx0" brushRef="#br1" timeOffset="1.05784E6">24268 8488 9242,'12'-18'674,"26"5"1,8 4-630,-20 1 0,2 1-15,17 0 0,8 1 0,-5 4 150,-6 5 0,-4 4-90,-3-4 0,-8 7 269,-24 24-269,-26-17 0,-9-3-90,1 0 0,0 0 90,-3 0 0,5 0-899,6 0 809,16 5 0,22-12 0,27-3 0</inkml:trace>
  <inkml:trace contextRef="#ctx0" brushRef="#br1" timeOffset="1.05801E6">24901 8585 10051,'26'-6'427,"-10"3"0,-1-1 1,-12 3-1</inkml:trace>
  <inkml:trace contextRef="#ctx0" brushRef="#br1" timeOffset="1.05994E6">22901 9376 9332,'5'-13'899,"-1"2"-359,1 1 0,-11-1-361,-20 13-89,-17 10-45,15 4 0,0 3 0,4 0 0,4 3-45,4 3 0,7 1 0,11 14 0,24-1 0,-2-19 90,21-4-90,-1-16 0,-18-3 0,0-2 45,4-9 0,-2-5-45,-10-1 0,-4-5 0,-5-10 0,-7-2 0,-7 5 0,-4 2-45,-1 2 0,-5 5-584,-25 3-1620,8 26 2249,-3 10 0,5 6 0,8-2 0</inkml:trace>
  <inkml:trace contextRef="#ctx0" brushRef="#br1" timeOffset="1.06021E6">23235 9435 9781,'4'-12'-248,"8"7"1,-3 2 0,6 6 0</inkml:trace>
  <inkml:trace contextRef="#ctx0" brushRef="#br1" timeOffset="1.06049E6">23580 9198 9062,'3'-15'2608,"6"24"-2428,-7 15 0,-3 8-1619,1 14 0,-1 2 629,0-7 1,-2-2 486,-1-1 0,-2-6 0,1-10 1,-1 1-1</inkml:trace>
  <inkml:trace contextRef="#ctx0" brushRef="#br1" timeOffset="1.06694E6">24256 9348 9332,'-13'7'1349,"21"-6"-1169,7-5-45,12-7 0,1-3-135,0-1 134,13-13 1,-1-1-135,-17 11 135,7-8 0,-2 3-45,-16 13 0,-2 11-90,-23 34 45,-1 5 0,-3 7-23,4-14 1,0 4-1,0 0 1,0-3-53,1-1 0,2-3 0,-1 2-120,-2 7 0,0 1 0,4-8-1019,6-2 1169,-1-2 0,3-10 0,2-13 0</inkml:trace>
  <inkml:trace contextRef="#ctx0" brushRef="#br1" timeOffset="1.06714E6">24191 9730 9871,'40'1'-315,"-1"0"0,-5-2 1,2 1-1,-2-2 315,6 0 0,0 0 0,7-1 0,-2-1 0,-16 1 0,-1 1 0</inkml:trace>
  <inkml:trace contextRef="#ctx0" brushRef="#br1" timeOffset="1.06834E6">22978 10146 11940,'-43'18'120,"1"0"0,0 0 0,2 1 0,-1 2 0,1 2 0,7 1-30,7 4 0,4 2 0,2 0-90,-4-2 0,2 0 0,6 1 45,6 15 0,18-7-45,34-23 0,12-14 0,-5-5 0,0-7 30,-10-1 0,2-3 0,-7-6-60,-10-2 0,-5-5 0,-5 0 30,-3-8 0,-10 0 0,-11-1 0,-6 4 0,-10-1-135,1 20 0,-2 7-1125,-14 13-2017,-2 7 3107,10 4 0,15 7 0,10-6 0</inkml:trace>
  <inkml:trace contextRef="#ctx0" brushRef="#br1" timeOffset="1.06856E6">23100 10365 10231,'9'-6'90,"0"1"0,4 1-720,4 2-1618,2 0 2248,1 2 0,-12 0 0,-1 0 0</inkml:trace>
  <inkml:trace contextRef="#ctx0" brushRef="#br1" timeOffset="1.06897E6">23441 10230 9602,'10'-15'1169,"20"1"-899,7 6-135,-4 5 0,2 3-46,-7 2 1,-1 1-90,20 5 180,-28 25-135,-28-12 0,-9 2-15,-1 2 0,-3 3 0,-1 0-143,-2-4 0,-1 0 1,0 1 142,-2 1 0,-1 1 0,5-1-30,5-1 0,5-2 0,1 10 0,29-16 0,10-4 0,-1-5 0,4-2 30,3 1 0,3 0 0,-1-1-165,10-1 0,-1-2-1504,3-1 1,-4-2 1400,5 1 0,-19-2 1,-21 0-1</inkml:trace>
  <inkml:trace contextRef="#ctx0" brushRef="#br1" timeOffset="1.07022E6">24608 10207 9781,'23'-9'1349,"-26"32"1,-11 14-1290,0-2 0,-4 3 0,0 1-30,-1 4 0,-1 1 0,2 1-701,-1 1 0,0 0 1,5-6 580,6-12 0,6-2-1549,8 2 1,4-5 1385,0-7 1,18 13 0,-11-23 0</inkml:trace>
  <inkml:trace contextRef="#ctx0" brushRef="#br1" timeOffset="1.07042E6">25017 10608 10771,'15'-7'-360,"-2"3"360,-1 4 0,-6 0 0,-3 2 0</inkml:trace>
  <inkml:trace contextRef="#ctx0" brushRef="#br1" timeOffset="1.07262E6">22744 11300 9512,'-11'-7'-90,"0"0"629,4 1 451,-1-4 539,0 0-630,-4 1-629,-16 12-135,-3 7 0,-5 7 0,-3 7 0,0 3-135,-2 2 0,6 4-135,10 3 0,12 1-45,16-10 0,8-3 45,14 3 0,7-5 0,8-7 1,3-6 104,-10-6 0,2-2 0,-2-3 30,12-4 0,-4-8 0,-5-10 0,-8-7 0,-15-1 0,-10-3 45,-9-10 0,-13 2-45,-9 17 0,-8 5 0,1 1-90,4-4 0,-2 6-270,-4 10 0,-3 6 0,7 6 360,1 21 0,2 4 0,17 5 0</inkml:trace>
  <inkml:trace contextRef="#ctx0" brushRef="#br1" timeOffset="1.07286E6">23270 11343 10231,'5'-10'630,"-2"1"-3329,0 2 2699,1 2 0,-2 3 0,2 1 0</inkml:trace>
  <inkml:trace contextRef="#ctx0" brushRef="#br1" timeOffset="1.07335E6">23452 11274 9602,'-22'-20'2518,"6"5"-1528,11-7-541,49 11-449,-19-1 0,13 8 0,1 5-90,-8 4-90,-1 11 180,-19-6-90,-35 16 90,9-16 0,-19 16-89,23-4 89,5 6 0,14 10-180,1-6-90,-16 13 225,-8-25 0,-5-1 0,1-1 0,-4-1 15,-6-2 0,-6 0 0,3-2-15,-1 0 0,0-1-255,0-1 0,-1 2 0,4-1 300,-11 8 0,13-7 0,27-6 0</inkml:trace>
  <inkml:trace contextRef="#ctx0" brushRef="#br1" timeOffset="1.07896E6">14743 9649 8252,'-11'-5'-539,"-4"-1"988,5 3-299,31 4 0,24 3 0,5 0-128,-7-2 1,4-1-1,4 0 1,2 0-421,-10 1 1,2 0-1,2 0 1,2 0-1,1 0 1,1 0 0,0-1 416,-6 0 1,2 0 0,0-1 0,2 0 0,-1 1 0,1-1 0,-2 0 0,0 0 0,-1 0-8,5 0 1,-1 0 0,-1 1 0,-1-1 0,0 0 0,1 0 0,0 0-13,-4 0 0,0 1 0,1-1 0,0 0 0,0 1 0,-2-1 0,-2 0 0,-3 1 63,7-1 0,-4 1 1,-1 0-1,-2 0 1,1-1-64,4 1 0,0 0 0,-2 0 0,-3 0 30,-3 0 0,-2 0 0,-1-1-30,15 1 0,-3-1 45,-10 0 0,-1 0-45,5 0 0,-2 0 45,-11 0 0,-1-1 135,22 1-90,-22 0 2127,-6 1-2217,-8-1 518,1 1-428,-1 0-90,0 0 0,1 3 0,-1 3 0,5 10 90,-5 6 0,-2 27-45,-8-19 0,0 2-243,-1-4 1,-1 4 197,0 12 0,1 8 0,0-2-265,1-7 1,1-1 0,-1 5 264,0-10 0,0 4 0,-1 3 0,1 0 0,-1 1 0,0-3-183,0 5 0,1-2 0,-2 1 0,1 1 0,-2 2 221,-1-4 1,0 3 0,-1 1-1,-1 1 1,0-1 0,0-1-1,0-2-274,0-2 0,0-1 0,-1-2 0,0 1 1,-1 0-1,0 2 248,0 2 1,-1 2 0,-1 1 0,1 0 0,-1-1 0,1-1 0,1-2 5,-1 4 0,0-3 0,0-1 0,2 1 0,1 2 7,1-4 1,1 2 0,1 1 0,0 1-1,2 0 1,0-1 0,2-1 4,2 1 0,1 0 0,2-2 0,0 1 0,2 1 0,1 2-10,-2-9 0,1 1 0,1 2 0,0 0 0,2 1 0,-1-1 0,1 0 0,0 0 0,0-1 2,1 2 0,1 0 1,1-1-1,0 0 1,0 0-1,0 0 1,0 0-1,-1 0-11,0 1 0,0 0 1,0 1-1,0 0 0,0-1 1,-1 0-1,-1-1 0,0 0-11,0 0 0,-1 0 0,0-1 0,-1-1 0,0 1 0,-1-1 0,-1-1 15,0 5 0,-1 0 0,-1-1 0,-1-1 0,0 0 0,-2-3 7,1 9 1,-1-4 0,-2 1-1,0 0-4,-2-7 0,1 1 0,-2 0 0,0 0 0,-1-3 0,-2 3 1,0-3 0,-1 1 0,0-1-19,0 1 0,0 1 0,-1-1 0,1-1 0,-1 2 0,1-2 0,0 0 30,1 0 0,0 0 0,0-1-30,0-4 0,-1 0 0,0 0 45,-4 15 0,-2 1-45,1-10 0,-2 1 0,-1-2 0,-1-3 0,0-1 0,-1 0 0,-2 3 0,-1 0 0,0-1 30,1-3 0,0-2 0,-1 1 0,0-2 0,-1 0 0,0-2 59,-7 8 1,-1-2 0,-3 2 0,1-3-45,10-12 0,1-2 308,-3 4 0,2-3-263,0 0 867,-3 3-868,3-3 1903,10-10-1992,-10 7 419,6-3-419,-10 11 90,8-7-180,-2 4 90,8-7 90,1 0-90,6-5 0,-4 0 0,-1 0 0,-5 0 0,-8 1 0,-8-2 0,-2-2 0,-3 0 0,10-3 0,-2 0-314,-15 3 1,-8 0 0,-4 1 331,13-3 0,-2 1 0,-1-1 0,-1 1 0,-1 0-218,3-1 0,-1 1 1,0 1-1,-1-1 1,-1 0-1,-1 0 264,0 1 0,-1-1 1,-2 0-1,0 0 0,1 0 1,2 0-1,3 0 26,-4 0 0,3 0 0,1 0 0,2 0 0,0-1-46,-4 1 1,1 0 0,2-1 0,4-1-90,-11 0 1,5-2-1,0-1 0,0-1 15,11-1 0,-1-1 0,0 0-87,-1 1 1,0-1 0,-1 1 116,-5-1 0,-1 0 0,3 0-45,-5 1 0,3-1 45,7 1 0,2 0 765,-15-1-765,19 0 1451,-5 0-1451,6-3 0,2-7 0,2-11 0,3 0-180,-2-11 0,-1-9-30,5 9 0,1-4 0,-3-4-256,3 6 0,-2-3 0,-1-3 0,-1-2 0,0 0 0,1 1 316,0-1 0,1 0 0,-1 0 0,1-1 0,-1-2 0,-1-2-207,4 8 0,0-2 0,-1-1 0,0-1 0,0-1 1,0 0-1,0 0 0,1 2 0,0 0 300,0-1 1,1 0 0,-1 1 0,1 0 0,1 1 0,-1 0 0,2 0 0,-1 1 43,0-1 0,1 2 0,1 0 0,-1 1 0,1-1 0,0-2 1,-1-1 12,1 1 0,0-2 0,-1-1 0,1-2 0,0 0 0,0 1 0,1 0 0,0 2 0,2 1-13,1-1 0,1 2 0,0 2 0,2 0 0,-1-1 0,0-2 1,-1-4 12,1 5 0,-1-3 0,0-2 0,0-2 0,0 0 0,-1-2 0,1 1 0,0-1 0,1 2 0,0 0 0,1 2-219,1-3 0,0 1 1,0 1-1,1 1 0,1-1 1,-1 1-1,1-1 0,0-1 1,-1-2 218,1 5 0,0-1 0,1-2 0,-1 0 0,0 0 0,1 0 0,-1-1 0,1 2 0,0 0 0,0 1 0,1 2-140,-1-2 0,1 0 1,1 2-1,-1-1 1,1 2-1,0 0 1,0 1-1,0 1 1,-1 0 139,1-4 0,-1 2 0,0 0 0,1 0 0,-1 2 0,1 0 0,0 0 59,0-3 1,1 0-1,-1 1 1,1 1 0,0 1-1,0 2-59,0-5 0,-1 2 0,1 1 0,0 0-23,-1-6 1,1 1 0,-1-2-1,2 1 23,-1 7 0,0-1 0,1 1 0,0 0 0,1 2 0,0-1 0,0 1 0,1 0 0,0 0 0,1-2 0,1-2 0,0 1 0,1 2 0,0-7 0,0 1 0,2 1 0,2-1 0,0 2 0,1 2 613,0-2 0,1 3-568,2-4 0,1 3-45,-4 12 0,0 0 45,3-8 0,0 1-135,2-5 1155,-4 9 0,-2-1-1065,-6 7 0,-2-1 0,2-4 0,-1 0 0,-5-4 0,-1 1 0,-3-10 0,-3 3 0,4 24 2961,-1-2-3051,6 13 401,0-4-311,7 3 0,2 3 0,4 3 0</inkml:trace>
  <inkml:trace contextRef="#ctx0" brushRef="#br1" timeOffset="1.08008E6">24533 11264 9062,'15'-12'2159,"-2"8"-1800,-13 44-269,0-11-1183,-8 13 1,-4 12 0,1-8 35,3-18 1,1 1 1078,-3 6 1,-1 7-1,-1 0 1,3-7 501,0-6 1,0-3-1470,-3 15 1,2-2 944,2-1 0,3-15 0,6-16 0</inkml:trace>
  <inkml:trace contextRef="#ctx0" brushRef="#br1" timeOffset="1.08027E6">24949 11517 9512,'18'6'-810,"2"7"810,-13-1 0,-1 7 0,-6-3 0</inkml:trace>
  <inkml:trace contextRef="#ctx0" brushRef="#br1" timeOffset="1.08142E6">22470 12176 9781,'-22'-10'900,"6"4"-585,-14 11 0,-2 5-226,3 5 31,0 12 0,-4 10 0,7-4-120,4 9 45,14-9 0,1 10 0,5-1 0,5-8 0,8-10 0,7-3-15,3 8 0,3 2 0,4-9 15,13-12 0,3-12-45,-8-4 0,2-5 0,-4-3-92,-3-2 1,-3-3 0,-3-4 121,-2-10 0,-4-4 0,-7-1-30,-9 5 0,-7-1 0,-3 1-30,-6-5 0,-5 1 0,-3 5 30,-10 1 0,-3 6-90,6 5 0,0 9-686,-7 14 1,4 10 775,3 17 0,7-10 0,2 2 0,4 21 0</inkml:trace>
  <inkml:trace contextRef="#ctx0" brushRef="#br1" timeOffset="1.08164E6">22964 12346 9871,'0'-7'-629,"0"-3"629,0 3 0,0 1 0,0 3 0</inkml:trace>
  <inkml:trace contextRef="#ctx0" brushRef="#br1" timeOffset="1.08227E6">23291 12183 8882,'11'-21'2159,"-4"10"-1170,2-7-809,-3 22 270,-12 22-315,-2-3 0,-2 4-75,-5 1 0,-2 4 0,0-3-16,-2 3 1,-1 0-15,0-3 0,-1 2 0,2-3 60,2-3 0,0-2-90,-1 3 0,1-1 90,-5 13-90,22-25 90,34-16-90,6-8-45,-4 0 0,1 1 45,-8 2 0,1 2 0,9-1 0,1 2 0,-10 2 0,1 0 0,7 1 0,-2-1 0,3 0 0,-13-1 0,1-2 0,13-13 0,-17 8 0,0-1 0,3-3 0,-1 0-90,0 0 90,-32 41 0,-5-3 0,-5 4 0,1 6 0,-3 3 0,3 0 45,-2 5 0,3 0-360,2 4 1,4-3 314,6-1 0,-6-19 0,-4-19 0</inkml:trace>
  <inkml:trace contextRef="#ctx0" brushRef="#br1" timeOffset="1.08396E6">24816 12414 9781,'21'-31'360,"-1"0"0,-4 4 0,-1 1-91,2 3 1,-4 3-270,-10 8 90,-9 29 0,-7 22 0,1 0-30,4-4 0,0 2 0,0 2-123,-1 1 0,-1 3 0,0 1 1,4-2-118,2 5 0,3-1 0,1-4-363,0 3 1,2-4 542,2-7 0,1-4 0,5 2 0,0-10 0</inkml:trace>
  <inkml:trace contextRef="#ctx0" brushRef="#br1" timeOffset="1.08527E6">22526 13500 9242,'-20'-22'1619,"-2"5"-1619,1 7 180,-27 21-135,22 1 0,1 6 0,-14 11 0,3 4 0,10-3 0,8 3-1,4 10 1,13 0 0,18-9 0,8-4-45,6-1 0,6-6 30,-6-9 0,2-3 0,1-5 0,1-5 0,1-3 0,-2-3 15,12-3 0,-4-6 0,0-11 0,-8-9-45,-20-4 0,-10-4 45,-7-3 0,-9 0-75,-2 15 0,-5 0 0,-3 4 30,-8-2 0,-5 7-360,-10 7 1,0 9-766,9 7 1,2 5 1124,1 1 0,3 2 0,-6 13 0,19-3 0</inkml:trace>
  <inkml:trace contextRef="#ctx0" brushRef="#br1" timeOffset="1.08553E6">23231 13534 10051,'1'-13'180,"0"2"0,-1 4 0,0 4 0</inkml:trace>
  <inkml:trace contextRef="#ctx0" brushRef="#br1" timeOffset="1.08599E6">23643 13415 9062,'16'-15'1709,"-4"2"-720,-2 3-719,-39 15 0,-9 15-225,15-11 0,0 2 0,-3 7 0,5 2 45,14 12 0,12 10-90,14-15 0,8-1 45,-1-4 0,3-1-45,5 5 0,-1-2 0,3 4 0,-20 7 0,-56-7 0,11-11 0,-5-1 0,-2-3 0,-5 0 0,2-1-180,-10 0 0,1-1 180,-4 1 0,6-5 0,10-8 0,17-6 0</inkml:trace>
  <inkml:trace contextRef="#ctx0" brushRef="#br1" timeOffset="1.08622E6">23771 13312 9961,'32'-4'225,"-1"1"0,12-3-285,-12 4 0,5 1 0,0 0-1033,0-3 1,-1 0 0,-1 0 831,11 0 1,1 0 0,-11-1-1,2 0 1,-5 1 0,17-4 0</inkml:trace>
  <inkml:trace contextRef="#ctx0" brushRef="#br1" timeOffset="1.09162E6">14864 12682 8432,'8'1'450,"27"-2"-383,-4 1 1,8 0-1,4 1 1,-2-1-68,3 0 0,-1-1 0,4 1-403,-7-1 0,4 1 1,1 0-1,-1-1 1,-4 1 402,10-2 0,-4 1 0,0 0 0,-3-1 0,-1 0 0,1 0 146,2-1 0,1-1 0,-1 1-86,-4-1 0,-1 1 0,0-1-30,-1 1 0,1-1 0,-1 0 60,-3 1 0,0 0 0,-4 0 89,2 0 1,-3 0 294,-3 0 0,-1 1-294,5-1 0,-9 1-180,-4 0 1173,-8 2-1083,10 3 174,-3 7-264,5 9 44,-13 3 1,-3 6-45,-2 7 0,-2 5 0,-1-6 0,0 4 0,-1 2 0,0-1-220,0 0 1,-1 1-1,0 0 1,1 3 234,-1-3 0,1 2 0,0 2 0,0 0 0,0-2 0,0-3-385,0 0 1,0-2 0,0-1 0,0 4 423,0 5 0,0 5 0,0 1 0,1 1 0,-2-4 0,0-6 0,0-1 0,0-2 0,0 2 0,-1 0-19,0 6 1,0 1 0,0 1 0,0 1 0,-1 0-6,0-3 0,-1 3 0,-1-1 0,1 1 0,-1-2 0,0-1-12,-1-2 0,1-2 0,-1 0 0,-1 0 0,1 3 7,0-6 1,-1 3 0,0 1 0,-1 0 0,2 0-1,0-1 1,1-2 28,2 5 0,0-3 0,2 0 0,1 1 0,1 1-3,1-4 0,1 2 1,1 1-1,0 0 1,2 0-1,1-2 1,2-2-16,4 6 0,3-3 0,1-1 0,2 0 0,1 1 9,-1-1 0,3 1 0,0 1 0,1-1 0,0 0 0,-1-3-27,0 0 0,0-1 0,-1-2 0,0 1 0,-1 0 17,0 2 1,-1 1 0,-1-1 0,-1-1 0,-2-4-6,0 1 0,-1-4 0,-5 0-30,0 19 0,-6-6 180,-11-1-180,-1 1 90,0-2-90,5-17 805,1 0-805,-1-7 1821,-7 2-1821,-5-5 0,-3 0 0,0-3 0,5-4 90,2-2-90,2-2 0,-7-2 0,3-3 0,-26-2 0,0 0 0,-4-1 0,-1 2 0,-6 0 0,14 1 0,-1 1 0,-4-1-376,0 1 0,-4 0 0,-3-1 1,0 1-1,-1 0 376,6 0 0,-1 0 0,0 0 0,-1 1 0,-2-1 0,-1 1-267,3-1 0,-2 1 0,-2 0 0,0-1 0,-1 1 0,1 0 0,0 0 0,2 0 267,0 0 0,0 1 0,1-1 0,1 0 0,0 0 0,1 1 0,0-1 0,-2 0 0,0 0 0,2 1 0,-1-1 0,2 0 0,-1 1 0,-6 0 0,-1 1 0,2-1 0,2 1 0,5-1-83,4 0 1,4 0 0,-2 0 82,-4 0 0,-3 1 0,0-1 0,6 0-47,-3 1 0,5 0 47,3-1 0,3 1 1322,-4-1-1322,9 0 2472,-1-1-2472,8 0 400,-2 0-400,6 0 162,-2-5-72,2-10-90,-4-13 0,5-9 0,2-8-30,3 10 0,1-3 0,1-4-547,1 3 1,0-4-1,1-2 1,0-2-1,1 1 523,1-2 0,1-2 0,0 0 0,1 1 1,-1 0 35,1 5 0,-1 2 0,1 0 0,0-2 0,0-2-21,1 0 0,0-2 1,1-2-1,-1-2 1,1 2-1,-1 0 1,0 3 2,0-4 0,-1 3 0,0 0 0,1-1 0,-1-6 16,0 10 0,0-3 0,0-3 0,1-1 0,-1-1 0,0-1 0,1 1 0,-1 2 0,1 1-315,0 1 1,1 1-1,-1 1 1,1 0-1,-1 0 1,1 0-1,1-1 1,0-2 325,0 4 0,1-2 0,-1 0 0,1-1 0,1-1 0,-1 1 0,1 0 0,0 1 0,0 0 0,1 3-3,1-5 1,0 1 0,1 1 0,0 1 0,0 0-1,0 1 1,0 1 0,0 0-159,2-6 1,0 0 0,1 2 0,-1 0 0,1 1 0,0-2 156,-1 4 0,2-1 0,0 0 0,-1 0 0,1 2 1,-2 1-1,-2 4-124,1-6 1,-2 5 0,-1 0-1,1-3 137,1-5 0,1-4 0,-1-1 0,0 2 0,-3 4-23,-2 6 1,-2 3 0,-1 1-1,0-1 368,0-13 0,0 0 0,0 4-390,0 0 0,1 4 1230,1-4 1,1 4-1186,3-2 1727,-3 8-1727,-3 16 1078,-5 4-1257,-2 9 7,-7 2-368,-7 6-1888,-3 2 2428,-5 2 0,-5 1 0,1-2 0</inkml:trace>
  <inkml:trace contextRef="#ctx0" brushRef="#br1" timeOffset="1.09494E6">15212 13981 9422,'-10'-3'0,"1"0"0,20 1 45,12 2 0,6 0-45,21 0 30,-11 0 0,9 0 0,-1 0-364,1 1 0,0 0 0,1 0 356,-11 0 1,2 0-1,-1-1 1,1 1-23,1 1 0,1-1 0,-2 0 0,-4 1 45,7 1 0,-7 0 106,6 8-691,-30-5 540,-13 6 0,4-8 0,5 1 0</inkml:trace>
  <inkml:trace contextRef="#ctx0" brushRef="#br1" timeOffset="1.09597E6">24607 13555 8612,'-9'-11'1709,"-5"-1"-1169,-5 3-1,-7-1-179,-21 10-270,18 6 0,-3 4-60,-2 4 0,-3 4 0,1 2-203,1 5 1,1 3 0,1 1 202,2-2 0,1 2 0,5 0 15,-3 16 0,12-1 39,15-15 1,9-2-85,21 12 0,-1-28 0,4-6 0,0-7 0,1-6 30,-3-5 0,0-4 0,-3-3 15,4-12 0,-4-3-15,-9 6 0,-1-1 0,-4 1 15,-3-6 0,-6 1-45,-5 7 0,-4 4 258,-12 3-1967,-14 18 1709,6 14 0,3 8 0,11 0 0</inkml:trace>
  <inkml:trace contextRef="#ctx0" brushRef="#br1" timeOffset="1.09621E6">24642 13751 10411,'2'-7'0,"0"2"0</inkml:trace>
  <inkml:trace contextRef="#ctx0" brushRef="#br1" timeOffset="1.09661E6">24973 13682 9242,'12'-7'1979,"-23"13"-1710,-22 28-269,17-14 0,1 2-90,-4 7 1,7 0-361,21 20 360,2-22-180,6 8 90,-21-12 90,-15 6 45,-4-13 0,-4-2 45,0-2 0,-1-2-360,-9 3 1,2-2 359,-2 1 0,6-2 0,24-8 0</inkml:trace>
  <inkml:trace contextRef="#ctx0" brushRef="#br1" timeOffset="1.09686E6">24978 13708 9242,'-8'-8'719,"0"-1"91,7 1-540,18-1-270,21-2-405,-13 6 0,1 0 405,9-1 0,-1 0 0,11-3 0,0-2 0</inkml:trace>
  <inkml:trace contextRef="#ctx0" brushRef="#br1" timeOffset="1.09722E6">25289 13604 10411,'9'0'1169,"-5"-1"-1079,30 2 0,-6 0 0,2 0 0,-25-1-90</inkml:trace>
  <inkml:trace contextRef="#ctx0" brushRef="#br1" timeOffset="1.09722E6">25399 13630 12000,'-11'11'30,"-10"9"-30,-9 8 0,-3 4 0,8-4 0,-1 4 0,3-2-393,-6 10 0,4-1 393,4-5 0,3-1-225,6-1 0,2-2-1214,3 4 1439,-2 13 0,5-18 0,1-8 0</inkml:trace>
  <inkml:trace contextRef="#ctx0" brushRef="#br1" timeOffset="1.09812E6">22608 14625 9332,'-17'-35'1079,"-11"3"-809,-8 8-180,5 18 0,-3 7 0,-4 8 0,1 8-60,6 1 0,1 4 0,3 2 0,4 2 0,4 2 0,3 1 15,-2 14 0,9 1-1,14-6 1,7-4-45,1-12 0,5-4 45,7-4 0,1-5-45,5-6 45,-3-10 0,-1-8 0,-7-8 0,-3-5-45,-1-4 0,-6-5 0,-7 1 0,-6-3 0,-4 2 45,-8-6 0,-8 3-75,2 11 0,-4 1 0,1 5 30,2 4 0,0 5-225,-10 6 1,0 8-3053,-9 24 3174,6-5 0,6 20 0,23-14 1</inkml:trace>
  <inkml:trace contextRef="#ctx0" brushRef="#br1" timeOffset="1.09837E6">22773 14799 10051,'-12'-14'1260,"1"2"-3599,0-1 2339,3 14 0,5 0 0,1 10 0</inkml:trace>
  <inkml:trace contextRef="#ctx0" brushRef="#br1" timeOffset="1.09882E6">23575 14609 9961,'10'-20'1889,"-3"2"-1619,-7 6 0,-28 18-135,0 13 0,-3 8-45,-3 5 0,1 6-60,7-5 0,2 5 0,4-2-210,2 9 0,9 0-315,8 4 0,8-3 90,9-15 1,4-5 314,-3-3 0,4-3-270,14-7 0,3-5 270,-12-7 0,1-3 270,15-2 0,-1-5-45,-13-3 0,-6-5 135,-3-29-135,-32 24 0,-10 4-90,-12 1 0,-5 6-495,-4 5 0,0 5 450,1 7 0,2 3 0,13-1 0,2 2 0,-20 10 0</inkml:trace>
  <inkml:trace contextRef="#ctx0" brushRef="#br1" timeOffset="1.10111E6">24283 14850 9152,'2'-10'-180,"1"0"720,1-1-91,0-3 1,-1 2-270,-34 27-135,11 1 0,-1 5 15,-3 2 0,-1 4 0,1-1-60,0 0 0,3 1 45,-4 10 0,8 0-45,13 5 90,7 6-180,28-11 90,-7-29 0,3-7 45,6-8 0,-1-6 0,-3-5 0,-4-7 0,-3-11 0,-5-4 0,-9 5 0,-4 0-45,-2-3 0,-4 2-90,-4-4-720,-5 15-989,-4 27 1799,2 4 0,-5 12 0,7-1 0</inkml:trace>
  <inkml:trace contextRef="#ctx0" brushRef="#br1" timeOffset="1.10134E6">24586 14968 9781,'0'-10'990,"-1"0"-3509,1 3 2519,-10 7 0,6-1 0,-5 4 0</inkml:trace>
  <inkml:trace contextRef="#ctx0" brushRef="#br1" timeOffset="1.10171E6">24850 14889 9062,'7'-11'1619,"-24"17"-1439,-1 6-135,0 6 0,3 3-45,2 17-180,18-12 0,5-1 90,4 6 0,5-9 0,1-1-90,3 6 0,-6 4 90,-26 0 0,-23-9 45,5-10 0,-1-2-224,-9 1 269,-4 1 0,32-10 0,-4 1 0</inkml:trace>
  <inkml:trace contextRef="#ctx0" brushRef="#br1" timeOffset="1.10192E6">24738 14903 8882,'-10'-9'630,"16"-3"-810,23 6-1349,17-3 1529,-19 6 0,0-1 0,-2 0 0,0 0 0,18-2 0</inkml:trace>
  <inkml:trace contextRef="#ctx0" brushRef="#br1" timeOffset="1.10229E6">25174 14794 8522,'-13'0'1349,"23"2"-1349,7 1 90,23 0-90,-9 0 0,-6 1 90,-24 10-90,-24 27 0,2-12 0,-2 4-30,2 0 0,0 2 0,1 0-90,4-4 0,1-1 1,2 1-571,-1 4 0,1 0 1,3-3 689,3-5 0,1-3 0,-2 25 0,3-27 0</inkml:trace>
  <inkml:trace contextRef="#ctx0" brushRef="#br1" timeOffset="1.10292E6">22254 15952 8882,'-14'-23'2518,"0"3"-2068,-5 15 0,-11 20-360,6 0 0,6 6 0,5 5-225,11 0 0,7 2-360,4 6 1,7 0-91,14 3 0,8-5 270,0-7 1,3-7 179,8-6 0,-3-7 180,-19-3 0,-3-3 134,8-8 1,-5-7 135,-15-5 0,-6-5 0,1-10 0,-6-3-106,-9 5 1,-5-1 0,-3 1-90,-1 4 0,-1 2 0,-4 2 0,-6 1 0,-3 3 0,-2 6-330,-3 9 0,-1 6 0,1 4-1429,-9 5 1,3 5 1380,1 1 1,7 4 0,14 0-1,5 0 1,5 6 0</inkml:trace>
  <inkml:trace contextRef="#ctx0" brushRef="#br1" timeOffset="1.10316E6">22686 16102 11490,'4'-17'-203,"-14"14"1,7-1 0,-10 10 0</inkml:trace>
  <inkml:trace contextRef="#ctx0" brushRef="#br1" timeOffset="1.10356E6">23022 15928 10321,'-21'-8'1709,"-2"-2"-989,13 6-450,10-6 89,20 3-224,9 2 0,5-1-225,5 1 0,1 0 0,-3 1 0,1 0-225,9 0 1,-2 2-136,-1 5 315,-15 1 0,-7 6-45,-16 18 90,-22 6 0,-8 1 90,7-12 0,-1 2-30,-3 4 0,-2 4 0,1-1 30,1 3 0,1 0 0,-1 2 0,1 2-630,-1-1 1,3-3 629,0 3 0,6-12 0,8-14 0</inkml:trace>
  <inkml:trace contextRef="#ctx0" brushRef="#br1" timeOffset="1.10946E6">15109 13365 7982,'-24'-9'-359,"2"2"359,3 4 0,4 1 539,3 1-449,34 5 0,15-4-90,-12 2 0,3 0 45,13-1 0,5 0 15,-11-1 0,1 1 0,2-1-60,10 1 0,2-1 0,0 1 30,1-1 0,0 0 0,-4 0 15,5-1 0,-5 1 45,-10 0 0,-8 0 90,-12-1-90,8 1 0,-5 0 0,2 1 0,7 1 0,3 9-90,-2 13 89,-11 9 1,-2 7-60,-7-5 0,-3 2 0,0 4-234,-3-5 0,0 3 0,-1 2 1,0 1-1,-1 0 240,0 3 0,-1 1 0,-1 1 0,0 0 0,-1 1-263,0-3 0,0 2 0,-1-1 1,0 1-1,-1 0 0,1-2 263,0 5 0,-1-1 0,1-1 0,-2 1 0,1 0 9,-1-6 0,-1 2 0,0-1 0,-1 1 0,1-2 0,0-2-9,0 1 0,0-3 0,0 0 0,-1 0 0,0 2-18,-1 5 0,-1 2 0,0 0 0,0-1 0,0-1-210,-1 4 0,1-1 0,-1-1 0,1 0 214,0 2 1,1 0-1,-1 0 1,1-2-104,1-7 0,0-1 1,0-1-1,0 0 81,-1 9 0,0 0 0,1-3 346,-1 4 1,0-3-347,-2 3 0,2-4 0,1-1 702,2-16 1,0 0-613,-1 6 972,-3 7-1062,-2 0 613,1-13-523,-1 0-90,3-13 147,-1 2-147,1-5 90,-2 2-90,-1 0 0,3-6 90,-1 1-90,2-6 0,-3 0 0,-3-3 90,-5-1-90,-8-3 0,0 1 0,-19-1 0,17 2 0,-2 0 0,-15-1 0,-2 0 0,0 0 0,-2-1-102,10 0 1,-1 0-1,2-1 147,-5 0 0,1-1-45,-2-2 0,4 0 90,1-1-90,-2-4 0,25 5 0,-7-5 0,6-2 0,3-4 0,6-12 0,4 9 0,3-4 0,0-5 0,2-13 0,0-5-264,0 7 0,-1-2 1,-1-4 263,1 9 0,-1-4 0,0-1 0,0-1 0,-1 0-386,-1-3 1,0 0 0,0-1 0,-1-1 0,1-1 385,0 4 0,-1-2 0,1-1 0,0 0 0,-1 0 0,1 1-15,0 3 0,-1 0 0,1 0 0,0 0 0,0 0 0,1-1 15,1 3 0,0-1 0,0 0 0,1 0 0,0 0 0,-1 1 0,2 1-261,-1-7 1,0 2-1,1 1 1,0-1-1,1-1 261,0 3 0,0-1 0,1 0 0,-1 0 0,1 1 0,-1 3 0,0-5 0,-1 3 0,1 0 0,-1 1-550,0-1 0,0-1 1,0 3-1,0 4 550,-1-1 0,-1 3 244,-1-4 1,-1 4-335,-8-3 1237,0-3-1147,-2 3 1047,4 18-1047,2 3 3212,3 5-3662,-1 4 450,3-1 0,0 8 0,1-1 0</inkml:trace>
  <inkml:trace contextRef="#ctx0" brushRef="#br1" timeOffset="1.11071E6">24157 16003 9242,'-1'-16'2518,"-1"5"-2158,-23 8-225,4 15 0,-2 7-45,-6 5 0,1 6-30,6 0 0,0 3 0,5 1 30,1 13 0,6 0-45,5-3 0,8-2 0,11-10 0,7-5-45,19-3 44,-11-22 1,-1-5-45,6-9 0,-11-9 0,-5-7 0,-9-5 0,-6-3 0,1-4 0,-5-1 0,-3-5 0,-5 2-90,-3 16 1,-3 5-991,-20 0 630,12 20-1798,-5 18 539,18-4 1709,-1 6 0,5 2 0,-1 1 0</inkml:trace>
  <inkml:trace contextRef="#ctx0" brushRef="#br1" timeOffset="1.11092E6">24612 16186 10771,'-11'-15'-1529,"1"0"1529,0 15 0,4-2 0,-1 10 0</inkml:trace>
  <inkml:trace contextRef="#ctx0" brushRef="#br1" timeOffset="1.11134E6">24876 16096 10591,'-4'-15'1889,"2"5"-1080,-35 14-629,0 16-45,3 2 0,1 5-180,11-4 0,5 2-180,6 7 0,6-1 136,9 4-136,9-11 0,4-1-225,13 6 270,-1 4 0,-19 2 270,-31-9-45,-7-10 0,-4 0-135,4-5 0,1-1-1549,-4 1 1,2-1 1378,0-4 0,15-2 0,8-5 0</inkml:trace>
  <inkml:trace contextRef="#ctx0" brushRef="#br1" timeOffset="1.11155E6">24896 16009 10141,'-4'-12'1529,"2"3"-1259,11-4-180,-1 7 0,26-5-1574,-8 4 0,1 0-135,11-3 1419,-11 3 1,-3 1 0,-1-1-1,2 0 1</inkml:trace>
  <inkml:trace contextRef="#ctx0" brushRef="#br1" timeOffset="1.11191E6">25269 15893 11041,'-11'7'1079,"12"-1"-899,39 3-180,-2-1 90,-4 7-90,-27 10 45,-22 5 0,-10 4-45,-2 3 0,-4 2-57,10-10 1,-2 2-1,-1 1 1,3-2-244,-3 7 0,2-1 0,1 0-793,3-2 1,1 1 0,2-4 920,0 0 0,4-2 0,0 12 0,6-21 0</inkml:trace>
  <inkml:trace contextRef="#ctx0" brushRef="#br1" timeOffset="1.11282E6">22113 17043 9512,'8'-13'90,"1"0"1079,-1-2-629,-3 3 269,-4-3-359,-4 9 0,-30 13-181,2 22-224,10-9 0,4 4 45,10 10 0,10 1-90,8-7 0,8-3-135,13 4 0,3-4 135,-10-11 0,-1-3-90,10-3 1,-2-3 89,-7-5-135,5-6 0,2-5 45,3-16 45,-11 2 0,-4-2 45,-7-12 0,-19 3 0,-8 1 0,-7 10 0,-5 2-45,-11-4 0,-6 4-225,-4 9 0,-3 9-823,14 8 1,-1 6 0,4 0 888,0 0 1,4 3 0,1 6-1,5 2 1,11 0 0</inkml:trace>
  <inkml:trace contextRef="#ctx0" brushRef="#br1" timeOffset="1.11307E6">22584 17042 11041,'-28'-10'1619,"7"2"-1709,-8 2-450,16 7 540,1 4 0,8-1 0,1 0 0</inkml:trace>
  <inkml:trace contextRef="#ctx0" brushRef="#br1" timeOffset="1.11367E6">22903 16917 10501,'11'-19'2159,"-2"4"-1620,-2 1-359,-22 11 270,-32 21-360,24-8 0,0 4 0,-4 8 0,9 3-180,24 19-90,23-13 0,12-2 45,-5-6 0,4 0-852,-5-4 1,3 0 0,-5-2 941,-5-4 0,-4 1-45,1 4 0,-8 1 0,-27 13 45,-3-13 0,-6 1 45,-12 2 0,-6-1 30,7-7 0,-3-1 0,2-2 15,-6 2 0,2-2 45,0 0 0,9-9-90,21-15-135,28-17 0,15-7 75,-11 10 0,2-2 0,2-2-63,0-1 0,3-3 0,-2 0 0,-2 0 93,1-4 0,-3 2 0,-5-1 30,-8 4 0,-4 1 0,-8 3 1289,-13-2 1,-11 7-1290,-22 10 0,-6 8-90,3 6 0,0 5-1529,-2 5 0,5 3 1619,4 9 0,29 3 0,28-10 0</inkml:trace>
  <inkml:trace contextRef="#ctx0" brushRef="#br1" timeOffset="1.11388E6">24122 16933 11940,'-16'-12'1259,"2"1"-4227,-2 11 2968,-1 0 0,-12 8 0,0-2 0</inkml:trace>
  <inkml:trace contextRef="#ctx0" brushRef="#br1" timeOffset="1.11889E6">22256 17706 10771,'-17'-19'-540,"-1"1"540,5 9 0,-4 5 0,-9 14 0,6 8 0,1 6 0,2 1 0,3 2 45,-4 10 0,7 2 0,14-5 0,7-2 0,5-2 0,5-4 0,16-1 0,5-7-45,-2-7 0,1-6 30,-6-4 0,3-4 0,-3-3 105,5-5 0,-4-7 45,-5-13 0,-10-6-91,-22-1 1,-8-1-45,-1 3 0,-8 2 45,-11 4 0,-9 2 0,2 5-45,5 5 0,-1 4-15,-2 0 0,-4 0 0,3 6-390,4 7 1,3 6-316,3 4 0,5 4-584,0 12 1259,22 6 0,15-7 0,9 4 0</inkml:trace>
  <inkml:trace contextRef="#ctx0" brushRef="#br1" timeOffset="1.11912E6">22872 17795 9871,'-23'-24'1619,"6"6"-1079,1 3-1799,8 6 1259,-3-1 0,7 5 0,1 3 0</inkml:trace>
  <inkml:trace contextRef="#ctx0" brushRef="#br1" timeOffset="1.11967E6">23451 17513 9961,'-30'-14'270,"0"1"0,-1 2 0,0 2-180,-3 3 0,-1 4 0,-5 6 0,3 5-45,7 1 0,4 4 89,5 7 1,7 3-135,8 6 45,19-7 0,9-3 0,4-6 0,3-5 0,4 3 0,3-2-45,10-6 0,0-5 0,-10-3 0,-2-3 0,2-4 0,-1-2 0,-8 3 0,-1 0 0,19-1 0,-18 20 0,-2 8 90,-4 9 0,-2 6-30,-3-1 0,-1 5 0,-3-1 120,-5-2 0,-2 1 0,-4-1 179,-2 16 1,-8-3-180,-6-13 0,-7-6 45,-13-4 0,-5-6-270,3-6 0,-1-5-945,-12-3 1,2-6 989,19-3 0,3-3 0,-15-15 0,33-4 0</inkml:trace>
  <inkml:trace contextRef="#ctx0" brushRef="#br1" timeOffset="1.11989E6">24338 17664 11760,'-21'-24'1260,"-2"0"-3419,3 9 2159,-6 1 0,8 9 0,-2 3 0</inkml:trace>
  <inkml:trace contextRef="#ctx0" brushRef="#br1" timeOffset="1.12247E6">14902 15507 8882,'-14'3'0,"0"0"90,4-1 0,-2-1 360,4 1-360,13 0-1,2 0 46,16-1 0,8-1-45,9-1 0,6 1-604,-8-1 1,4 1-1,2 0 1,0 0 535,1-1 1,2 1-1,0 0 1,1 0 13,-5 0 0,2 0 0,0 1 0,-2-1 0,-3 0-36,5 0 0,-3 0 0,0 1 30,2-1 0,0 0 0,-6 0-30,-6 0 0,-2 0 45,2 0 0,-1 0 45,-4 0 0,-3 0 0,8 1 0,-7 0-1,-8 0 2146,-10 5-2145,-16 8-90,-14 27 44,6-9 1,0 7-15,5 3 0,0 6 0,2-4-241,-1 3 1,2 1 210,5-10 0,2 4 0,2-1 0,2-2 30,3-2 0,3-3 0,-1 1-1,0 2 1,-1 1 0,2 0-30,1-3 0,2 0 0,-2-4 45,-1-6 0,-1-2 225,6 13-180,-11-19 0,-3-6 90,-7-5 332,1-2-512,-3-1 90,-1-1-90,-4 0 0,-6-2 0,-14 1 0,7-1 0,-1 0 90,-16 0-90,11 0 0,-2 1 0,-5-1 0,1 0 45,12 0 0,-1 1-45,-5-1 0,-3 0 0,1 0 0,-2-1 0,1 1 0,-9-1 0,-2 1 0,13-1 0,-1 0 0,3 0 0,-6 0 0,2 0 0,-2-1 0,3 1 0,-2-1 90,3-1 0,9-4-90,6 0 90,-15-16-90,22 9 0,-12-18 0,10 4 0,1 0 0,-8-13 0,8 11 0,-2-4 0,0-1 0,2 0 0,1-1 0,0 0-198,-2-4 0,0-1 0,1-2 198,1 6 0,0-3 0,1 2 0,1 2-45,-3-13 0,3 2 45,1 2 0,3 3 0,5-5-360,5 15-450,0 9-2338,1 14 2069,1 7 1079,-1 4 0,1 11 0,-2-3 0</inkml:trace>
  <inkml:trace contextRef="#ctx0" brushRef="#br1" timeOffset="1.12357E6">24494 17527 9602,'-5'-14'1079,"-10"1"-899,-15 14-90,5 5 0,-1 5-45,-1 4 0,2 4 0,-4 6 0,5 5 44,10 3 1,5 3-45,6-6 0,4-1-45,10 20 45,9-28 0,5-5-45,18-6 45,-6-7 0,2-5 45,-9-7 0,-3-6 45,-2-12 0,-8-6-90,-17-4 0,-7-1-45,0 5 0,-5 1 30,-11 1 0,-7 0 0,1 4-30,5 7 0,-1 3-45,-13-9 0,1 5-1574,-4 17 1619,24 19 0,15 8 0,18 5 0</inkml:trace>
  <inkml:trace contextRef="#ctx0" brushRef="#br1" timeOffset="1.12382E6">24622 17604 10411,'-15'-19'2159,"6"5"-5436,-2 2 2690,13 15 0,-1 1 1</inkml:trace>
  <inkml:trace contextRef="#ctx0" brushRef="#br1" timeOffset="1.12422E6">24917 17451 10591,'0'-10'1709,"0"-2"-1259,-3 5-180,-20 9-91,2 8-89,-12 13 90,18 10-90,26 10-180,6-17 0,5 0 45,-1-2 0,1 1 45,4 0 0,-5 1-90,-12 13 90,-22-15 0,-8-1 0,-5-3 0,-3-3-90,0-2 1,-1-1-541,-2-1 0,2-2 630,-3 1 0,3-2 0,14-4 0</inkml:trace>
  <inkml:trace contextRef="#ctx0" brushRef="#br1" timeOffset="1.12442E6">24920 17438 10501,'-12'-28'1619,"5"6"-1169,19-1-630,29 4-765,-13 9 1,4 0 944,8 0 0,0 1 0,-6 1 0,-2 1 0,0 0 0,-1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6:58.50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19369 2554 16168,'0'14'450,"1"-2"-361,-2 0 1,0 0 0,1 4 0,-2 3 0,1 4 0,0 8 0,1 2 0,0 8-1439,1 2 1439,1 8 0,1 2-490,0-10 0,1 2 490,-2-9 0,2 1 0,-1 4 0,2 4 0,-1 0-894,0 1 1,0 0-1,0 0 864,0-4 0,0 0 0,0 0-30,0 3 0,0 1 0,-1-3-618,1 3 0,-1-2 678,0-3 0,0 1-45,0 2 0,0 0 0,0-4 0,-1-1-144,1 1 0,-1-1 144,1 0 0,0 0 0,0 0 0,-1 0 0,1 0 0,0-1 45,0-1 0,1 2 0,1 15 0,1 1-45,-1-14 0,0 1 0,2 12 0,0 1-2,1-2 1,1-2 1,-3-12 0,1 2 15,0-1 0,1 4 0,0-1-15,1 7 0,-1-2 277,0 0 0,0 0-322,-1-4 0,-1-2 45,-2-13 0,-1-1 651,2 24-606,-1-3-90,-3-5 89,0-2-89,-2-1 0,0-2 998,-2-2-998,0-3 0,0-4 966,0-3-966,-1 7 1897,0-2-1807,1 0 971,0 2-1061,3-7 0,-1-1 0,1-3 754,0-8-754,0-1 0,0 1 0,1-2 90,0 1-90,0-2 0,0 0 0,0-2 0,-1 0 0,0 0 0,0-2 0,0 0 0,1 0 0,-1 1 90,0 1-90,1 0 0,-1 0 0,0-3 0,-1-1 0,0 1 0,0-2 0,-1 1 0,0-1 0,0 0 0,2 0 0,1-2 0,5 0 0,0-1 0,7 0 0,-1 0 0,7 0 90,1-1-90,23 0 0,-10-1 0,2 0-217,0 1 1,3-1 246,1 0 0,2-1 0,2 0-1113,3 1 0,1-1 0,1 1 1083,-2-1 0,0 0 0,2 1-724,6-1 0,1 0 0,-3 1 724,-12-1 0,-2 1 0,4-1-341,3 0 0,3 1 1,2-1-1,-3 0 341,4 0 0,-2 0 0,3 0-222,-3 0 1,4 0 0,0 0 0,-3-1 221,1 1 0,-2-1 0,-1 1 0,3-1 0,1 1 0,-1-1 0,1 0 0,-1 1 0,1-1 130,2 0 0,-1 1 1,0-1-131,1 0 0,-1 0 0,0 0 83,-1 0 0,0 0 0,3 0-83,-2 0 0,3 0 0,1-1 0,0 1 0,-12 0 0,0 0 0,0 0 0,1 0 0,2 0 0,6 0 0,3 0 0,0-1 0,-1 1 0,-3-1 0,0 1 0,-2 0 0,-2-1 0,2 0 0,1 1 0,1-1 0,-1 0 0,-7 0 0,7 0 0,-5-1-5,11 0 0,-4 0 5,1-2 1029,-8 1-939,-13 2 90,-5 0 1702,-7 1-1792,-4-1 0,-3-1 2679,-2 0-2589,2-1 2018,-5 1-2108,4-3-1,-5 2-89,-1-1 44,-1 2-224,-3 1-90,0 0 90,1 1-269,-1-1-721,2 0-989,-4 0-899,-6-2 630,-1 1-1080,-7-2 3508,-1 2 0,-10-3 0,-5-1 0</inkml:trace>
  <inkml:trace contextRef="#ctx0" brushRef="#br0" timeOffset="1591">17877 3057 15268,'-9'2'900,"1"0"-810,4 1 0,2 4-90,0 1 90,0 3-90,-1 6 90,0 4-90,-1 7-410,0 4 410,-1 4 45,2-7 0,0 0 45,-1 16-90,0-8 0,0 1 90,0 15-90,0-2 0,1-14 0,2-16-90,0 3-90,0-7 0,0 1 180,2-9 0,-3-24 0,1-7 0</inkml:trace>
  <inkml:trace contextRef="#ctx0" brushRef="#br0" timeOffset="1924">17778 3144 13919,'4'-15'0,"0"3"90,-2 4 0,0 0 90,0-1 0,3-2 0,-1 3-180,2 1 90,-1 2 0,2 0-1,2 0 1,1 0 0,2 1-90,1 1 90,3 0-90,-1 1 0,3 1 90,6 2-90,-5 1 90,10 5-90,-10 3 90,-2 5-90,-6 0 90,-8 1-90,-6-2 0,-3 1 0,-6 5 90,-2 0-496,-5 3 406,-1-1 90,-3-1-90,0-1 0,-1-2 0,-4 3-180,9-6 0,-1-1-180,11-7-629,0 0-3509,4-3 4498,6-1 0,10-3 0,6-3 0</inkml:trace>
  <inkml:trace contextRef="#ctx0" brushRef="#br0" timeOffset="2509">18043 3573 13110,'-3'9'1529,"2"-4"-1439,7-4 0,1-3-1,2-3 1,-3 0-90,2-1 90,0-2 0,1-1-90,1-1 90,0-1-90,-1-2 90,-1 0-90,0-1 0,-1-1 90,-1 0-90,-1-1 0,-2-2 0,-1 1 0,-2-1 90,-2 1-90,-1-1 0,-3-5 0,-1 7 0,-6-7 90,5 12-90,-4 0 0,6 6 0,-1 2 0,2 2 0,-3 0-90,3 2 90,-1 1 90,3 3-90,1-1 0,3 3 0,2-2 0,7 3 0,-1-4 0,4 1 90,-2-3-90,1-1 0,0-1 0,1 0 0,0 0 0,0-1 0,-2 1 0,0 0 0,1 0 0,-3 0 0,1 1 0,-2 0 0,-3 1 0,0 2 0,-2 2 0,-1 1 0,-2 9 0,-1 5 0,-1 2 0,0 9 0,2-14 0,-1 8 0,2-9 0,0 1 0,1 0 0,2 5 0,1-5 0,1 2-180,0-8 0,0-1-270,1-4-89,1 0-2609,5-2 3148,3-2 0,6-2 0,0-2 0</inkml:trace>
  <inkml:trace contextRef="#ctx0" brushRef="#br0" timeOffset="3633">19330 6338 14369,'-9'-5'809,"1"0"-629,3 3 0,0 0 180,-2 0-180,-1 1-90,-1 1 90,0 0 0,-1 1-1,-5 3-89,3 2 0,-4 2 0,5 1 90,-4 6-90,1 2 0,-1 6-90,7-4 90,3 4-90,5-10 90,1 2-90,3-5 0,2-2 90,2 0-90,1-3 0,2-2 0,1-1 90,3-1-90,1-3 0,9-6 0,-4 0 90,15-14-90,-8-4 0,2-10 0,-10 3 0,-9-9 0,-9 16-496,-2-9 496,-6 8 0,-2 0 0,-4-1 0,-3 4 0,-2 5-94,0 3 94,0 5 0,0 3 0,0 2 0,0 3 0,1 2-359,-4 4-50,3 2 409,0 2 0,8-3 0,6-1 0</inkml:trace>
  <inkml:trace contextRef="#ctx0" brushRef="#br0" timeOffset="4474">19145 2674 13739,'11'-2'450,"-3"1"-360,0 1 0,-1 0 0,0-1 0,2 1 0,2 0 0,1-1 0,3 0-1,2 0-89,3-1 90,5-1-90,3-1 90,21-4 0,-11 3-183,-6 0 1,0-1-88,13-1-1044,3-3 954,-13 2-377,-9 1 108,-6 1-181,-2 1-1169,-3 0 601,-3 1 1288,-1 1 0,-3 1 0,-2 0 0</inkml:trace>
  <inkml:trace contextRef="#ctx0" brushRef="#br0" timeOffset="5158">18812 2691 13289,'-8'-4'2069,"0"1"-1979,11-1 0,-1 1-90,6-2 90,-4 2-90,2-2 90,-2 1-90,1-2 0,-2 1 0,1-1 90,0-1-90,-1-1 0,1-1 0,0 0 0,-1-2 0,0 0 0,-1 0 0,0-3 0,0 3 0,-1-4-90,1 5 90,-1 0 0,6 11-90,-3 3 90,5 10 0,-4 0 0,0 4 0,0 2 0,2 5-498,-1 2 498,2 4 90,-2-1-90,-2-1 0,0-2 0,-2-2 0,0-1-90,-1 7-89,0-9 89,0 4-90,-1-11-270,0 1 90,0-4-90,0 0-1660,-1-5 2110,-1-2 0,1-3 0,-1 0 0</inkml:trace>
  <inkml:trace contextRef="#ctx0" brushRef="#br0" timeOffset="5359">18815 2940 11850,'-6'8'1170,"1"0"-631,5-1-359,2-3 0,3 0 0,2-4-90,3-1 90,2-1-90,3 0-450,17-6-270,-4 2-1984,13-5 635,-12 3 1979,2 0 0,2-1 0,5-1 0</inkml:trace>
  <inkml:trace contextRef="#ctx0" brushRef="#br0" timeOffset="6716">23640 5858 13110,'7'-9'3328,"1"6"-3238,-6 5 0,1 5 89,-2 7-89,0-1 0,1 16 90,-2 1-180,1 2 90,0 1-90,0-9 90,-1 1-90,2-1 0,-2-2 0,2 0-90,0-2-180,-1-2-359,2 6-541,0-4-2248,0 4 1170,-1-10 2248,1-1 0,-2 0 0,1 1 0</inkml:trace>
  <inkml:trace contextRef="#ctx0" brushRef="#br0" timeOffset="7624">23678 6670 10231,'-2'-7'0,"0"2"0</inkml:trace>
  <inkml:trace contextRef="#ctx0" brushRef="#br0" timeOffset="8075">23656 6648 11490,'3'3'1530,"-2"-3"-1440,13 2 89,-6-7-179,0 2 90,2-3-90,0-1 90,1-1 0,0-3 0,3-5 0,1-3 90,-1 1 90,0-3-180,-7 11 0,1-3 0,-4 7 0,-1 0 90,0 2-90,1 6-90,-2 0 0,1 6 89,-2 2-89,-1 3 0,0 3 0,-1 1 90,-1 16-90,1-8 90,0 23-90,0-9-635,0-1 635,1-4 0,1-14-90,1 0-90,1-3-180,-2-1-179,2-1-271,-1-4-1079,1 0 816,-1-3 1073,2-2 0,-1-1 0,0-1 0</inkml:trace>
  <inkml:trace contextRef="#ctx0" brushRef="#br0" timeOffset="8275">23794 6981 13919,'-8'3'1889,"16"-3"-1799,0-1-180,16-3-90,-5 0-180,6-3-719,3-1-1080,2-2-359,3 0 2301,-1 0 1,7-1 0,1 0 0</inkml:trace>
  <inkml:trace contextRef="#ctx0" brushRef="#br0" timeOffset="11641">5351 13698 12300,'0'-12'1439,"0"2"-1169,-2 2 0,1 1 180,-1 1-91,1-1 1,0 1 0,0-2 180,1 1-450,1 10 0,1 1 0,1 12-1,2 17-89,-1-1-1148,2 19 1148,-2-5 90,2 6-90,-4-23 0,-1 0 45,2 1 0,-1 0-45,0 0 0,0 0 0,1-1 0,-1 1 0,3 23 90,0-3-180,0-5 0,0-4-185,1-1-535,2 6-2248,2-9 3058,4 2 0,2-17 0,1-7 0</inkml:trace>
  <inkml:trace contextRef="#ctx0" brushRef="#br0" timeOffset="12074">5821 13888 14908,'-4'-12'630,"-1"2"-360,0 0-90,0 3 90,1 0 179,-4 0 1,-1 2-90,1 0-180,-3 3 90,2 9-180,0 2 0,0 7 0,4 2 0,-1 14-1,3-5-787,1 15 698,3-8 90,3 5-90,2-1 89,2-1-89,3-1 0,3-2 90,2-1-180,1-4 90,3-3-89,2-4-91,2-4-119,14-4 29,5-10 180,3-6-939,-3-10 939,-9-5-669,-4-2 669,-1-5 90,-6-1 0,-4-2 0,-5-3 0,-5-1 90,-6-4 330,-5-2-330,-6 7 0,-2-1 0,-9-17-879,3 16 0,-2 1 879,-15-9 0,-3 5 0,-6 6 106,13 13 1,-2 4-152,1 4 0,-2 3 0,-6 4 0,0 3-135,-16 12-135,25 5 0,3 3-224,2 8-202,-2 13-428,19-13-1350,6 2-1063,7-1 3492,4 0 0,19 15 0,-11-21 0,-1-1 0</inkml:trace>
  <inkml:trace contextRef="#ctx0" brushRef="#br0" timeOffset="13358">6831 13993 15178,'-8'-9'450,"1"1"-90,-3 5-180,2 1 0,-5 1 0,2 2-1,-1 0 1,-2 3-90,0 0 90,-3 3-90,0 1 0,0 1 0,0 2 90,0 1-90,3 1-90,-2 4 180,0 11-90,3 7 0,2 0-502,6-3 502,5-8-90,4 9 89,1-7-89,4 5 0,0-12 0,3-3 0,1-2-89,2-3-1,6-3 90,3-8-90,13-13 0,-8-3 90,8-25-695,-23 16 0,-2-1 695,10-26-45,-12 21 0,-2 0 45,0-12 0,-4 3 0,-1-2 0,-1 11 0,-1-1-826,1-13 0,-1-1 826,-2 13 0,0 2 0,0-2 0,0 2-94,-2-25 94,0 4-90,-1 10-230,0 8 320,0 6 0,1 7 1342,0 2-1432,1 9 1946,-2 19-1856,2 5 133,0 17-133,2-1 0,2 4-213,1 6 213,1 0-90,2 1 90,0 0-1076,1 1 1076,2 3 0,-1-3-207,0-10 0,0 1 207,-1-3 0,1 0 0,0 1 0,0 0 0,8 20 90,-3-17-90,0-1 781,2-3-781,9 6 0,-3-11 1124,5 4-1124,-6-16 0,-1-4 0,0-3 515,0-3-605,2-3 90,0-3-90,17-10 0,-10 1 90,10-9 0,-12 2-90,5-16 0,4-9-960,-5-3 1050,-13 13 0,-2-2 0,-6 7 0,0-1-200,1-9 1,0 0 199,-5 10 0,0 2 0,3-18 0,-7 20 90,-1 4-180,-2-4 90,-1 8 90,-2-2-90,1 11 1005,-2 3-1005,-1 4 431,-2 4-431,-2 4 103,-12 18-103,5-2-729,-8 14 819,12-7-90,-3 19 0,8-10 0,-2 14 0,8-16 0,3-1 0,1-3 0,2-3-157,2-5 247,2 0-90,3-4 0,2 0 0,2-7 0,9-3-90,12-9 90,20-12-142,-4-8 97,-15-2 0,1-3 0,-5-3 0,-2-2-1021,1-1 0,-1-1 1021,0-5 0,-3-1 0,-10 9 0,-2 0-604,2-4 1,-2 0 558,-3 3 0,-2-1 45,-1-1 0,-1-1 45,-1 1 0,-2-1-45,-1 0 0,0 0 0,-2 0 0,-2-2 45,-3-12 0,-1 1 90,0 11 0,0 0-45,-3-6 0,-1 2 225,-4-5-90,1 10 90,-2-2 474,4 14-474,-1 3 1740,6 22-1830,3 24-180,3 5 90,5 21-9,3-8-81,-4-19 0,0 1 45,1 1 0,0 0 45,0 3 0,0 0-45,1 2 0,-1-1 0,0 2 0,-1 0 0,1-1 0,0 1 0,-1 0 0,-1-1 0,1 0 0,0 1-257,0 11 0,1 2 302,0-1 0,0-1-90,-1-3 0,0-1 45,1-1 0,-1-4-405,2 2-359,0-3-1080,-2-20 90,1-15-630,-3-10-809,1-10 3148,-1-8 0,-4-14 0,-1-9 0</inkml:trace>
  <inkml:trace contextRef="#ctx0" brushRef="#br0" timeOffset="13550">7860 13676 15268,'-9'-3'810,"1"0"-540,3 1 179,1 0-269,7-5 0,3 1-90,7-5 90,4-1-90,2-2 0,7-3-90,13-8-989,5 0-451,-1 0-898,-3 5-1505,-16 9 3843,0 3 0,1 3 0,2 1 0</inkml:trace>
  <inkml:trace contextRef="#ctx0" brushRef="#br0" timeOffset="13758">8578 13998 17247,'-11'1'1259,"2"1"-629,0 0-180,1 3-360,1 0-180,0 1-360,4-1-1889,2 0-4946,1 4 7285,-1 0 0,-3 5 0,-3 0 0</inkml:trace>
  <inkml:trace contextRef="#ctx0" brushRef="#br0" timeOffset="15783">10838 6312 10771,'0'-11'989,"1"1"-629,-1 4 180,1 1-180,0-4-1,0 3 361,1-6 269,0 4-629,0-3 0,-1 3 0,1 0 269,-1 3-359,1-2 0,-1 1 0,2-2-90,-1 2 0,0-1 0,1 0 0,2-1-1,4-4 1,13-6-90,1 0 90,21-8-90,3 8-1185,-1 0 1095,0 7 89,-19 8-455,8 5 366,-10 1 0,6 5-117,-12 1 207,-3 2-90,-3 4 0,-3 2 0,-4 2 1200,-4 4-1200,-15 24 0,1-17 0,-2 0 0,-1 3 0,-2 0 0,-10 8 0,-1-2-777,2-7 0,1-2 777,-1 0 0,1-1 0,2-4 0,2-2-388,-5 4 388,5-5-165,3-4 165,4-2 0,3-4 0,4-2 2004,3-1-2004,2-1 618,5 0-618,2-2 224,12 0-224,7-8 0,13-2 0,-1-4 0,13-6-941,-19 5 851,9-6-180,-16 6-136,-1-2-43,-2 2-811,4-6 271,-6 4-1530,4-4-1618,-10 4 4137,0 0 0,2-6 0,1-3 0</inkml:trace>
  <inkml:trace contextRef="#ctx0" brushRef="#br0" timeOffset="16225">11554 6123 15628,'3'-10'1349,"1"1"-1079,-2 6-180,4-1 90,1 2-90,3 0 90,1 0-90,3 0 0,3-2 0,14-1 90,10-5-180,1 1 90,5-3-90,-15 3 89,1-1-552,-5 2 553,-2-1-90,-6 3 0,-3 0 90,-3 2-90,-3 0 0,-3 1 0,-2 0 0,-11 9 463,-1 1-463,-9 9 0,-7 13 0,4-4-824,-9 14 824,9-10 0,1 2 0,2 1 0,1 0 0,3 1 0,2 0-540,1-2 630,3-1-180,2-4-149,2-3 149,2 1-360,4 5 180,2-7-89,2 3-91,0-12-989,4 1-4498,4-5 6128,0-1 0,5-7 0,-2-3 0</inkml:trace>
  <inkml:trace contextRef="#ctx0" brushRef="#br0" timeOffset="16666">12261 6134 14998,'6'-13'450,"-1"1"-180,-4 5 360,1 1 89,-2-1 181,0 1-271,-2-1-449,-5 10 0,1 2 0,-8 14-90,3 2 0,-3 6 90,-5 18-90,7-11-987,-2 15 987,7-15-90,3-1 90,1-2 0,5 8-90,3-9-551,4 9 641,3-13-90,1-5-90,1-3 90,2-6 928,8-4-1018,10-8 90,13-11 0,-6-5-45,-16-1 0,-2-2 45,1-7-853,3-14 853,-15 9 0,-5-3 0,-2-3 0,-7 9 0,-1-1 0,-4-19-332,0 17 1,-1 1 331,-8-10 0,-1 3-563,-2 8 653,-2 4-301,-2 5 211,0 7 90,-1 5-90,-3 6 0,-16 14-45,16 1 0,0 2-45,1-1 0,1 3-135,-6 9 0,4 1-266,-1 6-49,-2 11-89,15-15 901,3-1-1891,4-3-719,4-4 2338,4 4 0,7 1 0,2 6 0</inkml:trace>
  <inkml:trace contextRef="#ctx0" brushRef="#br0" timeOffset="17117">12864 6248 14908,'-3'-11'720,"-3"-2"-180,-3 1 89,-6-1-359,1 4 360,-6 1-360,7 5-90,-4 0 0,4 5-1,0 1 1,-2 3 0,2 3-90,-1 4 0,2 1 90,-1 10 0,4 6-90,4-1 0,9 14 0,9-5 0,10 13-90,0-11-646,2-7 646,-8-16 0,1-2-56,0-5-33,0-2 89,1-4 0,2-2-90,4-5 90,3-3 0,3-5 0,12-13-90,-3-9 90,-1-4-336,-20 11 0,-3-3 336,-6 2 0,-2 0 0,-1-9 0,-2 0 0,-3 7 0,-3 0 0,-9-8 0,-3 3 0,-13-5-532,8 15 1,-2 4 531,-19 0 0,-1 11 0,-12 7 0,-1 9 0,25 0 0,-1 1-45,2 2 0,0 1-45,1 2 0,1 0-179,-19 17-136,18-6 0,2 1-225,-7 11-613,12-6 0,5 2-4154,10 12 5397,4 2 0,16-3 0,3-12 0</inkml:trace>
  <inkml:trace contextRef="#ctx0" brushRef="#br0" timeOffset="17584">13512 6204 14998,'-2'-14'630,"0"1"-360,-1 2 0,0 2-90,-1 1 359,-2-2 1,-3 3-360,-1 0 0,-3 5 0,4 3 0,-3 3 89,-7 8-179,4-2 0,-4 7 0,6-3 0,1 3 0,2 0-90,1 1 90,1 1 0,2 2-90,1-2 90,3 0-90,2 7 90,7 2-90,1-1 0,13 3-90,-4-15-206,7 1 296,-4-7-90,1-3 0,2-2 0,0-3 90,4-3-90,-1-1 90,4-5-90,-4-2 90,-2-2-90,-3-5 90,-3-2 0,-3-6-90,-3-2-3233,-4-13 3323,-5 3 0,-6-9-90,-6 3 90,0 16 0,-2 0 0,-8-14-671,-8-6 671,5 23 0,-2 4-51,0 6-38,0 7-1,1 5-180,-1 7-180,-2 5-270,0 7 1785,-1 8-3493,4 1-1080,3 6 3474,3-1 1,1 6-1,0 1 1</inkml:trace>
  <inkml:trace contextRef="#ctx0" brushRef="#br0" timeOffset="18225">12151 6707 14729,'-7'-9'179,"0"1"-179,2 4 180,1 0 90,1 0-90,-2 0 0,1 0-90,0 7-90,-2 4 90,1 9 0,-4 8-90,-2 10-424,0-2 0,-2 4 154,-2 6 0,0 1-90,-1 0 1,-1 1-1410,3-7 0,-1 1 0,1-3 1769,1-2 0,1-2 0,-8 19 0,0 2 0,5-12 0,0-1 0</inkml:trace>
  <inkml:trace contextRef="#ctx0" brushRef="#br0" timeOffset="21584">6310 2713 10321,'4'-13'990,"-1"2"-721,-1 4 271,0-3 90,1 0-270,-1 0 359,1 1-179,-2 2-1,0 0 541,0 0-810,-5 28-90,3-6-90,-2 13 0,-1 6-1,2-3 1,1 1-1274,0 18 1,0 1 1228,1-9 0,0 1-15,1-3 0,0 3 0,0-3 15,1-3 0,-1 0 0,2 13 0,-1-1-805,0-12 1,1-2 804,-1 0 0,0 0-149,0 1 0,-1 0 149,1-1 0,-1-1 0,-1-1 0,0 0 0,0-5 0,0 1 0,0 5 0,0 1 0,-1-5 0,0-1-33,-1 26 78,-1-8 0,-1-20 1980,0 2-1890,1-9 1919,0-6-1919,2-6 404,0-1-314,-1-1 48,0 1 222,0-3-450,-2-5-90,5-3 0,0-3 0,7 0 89,2 1-89,3 0 0,8-3 0,4 0-962,11-3 1052,6-1-90,9 0 0,-22 7 0,1 0 0,1-1 0,3 1-701,6 0 1,5-1 0,2 0 722,-7 1 1,2 0-1,1 0 1,4 1-499,5-2 1,3 1-1,3-1 1,0 1 0,-2 0 475,-6 0 0,-2 1 0,0 0 0,1 0 0,3 0-228,-3 0 1,2 1 0,2-1 0,1 0 0,0 0 0,-1 1 0,-1 0 227,3-1 0,-1 1 0,-1 0 0,1 1 0,-1-1 0,1 0-125,-1 0 0,2 0 0,-1-1 0,0 1 0,-1 0 0,-1 1 125,6-1 0,-1 0 0,-1 1 0,-2 0 0,-2-1-81,0 1 1,-2 0 0,-2-1 0,-1 2 80,7-1 0,-1 0 0,0 0 0,-10 0 0,0 1 0,0-1 0,-1 1 0,7-1 0,-1 1 0,-1-1 0,0 1 0,-1 0 0,-1 0 0,-2 0 0,0 1 0,-2-1 228,-1 1 0,0 0 0,-2 0-228,11 0 0,-1 0 0,-4 0 0,-3 1 395,-9 0 1,-2 0-396,21 0 0,-13 0 1534,-7 0-1534,-9 0 2595,-2 0-2595,-6-1-256,-3-2-913,-10-3 182,-1 2-5399,-7-2 6489,2 3 0,-4-1 0,-2-1 0</inkml:trace>
  <inkml:trace contextRef="#ctx0" brushRef="#br0" timeOffset="24658">6498 3063 18057,'5'-8'180,"0"0"-180,6 4 90,1 0-90,5-3 0,1 1 89,11-5-89,3 1 90,8-4-90,-11 6 0,1-2 0,-15 6 0,4 0 0,-8 1 0,-1 1 90,-2 0-90,0 0 0,-1 0 0,-1 1 0,0-1 0,1 2 0,-2 0 0,1 1 0,-4 3 0,-4 5 0,-2 1 0,-8 11 0,-4 4 0,-3 2-546,0 2 546,3-7 0,-2 4 0,5-6-41,-2 3 41,7-10 0,1 0 0,1-2 0,1-1 0,-1 1 543,0-1-543,2-1 44,0 0 46,6-6-90,2-1 0,3-2 0,3-3 0,-1-1 0,1 1 0,1-2 0,0 0 0,0 0 0,-1-1 0,0 1 0,0 0 0,0 0 0,3-2 0,-3 3 0,2-2 0,-4 3 0,-2 1 0,3 0 0,-3 3 0,0 4 0,-1 1 0,-2 2 0,-2 1 0,-1 0 0,0 2 0,0 1 0,-2 1 0,1 3 0,-1 1 0,-1 9 0,-1 3 0,1 0 0,-1 7 0,2-9 0,0 6 0,1-10 0,1 0 0,0-11 0,3 2 0,-1-6 0,0 0 0,2-2 0,0-1 0,4-2 0,5-3 90,6-4-90,-1-4 0,16-12 0,-1-4 0,5-3-1033,-2-2 1033,-10 8 0,12-10 0,-8 7 0,7-6 0,-10 10-495,-2 3 495,0 0-234,-3 4 234,-2 1 0,-5 3 0,3-1 951,-5 5-951,1-1 536,-5 4-536,0 2 275,-2 3-275,0 1 0,-3 3 0,-3-1 0,0 2 0,-1 0 0,-1 2 0,-1 0 0,0 1 0,0 2 0,0-1 0,0 2 0,0-1 0,-1 2 0,-2 7 0,0-5 0,-3 12 0,0-6 0,-1 4 0,1-8 0,3-4 0,2-6 0,1-2 0,0 0 0,0-1 0,3 2 0,2-3 0,1 1 0,3-5 0,1-2 0,10-3 0,-1 1 0,20-9 0,3-3-756,-12 4 0,0 0 756,21-8 0,-17 6 0,-1 2 0,6-3 0,13-4-686,-18 7 686,-3 1 0,-4 2 0,7 0 0,-11 2 0,5 3 1394,-15 5-1394,-5 6 804,-8 5-804,-4 5 0,-1 0 0,-5 7 0,5-10 0,-2 3 0,3-4 0,1-2 0,-1 1 0,2-2 0,0 0 0,1 0 0,-1 3 0,3 0 0,0-1 0,3-2 0,3-5 0,7 0 0,0-4 0,14-7 0,-8 1-338,12-7 338,-5 2 0,4-4 0,1 0 89,1-3-89,0 1 0,1 0-622,-1 1 622,-1 0 0,-2 2 0,5-1 0,-6 2 0,1 2 0,-12 3 0,-2 3-90,-6 3 408,0 0-228,-4 3 463,-2 1-553,0 4 0,-1-1 0,0 3 0,-2-2 90,1 0-90,-1 0-90,0 1 180,2 3-180,-1 0 90,1 3 90,0-5-90,1-1-90,-1-3 90,1-2 90,3 1-90,4-8 0,0 1 0,5-5 0,-5 1 0,7-9 0,-1-1 0,16-17 0,3-7-233,-10 13 1,1 0 232,-6 5 0,0 1 0,6-6 0,-2 1 0,2-2-797,7-8 797,-11 11 0,0 3-163,-1 0 163,0 2 0,-1 4 0,-2 1 0,-3 4 0,-1 1 0,-3 2 0,3-1 0,-4 4 420,1-2-420,-2 4 820,-1 3-820,2 2 185,-3 2-185,0 3 0,-3-1 0,-1 0 0,-1 0 0,1 1 0,-1 1 0,0 0 0,1 1 0,-2 0 0,1 0 0,-1 1 0,1 1 0,-2 6 0,1 0 0,0 1 0,-1 3 0,1-5 0,0 3 0,1-5 0,0 1 0,-1-7 0,1 2 0,0-4-90,-1 0 0,2 0-90,0 1 90,3-2-89,2 0 89,0-4 0,5-2-90,2-4 90,8-2 90,-1 1-90,4-2 90,-4 2-243,4-1 153,-2 1 90,2-1 0,-4 3 0,-2 0-90,-4 2 90,0 0 0,-3 2 0,1 3 0,-5 0 0,0 3 0,-5 1 243,-3 6-333,-2-1 90,-1 5 0,-1-3 0,-1 1 0,-1 0 0,1 0 0,-1 1 0,0 0 0,0 0 0,0-1 0,1-1 0,0-1 0,1-1 0,0 2 0,2-1 0,1-2 0,5-1 0,3-5 0,2 0 0,2-3 0,-1-2 0,2-1 0,3 0 0,2-2 0,3 1 0,2-2 0,1 1-496,6-2 496,1 0 0,5-1 0,1 0 0,-1 1 0,0-1 0,13 1 0,-13 1-61,18-1 61,-16 2 0,-3 0 0,-6 1 0,-12 1 0,-1 1 0,-3 0 0,-2 0 0,-1 0 492,0 1-492,-2 0 65,0 1 25,-1 0-90,-1 1 0,-1 1 90,-2 1-90,0-1 90,-1 2-90,0-1 0,-1 1 90,2 2-90,-1 1 90,1 2-90,1-3 0,0-1 0,1-2 0,0-1 90,2 0-90,1-1 0,2-1 90,2 0-90,4-1 90,1-1-90,6-1 90,5-1-90,4-1 90,21-2-90,-13 1 0,7 0 89,-18 1-268,1 2-91,-10 0-90,1 0-90,-10 2-179,-2-1-6387,-3 2 7016,-4 3 0,-5 1 0,-3 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5:31.59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20633 3149 7892,'24'-20'990,"-8"8"-270,0 0-361,-11 8 181,-7 45-450,-7-11 0,-4 7 0,-1 2 0,0-1-60,-2 8 0,1-1 0,-3 4-53,0-5 0,-2 4 0,-1 0 0,0-1 0,3-7 113,0-2 0,2-5 0,1-5-90,-1 3 0,6-15 0,16-36 0,13-28 0,5-11 0,-2 5-18,-6 14 0,0-1 0,1 0 0,1-1 0,0 0 18,-2 0 0,1-5 0,0 0 0,1 3 0,1 8 0,1 11 89,17 6 1,-4 22-68,-18 20 1,-6 17 0,-2 7-1,1 1-7,-1-10 0,1 3 0,0 2 0,0 0 0,0-1 0,-1-2-835,3 10 1,-2 0 0,1-3 0,1-5 473,0 0 1,0-3 0,3-17 379,16-27 0,-22-15 1,7-21-1</inkml:trace>
  <inkml:trace contextRef="#ctx0" brushRef="#br0" timeOffset="194">20585 3593 9422,'15'-2'899,"9"-2"1,6-2-1369,11-3 1,2-2 0,-4 1 0,-1-1 0,-6 0 0,0-1 0</inkml:trace>
  <inkml:trace contextRef="#ctx0" brushRef="#br0" timeOffset="611">21144 3355 10141,'3'-32'3276,"6"28"-2324,-3 18-772,0 22 0,-1 10-91,-2-12 1,0 3 0,1-1-90,2 2 0,1 0 0,0-1 0,-3 9 0,6-10 0,17-22 0,5-15-60,-5-25 0,0-18 1,-2-1-121,-5 12 0,0-1 0,-1 0 0,-1-2-640,1-2 1,0-2 0,-1 1 0,-6 3 163,-1-14 1,-8 13-1,-6 25 1,-3 27 0</inkml:trace>
  <inkml:trace contextRef="#ctx0" brushRef="#br0" timeOffset="968">22118 3246 10681,'-9'-42'1034,"-4"11"1,-7 6-586,-14 22 1,-5 9-360,3-6 0,0 6 0,0 15 0,0 11 0,5 4-23,10-1 1,4 3-1,4 3 1,5 0-46,8 1 1,6 1-1,3 0 1,1-1-843,-2-3 1,2 1 0,3-3 0,6-5 532,8-2 1,6-4-1,4-5 1,1-7-534,2-11 1,3-7 0,0-4 0,-5 2 449,8 1 1,-2-4 0,-6-5 0,2-3 0,-10 1-1,-7-8 1</inkml:trace>
  <inkml:trace contextRef="#ctx0" brushRef="#br0" timeOffset="1418">20238 4234 12210,'43'-5'409,"-1"-1"1,0 1-1,0-1 1,-2 2-1,-1 0 1,2 1 0,3-1-1,6 1-330,-12 0 0,4 1 1,2-1-1,3 0 0,3 0 1,0 0-1,2 1 0,0-1 1,0 1-1,0-1 0,-2 1 1,-1 1-354,0-1 1,-1 1 0,1 0 0,-1 1 0,1-1 0,0 1 0,-1 0 0,0 0 0,1-1 0,-2 1 0,1 0 0,-1-1-18,2 1 1,-1-1 0,0 0-1,-1 1 1,1-1 0,-1 0 0,0 1-1,0-1 1,0 1 0,-1 0 0,1 0-38,4 1 0,3 0 0,1 0 1,0 1-1,-1 0 0,-2-1 1,-3 1-1,-4-1 0,-7 1 1,-6-2-142,12 1 1,-7 0 0,12 1 0,4-1 0,-29 0 0,-62-4 0</inkml:trace>
  <inkml:trace contextRef="#ctx0" brushRef="#br0" timeOffset="2946">21904 4933 4396,'-4'-27'1349,"1"7"1555,-5-17-2724,5 22 1577,-4-12-947,3 16-270,0 7-90,3 37-270,2 4 0,2 8-45,-2-6 0,0 5 0,0 1 0,0-1 7,0-5 0,-1 0 1,1 0-1,-2 3-70,0 2 0,-1 4 0,0 0 0,0 1 0,-2-3-27,-1 4 0,-1 0 0,-1-2 0,1-1-23,1-7 1,-1-2-1,1 1 1,-1 2 13,-1 5 0,-2 4 0,1 0 0,0-3 0,2-6 9,-1 3 0,1 0-10,1-3 1,-1 8 0,0 2 0,1-3 0,2-9-36,0-3 0,2-3 0,-1 10 0,0 4 0,1-5-45,3-10 1,-1-3 44,1 19 0,0-17 0,-1-2 0,0-3 89,-1 1 1,1-15 90,0 0 694,0-6-694,1 1 0,1-2 269,35-4-359,-14 0-45,2-2 0,7-1 22,2 0 1,6 0-1,4-2 1,1 1-724,0-1 1,2 0-1,2 0 1,1-1 0,1 0 612,-10 2 1,0-1 0,1 1 0,0-1 0,2 1 0,1-1 0,1 0 12,-1 0 0,3 0 0,1-1 0,1 1 0,1-1 0,-1 0 0,0 1 0,-3 0 0,-1 0-109,-1 0 0,-1 0 0,-2 1 0,-1 0 0,1-1 0,1 1 0,2-1 109,-2 1 0,3-1 0,2 1 0,0-1 0,0 0 0,-1 1 0,-1 0 0,-4-1 0,-3 2 30,15-2 0,-6 1 0,-3 0 0,2 0 22,1 0 1,1 0-1,-3 0 1,-9 0 67,-10 1 0,-5 0-558,16-1 378,-2-1-180,-25 3-3007,-2 0 3194,-46-5 1,11 0 0,-6 0 0,0 0 0</inkml:trace>
  <inkml:trace contextRef="#ctx0" brushRef="#br0" timeOffset="3791">22062 6719 9602,'-9'-1'1079,"-2"-1"360,2-2-629,2-4-451,5-7 91,9-12-270,2 3 0,3-3-90,7-18 0,-2 12 0,5-8 0,2-2 0,-2 2-893,-2 4 0,-1 2 0,1-1 0,2-3 832,0 0 1,1-2 0,2-2 0,1-1 0,0 0 0,0 0-18,-2 4 1,1-2 0,0 1 0,0-1 0,1 1 0,-1 1 0,0 1-153,1-1 0,-1 2 1,0 1-1,0 0 1,0 0-1,1 1 140,-2 0 0,-1 0 0,0 1 0,1 0 0,2 0 0,2 2 12,1 2 1,4 0 0,1 0 0,1 1 0,-1 2 0,-2 2 0,-3 3-13,8-6 0,-5 4 0,6-1-317,-5 3 0,4-3 0,3-1 1,1 1-1,-1 2 0,-4 5 347,12 0 0,-3 6 0,2 1-8,-7 1 1,2 1-1,0 0 1,0 1-2,1 0 1,0 1 0,0 1 0,0 1-22,-2 1 0,1 1 0,-2 1 0,-3 1 45,12-1 0,-5 3-45,-2 0 0,-6 2-90,-4 2 90,-8 1 1449,3 6-1989,-11-3-269,2 3 27,-9-5-2456,-6 0 4057,-3 2 0,-3-2 0,-3 1 0</inkml:trace>
  <inkml:trace contextRef="#ctx0" brushRef="#br0" timeOffset="4392">23075 5544 9781,'-6'-30'1170,"2"1"-361,4 17-629,-1 23 0,-4 12 0,-3 7-135,0 8 0,-2 6 22,0-5 1,-4 4-1,0 3 1,0 0-724,2-7 1,0 0-1,-1 1 1,1 1 0,-1-2 496,1 0 0,0 0 0,-1-1 0,1 2 0,0-1 123,-1 6 0,-1 2 0,1 0 0,0-2 0,2-6 202,1-2 1,1-5 0,1 1-227,-1 2 0,0 1 0,2-5-1579,0-2 1,3-8 1175,5-11 1,3-3-1,9-28 1</inkml:trace>
  <inkml:trace contextRef="#ctx0" brushRef="#br0" timeOffset="4715">23837 4975 9961,'10'-27'2159,"2"13"-1349,1 45-586,-10-2 1,-1 4-1864,0 5 1,-2 4 1690,-5-5 1,-2 5 0,-2 2-1,0 0 38,-1-2 0,-2 1 0,0 1 0,0 0 0,0 0-90,1-1 0,-1 0 0,1 0 0,0 1 0,-1 1-30,0-2 0,-1 2 0,-1 1 0,1-1 0,1-2 0,1-2-105,0 2 0,1-2 0,1-1 1,0-1-271,0 2 0,0 0 0,1-1 0,1-3-688,1 1 1,2-2 0,0-4 877,0 0 0,3-5 0,7-10 0,-1-18 1</inkml:trace>
  <inkml:trace contextRef="#ctx0" brushRef="#br0" timeOffset="5025">24457 4939 10861,'7'-24'1529,"-2"4"-1349,1 18 90,-3 5 59,-1 21 1,-5 16 0,-1 4-1150,-2-2 1,-2 4 0,0 3 0,-1 0 768,2-5 0,0 0 0,0 1 0,0 2 0,-2 1 89,1-6 1,-1 2-1,-1 1 1,0 1 0,1-1-1,-1-1 1,0-1-23,-1 8 0,0-1 0,0-2 0,0 0 0,0-2-39,0 4 1,0-4-1,1 2 1,-1 1-158,3-8 0,-1 4 0,0 0 0,1 0 0,1-5 1,1-5-91,-1 10 0,1-1-386,1-8 1,-1 6-1,-1 2 1,2-3 0,1-6 279,1 6 0,1-4 0,-1 14 0,1-2 1,3-20-1,0 0 0</inkml:trace>
  <inkml:trace contextRef="#ctx0" brushRef="#br0" timeOffset="10398">9831 8847 8882,'-6'-9'270,"0"1"180,-14 2-1,-20 27-269,15-3 0,-2 4 0,-1 3-1273,0 6 1,-1 3 0,0 6 1094,5-5 1,-1 6-1,0 2 1,-1 2-1,2-2 1,2-3 71,-1 0 0,3-4 1,1 2-1,-3 6-4,5-8 0,-2 5 0,0 3 0,-1 2 0,0 2 0,0 0 0,1-1 0,1-2 0,2-2-203,-2 6 1,2-2 0,2 0 0,-1-2 0,1 2 0,-1 0 157,0-3 1,-1 0 0,1 0 0,-1 1-1,1 1 1,1 1 0,2 2 19,3-7 0,1 3 0,0 1 0,1 1 0,0 1 0,2-1 0,0 0 0,1-2 0,2-1 0,0-3 0,3 7 0,2-2 0,2-3 0,0 0 0,1 1 0,-1 2-45,-1 2 0,-1 3 0,0 1 0,0 0 0,1-1 0,3-3 0,1-4-18,3 1 0,2-2 0,2-3 0,2-4 0,2-3-102,15 5 0,5-7 0,-3-3 75,-4-1 0,4-6-96,5-11 0,8-5 1,1-6-1,-4-5 81,-3-11 0,-3-8 0,2-1 37,-2 5 1,3 0 0,-1-2-1,-4-4 23,-2-3 0,-3-4 0,-3-1 0,-2 0 0,1-6 0,-5-1 0,0-2 0,-5 6 0,0-2 0,-1 0 0,-2 2 0,3-4 0,-3 2 0,0-8-38,-6 10 1,0-4 0,0-4 0,-1-2 0,-1 0 0,-1 0 0,-2 2 82,-1-3 0,-3 0 0,-1 1 0,-1 0 0,-1-2 0,1 0-23,2 5 1,-1 0-1,1-2 1,0 0-1,-1 1 1,-1-1-1,-1 1 1,-3 2-11,0-1 1,-2 0 0,0 1 0,-2 1 0,-2 0 0,-1 2 0,-3 1 16,-5-4 1,-3 2 0,-1 1 0,-4 2 0,-1 0 0,-1 1-18,-1 3 1,-3 2 0,-2 0 0,-1 1 0,0 1 0,1 0 0,3 1-28,1-1 0,3 1 0,0 1 0,-1 0 0,0 2 0,-3 2-60,-6-1 0,-4 0 0,-1 2 0,0 3 1,4 5-1,5 7-375,-13 9 0,5 8 180,-3-7 1,2 10 269,12 20 0,3 14 0,7 0 0,8 0 0,5 3 0,1-8 0,0 0 0,0 0 0,0 0 0</inkml:trace>
  <inkml:trace contextRef="#ctx0" brushRef="#br0" timeOffset="11591">16866 13901 9062,'2'-10'1349,"0"0"-270,-10-8-449,-20 1-450,-13-1-45,8 11 0,-6 6-15,-5 8 0,-5 7 0,0 1-1213,6-2 1,1 3 0,-4 4 974,10-2 1,-4 4-1,-1 1 1,1 3-1,1 1 1,4 2 153,0 5 0,4 2 0,2 2 0,1 0 0,0-2 131,-6 3 1,0-2-1,3 1 1,6 3-168,5 2 0,3 3 0,7-1 0,10-2 0,12-7 0,10-3 0,4 0 0,-4-3 0,-5 2 0,-1-3 0,7 1-383,4-5 0,8 2 1,4 0-1,0-2 1,-1-2-1,-6-5 383,11 1 0,2-5-15,-6-4 0,7 0 0,5 0 0,1-1 0,-2-2 1,-5-3-75,-1-4 1,-4-2-1,1-1 1,2-1 88,-1 1 0,2 0 0,3 0 0,0-1 0,1-2 0,-1-3 126,-1-1 1,1-4-1,1-1 1,0-1-1,-1-1 1,-2 1 0,-2 2-145,-1 0 0,-3 2 0,-1-1 0,1-1 0,5-3-129,-7 1 0,3-2 1,3-1-1,2-2 0,0-1 1,0 0-1,-1 0 0,-3 2 1,-3 1-1,-5 2 147,8-4 0,-7 2 0,-1 0 0,3-2 15,2 0 0,4-3 0,1 0 0,0-1 0,-2 0 0,-4 1 75,1-3 0,-3 0 0,-3 0 0,-2 1-30,1-2 0,-3 0 0,-1-4-168,0-1 1,1-4 0,-4-1-1,-10 0 228,-14-5 0,-12-1 0,-2 3-277,4 4 1,-3 3 0,-9 0 194,-5 9 1,-8-1-1,-6 1 1,-3 0 0,0 1-1,2 3 1,5 2 129,-1 0 0,4 3 0,-1 2 0,-8-2-159,8 3 0,-5 0 0,-3-2 0,-3 0 0,-2 0 0,-1 0 0,0 1 0,1 1 0,1 1 0,3 3 53,-7 0 1,1 2 0,2 1 0,0 2 0,-1 0 0,0 1 0,-3-2-93,7 1 0,-2-1 0,0-1 0,0 1 0,-1 1 0,-1 0 0,0 1 0,0 1 0,-1 2-191,5 1 0,-1 1 0,-2 1 1,0 2-1,-1-1 0,1 2 0,0 0 1,2 0-1,2 0 0,1-1 0,4 1 11,-8 0 0,5 0 0,1 1 1,2 0-1,-1 1 0,-3 3 198,0 1 1,-4 3 0,-1 1 0,0 1 0,1 0-1,2 1 1,5-1 0,5-1 0,-8 8 0,8 0-1,-1 1 1,-3 3 0,0 0 0,0-1 0,0 1-1</inkml:trace>
  <inkml:trace contextRef="#ctx0" brushRef="#br0" timeOffset="13314">11382 7601 6813,'6'-9'1079,"0"0"-449,-3 4 899,0-1-1169,-2 16-180,-2-3 135,-10 26 0,-6 8-498,-3 3 272,5-15 1,-6 10 0,-3 5 0,-1 0 0,1-1 0,4-8-359,1 0 1,2-5-1,-4 5 294,1-2 1,-3 6 0,-3 3 0,0 1-1,-1 0 1,3-2 0,2-5-49,-2 4 1,2-5-1,1 0 1,-2 3-50,-1 2 0,-2 2 0,0 2 0,1-2 0,2-2-41,2-3 1,1-3 0,1 0 0,1 0-308,-4 9 0,0 0 0,6-6 420,7-11 0,3-3 0,2 11 0,13-19 0</inkml:trace>
  <inkml:trace contextRef="#ctx0" brushRef="#br0" timeOffset="13691">12247 7595 9512,'6'-11'719,"0"0"-359,-7 10-180,-7 15 0,-3 5 0,-4 6-23,-2 6 0,-5 7 1,-1 3-1,1-1-977,2-4 1,1-2 0,-2 3 0,-3 4 780,4-8 1,-2 4 0,-2 2 0,-1 2-1,-2 1 1,0 0 0,1 0 0,0-2-1,1-2 64,-3 4 1,1-1 0,1-2 0,-1 0 0,0 1 0,-1 0-1,-2 2-50,6-6 0,-2 1 1,-1 0-1,0 1 1,0 1-1,0-1 0,-1 0 1,1 0-1,0 0 1,0-2 14,0 2 0,-1-1 0,1 0 0,0-1 0,0 1 0,0-2 0,1 0 0,0-1 0,2-1-35,-5 5 0,1-1 0,2-1 0,-1 0 0,2-2 0,0 0-9,-3 3 0,1-1 0,1-1 0,1 0 0,3-2-1039,-5 10 1,3-2 0,6-7 704,-2 4 0,5-2 0,8-8 0,17-23 0</inkml:trace>
  <inkml:trace contextRef="#ctx0" brushRef="#br0" timeOffset="14050">13325 7979 6550,'15'-10'0,"-2"0"1928,4-3-1298,-7 5 149,3 5-509,-25 25 0,-9 12-1595,8-11 1,-1 2 1354,-5 5 0,-3 4 0,0 0 60,-1 2 0,-1 0 0,-5 6-205,7-9 0,-4 3 1,-1 2-1,-2 2 0,-1 2 1,-1 1-1,0 1 155,6-8 1,-1 2 0,-2 1 0,0 2 0,0 0 0,-1 0 0,0 1 0,0-1 0,1 0 0,0-1 0,1-1-31,-2 2 0,0-1 0,1-1 0,0 0 0,1 0 0,-1 0 0,-1 1 0,0 0 0,0 2-18,2-4 1,-1 1-1,-1 2 1,0 1-1,-1 1 1,0-1-1,0 0 1,2-1-1,0-1 1,2-3-1,1-2 1,3-3-373,-8 11 0,3-6 1,3-1-1,-1-2 1,-1 3 334,1-1 0,-1 1 0,-1 0 0,1 0 0,0-1 0,2-3-23,-2 4 1,1-2 0,0-1-1,-1 3-479,2-2 1,-2 2 0,-1 3 0,1-1 0,0-2 0,4-3 485,-7 9 0,4-4 1,-2 3-1,3-4 0,-4 5 1,0 0-1,3-3 0,6-7 1,4 0-1,0-1 0</inkml:trace>
  <inkml:trace contextRef="#ctx0" brushRef="#br0" timeOffset="14409">14068 9008 10141,'17'-18'90,"-2"3"270,1-3 270,-7 7-271,-15 14-269,-10 11 90,-4 7 0,-9 11 0,-6 6 0,-2 3 0,1-1-515,8-8 1,-2 1 0,0 2 0,-1 0 0,-1 2 0,0-1 0,0 1 0,0 0 364,1-2 0,1 0 0,-1 1 0,0 0 0,0 0 0,0 1 0,-1 0 0,-1 2 0,0-1-8,4-3 1,-1 1-1,-1 0 1,0 1-1,0 1 1,-1 0-1,0 0 1,1 0-1,0-1 1,1 0 0,0 0-1,2-2-202,-4 6 1,0-1-1,1 0 1,1-1 0,0 0-1,1-1 1,0 0 0,0 0-1,1-1 168,-1 0 1,1-1 0,1-1 0,0 0 0,0 0 0,0 1 0,-1 2 0,-1 1-96,3-3 1,-2 3 0,0 0-1,-1 2 1,0 1 0,0-1-1,0 1 1,1-1 0,1-1-1,1-2 1,1-1-241,-3 6 0,1-2 0,2-1 0,0-1 0,0 1 0,0-1 1,-1 3-48,0-2 0,-1 3 1,0 0-1,-1 0 1,1 0-1,1-2 1,0 0-1,3-4 394,-4 8 0,1-2 0,2-2 0,2-3 0,3-5 0,-6 12 0,6-8 0,7-13 0,0-1 0</inkml:trace>
  <inkml:trace contextRef="#ctx0" brushRef="#br0" timeOffset="14724">13406 10778 9691,'7'3'45,"-20"30"0,-10 12-434,9-16 1,-2 2 424,-2 2 0,-4 6 0,-2 3 0,-1 1 0,1-2-284,3-6 1,0-2-1,1 1 1,-2 1 0,-2 4 257,3-4 0,-1 2 0,-1 2 0,-2 2 0,1 1 0,-1 0 0,0-1 0,1 0 0,1-2-89,0 0 0,0-1 0,0 0 1,0-1-1,1 0 0,0 0 1,-1 0-1,0 1-45,0 1 0,0 1 1,-1 0-1,0 0 0,1 0 1,0-2-1,1 0 1,0-2 123,-6 10 0,1-1 0,0-2 0,2-3 0,2-2 0,-4 5 0,3-4 0,-1 0 0,0 2 0,-1 0 0,1-1 0</inkml:trace>
  <inkml:trace contextRef="#ctx0" brushRef="#br0" timeOffset="15058">13930 11362 9242,'-20'2'1079,"-18"22"-899,10 3 0,7-4 0,-4 6 0,1 2-61,-1 1 1,1 3 0,-2 3-776,4-7 1,-2 3-1,0 1 1,-1 1 0,0 0 286,-3 3 0,0 2 1,-1 0-1,0-1 1,1 0 404,2-2 0,0-2 0,0 1 0,0 0 0,0 0 114,1-2 0,0 0 1,-1 1-1,0-1 1,1 0-1,1-1-353,-6 8 1,2-1 0,0-2 0,1 0-219,3-6 0,2-1 0,0-1 1,1-1 150,-2 3 0,2-1 0,3-4-3007,-5 9 3092,8-13 0,-4 9 0,8-14 1</inkml:trace>
  <inkml:trace contextRef="#ctx0" brushRef="#br0" timeOffset="15749">15745 12410 9512,'2'-17'1079,"-1"1"-270,-1 10-359,-14 17-360,1-2 0,-14 19 45,1 0 0,-2 2-90,2-4 0,-2 4-113,2-1 1,-4 5-1,-1 1 1,3-3-83,2 0 0,1-3 0,0 3-53,1-3 1,0 2 0,0 1 0,2-2 202,0 3 0,3-1 0,2-2 0,-1-1 0,3 0 0,0 1 0,1 0 0</inkml:trace>
  <inkml:trace contextRef="#ctx0" brushRef="#br0" timeOffset="16082">17032 12056 10231,'24'-17'1439,"-5"4"-1079,-19 23-45,-23 25 0,-10 7-499,17-18 1,-4 3 255,-4 5 0,-8 6 0,-3 4 0,1-2 0,4-4-42,1 0 0,3-3 0,-3 2-30,4-4 0,-3 2 0,-1 2 0,2 0 0,1-2-203,-1 6 1,2-1 0,1-1 0,4 0-891,2 4 1,3 0 0,0-2 805,-2-3 0,1-2 0,7-1 0,9 3 0,8-8 1,13-13-1</inkml:trace>
  <inkml:trace contextRef="#ctx0" brushRef="#br0" timeOffset="16383">18777 11921 10951,'0'18'1349,"-10"8"-1259,-2 2 0,-4 6 0,-3 0 0,-5 7 0,-4 1 0,1-1-1183,4-4 1,0-2 0,-3 4 641,0-2 1,-3 4 0,-2 2 0,3-3 0,3-5 405,-3 3 0,0 1-135,6-7 0,-4 5 0,-1 2 1,3-2-1,3-5-954,-1 5 0,3-3 279,-6 10 1,4-2 801,9-14 0,5-3 0,6 3 0,3 3 0</inkml:trace>
  <inkml:trace contextRef="#ctx0" brushRef="#br0" timeOffset="16675">20257 11872 10591,'21'-18'899,"-22"28"-809,-7 5 0,-18 24-305,7-12 0,-2 5 0,-2 2 282,-2 1 0,-3 3 1,0 1-1,0 0-191,6-6 1,-1 1 0,0-1-1,0 1 1,0 1 123,-3 2 0,-1 1 0,0 0 0,1 0 0,1 0-203,-2 5 1,1-1 0,1 1-1,2-2-617,2-3 1,2 0 0,1-2 0,-1 0 644,-2 7 1,0-2 0,3-2 0,-1 8-1,7-7 1,10-11 0</inkml:trace>
  <inkml:trace contextRef="#ctx0" brushRef="#br0" timeOffset="16975">21136 12187 10501,'4'-16'1079,"-16"11"-719,-19 32-180,2 1 0,-3 6-120,5-3 0,0 3 0,-1 3-880,2-2 1,0 3 0,0 1 0,1-1 290,0 2 1,0-1 0,1 1-1,1-2 469,-3 4 0,1-1 0,1 2-614,2-3 0,0 3 0,2-2 0,3-6-226,3-5 1,2-2 825,-2 7 1,-2 4 0,6-7 0,10 4 0,3 3-1</inkml:trace>
  <inkml:trace contextRef="#ctx0" brushRef="#br0" timeOffset="17378">23002 12574 10591,'7'-4'1169,"0"-1"91,-4 2 89,1-1-989,-34 39-270,13-17-1,-3 5 1,-7 6 0,2-1 0,-5 5 0,-2 1-30,1-3 0,-2 3 0,0 0-150,1-3 0,0 1 0,-1-1-720,-2 3 1,0-1 0,2-3 179,3-2 0,2-2 630,0 2 0,6-6 0,16-15 0,0 1 0</inkml:trace>
  <inkml:trace contextRef="#ctx0" brushRef="#br0" timeOffset="17685">23926 12219 9871,'15'-13'2609,"-34"48"-2339,4-10-1,-6 2 1,-9 11 0,-3 3 0,2-1-144,7-10 0,0 1 0,0 0 0,-1 1 0,-1 2-570,2-2 1,-2 1 0,0 3 0,0-1 0,-1 1 0,2-1-1,1 0 444,-5 6 0,1 1 0,1-1 0,1-1 0,2-2 0,1-1 0,2-1 0,2-2 0,2-3 0,4 4 0,-1 0 0</inkml:trace>
  <inkml:trace contextRef="#ctx0" brushRef="#br1" timeOffset="27108">10877 7622 10220,'45'2'207,"5"-1"-268,-18 0 1,5 0-1,-1 0-29,3-1 0,-1 1 54,-5 0 0,1 0 1,2 0 39,3-1 1,4 1-1,0 0 1,0 0-184,0 0 0,-1 0 0,2 0 0,4 0 168,-8-1 0,3 1 0,2-1 0,1 1 0,1 0 0,0-1 0,-2 1-213,5-1 0,0 1 1,-1-1-1,0 1 0,0-1 1,0 0 181,-2 0 0,0 0 0,-1 0 0,1-1 0,-1 1 0,2 0-438,2-1 0,1 0 1,1 0-1,-1 0 0,-2-1 1,-5 1 449,-1 0 0,-5-1 1,0 0-1,5 0-12,0 0 1,6-1-1,2 0 1,-1 0-1,-3-1 1,-5 1-87,4 0 0,-6-1 0,4 0 78,-4 0 1,5-1-1,0 1 1,-1-1 0,-6 1 82,0-2 0,-5 1 0,-1 0-145,5-2 1,-3 1 43,-3-2 0,-5 0 859,-9 2-629,15-4 123,-20 6 2991,8 2-3001,-7 4-111,5 9-59,-5 4-134,1 13 29,-3 10-197,-7-15 0,0 5 68,-2 8 1,-2 7-1,0 3-691,0-4 1,-2 2 0,0 2 0,0 0 792,1-6 0,0-1 0,0 2 1,0 1-1,-1 1 29,1 3 1,-1 2 0,0 1 0,0 0-1,0 1 1,0-2-155,1-3 0,-1 1 0,0-2 0,0 1 0,0-1 0,1-1 158,-1 4 0,1-3 0,-1 1 0,1 1 0,-1 3-219,0-6 0,-1 3 1,1 3-1,-1 0 0,1 0 1,-1-2-1,1-4 0,0-4 235,-1 1 1,1-6 0,0 0-1,1 8 23,0-4 0,-1 5 0,1 5 0,0 3 0,0 1 0,0 1 0,1-1 0,-1-3 0,1-3 0,0-6-9,1 5 0,-1-7 0,1-1 0,1 1 0,0 5-6,-1-2 0,1 4 0,1 4 0,-1 2 0,1 0 0,0-1 0,0-2 0,0-5 0,0-5-338,0 5 1,1-6 0,0-2 0,1 4 361,1 7 0,1 5 0,0 0 0,0-2 0,0-5 378,-1-4 1,0-4 0,1 5-379,0-2 0,1 6 0,0 1 0,0-1 0,0-4-24,0 6 0,1-3 0,-1 0-30,1 2 0,0 1 0,1 0 60,-1 1 0,1 1 0,0-1 0,-2-7 0,0 0 0,0-1 160,0 2 0,1 0 0,-1 0-190,0 1 0,-1-1 0,0-4 60,-2-5 0,-1-2-46,2 5 1,0 1 45,-1 4 0,0-2 0,-1-11 0,0-3-90,3 24 90,0-12 90,-5-25 2154,2 6-2244,-2-10 3186,0 1-3150,0-1 478,-2-1-604,-2 2 0,0-1 0,-2 1 90,-6 6-90,4-8 0,-10 15 0,8-11 0,-7 11 0,5-5-90,1-2 90,-3 15 0,0 7-90,0 2 90,-2 8 0,7-19 0,1-2 0,2-5-90,-2 19 0,3-12 90,-3 16 0,5-24 90,0-3 90,0-3-90,0-4 0,0 0 0,-1-6-90,-5-3 0,-5-2 0,-4-3 0,-14 2 0,-3 0 0,-8 0-1093,3-1 1,-3 0 0,-2 1 1023,-1-1 1,0 1 0,-3-1 90,1 0 1,-3 0-1,0-1 1,1 1-130,6 1 0,0-1 1,1 1-1,-1-1 107,-2 1 0,0-1 0,-1 1 0,-2-1-109,0 1 1,-3-1-1,-1 1 1,0-1 0,1 1 108,2-1 0,0 0 0,0 1 0,1-1 0,-1 0 18,1 1 0,-1-1 0,1 1 0,-1-1 0,1 1 0,-1-1 0,-2-1 0,2 1 0,1 0 0,3-1 12,-8 0 0,4 0 0,1 0 0,7 0 0,2 1 0,-2-1-1,-7-2 1,0 1 0,6 0 15,15 2 0,0-1-15,-16-1 0,-6-2 0,8 2 2882,-1-1-2912,0 1 0,-2-1 45,16 5 0,1 0-45,-23-2 0,17 2 0,3 0 455,1 0-455,-11 1 0,22 0 995,-6 1-905,9-1-90,-5 1 90,2 1 0,-3 0-1,8 0 91,3 0 180,2-1-180,1-1-90,0-5-90,3-1 90,1-17-1729,4-4 1,1-1 1523,0-16-641,0 8 0,2-6 0,-1 1 711,-1 0 0,0-3-335,0 4 1,0-3 0,0-3 0,0 0 361,0 6 0,-1 0 0,0 0 0,0-1 0,1 0-221,-1-2 0,1 0 0,0-1 0,0-2 0,0-2 205,0 6 0,1-3 1,-1-2-1,1-1 0,-1 0 1,1 1-1,-1 3 1,0 3 33,1-2 0,-1 4 0,0 1 0,0-1 0,0-6-40,0 3 0,0-5 0,0-3 0,1-3 0,-1 0 0,0 2 0,0 1 0,-1 6 0,0 5 197,0-3 0,0 7 0,-1 1 0,0-7-191,-1 1 0,1-6 0,-1-4 1,1-2-1,-1-1 0,-1 3 1,0 3-1,0 6 11,-2-3 1,1 6-1,-2 0 1,-1-4-8,0 0 0,0-5 0,-2-1 0,0-1 0,0 3 0,-1 2 7,-2-2 1,-1 4 0,0 0-1,-2-3-7,1 5 0,-2-2 0,0-2 0,-1 0 0,1 2 0,1 3 7,0-4 1,0 4 0,1-1-1,-1-1 5,1 2 0,-1-3 0,1 0 0,1 1 0,2 5 18,2-1 0,2 3 0,0 0 685,0-14 1,0 0-686,2 12 0,1-1 0,0 4 979,-1 4 0,1-1-979,-2-14 0,0 1 0,0-2 0,2 16 0,-1 0 0,1-1 0,1 2 663,-1-7-663,1 3 0,0 1 0,1-3-45,0 3 0,-1 0 45,-1-13 0,0 3 0,0 12 0,-2-3-1516,1-8 1516,1 9-71,-1-13 71,1 7 0,1 10-45,2-6 0,1 2 45,2 5 0,0-5 0,2-2 44,4-13-20,-4 19 0,0-1 78,1-9 0,0-1 15,-3 2 1,-1 1 33,1 6 0,-1 1 569,-3-4 1,0 4-775,-2 6 302,-1-1-1136,-4 1-1375,-6 21 2564,-1 0 1,-5 15-1,4 2 1</inkml:trace>
  <inkml:trace contextRef="#ctx0" brushRef="#br0" timeOffset="28775">12198 6794 8342,'-9'-12'810,"1"2"-630,-1 2 90,-2 3-91,-3 5 1,-11 6-90,-7 13 0,7 5 0,0 4-90,6-5 0,1 2 45,-3 6 0,3 3 0,11-1 0,3-2-45,3 6 45,11-2 0,3-2-45,3-12 0,15 0 0,3-5 90,-6-11-90,3-2 0,2-7 0,-6-12 0,-4-4 0,11-5 0,-10-15 0,-6-4 0,-15 8-30,-11 0 0,-6-6 0,-1 8 30,-11-4-90,3 12 0,-4-1 0,1 6-539,-18 10-676,12 10 1,1 2 1304,-1 7 0,2 14 0,21-7 0</inkml:trace>
  <inkml:trace contextRef="#ctx0" brushRef="#br0" timeOffset="29024">12601 6929 8882,'7'-15'989,"-1"1"-629,-1 3-1709,-1 4-540,1 6 1889,-2 4 0,1 3 0,-2-2 0</inkml:trace>
  <inkml:trace contextRef="#ctx0" brushRef="#br0" timeOffset="29667">13014 6539 8792,'6'-12'360,"-2"2"359,1 1-539,-2 13 0,-2 0 360,-8 38-450,-1-16 0,-1 3 0,-4 5 89,-5 4 1,-2 0-135,2-5 0,-1 2-45,-1-1 0,-2 2 0,2-3-90,2-2 1,1-3 89,0 0 0,3-2-90,4 4 90,9-21-90,10-3 90,-2-6-90,26-6 0,5-5 0,8-1 0,-20 5 0,-1 0-90,11 0 180,-5 0-90,7-2 90,-16 1-90,19-13 0,-17 2 135,-6-5 0,-4-1-45,-3 4 180,0-15-90,-16 51 90,-3 29-135,2-13 0,0 4-15,2 4 0,1 4 0,0-3 15,0-7 0,2-1-45,0 3 0,0 3 0,2-6-90,2 6-135,0-13 0,1 0-3052,18 5 3219,-9-14 0,16-9 1,-12-12-1</inkml:trace>
  <inkml:trace contextRef="#ctx0" brushRef="#br0" timeOffset="29950">13723 7003 9422,'-10'3'1978,"40"1"-1708,3-3-225,0 1 0,5-1-90,5 0 0,-1-1-45,-16 0 0,0 1-810,23-2 1,-5 0-450,-16 0 1349,19-5 0,-33-3 0,1-4 0</inkml:trace>
  <inkml:trace contextRef="#ctx0" brushRef="#br0" timeOffset="30166">13964 6675 9242,'-3'-15'1529,"-4"62"-1349,1-16-68,1 2 0,-1 12 1,0 2-1,0-5-292,0-7 1,1-3-1,-2 5 180,1 0 0,0 6 0,-1 2 0,0 1 0,0-3 0,1-6 0,0 2 0,1-4 0,0 1 0,0 5 0,0-1 0,0 0 0,0 0 0</inkml:trace>
  <inkml:trace contextRef="#ctx0" brushRef="#br0" timeOffset="34049">15811 12423 8072,'3'-8'2519,"0"1"-2159,-1 11-180,-2 4-90,0 3 89,-5 10 1,1-2-180,-1 4 90,0 1 0,0 2 0,0 6-90,-2 16 90,3-6-90,1-12 45,1-1 0,0 0-45,0 0 0,0-1 0,0-1 0,0-3 0,0 9 0,0-15 0,2-5 90,-1-3-180,1 0 90,-1-5 0,-4 0 0,-1-2-90,-5-1 90,2-2-90,-3-1 90,1-1 0,-11-2 0,8 1 0,-29-2 0,12 1-45,1 2 0,-4 0 45,0 0 0,-1 0 0,5 1 0,0 0 0,-4 0 0,-2 0 0,4 0 0,-13 0 0,7 0 0,-6 0 0,6 0 0,-2 0 0,-2 0 0,-3 0 0,11 1 0,1 1 0,2-2 0,0 1-45,-12 0 0,2-1 90,15 2 0,1-1-45,-2 0 0,1 1 0,-1 0 0,-21 1 0,23-1 0,-13 1 0,4 1 0,13-1 90,-20 2-90,27-3 90,-23 3-90,22-3 0,-11 2 90,9-2-90,1 2 0,0-2 90,5 1-90,-3 0 90,5 0-90,-3 1 90,-2 1-90,0 0 0,0 0 270,3 0-180,1-2 0,6-3-90,-2-3 90,3-1-90,-1-2 0,0 1 90,-2-4-90,1 2 0,-1 0-90,-1 2 90,1 1-90,0 0 90,2 2 0,-1-1-90,2 1 90,3-4-90,6 1 90,1-2 0,4 2-90,10-4 90,-2 2-90,17-7 0,-4 1 0,0 0-3187,11-4 3129,-3 1 1,3-1 57,-7 4 0,4-1-76,-3 2 0,6-1 0,2 0 0,-3 1 106,4-2 0,-2 1 0,3 0 15,0 0 0,2-1 0,0 2 0,-7 1 45,-1 1 0,-2 1-793,-2 0 1,2-1 0,-6 2 792,10-3-414,-12 3 1,6-1 0,-5 0 413,13-4 479,-8 2 0,1 0-479,-12 3 0,-2 0 45,7-3 0,-1 0-45,3-1 90,8-4-90,-32 12 90,7-1 140,-5 1-230,-2 1 2216,2-1-2216,-3 2 2162,-4 1-2162,1 0 0,-2 1 0,-1 0 0</inkml:trace>
  <inkml:trace contextRef="#ctx0" brushRef="#br0" timeOffset="34458">15717 12366 8612,'6'13'630,"-4"23"-540,-5-13-90,-1 3 0,0 3-810,-1 10-719,1-2 1529,3-11 0,4-12 0,0-3 0</inkml:trace>
  <inkml:trace contextRef="#ctx0" brushRef="#br0" timeOffset="36016">15926 12387 7982,'-7'-10'1080,"1"3"-451,1 1-539,-2 9 180,-1 12-180,0-1 0,1 10 90,-4 17-90,5-16-45,-2 6 0,0 3 0,2-7 0,0 0-45,-5 21 45,4-11 0,0-2-45,3-11 0,1 3 0,1 0 0,4-9 0,6 10 0,16-16 0,-7-5 0,13-6 0,6-3 0,3-3 0,1-2-30,-8 2 0,2 0 0,0-1 0,5-1 0,1-1 0,1-1 7,-3 3 1,1-1-1,0 0 1,-2 0-559,-4 1 1,-2-1 0,4 1 544,3-1 0,7 0 0,1 0 0,-2 1 0,-5 0-9,11-1 0,-2 0 15,-1 1 0,3-1 0,-4 2 75,2-1 0,-7 1 45,6 0-90,0-1 0,-30 4 90,5 1-90,-9 1 0,4 0 90,-6 1-90,0 0 1741,1 2-1741,0-1 0,6 1 180,-7-1 0,6-2 90,-4 1-180,-2-1 89,-1 0-179,-3 1 90,-2 0 270,2-1 90,-1 1-270,-3-6-90,1-6-90,-2-5 0,-1-1 90,2-5-90,2-5 0,0-3 0,3-11 0,-2 8 0,1-3 0,0-6 0,1-3 0,-3 8 0,-1-3 0,1 0 0,0 5 0,-1 0 0,0-1 0,0-4 0,-1-1 0,-1 7 0,-2-7-90,-1 9 90,1 8 0,0 17 0,-1-3 0,-2 5 0,-2 3 0,-12 7 0,-1 2 0,-5 2 0,-3 1 0,-21 6 0,20-7 0,-2 0 0,-13 3 0,-3 0 0,8-4 0,-2 1 0,-4 1 0,-4 2 0,0-1-30,2 0 0,0 0 0,-1 0-758,8-2 0,0 1 0,-1 1 1,2-1 667,-10 2 0,1 0 0,-1 1-263,9-2 1,-1 1 0,1 0 0,2-1-711,1-1 1,1 0 0,2 0 582,-15 5 0,6-2 0,0 0 1,23-8-1</inkml:trace>
  <inkml:trace contextRef="#ctx0" brushRef="#br0" timeOffset="37724">17395 11929 8432,'-2'-9'2519,"1"39"-2339,-2 0 0,0 3-136,2 8 1,-1 7 27,-1-10 0,-2 6 0,0 2 0,0-1 0,1-4-1165,-1 3 1,2-3 0,-1 3 651,0-5 0,0 4 1,0 0-1,0-2 1,1-5 440,1 8 0,0-5 49,2-3 1,1-5 40,1-1 709,2 8-799,-1-25 90,2 5-90,-1-14 2713,2-2-2713,2-5 1666,3-3-1666,1 0 383,8-1-473,5 3 90,-1-1 0,0 3 0,3 0-45,-2 0 0,4-1 45,12 1 0,7-1 0,-1 1-94,-7 0 0,0 0 1,3 0 93,-2 0 0,2 0 0,1 1 0,2-1-140,-5 1 1,1 0 0,1 0-1,-2 1 1,-3-1 139,6 0 0,-5 0 0,5 0-632,1 0 1,5 0-1,1 0 1,-3 1-1,-9-1 632,-1 1 0,-3-1-470,15-1 1,4 0 0,-8 1 739,-2 0-900,-11-2 1,-3 1 719,-8 2 418,3-1-418,-14 1 180,14 0-270,-15-1 1867,14 2-1867,-12-1 1845,7 1-1845,-10 0 3276,0 0-2980,-1-1-116,-3 0 90,2 0 180,0 0-180,-1 0-91,0-3-89,-1-1 90,1-10-90,0-19-90,1-13-45,-4 7 0,-1-7 0,-1 7 0,-1-5 0,0-2 0,1 3-1041,-1-7 1,1 2 0,-1-3 1067,0 11 0,1-3 0,-1 0 0,0 1 1,1 3 17,0-7 0,0 4 0,0 1-45,1-8 0,0 2 45,-1 5 0,1 5-90,0 2-90,-2 0 90,-1 26 0,-1-2-180,-4 6 3256,0 2-3166,-3 2 180,2-1-90,0 0 90,1-4-90,-1-5 90,0 1 0,1-1-90,2 5 90,-2 4 0,-14 11 0,-1 0 0,-7 3 0,-10 2 0,3-1 0,-1-1 0,-3-1 0,-3 2 0,-9 1 0,0 0 0,6-2-1468,-2-2 1,0 0 1395,8-1 0,-8 1 0,-1 1 0,1-1 0,9-2-18,-3 0 1,-1 1-106,5-1 0,-7 1 0,-4 2 0,-1-1 0,4 0 0,8-2-15,2 0 0,5-2 1,-3 2-39,-14 2 1,-6 1 0,1 1-1,9-3 68,12-1 0,3-2-90,-2 1 1,0-1 269,-11 2 0,8-2 0,-13 2 0</inkml:trace>
  <inkml:trace contextRef="#ctx0" brushRef="#br0" timeOffset="39577">19195 11626 8162,'-24'25'1080,"8"-8"-721,6 7 1,3 8-210,4-1 0,3 4 0,0 4-83,-2 7 1,1 4-1,-1 2 1,2-1-888,-1-5 1,1 0 0,1 1 0,0 0 660,-1-6 0,1 1 0,0 0 0,1 0 0,0-1 181,0 5 1,2-1 0,0-1-1,0-2 294,2 5 1,1-3 0,0 1-317,1 3 0,1 0 0,-1-5-135,2-6 0,-1-5 45,4 5 0,7-21 0,25-10 90,-14-7 0,4-2 0,4-1 0,2 1 0,3-1 0,3 0 0,2 0 459,-10 1 0,2 0 0,2 0 0,0-1 0,0 1 0,1 1-429,3-1 0,1 0 0,1 0 0,0 0 0,-1 1 0,-1-1 42,3 1 0,0-1 0,-1 0 0,-3 1 0,-1 0-50,-4 0 1,-2 1-1,-1-1 1,-3 1 246,3-1 1,-2 0 0,-6 0 270,7-1-405,-11 1 0,-1 0 674,6 0-539,-17-1 638,-2-6-818,-9-3-90,-2-1 90,-1 0-90,-2-35-120,0 8 0,-1-8 0,0 1 90,0 5 0,0 2 0,-1-6-83,1 3 1,-2-6 0,1-1 0,0 0 0,0 2 67,0-2 0,1 2 0,0 1 0,0-1 22,-1 1 1,1-2 0,0 3-1,0 1 23,1-2 0,1 3 0,0 4-45,0-1 0,0 7 45,-1 8 0,0-8 0,-1 13 0,1 6 0,1 4 0,-1 0 471,-1-4-471,1 1 0,-1-2 0,-1 1 0,3 6 0,-1-1 0,1 4 0,-4-1 0,1 2-90,-18 0 45,-11 7 0,-9 3-90,7-1 0,-4 0 0,-2 1 1,3-1-51,-3 1 1,2 0 0,-6 1-26,3 0 0,-5 1 0,-3 0 0,-1 1 0,1 0 1,4 0 142,3 0 0,1 0 0,2 0 0,0 0 0,-1 0 0,-3 0 0,-2 0 0,0 0 0,2-1 1,1 1-1,-1 2 0,1-1 0,0 0 0,0 0 0</inkml:trace>
  <inkml:trace contextRef="#ctx0" brushRef="#br1" timeOffset="48175">14354 11598 18782,'-9'-1'-552,"6"0"1,-17-3 0</inkml:trace>
  <inkml:trace contextRef="#ctx0" brushRef="#br1" timeOffset="48518">14230 11573 19045,'27'0'47,"-1"0"0</inkml:trace>
  <inkml:trace contextRef="#ctx0" brushRef="#br1" timeOffset="48711">14678 11573 17025,'20'-2'1131,"3"0"-1386,-4 2-445,6 3 573,-9 1 1,5 1 0,-3 0-1</inkml:trace>
  <inkml:trace contextRef="#ctx0" brushRef="#br1" timeOffset="49078">15374 11600 14288,'13'-4'2749,"-1"2"-2599,5 1-234,-7 2 1,5 1-1,-6 0 1</inkml:trace>
  <inkml:trace contextRef="#ctx0" brushRef="#br1" timeOffset="49278">15846 11617 14877,'9'-2'435,"1"0"-468,-2 1 0,0 1 1,0-1-1</inkml:trace>
  <inkml:trace contextRef="#ctx0" brushRef="#br1" timeOffset="49477">16222 11616 10988,'15'-2'2090,"-2"-1"-1625,9 2-350,-9-1-107,17 2 0,-13 0 0,9 1 0</inkml:trace>
  <inkml:trace contextRef="#ctx0" brushRef="#br1" timeOffset="49670">16795 11614 12688,'10'-2'809,"-1"0"-585,9-1-214,-8 2-662,17-1 625,-16 2 1,13 0 0,-6 0 0</inkml:trace>
  <inkml:trace contextRef="#ctx0" brushRef="#br1" timeOffset="49862">17544 11605 9772,'20'1'-68,"-4"-1"1,7 0-1,-4-1 1</inkml:trace>
  <inkml:trace contextRef="#ctx0" brushRef="#br1" timeOffset="50253">18878 11538 11497,'19'1'0</inkml:trace>
  <inkml:trace contextRef="#ctx0" brushRef="#br1" timeOffset="50287">18913 11540 11617,'31'1'-31,"-1"0"0</inkml:trace>
  <inkml:trace contextRef="#ctx0" brushRef="#br1" timeOffset="50479">19385 11483 13023,'8'-4'169,"0"0"54,-1 0-169,-1 1-44,6-2-3,-2 3 57,4 0-36,3 1 0,-3-2 0,3-2 1</inkml:trace>
  <inkml:trace contextRef="#ctx0" brushRef="#br1" timeOffset="50813">20198 11464 12805,'10'-2'500,"4"1"-454,-1-1 16,4 0-157,3 1-404,-1 1 470,1 2 0,0 0 0,-3 0 0</inkml:trace>
  <inkml:trace contextRef="#ctx0" brushRef="#br1" timeOffset="50980">20526 11469 12281,'14'-1'295,"3"0"-331,-4 3 0,1-2 0,-1 2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55:52.2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14842 12687 7623,'9'-12'1259,"-3"3"-539,-1-2-181,-4 4 91,2-1-270,-1 3-270,-8 11 0,-4 5-1,-12 16 1,-3 5-45,7-7 0,0 1-195,-2 1 0,-1 4 1,2-3-391,2-1 0,3-2 540,-8 18 0,13-24 0,8-11 0</inkml:trace>
  <inkml:trace contextRef="#ctx0" brushRef="#br0" timeOffset="285">15337 12501 9602,'11'-11'269,"-8"12"-179,-17 22-90,1-3 0,-2 3 0,-3 5 0,-2 1-180,-2 3 1,2-1-91,-4 6-1170,0 1 1440,17-21 0,1-3 0,4-2 0</inkml:trace>
  <inkml:trace contextRef="#ctx0" brushRef="#br0" timeOffset="516">15589 12569 8522,'19'-22'270,"-3"4"-180,-2 0 270,-5 9-360,-11 17 180,-23 24-135,10-10 0,0 3-90,-10 12 0,1 0-45,9-14 0,2-1-675,-3 8 1,3-2 764,5-7 0,-1 4 0,7-12 0</inkml:trace>
  <inkml:trace contextRef="#ctx0" brushRef="#br0" timeOffset="766">15976 12421 8342,'20'-28'270,"-4"10"-180,2 8 90,-20 31-180,-2 3 45,-5-2 0,-3 2 0,-2 2 0,0-1-45,-6 13-180,2-6 0,1 0 180,-2 5 0,1 0 0,4-6 0</inkml:trace>
  <inkml:trace contextRef="#ctx0" brushRef="#br0" timeOffset="983">16706 12262 8342,'-19'17'90,"-1"0"0,-2 6 0,-2 3 0,2 0-90,0 1 0,-1 1-90,-3 8 0,-2 4 0,4-5-45,10-13 0,2-1-495,-7 12 1,2-4 629,9-12 0,-4 8 0,4-7 0</inkml:trace>
  <inkml:trace contextRef="#ctx0" brushRef="#br0" timeOffset="1216">17287 12102 8162,'-25'42'225,"8"-16"0,-1 4-195,-4 2 0,-3 3 0,1-1-966,0 0 0,0-1 876,4-4 0,-1 1 0,2-2-840,-3 2 1,2-2 899,4-7 0,0 1 0,-3 5 0,0-2 0,2-2 0</inkml:trace>
  <inkml:trace contextRef="#ctx0" brushRef="#br0" timeOffset="1483">18029 11983 7982,'0'7'630,"-6"5"-450,-8 9 0,-15 19-60,14-13 0,-1 5 0,0-2-75,-4 6 0,-3 2 22,4-3 0,-3 6 1,-1-1-1,2-3-337,1-5 1,1-3 0,-1 2-181,-1 1 0,-2 3 0,1-2 1,2-3 314,-3 4 0,1-4 135,2-1 0,3-4 0,7-6 0,1-1 0</inkml:trace>
  <inkml:trace contextRef="#ctx0" brushRef="#br0" timeOffset="1733">18766 11940 8792,'0'7'360,"-17"18"0,-11 11-271,2 0 1,-4 6 0,-1 1-746,8-12 1,-2 2-1,0 0 1,0 0 0,2 0 332,-3 2 0,2-1 0,0 1 0,-2 0 341,-1 0 0,-1 1 0,-1 1 0,0-1 0,1-3-143,0 1 1,1-1 0,0-2 0,0 2 101,-1 0 1,0 0 0,-1 1-1,1-1-31,0 1 0,-1 1 0,2-1 0,3-5 54,-1 5 0,2-4 0,-3 5 0,3-2 0,-1 4 0</inkml:trace>
  <inkml:trace contextRef="#ctx0" brushRef="#br0" timeOffset="2000">19684 11726 9152,'9'-10'0,"0"1"0,-10 14 180,-24 32-90,-5 2-595,4-5 0,-5 6 0,-1 2 550,3-7 0,-2 1 0,-1 1 0,1-1-462,3-3 1,1-1-1,-2 1 1,-4 4 427,5-8 0,-3 3 0,-2 2 1,-2 1-1,0-1 0,1 0 1,1-1-1,3-3-29,-3 4 0,2-3 0,1-1 0,0 0 0,-1 1-12,-1 0 0,-2 1 0,-1 1 0,1-1 0,2 0 0,2-2-420,-4 8 0,2-1 1,4-3-1,4-3 236,4-4 0,4-1 0,-4 7 0,4-3 0,7-1 0</inkml:trace>
  <inkml:trace contextRef="#ctx0" brushRef="#br0" timeOffset="2266">20536 11614 8072,'-17'26'-68,"0"1"1,-2 0 0,-3 2 0,0 1 67,0 0 0,0 0 0,0 0-685,0-1 1,-1 0 0,-2 3 684,0 0 0,-4 4 0,-1 1 0,0-1 0,2-3 0,-4 2 0,2-3 0,-5 5 0,8-9 0,-4 5 0,-1 1 0,-2 2 0,1-1 0,1-2 0,3-3-293,-4 4 1,2-2 0,1-2 0,-1 1-91,-2 2 0,-2 1 0,2-1 0,5-4 0,-1 2 0,7-6 0,5-2 0</inkml:trace>
  <inkml:trace contextRef="#ctx0" brushRef="#br0" timeOffset="2500">20848 11823 7803,'-23'12'269,"-3"8"1,-3 5-180,3 4 0,0 1-614,-5 3 1,-1 3 523,4-2 0,0 3 0,-2 1-820,3-6 1,-1 1 0,-1-1 0,2 0 674,-4 4 1,2-1 0,-3 2 90,6-9 0,-1 1 0,-2 1 0,0 0 0,2-1-41,-4 3 0,1-1 0,0 0 0,1-1 0,2-2 0,2-2 1,-1 0-1,-1 2 0,-6 7 0,1-1 0,-1 1 0,0-1 0</inkml:trace>
  <inkml:trace contextRef="#ctx0" brushRef="#br0" timeOffset="3118">21798 12258 10591,'-20'22'315,"-2"3"0,-4 4-226,-3 6 1,-3 1-598,1 0 1,-3 2 484,9-11 1,-3 1-1,0 1 1,4-4-293,-4 4 0,1 0 315,-3 3 0,-3 4 0,6-4 0,9-8 0,4-2 0,0 1 0,0 1 0</inkml:trace>
  <inkml:trace contextRef="#ctx0" brushRef="#br0" timeOffset="3416">22409 12266 9602,'-33'33'359,"14"-13"-314,-7 3 0,-3 4 45,-1 4 0,0-1-90,7-7 0,-1 1-308,-2 4 0,-3 3 0,0 0 368,3-3 0,1 0 0,0-1-105,-4 6 0,-1 1-75,4-5 0,0 0 0,3-2 120,5-2 0,2-3 0,-7 9 0,2 2 0</inkml:trace>
  <inkml:trace contextRef="#ctx0" brushRef="#br0" timeOffset="3666">22891 12294 9062,'32'-22'1079,"-25"23"-629,-36 26-405,12-11 0,-4 3-593,-9 5 0,-6 4 0,0-2 638,7-2 0,0-1 0,0 1-90,-2-1 0,0 1 0,0 0 60,-8 7 0,-1 2 0,3-3-240,-1 2 0,2-2 45,-1 0 0,1 0-952,3-1 1,6-3 1086,11-9 0,-4 3 0,18-16 0</inkml:trace>
  <inkml:trace contextRef="#ctx0" brushRef="#br0" timeOffset="3919">23790 12026 9332,'-37'29'269,"1"-1"1,9-4 0,1 0-240,1-2 0,-3 3 0,0 1-1123,-5 9 1,-2 1 0,4-3 35,4-6 1,0-1 1056,2 0 0,-4 2 0,0 2 0,1-3-240,-1 2 0,1-2 0,1-1-30,-5 4 0,0 0-263,6-4 1,-1 0 0,4-4 532,0-1 0,-3 4 0,10-9 0</inkml:trace>
  <inkml:trace contextRef="#ctx0" brushRef="#br0" timeOffset="4133">24045 12121 8882,'-41'26'240,"1"0"0,15-10 0,0 1-173,-3 6 0,-4 5 1,-1 2-1,2 0-550,4-3 1,1 1-1,0 0 1,-3 3 512,1-2 0,-3 2 0,-2 1 0,1 1 0,0-2 0,3-1-608,-5 4 1,3-1 0,1-1 0,-2 2 307,1-3 0,-2 2 0,-1-1 1,3 0-1,2-3 270,-1 4 0,2-3 0,1-1 0,2-3 0,0-1 0,1 0 0,-1 1 0,1-1 0,-1 1 0</inkml:trace>
  <inkml:trace contextRef="#ctx0" brushRef="#br0" timeOffset="14184">14202 11620 7173,'-15'-4'899,"-1"1"-629,7 0-180,-4 2 0,1 0-90,-6 1 0,2 0-90,-1 1-90,6 0-180,0 0 360,27 1 0,-4-2-989,31 2 989,-19-1 0,-4 0 0,-11 0 0</inkml:trace>
  <inkml:trace contextRef="#ctx0" brushRef="#br0" timeOffset="14501">14614 11660 7263,'14'2'0,"5"1"90,-10-1-810,14-1 720,-11-1 0,8-1 0,-8-1 0</inkml:trace>
  <inkml:trace contextRef="#ctx0" brushRef="#br0" timeOffset="14734">14868 11639 7803,'16'-1'269,"2"0"-269,4 1-449,7 1 449,5-1 0,2-1 0,-4-2 0</inkml:trace>
  <inkml:trace contextRef="#ctx0" brushRef="#br0" timeOffset="14884">15288 11634 7443,'17'1'-990,"3"-1"990,-1 1 0,-5 0 0,-7-1 0</inkml:trace>
  <inkml:trace contextRef="#ctx0" brushRef="#br0" timeOffset="15083">15651 11638 7173,'18'0'270,"-5"1"-540,12-1 270,-12 1 0,8-1 0,-7-1 0</inkml:trace>
  <inkml:trace contextRef="#ctx0" brushRef="#br0" timeOffset="15268">15932 11637 7263,'15'0'-450,"-1"1"450,1 0 0,-3 0 0,-2-1 0</inkml:trace>
  <inkml:trace contextRef="#ctx0" brushRef="#br0" timeOffset="15501">16427 11628 7803,'20'-4'89,"1"0"-1348,1 1 1259,-3 0 0,-4 0 0,-3 0 0</inkml:trace>
  <inkml:trace contextRef="#ctx0" brushRef="#br0" timeOffset="15717">16813 11564 7443,'12'-2'360,"0"1"-271,-2 0-89,4 1-899,-4 0 899,4 1 0,-3 0 0,2-1 0</inkml:trace>
  <inkml:trace contextRef="#ctx0" brushRef="#br0" timeOffset="15902">17094 11571 7533,'18'-2'449,"-3"0"-449,-1 1-1349,3-1 1349,-1 1 0,0 0 0,-4 0 0</inkml:trace>
  <inkml:trace contextRef="#ctx0" brushRef="#br0" timeOffset="16101">17535 11536 7892,'23'-2'-1439,"5"1"1439,-14 1 0,-1 0 0,-7 0 0</inkml:trace>
  <inkml:trace contextRef="#ctx0" brushRef="#br0" timeOffset="16300">17813 11529 7353,'12'0'629,"-1"0"-539,2 0-359,2 1 269,3 0 0,2-1 0,1-1 0</inkml:trace>
  <inkml:trace contextRef="#ctx0" brushRef="#br0" timeOffset="16501">18218 11514 7623,'13'0'629,"0"-1"-629,-2 1-1169,11-1 1169,-7 1 0,6 0 0,-7 0 0</inkml:trace>
  <inkml:trace contextRef="#ctx0" brushRef="#br0" timeOffset="16733">18563 11512 7623,'16'2'899,"-4"-2"-629,10 2-90,-2-2-270,6 0-900,9-2 990,-7-1 0,7-3 0,-7 0 0</inkml:trace>
  <inkml:trace contextRef="#ctx0" brushRef="#br0" timeOffset="16935">19060 11461 7623,'21'0'-90,"3"1"-1080,-2-2 1170,0 0 0,-4-1 0,-5 1 0</inkml:trace>
  <inkml:trace contextRef="#ctx0" brushRef="#br0" timeOffset="17167">19621 11415 7263,'12'1'719,"0"-1"-629,8 0-180,-4 0-1349,8-1 1439,-9 0 0,-2 1 0,-8-1 0</inkml:trace>
  <inkml:trace contextRef="#ctx0" brushRef="#br0" timeOffset="17351">19828 11396 7173,'13'0'-135,"-1"1"0,0 0 0,-1-1 0</inkml:trace>
  <inkml:trace contextRef="#ctx0" brushRef="#br0" timeOffset="17568">20427 11380 6813,'32'2'0,"-2"-2"-630,9-1 630,-8-1 0,14-1 0,-7 0 0</inkml:trace>
  <inkml:trace contextRef="#ctx0" brushRef="#br0" timeOffset="20883">13942 11554 6543,'10'2'180,"1"-1"-180,-2 0 90,12 1 0,-3 0-90,4 0 0,-3 1 0,-9-1 0,5 0 0,-3 0 90,0 0 450,5 1-181,-6-1-179,6 0 180,-1-1-180,-2-1 90,11 0 180,1 0-270,10-1 89,10-1-269,-11 0 90,-8 0 0,-2 1-90,-1-1 0,18-1 0,-25 2 90,31-1-90,-25 1 0,2 0 0,4 0 0,-1 1 0,-1-1 0,15 0 45,-4 1 0,2 0-45,-11 0 0,0 0 0,6 1 0,1-1 0,6 0 0,-3 0 0,8 1 0,-18-1 0,1 0 0,0 0 0,-2 0 90,13 1-135,-4-2 0,1 1 90,-11 0 0,-1 0-90,7 0 0,1 0 45,9 0 0,-2 0 0,7 0 0,-17 0 0,0-1 0,-1 1 0,-2-1 0,14 0 0,-3-1 0,3 1 0,-7 0 0,0 0 0,0 0 0,3 0 0,-2 0 0,3 0 0,-4 0 0,-10 0 0,0 0 0,14 0 0,1 0 0,-7 0 0,-3 0 0,17 0 0,-6 0 0,1 1-45,-10 0 0,0 0 90,0 0 0,2 0-45,1 0 0,2-1 0,-4 1 0,15 1 0,-7-2 0,1 1-45,-9 0 0,-2 0-348,14 0 438,-9 0 0,2 0-45,-6 0 0,-1-1 0,17 1 0,-11-1 0,-2 0 0,-6 1 0,4-1 0,1 0-90,-3 0 90,3 1 0,2-1 90,13-2-45,-24 2 0,2 0 0,10-2 0,-2 0-45,1 0 45,-3 1 0,2-1 0,-4 1 0,-2 0-45,-3 0 0,0 0 0,8-1 0,7 0 18,-5 0 0,6 0 0,3 0 0,-1 1 0,-8-1-387,8 0 1,0 0 368,-6 1 0,6-1 0,2 0 0,-5 0 0,-9 2 0,8 0 0,5 1-16,-10 0 0,3-1 16,-1 1 0,2-1 0,10 1 0,0-1 0,-8 0 0,0 0 0,3-1 0,-2 1 0,5-1 0,-20 0 0,0 1 0,5-1 0,-7 1 0,0-1 563,1 1 0,-1 0-563,1-1 0,-2 1 0,12 0 36,5-1-36,-10 1 0,1 0 0,17-2 0,-12 1 0,-6 1 0,1-1 0,-4 1 0,-2-1 0,16 0 0,7 0 0,-13 0 0,1 1 0,13 0 0,-21 1 0,-3-1 0,0 0 0,2 1 0,11-2 0,2 0 0,-12 1 0,-3 0 0,2 0 90,4 1 90,17-1-180,-13 0 180,13-1-90,-18 0 0,15 0 0,-16 1-1,8-1-89,-1 1 0,4-1 0,5 0 90,-1 0-90,-13 0 0,-1 0 0,-5 2 0,-8-1 0,8 0 90,-1-1-90,-7 2 0,19-2 90,-19 2 90,19-1 0,-12 0-90,1 0 0,-1-1-90,-6 1 90,10 0-90,-7 0 90,6 0-90,-13 1-810,3 0 810,-9 1 0,-25 4 0,-10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7:53.393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12912 12523 9961,'7'-9'1529,"-1"1"-629,-3 4-1,0 1 181,1 0-990,-6 9-90,1-2 0,-8 14 0,3-7 90,-2 7-90,1 1 0,2-4 0,1 5 90,2-7-90,2 0 0,0-1 0,2 1 0,0-1 0,1 1 0,1-2 0,1 1 0,1-3 0,4 4 90,3-4-90,-1 0 0,6-5 0,-2-4 0,4-5 90,-3-1-90,2-7 0,-8 2 0,3-3 0,-6 2 0,0-2 0,-3-1 0,1-10 89,-3 7-89,-1-8 0,-2 7 0,-4-6 0,-2 4 0,-7-10 0,-1 10-89,-6-3 89,5 11 0,-6 4 0,9 8 0,-4 1-90,6 4 0,-1 2-90,1 0-90,0 3-720,-2 6-988,4-3 269,-1 5 1709,5-5 0,0 6 0,0 2 0</inkml:trace>
  <inkml:trace contextRef="#ctx0" brushRef="#br0" timeOffset="275">13226 12620 13110,'0'-12'359,"1"2"-359,0 4 0,0 3 0,0 1 0</inkml:trace>
  <inkml:trace contextRef="#ctx0" brushRef="#br0" timeOffset="741">13429 12377 12390,'3'-14'450,"-1"2"-1,-1 6 1,0 0 0,0 1 90,1-1-450,-11 12-1,4 0-89,-8 9 90,4 1-90,5-5 0,-2 3 90,5-4-90,-1 0 0,2-1 0,1 6 0,1-4 90,4 9-180,4-4 90,0 0-180,3 2 91,-1-5-1,1 3 90,-3-4-90,-4-1 90,-2-4 0,-4 5-90,-2-3 90,-2 4 0,-2-2-90,-8 8 90,1-4 0,-6 6-90,2-5 90,1-2 0,1 1 0,1-3-360,-1 4-719,1-3-2339,1 2 3418,5-5 0,4-5 0,3-4 0</inkml:trace>
  <inkml:trace contextRef="#ctx0" brushRef="#br0" timeOffset="991">13381 12482 12480,'-8'-11'0,"2"2"180,4 5-90,-1-1 0,3-1-90,0 0 90,2-1 0,4-1-90,4-2 90,2 0-90,7-3 89,-5 5-89,4-2 0,-4 4 0,0 0 0,-1 0-89,2 2-181,-1-1-360,2 1-1079,0-1 720,0 1 989,0 1 0,6-2 0,2 0 0</inkml:trace>
  <inkml:trace contextRef="#ctx0" brushRef="#br0" timeOffset="1326">13740 12318 13110,'0'-14'809,"1"3"-629,1 4 0,2 2-90,1-1 90,2-1-90,3 0 0,3-1 0,0 1-90,2 0 89,-1 1 1,2 2-90,-2-1 90,1 2 0,4 0-90,-4 2 0,4 0 90,-7 3-90,2 3 90,-4 6-90,-3 11 0,-7 4 0,-5 8-976,-5 0 976,-3 6 0,-2 3 0,-1 2 0,2-3 0,0-2 0,3-3 0,2-2-374,2-3 374,2-5 0,3-3-629,3 1-361,1-8-3327,6 4 4317,-1-12 0,10-1 0,0-5 0</inkml:trace>
  <inkml:trace contextRef="#ctx0" brushRef="#br0" timeOffset="4600">12349 13062 12030,'-10'1'-899,"1"-1"899,2 1 90,1 0 269,0 1 91,0-2 270,0 1-540,0-1 0,0 1-91,-1-1 1,2 1 0,-2 0 0,2 0 0,-1 0 90,0 0-180,11 1 0,-3-1 0,9 1 90,-1-2-90,-1 0 0,3 0 0,-2 1 90,1-1-90,2 0 0,0 0 90,1 0-90,2 0 0,-1 0 0,4-1 0,0 1 0,1-1 0,0 1 0,13 0 0,-7 0 0,20 1 0,-8 0 0,9 0 0,-11-1 90,4 1-90,-16 0-216,5 1 216,-8-1 0,-2 0 0,0 1 0,-1 0 0,0-1 0,-1 1 0,1 0 0,-1 0 0,7 0 0,-6 0 216,12 1-216,-6-1 90,5-1-90,-6 0 0,-3-1 0,-5 1 0,-1-1 0,1 0 0,0 0-90,0 1 90,0-1 0,1 0 0,-1 0 90,0-1-180,5 1 90,-5 0 0,4 0 90,-2 1-90,-3-1 0,7 1 0,-4 0-90,4 1 90,-4-1 0,-1 1 0,-5-1 0,0 1 0,0 0 0,1 0 0,-1 0 0,1-1 0,-1 1 0,6 0 0,3-1 0,7 1 0,-5-1 0,7 0 0,-3-1 0,0 1 0,-1-1 0,-8 0 0,1 0 0,-1 1 0,1-1 0,-1 0 0,0 1 0,0-1 0,-1 0 0,2-1 0,6 1 90,2-2-90,10 1 0,-9-1 0,8 0 0,-6 0 0,0 0 0,-2-1 0,-10 2-90,14-1 180,-12 1-90,10-1-90,-15 2 180,0 0-180,0 0 90,-1 0 0,0 1 90,6 0-90,2 1 0,1 0 0,4 0 0,-6 1 0,6 0 0,-6 0 0,3 0 0,-10-1 0,3 0 0,-5 0 0,0-1 0,1 0 0,-1 1 0,0-1 0,1 0 0,7 0 0,3 1 0,1-1 0,8 0 0,-3 0 0,8-1 0,-7 0 0,-3 1 0,0 0 0,-7 1 0,6-1 90,-9 0-90,0 0 0,-2 0 0,1 0 0,-1 0 0,9 0 0,-1-1 0,2 1 0,6-1 0,-3 0 0,2-1-219,-1 0 219,-7-1 90,-2 0-90,4 0 0,-2 1 0,1-1 0,0 0 0,-2 1 0,0 0 0,-1-1 0,6 2 0,-7-2 0,4 1 0,-3 0 0,2 1 0,0-2 0,0 0 219,-4 1-219,0-1 0,1 1 0,0 1 0,0-1 0,0 0 0,0 0 0,0 1 0,1 0 0,1 0 0,2 0 0,1 1 90,2 0-90,0 0 0,18 2 0,7 1-140,-20-2 0,0 0 140,23 3 0,-23-4 0,-1 0 0,10 2-872,10-1 872,-15-1 0,-3 0-530,1-1 530,-2 0 0,1 0 0,2 0 0,-3-1 0,1 1-90,3 0 90,-1-1-46,4 0 46,15 0 0,2 1 0,-24 1 0,1-1 0,15 2-236,-10 0 236,-12 0 0,-1-1 726,-2 1-726,1-1 0,-1 1 0,2 0 0,1 1 0,-1-1 0,2 0 0,0 0 0,4 1 0,1-1 0,3 1 557,1-1-557,8 1 0,12 0-738,-22-2 0,-1 0 738,21 1 124,-23-2 1,-1 1-125,12 0 0,1-1-391,-6 1 391,-12-1-211,7 1 211,-9-1 0,6 0 1462,-10-1-1552,-1 1 327,-1-1-237,-1 1 539,-1-1-539,0 1 272,6-2-272,-1 1 0,1-1-90,4 1 90,-3 0 0,0 1 0,2-1 0,-4 0 0,5 1 0,3-1 0,4 1-765,4 0 765,3 0 0,-9 0 0,1 1 0,15-1 0,-7 1 0,2-1 0,-7 1 0,-1 0 0,8-1 0,0 1 0,-1-1 0,-1 1-250,16-1 250,-21 0 0,-2-1 0,2 1-531,11-1 531,-17 0 0,-1 0-175,-1-1 175,-1 1 0,1-1 0,-2-1 0,-1 1 0,-2 0 688,-1 1-688,-2 0 249,-1-1-339,5 0 758,0-1-668,2 0 116,-5 1-26,-3 0-90,-6 1 0,1 1 0,-1-1 0,0 1 0,5-1 0,4 0 0,2 0 0,2 1 0,0-1 0,1 1 0,3 0 0,0 0 0,2 1 0,4-1 0,12 0 0,9 1 0,-6-2 0,9 1 0,-26-1-346,6 1 346,-13-1 0,-3 0 0,0 0 0,-1 0 0,-1-1 0,-2 0 0,0 0 0,-2 0 346,5 0-346,-4 0 0,8-2 0,-5 2 0,3-1 0,-6 1-90,-1 1 90,-5-1 0,0 1 0,0 1 0,-1-1 0,0 1 0,-2-1 90,1 0-90,0 0 0,2 1 0,-3-1 0,4 1 0,-1-1 0,1 0 0,0-1 0,-2 1 0,0 0 0,-1-1 0,1 2 0,0-1 0,-1 0 0,1 0 0,0 0 0,0 0 0,-2 0 0,4-1 0,-3 1 0,3-1 0,-4 1 0,3-1 0,-3 1 0,3 0 0,-3 0-90,2-1 90,-2 1 0,1 2 0,-6 3 0,1 1-180,-5 3-450,2-2-809,0-1-899,-1 0 2338,-2-1 0,1 0 0,-2-1 0</inkml:trace>
  <inkml:trace contextRef="#ctx0" brushRef="#br0" timeOffset="15566">19742 13095 8972,'10'-5'3688,"-1"1"-2969,-4 5-719,-2 2 90,1 1-90,-3 1 90,1 2-90,0-3 0,-1 4 90,0-1-90,0 0 90,0 7 0,0-2-90,-1 4 0,1-2 0,0 0 90,0 1-90,0 0 90,0 7-90,-1-4 0,2 5 0,-1 0 0,0-6 0,0 13 90,1-8-90,-1 7 0,0-7 0,1 4 0,-2-10 0,2 3 0,-1-6 0,1 0 90,-1-2-90,1 0 0,-1 0 0,0-1 0,1 5 0,1 0 0,-1 0 0,1 1 0,-1-5 0,-1-1 0,1-1 0,-1-3 90,0-2-90,0 3 0,0-2 0,1 3 0,-2-3 0,2 1 0,-1 0 0,-1-2 270,1 2 899,0-1-1169,2-2 0,2 0 0,0-2 0,1 1 0,0-2 0,1 1 0,1-2 0,0 2 0,0 0 0,3-1 0,2 0 0,3-1 0,3 0 0,2 0-345,7 0 255,4 0 180,5-1-90,2 2 0,2-3-1343,6 1 1343,1 1 0,6-1-194,-19 1 0,-1 0 194,22-1 0,-14 1 0,0 1 0,-10-1 0,-1 1 0,5 1 0,-1-1 0,15 1 0,-12 1 0,-14-2 0,0 2 184,-1-1-184,1 1 0,0 0 0,-1 0 0,1-1 0,10 1 0,-7-2 1310,9 1-1310,0-2 461,-8 0-461,20 0 0,-9 0-485,2 1 485,-5 0-360,-11-2 360,-1 1-132,-1 0 132,-1 0 0,-2-1 0,-1 1-90,0 0 750,-1-1-660,0 1 0,0 0 381,0-1-381,-1 2 237,2-1-237,8-1-90,-5 1 180,17-1-180,-6 1 90,10 0 0,-11 0 0,-2 0 0,-12 1 0,0-1 90,-1 2-90,-1-2 0,-1 1 0,-2 0 0,0 0 0,5-2 0,-3 2 0,5-3 0,6 2-90,-3 0 180,22-1-180,4 1-15,-19 1 1,1 0 104,20 0-786,-7 0 786,-18 2 0,-1-1-187,0 0 187,-1 0-90,-2 1 90,0-1 0,-3 0 0,3 0 0,0 0 359,4-1-359,-8 1 793,3-1-793,-8-1 210,4 0-210,-5-1 0,1 1 0,0-1 0,1 0 0,0-1 0,1 1 0,0-2 0,-2 3 0,2-2 0,0 2 0,1-1-90,1 1 90,1 0 0,-1 1 0,0 0 0,6 1 0,-8 0 0,9-1 0,-12 0 0,2 1 90,-1 0-180,-4 0 90,2 0 90,-3 0-90,-2-1-90,2 0 90,-1 0 90,1 0-90,0 0 0,0 0 0,1 0 0,-1 0 0,5-1 0,-3 1 0,4 0 90,-2 0-90,10 1 0,-5-1 0,6 3 90,-6-2-90,0 2 0,-1-1 0,-2 0 0,0 1 0,-2-1 0,-1 0 0,-1 0 0,0-1 0,-2 1 0,1-1 90,-2 1-90,0-2 0,-1 1 0,1 0 0,3 0 0,-3-1 0,3 1 0,-3-2 0,2 1 0,1 0 0,0 0 0,-1 0 0,-3 0 0,3-1 0,-4 1 0,3-1 0,-2 0 0,0 0 0,1 1-90,0-1 90,-1 1 0,-3-1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6:31.090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12477 14937 26242,'-21'-29'-3277,"-9"7"2303,-2 6 1,-3 3 1570,-10 0-73,7 11 1,-3 5 390,-4 8 1,-3 7-628,7 2 0,-3 3 0,1 1-181,10-5 0,1 0 1,-1 1-1,2 2-229,0 2 1,1 2 0,1 1-1,2 2-260,2 3 1,2 4-1,2-1 1,2-2 299,-6 8 0,3 2-160,7-4 0,1 6 1,2-1-1,3-7 316,6-8 1,3-1-1466,-1 19 1,4-2 8,7-18 1,5-2 546,9 5 1,5-2 391,10 1 1,6-5 503,-6-8 0,4-4 1,4-6 86,-4-8 0,4-4 1,3-4-1,0-2 1,-4-2 48,-4 1 0,-3-3 1,0-1-1,1-2 1,-1 1 42,6-3 0,1 0 0,-1-1 1,-2-1-1,-5-4 18,-1-5 0,-4-3 1,-4-2-1,-4 1 21,-5-4 0,-4 0 0,-3 1-587,0 7 1,-1 0-1,-5-3-10,-9-12 0,-7-4 0,-2 8-522,0 14 0,-4 3 493,-4-3 0,-7-4 1,-3 1-1,-2 6 185,-9 4 0,-3 8 0,0-1-218,3-3 0,-1 0 0,-4 4 438,0 7 1,-7 2 0,-1 3-1,2 2 1,7 0 311,8 0 1,5 2 0,-4 3-429,-10 2 1,-8 3-1,-2 2 1,5 0 0,10 2 456,2 5 0,6 2-203,-3-3 0,-1 1 0,10 2 0,18 21 0,13-10 0</inkml:trace>
  <inkml:trace contextRef="#ctx0" brushRef="#br0" timeOffset="1085">19638 15006 5506,'-11'-23'3276,"-4"0"0,-6-3 0,-7 4-637,-2 12-3367,-8 15 0,-3 6 2366,6 2 0,1 2-1820,-10 5 0,1 3 677,6 4 0,2 5-764,12-8 0,0 2 0,2 2 148,-4 7 1,1 2 0,2 2-112,1 4 0,2 1 0,6 3 454,4 1 0,7 2 0,5-1 385,5-1 0,7-2 0,7-1-513,2-11 1,6 0 0,3-1-1,4-3 1,0-3-155,2-4 0,2-4 1,2-2-1,1-3 0,1 0 68,-6-1 0,2-1 0,0-1 0,0-2 0,0-3 1,0-3-114,2-5 1,1-3 0,0-3 0,0-2 0,-4 0-1,-2-1-194,12-6 1,-6-2-1,0-1-466,-9 3 0,-1 0 1,-1-2-1,0-3 572,2-6 0,1-3 0,-3-3 0,-4 0 65,-6 4 1,-4-1 0,-1-1-1,-1-4 258,2-3 1,0-4 0,-1-2-1,-4 0 1,-6 2 331,-7-1 0,-5 1 1,-5 1-1,-5-1-695,-4 4 1,-6-1 0,-4 1 0,0 2 0,1 4 526,-6-6 0,1 4 0,-4 2-270,4 6 1,-1-1 0,-3 3-1,-2 3-463,1 6 0,-4 3 0,0 2 1,0 1-1,5 1-24,-2-1 1,4 1-1,-7 2-6,4 3 1,-7 1 0,-4 0 0,-1 2 0,1 0 0,4 2 0,5 1 194,-8 5 1,6 3 0,-4 2 0,4-3 0,-3 1 0,-2 2 0,2-1 0,4 1 0,-2 6 0,1-1 0,-1 0 0</inkml:trace>
  <inkml:trace contextRef="#ctx0" brushRef="#br1" timeOffset="3626">14130 14739 9422,'-3'-10'1529,"1"1"-1080,2 2-269,2-8 0,1-1-90,5-12 0,2-5 0,2-14-90,-2 10 45,-2-2 0,-2 0-45,0 6 0,-1-1 0,0-2 0,-4-10 0,0 11 45,-1 9 0,-1 1-45,-1 4-90,-1-15 90,0 17-180,-1-5 0,2 13 90,0 2-180,0 3-1079,0 1 0,-6 6 360,3 1 989,-3 4 0,3 0 0,2-1 0</inkml:trace>
  <inkml:trace contextRef="#ctx0" brushRef="#br1" timeOffset="4450">14188 14158 7892,'-1'-9'1080,"-1"0"-181,0 4-539,-2 1-180,-8 8-90,3 0-90,-9 10 0,11-6-180,-4 9 90,8-9 0,1 6 0,7-11 90,6-5 0,-4-3 90,7-9-90,-6 1 90,0-4 90,-5-4-90,-5 6-90,-3 3 0,-4 7 0,3 8-90,2 5 180,4-2 270,3 1-270,-1-11 0,-4 1-450,-7-2-270,-2 6 1,0 4 629,-3 7 0,5 0 0,-5 4 0</inkml:trace>
  <inkml:trace contextRef="#ctx0" brushRef="#br1" timeOffset="5510">14112 13969 8432,'-11'-6'540,"-1"0"-180,-1 6-270,2 1 449,-13 8-449,13-2 90,-16 10 0,11 2 0,1 2 0,-10 20-45,7 2 0,3 2-135,5 1 45,6-9 0,4-1-45,6-8 0,4-2 0,4 3 0,2-1-45,0-1 0,2-4 45,7-5 0,2-6 0,23-13 0,-23-3 0,2-5 45,8-14 0,-2-9 0,-6-7 0,-5-4 0,2 0 0,-6-2-16,-11 10 1,-4-2 0,-4 2 15,-8-5 0,-3 3 0,2 5 0,-5 3-90,-20-6 0,-4 7-45,4 10-600,-3 11 1,-8 3 0,5 4-481,9 7 1,2 3 622,-17 2 1,1 2 0,18 1 0,4 0 0,-10 10 0</inkml:trace>
  <inkml:trace contextRef="#ctx0" brushRef="#br0" timeOffset="10294">14359 15024 28108,'-11'-19'-3277,"-7"-4"0,-2 2 2244,-3 0 1218,-9 4 450,11 6-79,-18 0-83,8 8 0,-7 1 1,2 2-389,-12 2 1,-1 3 404,10-1 0,-3 1 1,-1 2-1,2 6-103,1 9 0,1 6 0,3 3 0,3 2-278,6 0 0,3 3 0,2 0 0,0 0-51,-1-2 1,-1-2 0,4 2 0,5 1-409,9 5 1,6 2 0,5-1-1,1-6-429,6-3 0,4-1 157,-1 0 1,4 3 0,4-4 46,5-5 1,6-5 0,3-3 290,-1-5 0,5-4 0,1-2 0,-3 0 197,2 4 0,-1-1 0,3-5 273,-2-5 1,5-3-1,1-3 1,-4-1-1,-6 1-1224,0-2 0,-2-1 1463,5-2 0,4-1 0,-5-2-141,-4-1 0,-3-4-62,-2-5 0,1-3 0,-2 1-1221,4-2 0,-1 0 712,-7 3 0,0-1 0,-6-2-228,-4-13 1,-8-1-533,-8 4 1,-6-2 394,-2 0 0,-4-2 0,-5 3-49,-2 8 1,-5 2 0,-3 2 600,-4 5 0,-5 0 1,0 2-1,2 3 148,3 1 0,2 3 1,-4 1 26,-4 2 1,-6 1 0,-2 1-1,1 2 1,5 2 14,2 2 1,3 2 0,-3 2-370,-6 0 1,-5 1 0,1 2 0,7 2 391,1 3 0,6 4 142,1 3 1,6 2-1,5 10 1,3 1-1</inkml:trace>
  <inkml:trace contextRef="#ctx0" brushRef="#br1" timeOffset="13683">8177 12956 8612,'7'-4'-450,"1"1"450,-1 3 0,1-1 0,4 2 0,-3-1-359,10 1 179,-8-1 180,17 3 0,-11-2 0,11 2 0</inkml:trace>
  <inkml:trace contextRef="#ctx0" brushRef="#br1" timeOffset="13882">8825 12973 7533,'11'-8'809,"-1"1"-629,5 2-450,8 3 270,5 1 0,4 1 0,-7 0 0,1 0 0,10 1 0,0-1 0</inkml:trace>
  <inkml:trace contextRef="#ctx0" brushRef="#br1" timeOffset="14077">9887 12989 7803,'17'-5'-90,"12"-1"-450,-1 3-270,12 1 810,-15 2 0,10 2 0,-3-1 0</inkml:trace>
  <inkml:trace contextRef="#ctx0" brushRef="#br1" timeOffset="14265">11049 13013 7083,'17'-2'0,"-6"2"0,16 0 0,-12 1 0,8 1 0</inkml:trace>
  <inkml:trace contextRef="#ctx0" brushRef="#br1" timeOffset="14477">11880 13039 7623,'28'-5'180,"-6"2"-540,-1 4 360,-1 3 0,-1-1 0,4 1 0</inkml:trace>
  <inkml:trace contextRef="#ctx0" brushRef="#br1" timeOffset="14644">12456 13082 7623,'18'-3'629,"4"0"-1798,-6 2 1169,-2 0 0,0 2 0,-7 0 0</inkml:trace>
  <inkml:trace contextRef="#ctx0" brushRef="#br1" timeOffset="15690">7157 12851 7892,'-4'-15'3059,"-2"-1"-2610,-2 1-89,-3 5 180,-18 13-315,3 14 0,-1 5-225,-12 5-45,9 4 0,5 3-135,13 0-180,9 12 90,21-13 180,4-20 0,4-6 45,-1-3 0,2-5 0,13-6 0,1-7 45,-7-4 0,-3-4 0,1 0 0,-4-4 45,-5-8 0,-6-1-45,-4-5 0,-19 1 0,-6 2 0,-3 11 0,-4 1 0,-5 3-449,-20 11 89,11 4-1279,2 11 1,2 4 1512,10 2 1,-14 16 0,21-9 0</inkml:trace>
  <inkml:trace contextRef="#ctx0" brushRef="#br1" timeOffset="15943">7497 12821 9691,'-1'-9'1080,"-1"-1"-361,-1-1-449,1 1-2249,0 1-809,-2 12 2788,1-1 0,-2 6 0,2-4 0</inkml:trace>
  <inkml:trace contextRef="#ctx0" brushRef="#br1" timeOffset="16566">7648 12670 9062,'2'-10'899,"1"2"-269,-1 2-540,-9 9 0,1 4-90,-6 4 180,-13 25-180,14-18 0,-11 18-180,15-7 90,6-8-90,5 15 90,4-19-180,11 0 0,2-1 90,2 0 90,-1-2 1,-3 2 89,-6 3 0,-7-4 90,-12 3-90,0-10 179,-25 18-448,4-10-226,6-3 0,-1-1 495,-9-1 0,11-6 0,5-4 0</inkml:trace>
  <inkml:trace contextRef="#ctx0" brushRef="#br1" timeOffset="16810">7642 12689 8432,'2'-8'810,"3"-5"-361,2 5-89,13-8-180,-6 8-360,24-6-539,-16 8-1620,17-5 2339,-21 6 0,5 0 0,-10 1 0</inkml:trace>
  <inkml:trace contextRef="#ctx0" brushRef="#br1" timeOffset="17227">7936 12580 9242,'8'-7'2338,"0"0"-1798,-12 27-270,-14 12-90,-4 12-135,7-17 0,-1 0 45,-4 13-90,6-7-90,11 13-90,13-22 90,7 14-90,2-13 180,-5-9-90,-6 3 90,-8-10 0,-21 25 0,-5-12-45,4-2 0,-1 0-135,-6-1-1529,-11 2 180,26-15 1529,-14 3 0,23-8 0,-1-1 0</inkml:trace>
  <inkml:trace contextRef="#ctx0" brushRef="#br1" timeOffset="17450">7957 12564 10411,'2'-16'1709,"1"1"-719,16 1-901,25-1-494,-15 5 1,2 0-1235,17-2 1,1 0 1169,-10 2 1,-2 0 0,3-1 0,-1 0 0,-11 2 0,1-1 0</inkml:trace>
  <inkml:trace contextRef="#ctx0" brushRef="#br1" timeOffset="19709">14083 13078 7173,'7'-5'3276,"0"1"-2594,-4 1-502,0 8-180,-2-2-90,-2 7 0,1-3 90,1-2 0,6-6 0,-2-2 0,5-12 0,-6 7 90,0-8-90,-4 9 90,-3-5-90,-2 8-90,-3 1-90,1 7-630,-2-3 810,-1 0 0,0-4 0,-1 1 0</inkml:trace>
  <inkml:trace contextRef="#ctx0" brushRef="#br1" timeOffset="20316">14129 12521 9332,'-12'-16'1889,"-1"-1"-1620,6 11 1,-3 0-90,-3 10-90,4 1 180,-19 32-180,17-18-31,-1 4 1,1 3-125,4 12 84,4-3-92,6 9 85,1-24-95,8 1-6,1-14 107,3-1-47,7-19 3,-4-24 97,-5 0-1710,-10 12 1,-3 0 1495,-6 0 136,-10-7-598,-6 13 192,-1 1 120,0 10 353,-3 26 0,14-3 1,-7 13-1</inkml:trace>
  <inkml:trace contextRef="#ctx0" brushRef="#br1" timeOffset="20544">14357 12651 10141,'0'-13'1170,"2"0"-4447,0 6 2930,-3 8 0,-2 5 0</inkml:trace>
  <inkml:trace contextRef="#ctx0" brushRef="#br1" timeOffset="20994">14662 12438 9781,'2'-19'1080,"-2"4"-810,-2 3-1,-9 11-179,3 1 180,-17 17-180,9-2-90,-9 11 90,5 4-90,9-6-90,5 9 0,7-16-270,23 13 181,-4-14-1,15 10-180,-1-5 360,-8 4 90,-5-7 0,-21 6 0,-11-11 0,-5 2-90,-7 0-270,-4-1 0,4-2-90,-3 1-90,14-8 450,-7 3 0,10-4 0,-6 1 0</inkml:trace>
  <inkml:trace contextRef="#ctx0" brushRef="#br1" timeOffset="21234">14620 12506 9152,'-2'-9'629,"1"-1"-89,12-2-270,3 4-90,22-8-270,-11 9-1549,10-1 1,1-1 1555,-10 3 1,5-1 0,-1-1 0,-7 1 0</inkml:trace>
  <inkml:trace contextRef="#ctx0" brushRef="#br1" timeOffset="21667">15198 12345 9871,'9'-12'1889,"-8"8"-1709,-13 15-90,-1 1 90,-17 19 0,5 1-180,0 3 0,7 1-180,21-3 90,3-12-180,21 12 90,-6-17 0,1-2 1,-1 2 89,0 8 90,-3 4-45,-35-7 0,-11-1-315,-13 8-990,-2-6 1,-1-2 1349,3-1 0,-2-6 0,23-9 0</inkml:trace>
  <inkml:trace contextRef="#ctx0" brushRef="#br1" timeOffset="21867">15187 12318 9062,'22'-37'2428,"3"8"-2203,-1 16 0,4 2-405,5 2 0,0 1-90,-5 1 1,1 0 269,13-1 0,-4 1 0,-8 1 0,18-2 0</inkml:trace>
  <inkml:trace contextRef="#ctx0" brushRef="#br1" timeOffset="26016">16007 14806 8432,'-8'-8'1529,"-1"-6"-1439,6 2-180,0-8-90,5-9 90,3-11 90,0-6 0,3-2-45,-4 17 1,0 0 44,2-8 0,0-5 0,-1 0 0,0 12 89,-1-11 1,1 0-90,0 6 45,-1 6 0,-1-1 45,1 7 0,0-1 45,0-5 0,-1 1-135,3-16 90,-3 17 0,-1 2 90,-1 1-90,0-5 0,1-1 90,0 8 0,0 1-90,0 3 89,-2 6-89,0 4 90,-2-7-90,-2 4-90,0-4 0,-1 3 0,1 2 0,-4 0-90,3 5-90,-3 0-359,4 5 269,-3 2-180,2 1-180,-2 5-2068,0 3 2698,2-2 0,-1 1 0,4-4 0</inkml:trace>
  <inkml:trace contextRef="#ctx0" brushRef="#br1" timeOffset="27281">15942 12446 8612,'-3'-9'1979,"0"3"-1889,-7 2 270,-7 5-180,-7 2 89,-20 14-134,23-1 0,1 2-90,-2 0 0,3 2 0,2 6 0,6 1-45,6 15 0,5-9 0,24 7 0,-9-27 0,17-4 0,3-4 0,-4-9 0,5-2 0,0-5 45,-9-7 0,-4-7-1684,-2-12 1,-3-2 1580,-1 10 1,-3-1-243,-12-16 0,-9 3 300,-13 12-740,-13-5-430,-4 33 1170,4 25 0,7 8 0,8 5 0</inkml:trace>
  <inkml:trace contextRef="#ctx0" brushRef="#br1" timeOffset="27507">16149 12562 10051,'7'-13'630,"-2"4"-270,0-1-270,-2 6-450,1-3 360,1 4 0,-4 6 0,2 2 0</inkml:trace>
  <inkml:trace contextRef="#ctx0" brushRef="#br1" timeOffset="27982">16500 12392 9602,'2'-10'629,"-3"-1"-539,-8 11-90,-2 1 0,-14 16 0,13-5-90,-5 4-180,9 12 90,10-7 1,4 18-1,14-12 0,3-1 90,-2 7 90,-10-14 90,-17 13 0,-17-11-90,-6 3 90,-7 0-270,7-9 0,8-5 180,-6 3 0,18-9 0,-5 2 0</inkml:trace>
  <inkml:trace contextRef="#ctx0" brushRef="#br1" timeOffset="28210">16431 12411 8702,'-5'-19'1259,"5"-4"-989,4 9 0,7-3 90,24 4-450,-4 4-360,-3 3 0,-1 2-179,1 0 629,13 0 0,-19 2 0,8-2 0</inkml:trace>
  <inkml:trace contextRef="#ctx0" brushRef="#br1" timeOffset="28610">16825 12300 9422,'7'-8'1889,"0"2"-1080,-4 2-719,-3 9 0,-1-2 270,-17 30-360,1 2 0,6-13 0,2 2-180,5 7 0,4-1 90,3-3-90,8 5 0,2-1 90,-4-6 90,0 23 0,-29-17 45,1-15 0,-1-1-135,-16 8-630,5-8 1,0-2 719,4-2 0,-10 4 0,26-11 0</inkml:trace>
  <inkml:trace contextRef="#ctx0" brushRef="#br1" timeOffset="28795">16806 12357 10141,'1'-34'1709,"17"-2"-1619,16 3-540,0 19 1,7 6 84,-3 6 1,3 4 0,-1-1 0,8 0 0,0 1 0,-10 1 0,-1 0 0,0-1 0</inkml:trace>
  <inkml:trace contextRef="#ctx0" brushRef="#br1" timeOffset="30593">19506 12418 9332,'-3'-13'539,"1"3"-89,-3 2-270,-10 11 0,-7 7-45,0 7 0,-2 5-45,-1 6 0,0 2-45,3-2 0,2 0 0,-1 6 0,5 0 44,6 7-44,13-13 0,6-2 45,17 3-90,10-4 0,2-27 90,2-27-90,-17 9 45,-5-7 0,-4-4 45,-7-13 45,-4 10 0,-3-2-45,-3 4 0,-3 2-135,0 3 0,-4 3-405,-7 4 1,-2 4-1,-3 3 450,-27 24 0,31 6 0,-11 14 0</inkml:trace>
  <inkml:trace contextRef="#ctx0" brushRef="#br1" timeOffset="30843">19723 12601 10411,'3'-8'1259,"1"-4"-989,-2 7-270,3-6 0,-3 8 0,-1-1 0</inkml:trace>
  <inkml:trace contextRef="#ctx0" brushRef="#br1" timeOffset="31317">20044 12379 9422,'5'-9'719,"1"-1"-179,-3 5 90,1-2-361,-20 17-179,0 2 0,-16 17-90,10-5-90,5 9 0,12-14-90,8 15-89,13-7-1,9 12 90,5-4 90,-14-14 0,-2-1 90,2 2 90,-15 9 0,-14-20 0,-13 5 0,-8-7-180,9-3-540,-20 0-539,25-4 1169,-11-1 0,19-3 0,2 0 0</inkml:trace>
  <inkml:trace contextRef="#ctx0" brushRef="#br1" timeOffset="31567">20033 12399 8612,'-1'-12'630,"0"2"-450,3 3 0,14-4-180,-3 6-720,25-3 720,-1 4 0,6-2 0,3 0 0</inkml:trace>
  <inkml:trace contextRef="#ctx0" brushRef="#br1" timeOffset="31979">20493 12353 10141,'7'-8'2159,"-31"30"-2159,14-11 0,-11 11 0,0 2-90,11-3-270,0 22 90,13-13 1,9 8-181,15 2 360,-10-17 0,7 7 0,-13-14 0,-4 2 540,-37 13-360,14-14-495,-29-3 0,-3-4-45,17-7 450,-10 1 0,2-2 0,16-3 0,-12 0 0</inkml:trace>
  <inkml:trace contextRef="#ctx0" brushRef="#br1" timeOffset="32217">20435 12393 8882,'3'-18'1169,"0"7"-719,19-5-450,6 9-1260,1 3 1,2 0 1259,-6 1 0,0 0 0,5 1 0,-1-1 0,13-1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8:18.58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3143 12171 12930,'-3'-10'629,"-1"0"-449,2 5 0,-1 0 0,0 0 0,0-1 90,0 2-180,-1-2 90,1 2-91,-2-2 1,1 1 0,-2 1 0,0 0 0,-3 1 0,1-1 0,-9 1 90,-6 1-180,-1 2 90,-18 7 0,-1 8-1210,-1 0 1120,0 5 90,15-4-90,-10 10 0,11-4-200,4-1 1,0 2 199,5 2 0,1 1 0,-1 0 0,0 1 0,2 4 0,2-1 0,-5 18 0,9-11 0,2 2 0,3-9 0,1 1-770,-2 11 1,3 0 769,3-10 0,2-1 0,1 2 0,1 1 0,2 4 0,2 1-835,2 1 0,0 0 835,4 3 0,0-1 0,3 0 0,1-2 0,0 0 0,3-1 0,1-1 0,1-2 0,1 0 0,1-1 45,1-1 0,2 0-90,-1-2 0,4 1 45,-3-4 0,3 0 0,0 0-451,3-1 1,1 0 0,1-1 480,-1-1 0,1 0 0,0-1-30,14 5 0,-2-4-157,-13-10 1,0-4 111,14 1 0,3-3 45,-14-6 0,1 0 0,1-2 0,1 1 0,1-2 0,2-2-60,11-4 0,2-3 0,-4-2-249,0-1 1,-1-2 308,-8 0 0,2-1 0,-3 0-45,1-3 0,-2 0 45,-1-2 0,0 0-13,-3-1 1,-1-1-33,-1 0 0,-2 0 374,-5-1 0,0 1-374,-3-2 0,0 1 0,-4-1 0,-2 0 0,0-1 0,-1-2 0,3-14 0,-2-3 45,-5 9 0,-1 0-45,1-13 1,-2 0 88,-5 11 1,-2-1-45,-2 2 0,-1-4 0,-1-1 60,-1-5 0,-1-3 0,-1-1-94,-1 5 1,-1-1 0,0-1 0,-1 2 33,-1-7 0,-1 1 0,0 2 80,-2 2 0,-1 2 0,0 4-35,-3-2 0,-1 2 0,-2 2 0,-1 0-7,0 2 1,-2 2-39,-2 1 0,-1 1 45,-1 1 0,-2 1 0,-1 3 0,-1 1-45,-2 1 0,-1 1 45,-2 3 0,-1 1-45,-2 1 0,-2 2 0,-2 2 0,-2 1 0,0 2 0,-1 1 0,1 3 0,-1 1 45,-3 0 0,0 2 88,6 2 1,-1 1-134,1 1 0,-2 0 0,-1 2 0,-2 1 0,-1 2 0,-1 1 32,-9 3 0,-1 0 0,2 2-32,8-2 0,1 2 0,1 1-90,-5 7 0,0 2 0,5-1-45,8-1 0,3 1 146,-11 9 0,4 1-236,17-8 0,3-1-225,0 3 0,2 0-339,2 1 0,1 1-1460,-10 26 2249,10 1 0,8 4 0,7-27 0,0-1 0</inkml:trace>
  <inkml:trace contextRef="#ctx0" brushRef="#br0" timeOffset="1274">4750 13207 12390,'0'10'270,"0"-1"-90,-1-3-90,4-1 0,0-1 0,5 0 179,12-2-179,0 0 0,15 1-1159,1-1 1159,11 2 0,7 0-90,-24-2 0,2 1 45,1-1 0,1 1-1051,2-1 0,0 1 1050,7 1 1,1-1 0,1 0 0,3 1-15,2 0 0,3 0 0,-1 0-821,-11-1 1,-2 1 0,2-1 820,12 1 0,3 0 0,-4 1-30,-13-2 0,-3 0 0,3 0-437,14 1 1,5 0 0,-1 0 436,-12 0 0,0 0 0,0-1 0,0 1-215,-1 0 1,1-1-1,-1 0 1,0 1 244,11 1 0,-1 0 0,-5-1-30,0 1 0,-5 0 3,0-1 1,-1 1-4,-6 0 0,-1-1 254,-1 0 1,-1 1-255,-3-2 0,0 1 1205,21 3-1205,4 1-90,-23-3 90,2 0 0,-20-3 2195,-3 0-3724,-5-1 308,-5-9 1221,-3 5 0,-8-10 0,2 6 0</inkml:trace>
  <inkml:trace contextRef="#ctx0" brushRef="#br0" timeOffset="13778">15492 14601 11131,'-4'-8'1349,"0"0"-899,1 3 449,0 1 1,0 0-541,-2 2-179,-1 1-90,0 1 0,-2 2 90,2 0-90,0 1 0,-2 0 0,0 1 0,0-1 0,-1 2-90,0 0 90,0-1 0,0 2 0,-5 2 0,0 3-90,-1 0 90,2 1-90,4-4 0,1 1 0,0-1 90,1 1-90,-1 0 0,2 1 0,-3 6 89,2-3-89,-2 7 0,4-5 0,1 2 0,1 1 0,1 1 0,0 11 0,1 2 0,4 11 0,2-10 0,5 6 0,4-12 0,-1-2 0,2-6 0,-2-12 0,-1 0 0,4-3 0,-2-1 0,3-2 0,-1-2 0,0 0 0,2-2 0,-2-1 90,1 1-90,-1-1 0,6-4 0,1-1 0,6-3 0,-8 2 0,3-4 90,-10 6-90,2-4 0,-5 4 0,-2-1 0,0-1 0,3-6 0,-4 3 0,2-5 0,-4 5 0,-1-2 0,-1-1 0,0-3 90,-1-9-90,-2-6 0,-3-7 0,-3 7 0,-4 1 0,0 11 0,-2-1 90,0 5-90,-1 2 0,-1 2 90,-1 1-90,-1 1 0,-2 2 90,1 3-90,-9-2 90,-2 4-90,1 1-90,-7 5-90,9 3-359,-9 5-451,4 3-89,7 0-1170,5 1-449,7-2 2698,1 1 0,-2 7 0,-1 3 0</inkml:trace>
  <inkml:trace contextRef="#ctx0" brushRef="#br0" timeOffset="21058">13896 13285 13379,'0'0'0</inkml:trace>
  <inkml:trace contextRef="#ctx0" brushRef="#br0" timeOffset="23290">13916 13186 9961,'3'-12'450,"-2"1"-360,-1 4-90,-1 0 90,0-2 0,0 2 0,0 0 0,0 1 0,-1 0 0,1-1 0,-1 2-90,0-2 90,-1 2 89,-1 1-89,1 0 0,-1 1-90,-1 1 90,0 0 0,0 0 0,-2 2-90,0 0 90,0 1-90,1 0 0,-1 0 0,2 0 90,-1 1-90,0 0 0,2 0 0,-2 1 0,-1 1 0,1 0 90,-4 5-90,3-3 0,-1 2 0,-2 1 0,2-1 0,-6 6 0,6-5 0,-3 3 0,4-4 0,1-1 0,-1 1 0,2 0 0,-1 0 0,1 1 0,-2 3 0,1 3 0,0-1 0,1 6 0,2-9 0,1 6 0,1-5 0,0 1 0,2 0 0,0 11 0,0-7 0,2 11 0,0-8-90,1 2 180,1-1-90,1 0 0,1 1 0,1 1 0,2 0 0,-1-2-90,2-2 90,-2-3 90,2-1-180,5 5 90,1-4 0,5 1 90,-4-8-90,1-6 90,5-10-90,-2-2-426,9-6 426,-6-1 0,1-2 90,-3 0-90,2-3 90,-3 0 0,0-1-90,-1 0 180,5-11-90,-10 9 90,7-15-90,-12 8 89,0-9-89,-6 6-90,-3 2-278,-3 7 368,-1 0-90,-3-4 90,-1 0 0,0-1-90,-2 3 89,2 4-89,-2 2 90,1 0-90,-7-6 587,-1 1-587,-2 2 90,-4 1-180,3 10 0,-7 2-90,4 6 388,0 5-478,5 5 1,-1 3-91,-3 5-433,-1 2 164,0 5-900,2 2 989,1 1 540,3 2 0,0 3 0,2 2 0</inkml:trace>
  <inkml:trace contextRef="#ctx0" brushRef="#br0" timeOffset="28617">15570 13009 10771,'-10'-6'270,"2"1"-180,0 2 179,4 3-89,-6-1 180,4 1-180,-4 0 270,3 0 269,-5 0-539,4 0 270,-2 0-180,1 0 180,3 0 179,-6 1-449,5-1 0,-3 0 180,3 0-270,0 0 180,-3 2-90,-3-2-1,-4 3-89,3-1 90,-7 3-90,4-2 0,-2 3-90,1 0 90,4 0-90,1 0 0,-1 1 90,1 2-90,1 0 0,-1 3 90,2 1-90,1 0 0,1 4 90,0 9-90,2 5 0,3 11 0,6-4 0,9 11-880,-2-18 880,7 9 0,-3-15-308,3 0 218,2-1 180,11 7-90,-5-9-657,8 5 657,-7-12 0,-2-1-204,1-5 114,-2-3 770,11-3-680,9-4-45,-13-4 0,0 0 443,19-8-398,-17 2 0,-2-2 0,15-11-237,-5 0 237,-10 2 0,-15 7 228,-3-1-228,-3-1 0,-1-2 0,-3 0 0,-1-3 0,-2-2-485,-3-5 485,-2-3 0,-3-6 0,-4-2 45,1 10 0,-3 0-45,-2 0 0,-3 0 0,-3-4 0,-3 2 0,5 8 0,-3 3 0,-5 2 0,-1 5 0,-6 0 130,-15 6-130,16 9-89,-5 10 89,1 6-180,-2 10-1097,2 5 1097,4 4-179,3 4-91,5 0 0,5-2-269,7-1-1620,7-6 2339,7 9 0,8-5 0,5 9 0</inkml:trace>
  <inkml:trace contextRef="#ctx0" brushRef="#br0" timeOffset="30608">17141 13207 15088,'6'3'270,"-1"1"-180,-5 2-90,0 2 0,-1 0 90,0-1-90,1 4 0,1-3-90,0 0 90,1-1-90,-1-3 0,2 0 0,0 0 90,4-5 0,-4 0 0,2-6 0,-3 2 0,-1-2-539,-1 0 539,-2 1 0,2 1 0,-1 2 0</inkml:trace>
  <inkml:trace contextRef="#ctx0" brushRef="#br0" timeOffset="31173">17164 13029 12030,'-8'-2'180,"-1"0"-90,3 0 90,0 1 0,-3 1-90,3 0 90,-2 0 179,-1 2-269,2 0 180,-5 2-180,5-1 0,-2 2 0,3-1 0,1 0 0,-2 2 0,2 1 0,-2 1 0,1 1 90,-2 9-180,1-4 90,0 7 0,1 4 0,2-4-1,0 16-89,4-13-238,1 7 328,3-9-90,1-1 0,4 2 90,12 8-90,-2-7-571,10 4 571,-6-12 90,4-3-90,-2-3 0,1-5 90,15-5 0,9-6-392,-18 0 0,1-2 347,1-2 0,-2-1 45,15-8-90,-9 0 90,-19 5 208,-3 1-208,-4-1 541,-2 1-541,-2-1 0,-4 0 0,-4-7 0,-3 2-90,-6-8 400,-2 3-400,-6-1 90,0 0-90,-4 0 0,1 1 90,-1-1 0,-12-5-90,0 3 90,0 4-180,-2 7 0,16 11-180,-5 4-89,6 4-181,-1 3-2608,-2 5 359,-10 10 2789,6-2 0,-8 11 0,10-7 0</inkml:trace>
  <inkml:trace contextRef="#ctx0" brushRef="#br0" timeOffset="32755">18828 14860 11940,'0'-8'-1439,"1"1"1169,3 3 180,-1-2 0,-2 0 0,1 0 0,-2 0 0,1-1 0,0 0 1,-1-3 89,2-1-90,-1-1 90,0-3-90,1-1 90,-1-4-90,3-20 90,-1 11 0,0-2-439,1-14 1,1-1 438,-1 5 0,0 1-887,1-3 0,-1 1 887,-1 12 0,-1 0 45,1 0 0,0 0-654,0-1 0,-1 0 654,1 1 0,0-1 0,-1 0 0,1 0-45,0 1 0,0-1 45,0 3 0,1-2-139,1-8 0,0-1 229,1 3 0,-1-1 0,1-6 0,0 0 37,-1 12 1,0 2-83,-1-1 0,0 1 90,1-7 1376,0-2-1466,-2 14-90,-2 6 1564,0 6-1564,0 1 707,0 1-707,0 1 334,-1 1-334,1-1 0,-1 2 0,1 0 0,-1 1 0,0-2 0,0 2-90,0-4-90,0 4-180,-1-6 180,0 3-90,-1-1-269,1-1-541,0 5 271,1-4 809,-1 3 0,0-6 0,0 0 0</inkml:trace>
  <inkml:trace contextRef="#ctx0" brushRef="#br0" timeOffset="33481">18892 13068 10411,'-5'10'630,"0"-1"-450,3-4-90,0 0-1,0 0 1,0 0 0,0 0 0,0 0-90,0 1 90,0 1-90,0-1 0,0 2 90,0-2-90,1 1 90,0 3-90,0-2 90,1 4-90,0-6 0,1 3 90,0-3-90,2 0 90,-1-1-90,1 1 90,1-1 0,-1 1-90,1-3 180,-1 0 0,1 0 0,1-4 0,-2-3-1,-1-3 1,-5-4 0,1 3-180,-1-1 180,0 4-180,7 14 0,-2-6 0,4 11 0,-2-10 0,-2 0 0,2 0-4317,-1-1 4317,-9-2 0,6 1 0,-7-3 0</inkml:trace>
  <inkml:trace contextRef="#ctx0" brushRef="#br0" timeOffset="34022">18800 13036 11940,'-7'-6'360,"0"-1"0,4 4 0,-1-1 89,1 1-179,-2-1-180,-1 4 0,0 3-90,-2 5 90,0 4 0,-3 7-90,-2 4-450,-2 4 450,1 2 90,1 1-90,2 0 10,-1 13 80,7-1-90,2 0 180,15 9-180,10-11-607,-5-15 1,3-1 606,16 9 0,4-9-605,-9-14 695,0-3-90,1-2 0,1-5 0,1-2 0,1-4 0,-2-2 43,-1-4 47,-1-2-100,7-14 10,-10-5 90,-3-2 0,-20 7 0,-5-2 0,-8 0 0,-4 0-188,1-2 1,-2 0 142,-6-3 0,-3 3 45,5 8 0,-2 2 0,-3-2 0,-2 0-45,2 2 0,-1 1 45,-2 0 0,-1 0-359,2 3 0,0 2 314,-1 0 0,0 2 135,-26-10-180,1 6 90,4 6-90,15 11 0,1 1-270,-12 5 28,-11 13-2906,17 17-180,12-1 3328,3 11 0,15-5 0,4 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7:21.33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11721 9577 20085,'16'-17'2584,"2"-4"-1848,-13 14-252,4-6-355,-5 8 188,0-1-57,-1 1-270,-10 8 975,-20 18-846,-3 7 0,-6 9 0,-2 5-101,13-13 0,0 4 0,-1 2 1,-1 0-1,1 2 0,-1-2-10,0 1 1,-1 0 0,0-1-1,0 2 1,0 3 0,-1 3-27,7-8 1,-1 4 0,-1 3 0,0 1 0,0 2 0,0 0 0,1-1 0,0-1-1,2-1 1,1-4 0,2-3-63,-4 8 1,3-6 0,1-1 0,0 1 0,-2 6-286,3-4 1,-2 6 0,-1 4 0,-1 1 0,1 0 0,1-1 0,1-3 0,4-6 0,3-6-729,1 4 1,5-7 0,-1 1 583,-5 18 0,-1 2 1,7-10-1,13-4 1,5-22-1</inkml:trace>
  <inkml:trace contextRef="#ctx0" brushRef="#br0" timeOffset="367">13203 9730 9050,'4'-25'2598,"-2"6"-1218,-3-1-677,-8 16 488,-2 9-211,-11 21 1,-5 12-663,7-9 1,0 2-1,-2 3 1,-1 2-696,2-3 0,-3 2 0,0 1 0,-1 1 0,0-1 0,1 0 755,-2 4 1,1-2 0,0 1 0,-1 0 0,0 2-316,3-7 1,-1 0 0,0 1 0,0 1 0,-1 0 0,0 1 0,0 0 71,-2 2 0,0 2 0,0 0 0,-1 1 0,0 0 1,1-1-1,1-2 0,1-2 69,-3 7 0,1-4 0,1-1 1,0 1-1,-2 4-164,4-7 0,-3 3 0,0 2 0,-1 0 1,1 0-1,1-1 0,3-2 0,2-3-461,-3 7 0,4-3 1,1-2-1,1-1-308,-3 6 1,0-2 0,2 0 365,0-1 0,1 0 0,5-6 0,3 7 0,8-19 0</inkml:trace>
  <inkml:trace contextRef="#ctx0" brushRef="#br0" timeOffset="683">13511 10241 15011,'15'-24'1928,"-8"24"-2388,-12 21 0,-10 13 611,3-4 0,-3 3 0,-3 5 0,-3 4-479,4-11 0,-4 5 0,-1 3 1,-2 2-1,-1 1 0,-1 1 1,1-1-1,0 0 0,1-3 1,3-2 209,-6 7 0,3-3 1,1-1-1,0 0 1,-3 2-1,-2 3 169,5-8 1,-1 1 0,-2 2 0,-1 2 0,-1 0 0,0 1 0,-1 0 0,1 0 0,0-1 0,1-2-1,0-1-105,0 2 0,-1 0 0,0-1 0,1 0 0,-1-1 0,2 0 0,0-2 0,0 0 0,1-2 66,-4 7 0,2-4 1,1-1-1,0 1 1,-2 2-1,-2 4-254,7-8 0,-2 4 0,-2 2 0,-1 2 0,-1 1 0,1 1 0,-1 0 0,2-1 0,1-2 0,1-2 0,3-4 0,3-3 268,-3 7 0,3-6 0,3-1 1,-1 0-1,-1 4 0,-3 2 0,-1 4 1,-2 3-1,0-1 0,1 0 1,3-3-1,3-5 0,1 9 0,-1 0 1,1 0-1</inkml:trace>
  <inkml:trace contextRef="#ctx0" brushRef="#br1" timeOffset="1017">13933 11877 8882,'-41'20'630,"15"-2"-523,3 2 1,-7 10 0,-4 5 0,2-1 0,4-4-1201,3-1 1,2-3 0,-1 4 651,-2 1 0,-4 4 1,0 1-1,1-1 1,4-3 470,1-2 0,3-2 0,-4 6-20,4-5 0,-3 7 1,-4 3-1,-1 3 0,0 2 1,-1-1-1,1-1 0,2-3 1,3-4 7,-2 3 0,2-4 0,2-2 0,-2 2 0,-4 6-65,7-8 1,-3 4 0,-2 3-1,-1 2 1,-2 2 0,1 0 0,-1 1-1,1-1 1,1-2 0,2-1 0,2-4-1,2-3 34,-6 11 1,4-6-1,2-2 1,0 0 0,-2 5-8,2-4 0,0 2 0,-1 2 1,-1 0-1,1 1 0,0 0 1,1-1-1,2-2-179,-1 5 1,1-2-1,1 0 1,1-1 0,1 0-1,0-1 93,-1 0 0,0 0 1,1-1-1,1 0 1,1 0 113,-2 10 1,2 2 0,1-4 0,5-7 0,4-7 0,2-3 0,0 13 0,0 0 0</inkml:trace>
  <inkml:trace contextRef="#ctx0" brushRef="#br0" timeOffset="1373">14812 13369 10401,'-8'-10'-337,"-1"-2"642,0 5-150,-2 7 396,-9 16-325,1 8 0,-4 8 0,1 0-1319,-1 0 1,-1 1 0,-1 3 1036,0-1 1,-3 4 0,-1 2 0,1-1 0,3-4 232,-4 5 0,2-4 0,-2 6-133,6-9 0,-3 6 1,-2 3-1,0 1 0,0-2 1,3-2-1,4-6-32,-3 4 0,3-5 0,-2 5-78,3-4 0,-4 4 0,-1 3 0,0 0 0,3-2 0,3-3-843,-2 7 1,4-4-1,1-1 849,-2 6 1,1-2 0,2 5 0,5-6 0,12-12 0</inkml:trace>
  <inkml:trace contextRef="#ctx0" brushRef="#br1" timeOffset="1673">15756 13388 8882,'-27'40'179,"0"0"1,1 1 0,-1-1 0,2-2 0,1-1 0,-1 1 0,-1 3-466,2-3 1,-1 2 0,0 2 0,-1 1 0,0 0 0,0 0 207,3-4 1,0 1 0,0 0 0,-1 1 0,2 0 0,1-1 0,0 0 77,1 2 0,1 0 0,1 0 0,1 0 0,0-1 0,0-1 0,-2 2 0,0 0 0,0 0 0,2-3 0,4-1 0,4 5 0,0 1 0,-1-1 0</inkml:trace>
  <inkml:trace contextRef="#ctx0" brushRef="#br1" timeOffset="1956">17322 13617 8792,'-2'-16'720,"0"3"-451,-5 13 1,-16 27-225,6-4 0,-1 3 0,-1 2 0,-2 6-27,1 2 0,-3 6 0,-3 6 0,1 0 0,1-2-674,2-3 1,2 0-1,0 0 1,-1 1 0,0 1 400,2-7 0,0 1 0,0 1 0,-1 0 1,1 0-1,0 0 0,2-2 111,-3 8 0,0-1 0,2-1 0,1-1 0,2-3-32,-2 9 0,3-4 0,2-3 0,0 1 0,1-2 0,3 0 0,0 0 0</inkml:trace>
  <inkml:trace contextRef="#ctx0" brushRef="#br1" timeOffset="2283">18963 13442 8972,'-5'-31'899,"1"17"-809,-10-3 180,-10 34-120,2 5 0,-5 9 0,-2 3-806,6-5 1,-2 4-1,0 1 1,-1 2 0,0-2 268,0 2 0,0-2 1,0 2-1,-1 1 0,-1 3 387,5-4 0,-1 2 0,-2 3 0,1 1 0,0-1 0,1-1 0,2-2 0,2-5 206,-2 3 0,3-5 0,1 1 0,-2 4-502,1 1 1,-3 6-1,-1 2 1,0 1-1,2-1 1,3-5-1,5-7 296,1 10 0,3-3 0,-6 6 0,-1 5 0,10-10 0,20-4 0</inkml:trace>
  <inkml:trace contextRef="#ctx0" brushRef="#br1" timeOffset="2573">19886 13605 8792,'-3'-11'810,"-26"31"-721,8 0 1,-3 7 0,-1 1-1183,-4 4 1,-1 3 0,-2 4 786,8-9 0,-2 4 1,-1 3-1,0-1 1,1 0-1,2-2 306,-3 3 0,2-3 0,0 1 0,-1 5-75,1-1 0,-2 5 0,-1 2 0,2 0 0,1-4 0,4-5-15,2-1 0,2-5 1,1 2-69,-1 4 1,-2 3-1,3-1 1,6-6 438,6-6 1,3-3-1,2 24 1,10-9 0</inkml:trace>
  <inkml:trace contextRef="#ctx0" brushRef="#br1" timeOffset="2817">20574 13745 690,'2'-11'270,"-18"16"212,-5 11 0,-4 9-422,-2 2 0,-2 5 0,0 0-30,4-5 0,0 1 0,-2 5 5,1 1 1,-3 7 0,0 1 0,2-2 0,4-5-36,-4 5 0,2 1-54,3-4 0,-3 7 0,-2 2 0,2 0 1,3-5-577,3 1 0,4-3 1,-1 1 557,-3 2 0,0 1 1,2-3 272,0 8 1,6-7-1,10-7 1,2-4-1</inkml:trace>
  <inkml:trace contextRef="#ctx0" brushRef="#br1" timeOffset="3090">21787 14145 8972,'-31'12'315,"11"0"0,-2 5-203,-1 6 0,-4 5 1,0 3-1,1-2-52,-4 5 0,-1-1 0,-1 4-304,6-6 0,-3 3 0,0 1 0,1-1 0,3-4 214,0 0 0,3-4 0,-1 3-790,0 2 1,-1 3 0,2-1 0,4-6 163,-7 13 1,3 0-1,6-1 1,14-19 0</inkml:trace>
  <inkml:trace contextRef="#ctx0" brushRef="#br1" timeOffset="3369">23016 14152 8972,'-15'4'270,"-1"2"-90,-6 13-46,-9 11 1,-8 9-568,7-8 0,-4 4 1,-2 2-1,2-1 278,2-1 0,0 0 0,0 0 0,-1 1-222,4-3 1,-3 2-1,1 0 1,2-3-1,4-3 378,-8 11 0,6-6 0,5-4 0,5-3 0,3-2 0</inkml:trace>
  <inkml:trace contextRef="#ctx0" brushRef="#br1" timeOffset="3601">23811 14099 8342,'2'-14'719,"-33"25"1,-14 12-585,20-12 0,-3 4-791,-4 5 1,-7 5-1,-3 3 1,1 1 0,5-5 40,2 1 1,4-3 0,-4 4 596,0 2 0,-3 2 0,-3 3 0,1 0 0,0-1-367,3-1 0,0 1 0,0-1 0,0 0 0,2-1 70,-4 3 0,2-1 0,0 0 0,-1 1 241,3-3 0,-1 1 0,0 0 0,1-1 0,2-2 0,-7 6 0,3-3 0,0 1 1,8-7-1,-1 1 0,1-1 0,-1 0 0</inkml:trace>
  <inkml:trace contextRef="#ctx0" brushRef="#br1" timeOffset="8784">20723 16651 8252,'-1'-13'540,"0"4"180,-5-14-91,-3 6-359,-2-3 180,-2 7 0,-17 22-203,4 15 0,-5 16 1,-2 5-1,5-3-202,7-8 0,4 0 0,0 0 0,-2 3-102,-4 3 0,-2 2 1,-1 2-1,3-1 1,7-5 56,4 3 0,5-4 0,7-2 45,18 14 0,11-11-45,5-24 0,5-5 30,-7 4 0,1 0 0,3-10 23,-3-14 1,2-10 0,2-5 0,-3-1 0,-4 3-54,-1 4 0,-4 2 0,-1-8 60,-2-6 0,2-6 0,0-6 0,-3-1 0,-6 2 0,-9 4-7,-11 2 1,-10 3-1,-3 0 1,3-1-54,6-7 0,2-3 0,-1 2 0,-8 7-150,-13 2 0,-6 7 0,2 10-210,-10 16-1279,26 27 1,8 7 1161,10 0 0,3 3 0,4 1 0,14 0 0</inkml:trace>
  <inkml:trace contextRef="#ctx0" brushRef="#br1" timeOffset="9002">21291 16804 11221,'-10'-15'1259,"2"0"-4536,4 7 3174,7 10 0,2 2 1,6 9-1</inkml:trace>
  <inkml:trace contextRef="#ctx0" brushRef="#br1" timeOffset="9450">21745 16597 10141,'-20'-29'2429,"-2"-1"-1979,14 16-91,32 2-718,25 14 314,-23-1 0,0 0-135,12 3 0,-3 1 90,-9 0 90,6 2 150,-42 22 0,-19 14 0,3-4-105,11-14 0,-2 0-865,-5 10 1,-6 7 0,0 1 0,6-9 376,7-7 1,2-2 139,-8 17 0,2 3 213,5-6 0,2-2 0,1-5 0,2 0-1349,5 17 0,6-4-1440,7-16 2879,6 18 0,5-42 0,-3-4 0</inkml:trace>
  <inkml:trace contextRef="#ctx0" brushRef="#br1" timeOffset="10057">20505 17896 9871,'-12'-27'3059,"-5"-8"-2520,2 11 721,-27 7-991,17 21 31,-3 15 0,-6 10 0,6 0-255,9-4 0,3 2-45,-5 12 0,-1 6 0,14-4-1639,30 1 1,9-3 791,-14-6 0,6-4 808,11-14 0,11-4 1,2-5-1,-7-4-96,-1-7 0,0-7 45,0 0 0,5-4 0,-1-3 0,-10-5-564,-11-9 1,-8-6 0,-1 1 698,13-7 0,-11 0 105,-26 0 0,-14-1 0,-1 10-240,-11 10-630,-8 5 1,2 11-2558,15 34 3174,5 10 0,23 5 0,10-8 1</inkml:trace>
  <inkml:trace contextRef="#ctx0" brushRef="#br1" timeOffset="10250">21100 17977 11490,'-7'-17'1530,"-1"-3"-2700,2 5-1978,9 4 1439,2 9 1709,8 3 0,1 2 0,2-1 0</inkml:trace>
  <inkml:trace contextRef="#ctx0" brushRef="#br1" timeOffset="10690">21795 17724 10681,'-14'-25'1439,"0"0"0,-7-9-3078,-7 33 1,-3 10 334,-2 8 1169,5 5 1,-7 8 0,-1 1 0,7-3 179,4-2 0,2 2 45,0 0 1,-3 4 0,1 2-1,6-2-270,5 12 1,11 0-458,8-7 0,7 2 1,-2-2 546,-2 7 0,5-3 84,12-10 1,7-3 0,0-7-130,-2-12 0,2-6 573,9 4 1,1-7-394,0-12 0,-6-9 225,-15-1 0,-6-4-180,-3-3 0,-10 1 323,-34-6 1,-14 10-2053,4 17 1,-4 8 1597,10-3 1,-2 2 0,3 4 0,-4 10 0,5 5 0,13-4 0,-1 0 0</inkml:trace>
  <inkml:trace contextRef="#ctx0" brushRef="#br1" timeOffset="11050">19691 18560 9325,'-40'-3'869,"0"0"1,4 1 0,3 0-510,-9 1 1687,16 2-1598,43 3 1,18 2-270,-4-3 0,9-1 0,3 0 0,2 0 0,-1 0-522,1 1 0,-2 0 1,3 1-1,2-1 1,6 0 357,-14-1 0,5 0 1,3 0-1,2 0 0,2-1 1,0 1-1,0 0 1,-1-1-1,-1 1 0,-4-1 1,-3 1-331,10 0 1,-5-1-1,-2 1 1,-1 0-1,2 0 1,3-1 303,-7 1 0,2-1 0,2 1 0,1 0 0,0-1 0,-1 1 0,-2-1 0,-3 1 0,-4-1-13,9 1 1,-7 0-1,1 0 1,6-1-130,-6 1 1,6 0-1,2 0 1,3 0-1,0-1 1,-1 1 0,-3-1-1,-5 0 8,4 0 0,-4-1 0,-2 0 0,1 0 1,3 1 65,-2-1 1,5 2 0,2-1 0,-1 0 0,-3 0 0,-7-2 0,-8-1-283,3-4 0,-18-1-1242,-38-2 1,-15 0 1061,11 3 1,-1 1 38,-12-1 1,-1 2 500,5 4 0,2 3 0,-17 1 0,17 0 0,-1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9:11.50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20519 3047 13199,'-2'-14'630,"0"3"-270,-2 1-180,1 3 90,-5-5 89,0 1-179,-3-1 0,0 0-90,0 4 0,0 0 0,-2 1 0,-2 1 0,0 1 0,-3 1-90,-1 3 90,-3 0 0,-4 4-90,-15 8 90,-2 7-90,-2 7 0,15-1 0,12 7 90,14-12-90,5 7 0,15 6 0,1-8 90,11 9-729,-4-14 639,2-3 0,1-3 0,-1-4 0,0-2 0,9-3 90,4-7-180,13-8 90,-11-2 0,-6-6 90,-17 5-90,-4-2-90,-3-1 180,-3-1-90,-3 0 0,-2-1 639,-2 1-639,-1 0 0,-2 2 0,-1 2 0,0 0 0,0 4 0,0 1 0,0 3 0,-2 7 0,-1 12 0,-1 22 0,1 3 0,2-1 0,1 3 0,0 1 0,1 0-1066,0 2 0,-1 0 1066,1 0 0,0-1 45,1-11 0,1-1-45,-1 12 0,-1-1 0,2-10 0,-1-1-561,0 8 0,0-1 651,-2 10-895,0-2 805,-1-2 0,-1-4-305,-2-3 305,1-6 1545,-6 4-1545,-2-9 0,-2-2 0,-8-8 90,8-10-180,-9-3 180,1-6 621,-2-4-621,-5-4-180,-11-10 180,10 2 239,-8-6-419,16 6 90,4 1 354,5 1-444,4 2-360,6-7-540,12-6-2158,17-8 810,8 4 2338,10 3 0,-14 15 0,1 2 0,2-2 0,0 0 0</inkml:trace>
  <inkml:trace contextRef="#ctx0" brushRef="#br0" timeOffset="327">21196 3516 14459,'-1'-11'809,"0"1"-539,0 3 90,-1 1-360,-2 11 90,0 3 0,-1 11-90,2 1 90,0 7-90,-1 6-1135,1 9 1135,-1 7-1467,1 5 1467,0-24 0,0 1 0,0-1 0,0 1 45,0 0 0,-1 0-45,0-1 0,1 1-318,-2-2 1,0 2 362,-2 10 0,0 1-135,-1-3 1,0 0-46,1-1 0,1-1-45,0-6 0,1-4-270,0 4-359,1-5-1350,1-6-630,2-6 3020,0-4 1,2-4 0,0-2 0</inkml:trace>
  <inkml:trace contextRef="#ctx0" brushRef="#br0" timeOffset="692">21259 3523 14009,'-1'-9'0,"0"0"0,3 4 0,3 0 0,0 4 0,3 0 0,3 2 0,0 0 0,6 2 0,-2-1 0,4 3 0,0 0 0,5 3 0,-2 0 0,3 3 0,-3 0-222,0 4 222,-5-2-90,4 10 1,-9 1 89,-1-2 0,-12 10 89,-15 2-89,-2-1 90,-11 2 0,4-13 90,-1-1-574,-2-2 484,-1-1-90,0-2 90,1-3 0,0-1 0,3-2-90,4-2 0,3-2-90,6-3-90,1 0-630,3-1-1708,2-4 2694,11-11 1,7-5-1,12-11 1</inkml:trace>
  <inkml:trace contextRef="#ctx0" brushRef="#br0" timeOffset="983">21861 3219 12840,'0'-22'449,"1"1"91,-2-6-180,1 9 0,-1-5-1,-1 10 1,1 0 0,-1 2-90,0 2 0,1 0 0,-1 3 359,1 0-449,-2 14 0,0 14-90,0 12 0,2-2 0,-1 3-1242,1 6 1,0 0 1151,1 1 0,-1 0 45,0 3 0,0-1-686,1-12 0,0-1 641,0-1 0,0 1-395,0-1 0,1 0 395,1 24 0,1-4-179,1-6-1,-1-3-90,2-4-90,0-6-629,4 0 359,-3-12 1313,3-1-2842,-1-12 2159,5-7 0,4-6 0,5-7 0</inkml:trace>
  <inkml:trace contextRef="#ctx0" brushRef="#br0" timeOffset="1158">21995 3521 14009,'-5'-11'0,"1"1"0,1 1 0,0 2 0,1 1 0,1 0 0,1-1 0,5 0 0,2 2 0,6 1 0,1 1 0,3 1 0,3-1-180,8-2-180,2-1-449,6-2-2101,3-2 1560,3-3 1350,0 1 0,-12 1 0,2-1 0,0 1 0,0-1 0</inkml:trace>
  <inkml:trace contextRef="#ctx0" brushRef="#br0" timeOffset="2208">23034 3510 13289,'6'-7'540,"2"4"-450,-5 4-90,2 5 90,-2 0-90,1 2 90,-1 0-90,1 3 0,0 1 90,-1 0-90,1 2 0,-1 0 90,0 1-90,1-2 0,-1 2-90,0-2-180,-1 0 0,1 0-989,-1 3-1619,2-2 2878,-1 0 0,0-3 0,-2-5 0</inkml:trace>
  <inkml:trace contextRef="#ctx0" brushRef="#br0" timeOffset="2475">23084 3326 12300,'-3'-12'630,"1"1"-450,-1 1-1,2 2 1,0 0 360,1 2 0,-1-1-181,1 1 91,0-2-90,0 0-2609,0 1 270,3 11 1979,-2-4 0,4 12 0,-3-5 0</inkml:trace>
  <inkml:trace contextRef="#ctx0" brushRef="#br0" timeOffset="3210">23242 3543 13379,'10'-3'1889,"-2"1"-1799,-3 5 0,-1-1-90,-1 4 180,1 4-90,-2-2-90,1 6 90,-2-3-90,0 0 0,-1 2 90,0-1-180,0 0 90,0 1-90,-1-1 0,1-2 0,0 0 90,-1-1-90,1-1 0,-1-1-90,1 1 0,0-3 90,5-10 90,-2 0 0,4-9-89,-2 4 89,1-1 0,0-4 0,3-1-90,2-2 90,-1 1-90,2 1 90,3-4-90,2 3 90,-2 2 0,-2 5 0,-5 6 0,3 3-90,3 7 90,2 7 0,-3 2 0,-1 5 0,-5-6 0,1 3 0,-1 0 0,1 0 0,-1-1 0,5 5 90,-1-2-90,1-1 0,0-5 0,-4-7 0,6-3 90,-3-3-90,5-3 0,4-10 0,-1 0 0,6-10 0,-5 1-739,0-5 739,-1-4 0,0-1 0,0-8-1087,-3 2 1087,-1-3 0,-5 13 0,-1 0 0,4-12 0,2-11 0,-4 15 0,-2 12-90,0-3 90,-4 17 0,-1 13 0,-4 8 0,-2 19 0,-6 5-452,-2 9 452,-3 5 0,1 0 90,1-4-180,1-1 180,3-5-90,1-1 0,1-4 0,2-3 1004,2-6-1004,1-4-90,0-3-360,3 0 1,1-7-91,2-1-3058,4-11 3909,0-3 0,9-11 1,-1-3-1</inkml:trace>
  <inkml:trace contextRef="#ctx0" brushRef="#br0" timeOffset="3386">23974 3372 13199,'-9'-7'1799,"8"0"-1709,3 2 0,10-2 0,-1 2 0,4-2 90,5-3-180,5 0-270,3-2-402,0-1-408,0 0-989,-2 0 2069,2-4 0,-9 5 0,2-2 0</inkml:trace>
  <inkml:trace contextRef="#ctx0" brushRef="#br0" timeOffset="4057">20664 4637 12930,'-11'3'-630,"1"1"540,0-2 0,3 2 0,0-2 0,2 0 0,0 0-90,0 0 90,0 0-90,0 1 990,2 0 899,0 1-3508,7-3 1799,0 1 0,2-4 0,-3 2 0</inkml:trace>
  <inkml:trace contextRef="#ctx0" brushRef="#br0" timeOffset="4591">20066 4875 12030,'-10'3'810,"2"-1"-540,1-1-1,2 1 91,1 0 90,-2-1 180,1 1-451,10 3-89,-2-3-90,8 1 90,-3-4 0,3-1-90,-2-1 0,3-2 90,-1-1-90,0-1 0,2-2 90,7-8-90,4-7 90,5-9-90,-1-9 90,-7 8-573,-5 0 483,-6 12 0,-3 4 0,0 2 0,-3 4 0,1 0-90,-1 2 90,-1 1 0,1 3 483,-2 2-483,1 11 0,-2 1 0,-1 11 0,-5 20 90,-3 14-872,4-25 0,-1 1 782,0 1 0,0 0 0,-2 11 0,2-10 0,1-1 0,-2 17 0,2-17 0,0-1-563,0 9 563,0-5-90,1-5 0,1-5-180,2-4-90,-1-4-90,0-2 1104,1-4-4702,0-1 4214,1-3 0,0-2 0,0-2 1</inkml:trace>
  <inkml:trace contextRef="#ctx0" brushRef="#br0" timeOffset="4816">20058 5312 13199,'-1'10'180,"0"0"-90,3-5 0,1 0 0,1-2 0,2-1 0,3-1 90,4-1-90,3-3-90,2 0 90,7-4 90,18-6-270,-14 2 0,1 0-851,-1-1 1,-1 0 670,3-2 0,-3 0-809,10-8-1405,-4 0 1495,-4 0 989,-4 0 0,-1-3 0,0-1 0</inkml:trace>
  <inkml:trace contextRef="#ctx0" brushRef="#br0" timeOffset="5242">20545 4826 13199,'-8'-8'1709,"1"-1"-989,5 6-630,2-2 0,3 1 90,4 0-90,1 1-90,2 0 90,2-1 0,0 0 0,2 0 0,-1-1-90,0 0 90,0-1-90,-2-1 90,1 0-90,-2-2 0,0 1 89,-1-1-89,-1-2 0,-1 1 90,1-8-90,-3 1 90,2-6-90,-4 7 0,0 0 0,-2 9 0,-2 12 0,0 4-90,-3 18 90,0-2 0,-2 8 0,-2 20 0,2-8-1651,1-6 0,0 1 1651,-1 8 0,3-18 0,0 0-709,1 25 709,2-19-847,1 18 487,0-30-89,2 4-181,-2-14-449,2-2 1719,-1-3-2978,0-1 2582,0-4 0,-1-1 0,0-2 0</inkml:trace>
  <inkml:trace contextRef="#ctx0" brushRef="#br0" timeOffset="5466">20489 5353 13919,'3'10'450,"1"-3"-360,3-6 0,2-1 0,3-2 0,9-3 0,5-2-672,6-2 582,3-1 90,2-1-90,4-2-180,3-2-360,-10 2 1,0-1-496,-7 3 1,0-1-814,7-3 1,-1-1 1847,11-8 0,-15 8 0,1-3 0,0 0 0,1 0 0</inkml:trace>
  <inkml:trace contextRef="#ctx0" brushRef="#br0" timeOffset="5766">21375 4990 15088,'-9'-7'2249,"2"1"-2159,2 7 0,2 3 90,-1 6-90,2 2 0,-2 14 0,-1-4 0,-2 13-90,1-6-555,0 5 645,-2 0-90,0 0 90,-1 1-90,0-1 0,1 0-90,0-2 0,1-3-325,0-4 145,2-5-90,0-4-179,2-3-181,0-3 720,1 0 0,1-5 0,1 0 0</inkml:trace>
  <inkml:trace contextRef="#ctx0" brushRef="#br0" timeOffset="6075">21290 5062 15178,'1'-14'-359,"-1"1"269,0 2 269,0 0 1,2 0 0,0-2-90,1 3 90,7-3-90,0 5-90,9-3 0,-2 4 90,2 2-90,2 0 0,1 3 90,7 2-90,-5 2 90,3 3-90,-8 2 0,2 7 0,-8-2 90,0 5-90,-11 4 90,-11 6 0,-4 1 90,-21 8-180,8-16-606,-10 2 696,8-9-90,0-3-205,2-2 205,3-3 90,3-1-90,6-2-90,1-2-180,4-2 494,2-1-944,4-2-1301,3-3 2021,12-12 0,5-1 0,11-12 0</inkml:trace>
  <inkml:trace contextRef="#ctx0" brushRef="#br0" timeOffset="6375">21837 4508 14998,'-3'-12'630,"0"1"-180,2 4 359,0 2-629,2 12-90,-2 15 0,2 12-567,-4 1 1,-2 4 521,-1 1 0,-1 3-15,1-6 0,-1 2 0,0-1-30,-1 9 0,-1-3 45,0-1 0,1-3-45,-1 8 0,0-2 90,3-6-90,3-6-343,1-3 253,4-8-484,4 1 214,1-9-1259,10 0-720,-4-12-989,6-3 3328,-3-6 0,5-6 0,2-4 0</inkml:trace>
  <inkml:trace contextRef="#ctx0" brushRef="#br0" timeOffset="6559">21871 4859 13649,'6'-7'0,"4"0"-90,20-1 180,-2 0-1994,16-4 1904,-4-1 0,2 0-90,4-4-180,1-1-180,0-1-1727,0 0 558,0-1 1079,0 3 540,0-1 0,0 2 0,0 0 0</inkml:trace>
  <inkml:trace contextRef="#ctx0" brushRef="#br0" timeOffset="6983">22807 4881 15628,'-2'13'360,"1"0"-270,4-1 0,-1 0 0,0 2 0,1 0-90,-1 0 90,0 2-90,-1-1-90,0-1-180,-1-2-90,0-1-360,0-1-4766,-1 2 5486,1-4 0,0-1 0,0-5 0</inkml:trace>
  <inkml:trace contextRef="#ctx0" brushRef="#br0" timeOffset="7209">22878 4507 14819,'-1'-14'89,"0"2"91,0 1 90,-1 3-90,0-1 0,1 2 90,0 1 0,0-4-1889,-1 4-1440,5 4 991,-2 3 2068,3 6 0,-1-1 0,-1-1 0</inkml:trace>
  <inkml:trace contextRef="#ctx0" brushRef="#br0" timeOffset="7874">23025 4795 14908,'5'-13'1710,"0"1"-1261,-4 6 1,2 0-270,2 7-90,0 2 0,0 6 90,-1 10-90,-2-2-90,-1 10 90,-3-5-90,-1 7 90,-2 0-1,-3 11 1,-2-3-90,0-3 0,0-3 90,3-12-90,1-1 90,1-7-90,3-14 0,2-4 0,3-9 0,4-3 0,1-4 0,2-3 0,0-2 0,6-7 0,-4 10 0,3-3 0,-6 15-90,-1 2 90,0 3 0,2 4 0,1 9 0,-1 3 0,3 18 0,-5-6-297,2 9 297,-1-5 0,-2-1 0,2 2 0,-1-4 0,-1-3 0,0-2 0,0-3 0,-1-2-90,4-2 90,-3-5 28,10-6-298,3-15-90,9-19 225,-12 7 0,-1-2-803,-2 3 0,-2-1 893,0-4 0,-1 0-135,4-17-513,-1-3 603,-4 13 0,0-1 45,-3 12 0,1-1-45,3-14 0,0 2 0,-2 2 0,2-2 90,-6 24-90,0 5-90,-2 4 90,-10 34 0,-6 19-570,4-15 1,0 3 659,-1 1 0,0 0-90,-4 17 343,1 2-253,3-5 0,3 0 0,4-5-168,2-1 168,4-3-485,3-3 485,4-4 840,2-4-1199,3-6 1009,0-5-1729,0-6-50,-1-5-1029,0-2 2158,2-6 0,6-4 0,2-3 0</inkml:trace>
  <inkml:trace contextRef="#ctx0" brushRef="#br0" timeOffset="8074">23507 4776 13649,'11'3'630,"2"-1"-540,2-6 90,3-1-90,7-3 90,17-7-91,-6 3-1505,12-6 1236,-16 6-180,1-1-723,-2 1-896,1 0 0,-3 0 1979,1 0 0,3 0 0,1-1 0</inkml:trace>
  <inkml:trace contextRef="#ctx0" brushRef="#br0" timeOffset="8565">24239 4603 16797,'6'9'630,"-2"2"-360,-8 14-90,-2 2-1409,-3 12 1318,-1-3 1,1 2 177,-3-1-177,4-9 0,-2 1-45,0-2 0,-1 0 0,-3 8 0,0-2 228,-8 12-183,-1-5 0,9-19-90,2-3 0,3-8-180,4-6 759,1-9-669,2-2 201,1-9-201,4-2 0,2-8 0,3-7 0,0 3 0,2-3-365,1-3 1,1-2 364,5-11 0,0 0 90,-3 11 0,0 1-90,3-2 1,-1 3 89,4 1-90,3-1 7,-9 21-7,-2 5 90,-2 6 0,-1 3-90,-2 4 90,-1 7 812,-1 5-902,-2 6 90,-4 28 0,-3-5-341,-2-2 1,0 3 340,-1-9 0,0-1-851,0 10 1,-1 0 850,4-15 0,0 0 0,0 0 0,3-2 0,2 6 0,1-3 0,5-9 0,-1-12 182,5-2-541,-2-5 1568,3-4-2288,-2-4-1170,-1-5-539,0-2 2788,-1-3 0,-1-10 0,0-2 0</inkml:trace>
  <inkml:trace contextRef="#ctx0" brushRef="#br0" timeOffset="8749">24091 4933 13199,'-3'9'270,"2"-4"-90,7-1 90,0-5-90,3-1 0,1 0-90,3-3 90,3-1 0,6-2-180,1-1-90,6-3-90,-1 0-718,0-1 89,-1-2-1170,1 1 180,-2-1 1799,0 0 0,3-4 0,0 0 0</inkml:trace>
  <inkml:trace contextRef="#ctx0" brushRef="#br0" timeOffset="9010">24586 4591 13829,'-10'2'1889,"3"-1"-1709,3 6 0,3 0 0,0 4-90,-2 4 90,1 3-90,-2 4-1,-1 8 1,0 2 0,-2 6-828,-1 0 828,0 0 0,0 1-90,-1-1 90,1-2-41,-4 9 41,2-7-270,-3 2 0,6-17-7376,1-7 7556,2-18 0,3-7 0,0-13 0</inkml:trace>
  <inkml:trace contextRef="#ctx0" brushRef="#br0" timeOffset="9299">24513 4564 14009,'12'-2'450,"-1"1"-270,1 5-90,2-1 0,2 2-1,13 6 91,6 7-90,0 2 0,-2 3-90,-16-6 90,1 8-90,-8-6 90,-3 3-90,-8-5 90,-15 13 0,-1-9-697,-15 9 697,3-12-90,-3-4 90,-2 0 0,1-2-440,4-4 440,3 0-90,6-4-90,5 0-539,0-3-5218,7-2 5847,8-5 0,13 1 0,9-4 0</inkml:trace>
  <inkml:trace contextRef="#ctx0" brushRef="#br0" timeOffset="9458">24756 5019 15268,'-9'5'1439,"1"-1"-899,2-1-720,2 0-4317,1 2 4497,2 1 0,1-2 0,1-1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44:31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44:32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44:3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7:14.2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2255 5579 8702,'11'-3'180,"3"-1"-1529,-5 1 1349,3 5 0,-7-1 0,0 6 0</inkml:trace>
  <inkml:trace contextRef="#ctx0" brushRef="#br0" timeOffset="566">3033 8124 9062,'-11'1'-2069,"1"1"2069,5 2 0,1-3 0,5 2 0</inkml:trace>
  <inkml:trace contextRef="#ctx0" brushRef="#br0" timeOffset="1017">2960 10538 10771,'-1'-10'0,"2"2"0</inkml:trace>
  <inkml:trace contextRef="#ctx0" brushRef="#br0" timeOffset="1567">7992 9707 10771,'-17'3'-3238,"3"-4"3238,8-3 0,2-3 0,4 0 0</inkml:trace>
  <inkml:trace contextRef="#ctx0" brushRef="#br0" timeOffset="1933">10254 8356 10501,'2'8'-240,"0"-3"0,-2-1 0</inkml:trace>
  <inkml:trace contextRef="#ctx0" brushRef="#br0" timeOffset="3217">10042 2016 9152,'33'-18'539,"-1"2"271,13-7-270,-11 6-360,-5 2 179,-11 6-89,-6 3 90,-4 1-270,-16 20 0,-10 5 0,-5 3-45,0 7 0,-1 1-45,-2-3 0,3 1 0,7 2 0,8-1 90,18 14-90,3 2 30,6-22 0,8 1 0,1-2-187,8 1 0,3-1 157,-1 0 0,4 3 0,-3-3 0,6 2 0,-5-3 0,-8-5 0,-5 0 0,-5 15 0,-41-6 0,0 0 0,-8-11 0,-9-1 0,1-2-90,0 0 0,0-3-420,-3 2 0,-3-1 1,4-3-1130,8-3 1,3-3 1580,-7-2 0,34-18 1,9 1-1</inkml:trace>
  <inkml:trace contextRef="#ctx0" brushRef="#br0" timeOffset="3451">10355 1884 10321,'-32'-13'90,"-12"-2"180,21 7-180,-3-3 0,44 2-45,26 1 0,9 2-90,-14 1 0,2 0-307,-5 0 1,3 0 0,2 0 0,-1 0 351,10-2 0,-2-1 0,-1 1 0,-8 1 0,-3 0 0,2-1 0,9-1 0,0 0 0,0 0 0</inkml:trace>
  <inkml:trace contextRef="#ctx0" brushRef="#br0" timeOffset="4185">11890 1824 10591,'-25'-6'509,"1"-1"1,-16 8 0,-3 6-420,12 2 0,-1 4 0,-1 3-459,-2 3 1,-1 3 0,0 3 0,2 0 390,4 0 1,1 0-1,2 3 1,1 1-1,0 6 1,1 2-1,4 1 1,6-1 13,7 7 1,7-1-1,5 0-66,6-2 0,6-1 0,4-3 0,3-7 0,2-3 0,4-4 30,3-4 0,3-3 0,-2-4 136,5-3 1,-1-4-137,2-4 0,-3-7 0,2-20 0,-24-11 0,-22 11 0,-6 1-90,-9-7 923,-8-3-833,21 14 0,8 5 348,21-10-348,7 15 0,5 2-45,5-3 0,2 1 45,-3 2 0,1 1 0,3 1 0,-1 2 0,9 2 0,1 0 0,-10 11 0,-36 23 0,-8 1 0,-5 3 0,-6 4 0,-2 2 0,5-8 0,-1 1 0,2-3 0,0-2 0,4-1 0,3-1 0,5-1 0,21 10-90,-6-10-315,4-8 0,5-3-2872,25-12 3159,-6 0 0,-13-8 0,0-3 0,6-8 0</inkml:trace>
  <inkml:trace contextRef="#ctx0" brushRef="#br0" timeOffset="4467">12614 1972 10051,'-41'-4'720,"13"1"-540,31 0-90,36 2 0,16 1-45,-11 0 0,3-1-179,-11 1 0,3-1 0,2 1 0,-2-1-136,8 0 0,-1 0 0,-4-1-180,4 1 1,-1-1 449,-1 0 0,3-1 0,-9 0 0,0-3 0,11-3 0</inkml:trace>
  <inkml:trace contextRef="#ctx0" brushRef="#br0" timeOffset="4734">12937 1996 9602,'0'14'1169,"-1"-3"-899,1 10-46,0 6 1,0 3-135,0 11 0,0-8 0,0 5 0,0 0-30,-1-5 0,-2 0 0,2 1-212,1 5 1,0 1-1,1-1 2,0 3 0,1 0 1,0-5 1,1-4 1,3-3-933,3-1 1,4-6 1079,12-7 0,10-2 0,7-5 0</inkml:trace>
  <inkml:trace contextRef="#ctx0" brushRef="#br0" timeOffset="5767">14999 2353 9242,'-6'-9'1529,"-7"6"-1349,5 3 90,-15 9-1,-2 6-134,3 1 0,-2 4-90,2 1 0,2 3 0,-3 10 0,7 2 45,16 2 0,10-1-90,10-1 0,8-3 30,2-12 0,4-2 0,-1-3-30,5-1 0,0-3 0,6-4 0,2-4 45,-5-8 0,-2-3-45,-11 4 0,1-3 0,16-5 0,-9-9 90,-28-28-90,-17 15 0,-10 0 0,-12 3 0,-9 1 0,1 3-186,10 7 1,0 2 0,-1 2 155,-11-3 0,-2 3 1,4 4-556,4 6 0,4 3-44,-16-1 629,20 5 0,4 2 0,13 3 0,1 5 0</inkml:trace>
  <inkml:trace contextRef="#ctx0" brushRef="#br0" timeOffset="6334">15715 2172 10321,'-15'-21'630,"7"11"-360,-3-8 89,10 13-269,2 13 90,3 28-135,-4-1 0,0 3-264,1-5 1,0 1 248,-3 2 0,-1 3 0,-1-2 15,-2 10 0,-1-1-45,2-13 0,-1 1 0,1-2 45,-4 11 0,1-5-365,-1-2 499,4-21-179,22-32 45,5-2 0,4-2-45,4-2 0,3 1-924,-3 5 1,2 1 0,-2 3 923,-2 3 0,0 3-45,11 6 0,-3 6-484,0 16 529,2 1 208,-38 21-73,-29-18 0,-14-4 15,9-3 0,-3-1 0,-1-2-756,-2 1 0,-1-1 0,1-3 606,-8 0 0,4-3 1458,1-6-2717,48-13 1259,32-14 0,-15 11 0,3-1 0,10-3 0,0 0 0</inkml:trace>
  <inkml:trace contextRef="#ctx0" brushRef="#br0" timeOffset="6667">16490 2531 11940,'5'-8'1979,"0"0"-1889,-15 34 45,3-4 0,-1 5-45,-5 8 0,-2 6 0,-1 0-525,2-5 1,1 2 0,-1-1 0,0 0 456,-1 0 1,0 0-1,0-1 1,-1-1 36,-5 10 1,-2-1 0,3-5-60,2-8 0,0-5-45,-1-3 1,-1-7-658,-24-12 432,11-2-90,4-5 1,-2-8-734,4-9 1,1-8 0,1 3 682,2 3 0,1-2 1,-1-7-1,-1-5 1,6 3-1,11 7 0,1 0 1</inkml:trace>
  <inkml:trace contextRef="#ctx0" brushRef="#br0" timeOffset="6900">16565 2142 11221,'-1'-27'2608,"0"3"-2158,1 13-1619,5 13-2108,-3 7 2702,4 5 0,-3-3 0,0-6 0</inkml:trace>
  <inkml:trace contextRef="#ctx0" brushRef="#br0" timeOffset="7334">16888 2588 11850,'0'12'720,"1"-2"-1,2 0-89,9 2-180,7 2 0,18 3-361,-10-7 91,11-1 0,-1-12-180,-9 0 0,16-12-180,-27-13 90,-13-7-89,-33-3 89,-1 19 90,1 13 0,-3 8-45,-5 14 0,2 5 45,10-8 0,2 1-45,-14 19 0,10 4 45,29-6 0,9 0 0,2 3 0,6-1-90,6-10 0,4-1 0,0-4-45,0-1 0,1-4-360,10-2 1,2-6 494,-1-8 0,0-4 0,-6 2 0,0-2 0,12-4 0,1 0 0</inkml:trace>
  <inkml:trace contextRef="#ctx0" brushRef="#br0" timeOffset="7651">17966 2537 11850,'-16'0'360,"-15"1"180,-10 3-271,5 5 1,-1 1-180,-10 5 0,18-3 0,-3 4 0,3 0 0,0 3 0,1 1 0,-10 11 0,2 3-45,12-5 0,9 1-90,11-2 0,9-2-225,12-6 0,10-6-420,3-6 1,5-6-1,1-2 690,4-3 0,1-3 0,-2 0 0,-2-1 0,-2 0 0,0-2 0,11-8 0,1 0 0</inkml:trace>
  <inkml:trace contextRef="#ctx0" brushRef="#br0" timeOffset="7918">18213 2070 10861,'-12'-14'1259,"-6"24"-809,3 33-405,8-20 0,-1 4-445,0 12 1,-1 7 0,2-3 444,1-4 0,0 1 22,2 2 1,-1 7-1,1 1 1,1-6 125,1 6 0,3-2-313,3-3 0,2 2 0,4-7-600,4-11 1,2-5-780,15 11 1499,2-26 0,-13-14 0,5-3 0</inkml:trace>
  <inkml:trace contextRef="#ctx0" brushRef="#br0" timeOffset="8133">18046 2449 11221,'-14'-2'539,"35"5"-404,1-3 0,6 0-495,14 2 1,3-1-274,-7-1 0,1 0 633,8-2 0,-3-1 0,5-2 0,-13 1 0,-1 1 0</inkml:trace>
  <inkml:trace contextRef="#ctx0" brushRef="#br0" timeOffset="8484">18754 2445 13649,'-34'5'629,"-1"-1"1,-7 5 0,2 4-540,10 1 0,1 1-45,2-2 0,3 3-45,1 19-90,35-6 90,0-1-90,16-4 0,6-3 0,-10-8 0,0 0 45,13 9 0,-2-1-45,0 1 90,-21 1 90,-32-9 0,-9-2-90,-5 6 45,-4-3 0,-4 0-495,1-1 1,2-2 449,10-2 0,2-1 0,-16 10 0,50-16 0</inkml:trace>
  <inkml:trace contextRef="#ctx0" brushRef="#br0" timeOffset="8684">19411 2761 15628,'-1'8'-3277,"1"-1"2457,1-2 1,1-2 0,-2-1 0</inkml:trace>
  <inkml:trace contextRef="#ctx0" brushRef="#br0" timeOffset="9534">20596 2653 12750,'-34'-8'1169,"-2"0"-90,-6 2-854,15 6 0,-4 3-105,-6 2 0,-5 2 0,1 3-1213,3 1 1,1 2 0,1 0 832,1-1 0,1 0 0,2 2 170,-14 9 0,8 2 150,11 9-150,-2-1-180,41 9 90,25-23-959,0-6 1,1-3 1138,-10-5 0,-1-2 963,9-3 0,1-4-963,-9-5 0,-2-1 0,12-4-45,-12 1 0,-6-5 642,-17-23-597,-2 5-45,-6 11 0,1 0 45,14-8 0,23 0-30,-1 16 0,8 0 0,-2 1 1324,3-1 0,3 0-1294,-3 2 0,5-3 0,2-1 0,-4-1-30,0-3 0,-3 0 0,0-2 30,-7 5 0,0-1 0,0 0 0,-2-1-30,4-6 0,-3-1 0,-5 3 30,-8 3 0,-4 2 0,1-6-90,-31 41 90,1 8 0,-4 10 0,0 2 0,-1 0 0,-2 4 0,-1 1 0,0 2-526,3-5 0,0 1 0,-1 2 0,0 0 1,0 0-1,2-3 548,-4 8 1,1-3-1,0 1 1,0 1-23,2-3 0,-2 2 0,0 0 0,2-1 0,3-3-313,2 4 1,3-4-1,0 0 313,-4 2 0,1-1 0,3 0 135,5-2 1,3 0 0,6-6-136,21 11 0,-2-22 0,4-7-45,2-10 0,1-10 0,4-22 1,-5-11-1,-12-3 0,-6-2-69,-1 1 0,-6 0 114,-10-3 0,-5 3 1345,1 16 1,0 1-1301,1-6 0,6 1-45,14 0 0,11 3-240,2 10 0,5 2 0,5 1-416,1 0 1,6 1-1,2-1 1,0 1 0,-3 2 402,-4 0 1,-1 2 0,0 0 0,3-1 0,4-1 0,4-1 0,1-1 0,-1 2 0,-5 0 0,2 0 0,0 1 0,0-1 0</inkml:trace>
  <inkml:trace contextRef="#ctx0" brushRef="#br0" timeOffset="9784">22147 2649 11850,'-37'6'1260,"-1"19"-1126,24-5 1,2 5 0,-4 14 0,4 3-540,5 0 1,4 0-1235,0-2 1,3-3 923,8 8 1,7-22 0,0-14 0</inkml:trace>
  <inkml:trace contextRef="#ctx0" brushRef="#br0" timeOffset="9985">22135 2352 11850,'-12'-22'270,"4"9"270,-3-6-360,7 12-1260,10 10 1080,-4 4 0,9 7 0,-9-2 0</inkml:trace>
  <inkml:trace contextRef="#ctx0" brushRef="#br0" timeOffset="10700">22411 2641 12750,'-10'3'1259,"1"4"-899,6 5-90,-3 16-136,-2 5 1,-2 4-180,-3 2 1,-3 2-76,2-6 0,-1 2 0,0-2-60,-2 4 0,0-4 90,0-8 0,9-7-90,24-11 135,12-24 0,7-10 45,-7 7 0,2 0 0,1-2-30,6-5 0,3-2 0,-3 3-15,5-4 0,-2 6 45,-7 9 0,-2 9 0,1 22 0,-16 8 0,-3 5 0,-2-5 0,0-1 0,-2 0 0,1-3 0,19 9 0,8-26 0,-5-10 0,2-6 45,5-9 0,0-7-287,-7-2 1,0-6 0,-2-1 241,-2-2 0,-3-1 0,-1-3 0,-4 6 0,0-2 0,-2 0 0,-2 3 0,5-11 0,-3 2 0,-1-2 0,-3 9 0,-8 21 0,-16 39 0,-7 19 0,-4 7-345,5-9 1,-2 3 344,-1-1 0,-1 4 0,1-3 0,6-10 0,1-2 0,0-1 0,-2 4 0,2 0-45,-2 11 0,9-5-1933,25-13 1978,14-5 0,8-20 0,4-19 0</inkml:trace>
  <inkml:trace contextRef="#ctx0" brushRef="#br0" timeOffset="10884">23095 2743 10951,'16'4'1439,"26"-4"-1979,-9 0 1,3-1 539,6 0 0,-2-1 0,-8 0 0,-2 1 0,-4-1 0,0 1 0</inkml:trace>
  <inkml:trace contextRef="#ctx0" brushRef="#br0" timeOffset="11634">23384 2939 11670,'-1'12'1529,"14"-2"-1169,15-5-90,17-3-180,-5-6-90,-6-3 90,-4-12-180,-15-2 0,-9 0 90,-19 8-45,-9 17 0,-4 8 45,-4 8 0,1 6 0,0-1 0,5 4 0,7 8 0,11-1 0,14-8 0,8-3 45,5-2 0,6-4-45,17-6 0,5-9 0,-12-7 0,1-4 0,0-5-406,4-6 1,0-5 0,-2-2 375,-4 0 0,-3-2 0,-3-3 30,-6-1 0,-3-2 0,-5 1-90,-4-3 0,-5 3 90,-7-9-90,-12 26 90,2 14-90,0 8 90,19 3 947,26-1-992,-5-4 0,3-1 0,1-1 0,2 0 0,1-2 0,-4 1 45,-3 8 90,-45 28-90,-7-9 45,-10 5 0,-2 4 0,16-11 0,3 0-1,-3 5 1,5 0-225,13-2 1,6-2-361,7 0-2248,26-6 2788,-10-20 0,13-6 0,1-3 0</inkml:trace>
  <inkml:trace contextRef="#ctx0" brushRef="#br0" timeOffset="12551">24523 2996 11580,'-9'-2'2069,"-1"-1"-899,1 1-1081,18-5 91,15-4-360,16-7-45,-14 2 1,-2-3 44,-1-10-90,-24-6 90,-35 27 135,-1 17 0,-1 6 45,12-5 0,2 2-45,-10 11 0,6 4 45,16-2 0,5 0 90,0 15 0,13-14 0,7-5-90,28-7 90,2-9-45,-10-10 0,1-5-45,-4-3 0,0 0 0,-2 1 0,2-2 30,-1-4 0,1-4 0,-4 3-30,-4 2 0,-2 1 0,12-11 0,-4 4 0,-8 15 0,-30 29 0,-8 6 0,-4 4 0,2-5 0,-2 2-117,-3 4 1,-2 5 0,2-2 116,0-1 0,1 0 0,1-1 0,-1 2 0,1-3 45,-3 0 0,3-4-45,-11 9 90,-1-20-90,5-16 0,-6-4 0,11-8 0,28-10 45,22 5 0,10 2-45,-6 1 0,2 0 0,3-1-761,2-1 0,3-2 0,0 0 1,-2 2 760,-3 0 0,-2 2 0,1-3 0,0-4 0,2-2 0,-1-2 0,-3-1-127,-2-7 1,-3-1-1,0-1 104,-3 5 1,0-1 0,-1-1-1,0-1 23,-1-1 0,-1-1 0,-2 1 0,-1 3 0,1-7 0,-3 3-45,-1 3 0,-7 12 45,-10 20 0,-17 25 0,-9 15 0,8-13 0,-2 3 0,-1 2 0,0 0 484,-2 6 1,-1 2 0,0 1 0,0 0-485,6-7 0,-1 2 0,0 0 0,3-2 0,1-3 0,1 0 0,2-2 0,3 0-180,-1 11 1,11-6-3098,29-13 2693,-8-9 0,5-11 0,2-4 1,11-12-1</inkml:trace>
  <inkml:trace contextRef="#ctx0" brushRef="#br0" timeOffset="12717">25197 2776 12570,'-13'-5'1979,"4"0"-1799,23 5-315,8 1 0,6 0-958,6 0 1,3 0 0,-1 0 545,1-1 1,-21 0 309</inkml:trace>
  <inkml:trace contextRef="#ctx0" brushRef="#br0" timeOffset="41251">7062 7166 5824,'-10'1'1169,"-2"-1"-719,1 1 179,-2-2-629,28 0 0,-1 0 45,10 0 0,7 0-45,6 0 0,3 1 0,6-1 0,1 1-212,-6 0 1,1 1 256,5 0 0,-2 1-45,-11-1 0,-1 1 0,8 1 0,-1-1 0,-6 1 0,-2-1 0,14 2 0,-22-3 0,-6 1 0,-3-1 0,-2 1 423,2 0-513,-6 3 90,-13 4 0,-5-3 0,-12 1 0</inkml:trace>
  <inkml:trace contextRef="#ctx0" brushRef="#br0" timeOffset="41852">6078 7136 7083,'17'4'-270,"10"1"180,20-1 90,0-2 0,6 1-952,-8-1 0,4 1 1,2 0 951,-8-1 0,2 0 0,2 1 0,-1-1 0,-2 0 0,4 1 0,-1 0 0,-1-1 0,1 1-139,-5 0 0,1-1 0,1 1 1,-3-1-1,-5 1 139,1-1 0,-5 0 0,-1 1 0,12 0 0,-4 0 0,1 1 0</inkml:trace>
  <inkml:trace contextRef="#ctx0" brushRef="#br0" timeOffset="100535">2830 8002 7982,'3'-10'22,"0"3"1,-3 3 0,1 2-1</inkml:trace>
  <inkml:trace contextRef="#ctx0" brushRef="#br0" timeOffset="101101">3809 11147 8522,'-24'-11'990,"0"1"-900,8 4-90,-3-1 0,15 6 0,-4-2 0</inkml:trace>
  <inkml:trace contextRef="#ctx0" brushRef="#br0" timeOffset="101876">7546 9973 8342,'-17'-4'180,"1"2"-180,2 2-90,3 0 90,-5 7 0,12-5 0,-3 3 0</inkml:trace>
  <inkml:trace contextRef="#ctx0" brushRef="#br0" timeOffset="102302">9919 8528 7533,'-16'-3'-113,"7"0"1,4-3-1,9-1 1</inkml:trace>
  <inkml:trace contextRef="#ctx0" brushRef="#br0" timeOffset="103051">6276 5531 6723,'-12'-6'-270,"1"1"270,2 2 0,1 1 0,-1 0 0</inkml:trace>
  <inkml:trace contextRef="#ctx0" brushRef="#br0" timeOffset="106434">5256 5159 6543,'8'4'1619,"-1"1"-1259,-3 0-180,-1 0-90,1 1 90,-2-1 90,2 13-90,2 1 0,4 26-91,3 2 1,-2-3-45,1-5 0,0 2 45,-6-14 0,-2 2 30,1 16 0,0 8 0,-2-6-340,-3-11 1,-1 0 249,-1 3 0,-1 5 0,-2-3 59,-5 6 1,-1-4-90,3-10 0,1-1 45,-5 14 0,0 0 0,5-8 0,1-3-45,-2 10 0,3-9 0,2 0 90,1 11-90,0 3 90,-1-4-90,1-2 0,-3-8 90,-1 11-90,0-1 440,2-3-440,2-9 0,0 7 0,-1-9 0,-2 11 0,-2-6 0,-1 0 90,0 2-90,4-18 0,-2 2 0,4-4 0,-1-6 0,-1 9 0,2-10 0,0 0-90,1 2 180,-1-1-90,1-1 0,0 5 0,1-8 0,2 5 0,-2-7 0,6 2 0,0-4 0,13-1 0,-3-4 0,17 0 0,10-3 0,-8 0 0,-9 1 0,1 0 0,1-1 0,1 0-45,6 0 0,1 0 45,-3-1 0,2 1-1135,11-1 0,-1 1 1135,0 0 0,-12 0 0,6 1 0,-1-1 0,9 0 0,-1 0 0,-1 0 0,0 0 0,-9 1 0,0 0 0,-5 0-123,14-1 123,-10 1 0,7-1 0,-6 1 0,-9 0 0,0 0 0,8 0 0,3-1 0,0 0 0,7 0 0,-3 0 0,-9 0 0,0 0 0,1 1 0,2-1 0,-3 0 0,-4 1 0,-2 0 0,2-1 0,-1 1 0,4-1 0,-2 1 0,-7 0 2235,25-1-2235,-19 2 158,9-1-158,-5 2 0,-8-1-90,1 1 90,-3 0 0,1 1 0,-4-1 0,-4 2 0,-4-2 0,-3 1 0,4 0 809,-5 0-629,-14-5 90,-7-7-90,-17-19-90,12 5-45,7-5 0,2-4 0,4 0 0,3-4-45,-1-6 0,1-6 0,-1 0-245,1 13 1,0 0 0,0-1 0,-1-1 244,0 0 0,0-2 0,-1 0 0,0-1 0,0 3 0,-1-5 0,1 1 0,-1 1 0,-1 0 0,1 3 0,-1 0 0,1 0 0,0 2 0,0-6 0,1 2 0,1 2 0,0-8 0,2 3-45,1 7 0,1 1 45,-1 1 0,1 2 0,-1-15 0,-3 4 0,-1 15 1067,-2 3-1157,1 8 90,0 1 0,1-1 0,1 0 0,1-8-90,1 2 90,0 2 0,0-4 0,-1 4 0,2 1-90,-3-9 90,3 16 0,-1-8-90,1 9 90,-1 4 0,-3-3 0,0 6 0,-8-3 0,-2 6-90,-12-1 90,-7 3 0,8 1 0,-12 1 0,7 2 0,-3 0 0,-1 0 0,-2 0 0,9-2 0,0 0-189,-7 1 0,-4 0 219,-7 0 0,-5 0 0,-1-1-847,13 0 0,0 0 1,0 1-1,-2-1 817,-2 0 0,-1 1 0,0-1 0,-3 1 0,0-1 0,-3 0 0,0 0 0,0 1 0,4-1-547,-1 0 1,2 0 0,2-1 0,-2 1 546,1 0 0,0 0 0,0 0 0,-1 0-59,-5 0 1,-2 0 0,3-1 0,5 1 13,0 0 0,1 0-39,3 0 0,-3 0 0,4 0-231,4 0 0,4 0 45,-12 0-1979,9 2 990,20 0 1259,-8 2 0,1-1 0,-3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47:39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1 414 24575,'29'0'0,"34"0"0,-8 0 0,38 0 0,-48 0 0,12 0 0,-17 0 0,28-4 0,-23-1 0,18-5 0,-33 3 0,-5 0 0,0 0 0,-1-3 0,0-1 0,-2-1 0,-1 1 0,-1-1 0,3-3 0,-4 1 0,0-2 0,-5 2 0,-1 0 0,0 0 0,0-1 0,1-1 0,-1-2 0,0 1 0,0-1 0,0 0 0,-1 3 0,-2 0 0,0-1 0,-3 2 0,2 1 0,-3 2 0,0 2 0,-1 0 0,-3 1 0,0 0 0,-3 3 0,0 1 0,0 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47:4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34 24575,'-11'0'0,"0"0"0,-7 2 0,4 3 0,-7 3 0,6 1 0,0 0 0,5-1 0,4 0 0,3-2 0,4-3 0,4-3 0,2-2 0,3-2 0,-2 1 0,2-2 0,-2 1 0,1-1 0,1 0 0,3-2 0,2 1 0,-2-1 0,8-3 0,-9 3 0,5-1 0,-8 4 0,0 0 0,-1 0 0,0 2 0,0-1 0,0 1 0,-2 3 0,-2 3 0,-3 1 0,-1 2 0,-1 0 0,-1 0 0,0 1 0,0-1 0,2 0 0,0-1 0,0 1 0,0 1 0,0 0 0,0 0 0,0 0 0,0 2 0,0 2 0,0 3 0,0 1 0,0 0 0,0 2 0,0 2 0,2 3 0,0-2 0,0 0 0,2-2 0,-2-3 0,1-3 0,-2 0 0,-1-8 0,0-1 0,0-5 0,0-1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47:44.8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5947 2639 6183,'-20'-6'1080,"5"1"-810,-7-2 0,8 3-91,3 1 181,1 1-90,1-1 90,1 1-270,-6 1-90,6 2 90,12 5-90,9 0 0,9 1 0,0-3 0,25 3 45,-21-5 0,1 1-574,6 0 1,2 0 528,10-1 0,3 1 0,-7-2 0,1 0 0,-1 1 0,-5-1 0,-2 0 0,3 0 0,13 0 0,3 0 0,-7 0 0,-11-1 0,-1 1 0,5-1 0,3 0 0,-5 1 0,-9-1 0,-1 0 0,20 1 0,-2-1-234,-1 0 234,4 1 0,-17-2 0,-1 2 0,-11-1 0,7 1 0,-6 0 941,-2-1-941,-5 0-190,-2 0 190,0 2 0,-3-1 0,0 2 0</inkml:trace>
  <inkml:trace contextRef="#ctx0" brushRef="#br0" timeOffset="15354">6034 3437 6543,'-16'-6'720,"-7"-3"-630,10 3 180,-9-4 89,11 4-179,-1 0 180,-3-1-90,3 1 0,-6-1-90,5 2 269,-7-2-269,10 3 0,-6-2 0,8 3 90,-3 0-270,25 3 90,14 1-90,5 0 0,2 1 0,-5-1 0,2-1-1093,11 2 1,5-1 0,-5 0 1079,-8 0 1,0 0 12,8 0 0,4 1 0,-4-1-269,-7 0 1,-2 1 268,5-1 0,-2 0-45,-10 0 0,-2 1-45,23-1 0,-19 1-180,4 0-449,-7 0 269,-6-1-989,-6 2 2220,-3-1 1,-4 1-1,-1 0 1</inkml:trace>
  <inkml:trace contextRef="#ctx0" brushRef="#br0" timeOffset="15766">5993 4068 8162,'13'6'90,"8"0"0,6-5-90,19-1 0,-2 1 45,-8-1 0,2-1-1105,-4 0 1,2-1 1059,10 1 0,3-1 0,-2 0 0,0 0-135,-3 1 0,-2-1-105,-4 0 0,-1 1-255,-8-1 1,-2 1 494,9 0 0,-10 2 0,-12-1 0</inkml:trace>
  <inkml:trace contextRef="#ctx0" brushRef="#br0" timeOffset="22721">9504 2112 8432,'-2'-10'1979,"-5"0"-1619,0 4 0,-10-1-1,2 3 1,-17-1-270,10 2 90,-22 0 0,4 3-90,-4 0-90,-5 3 90,10 0 0,-2 1-641,-2 1 0,0 0 551,-5 1 0,0 0 0,13-1 0,0 1 0,3 1 45,-4 2 0,1 1-356,-8 3 1,1 0 310,12-1 0,2 0 45,-4 5 0,1 4-45,5 5 0,2 0 0,2-3 0,1 1 0,-1 10 0,3 1 0,6 1-1441,4-1 0,2 1 1352,2 0-64,1-3 1,2 0 62,7 7 45,0-13 0,0 0-45,6 12 45,-1-15 0,1-2 45,14 9-45,2-7 0,3-2 45,10 4-45,-2-7 0,-1-4 45,1-6-45,8 0 0,2-2 45,-23-5 0,2-1 0,7 1 0,5 0 0,-1-1 0,9-3 0,0 0-364,-8-1 0,1 0 0,0 0 364,-5 1 0,-1-1 0,0-1 0,5-1 0,-1-1 0,-1 0 4,4-1 0,0-2-4,-1-1 0,3-3 0,-3 2 0,-2-1 0,-1-2 0,-2 0 0,2-2 0,-5 1-45,-9 2 0,-1-1 75,5-6 0,2-3 0,-3-1-30,-3-4 0,-1 0 0,4-5 0,-2-2 0,-10 0 0,-7 0 0,-6 5 0,-3 1 0,-6-11 0,-3 2 0,0 8 0,-4 2 0,-10-8 0,-8 1 30,2 13 0,-4 1 0,2 1-30,-6-5 0,-3 1 0,7 8 0,-5 0 0,0 1 0,5 4 795,-2 1 0,-1 3-795,-1 0 0,-7 0 0,-1 0 0,4 2-332,2 1 0,3 2 0,-1 0 272,-10-1 0,-1 0 0,1 2-90,10 0 0,2 2 0,1 1 486,-11 3 0,2 2-1281,0 0 1,0 1 944,2 3 0,3 2 0,11-1 0,2 2 0,4-1 0,1 1 0</inkml:trace>
  <inkml:trace contextRef="#ctx0" brushRef="#br0" timeOffset="23766">9515 2918 9781,'-16'-11'900,"-9"1"-720,13 6 90,-16-1 179,-11-1-269,6 1-90,2 2 0,0 0 90,-5 0-45,-6 2 0,-4 1-831,5 1 1,0 0 740,-6 1 0,-3 0-378,12 1 1,-1 0 0,2 0 377,-10 3 0,0 0-15,11-1 0,-1 0 0,0 2-195,-1 1 1,0 0 0,2 3 194,2 2 0,3 1 0,1 0-30,-6 2 0,3 1 0,4 7 0,6 0 0,9-1-45,6 2 0,3 2-45,9 17 45,-2-17 0,3-1 0,7 4 0,5-2-90,2-4 0,3-1 0,8 5 0,2 0 45,-4-7 0,2-2-45,10 2 0,4-2 15,-10-8 0,2-2 1,0-1-243,-1 1 1,0-2 0,1 0 331,0 0 0,2-2 0,-4-1 30,2-1 0,0-2-60,-1-2 0,2-2 0,0 0 15,10-2 0,2 0 45,-10 0 0,2 0 0,-3-1-45,4-2 0,-2-2 45,6-6 0,-3-3 0,-9 2 0,0-2 0,6-2 0,-2-3 327,-9 0 0,-6-3-327,-7-1 0,-4-1 0,0 6 0,-2 0 45,-5-13 0,-5 2-45,-10 2 89,-10-3 1,-4 1-90,-9 0 45,7 8 0,-4 2 0,0 8 0,-3 2-65,0 4 1,-2 0-1,-2 1 20,-1-1 0,-2 1 0,1 1 0,0 1 0,0 0 0,1 2-60,3 2 0,0 1 0,1 1-300,-16 3 1,1 0 134,11 0 0,0 1-525,4 1 1,-2 1-1,6 0 716,-11 4 0,10 0 0,1 1 1,-15 7-1</inkml:trace>
  <inkml:trace contextRef="#ctx0" brushRef="#br0" timeOffset="24721">9352 3633 9062,'3'-10'540,"-1"0"-1,-3 3-359,-10-1 180,-6 1 90,-14-1-270,4 4 179,-21-2-817,-2 3 593,14 2 0,-1-1-90,8 1 0,-2 1 74,-2-1 1,-3 2 0,3-1-75,-4 1 0,1 1 0,-9 0 0,1 0-45,12 0 0,2 1 90,-9 2 0,0 1-45,8 1 0,1 1-45,-10 0 0,1 3 0,8 0 0,3 3-182,-10 12 182,18-9 0,3 1-90,2 30 45,18-17 1,6 0-46,4 0 0,5-1-142,1-1 0,2-3 187,0-6 0,3-2-135,13 3 0,3-1 90,-2-5 0,1 0 90,5 4 0,3-2-30,-14-8 0,1-2 0,-2-1-175,7 1 1,-1-2 174,-5-1 0,1-1 0,0 0 0,4-1 0,1-2 0,0 0 30,-1-1 0,1-2 0,0 0 0,1-1 0,1 0 0,-2-2 0,-4 0 0,0 0 0,-2-3 0,13-7 0,-4-3 0,-12 2 0,-3-1 0,-3 0 0,-4-1 72,-2-21 18,-21-1-90,-4 14 0,-3 0-240,-1 3 0,-3 2 240,-8-7 0,-6 1 0,-10 2 0,-1 2 0,7 3 0,-3 2 0,-1 2 0,-3 1 0,3 3 0,6 4 0,-1 2 0,-8 1 0,-4-1 0,4 2 0,6 2 0,1 1-60,-4 1 0,-4 0 0,2 2-165,-5 2 0,1 2-976,-5 0 0,1 2 931,3 0 0,2 2-990,3 0 1,3 1 1167,-7 5 1,15-5 0,0 0-1,-10 7 1</inkml:trace>
  <inkml:trace contextRef="#ctx0" brushRef="#br0" timeOffset="25639">9274 4132 9242,'4'-9'270,"-4"1"-1,-7 2-179,-8 2 90,-8 2 90,-9 2-90,-10 2-180,7 0 90,9 1 0,0 1-90,-16 5-322,13-1 1,-2 1 321,-3 5 0,2 1 45,6-3 0,1 1-45,-7 8 0,1 1 45,10-3 0,2 2-45,-3 2 0,2 3-45,5-1 0,3 0 45,-1 10-90,11 8 0,13-5 0,-1-14 0,3-1 0,6 3 0,4-1-916,4-3 0,1-2 1006,-1-3 0,0-3-45,8 1 1,0-4-371,-3-3 1,1-1 369,10 0 0,1-1 0,-9-3 0,2 0 15,8-2 0,6-2 0,-3-1 60,-12 1 0,-2-1 0,3-1-30,3 1 0,2-1 0,1-1 0,0-1 22,-4-1 1,1-1-1,-2-1 1,0 0 7,5-3 0,-1-1 0,0-1-114,2-3 0,0-1 0,-4 0 84,-2-3 0,-3 0 90,-3-5 0,-5-2-225,-11 5 0,-2-1 225,-1-4 0,-3-1 1416,-4-14-1416,-19 9 0,-7 1-1,-9 1-451,-8-1 1,-4 3 361,16 16 0,-3 3 60,-12-3 0,-7 0 0,0 1-30,9 5 0,2 2 0,-4 0-30,-1 0 0,-4 0 0,1 1 0,2 0 0,1 2 0,3 0 0,-1 2-209,-6 1 0,-1 1 1,3 1 58,9 0 0,1 1 0,0 0-389,-6 2 0,0 1 0,2 0-1,-5 2 1,2 1 539,1 3 0,3 1 0,13-3 0,0 0 0,-2 3 0,-1 0 0</inkml:trace>
  <inkml:trace contextRef="#ctx0" brushRef="#br0" timeOffset="26438">9417 4855 9512,'-7'-7'539,"-3"1"-359,0 3 180,-11-1-180,3 3 180,-22-1-1,-9 3-1002,15-1 0,-2 1 778,-9 2 0,-2 1-75,13 0 0,-1 0 0,1 0-15,-10 2 0,0 1 15,7 0 0,0 1 0,1 1-15,-4 4 0,1 1-15,7-3 0,-1 2 0,3 0 15,-3 2 0,2 4-45,-1 11 0,7 2 0,7 3-114,7 0 0,7 1-21,11-10 0,4-1-45,5 7 0,4 0-320,7 1 0,1-2 455,-3-6 0,1-2-90,10 3 0,2-3-353,-5-6 1,1-2 442,7 2 0,2-2-45,1-4 0,-1-2 45,-10-3 0,1-2 15,2-3 0,4-1 0,-3-2 30,-4 1 0,0-1-30,8-3 0,5 0 0,-3-2 30,4-2 0,0-3-199,-7 0 1,1-1 0,0-1 198,-1-2 0,-2 0 0,-1-2 0,-6 3 0,-1 0 0,-1-2-150,1-3 1,-2-2 0,-3 0 194,0-6 0,-4-2 135,2-6 0,-5-2-135,-10 0 0,-4 2 0,0 9 0,-5 0 77,-11-6 1,-8 1-78,-5 7 0,-5 2 15,3 4 0,-3 0 0,-2 1 29,-5 1 1,-3 1 0,-1 3-115,-2 1 1,-2 3 0,0 2 54,-2 1 0,0 2 0,1 1-30,8 1 0,1 1 0,0 2-275,-8 1 1,0 2 0,1 2-56,10 0 0,2 1 1,-2 1-571,-5 3 1,0 1-1,1 1 900,-3 3 0,2 1 0,2 3 0,3 1 0,11-4 0,-1 0 0</inkml:trace>
  <inkml:trace contextRef="#ctx0" brushRef="#br0" timeOffset="27207">9115 5582 9512,'-3'-12'539,"1"2"-359,-7 4 270,-3-1 0,-9 0-270,1 0 179,-17 0 1,-4 3-225,11 2 0,-2 1-1095,-6 1 0,0 1 1005,6 0 0,-1 1 45,-11 2 0,-1 3-540,6 1 1,1 2 539,-8 5 0,1 3-346,4 2 0,5 5 301,9 2 0,6 4-45,10 1 0,5 0 0,4-4 0,6-1 0,12 7 0,7-1-45,4-5 0,4-1 15,-4-5 0,3-1 0,1-1-674,3 0 0,1-2 0,-1-1 659,8 1 0,1-2 15,-7-5 0,1-1 0,-1-2 275,6-1 1,-1-1-276,-6-2 0,2-1 0,-1 0 30,0-3 0,-1-1 0,-2 0-45,7-1 0,1-2 45,0-3 0,2-2 0,-5 0 0,-7 2 0,-1-2 0,4-2 0,3-3 0,-6-1 0,-6-3 0,-4-3 0,4-5 0,-3-3 0,-7-3 0,-4 0 0,-4 6 0,-4-1 137,-6-7 0,-5 0-182,-6 4 0,-6 1 45,-8-8 0,-7 1 0,6 12 0,-4 2 0,-1 2 0,-2 2 0,-1 1 0,-2 3-467,-2 2 1,-2 2 0,2 2 466,-4 1 0,0 3-60,6 4 0,-1 2 0,2 2 368,-6 4 0,2 2-578,5-1 0,-2 2 1,2 1-901,-10 8 1,4 2 494,11-4 1,3 2 674,7-1 0,3 0 0,-4 14 0,2 1 0</inkml:trace>
  <inkml:trace contextRef="#ctx0" brushRef="#br0" timeOffset="27987">9607 6421 9961,'-15'-12'450,"-2"0"-180,-1 4-90,1 2 180,-13 0-1,-3 1-224,7 4 0,-2-1-272,4 1 1,-2 0 256,-9 2 0,-5 0 0,3 0-459,3 1 1,-3 0 383,-3 1 0,-8 1 0,0 1 0,6-1-722,-1 0 1,1 2 698,5-1 1,-4 1-1,-1 0 1,5 1 22,-8 3 0,3 2-15,9-2 0,-1 1 0,3 1-225,-4 1 0,3 3 195,4 2 0,5 2 267,1 13-402,18-5 1,8 2-181,16 2 0,6 0 225,-4-4 0,4-2-428,12-3 1,8-2 0,-4-4 472,-9-6 0,0-2-45,9 1 0,7 1 1,-4-3 25,-1-3 1,0-3 3,-5-1 0,3 0 0,-2-1 60,6-1 0,0-1 0,-7-2 0,2-2 0,-1-1 30,-7 1 0,-2-2 0,3-1 15,2-2 0,2-1 0,0-2 0,-1 0-613,4-7 1,-3-1 0,0-1 597,-2 3 0,-1 0 0,-4-4 29,-5-8 1,-4-3 0,-5 3-163,-6 8 0,-5-1 148,0-20 0,-8-1 45,-9 18 0,-6 1 294,-8-6 0,-3 2-339,1 6 0,-3 4 62,1 6 1,-3 1 0,0 2-18,-14 0 0,-3 4-68,11 3 1,-4 2-1,-1 0 1,4 1 7,0 0 0,3 1 0,-2 1-53,-2 3 1,-4 1-1,2 1 1,5 1-23,0 2 0,1 2-405,-6 5 0,-4 3 1,6-1-396,10-3 0,2 2 845,-15 12 0,6 2 0,15 1 0,0 10 0</inkml:trace>
  <inkml:trace contextRef="#ctx0" brushRef="#br0" timeOffset="28966">9439 7067 10051,'4'-9'-90,"1"0"360,-4 2-180,-2-3 90,-6 0 0,0-1 0,-15 0 0,-9 2-90,5 3 0,-4 0-416,-10 0 1,-2 1 370,4 0 0,-1 2 45,-2 0 0,-3 1 0,1 1-45,-7 0 0,1 1-15,13 1 0,-1-1 0,2 2 15,-4 0 0,0 2 0,-7 4 0,0 3 0,12 0 0,0 2-45,-13 5 0,4 2 45,17-3 0,6 2-227,-3 24 92,24 3 0,7-16 0,4-1-240,2-3 1,5-1 149,8 2 0,5-1 0,-1-2-247,-1-4 1,1-2 313,2 0 1,5 1 0,2-1 0,-2-2-68,7-3 0,-1-4 0,1 1 135,-8-1 0,2-1 0,0 0 0,0-1-171,1-2 1,1-1 0,-1-2 0,-3 0 185,-1 0 0,-3-2 0,0-1 0,8 0 0,1-2 0,-1-1 0,-8 0 0,0 0 1,1-1 58,5-3 1,2 0 0,-2-1-30,4-1 0,-2-3 60,-4-2 0,0-3 0,-5 1-60,-9 3 0,-1-2 60,6-7 0,1-4 0,-7-1-290,-12-3 1,-6-2 319,2-8 0,-8-1-45,-19 0 0,-7 4 0,3 10 0,-4 3-45,-4 4 0,-4 1 0,-2 2 30,1 5 0,-2 2 0,-2 1-492,3 1 1,-2 1 0,-1-1 0,2 3 461,-6-1 0,2 2 0,-3 1 0,-1 3 0,-4 1 0,1 2 0,6-1-155,-2 2 0,-1 1-408,3 2 1,-6 1 0,-1 2 0,8 0 562,-3 4 0,3 2 0,7-3 0,-2 1 0,4 1 0,2 3 0,0 0 0</inkml:trace>
  <inkml:trace contextRef="#ctx0" brushRef="#br0" timeOffset="37133">8818 2565 10051,'4'5'1439,"1"-3"-1349,24 6 0,16-3 0,4-1-752,-17-2 0,3 1 684,1-1 1,7 1-1,1 0 1,-1 0-808,-4-1 1,-2 0 0,2 0 0,1-1 784,1 1 0,2 0 0,1-1 0,0 1 0,1 0 18,2-1 0,2 1 0,-1 0 0,1-1 0,0 1-18,-6-1 0,0 1 0,0-1 0,0 0 0,-1 1 0,-1-1 22,9 0 1,-2 0 0,0 1-1,2-1-22,-5 1 0,2-1 0,0 1 0,-1-1 0,-3 0 0,-2 1 0,-1-1 0,-2 0 0,1 0 25,-1 0 0,1 0 0,0 0 0,0 1-25,5-1 0,1 1 0,-1 0 0,-4-1 45,7 1 0,-2 0-45,-7 0 0,0-1 0,-2 1 0,-2-1 0,-4 1-32,13-1 122,7 2 0,-16-1 406,4 1-406,-14-2-90,8 1 90,-10-1 0,8 1-90,-15-1 2823,14 2-2823,-10-1 1218,2 0-1129,-4-1 128,-6 0-217,0 0 0,-1 0 0,1 0 0,-2 0 90,0 1 719,-1 0 630,1-1-1259,-2-3-90,-4-4 0,-5-5 0,-4-6-90,-4-4 90,1 0-90,-2-2 0,1-2 0,-4-6 45,-2-9 0,0-1-45,2 1-371,3 2 0,1-1 371,6 12 0,1 0 0,1-6 0,0 0-136,0 7 0,1 0 136,1-2 0,0 1 0,-1-12 0,0-5 0,0 12 0,-3-5 0,3 20 0,-2-11-90,1 13 810,0-1-720,1 4 294,-1 2-294,0 2 0,1 2-90,-1-1 90,-1 1-90,1-1 90,-7 5 0,-5 2 0,-1 3 0,-12 3 0,0 0 0,-13 2-45,13-3 0,-2 0 45,-20 3-1093,14-3 1,-5 1 0,4-1 944,4-1 1,1 0 147,-8 2 0,-4-1 0,3 0-340,3-2 0,2 1 295,-7-1 0,1 0 0,11-1 0,0 0 0,-3 0 0,2 0-83,-14 0 38,19 0 0,1 0 90,-8 0-180,-4 0 90,22-1-90,-15 1 180,15-2 2946,-4 2-3036,6-1 954,3 0-954,0 2 301,2-1-301,-1 1 90,5 1 0,-1 1 0,5 1 0,-2 1 0,4 2 0,0 0 0,0 0 0,2 5 0,0 7 0,0-1 0,3 16 0,-3-15 0,-1 5 0,1 2 0,1 5 0,0 2 0,0 1 0,-1-8 0,-1 0-545,2 6 1,-1-1 544,2 16-193,-2-21 1,1-1 192,0 13-61,0-11 1,0 0 60,0 5 0,1 0 0,-1-13 90,2 3 933,-3-5-1203,2 0 339,-3-8-3436,0-2 2580,8-7 1,-2-7-1,6-6 1</inkml:trace>
  <inkml:trace contextRef="#ctx0" brushRef="#br0" timeOffset="40733">10372 3510 9152,'1'7'90,"3"0"90,16-1-180,-2-1 90,20 2 0,6-2-1729,-11-2 1,1 0 1410,-4 0 1,0-1 272,12 1 0,0-1 15,-6-1 1,0 1-16,7 0 0,-1-1-45,-8 0 0,-1 0 45,8 0 0,-3-1-45,0 1 0,-6-1 0,-2 1 776,-6 0-506,16-1-180,-23 0 90,17 0 90,-16 0 1744,3 0-1834,-4 1 1090,-5-1-911,0-1 181,0 0-180,-1 0-270,0-1 0,-3-1-90,-1-2 90,2-4 0,-3 1-90,2-3 0,-1-3 90,3-10-90,1-5 0,1-1 0,-2-3 0,-3 2 90,0-7-90,-4 7 0,-1-8 0,-4 0 0,0 6 0,-3-10 0,1 24 0,-3-15 0,3 18 0,-3-10 0,4 13 89,-2-2-89,3 4 90,-4 0-90,3 3 90,-2-2 0,2 2-90,-2 0 90,0 3-90,-2 0 0,1 1 0,-6-2 90,2 2-90,-5-2 0,-5 1 0,-5-1 0,-2 2 0,-1 1 0,-15-2 0,3 0 0,0 2 0,-4 0 0,11 1 0,-4-1 0,3 1-119,7 0 0,-1 1 119,-5-1 0,-4 0 0,3 0-331,2 1 1,2 0 330,-7-1 0,-1 1 0,6 0 0,2 0-34,-14-1 34,2 0-90,10 1 90,5 1-180,-1 0 90,9 2 222,2 0-222,1 0 764,3 0-764,4 0 38,-2-1 52,-1 1 0,4 0-90,-3 3 90,6 1 0,-1 0 0,5 3 0,-1 0 0,1 7 0,-1-3 0,0 12 0,-6 15 0,3-7 0,-2 0 0,0-1 0,1 4-1639,0 5 1,0 0 1613,2-1-126,0-3 1,2-1 150,1 3 0,1 8 0,1-13 0,1 1 0,-3-11 90,3 8-90,-2-5 0,1-8 3276,-1 0-3219,0-13 303,1 4-360,-1-5 0,5 0 0,1-2 0</inkml:trace>
  <inkml:trace contextRef="#ctx0" brushRef="#br0" timeOffset="42766">10680 4095 9691,'4'-5'900,"-1"3"-720,15 1-90,-4 1 0,0 1 0,-1-1 0,-1 1 0,-1 0 0,1 0 89,-2-1-179,4 0 90,-3 0-90,10 0 0,2-1 0,6 2 90,7-1-90,11 1 0,-19-1 0,0 1 0,21-1 0,-20 1 0,-2 0 0,-1-1 0,0 0 0,1 0 90,7 0-90,6 0 0,-6 0 0,-11 0 0,6-1 0,-1-1 90,-9 1 90,0 0 0,-5 1 0,-2 0 270,0 0-91,0 0-179,-2-1-180,-2-1 90,-4-3-90,-2-4 0,-2-3 0,0-8 0,-1 6 0,1-8 90,1 11-180,-1-15 90,2 8 0,-2-4 0,2 3 0,-1 6 0,0-1 0,-1 2-90,1-1 90,-1 5-90,0-2 0,0 4 270,1 0-180,-1-1 0,0 1 0,-1 0 0,-1-4 0,-2-2 0,0 0 0,-2-3 90,0 2-90,-2-5 0,2 4-90,-3-5 90,0 4 0,-3-3 0,2 4 0,-2 0 0,4 4 0,-6-4 0,5 6 0,-1-1-90,1 4 90,-2 1 0,-14-3 0,-8 1 0,-15 1 0,13 2 0,-4 2 0,21 0 0,-10 0 0,-7 1 0,-1 0-90,1-1 180,1 2-90,8-1 0,-8 1 0,7-1 0,-3 0-90,7 1 90,-8 0 0,4 0 0,-3-1 0,10 1 0,3 0-89,4-1 89,2 1 0,-1 0 0,1 0 0,0 1 0,1 1 0,0 1 0,-1 4 0,1 0 0,-3 6-90,-1 3 90,-3 9 0,2-4 0,-1 19 0,9-16 90,-5 21-90,8-12 0,-1 6 0,4-1 0,-1-6 0,2-7 0,0 0 0,2-6 0,-1 3 0,1-4 89,-1-3-89,-1-6 0,1 1 0,1-6 0,-1 2 0,0-1-89,0 1 89,0-2 0,0-2 0,0-1 0</inkml:trace>
  <inkml:trace contextRef="#ctx0" brushRef="#br0" timeOffset="44415">10540 4252 8882,'9'1'809,"-5"-1"-539,25 3-180,-13-2 90,19 1 0,1 0-45,-2-1 0,5 0-90,5 0 0,0 0-199,-4-1 0,1 1 184,-2-1 0,2 0 0,-5-1-385,-8 1 1,0 0 399,19-1 0,0 0-45,-18 0 0,-2 0 45,4 0 0,-1 0-45,12 0 0,-3 0 90,-14 0-90,-1 1 90,-2-1 0,-3 1 280,0-1-370,-1 1 736,-5 1-646,-1-1-90,-3 2 0,1 1 0,0 2 90,-2 2-90,-2 1 90,0 8-90,-4-7 0,0 14 0,-3-4 90,-1 10-90,0 4 0,0-6 90,-2 7-90,0-6 0,1 8 0,-2-4 0,3-2 0,-1-3 90,2-7-90,1 0 0,-3-6 0,3 1 90,-2-4 90,2-2 0,-1-2 0,0 1 0,-2-2 90,2-1-91,-2-1 1,-3 1-90,-1-3-90,-4 0 90,0-1 0,-14-1-90,8 1 90,-23-2-90,0 1 0,12 0 0,-3 0-45,-4 0 0,-3-1-447,-2 1 1,0-1 491,-3 1 0,2-1-45,8 0 0,2 1 45,-6 0 0,2 0 0,-14 0-231,19 0 0,1 0 231,-19 0 0,15 0-90,1 2 944,11-2-854,-4 1 0,9 0 0,-3-1 411,8 0-411,-3 1 90,1-1 180,2 1-180,-2-3 0,5 0 0,-2-7 0,6 1-90,-3-6 90,0-8-90,-1-3 0,-1-12 0,3 8 0,2 3 0,1-1 0,2-3-45,-1 0 0,1 0-45,2 2 45,-2 1 0,0-1-135,1-5-90,-2-10-359,3 14-271,-1 10 900,1 3 0,-1 10 0,0 3 0</inkml:trace>
  <inkml:trace contextRef="#ctx0" brushRef="#br0" timeOffset="45699">10501 4965 9242,'-12'3'1079,"19"0"-989,0-1 90,17 0 90,14-1-90,2 1-307,-14-1 0,1 0 127,21-1 90,-9 0 0,3 0-45,-5 0 0,1 0-45,7 0 0,0 0 45,-3-1 0,-2 1-266,-10-1 1,-2 1 264,6-2 1,0 1-45,-5 1 0,-2 0 90,11-2 90,5 0-90,-26 1 0,10 0 0,-13 1 243,0-1-243,1 1 542,-1 1-542,-3 0-90,-2 0 0,-2 2 90,-1 0-90,-2 5 0,-1 2 0,-2 3 0,1 5 0,-4-1 0,3 6 0,-2-6 90,0 7-90,0-2 0,0 8 0,3-5 0,-1 12 0,1-9 0,-2 10 0,-1-1 90,-1-9-90,0 4 0,-1-15 0,0 2 0,1-5 0,0 1 0,0-4 0,-1 3 0,2-7 0,-2 6 0,2-6 0,-3 1 90,-6 1-90,-2-4 90,-10 2-90,-3-3 0,-9 2 0,-14-1 0,7-2 45,-2 1 0,-1-2-45,-6 1 0,18-1 0,-5 0 0,3-1-412,1 1 1,1-1 411,-9 1 0,-1-1 0,5 0 0,2 0-136,9 0 1,0 0 135,-1-1 0,1 1 0,-9-1 90,-5 0-180,7 0 180,11 0-180,-5-1 90,12 1 798,-5-1-798,5 0 296,3 0-296,0 0 0,5-3 0,3-1 0,4-6 0,3 3 0,3-9 0,0-2 90,3-11-180,-2-9 90,-1 6 0,-3 5 0,0-1 0,1-21 0,0 20 0,0-1 0,-2 4 0,0 1 0,4-16-90,-5 9-90,2 10-270,-2 2-899,1 10-1928,2 0 3241,3 5 1,-3 4 0,1 2 0</inkml:trace>
  <inkml:trace contextRef="#ctx0" brushRef="#br0" timeOffset="47190">10423 5685 10141,'-15'-3'0,"3"0"540,-1 0-90,4 0-360,29 1 0,-9 1-46,14 0 1,5 1 0,-4 0 0,1-1-804,17 1 1,5-1 758,-9 1 0,1-1 0,1 1 30,5-1 0,1 0 0,-2 1-30,-6-1 0,-1 1 0,1 0 30,5-1 0,1 0 0,-4 0-30,1 1 0,-2-1-1385,10 0 1,-3 0 1384,-18 0 0,-2 1 44,5-1 1,-2 1 45,3-1-90,4 0 0,-16 1 90,-5 0-90,-4 2 1075,1 0-1075,-6 1 3276,-2 3-3160,2 4-116,-2 5 0,-1 0 0,-3 17 0,-4 0 0,-4 10-307,-1-14 1,0 0 261,-2-1 0,0 1 45,-2 6 0,0 1 0,0-1 0,1-2 0,3-7 0,0-1-45,2 7 0,1-1 45,1-3-250,2 23 250,4-26 0,0 6 0,1-8 0,-2-6 0,0-6 694,-1-2-604,-1-2 79,-11-7-79,-1-2-90,-8-7 0,4 3 0,-7 0 0,-8 2 0,-15-2 0,15 3 0,0 0 0,6 2 0,-1-1 0,-21-1 0,1 1 0,0 0 0,1 0 0,0 0 0,19 1 0,1 1-132,-4-1 0,-1 0 132,-20-2 0,17 3 0,1-2 0,11 2 0,2-1 0,1 0 0,6 1 0,-4-2 0,3 0 264,1 0-264,3 0 90,3-1 0,0-1-90,1-1 90,2-1-90,0-2 90,2-3-90,0-4 0,1 0 90,1-10-90,-3-3 0,-1-16 0,0 18 0,-1-1-903,0-5 1,0 0 902,1 8 0,1-1-197,-1-9 0,1 1 107,1-14 90,2 17 0,0 0-89,1-19-271,2 10-90,-2 9 180,1 13-1079,0 3 1349,5 10 0,6 4 0,3 5 0</inkml:trace>
  <inkml:trace contextRef="#ctx0" brushRef="#br0" timeOffset="48389">10767 6325 9602,'-13'-4'1349,"15"-2"-1259,10 3 0,23-2 0,-10 4 0,2-1-737,8 0 0,1 1 647,-4 0 0,0-1 45,13 1 0,0 0 0,-7 1 0,1-1-45,8 1 0,-1-1 45,-10 1 0,-2 0-45,3-1 0,-2 0 327,13 2-327,-17-1 0,-2 0 0,8 1 90,1 0 0,-24 0 0,8 4 0,-13-2-90,3 5 90,-7 0 966,0 5-1056,-1-2 90,-1 6-90,-3 1 0,-4 15 0,0-6 0,-8 16-90,3-19-45,-2 4 0,0 1 45,-1-1 0,0 1 0,0 0-90,0 4 91,-2 8-1,5-10 0,2 0 0,3-8 0,0 6 0,1-5 180,0-6 0,1-5 90,-3-6-90,-4 0 179,-3-2-89,-4-4 0,-15-2-180,7 0 45,-2 0 0,-1 0-45,-7 0 45,-5 0 0,-4 0-45,1-1 0,-1 0-386,10 1 0,-1 0 0,0 0 386,-18-1 0,4 0 0,19 1 0,0 0 0,-5 0 0,0-1 0,-10 0 0,13 0 0,-1-1 0,6 1 0,2 0 90,-15-2-90,3 0 0,15 1 0,-1 0 0,4-1 1248,7 1-1248,0-2 90,2-5 0,4-4-90,2 0 0,9-14 90,-1 10 0,8-20 90,1 1-930,-5 10 0,1-1 750,-1 5 0,0-1 0,4-10 0,0 0-65,-1 6 0,1-1 20,2-9 0,1-1-180,-1 6 1,-1 1 44,-3 8 0,-1 1-1259,10-15-90,-11 26 1529,4-6 0,-5 14 0,1-2 0</inkml:trace>
  <inkml:trace contextRef="#ctx0" brushRef="#br0" timeOffset="50674">10799 6847 10321,'-3'10'450,"1"3"-270,0 0 0,0 8-90,-4 5 0,0-1-1,-5 10 1,0-1-45,4-9 0,-1 0 0,0-1 0,1 1-45,-5 16 45,2-10 0,1-1-45,0 0 45,-1-3 0,1 0-45,-1 1 0,-3 4 90,3-10-90,0 0 0,3-8 90,0 1-90,4-5 0,-1-1 0,6-4 90,4-1-90,4-3 0,14-3 0,-8 1 0,12-3 0,-4 1 0,9 0 0,7 0 0,6 0 0,-5 1 0,-4 1 0,-1 0-534,5-1 534,0 2 0,0-1 0,-2-1 0,3 2 0,-1 0 0,-1-1 0,-2 1 0,0 1-229,4-1 229,8 0 0,-6 0 0,-7 0 0,-11 0 0,5 0 0,-9 1 0,10-1 521,-11 1-521,-2 0 422,-6-1-62,-3-1-180,0-1-90,-6-3 90,-1-3-91,-3-7 1,0-4-90,0-1 0,1-7 90,3-2-90,1 0 0,0-3 0,4-4 0,-1-1 0,-1 5 0,-1-1 45,3-10 0,-1 4-45,-2 6 0,-2 5 0,0 1 0,1-5 0,0-3 0,-2 11-90,-1 3 90,-1 7 0,0-5 0,-1 7-90,-1 0 90,-5 7 0,-4 4 0,-1 2 0,0 4 0,1-2 0,-3 0 0,1 1 0,-11 0 90,10-2-90,-27 3 0,10-3 90,-9 0 90,4-2-180,2 1-893,6-1 0,-2 0 848,4 0 0,-1 1 45,-15 0 0,-4 0-90,-2 1 0,1 0 0,8 0 0,0 0-225,-10 0 0,2 1-312,20-1 0,2 1-1012,-5-1 1,1 1 1467,-13 2 1,0-1 0,8-1 0</inkml:trace>
  <inkml:trace contextRef="#ctx0" brushRef="#br0" timeOffset="52321">8748 8067 9961,'23'2'450,"9"1"-180,4-1-180,4 1 90,5-1 0,1-1-605,-20 0 1,1 0 514,13-1 0,7 1 0,-3-1-1,6 0 1,-2 0-45,1-1 0,0 1 15,-10 0 0,2-1 0,-7 0-60,7 1 45,-3-1 0,0 1 45,-3-1 0,5 0-90,-13 1 483,5 0-393,-10-1 65,3 2-1594,-1 0-630,-9-1 2069,8 1 0,-6-1 0,3 0 0</inkml:trace>
  <inkml:trace contextRef="#ctx0" brushRef="#br0" timeOffset="53683">10777 7647 9062,'-8'-7'2788,"1"11"-2608,4 1-90,1 25 0,4 13-45,0-16 0,1 1-161,0 4 0,0-1 116,5 12 90,-1 5-90,-1-14-90,-1 8 169,-3-12-79,-1 6 0,-1-21 0,-1 17 0,1-16 0,-1 3 0,2-7 243,1-4-243,3-4 0,3 2 0,7-4 0,1 0 0,21-2-90,-12 0 90,6-1 0,5-1 0,-2 1 0,1-1 0,6 1 0,1-1-337,4 0 1,-3 0 336,-15 0 0,-1 1 0,7-1 0,-2 0-271,13 0 271,-16 0 0,-2 0 0,9 0 90,8-3-90,-27 3 0,18-4 90,-21 1 0,6-2-90,-8 1 743,-1-3-743,-6 2 381,-1-3-381,-2-2 0,-1 4 90,2-14-90,-2-3 0,1 0 0,0-22 0,1 22 0,-2 0 0,0-1 0,5-11 0,0-11 0,0 13 0,2-14 0,-5 21 0,1-11 0,-2 11-90,1 10 90,-2 1-90,0 8 180,-2 2-90,-10 7 0,1 1 0,-20 7 0,-17-1 45,15-2 0,-3-1-521,0-1 1,-3 0-1,2-1 476,-6 1 0,-1 0-30,2-1 0,-3 0 0,2 0-60,-3-1 1,1-1-1,9 1 0,-1 0 0,3 0 45,-2-1 0,0 0-225,-9 0 0,2 0 90,2 0-90,3 0 0,2 0 1,9-1-1890,-19 1 2159,27 0 0,-9 0 0,15 1 0</inkml:trace>
  <inkml:trace contextRef="#ctx0" brushRef="#br0" timeOffset="55316">8894 8327 9422,'-4'0'1619,"-1"9"-1619,-3 6 90,-1 11-90,2-1 90,0 8-90,0-6 0,2 9 90,0-7-90,-1 7 0,3-7 89,-1 9-89,2-13 0,0 8 0,1-15 90,1 1-90,-1-5 0,2 2 0,-2-4 0,4 0 0,-1-4 0,6 1 0,-1-3 0,19 0 0,-8-5 0,9 1 0,3-1 0,2-1 0,1 1 0,2-1 0,-5 0 0,-1-1-1229,12 0 1,1 1 1228,-7-1 0,0 0 0,11 0 0,1 0-450,-9 0 1,0 0 449,11 0 0,0 0 0,-13-1 0,0 1 0,13-1 0,-3 1 0,-3 0 0,1 0 0,-3-1 0,-13 1-157,20-1 157,-25 1 0,0 1 90,-5-1 2124,-4 0-2034,-3 0 1245,-2-1-1245,0 0 144,-6-4-234,-2-3-90,-3 2 90,-3-8-90,1 1 0,-4-6 0,2 0 0,-6-21 0,5 16 0,0-6 0,0-2 0,1 4 0,0 1 0,0 0 0,1 5 0,-5-17-90,5 23 90,-2-11 0,2 15-90,1-1 90,-1 1 0,-1 5 0,-5 2 0,-2 5 0,-4 2 0,-2 3 0,-1-1 0,-10 0 0,-8 1 0,11-2 0,-1-1-110,2 1 0,-2 0 80,-10-1 0,-5-1 0,3 0-591,1 1 1,-2-1 602,5 0 0,-7 0 0,-3 0 0,2-1 0,5 1-12,3-1 0,4 0 0,-3 1-15,-11-1 0,-5 0 0,1-1 0,5 1-45,9 0 0,4-1 1,-1 1-121,-5 0 0,0-1 0,3 1-15,1 0 0,2 0-720,4 0 1,4 0 944,2 1 0,3-1 0,14 1 0</inkml:trace>
  <inkml:trace contextRef="#ctx0" brushRef="#br0" timeOffset="56615">10774 8283 10141,'-8'15'540,"0"-5"-450,9 11 90,-5-2-90,-3 10 0,-2-2 0,-5 12 0,1-4-1,-4 9-89,4-9 0,-1 11-89,8-24 89,-1 21-90,5-27 90,2 11 0,0-14 0,0 3 0,1-5-90,1-3 90,4-1 90,5-2-90,9 0 0,-2-3 0,19-5 0,4 2 0,-16-1 0,1 0-130,5 1 1,-2 0 129,14-2-410,-9 1 1,1 0 409,-3 0 0,2 1 30,-1-1 0,2 1 0,-1-1-75,12 0 0,0 0 45,2 0 0,0 0 0,-1 0 0,-2 0 45,-5 1 0,-2 0 45,-2-1 0,-1 1-1,-8 0 1,-3-1 0,1 0 180,1 0 0,-10 0 238,7-1-328,-9 0 750,1 0-660,-5-3-181,-1-3 1,-1-2 0,-1-2-90,-1-2 90,-3 0-90,4-7 90,2-11-90,-1 4 0,1-8 0,0-7 0,-3 15 0,3-15 0,-4 12 0,0-3 0,-1 5 0,-3-2 0,-1 16 0,-1-1 0,-2 2-90,0 6 90,-5 1 0,-10 6 0,5 2 0,-14 2 0,6 3 0,-12 2 0,4-1 0,-18 2-303,22-4 1,-2-1 302,-7 1 0,-4 0 0,-2 0-60,-9 1 0,-2-1 0,1 0-248,7-1 1,0 1 0,-2-1 217,0 0 0,-3 0 0,2 0 1,7-1-46,3 0 0,1 0-75,-2 0 0,-3 0 0,4 0-420,5 0 1,3-1-1010,-3 1 1,1-1 1607,-16 2 0,2-1 0,9 0 0</inkml:trace>
  <inkml:trace contextRef="#ctx0" brushRef="#br0" timeOffset="58707">9388 9038 9781,'-14'-2'-1169,"1"0"1079,-6 0-90,0 0 180,-3 1-90,-3 1 0,2 0 180,-6-1 0,-1 0-90,6 0 180,-4 1 90,5-1-90,1 0 270,-5 0-181,11 0-89,-6 0 90,5 0 0,2 1 90,2-1 629,-1 1-899,27-2 180,17-1-270,10 1-124,-8 2 0,-1-1 214,5 1-45,7 1 0,3 0 0,-10-1 0,2 0-369,-2 0 0,3 0 0,-3 1 324,4-2 0,-3 1 45,7 0 0,-2 0-372,-9 0 0,-1-1 327,4 2 0,0-1-107,-9 0 0,-2-1 152,2 1 0,-2 0 227,6 0-92,12 0 810,-9 0-990,-6-1 90,-8 2 648,-6-1-648,-3 0 357,8 0-357,-6 1 0,2 2-90,-6 1 90,-4 2-90,-1 3 90,-2 4-90,-1 0 0,-1 9 90,-2 2-90,-8 24 0,3-18 0,-2 1 45,2-7 0,-1 2-45,-6 13 0,0-3 0,4-7 0,-1-1 0,1-1-90,1 1 90,-1 4-90,3-4 90,2-8 0,0 2 0,2-3 0,1-4 0,-1 3 0,1-8 90,0 0-90,-1-1 90,1-3-90,-2-1 0,-1-2 0,-2 1 90,-2-3-90,-3 1 0,-9-1 0,-3 1 90,-3-1-90,-11 0 90,-4 0-303,10 0 0,-5-1 243,-3 0 0,-5 1 0,-2-1-843,5-1 0,-1 1 1,-1-1-1,1 1 835,4 0 1,1-1 0,0 1-1,0 0 0,-7-1 1,-1 1 0,1-1-1,6 0-281,-5 0 1,4 0 303,-10-1 0,2 1 45,12-1 0,4 1-90,-15-1 58,5 1-58,15 0 0,3-1 347,-3 1-347,9 0 3062,-1-1-2972,-1-2 942,10 1-1032,-2-1 234,4 1-234,4-6 90,1 2-90,6-10 0,0 6 0,8-23 0,-5 12 0,3-5 0,0-3 0,-3 6 0,0-2 0,4-8 0,0-3-428,1 1 0,-1-1 428,1 1 0,1 1 0,-3 9 0,0 0-87,1-3 1,1 1 86,0 1-90,1-4 0,-6 16-180,0 3 0,-3 4-180,4-6-89,-2 10 667,6-1-1387,4 6 451,0 2 88,3 3 540,-4-2-269,0 1 269,1-3 0,-5 1 90,4-2 90,-5 1 0,3-1 270,-3 0-90,1 2 90,-2-1-181,1 1 91,4 0-90,-2-1 0,9 2 0,2-1 0,14-1 0,-5 0-45,2-2 0,0 0-45,6 1 45,7-1 0,5-1-90,-10 0 0,-1 0-125,0 0 1,0 0-146,12 0 0,-5-1-134,-10 2-451,-4-1 1,-1 2 899,-8-1 0,15-1 0,-8 0 0</inkml:trace>
  <inkml:trace contextRef="#ctx0" brushRef="#br0" timeOffset="63767">10642 9636 7803,'5'3'2788,"1"-2"-2698,14 1 0,-3-2 90,20 1-180,-10-1-529,3-1 0,4 1 574,-7 0 0,1 0-1034,13 0 1,0 0 1033,-8-1 0,1 1 0,10 0 0,1-1 164,-12 0 1,1 1-165,13-1 0,1 0-45,-8 0 0,-2 1 45,-6-1 0,-3 1-45,-1-1 0,-2 1 0,1 0 90,0 0 366,-6 0-366,-10-1 1885,2 1-1885,-2 1 274,0 0-274,0-1 810,1 1-181,1-2-449,-6-2-180,1-1 90,-4-4-90,-2-2 0,0-3 0,-2-9-90,-2-7 0,-1 3 45,-1 0 0,-1-2-45,-3-3 0,-1-2 0,-1-2 0,0 7 0,0-1-178,-7-13 0,0-2 178,3 10 0,0 0 0,-2-2 0,1 1 0,3 9 0,2 3 0,-9-15 0,6 10-90,-1 3 90,11 18 0,-5-6 0,4 8 0,-2 0-90,-3 1 446,-4 4-356,0 3 0,0 2 0,3 0 0,3-2 0,1 2 0,1-2 90,0 2-90,0-2 0,-2 0 0,-8-1 90,-10-2-90,0 0 0,-15-2 0,-1 0-814,13 0 0,-2 0 814,4 1 0,0 0 0,-10-1 0,0-1-130,8 1 0,-2 0 130,-16-1 0,0 0 0,15 1 0,1 1 0,-10-1 0,3 0 0,2 1 0,6 0 0,-1 0 0,2 1-90,-18-1 90,23 2 0,2 0 0,1 0 0,9 1 1488,-6 1-1488,7-1 310,-3 2-310,5-2 0,1 1 0,-1 0 0,2 1 0,1 1 0,2 4 0,3 2 0,2 13 0,1 10 0,1-2 0,-2 1 0,-1 1 0,2 3 0,-2 2 0,0 1 0,0-10 0,0-1-773,0 8 0,0-1 773,-2-10 0,1 0-102,0 3 0,0-1 102,1 13 45,2-11 0,-1 1-45,2 8 0,4 8 0,-4-29 0,3 12 0,-4-17 0,1 8-90,-2-11-90,0 0-809,0-3-2288,1-2 3079,3-2 1,-3-1-1,1-1 1</inkml:trace>
  <inkml:trace contextRef="#ctx0" brushRef="#br0" timeOffset="89067">5961 9335 6723,'-43'1'1080,"20"0"-1080,-19 3 89,29 0-89,4 0 90,2 0-90,3 0 90,7 5-90,1-4 90,24 6-90,17-3 45,-3-3 0,1 0-301,-8-1 1,2-1 277,0 0 1,5-1-1,2 0 1,-6 0-23,8 0 0,0 0 22,0 0 1,6 0-1,0 0 1,-8-1-23,-2 1 0,-3-1 0,-1 0 0,1 0 0,-7 0 0,0 0 0,-3 0 0,-1-1 90,-4 1-90,18 0 0,-19 0 0,-4 0 0,7-1 0,-13 1 180,4 0 1051,-6-1-1051,0-1-91,-6-5 1,-2-5 270,-3-9-180,0 5 90,3-17-135,0 8 0,2-3-45,0-6 0,0-1-90,1 2 0,0 0 90,0-6 0,0 3-90,1 4 45,-3-1 0,0-1-45,-1 1 0,-1-12 0,-4 15-90,2 10 90,-3 2 0,2 6 0,-2 2 0,-1 4-90,-6 0 180,-7 3-180,-32 0 90,24 3 0,-4 0 0,-5 0 0,-4 0 0,3 0-160,1 1 0,0 0 160,0-1 0,-2 1 0,-1-1 0,-3 0 0,0 0 0,2-1 0,-1 1 0,-1 0 0,1-1 0,-3 0 0,3 1 45,3-1 0,4 1-45,6-1 0,0 0-45,-8 1 0,3-1 45,1 0 0,5-1 0,5 2 320,8-1-320,1 2-90,0-2 90,2 2-90,0 0 90,-2 2 0,-16 8 0,9-3 0,-24 9 0,23-8 0,-8 5 0,0 0 0,2 2 0,-1 0 0,-1 4 0,3 9 0,2 1 0,6-8 0,1 3 30,1 6 0,0 4 0,4-4-30,2 11 0,5-14 0,2-2-90,3 3 180,0 5-180,2-7-90,0 9 90,-1-22 0,-2 14 0,1-11 90,-1 0-450,0-1-539,1-8 989,0 1 0,-1-5 0,0-2 0</inkml:trace>
  <inkml:trace contextRef="#ctx0" brushRef="#br0" timeOffset="100968">15414 1222 8792,'-25'-16'1619,"5"3"-1439,9 6 180,-4-2-270,2 2 0,-5-2 90,-5 1-1,-9-2-134,7 3 0,-3 1-186,-20-4 231,1 3 0,-3 1-615,12 3 0,-1 0 525,1 1 0,-3 0 0,3 0 45,-2 1 0,1 0-45,5 2 0,-2-1 0,1 1 45,-10 1 0,0 1-45,7 0 0,-1 0 0,1 0 0,-3 1 0,0 1 0,8 0 0,-1 0 0,0 3-80,-4 2 0,0 2 0,-1 2 80,4 0 0,0 2 0,0 1 0,0 1 0,0 1 0,0 2 0,1 0 0,3 3 30,-4 11 0,4 4 0,7 0-30,10-4 0,6 0 0,8 1 30,12 8 0,10 1 0,1-4-697,1 0 1,6-4 688,-2-13 0,5-1 1,1-1-1,-4-5-22,0-2 0,3-3-569,8 0 0,9 1 0,2-1 1,-7-3 568,1 1 0,0-3 0,-9-1 0,5 0 0,2 1 0,1-2 0,-1-2-206,-2-2 0,1-1 0,-1-2 0,1 0 0,1 0 206,3-1 0,2-1 0,0-1 0,0 0 0,-1 1 0,-1 0 0,-1 1 0,0-1 0,1-1 0,-1-1 0,-3-2 0,1-1 0,0-1 0,-2 0 0,-2 0 0,-5 0-358,0 0 0,-4 1 0,2-2 358,2 0 0,3-2 0,0 0 0,-3-1 0,-3-1 0,-3 0 0,-1-3 188,6-7 1,-1-3 0,-2-1-129,-3 2 0,-2 0 0,-5-4 0,-8-11 0,-6-4 0,-6 5-15,-7 5 0,-8 3-15,-11 1 0,-8 1 0,-6 4-12,5 10 0,-4 2 0,-2 3 0,0 0 0,3 0-18,-11-5 0,3 1 0,-3 0 74,6 5 0,-3-2 0,-2 2 0,3 0 0,3 3-74,1 0 0,4 3 0,-4 0 0,0 0 0,-3 0 0,-2 0 0,-2 1-108,1 1 0,-2 0 0,-1 0 0,1 0 0,1 0-5,-1 0 1,2 0 0,0 0-1,-2 1-139,1 1 0,-4-1 0,0 2 1,3 0-1,5 1-841,-1 1 1,6 2 0,-1 0 1091,-1-1 0,0 0 1,1 1-1,1 2 1,2 1-1,2 0 1,-5 1-1,1 1 1</inkml:trace>
  <inkml:trace contextRef="#ctx0" brushRef="#br0" timeOffset="104590">11340 2328 7443,'-6'1'809,"13"-2"-719,6 8 0,11-6 0,1 0-90,-5-2 0,13 2 90,2-1-45,-4 0 0,4 0-45,9 0 0,0 0-252,-6 0 0,1 0 252,5 1 0,5-2 0,-1 1-868,0 0 1,1 0 0,1 1 867,-6-1 0,1 0 0,1 0 0,-1 1 0,-4-1 0,-1 0 0,0 0 0,0 0 0,1 0 0,0 0 0,-1 0 0,0 1-542,4-1 0,-1 0 0,2 0 542,-5 1 0,3-1 0,-1 0 0,0 1-427,-3-1 1,0 1 0,-1-1 0,-1 1 426,0-1 0,-1 1 0,1-1 0,9 1 0,2 0 0,-6 0 65,-9-1 1,-1 1-66,7 0 0,4 0 0,-6 0 0,-11-1 0,0 1 45,22 0 0,1 0 0,-17-1 0,-2 1 536,5 0 1,1 0-537,-7 0 0,-2 0 45,14 0 1386,5 0-1386,-1 0-90,-14 0 90,11 0-90,-22-1 0,16 1 0,-21 0 3166,10 0-3076,-4 0 146,8 0-236,3 0 0,2 0 0,-7 0 90,19 0-90,-21-1 222,5 1 1,3 0-223,-8-1 0,1 0 0,4 1 0,1-1 0,-2 1 0,-2-1 0,8 1 0,0 0 0,-9-1 0,5 1 0,-7 0 0,10-1-90,-16 0 180,15 1-90,-16-1 0,17 0 0,-16 0 0,8 0 0,-4 0 0,-9 0 0,10 0 0,-11 0 0,2 0 0,-2-1 0,2 1-990,-4-1 990,3 0 0,-8 0 0,0 0 0</inkml:trace>
  <inkml:trace contextRef="#ctx0" brushRef="#br0" timeOffset="105166">14641 2290 7892,'-8'3'-89,"8"2"89,1-1 89,16 5-89,-6-4 90,7 1 0,6 2-90,-6-3 90,15 5-90,-8-3 90,4 1-90,-6-2 0,1 0 90,-9-3 0,5 1 90,-5-1 0,-1 0 90,-5 0 90,-1-1-360,-12 3 90,-6 1-90,-15 4 90,-6 0-90,3 0 89,-11 4-89,6 0 0,-9 4-269,2 1 89,10-4-1529,-6 5 1709,22-11 0,-12 8 0,12-7 0</inkml:trace>
  <inkml:trace contextRef="#ctx0" brushRef="#br0" timeOffset="105890">15309 2260 8252,'-7'-10'450,"1"2"-270,1 3 0,-1 0 0,0 0 0,-2 0 0,3 2-1,-5-1-89,0 1 0,-4 2 0,-6 3-90,2 2 180,-13 8-90,1 7-45,9-5 0,1 3 0,-4 8 0,2 1-45,-8 11-71,14-10 1,4 0 70,4 5 0,4 1 90,9 6-90,9-7 90,10 8-90,-1-12 90,12 2-90,-4-11 90,11 1-90,-10-8 0,8-4 90,2-8 0,-6-1-90,-10-3 0,0-3 0,13-9-1515,-14 3 1,0-3 1514,14-13-240,-16 6 1,-2-3 239,-7 2 0,-2-1 0,2-6 0,-1-1 0,0-15-66,-9 20 1,-4 0 65,-11-17-45,-6 12 0,-3 1 45,4 8 0,-3 3 0,-17-7 0,-2 6 0,-9 7-150,8 9 0,-8 2 0,3 2-670,4 2 1,-3 3 166,4 0 1,-6 2 0,0 1 0,5-1 628,-7 4 0,1 1 1,0 2-1,-4 2 1,2 0-1,11-3 1,-1 0-1,0 1 1</inkml:trace>
  <inkml:trace contextRef="#ctx0" brushRef="#br0" timeOffset="107488">11946 2467 7533,'5'1'1619,"-3"-2"-1529,8 11 0,-4-3 90,12 12-90,-6-5-1,12 18 46,-13-8 0,-2 0-135,4 12 45,-5-6 0,-3 4 0,-10-2 0,-2-1-649,-2 18 649,-6-8 0,-3-2 44,-3-3-89,-1-8 0,-2 1 45,5-7 0,-1-1-45,-5 4 0,1 0 90,-12 9-267,13-14 0,1-1 177,-4 2 0,-7 3 0,11-7 0,6-6-90,-2 1 90,5-4 223,0-1-583,5-3 107,-3 1 253,1-3 0,4-1 0,2-1 0</inkml:trace>
  <inkml:trace contextRef="#ctx0" brushRef="#br0" timeOffset="107900">11655 3109 8612,'-4'5'1259,"3"-4"-1259,-10 14 90,4-6-90,0 1 90,-9 14-90,7-9 90,-9 16-90,9-11 0,-2 6 90,5 2-90,6-6 0,11 5 90,17-10-90,1-4 0,0-7 0,4-3-405,-1-2 1,1-1-586,7 0 1,0 0 692,-6-1 0,-2-1 0,-2 0 0,-2-1 0,14-1 0</inkml:trace>
  <inkml:trace contextRef="#ctx0" brushRef="#br0" timeOffset="110567">15183 2901 8612,'-12'-1'900,"2"-2"-721,2 0 91,0-1 0,1 0 90,0 0-180,-1-1 0,0 2 0,-1-1-90,2 1 0,-2-1 89,0 0-179,-1 2 0,0-1 0,-12 3 0,-1 4 0,-1 1 0,-10 9 0,16-5 0,-13 12 0,14-9 0,-11 18 90,15-12-90,-13 23 0,19-21 0,4 25 0,20-8 0,1 0 0,4-13 0,4 0 0,2-6 0,1-1-396,3 2 1,2 0 395,4-1 0,-2-3 0,8 1-171,-17-7 0,-1-2 171,17 2 0,-15-3 0,0-1 0,14 2 0,-10-4 0,-3 0 0,1-2 45,-2 0 0,-1-1-45,-2-2 0,0-3 0,1-1 0,8-6 0,-9 2 0,-2-2 0,3-5 0,-1-10 0,-13-1 755,-1-8-755,-6 6 0,-7 4 0,-2 2 0,-3-2 0,-1 1 0,-2 0 0,-7-1 0,-3 3 0,-2 0 0,4 7 0,-3 0 59,-8-4 1,0 2-60,-15-2-45,5 10 0,0 1-45,-8 2-468,2 2 0,-1 1 288,-3 3-510,12 3 1,-5 2-1,4-1-572,5 1 0,1 0 1352,-2 1 0,-3 1 0,3 0 0,2 1 0,2 0 0,-1 1 0,-1 1 0</inkml:trace>
  <inkml:trace contextRef="#ctx0" brushRef="#br0" timeOffset="111817">11809 3226 9152,'9'-8'450,"6"5"-450,-7 3 0,6 3 89,-7 1 1,11 2-90,4 3 90,11 5 0,10 5-90,-8-1 45,-8-4 0,1 4-45,0 3 0,-1 1 45,-5-3 0,0 0-45,3 8 0,-5-1 0,-10 8 45,-8-7 0,-3 1 0,-4-1 0,-3-1-45,-5 6 0,-5 0 30,-5-6 0,-4-1 0,1-2-436,2 0 1,-1-1 435,-2-2 0,-4 0 0,3-4-30,4-4 0,2-1 0,-6 1 0,0 0 0,4-2 0,0-1 90,-18 8-90,-2-3-90,19-5-270,-6 0-90,19-7-897,-3 0 1347,1-3 0,7 1 0,0-2 0</inkml:trace>
  <inkml:trace contextRef="#ctx0" brushRef="#br0" timeOffset="112250">11686 3756 8612,'5'4'720,"-4"-1"-630,-8 8-90,-5 0 90,2-1 0,-7 9-90,1 0 0,-2 7 89,4-5-89,1 10 0,9-15 0,2 19 90,17-11 0,10 3-90,16-4 0,-5-10-249,-10-7 0,1-1 249,-2-1 0,1 0-45,7-1 0,0 1 0,-6-2 0,0 1-855,10-1 1,-1-1 899,12-1 0,-16 0 0,1 0 0,17-1 0</inkml:trace>
  <inkml:trace contextRef="#ctx0" brushRef="#br0" timeOffset="114423">15324 3562 7982,'-5'-9'630,"-1"1"-270,1 4-90,-2-1-90,0 1-90,-2-1 0,2 1-1,-3 0 1,3 2 0,-11-4 0,0 4 0,-12 0-90,6 2 0,-14 4 45,13 2 0,0 0-45,-18 6 0,11-1 0,1 2 0,1 3 0,-2 6 0,1 2-308,-3 11 308,11-13 0,2 2 90,3 16-90,14-10 0,9 13 90,18 0-90,3-7 0,7-9 0,2-3 0,5 0-1600,-1-3 0,-1-3 1600,0-5 0,0-2 0,1-1 0,0-1 0,-1-1 0,0-2 90,6-1-238,-16-3 1,1-1 147,-3-1 0,-1-1 0,15-2 197,8-6-197,-24 0 0,1-2 0,17-6 0,-12-2 0,-2-2 0,0-2 0,-2-5 0,-2-1 3242,-4-1-3197,-4 3 0,-2-1 135,-7-6-90,-4-11 0,-6 10 0,-13 5 0,-3 1-90,-8-1 30,2 10 0,-7-3 0,3 4 89,5 6 1,-1 3-90,-9-3 0,-5 1 0,3 1-468,6 4 0,-2 2 393,-3 0 0,-6 2 0,0-1 0,4 2-45,-6-1 0,0 2-68,4 0 1,-5 1 0,-1 0 0,4 1-936,3 2 1,3 0 0,-1 1 1088,-8 1 0,-2 0 1,1 1-1,8 0 0,0 1 1,1-1-1,2 1 1,0 0-1,0 0 0</inkml:trace>
  <inkml:trace contextRef="#ctx0" brushRef="#br0" timeOffset="115505">11792 3928 9781,'20'6'360,"10"2"-270,-6-3 0,15 4-90,-20-3 90,23 8-90,-21-4 90,17 11-90,-19-3 0,3 8 90,-11 3-90,-6 4 90,-14 4-90,-12 4-867,5-19 0,-1-1 867,-15 15 0,1-6 0,10-13 0,-1-2 0,-6 5-137,-3-1 1,-1 0 136,5-4-45,2-3 0,-1-1 45,-4 2 0,-8 1 90,11-4-90,-5 1 0,19-7-180,-11 4-89,14-6-751,-3 1 1020,1-4 0,6 1 0,0-3 0</inkml:trace>
  <inkml:trace contextRef="#ctx0" brushRef="#br0" timeOffset="116017">11676 4310 8702,'6'9'540,"-4"-2"-450,-8 10-90,-7-2 90,2 0-90,-6 5 90,-3 4-90,8-8 0,-3 7 0,7-10 0,3-1 0,1 1 0,6-4 90,2 1-90,3-3 89,4-1-89,4-2 90,6 1 0,17-1-90,-13-2 90,16 0-90,-23-1 90,18-1-90,-14 1 0,5-1-180,-10 0-269,-3 1-991,0-1 1440,2 0 0,-1-1 0,-2 0 0</inkml:trace>
  <inkml:trace contextRef="#ctx0" brushRef="#br0" timeOffset="117871">16090 4251 8972,'-7'-8'2698,"-3"13"-2608,7-1 0,-6 16 0,0-1-90,-3 8 90,0 3 0,4 3-180,3-8-270,2 9 90,1-18-359,1 12 179,1-18 450,2 6 0,0-11 0,0 2 0</inkml:trace>
  <inkml:trace contextRef="#ctx0" brushRef="#br0" timeOffset="118150">16184 4414 9242,'12'5'270,"-2"0"-1,-3-2-179,6 0 0,5 0 0,4-1 0,4-1-90,-1-1-90,-5 0-270,5-3-1798,-1-2 2158,-5 1 0,6-6 0,-11 3 0</inkml:trace>
  <inkml:trace contextRef="#ctx0" brushRef="#br0" timeOffset="118407">16337 4290 8882,'-9'22'180,"3"-6"-90,2 10 0,3-5 0,1 9-180,0-8-270,6 5-899,0-7 1259,6 2 0,2-2 0,3-4 0</inkml:trace>
  <inkml:trace contextRef="#ctx0" brushRef="#br0" timeOffset="118856">16732 4333 9332,'-4'-10'1889,"-2"3"-1799,-11 9-1,3 2 91,-10 9-90,7 0 90,-6 9-180,7-5 90,-1 7 0,11-12-90,0 10 0,6-11 0,2 7 0,4-8-90,4 1 90,0-5 0,1-1 0,1-4-90,7-7 180,-7 2-90,6-11-90,-14 0 90,-1-6 0,-4 3 0,-6-6 0,1 7-90,-5-5 90,4 8-360,-2 1-179,3 7 539,-1 0 0,4 3 0,1 2 0</inkml:trace>
  <inkml:trace contextRef="#ctx0" brushRef="#br0" timeOffset="119117">16973 4368 10231,'12'6'180,"-1"-2"-90,-1-1-90,2-2 0,-3 1-450,9-2 90,-3 0-1169,5-1 900,-6-1 629,-3-2 0,3-1 0,0-1 0</inkml:trace>
  <inkml:trace contextRef="#ctx0" brushRef="#br0" timeOffset="119366">17079 4288 9062,'-9'-3'899,"-1"0"-719,2 5-90,2 1 0,2 6 0,0 2 0,2 3 0,0-2-90,1 7 0,2-1-270,1 6 0,1-6-2248,5 5 2518,-2-12 0,4 8 0,-1-9 0</inkml:trace>
  <inkml:trace contextRef="#ctx0" brushRef="#br0" timeOffset="119799">17334 4390 9691,'3'-11'1440,"-1"2"-451,-2 2-89,0 0-361,-3 1-449,-8 9-90,1 0 180,-10 11-90,6 0-90,-3 4-90,4 3 0,6-6-180,3 4 90,4-6 1,4 2 89,0-4-180,4-2 180,0-5 0,3 0 90,2-5-90,1-4 90,-1-6-90,-2-6 90,-4 2 0,-3-8-90,-5 9 90,-3-14 0,0 15-90,-3-11-270,1 12-90,-3 0 450,1 4 0,2 5 0,2 2 0</inkml:trace>
  <inkml:trace contextRef="#ctx0" brushRef="#br0" timeOffset="120099">17639 4397 9781,'-11'5'540,"10"1"-450,4-4-360,15 2-180,-5-5-539,6 1-180,-5-2 1169,-2-1 0,-3 0 0,-2-1 0</inkml:trace>
  <inkml:trace contextRef="#ctx0" brushRef="#br0" timeOffset="120366">17653 4299 8882,'-5'9'989,"1"-1"-989,5 16 90,-1-4-90,1 7-90,0-8-359,2 6 89,1-15-1169,1 5 1529,-1-7 0,4 4 0,-1-3 0</inkml:trace>
  <inkml:trace contextRef="#ctx0" brushRef="#br0" timeOffset="120599">17899 4306 9961,'-16'20'270,"4"-6"-180,-2 13 0,7-12-270,-9 21-539,5-10-451,-2 4 1170,1-4 0,4-7 0,-3 6 0</inkml:trace>
  <inkml:trace contextRef="#ctx0" brushRef="#br0" timeOffset="121399">15150 4282 8972,'9'-5'2339,"-2"-1"-2250,-21 7 91,-4 5 0,-24 10-180,9 3 90,11-2 0,0 1-511,-10 15 466,15-11 0,2 0-45,-3 11 55,10 6-55,11-7 90,12 7-90,1-10 0,17 3 90,1-15-90,-10-6 0,1-2 45,2-2 0,1-2-45,3-1 0,0-2-391,-1-1 1,0-3 434,2-2 1,-2-1-45,14-7 115,-19 1 0,-2-3-115,2-15 0,-11 5 0,-3-2 33,-3-18-33,-9 11 0,-7-2 0,-11-1 0,-3 1-103,5 5 1,-3 1 72,-2 4 0,-4 0 0,1 4 30,-16-5-270,-2 7 0,-1 3-180,-4 5-719,4 6 0,-4 3 1169,10 6 0,0 1 0,-4 1 0,-2 1 0,-2 2 0,1 0 0</inkml:trace>
  <inkml:trace contextRef="#ctx0" brushRef="#br0" timeOffset="123050">15263 4860 9961,'-15'-1'-359,"-4"0"359,5 0 0,-11 2 0,-6 1 89,-12 2-266,17 0 1,1 0 266,-19 5-90,16-2 0,0 3 45,-4 6 0,2 1-45,4-3 0,1 1 45,-8 10 0,3 2-45,14-7 0,3 1 45,-1 3 0,2 1 0,4 0 0,5 0-45,5 0 0,3 0 90,9 14-45,12-9 0,4-2-45,8 1 45,1-4 0,2-4-45,0-6 90,-1-5 0,1-2-90,-12-6 0,-1-1-251,5 1 1,2-2 295,2-4 0,0-3 45,-8-2 0,0-2-45,9-3 0,-2-3 0,-10 3 0,-3-3 0,1-6 0,-6-4 0,-8-4 0,-4-2 0,0 5 0,-3 0 0,-7-14 0,-6 3-45,-8 1 60,-7 10 0,-10-2 0,4 5-15,9 9 0,-2 2-371,-11-6 0,-7 0 0,3 5 191,8 11 0,-1 3-270,-14 0 0,-3 2-1169,0 4 0,0 2 1574,7-1 0,1 1 0,-2 3 0,1 0 0,12-1 0,0-1 0</inkml:trace>
  <inkml:trace contextRef="#ctx0" brushRef="#br0" timeOffset="123991">15300 5655 10051,'11'-6'810,"-8"-2"-720,-6 3 90,-5 0-90,-6 2 89,-6 2-89,-13 3 0,6 2 0,-2 3-45,-9 6 0,1 2-442,6-3 1,0 2 441,-7 10 0,5 1-45,7 0 0,6 1 0,3 2 0,7 0-157,9 4 1,5 1 156,10-2-45,5-2 0,4-1-257,-2-11 0,0-3 257,9 4 0,1-1 45,-8-6 0,1-1 0,17 1 0,-1-3 0,4-1-30,-11-5 0,5 0 0,-5-1 30,16-5 0,-16 0 0,4-2 0,-4 0 0,-7 1 0,0-2 0,7-6 0,3-4 0,-4 2 0,-9 3 0,-1-3 0,14-13 0,-5-6 0,-18 10 0,-5-1 0,1-7 0,-3-1 0,-4 6 0,-4 1-45,-7-6 0,-5 2 45,-4 6 0,-3 1-90,-18-7 0,-2 3 45,12 9 0,-1 4-180,-15-1 1,1 6-136,1 9-540,9 4 1,-6 2-1,4 1 900,7 0 0,-1 0 0,-5 3 0,-3 1 0,3 0 0,6 1 0,-1 0 0</inkml:trace>
  <inkml:trace contextRef="#ctx0" brushRef="#br0" timeOffset="124804">15274 6224 9152,'-6'-8'90,"0"1"0,-1 1 0,0 3 0,-6-4 0,-3 3 89,-13 0-89,-2 4-90,-13 6-848,-1 7 848,6 2 45,5 6 0,1 1-45,-2 5 0,-1 8 0,2 1-197,11-4 197,5 0 0,6 2 90,13 8-90,5-12 0,3-1-90,14 15 90,0-18 0,3-2-90,-1-5 0,2-1-630,6 1 0,1 0 675,-7-6 0,2-1 0,10-1 0,0-3 45,4-2-30,-12-3 0,6-2 0,-4-1 30,-7-2 0,0-1-45,21-4 0,1-2 45,-22 3 0,0-3 0,4-5 0,2-3 0,-4 1 0,-5 3 0,-3-3 0,16-15 0,-5-5 88,-18 9 0,-4-1-88,-1-8 0,-6-2 0,-8-3 0,-8 1 45,-9 0 0,-5 4 0,6 6 0,-5 2-15,-6 6 0,-5 1 0,3 4 15,6 5 0,-2 2-45,-6 0 0,-5 1 0,3 2 0,5 5 0,-1 4-300,-10 1 0,-6 4 1,3 1-489,12 0 1,1 2 0,0 1 787,-7-1 0,0 1 0,3 2 0,-6 6 0,6 2 0,12-5 0,0-1 0</inkml:trace>
  <inkml:trace contextRef="#ctx0" brushRef="#br0" timeOffset="125590">15092 6960 9242,'-6'-7'1079,"-1"0"-899,0 4 90,-5 0-180,-7 4 0,-6 4 0,-1 2-45,4 5 0,-1 3-45,-10 15-339,8-4 1,2 0 338,-1 14 0,15-1 0,9 2-90,8-15 0,3-1 0,0 10 1,4-1-1,11-7 0,5-5 0,-4-6 0,1-2 45,8 2 0,1-2 0,-8-4 0,0-3 0,4-1 0,3-4 45,11-5 0,3-3 60,-17 2 0,0-1 0,1-1-60,2 0 0,0-1 0,-1-3 30,0-1 0,-1-2 0,-3-1 15,4-6 0,-2-2-444,7-6 0,-4-4 444,-9-1 0,-7 0-45,-5 6 0,-6-1 0,-9-9 0,-10 0 0,-8 6 0,-8 1 0,2 6 0,-4 0 0,-2 2 30,-5 1 0,-2 3 0,-2 3-30,-2 2 0,-2 2 0,0 3-1088,-3 4 0,0 2 0,1 2 878,7 0 0,2 2 0,-2 2-570,-9 4 1,-1 3 0,4 0 779,1 1 0,3 1 0,6-1 0,-1 2 0,2-1 0,0 2 0,0 1 0</inkml:trace>
  <inkml:trace contextRef="#ctx0" brushRef="#br0" timeOffset="126951">15314 7432 9152,'-24'3'-270,"1"-1"270,-2 1 90,-14 3-90,5 2 0,-8 1 45,17-1 0,0 1-45,0 1 0,0 3-1028,-8 4 1,0 2 1071,6-3 1,1 2-45,-4 7 0,2 2-303,9-3 1,3 1 302,-4 8 0,3 2 45,6-1 0,3 0-84,3-7 1,5 1 38,10 10 0,4-1 90,7 2-307,5-6 0,3-1 217,7-6 0,1-7 0,2-2 90,2-3-90,5-5 0,1-2 0,-4-6 45,-2-3 0,2-2 448,-10-3 0,0-3-448,4-4 0,0-2-45,-7 3 0,-2-3 0,-1-11 0,-4-2 0,-5-6 45,-9 1 0,-5-1 372,-8-5-417,-7 11 0,-5-5 0,0 4-213,2 4 0,-3 1 213,-11-10 0,-6-4 0,3 6-141,8 11 0,-1 4 111,-4-4 0,-3 1 0,1 3 30,2 9 0,1 2 56,-9 0 0,-1 3-101,8 4 0,0 4-675,-17 11 1,1 3 584,20-6 0,1 1-158,-12 7 1,2 3-1,0 11 1,2 2-1</inkml:trace>
  <inkml:trace contextRef="#ctx0" brushRef="#br0" timeOffset="127600">15220 8327 8522,'-31'-3'0,"7"1"90,-4 1 45,2 1 0,-1-1-135,-5 1 45,-2 0 0,1 1-45,5 2 45,-1 2 0,-1 3 45,-12 9-90,17-7 0,1 1 0,-6 12 90,6 14-90,14-2 0,0 8 0,22 2-475,13-5 475,-6-15 0,2-2-45,-3-5 0,1-2 45,5 2 0,1-3 0,2-5 0,2-2-175,1 1 1,1-2 174,-1 0 0,0-3-253,2-4 1,1-2 252,-5 0 0,0-2 0,1 0 0,0-1 0,7-4 0,0-3 45,-8 0 0,-2-2-45,6-6 0,-3-2 45,-6-3 0,-3 0-45,2-17 212,-18 13 1,-8-2-213,-14 1 0,-7 2 0,-3-4 0,-3 3-664,-4 1 1,-3 4 663,-7 7 0,0 6-135,8 6 0,1 3-360,-11 2 1,2 4 134,10 0 0,1 4 360,-5 6 0,3 3 0,12-4 0,0 2 0,-3 4 0,-1 0 0</inkml:trace>
  <inkml:trace contextRef="#ctx0" brushRef="#br0" timeOffset="128240">15232 9029 8522,'-26'-10'630,"1"1"-450,-11 1 0,-1 0-90,5 5 44,1 2 1,-3 1-45,7 2 0,-1 1-90,-8 0 0,-1 3 90,-4 3 0,1 3-1354,5 2 1,1 1 1308,-6 4 0,1 3-45,5 3 0,4 0 288,10-6 0,2 2-288,3 2 0,5 2 90,12 16-90,7-15 0,3-1 0,0-3 0,4-2 0,8 0 0,6-1 0,0-3-45,7 1 0,3-3-15,2 0 0,4 0 0,-1-2-291,-11-5 1,-2-1-1,1-2 321,4 0 0,0-1 0,-1-1 30,8-3 0,-3-1-331,-5-2 0,0-1 286,8-3 0,0-3 90,-7-1 0,-1-3 44,7-4 1,-2-2-90,-10 4 0,-2-3 45,1-6 0,-4-3 446,-8 4 0,-5-2-446,-3-15 0,-4 0 0,-5 13 0,-5 0-468,-14-13 1,-9 4 512,-4 13 0,-7 5-30,2 1 0,-4-1 0,1 3-60,5 4 0,0 2 0,-2 1 60,-12 0 0,-2 1 0,2 2-90,10 3 0,1 1 0,-1 0-313,-5 2 1,-2 0 0,3 1 117,-5 0 1,3 3-1216,-4 5 1,4 1 1297,3 4 1,13-2-1,1 2 1,-3 6-1</inkml:trace>
  <inkml:trace contextRef="#ctx0" brushRef="#br0" timeOffset="135084">17179 1697 9422,'-19'-3'-180,"-6"0"270,7 0 180,-8 0-91,11 2-179,17 4 0,20 2 30,7 0 0,10 1 0,-3-1-30,2-1 0,2 1-820,0-1 1,6 1 0,1 0 0,-5-1 810,-8-1 1,-3-1 0,4 0 8,10 1 0,4 0 0,2 0 0,-1 0-510,-6-1 0,-1 0 0,0 0 0,2-1 528,-2 1 0,1-1 0,1 1 0,0-1 0,-3 1-18,1-1 0,-2 1 0,0-1 0,0 0 0,3 0 0,1 0 0,-2-1 0,-3 1-197,-4 0 1,-3 0 0,1-1 226,3 1 0,1-1 0,-3 0 14,-2 1 1,-3 0 26,-3-1 1,-2 0 108,5 0 1891,8 1-2970,-8 0 2832,-6 2-3372,-2 2 1439,-9 0 0,5 4 0,-2-1 0</inkml:trace>
  <inkml:trace contextRef="#ctx0" brushRef="#br0" timeOffset="137699">17917 2124 8162,'-13'-6'-539,"2"2"629,2 0 359,1-2-179,1 2 0,-1-2 0,3 1-90,-2 1-180,-2 2 90,-16 9-90,3 2 0,-2 3 0,-12 8 0,9-4 0,2 4 45,5 5 0,3 2-45,-9 10 0,9-6 0,6 4 0,13 0 0,5-2 0,1 15 30,4-19 0,4 3 0,2-4-30,13 1 0,3-4-107,-7 1 1,1-2 106,11 0 0,2-4 45,-1-9 0,-2-2-45,-9-1 0,-1-2 0,19 2 0,-4-3 0,-9-4 90,7-4 0,3-4-45,-14-2 0,1-4-15,1-4 0,3-4 0,-4 0-30,-3 1 0,-5-3 45,4-12 0,-8-5 0,-16-2 0,-5 1-45,3 11 0,-3 0 30,-6-6 0,-4-5 0,-5 5-157,-5 8 1,-5 3-1,-3 1 127,-3-4 0,-3 0 0,-2 3-820,3 7 1,-3 2 0,0 2 0,2 3 706,0 1 0,1 3 0,-2 4-359,-2 4 0,-3 3 0,0 2 0,3 2 287,0 1 1,4 3 0,-3 1 0,-1 0-1,-2 1 1,0 1 0,1 0 0,-3 6-1,-1-1 1,0 0 0</inkml:trace>
  <inkml:trace contextRef="#ctx0" brushRef="#br0" timeOffset="141084">18208 2922 8162,'-12'-6'-270,"-2"-2"270,-5 0 0,-2 0 90,-8-1 0,2 2-90,5 3 90,-12-1-90,14 3 0,-23-1 0,22 3 0,-9 2 90,-3 7-90,4 5 0,-5 2 0,3 11 0,12 1 0,0 12 0,9-7 45,10-7 0,2-1-45,4 2 0,3 1 0,2 0 0,8-1 45,8 0 0,4 0-45,3-2 0,0-3 0,1-2 0,8-4-218,-16-7 1,1-1 262,-1-3 0,0 0 45,13 0 90,9-3 0,-11-5-45,-14 0 0,2-3 0,4-4 0,-1-4-46,0-6 1,-2-2-45,-4 4 0,-2-4 45,1-17 0,-8-3-90,-13 15 0,-3-1-620,-2-13 0,-3 0 620,-3 16 0,-3 1-19,-5-1 0,-4 1 19,-3 6 0,-2 2-45,6 3 0,-2 1-45,-11 0 0,-1 5-135,7 5 1,1 3-1415,-13 1 1,0 3 949,6-1 1,2 2 688,-3 2 0,2 1 0,5 0 0,2 0 0,-2 2 0,1-1 0</inkml:trace>
  <inkml:trace contextRef="#ctx0" brushRef="#br0" timeOffset="141938">18216 3588 8522,'-13'-9'-270,"3"3"270,0-1 90,-1 0 0,1 1 0,-2 0-90,-3 2 90,6 2 0,-14-1-90,8 2 90,-14 2 0,-10 4-90,7 1 0,3 2 0,-2 2 90,-12 15-90,1-1 0,8 11 0,23-9 0,8 9 0,9-5 90,22 9-90,9-7-648,-11-13 0,0-1 648,-3-4 0,0-2 0,10 2 0,0-2 0,1-1 0,4-2 0,2-2 45,-11-5 0,-1-1 0,6-1 0,0-1-46,-2-3 1,-3-1 0,7-6 180,-1-8-90,-13-3 90,-3-12-180,-8 4 90,-12 2 0,-4-1-90,-12-18 489,6 19 1,-1 1-490,-15-14 0,6 22 0,-2 2 0,-20-5 0,17 8 0,0 3-135,-2 6 0,-1 4-855,-14 5 1,0 5 989,7-3 0,-1 2 0,-11 5 0,2 3 0,17-4 0,1 0 0</inkml:trace>
  <inkml:trace contextRef="#ctx0" brushRef="#br0" timeOffset="142791">18279 4260 8342,'-18'-2'-270,"-3"0"360,2 2 0,-6-1 0,-2 2 0,-1 0-90,1 2 90,-11 6 0,4 1-90,-10 10-219,4 4 219,10-2 90,-5 12-90,16-3 0,-2 10 0,12-8 0,6 8 0,15-9 0,12 11 0,-4-22 0,3-2-1473,4-1 0,1-3 1473,-4-3 0,2-1 0,7-2 0,0-2-261,-4-3 1,1-2 260,8 1 0,3-3 45,1 0 0,-1-2-45,-6-1 0,0-2 0,9-3 0,0-1-325,-8-2 1,-2-1 324,6-6 0,-1-2 45,-5-1 0,-4-2-90,-9 4 0,-3-2 45,0-10 0,-6 0 90,-4-2-116,-6 3 1,-6-1 115,-14-5-90,4 13 0,-1 1 0,-15-6 45,-4 10 0,-4 3-45,11 7 0,0 3 0,-11-4 0,-1 1-45,3 6 0,2 3-90,4 1 0,-2 2-720,-14 2 1,-1 2 854,15-2 0,2 1 0,-9 4 0,3 1 0,-7 6 0</inkml:trace>
  <inkml:trace contextRef="#ctx0" brushRef="#br0" timeOffset="144833">19253 2071 7623,'9'3'-90,"0"4"90,-3 2 270,5 15-181,-3-5 1,1 12 90,-6-5 0,0 3-90,-2 0 0,1 2-681,0 5 1,0 2 680,-2 8 0,0 3 22,0-11 1,-1 3-1,0 1 1,0-2-83,1 0 0,-1-1 0,0 4-304,0-1 1,-1 4 0,1 3-1,0 0 1,0-2 327,2-3 0,1-1 0,0 0 0,0 0 0,-1-1-32,0 5 1,0 0-1,0-1 1,2 5 7,0-6 0,1 3 0,0 3 0,1-1 0,0-3 0,-1-5-619,1 9 0,-1-5 0,2 6 653,-1-11 0,2 5 0,1 4 1,-1 1-1,1-1 0,-1-2 1,0-5-43,-1 5 1,0-5-1,-1 0 1,2 5-1,-2-9 1,1 3-1,0 3 1,0 2-1,1-1 1,-1 1-1,-1-3 1,0-3-344,0 9 0,-1-3 0,-1-1 0,0 0 0,0 3 346,-1-7 1,0 1 0,0 1 0,-1 1 0,1-1 0,-1-1-1,0-1-97,1 5 0,-1-2 1,0 0-1,0 0 0,-2 4 97,0-4 1,0 3 0,-1 2 0,-1-1-1,0 0 1,1-3 0,0-4-4,-1 2 1,0-6-1,1 1 1,-1 5-1,0-5 1,0 3-1,0 3 1,0 2-1,-1 1 1,1-1-1,0-2 1,0-4-5,-1 10 0,0-2 0,1-3 0,-1 1 0,1 0 0,0 1 0,0-1 0,0 1 0,0 0 0,0 2-3,1-4 0,-1 2 0,1 1 0,0-1 0,0-4 0,1-5-15,0 1 0,0-6 0,0 4 18,1-1 0,-1 4 0,1 2 0,0-2 0,1-3 12,1 6 0,0-4 0,1 2-30,-1-4 0,0 3 0,0-1 0,1-2 0,0 2 0,0-1 0,0 1 22,1 2 1,-1 2-1,0 0 1,0-6-23,0 4 0,-1 0 22,1-1 1,0 6-1,0 1 1,0-4-122,0-4 1,-1-2 0,0-1 128,0 2 0,1 0 0,-1 1 30,1 5 0,0 1 0,-1-7 260,-1-12 1,0 0-276,1 22 0,1 1-45,-1-19 0,1-2 45,-1 7 0,0-2 777,1-8 0,0-1-777,0 5 0,-2-2-45,1-1 1347,0 20-1347,-3-30-180,-4 15 90,2-19 2496,-7 11-4565,-1-18 355,-6-5 1804,3-3 0,-6-11 0,5 3 0</inkml:trace>
  <inkml:trace contextRef="#ctx0" brushRef="#br0" timeOffset="145300">19278 8801 10141,'2'-8'1709,"7"5"-1349,4 7-180,4 3 180,-3 6-90,-1 3 89,7 16-89,-1 9-270,-2-6 180,1 7-180,-9-22 90,13 17 0,-9-19 0,18 15-90,-14-21 0,12 4 90,-8-11-90,8-6-90,-8-3-90,16-21-90,-15-3 45,-6 5 0,-3-4-270,-7-8 1,-3 0 224,-2 9 0,-2-1-1369,-5-14 1,-3 2 1218,-3 7 0,1 6 0,0 1 0,-5-6 1</inkml:trace>
  <inkml:trace contextRef="#ctx0" brushRef="#br0" timeOffset="150216">20303 1077 13020,'10'-7'449,"11"-8"-359,-7 5 0,21-15 0,-9 6-60,1 1 0,7-3 0,-3 1-1669,3-1 1,-1 0 1283,-3 2 1,2-1 0,-1 0 399,12-6 0,-5 0 555,-13 10 1,-2-1-601,7-3 0,-2 0 0,-1 0 802,-11 8-892,-10 5-89,1 1-1620,2-2 1241,-7 3 558,-9 1 0,-18 4 0,-13 3 0</inkml:trace>
  <inkml:trace contextRef="#ctx0" brushRef="#br0" timeOffset="150699">20204 859 10231,'5'12'540,"-3"6"-450,-5-7 90,-8 10-90,4-8 0,-13 14 0,10-12-1,-17 21 1,15-17-90,-8 8 90,11-5-90,5-9 0,5 0 0,11-7 0,21 0 0,15-3-180,0-1-450,-14-4 1,-1-1-1979,6-1 2322,7-2 0,-8 2 1,-7 1-1</inkml:trace>
  <inkml:trace contextRef="#ctx0" brushRef="#br0" timeOffset="153366">21245 353 9422,'-10'-2'2338,"1"0"1,0 0-2159,35-1-180,-6 1-90,25 0-315,-19 0 0,-2 1-314,4-1 269,11-2 450,-19 2 0,-13 0 0,2 1 0</inkml:trace>
  <inkml:trace contextRef="#ctx0" brushRef="#br0" timeOffset="153624">21359 351 10231,'-15'4'270,"2"4"-90,2 18-90,1 0 0,0 8 0,1 8-90,6-19 90,-1 21-90,4-24-450,0 17 90,0-20-539,0 13-900,3-16 1799,1-1 0,4-1 0,1-3 0</inkml:trace>
  <inkml:trace contextRef="#ctx0" brushRef="#br0" timeOffset="153906">21665 424 9512,'-2'-9'1259,"1"1"-719,0 1-451,-2 11 91,1-1-90,-2 17 0,1 1 0,-4 10 0,1 4-90,-2-5-360,-2 12 91,3-21-541,-3 14-1169,4-20 1979,0 3 0,1-8 0,1-2 0</inkml:trace>
  <inkml:trace contextRef="#ctx0" brushRef="#br0" timeOffset="154233">21651 426 9422,'3'-9'539,"0"-5"-179,3 3-270,0 0 180,22 0-180,-11 7 0,28-4 0,-18 7 0,0 1 0,20-1-90,-20 1 0,-2 1 90,3 4-90,-13 1 90,-6 5-90,-10-1 89,-24 11-89,-7-5 45,9-3 0,0-1-45,-12 3 0,0 2-90,9-6-359,-1 2 89,8-4-1799,4-1 2159,7-3 0,2-1 0,4-2 0</inkml:trace>
  <inkml:trace contextRef="#ctx0" brushRef="#br0" timeOffset="154538">20947 908 10051,'27'0'630,"16"-1"-540,-6 0 45,5 0 0,3-1-1386,-12 1 0,4 0 1287,-4 0 0,7 0 0,3 0 0,1 0 0,-4 0-694,4 0 1,-2-1 0,0 1 0,2 0 639,-3 0 0,1-1 0,2 1 0,-1 0 1,-1 0-96,8 0 1,0-1-1,-1 1 1,-3-1-261,2 1 0,-2 0 0,-1 0-437,4 0 1,1-1 0,-4 1 809,4 0 0,-3 0 0,-6 0 0,-3 0 0,-13 0 0,1 1 0</inkml:trace>
  <inkml:trace contextRef="#ctx0" brushRef="#br0" timeOffset="154907">21394 1141 9691,'-11'-3'810,"1"1"-270,1-1-450,-1 8 90,3 1-91,1 10 1,2 5 0,0 6 0,0 4-90,0-4-270,0 5 1,4-14-811,1 15-269,0-18 1349,5 10 0,1-13 0,2 3 0</inkml:trace>
  <inkml:trace contextRef="#ctx0" brushRef="#br0" timeOffset="155166">21384 1144 10051,'12'-5'270,"2"1"-180,6 2 0,12 0-360,8-1 0,-7 1-1529,-3-1 1799,-17 2 0,-4 0 0,-4 1 0</inkml:trace>
  <inkml:trace contextRef="#ctx0" brushRef="#br0" timeOffset="155367">21389 1252 9062,'7'9'719,"4"-1"-449,19-4-90,6-1-450,13-1-720,-22-2 1,0 0 989,16-1 0,3-1 0,-12 0 0</inkml:trace>
  <inkml:trace contextRef="#ctx0" brushRef="#br0" timeOffset="155673">21895 1232 9781,'-10'-8'2159,"3"0"-1979,0 10-90,1 3 0,-7 9 0,3-1 0,-6 9 0,2 0-360,-1 7 0,2-5-809,1 7-990,5-11 2069,0 5 0,4-11 0,2-3 0</inkml:trace>
  <inkml:trace contextRef="#ctx0" brushRef="#br0" timeOffset="156005">21815 1175 9961,'0'-15'990,"2"-2"-720,0 11-180,7-3 89,13 6 1,3 0-90,4 2 0,0 1-90,-6 3 90,4 2-90,-8-1 90,-4 4-90,-11 1 0,-7 3 0,-13 2 90,-2-2-90,-18 5-90,8-6-90,-2 1 0,8-4-719,0-1-990,8-3 1889,-5 2 0,14-5 0,2 1 0</inkml:trace>
  <inkml:trace contextRef="#ctx0" brushRef="#br0" timeOffset="156284">22305 1289 10231,'-14'0'1799,"29"3"-1709,8-2-90,15 1-630,9-3 181,-26 1-1620,17-4 630,-23 2 1439,5-1 0,-3-4 0,1 0 0</inkml:trace>
  <inkml:trace contextRef="#ctx0" brushRef="#br0" timeOffset="156533">22375 1169 10051,'-10'-4'630,"1"1"89,3-1-539,7 14 0,2 1 0,5 15 0,0 2-90,-3-5 0,-1 11-90,-1-7-360,1 7-269,1-3-2648,6-2 3151,0-11 1,9 1 0,-1-8 0</inkml:trace>
  <inkml:trace contextRef="#ctx0" brushRef="#br0" timeOffset="156817">22857 1116 10411,'-15'-7'1169,"18"4"-1079,1 0 90,30 3-180,-8-2 0,6 2-270,-6-2-899,-4-2 1169,-5 2 0,-4-2 0,-10 3 0</inkml:trace>
  <inkml:trace contextRef="#ctx0" brushRef="#br0" timeOffset="157050">22916 1085 9781,'-13'3'1350,"1"4"-1170,7-1 89,0 7 91,1 9-180,1 3-90,0 4 0,2-5 90,0 11-180,1-4-90,1 6-270,1-6-1259,2 0-1259,0-6 2878,2-1 0,2-11 0,1-3 0</inkml:trace>
  <inkml:trace contextRef="#ctx0" brushRef="#br0" timeOffset="157350">23255 1155 10321,'6'-9'1889,"-2"2"-720,1 2-989,-7 15 0,-5 9-90,-1 6 0,-9 19-180,10-23-360,-6 21-179,8-17-271,-2 3 361,4-9 539,0 1 0,4-11 0,-1 5 0</inkml:trace>
  <inkml:trace contextRef="#ctx0" brushRef="#br0" timeOffset="157634">23206 1113 10231,'5'-13'630,"1"1"-450,6 4 0,7 2-1,10 0-89,-1 3 0,15 2 90,3 3-180,-7 0 90,8 4 0,-26-1 90,-3 3-90,-21 6 0,-15-1-180,-18 4-180,4-5-1349,-8 0-1169,10-4 2619,2-1 0,-1 1 1,7-3-1</inkml:trace>
  <inkml:trace contextRef="#ctx0" brushRef="#br0" timeOffset="165390">20518 2634 8972,'14'-3'719,"9"0"-629,-7 3 180,15 0-90,2 1-90,-8-1 0,2 1-1289,6 0 1,1 0 1243,-4-1 0,0 1 0,12 1 0,2 0 0,5-1 0,0 1-45,-7-1 0,0 0 30,-6 0 0,3 0 0,-4 0 100,-4-1 0,-1 0-85,5 1 0,-1-1 134,11 1 161,-3-1-70,-16-2 179,2 1-179,-8-1 1744,-4 1-1834,-5-1 477,-1 0-477,1 0-64,-3 0-26,5 0 0,-11-2-90,0-2 0,-9-2 0,0-1 0,-3-7 0,1-3 90,0-13-135,8-8 0,2-4 90,2 11 0,0 0-416,2-13 0,1 1 326,-1 11 0,1 3 45,1-17-53,-3 21 0,-1 1 53,1-11 180,0-13-180,-2 31 0,0-15 90,-2 25-90,-1-3 90,-2 4 637,-3-1-727,-6 6 211,-4 4-121,-9 3-90,6 0 0,-7 2 0,3-2 45,-7-1 0,-2 1-45,-10 1-234,0-1 0,-6 0 234,9-1 0,-3 0 0,1 0-1093,2 0 1,0 0 0,-1 0 1075,-3 0 1,-2 0-1,1 1 17,1-2 0,1 1 0,6 0 0,10-1 0,0 0-45,-21 1 0,3 0 45,11 0-45,5-1 0,1-1-45,3 2 0,-13-1 90,23-1-90,-9 1 90,11-1 223,-6 1-223,9 0 3276,1 1-3160,4 2-116,3 2 0,1 0 0,4 3 0,3 3-90,0 2 90,2 4 90,-1 3-90,-1-2-90,2 21 180,-5-4-90,0-4 0,0 2 0,-3-7 0,0-1-724,2 6 0,0-1 724,1 9 0,4 5-180,1-7 0,-2-7-180,2 3-269,-2-16 179,1-3-2827,4 0 3039,-5-10 1,2 1-1,-6-6 1</inkml:trace>
  <inkml:trace contextRef="#ctx0" brushRef="#br0" timeOffset="171090">20392 3362 10411,'-12'1'810,"26"1"-720,2-2-1,29 2-89,-11-3 45,2 1 0,1-1-45,4 0-148,4 1 1,2-1 147,-16 0 0,-1 1-378,11-1 0,1 0 378,-4 0 0,1 0 0,4-1 0,0 0 0,-10 1 0,-1 0 0,2 0 0,-1 0 0,17-1 269,-9 0 1,-8 1-90,-8 0 0,-9 0 361,-3 1-451,1-1 961,-3 0-961,2 1-1,-2 0 361,1 1-180,-2-3-90,-2-4-90,-3 0-90,-2-4 90,-3-1-90,0-3 90,-5-14-90,-4-15 0,0 6 45,0 2 0,-1-3-45,0-5 0,0 1 0,1 6 0,-1 0 0,1-2 0,0 3-90,0 2 90,5 13-90,-3-5 90,3 11 0,-2 7 0,-13 6 0,4 2 0,-8 4 0,-15 0 0,7-1 0,-15 1 0,16-1 0,-1-2 45,6 0 0,-1 0-45,-8 0 0,-3 1-45,-9-1 0,1 0 45,17-2 0,0 1 0,-6 0 0,1 0 0,-9-1 90,19 0-180,-25 1 90,27-1 0,-12-1 0,19 0 0,-3-1 0,4 2 0,1 0 0,1 3 0,5 0 0,-2 8 0,-3 14 0,-1 3 0,-3 7 0,0 1 0,4-2 0,-5 9 0,5-8 0,2 6 0,2-8 0,1 16 0,4-19 0,2 0 0,-2 14 0,3-15 0,1-2 0,1-7-630,0 9 91,-1-19-1350,0 3 1889,4-9 0,4-6 0,5-2 0</inkml:trace>
  <inkml:trace contextRef="#ctx0" brushRef="#br0" timeOffset="172057">20252 3976 10231,'10'1'-360,"0"0"360,3 0-90,-1-1-179,8 0-451,3-1-269,-3 0 989,8-2 0,-14 2 0,5-2 0</inkml:trace>
  <inkml:trace contextRef="#ctx0" brushRef="#br0" timeOffset="174167">22167 2390 7982,'8'-10'900,"0"1"-180,-4 4-271,-1 0 361,1 1-720,1 9 0,-3 4 180,2 18-1,0 9-269,-1-5 180,1 15 0,-1-10-90,0-7 0,0 1-575,1 19 530,-1-13 0,0 4 45,-1-4 0,-1 1-30,-1-4 0,0 2 0,-1 1-1068,0 3 1,-1 0 0,0 0 1052,-2 9 0,-1 1 15,1-9 0,-1 2 0,0 1-714,0 2 0,0 0 1,0 0 683,0-7 0,1-1 0,0 2-209,0 0 0,0 2 0,0 0 0,1-3 239,-1-1 0,2-3 0,-1 2-402,0 9 1,1 1-1,0-1 372,0-10 0,0 0 0,1 0 0,-1 7 0,1 2 0,-1-2 164,1-7 0,-1 0 0,0 1-164,0 8 0,-1 2 0,1-1 0,-1-1 0,1 0 0,-1-2-30,1-7 0,0-3 0,0 2 407,1 4 1,0 1 0,0 0-378,1-1 0,1 0 0,-1-1 15,0 12 0,1 0-45,1-6 0,1 2 0,0-4 0,0-1 0,-1-2-330,2 12 1,0-1 329,-1-14 0,0 0 45,1 6 0,-1-1 573,0-6 1,-1-1-619,1 9 0,0 0 0,-1-9 0,-1 1 30,-2 3 0,0 4 0,-1-2-30,-1 6 0,0 2 30,0-1 0,-1 3 0,2-2-30,0-12 0,1-1 0,0-1 0,-1 16 0,0-3 0,2-15 0,-1-1 0,-1 5 0,-1 0 357,-1-6 0,-1-1-357,-1 7 0,-1 0 0,2-7 0,0-1 160,-2 4 0,0-2-160,3 13 0,-1-15 0,1-1 0,5 10 44,-3-6 1,1-1-45,3 3 1397,-2 3 0,-1 4-1397,-2 7 0,0 0 0,1-6 0,-1 1 0,0 4 0,-1 0 0,-1-2 0,2-4 246,0-13 1,1-1-247,0 9 0,0 1 45,2-3 0,1-2-45,1 13 0,1-17 0,-1-1 0,2 11 0,2 12 0,-2-7 0,-1-11 0,-1 0 0,0 8 45,-1-5 0,0 2-45,1 8 0,0-14 0,-1 1 0,2-1 0,-1-2 0,0 11 0,1 8 485,-2-4-485,1-9 0,-1 7 0,2-7 289,-1 3-289,0-6 0,2 8 0,-2-7 0,1 5 90,-2 3-90,-2 4 0,0-3 0,-4 1 0,0-14 0,0-1 0,-1 12 195,1-9 1,1 0-286,3 16 90,2-14 149,4 18-149,3-17-90,-2 2 90,0-2 0,-6-1 0,-4-4 0,-4 8 0,-2-7 0,-5 7-89,4-8-91,-2 7 90,5-11 0,-1 4-180,3-2 90,0-1 90,1-1 0,2-4-90,-7 1 90,5-6-90,-10 6-359,1-7 269,3-4-360,-8 3 630,6-7 0,-4-4 0,-1-2 0</inkml:trace>
  <inkml:trace contextRef="#ctx0" brushRef="#br0" timeOffset="174724">21702 9104 11041,'-1'-10'2069,"2"0"-1530,4 7-359,11 5 0,0 4-90,3 2 90,3 9-180,-10-6 90,10 11 0,-8-2 90,4 13-180,-3 5 90,-1-6-90,3 9 0,-7-25 0,4 8 90,3-5-90,2-4 0,2 3 0,-1-8 0,-8-6 0,4-8 0,-6-1 0,6-11 0,-5-6-270,14-18 45,-10 14 0,2-2-105,2 1 0,2-2 1,-1 1-675,5-8 0,1 1-300,4-5 0,-2 2 1304,-11 13 0,-2 2 0,4-15 0,-8 10 0</inkml:trace>
  <inkml:trace contextRef="#ctx0" brushRef="#br0" timeOffset="180332">23514 1682 6453,'-12'-1'1350,"0"0"-991,2-1 1,0-1-90,0 0 90,2 0 179,0 0-89,0-1-270,17 2-180,7-1 45,15 2 0,5-1 45,6 1-90,-3-1 0,6 1 45,3-1 0,0 0-269,-14 0 1,1 1 253,3-1 0,3 0 0,0 0-30,8-1 0,-3 1 0,-11 0 0,1 0 45,12-1 0,-1-1 90,-16 2 0,-2 0-45,13-1 45,-14 0 0,0 1 134,-2 0-179,0 0 0,-4 0 0,-10 1 0,-2-1 447,2 2-3814,-1-1 3196,-24 5 1,-2-2 0,-23 5 0</inkml:trace>
  <inkml:trace contextRef="#ctx0" brushRef="#br0" timeOffset="180949">23298 1747 8702,'-9'-2'-90,"2"-2"180,23-2 90,16 0-180,8 0 90,2 3 0,5 0-313,-11 1 0,2 0 1,3-1 267,2 1 0,3 0 0,1-1 0,-3 1-505,2 0 1,-3 0 0,2-1 518,5 1 1,1-1 0,-4 1 75,2-1 0,-5 1-45,-9 0 0,-1 0 135,12-1 0,-3 1 405,-9 0-540,3 0 89,-14 0 1,-6 0-629,-4 2-155,3-1 604,-7 3 0,-3-2 0,-5 2 0</inkml:trace>
  <inkml:trace contextRef="#ctx0" brushRef="#br0" timeOffset="352986">12530 13748 10501,'18'25'1019,"0"-1"1,-17 15-1,-3 3-974,15 5 0,-1 1-1138,-15-9 1,-7 2 0,1-7 179,-4 9 913,4-9 0,0-1 818,-3 7-1537,2 5-2250,5-11 811,5-15 2326,2-4 1,-1-13-1,1 0 1</inkml:trace>
  <inkml:trace contextRef="#ctx0" brushRef="#br0" timeOffset="353491">12285 13850 10861,'-24'-18'450,"5"3"-181,9 6-89,8 0 180,14 1 90,32-8-270,3 6 0,4 2-447,-9 0 1,3 0 311,-8 4 0,6 0 0,-1 1 0,-6 0-434,-2 1 0,-2 0 449,6 2 0,3 0 0,-4 1-15,-10 2 0,-2 2 0,5 4 0,-2 1-45,4 6 90,-22 13 0,-41 4-60,6-14 0,-7 2 0,-1-2-987,-5 2 1,-1-1 0,0-1 986,1-1 0,0-1 0,1-1-60,3-2 0,0 0 0,5-3 373,-14 5-433,5 0-180,18-9 804,24-4-624,13-5 0,21-4 45,-14 0 0,1 1-44,18-3 89,1 1 3276,-13 11-3250,-14 1-116,2 12 90,-11 7 0,2 12 0,-3-4 0,2 11 0,0-10 0,6 7-90,-1-11 180,9 0-360,3-11-180,-3-8 0,1-1-179,10 1-1010,-6-6 1,0-2 1378,-1-3 0,-2-1 0,1 0 1,17-4-1</inkml:trace>
  <inkml:trace contextRef="#ctx0" brushRef="#br0" timeOffset="353890">13252 14259 10951,'-14'0'2248,"29"2"-2158,0-2 0,23 0 180,-2-4-90,-6-3-90,7-3 0,-13 1 0,0-6 0,-16 1 0,-4-5-90,-14 2 90,-5 4-90,-16 4 0,-6 9 0,9 4 0,-2 2 0,-2 4 0,0 4-314,-2 4 0,2 2 314,8 1 0,3 1 0,-5 14-29,23 4 29,17-9-90,13 6 90,3-10-90,-7-13 0,3-2-405,6-2 1,0-3 224,-6 0 0,1-1-1079,12-1 0,0-2 1349,9-6 0,-17 1 0,2 0 0,-2-2 0,0 0 0</inkml:trace>
  <inkml:trace contextRef="#ctx0" brushRef="#br0" timeOffset="354217">14153 14273 11940,'-4'-11'1979,"1"1"-900,-5 0-539,-6 4-360,0 2 180,-18 5 0,-6 9-226,7 0 1,-1 2-90,6-2 0,0 2 45,-9 5 0,1 3-45,13-6 0,2 2-90,-4 6 0,3 2-135,2 10-359,25 8 269,7-22-450,23 4-359,2-14 224,-15-5 1,2-2-785,4-1 1,-1-1-1589,17-2 3227,2-3 0,-1-2 0,-21 3 0,0-1 0</inkml:trace>
  <inkml:trace contextRef="#ctx0" brushRef="#br0" timeOffset="354875">14662 14335 11490,'-15'-11'1709,"-1"2"-989,-1 1-180,2 3-270,-6 4 359,-7 7-359,-1 4-90,-2 3 0,-1 9 0,10 0 0,-2 7-90,11-6 0,7 5-90,11-7-180,9 4 0,9-5 90,0-6-270,23-6 180,-11-8 90,10-2 0,-1-11 0,-10-6-699,-11 1 0,-1-1 789,6-11-46,-13 8 1,-2 1 45,-2-5 0,2-2 0,-6 11 0,-1 5 0,0 9 0,6 8 0,-1 0 1472,10 9-1472,-1-2 90,9 1-90,-6-3 107,9-4-107,-3-8 0,-1-3 0,2-4 45,0-3 0,2-4-499,1-3 1,2-5 0,-2 0 423,-5-1 0,0 0 0,-2-2 60,2 1 0,-1-2 0,-2-1-30,-1-3 0,-1-1 0,-3-1-45,1-8 0,-3-2 45,-5 12 0,0-2 0,-1 3 0,-1-6 0,-3 3-4,-4 4 1,-1 4 3,-4 2-90,0 3 90,-27 52 0,17-7 0,0 6-980,-2 1 0,-1 4 1,2-1 979,0 8 0,3 0 0,2-6 0,0 2 0,2-2-368,0 7 1,2 0 367,1-9 0,0 1 0,3 0 30,3 1 0,3 0 0,-1-4-30,1 0 0,2-2 353,2 1 0,4-4-1072,18 2 184,-12-15-1534,24 3-1208,-10-20 3525,2-3 0,-12-3 0,-1-2 0,20-12 0</inkml:trace>
  <inkml:trace contextRef="#ctx0" brushRef="#br0" timeOffset="355107">16359 14101 11760,'-13'-1'1889,"1"0"-450,-2 0-1259,24-3 180,-3 1-90,42-3-540,-14 1-90,8-2-1978,-7 1 2338,-18 2 0,-17 3 0,-15 3 0</inkml:trace>
  <inkml:trace contextRef="#ctx0" brushRef="#br0" timeOffset="355291">15962 14324 13020,'43'2'2068,"-15"0"-1933,-3-3 0,2-1-135,-1 0 0,1-1-1304,11-2 0,2 1-335,0-1 1,0 0 31,-4 0 0,-2 0 1453,7-1 0,-14 1 0,0-1 1</inkml:trace>
  <inkml:trace contextRef="#ctx0" brushRef="#br0" timeOffset="355943">19021 13186 9512,'-10'-2'2428,"1"-2"-1888,16 0-270,10-1 179,24-2-799,-13 3 0,2 0 485,6-1 0,0 0-90,-4 0 0,-1 1-90,7-1 0,-1 0-376,-11 2 0,0 0-299,4-2 1,-2 1-2558,12-1 3061,-15 1 1,-15 3 0,-6 1 0</inkml:trace>
  <inkml:trace contextRef="#ctx0" brushRef="#br0" timeOffset="356200">19428 13200 11850,'12'3'1529,"-1"3"-1079,-1 4-270,-2 2 180,4 16-135,-8-4 0,0 2-136,3 17-44,-4-13 0,-1 1 45,-2-5 0,-2 0 0,0 4 0,-1 1-135,0-6 0,-1 1-135,0 4 0,-1-2-269,2-5-1710,-1 18 90,4-23 2069,6 9 0,7-15 0,5 1 0</inkml:trace>
  <inkml:trace contextRef="#ctx0" brushRef="#br0" timeOffset="356475">20199 13173 11940,'-11'-14'1889,"-1"23"-1619,10 10-180,0 15 45,5-8 0,1 1-604,3 21 559,-3-15 0,1 0-45,0-3 0,-1-2-45,0 14-48,-1-2-672,-3-14-899,0 3-1658,1-8 2882,0-9 0,0-6 0,0-4 0</inkml:trace>
  <inkml:trace contextRef="#ctx0" brushRef="#br0" timeOffset="356791">20203 13131 11490,'-8'-10'360,"1"1"450,5 4-630,13-1 179,9 2-134,7 1 0,4 1-45,18 0-798,-5 0 0,2 0 708,-11 2 0,0 0-45,7 0 0,0 0-225,-11 1 0,-1 1 180,0 2 0,-4 1 0,3 9 0,-5 6 0,-20 0 0,-28 11 0,3-15 0,-5-1-156,-14 9 0,-2-1 66,5-5 0,1-1 474,-2 0 0,4 0-3661,-5 2 2690,26-7 0,9-5 1,18-5-1</inkml:trace>
  <inkml:trace contextRef="#ctx0" brushRef="#br0" timeOffset="357208">18710 14137 11580,'-4'-7'1799,"4"2"-1439,18-4 180,4 2 0,5 1-226,16-3 1,5 0-1049,-16 3 0,2 0 0,2 0 846,6 0 1,5 0-1,1 1 1,1-1-482,-7 2 1,1 0 0,0 0-1,2 0 1,3 0 419,-4 1 0,2-1 1,2 1-1,0 0 1,1-1-1,-1 1 1,-1 0-345,2 0 1,-2 0 0,0 0-1,1 0 1,1 0 0,2 0 325,-4 1 1,2-1 0,1 1 0,1-1-1,1 1 1,-1-1 0,-2 1 0,-1-1-198,-1 1 1,-2 0 0,-1-1-1,0 1 1,0 0 0,0 0 0,2-1 151,-3 1 1,2 0 0,1-1 0,0 1-1,-1 0 1,0 0 0,-1-1 0,-2 1-13,3 0 0,-2-1 0,-1 1 0,0-1 0,-1 1 1,1 0-13,7-1 0,0 0 0,0 0 0,-3 1 0,-7 0-9,11-1 0,-5 0-15,-2 0 0,1-1 0,-8 1 1177,-6 0-3906,1-3 1086,-48 4 1703,0 4 0,-7 1 0,-4 1 0,-17 7 0</inkml:trace>
  <inkml:trace contextRef="#ctx0" brushRef="#br0" timeOffset="357676">18243 14887 11760,'22'-11'540,"4"1"-360,-4 2 270,15-1-91,4 1-688,-9 2 0,2 1 419,-7 1 0,2 0 0,20-2 0,0 0-315,-15 2 0,-1 1 0,7-2 0,0 1-495,-7 1 1,-3 0-2558,12-1 3106,-3 0 1,-2 1 0,-11 0 0</inkml:trace>
  <inkml:trace contextRef="#ctx0" brushRef="#br0" timeOffset="357950">18569 14811 11580,'-11'3'1979,"4"-1"-1619,7 25-180,0 3-90,1-5 0,-2 3-527,-2 15 527,0-10 0,0-1-270,-1 18 0,2-20 1,1 0-271,1 9-501,4 1-2326,6-10 2859,-2-6 1,11 0 0,-3-12-1</inkml:trace>
  <inkml:trace contextRef="#ctx0" brushRef="#br0" timeOffset="358225">19280 14851 11850,'3'-10'2159,"0"2"-1889,0 24 0,0 1 0,-1 27-91,-3 3-89,-1-5-90,0-12 0,0-1-359,0 15-456,1-17 0,0-1 275,1 11-2737,1 4 3151,-2-20 1,1 4 0,-1-13 0</inkml:trace>
  <inkml:trace contextRef="#ctx0" brushRef="#br0" timeOffset="358557">19198 14884 10861,'-2'-30'629,"-1"9"181,4 0-270,0 12-360,1-5 269,7 6-89,7-2-90,11 2-180,0 2 90,18 1 0,1 1-978,-16 2 1,1 1 707,17 0 0,-20 1 0,-1 1-270,16 7 180,-5 2 90,-11 3 0,-23 2 0,-18 1 0,-5-1 0,-23 8 90,-2-4-782,17-8 1,0 1 601,-14 5 873,3-1-2133,18-5 1440,6 2 0,17-4 0,11 0 0</inkml:trace>
  <inkml:trace contextRef="#ctx0" brushRef="#br0" timeOffset="358818">20172 14994 15088,'19'-6'720,"3"1"-450,1 3-45,4-1 0,3 0-225,-4 0 0,0 0-90,6 0 0,0-1-360,-3 0 0,-2 0-1259,10-4-1568,3-3 348,-18 3 2929,-10 1 0,-11 5 0,-1 0 0</inkml:trace>
  <inkml:trace contextRef="#ctx0" brushRef="#br0" timeOffset="359068">20281 14719 12390,'-6'4'2608,"2"8"-2338,12 29-180,-5-16 0,-1 1-324,0 4 1,-1 1 278,0-5 0,0 1-90,1 7 0,1 0-404,0 16-1,2-17 0,1-2-269,1 11-1890,11 1-668,2-19 3219,1-3 0,11-4 1,-5-7-1</inkml:trace>
  <inkml:trace contextRef="#ctx0" brushRef="#br0" timeOffset="359343">21103 14685 11940,'-4'6'2968,"3"5"-2608,-1 27-180,5-3-45,1-8 0,2 3-546,0-2 1,2 2 365,0 8 0,1 0-45,-1-8 0,0-1-305,0 4 1,0-1-685,0 9-1260,4 2 540,-8-16 1799,0-7 0,-4-12 0,-1 1 0</inkml:trace>
  <inkml:trace contextRef="#ctx0" brushRef="#br0" timeOffset="359584">21069 14777 11400,'-11'-24'1260,"2"6"-451,5 7-89,2 1-180,5 2-271,1-3 181,12 2-180,7 2 0,11-1-90,-2 2-180,15-2-722,-9 2-177,9 0-540,-10 1 1439,-14 1 0,-24 8 0,-12 2 0</inkml:trace>
  <inkml:trace contextRef="#ctx0" brushRef="#br0" timeOffset="359767">21039 14849 11400,'-4'11'1799,"4"-2"-1529,8-4 90,3-3-90,9 0 0,9-1-90,13-1-360,-5 0-540,-2-3 1,-1 1-451,-1 0 1170,3-1 0,-1 1 0,-3-1 0,13 1 0</inkml:trace>
  <inkml:trace contextRef="#ctx0" brushRef="#br0" timeOffset="360341">21629 14894 12030,'3'-15'1080,"0"1"-1,0 2 0,2-1-179,-1-2-181,2 1-89,-2 4 359,-1 0-899,-2 16 180,-3 6-90,-2 19-90,-4 9-90,1 9-90,2-21 0,1-1 0,0 14-90,0-11 0,0-2 1,3-3-91,-5 16 0,5-23-90,0-2-180,1-5 450,2-18-179,2-7 179,0-11-90,3-18 135,-3 19 0,0-2 0,1-5 0,0-1 45,-1 2 0,0 1 0,2-19 0,-1 15 0,0 8 0,1 11 0,0 7 0,10 10 90,6 7-90,18 15 0,-8-3-343,-6-3 0,2 2 343,-6-4 0,0 0 0,6 4 0,1-1 0,-3-1 0,-1-2-90,15 8-90,-13-9-870,-3-5-209,-12-7-1170,7-8-848,-11-6 3129,1-5 1,-8-11-1,-3 0 1</inkml:trace>
  <inkml:trace contextRef="#ctx0" brushRef="#br0" timeOffset="360558">22203 14553 10951,'-5'-8'1709,"-2"12"-1349,2 2 269,-1 16-359,4-6 45,3 9 0,0 2-45,2 20-429,-1-8 0,1 0 204,0-12 0,0 0 44,0 7 1,0-1-318,2 14 138,-2-18 0,0-1-360,2 9-1169,-1-1-1619,1-15 3238,-2 1 0,0-10 0,-2-3 0</inkml:trace>
  <inkml:trace contextRef="#ctx0" brushRef="#br0" timeOffset="381717">13317 16469 9691,'12'-20'3276,"-1"2"-2414,-5 24-322,-2 6-270,3 7-1,-6 10 1,-2 4-90,-1 16-299,0-20 0,0 1 209,1 18-45,-1-19 0,1-1 45,3 14-46,-1-16 1,1 0 32,0 13-77,4 3 90,-2-11 0,1 5-90,-1-7 0,-1-6 90,1-4 418,-2-7-239,1 0 105,-1-6-194,-1 2 180,1-3-540,4-7-360,0-2-449,6-9-540,-2-2 270,-1 3-1890,0-3 3149,-6 3 0,-2 1 0,-3 2 0</inkml:trace>
  <inkml:trace contextRef="#ctx0" brushRef="#br0" timeOffset="383324">14251 16623 10501,'9'-7'989,"-2"0"1,-3 2-900,-19 19 0,-1-1 0,-7 9 0,-4 6-1183,4-2 1,-3 4 0,1-1 917,2-3 0,0-1 0,-2 3 197,-3 5 1,-3 3-1,0 0 1,2-1-198,-1 2 0,1-2 0,-1 1 197,3-3 1,-1 1-1,0 0 1,2-2-23,-1 1 0,2-1 0,0 1 30,-2 4 0,0 1 0,2-1-193,4-8 1,2 0 0,-2 1 184,1 1 1,-2 3-1,0 0 1,1-4 22,-7 11 0,2-2-45,-3 4 0,3-5 90,-1 0 0,0 1 0,6-10 2421,1 1-2241,10-17 1994,-2 1-2084,4-5 1027,-1-2-1027,1-3-270,-5-4-90,3-2-269,0-4-91,4 0-270,5 0-179,0-1 269,2 0-2557,1 0 3084,0-1 1,3-1-1,1-3 1</inkml:trace>
  <inkml:trace contextRef="#ctx0" brushRef="#br0" timeOffset="388934">13005 12201 10051,'-11'-2'1799,"1"3"-1709,35 3 90,-8-2-90,18 1 0,5-1-939,-7 0 0,2-1 879,2 0 0,3-1 0,-1 1 15,9 1 0,3-1 0,-8-1 0,5 1 0,1 0 0,-3-1-15,-1 1 0,-1 0 0,1-1-30,-5 1 0,1-1 0,0 1 0,-1-1 30,5 1 0,-2 0 0,-3-1-30,1 1 0,-2-1 0,6 1 0,-1 0 45,-15 0 0,-1-1 73,2 1 1,-2-1-119,11 2 90,6 0-90,-14-1 0,1 0 0,-11 0 0,0-1 0,2 2 0,-5-2 1321,3 1-2040,-1 0-1751,-5-1 2470,-3 1 0,-4-1 0,-4 0 0</inkml:trace>
  <inkml:trace contextRef="#ctx0" brushRef="#br0" timeOffset="390191">14154 17434 10501,'5'-12'360,"-3"2"0,0 0-91,-1 3 271,0 0-180,-3 2-270,-7 7 0,-9 5 90,-14 13-180,-1 4-474,7-4 1,-1 2 518,0 4 0,0 3 0,-5 6 0,1 1 0,7-6 0,3 2 0,-1 12 0,5 0 0,10-18 0,3 0-45,-3 6 0,3 0 0,13 13 90,11-14-815,0-12 1,2-1 814,16 7-157,-8-12 0,1-3 112,1-4 0,0-2-45,-5-1 0,0 0 429,2-2 0,1-1-429,16-7 45,-19 0 0,0-2 0,-2-1 0,-2 0 45,15-11 0,-22-3 90,-14 5 1494,-14-4-1674,-4 7 267,-24 1-222,12 12 0,-2 2-90,-1 0 0,-2 0-135,-3 3 0,-1 1-450,5 2 1,3 2-1,-8 2-2647,3 5 2972,25-7 0,1 1 0,5-3 0</inkml:trace>
  <inkml:trace contextRef="#ctx0" brushRef="#br0" timeOffset="396218">13696 16655 7713,'-29'-20'944,"-1"0"1,-5 2-856,4-1 1,-1 3 90,-3 8-90,14 6 45,-8 5 0,-2 2 45,-10 6-90,12 0 0,-5 3 0,2 1-1154,-9 7 0,0 4 1124,6-2 0,-2 3 0,3-1-30,6-5 0,3 0 0,0 2 30,-3 7 0,0 2 0,5 1-15,0 9 0,4 1-798,8-8 0,1 1 0,3 0 753,2 7 0,9-2 30,6-9 0,7 0 0,3-2 48,3-6 0,4-2 1,4 0-57,7 2 1,4 0-1,4-2 1,2-2-5,-3-4 0,2-3 0,2-1 0,0-2 0,1 1-285,-8-3 0,1 1 0,1-2 1,0 0-1,0-1 0,0-2 282,3 0 0,1-2 0,0-1 0,-1-1 0,-1-1 0,-3 0 7,4 0 1,-4-2 0,0-1-1,1-1 14,-4-1 0,1-1 0,0-1 0,-1-1 0,-3-1-111,11-7 1,-4-1-1,1-3 120,-8 1 0,2-1 0,-1-1 0,-4-1 15,1-2 0,-3-1 0,-4-3 0,-2-7 0,-5-4 0,-5 0 303,-7 6 1,-5 0 0,-3-3-274,-4-2 0,-3-3 0,-4-1 0,-3 2 0,-5 0 0,-5 0 0,-3 2 0,1 2-68,4 3 1,0 1-1,-3 2 1,-4 2 13,-4 4 0,-6 2 0,-2 2 0,2 2 0,3 5-275,-10 0 0,-3 7 257,10 5 0,-6 1 0,-2 2 0,-1 2 0,4 4-31,-4 6 0,2 4 0,0 3 1,-2 2 27,9-4 0,-2 2 0,0 1 0,0 1 0,1 0 0,2 1-76,-1 0 1,1 0-1,2 1 1,1 2 0,2 2 78,0 5 0,1 3 0,2 1 0,4 1 0,5-1-156,6 0 1,5 0 0,3 0 0,2 2 114,1 9 1,3 3-1,3 1 1,3-4-1,1-10 1,2-2 0,3 0-1,5 0-80,4-3 1,5 2 0,4-1-1,0 0 1,0-3 0,-2-3 72,6 5 0,-2-5 0,7 1-30,-3-6 0,7 3 0,3 0 0,0-1 0,-2-3 0,-6-4 191,3-2 0,-4-5 1,3 0-168,-3-2 0,4 1 0,2-1 0,-2-2 0,-2-4 6,6-3 0,-2-4 0,0-3 7,-6-1 1,1-1-1,-1-1 1,-1-1-8,4-3 0,-3-1 0,-1-4 152,2-7 1,-1-5-1,-6-1-122,-10 3 0,-4-2 0,-1-1 0,2-8 0,-3-1 0,-2 0 318,-2-7 1,-8 0-289,-7 12 0,-4 0 0,-5 4 15,-9 2 0,-6 4-15,1 7 0,-3 2 0,-1 4 15,-12 0 0,-5 9-23,6 8 1,-6 6-1,0 2 1,3 2-23,-1 4 0,4 2 0,-2 2 0,4-4 0,-2 0 0,1 2 0,5 3 30,-1 9 0,4 4 0,8 0 163,7 9 0,10 3-223,5-11 0,4 3 0,6-2-30,9-2 0,6-2 1,2-2 29,-1-6 0,2-3 0,3-1-29,12 1 0,5-2 0,-2-5 29,-8-5 0,0-4 0,1-1 0,11 2 0,2-3 0,-1-3 0,-5-4 0,0-3 0,-1-3 30,0-4 0,0-2 0,-3-4 30,-4-3 0,-2-3 0,-3-2 15,4-6 0,-6-3 90,-7-7 0,-8-2 166,-13 11 1,-7 0-122,-3-4 0,-6 1-1,-12 5 1,-4 5-90,5 7 0,-3 4 30,-8 7 0,-7 5 0,5 3 528,3 2 0,-1 3-588,-7 4 0,-6 2 0,4 4-60,2 7 0,3 4-30,12-6 0,0 1 0,4 2-105,-3 12 0,7 0 45,10-10 0,5-1 280,9 5 0,5-3-550,14 7 90,12 2 180,-7-14 1331,3-12-1511,-3-17 180,-5-1 0,2-22-270,-13 2-270,0-9-76,-3 4-913,-1 12 1619,0 1 0,3 7 0,2-4 0</inkml:trace>
  <inkml:trace contextRef="#ctx0" brushRef="#br0" timeOffset="407450">12382 10925 9422,'-14'-11'269,"0"1"1,8 6-180,-2-2 270,1 3 180,-5-3-270,2 2-91,-1 0 361,2 1-450,18 4-90,-3-2 90,22 4 90,5-1-180,-6 0 90,9 0-90,-7-1 90,15 0-90,-10 0 0,14 0 90,-19 0-90,7 0 0,-2-1 0,-8 1 0,1-1 90,-6 0-90,2 1 0,-5-1 0,-1 0 0,-3 0 0,0 0 0,-1 1 0,-1-1 0,-2 1 0,1 0 0,-1-2 90,3 1 449,-3-2-449,-4-3 0,-4-7 0,-2-2 0,-1-9-90,1 7 0,0-11 0,1-1 90,-1-15-90,-1 3-325,0 10 1,-1-1 324,0 3 0,-1-1 0,0-9 0,-1 0 0,1 9 0,-1 0 0,0-1 0,0 0 0,-5-9 0,-3-8 0,3 18 0,-2-2 0,7 17 0,-2-3 0,1 6 649,1 1-649,2 4 0,-2-1 0,2 2-90,-1-1 90,1 1 0,-3-1 0,2 1 0,-3 1 90,-7 0-90,0 3 0,-4 1 0,-4 1 0,-16 3 0,9-2-619,-14 3 619,21-3 0,-8 1 0,2 1 0,-13 1 0,17-2 0,-6 0 0,15-1 619,0-1-619,2 1 0,1-1 0,0 0 0,-2 0 0,4 0-90,-4 0 90,6 1 0,1 7 0,5-2 0,1 11 0,1 2 0,-4 16 0,5 2 0,1 9 0,-1-3 0,1 0 0,0 1-234,0 0 0,0 4 0,2-4 234,3 5 0,1-5-844,-4-14 1,1-2 843,1 5 0,1-1 0,5 14 0,-4-18 0,1 3 0,-1-7 0,-3-8 572,-2 0-572,-1-7 1907,0-1-1907,-2-1 0,0-5 0,-1-1 0</inkml:trace>
  <inkml:trace contextRef="#ctx0" brushRef="#br0" timeOffset="408967">23660 2622 10321,'-9'-3'-450,"-1"1"630,0 0 0,0 0 180,-3 1-90,2-1 269,0 0-179,-1 1 0,0-1 180,1 1-180,0-1-360,40-2 0,-10 2 45,16 0 0,5 0-576,-7 0 0,2 1 531,10-1 0,1 0 0,-7 1 0,-1-1 0,7 0 0,0 0 45,-12 2 0,-1-1-55,4 0 1,0 0 9,-6 0 0,-2 0 0,18-1 0,-11 1 90,-12 0-90,-2 1 90,-10-1-90,2 0 0,-5-1 0</inkml:trace>
  <inkml:trace contextRef="#ctx0" brushRef="#br0" timeOffset="418150">24377 3319 8972,'6'-15'0,"-2"2"0</inkml:trace>
  <inkml:trace contextRef="#ctx0" brushRef="#br0" timeOffset="423167">24266 3163 10141,'12'-5'2789,"-3"6"-2699,-4 2-90,-4 8 90,-1-1-90,0 4 89,0 0-89,-1-3 0,1 3 0,1-2 90,-1 2-90,1-3 0,-1 1 0,0-6 0,-1 3 0,2-2 0,-1 0 90,2-1 0,0 0 0,3-3 90,10-5 0,6-4-90,4-4 0,12-6 0,6-6-486,-13 6 0,2-2 396,5-1 0,2-1 45,1-1 0,2-1 0,0-1 0,0 1-1376,2-2 0,-1 2 1331,-9 3 0,0 1-45,7-3 0,-1 1-320,-12 7 0,-2 0-85,4-1 0,-2 0-359,8-4-2468,-8 3 2882,-14 7 0,4-5 0,-6 2 0</inkml:trace>
  <inkml:trace contextRef="#ctx0" brushRef="#br0" timeOffset="424673">15579 3729 10501,'14'-3'1079,"2"2"-989,-8 2 0,0 2-90,-4 2 90,-2 1 0,1 2-90,-2 4 0,-1-3 90,0 10-90,0-5 0,0 3 0,1-1 0,1-5 0,2 3 0,1-6 0,1-1 0,15-7 90,20-9-90,-1 0-193,-13 0 0,3-1 238,9-6 0,1-2-1127,-3 0 0,1 0 1082,5-3 0,1-2 0,-3 0 0,-2-1-315,-10 5 0,-1-1 315,9-4 0,-1-1 0,-9 7 0,0-1-90,6-2 0,0 1-148,-9 6 1,1 2-573,11-5 1,-1 2-541,10-2 91,0 4 1010,-22 8 0,13 1 0,3 0 0</inkml:trace>
  <inkml:trace contextRef="#ctx0" brushRef="#br0" timeOffset="425916">24460 3645 9242,'15'-1'2069,"-8"3"-1890,0 4-179,-8 3 90,0-3 0,0 6-90,1-6 90,-1 11 0,0-10-90,0 6 90,0-7-90,2 2 90,-1-2 90,3 0 0,6-3 180,13-6-90,9-6-91,3-2 46,-2-2 0,1-1-45,6-3-573,2-2 0,2-1 483,-10 4 0,-1-1 0,11-3 0,0-1-45,-10 4 0,0 1 0,5-2 0,-1 0-219,-12 7 0,0 0 219,3-3 0,-1 2-135,10-4-90,-3 1-180,-11 6-180,2-1 791,-4 4 1,-11 2-1,-4 2 1</inkml:trace>
  <inkml:trace contextRef="#ctx0" brushRef="#br0" timeOffset="426823">15549 4408 10411,'11'-3'150,"-3"1"0,-5 1 0</inkml:trace>
  <inkml:trace contextRef="#ctx0" brushRef="#br0" timeOffset="428290">24270 4264 8882,'-1'-8'2608,"2"3"-2428,11 0-90,1 5 0,3-1 0,-1 0 0,2 0 0,0 1-90,-1 0 0,-1 0 90,-1 2-90,-4 2 0,-3 0 90,-6 8-90,-8-2 0,-13 12 0,-10 0 0,9-7 0,-1 2 0,-16 9-90,9-7 0,1 0 90,-2 1-45,7-4 0,0 0-45,-1 2-90,0 3 90,7-4 0,7-4 0,9-1 90,6-4-90,5-3 90,5-2-89,-5-3-181,14-2-180,-5 0 180,3-1-2518,6-2 2788,-13 1 0,15-4 0,-9 2 0</inkml:trace>
  <inkml:trace contextRef="#ctx0" brushRef="#br0" timeOffset="428650">24663 4348 9691,'2'-10'900,"0"1"-270,-1 3-630,-11 8 179,1 1-179,-21 16 90,-11 9-411,6-2 1,-1 1 320,7-6 0,0 0-386,1-1 0,-3 3 1,3-2 250,-2 0 0,1 0 0,-7 7 0,1-1 90,7-6 0,2-1-135,0 2 0,2-1-525,-8 6-104,1 3-181,10-12 990,7-1 0,3-5 0,-2 2 0</inkml:trace>
  <inkml:trace contextRef="#ctx0" brushRef="#br0" timeOffset="429133">24518 4632 10411,'-45'21'450,"13"-8"-405,11 2 0,1 1-45,-7 5 0,-1 4 0,7-4-90,3 1-90,8-3 0,4 5 90,3-8 0,9 2 0,3-9 90,8 0-90,-4-5 90,9-2 0,-3-4 0,6-2 0,-5-2 180,3-4-90,-9 0 90,-1-5 0,-7 2-90,-10 0 0,-8 3-90,-2 4-180,-8 2-180,8 2-539,-13 3-1080,15-1 1979,-10 3 0,18-2 0,-1 0 0</inkml:trace>
  <inkml:trace contextRef="#ctx0" brushRef="#br0" timeOffset="429490">24898 4539 10051,'3'-7'630,"2"3"-810,18 2-630,-1 2-809,-2-1 1619,0 0 0,-9 1 0,2-1 0</inkml:trace>
  <inkml:trace contextRef="#ctx0" brushRef="#br0" timeOffset="429699">24770 4682 8792,'7'7'180,"4"2"-90,3-7-90,8 3-90,0-3-1169,8-1 1259,-3-2 0,8-1 0,0 1 0</inkml:trace>
  <inkml:trace contextRef="#ctx0" brushRef="#br0" timeOffset="433150">24644 4996 10321,'-4'-9'2159,"-5"8"-2159,2 3 90,-5 7 0,-9 10 0,9-7-90,-15 15 0,13-8 90,-4 5-90,6-5-90,1 2 0,6-6 0,1 3 0,3-5 0,3 0 90,6-2 0,0-3-90,8-1 90,-5-5 0,17-3 0,-5-2 0,5-3 0,-2-4 90,-5-4 0,2-4-90,-6 1 90,-5-5 0,-9 0 0,-2 3-90,-4-1 0,-2 7 0,-8-1 0,0 0-90,-2 4-270,3 5-629,-5 1-1080,4 3 2069,-6 0 0,9 3 0,2 0 0</inkml:trace>
  <inkml:trace contextRef="#ctx0" brushRef="#br0" timeOffset="433405">24785 5078 10411,'15'-4'-495,"-2"1"0,-6 2 1,-2 0-1</inkml:trace>
  <inkml:trace contextRef="#ctx0" brushRef="#br0" timeOffset="433933">25010 4977 9781,'0'-11'2249,"1"2"-2159,4 4 90,3 2-90,4 2 0,1 0-90,1 2 0,0-1 0,-3 1-90,0 1 90,-5 1 0,-9 6 0,-8 2-90,-6 2 0,-6 5-90,7-5 90,2 1 0,6-4-90,3 2 0,5-1 90,0 1-89,4-1 89,1-2-90,3 2 180,-3-3-180,1 2 180,-5-2-90,-4 4 90,-6 0-90,-7 2 90,-6 1 0,3-4-180,-5 2-180,4-4-179,-3 2-1440,5-2 1979,4-2 0,8-3 0,3-2 0</inkml:trace>
  <inkml:trace contextRef="#ctx0" brushRef="#br0" timeOffset="434424">25150 5027 9332,'3'-9'1259,"1"2"-1169,1 0 90,0 4-90,8-2 0,-4 3 0,5 0 90,9 0-91,2 2 1,4 1-90,-7 1 0,-3 3 0,-9-1 90,1 6-90,-12 3 0,-2-2 0,-10 3 0,4-6 0,-7 5 0,5-2 0,-3 4 0,4-1 0,6-1 0,2-3 0,3 2-90,3-2 90,0 3 0,0 1 0,-3 0 0,-5 2 0,-4-3 0,-11 5 0,-8-2-90,-11 4-884,14-10 0,0-1 524,-12 5-2827,-9 0 3165,24-8 0,-13 5 0,10-3 0</inkml:trace>
  <inkml:trace contextRef="#ctx0" brushRef="#br0" timeOffset="436583">23367 5338 9871,'-9'-2'2969,"0"0"-2879,24 1 0,-7-1 0,24 2-1,-10 0 1,17 0 0,10-1 0,-10 1 0,3-1-45,3 1 0,1-1-450,-4 1 0,0-1 450,-2 1 0,-4-1-45,4 0 0,1 0 90,-14 0-90,2 0 0,-4 0 90,-10 1-90,1 0 810,-6 0-810,4-1 0,-1 1 0,-2 1 0,2-2 0,-20 5 0,-2-1 0</inkml:trace>
  <inkml:trace contextRef="#ctx0" brushRef="#br0" timeOffset="438217">23315 6009 10231,'12'2'1799,"1"1"-1439,-2-3 0,1 0-270,4 0 180,6-1-91,12 0-89,-9 1 0,2-1-701,22 0 656,-8 0 0,2 0-840,5 0 1,1-1 824,-7 1 0,1-1 0,-1 1-30,-5 0 0,0 0 0,2-1 22,2 0 1,4 0 0,-1 0-1,-3 0 8,-5 1 0,-3 0 0,3 0-30,13-1 0,4 0 0,-7 0 45,-7 0 0,-4 1 45,0 0 0,-1-1 77,9-1 102,3 2-89,-16-1 90,-4 1-180,-9 1 660,-2-1-660,2 1 1509,-6-1-2679,3 2-494,-4 0-1703,-6 3 2814,-6 1 1,-5 0-1,-5-1 1</inkml:trace>
  <inkml:trace contextRef="#ctx0" brushRef="#br0" timeOffset="438966">23435 6710 10771,'-9'-4'1259,"23"0"-1169,-7 3 45,19-1 0,4 1-45,1 0-259,7 1 1,4-1 213,-7 0 0,1 1-415,-4-1 0,3 0 1,-1 0 399,0 1 0,1-1 0,-1 1-30,1-1 0,0 0 0,-1 1-45,6-1 0,-1 0-422,3 1 0,-2 0 197,-12 0 1,-2-1-136,3 1 0,-2 1-315,7 0 671,-4 1 0,-18 1 0,3 2 1</inkml:trace>
  <inkml:trace contextRef="#ctx0" brushRef="#br0" timeOffset="439483">23366 7465 10141,'10'-2'1529,"-1"0"-1259,10-3 0,1 3-90,17-2-90,-6 3-45,-4-1 0,5 1-1470,11 1 0,2-1 1470,-4 0 0,1-1-75,-9 2 0,1-1 0,-1 1-241,9-1 0,-1 0-134,7 0 1,0 1-226,-3-1 1,-1 1-91,-3 0 0,-4 0 720,11 0 0,-25 0 0,3 1 0</inkml:trace>
  <inkml:trace contextRef="#ctx0" brushRef="#br0" timeOffset="440057">23391 8014 10051,'27'2'90,"-5"-1"-90,-1-2 0,-2 0 0,19 0 0,-13-1 0,2 0-910,1 1 1,2-1 849,2 1 0,3-1 0,-1 1-390,9-1 0,2 1 450,1 0 0,3-1 0,-2 0 0,-11 1 0,-1 0 0,0 0 0,4 0 0,-1-1 0,1 1 0</inkml:trace>
  <inkml:trace contextRef="#ctx0" brushRef="#br0" timeOffset="440972">23509 8834 9781,'18'-1'630,"0"-1"-540,13 2 0,12-1-1007,-10 1 0,3 0 782,6-1 0,2 0 0,-4 0 0,3 0-765,-1 0 1,3 1-1,-3-1 900,-5 1 0,0-1 0,2 1 0,4-1 0,-3 0 0,-3 1 0,0-1 0</inkml:trace>
  <inkml:trace contextRef="#ctx0" brushRef="#br0" timeOffset="441673">23401 9447 10231,'25'-1'180,"12"-1"-225,4 0 0,3 0-1594,-2-1 1,2 0 545,-2 1 1,3 0 0,3 0 1033,-7-1 1,1 1 0,1 0 0,1-1 0,1 1-1,1 0 1,2 0 0,1-1 0,0 1 0,1-1-1,0 1 1,-1-1 0,1 0 0</inkml:trace>
  <inkml:trace contextRef="#ctx0" brushRef="#br0" timeOffset="459783">6009 17791 9602,'1'-10'2518,"-2"2"-2248,-4 3-90,-3 1 90,0 1-180,-3 0 0,-3 0 0,-5 0 89,-10 0-179,7 2 90,-14-2-90,8 3 90,-13 0-90,8 0 0,-16 3-538,3 2 583,17-2 0,0 0-45,-20 4 0,22-3 0,0 0 0,1 3 0,0 0 0,1 1 0,-1 1 0,-3 2 0,0 2 0,5 2 0,2 0 0,-14 13 0,7-1 0,10 0 0,10-5 0,1 7 0,7-7 538,13 4-538,11-5 0,5-5 0,4-2 0,3-1 0,5-2-560,-2-4 1,3 0 0,0-2 559,-4-1 0,-1-1 0,-1-1 0,-2 0 0,0-1 0,1-1-386,4 0 1,0-1 0,-1-1 340,7 0 0,2-1 45,-6-1 0,2 1 0,-2 0 0,3-1 0,-2-1-349,5 0 1,-1-2 348,-13 2 0,0 0-86,13-4 1,1 0 85,-11 1 0,0 0 0,7-3 0,-1-1 0,-15 3 0,-2 0 0,20-9 1236,-11-2-1236,-10 2 1215,-1-8-1215,-6 4 933,-7-8-843,-8-6-90,-3 5 349,-6-6-349,-13 5 45,-3 11 0,-4 0-401,-4-1 1,-2 1 355,-3 0 0,-2 3-415,8 8 0,-3 1 0,1 1 415,-13-2 0,-2 2 0,7 2 0,-2 1 0,2 0 0,-9 0 0,1 1-90,10 2 0,-1 1 0,1 2-180,-9 1 1,-1 2-91,9 0 0,-3 1 0,0 2-540,-3 1 1,0 2 0,1 1-194,11-3 1,1-1 0,0 2 975,-1 1 0,-1 1 1,3 0-1,-2 1 0,0-1 1,-3 2-1,0 0 0</inkml:trace>
  <inkml:trace contextRef="#ctx0" brushRef="#br0" timeOffset="461139">2413 15276 9871,'5'-9'-449,"-3"1"449,0-1 90,-2 4 89,0-6 1,-2 1-90,0-1 0,1 1 270,-5 0-90,4 5-180,-6-5 90,-1 5 0,-8 1-90,-11 4-45,4 5 0,-1 3-433,2-2 1,-2 3 431,-14 8 1,-4 6-15,13-3 0,-1 3 0,1-1-30,-6 6 0,0 1 0,10-7 0,0 2 0,5 1 45,1 12 0,6 2 0,7-7 0,2 2-45,-3 6 0,4 0 0,11-1 0,6-2 0,4-5 0,5-1-1181,6 6 0,2-1 1181,-3-7 0,0-1 0,10 0 0,2-2-158,-10-7 0,1-1 98,-2-2 0,3 1 0,-2-2 60,0 0 0,-2 0-45,2-1 0,-1-2-45,-3-3 1,-1-2-91,15 2 180,-15-3 0,1-1-135,17-2 45,-6-7 90,9-5-90,-1-7 90,-10-1 0,1-12 0,-10-5 150,-12 11 1,-1-2-151,4-21 0,-9 15 0,-4-2 45,-4-6 0,-2 0-45,1 4 0,-2 0 0,-3 0 0,-2-2 0,-1 2 751,-6-6 1,-4-1-752,-2 0 0,-3-2 0,-3 0 22,4 12 1,-2-1-1,0 2 1,0 1-23,-3-6 0,0 1 0,-4 2 45,-2 3 0,-5 0 0,0 2 0,6 5-992,1 2 1,1 2 946,-2 0 0,-2-1 0,-1 2 29,5 5 1,1 2 0,0 1-43,-6 0 1,-2 1-48,-4 2 0,-4 0 0,2 5-60,10 4 0,1 3 0,-1 3-662,0 4 1,-3 4 0,2 2 0,2-1 391,2-1 0,2 1 0,1 2 230,-4 6 1,0 2 0,4 0 0,-1 7 0,3 0 0,-2 2 0,-1 0 0</inkml:trace>
  <inkml:trace contextRef="#ctx0" brushRef="#br0" timeOffset="467489">3966 13900 9422,'-12'-5'449,"-2"1"-359,-1 4 0,-5 2 0,3 2 0,-4 4 0,4 2 90,-5 4-90,-1 6-90,3 3 90,5-2 0,5 6-90,5-5 0,5 7 0,2-6 90,10 4-90,0-5 0,14 9 90,3-5-90,10-1 90,-10-12-90,8-3 90,-15-7-90,10-3 0,-12-1 0,6-6 90,-7-2 0,5-6-1,-4-5 1,-8 1 90,-5-8 0,-12-8-180,-1 5 90,-11-14 90,-1 15-90,-6-4 0,-3 5 0,-2 5-90,5 8 0,-8 5-360,5 8 90,-4 1-989,5 5 0,-2 3 1259,-18 7 0,15-4 0,-2 2 0,7-1 0,-1 1 0</inkml:trace>
  <inkml:trace contextRef="#ctx0" brushRef="#br0" timeOffset="469018">4000 15614 9871,'-5'-11'270,"-3"3"-90,-3 3-90,-4 2 0,0-1-90,-4 4 90,-1 1 0,-8 4-90,-5 5 90,-4 6-90,-2 7 0,8-2 90,-3 11-90,12-3 0,0 8 0,10 0 0,12 0 0,6-10 0,15 4 90,5-10-90,-5-7 0,2-2 0,12 4-45,-1-7 0,-1-2 135,1-2-90,7-3 0,0-1 0,-6-3-177,-1-2 1,0-1 176,4-6 0,7-7 7,-15-1-7,-6-9 0,-14-1 0,-8-11 0,-13 0 90,-16 0-90,0 10 0,-1 13 0,-2 3 0,-4 1-227,2 3 1,-1 3-583,-13 6-406,18 2 1,0 2 1214,-14 4 0,-4 10 0,10-1 0</inkml:trace>
  <inkml:trace contextRef="#ctx0" brushRef="#br0" timeOffset="469823">3920 16410 9242,'-12'-6'0,"3"1"180,2 1 0,1-1 179,0 0 91,-5-1-180,4 2 0,-5-1-90,3 1 0,-5 2-1,1 1-89,-3 2 0,-7 7 0,7 0 0,-10 9-90,12-1 90,-2 6-90,5 3 0,8-5 0,6 5-180,11-5 0,9 2 0,0-5-89,15-3-181,9-6 360,-22-6 0,1-1-45,12-3 0,-1-2 45,-10-1 0,-1-2 45,4-2 0,-3-2 45,4-6-90,-9-8 90,-13 1 90,-7-9 0,-6 7 90,-22-11-90,-3 17-90,-7-5 90,-7 12-90,6 8-410,-12 5 230,21 3 0,1 1-270,-14 5-585,15-2 1,3 1 1034,-1 1 0,-11 9 0,9-4 0</inkml:trace>
  <inkml:trace contextRef="#ctx0" brushRef="#br0" timeOffset="470623">4805 15598 8972,'-17'4'0,"5"-2"90,-5 5-90,2 0 90,-3 6 0,-3 4 0,3 5-90,3-1 90,3 8-90,6-3 90,4 9-90,7-1 0,4-7 0,11 3 90,3-7-90,11 2 0,5-6 0,-6-7 89,8-4-89,-7-7 0,11-4 90,-2-6-90,-1-8 90,-10-9-90,-10 3 180,-11-12 0,-13 2 0,-13-13-90,-4 8 45,-5 11 0,-3 2 45,-12-3-135,10 10 0,-1 2 45,-6 3-90,-6 4-180,6 9-1068,-10 4 798,11 2-1978,-2 6 2428,21-4 0,-5 7 0,8-2 0</inkml:trace>
  <inkml:trace contextRef="#ctx0" brushRef="#br0" timeOffset="471389">5724 15363 9242,'-23'-5'0,"-2"2"90,-4 3-90,9 0 0,-6 6 0,8 2 0,-6 6 90,4 0-90,-4 9 0,8-1 0,-1 9 0,7-6 90,9 12-90,11-11-90,12 9 90,0-15-90,15-2 0,-4-8 0,13-1 90,-10-6-237,11-4 237,-7-6 0,8-5 0,-10-2 90,0-15 89,-20 3-89,0-6 0,-19-6 180,-8 5-90,-12-8-90,3 11 0,-10 0 0,3 13 0,-6 1 0,7 7 57,-13 7-507,11 7-539,-12 4-91,13 0 990,-2 5 0,10-1 0,-5 4 0</inkml:trace>
  <inkml:trace contextRef="#ctx0" brushRef="#br0" timeOffset="472816">6637 15069 8702,'-5'-9'630,"-2"2"-450,0 2-90,-3 3-1,-4 3-89,3 2 90,-8 5 0,4 4-90,-4 6 90,2 5-90,8-4 0,3 8 90,11-4 0,6 6-90,4-7 0,14 0 90,12-7-90,-7-3 0,11-4 0,2-10 0,-4-4 0,-17 2 0,-1 0 0,18-11 90,-15-2-180,0-8 180,-12-3-90,-11 4 0,-18-16 0,-10 13 0,-5-6 0,-2 14-180,-13 6-270,7 9 91,-10 0-1440,4 14 1799,16 0 0,-15 13 0,9-1 0</inkml:trace>
  <inkml:trace contextRef="#ctx0" brushRef="#br0" timeOffset="473557">6572 15495 8792,'-16'-6'0,"0"1"90,5 4 0,-8 1-90,3 2 0,-1 0 0,-3 4 90,7 2-90,-4 4 0,7 0 0,2 4 90,6 0-90,2 2 0,6 3 0,2-6 0,19 8 0,0-11 0,7 3-90,6-7 90,-3-6-1298,11-2 1298,-8-2-241,9-6 241,-11-2 0,-13 0 0,-1-2 0,6-4 90,-5-5-90,-18 2 89,-10-9-89,-1 5 1264,-14-10-1264,0 16 276,-5-1-276,2 8-180,-5 5-450,0 7-269,-6 5 899,5 2 0,-3 7 0,4 0 0</inkml:trace>
  <inkml:trace contextRef="#ctx0" brushRef="#br0" timeOffset="474282">6741 15802 8252,'-26'-11'540,"0"1"-180,-8 6-180,4 2-90,1 2 90,0 2-91,5 2 1,-8 3 0,8 0 0,-7 4 0,8 0-90,-5 4 90,3 3-90,10-4 0,4 4-90,13-1 0,1-2-180,13 4-89,6-9-1,12 1 90,8-5 180,-5-3-177,-12-3 1,1-1 86,18-4 135,-15 1 0,0-1 45,14-4 45,-16-1 0,-2-2 135,3-7 0,5-13 180,-22-4-180,-12 4 0,-13-2-180,-1 15 180,-13 4 263,3 8-443,-10 3 89,8 5-178,-7 8-721,4 9-90,6-4 900,-1 10 0,19-9 0,-1 5 0</inkml:trace>
  <inkml:trace contextRef="#ctx0" brushRef="#br0" timeOffset="474923">7454 15489 8612,'-6'-8'720,"0"2"-450,-1 2-1,0 0 91,-3 2-270,-8 1 0,4 2 90,-13 5 0,-2 10-180,5-3 90,-8 14 0,17-3 0,2 9-180,12 1 0,6-6-180,13 7-180,14-3 360,-6-6-90,10-2-179,5-10 179,-3-6 90,-10-3 0,0-2 90,8-2-90,6-7 90,-9-4 0,7-8 90,-13 2 0,-6-11 90,-13 1 0,-9-13-91,-3 8 91,-17-9-90,-8 5 0,3 8 0,-11 0-90,14 19-180,-8 2 0,10 5-1709,-1 4 1530,-2 7 359,10-3 0,-11 11 0,10-3 0</inkml:trace>
  <inkml:trace contextRef="#ctx0" brushRef="#br0" timeOffset="475683">8438 15341 8702,'-13'-6'1169,"-3"-1"-989,4 2 0,-1 0 360,-10 0-270,3 2-90,-5 0-1,0 2-89,1 4 90,-9 4-90,-3 6 0,6 2 0,-5 11-90,14 1 90,-5 11-90,14-7 90,4 8-180,23 8 0,-3-11 45,1-12 0,2-1-90,2-5 0,2-1-45,19 12-517,-11-12 0,1-2 697,11 0-243,-13-9 1,-1-2 152,17-1 90,-15-2 0,1-2-90,14-1 90,-9-5 0,-1-2 0,8-10 0,-11 3 0,-3-1 0,0-10 90,-8-14 0,-19-5-90,-6 13 0,-4 0-343,2 4 1,-5 2 387,-11-9 0,-6 2-549,-1 9 1,-3 3 533,7 5 0,-1 0 0,-1 1 443,-6-1 0,-1 3-653,-11 4 0,3 4-180,-4 4-1092,3 5 0,0 3 372,-3 5 1080,17-3 0,0 2 0,8-1 0,1 1 0,0 1 0,-1-1 0</inkml:trace>
  <inkml:trace contextRef="#ctx0" brushRef="#br0" timeOffset="586735">23727 2144 8162,'-14'-8'720,"3"0"-360,-2 3-90,-2 0-180,0 1 179,-5 0 1,-10 2-90,11 0-180,-15 2 180,9 2-180,8-1 90,-15 5 0,18 2-90,-1 8 90,14 2-90,9 1 0,16 0 0,-6-9 90,24-3-90,-6-9 0,-4-2 0,2-3 45,-5-1 0,-1-3-45,3-4 0,-3-1 0,4-6 0,-10-9 90,-17 18 90,-10-18-180,-1 19 0,-20-11 90,-7 22-180,-14 6-90,8 4-90,14 2 0,3 1 0,1 1-449,-12 10-451,21-12 1170,-4 6 0,8-3 0,-3 3 0</inkml:trace>
  <inkml:trace contextRef="#ctx0" brushRef="#br0" timeOffset="587089">24159 2103 9602,'2'-9'404,"-1"2"1,-3 3 0,1 1 0</inkml:trace>
  <inkml:trace contextRef="#ctx0" brushRef="#br0" timeOffset="587473">24462 1979 9691,'11'-9'1530,"-2"1"-361,-4 3-1079,2 13 90,-2 14-90,1 1-90,-1 16 90,-1-20 0,6 20-90,-3-19 0,5 17-180,-4-20-720,7 11 450,-6-15-2827,9 9 3129,-12-14 1,6 2-1,-8-6 1</inkml:trace>
  <inkml:trace contextRef="#ctx0" brushRef="#br0" timeOffset="612035">21185 2342 8972,'-20'-5'2698,"4"0"-2698,16 10 90,1-1-90,10 14 0,-6-8 90,8 11-90,-3-7 0,2 0 90,1 1-90,-5-7 90,10-2-90,-3-5 45,8-7 0,5-6 0,8-5 0,1-2 0,1 1 0,2-1-327,-2 0 1,3-3-1,-2 1 312,-8 4 0,-2 1 0,2-1 0,11-7 0,2-2 0,-3 1-504,2 0 0,-2 0 474,-9 5 0,0-1 0,-5 3-90,5-5-715,-7 6 1,-1 0 264,-4 4-2737,10-5 3196,-21 13 1,-1 1 0,-6 3 0</inkml:trace>
  <inkml:trace contextRef="#ctx0" brushRef="#br0" timeOffset="626650">20187 4101 7443,'-18'-4'360,"3"1"-271,-2 0 1,0 0 90,-6 2-90,-3 0 0,-1 3 0,-1 0 0,1 0 0,-2 0 0,7 0 0,5-1 540,-16 1-450,16-2 269,-20 2-269,20-1 180,1 0 90,2-1 269,5 1-629,37 0-90,-15 1 45,18-1 0,6 0 0,-9 0 0,-1-1-237,1 0 0,2 0 192,2 0 0,3 1 0,1-1 30,3 0 0,2-1 0,2 1-30,-1-1 0,4 1 0,0 0 0,-2-1-426,6 1 1,-2-1 0,1 0 447,-4 1 1,2-1-1,-1 0 1,-7 0-661,-2 1 1,-2-1 637,6 0 0,4 0 0,-6 0 0,-10 1 0,1-1-106,14 0 1,7 0-1,-1-1 106,-12 2 0,-2-1 0,4 0 0,5 0 0,5 0 0,1 0 0,-3-1-527,-9 1 1,-1 1 0,0-1 0,-2 0 526,5 0 0,-2 0 0,1 0 0,3 0 0,-1-1 0,-5 1 593,13-2-593,-4 1 0,-1 1 0,-5-2 0,1 2 0,1-1 0,1 0 44,1 0 1,4 1-45,-5-1 0,1 1 0,-10 0 0,1 1 0,-2-1 0,10 0 0,-1 0 0,5 0 0,-4 0 941,-7 0-941,-1 1 0,-1-1 0,0 0 0,-1 0 0,0 0 0,2 1 0,0-1 0,3 0 0,-7 0 0,0 0 0,6-1 0,-1 1 0,-6 0 0,0-1 0,2 1 0,-2-1 372,-2 1-372,0-1 0,-1 1 0,0 0 0,2 0 0,0 0 0,2 0 0,3 0 0,-1 0 0,-3 0 45,0 1 0,0 0-45,-5-1 1638,3 1 0,2 0-1596,8 0 70,-11-1 0,2 1-22,21 0-90,-16 0 90,8 0-90,-11-1 90,4 1-90,8 0 90,-19 0-90,20 1 0,4-1-1639,-16 0 1,1-1 1625,-5 1 1,1-1 12,7 0 0,-1 1 0,-5-1 45,-1 1 0,-2 0-45,-3-1 90,19 1-1,-23 0 1,12 0 90,-9 0-90,0 0-90,0 1 3276,-7 0-3270,-6 0 1,-5-1 0,-1 1-1</inkml:trace>
  <inkml:trace contextRef="#ctx0" brushRef="#br0" timeOffset="631483">19905 4134 10681,'-7'15'630,"2"-5"-91,2 14-269,1-10-180,-1 8 270,-1 5-180,1-3 90,-3 22-270,4-18 90,0 12-1,2-22 91,0 23-90,0-18 90,0 22-90,-2-21 45,1 7 0,0 4-45,-1-4 0,1 1-45,0 1 0,0 2 0,1 5 0,-2 0 0,1-6 0,-1-2-45,1-2 0,-1 1 45,-1 12 0,-1-3-45,2-5 45,-1 7 0,2 1-45,0-5 0,-1 6 0,1 4-292,0-14 0,0-2 292,0 0 0,0 1-168,0 7 0,0 0 168,1-11 0,-1-1 0,2 7 0,-1-1 45,1-1 0,-1 1-45,0 9 0,-1-1 0,2 7 0,-1 0 0,-1 1 45,1-17 0,-1-2-45,1 1 0,0 2 0,1 10 0,0 1 0,-1-9 0,1-1 0,0-1 0,0 2 0,-1 12 0,-1-5 0,1-6 0,-1 4 0,-1 0 90,1-3-45,1 2 0,-1 4 0,-3-8 0,1 0-312,0-1 0,1 0 312,-1 0 0,-2 1 70,-1 5 0,-1 1-70,3-7 0,0 2-15,-1 1 0,-1 3 0,2-4-30,1-8 0,0-1 44,-2 16 1,1 1-45,1-16 0,1 0 305,-2 2 0,0 2-260,0 3 0,1 2-45,-1-4 0,0-1 29,1-5 1,1-1-30,-1 7 0,2 0 45,1-3 0,0-3-45,1 16 240,-1-5 1,1 0-196,0-13 0,0-1 45,0 24-23,-1-18 0,-1 0-22,-1-4 0,-1 0-45,1 7 0,-1 0 0,0-6 0,1-1 45,1 6 0,0-3-45,1-3 0,0 0 0,-1 2 45,1 1 0,-1-2-45,-1 14 45,0-5 0,0 2-45,1-9 0,-1 0 45,0 5 0,0 1-45,1-5 0,0 0 0,0 4 0,1-3 0,2-2 45,-1-2 0,-1 2-45,0-2 0,1-2 0,-1 13 193,0-7 0,-1 0-193,3 15 45,-4-19 0,0 1-135,1 16 135,-4-17 0,0-3-45,1-2 91,-2 6 1,0 2-92,-3 9 0,3-12 0,1-1 0,-4 8 0,0 8 0,1-12 0,2 4 0,-1 1 0,6-21 0,-6 21 0,4-18 0,-4 20 0,2-11 0,0-3 0,0 5-90,2-16 90,-1 11 0,2-12-90,-2 6 90,3-11-90,-2 6 90,-4 5-90,0 0 90,-2 2 0,4-6 0,2-5-89,-1 4 89,1-4 0,-1 8-90,3-8 90,-1 5-90,5-3 90,0-4-90,10-2 90,4-3 0,13-1 0,15-3-90,-18 1 0,-1 0 90,21-3-45,-11 3 0,-2-1-45,2-1 90,4 1 0,2 0-503,5-1 473,-10 0 0,5 1 0,-3-1 30,-4 1 0,1 0-23,4 0 1,7-1-1,1 1 1,-6-1-551,1 1 0,1 0 528,3-1 0,7 0 0,-1 0 0,-7 1 45,-4 0 0,-2 0-23,-4 0 1,4 0 0,1 0 0,-2-1-8,1 1 0,-2-2 0,-2 2 30,8-1 0,0-1-30,-4 0 0,3 0 0,-6 0 30,-10 1 0,-2 1 45,2-2 0,0 1 45,20-2-1,-23 1-89,9 0 90,-11 0 354,0 0-444,-5 0 1205,4 0-1205,-5 1 0,1 1 0,4-1 0,0 1 0,2-1 0,0 2 0,-5 0 0,5 0 0,-6 1 0,9 0 0,-14 0 0,15-1 0,1 0 0,6 0 0,-3-1 90,2 1-180,-10-1 180,8 1-180,-4 1 180,-3-1-90,-5 1 0,-2 0 0,-4 0 0,-2 0 0,1 0 0,0 1 0,0-1 0,0-1 0,3-1 0,-3 0 0,3-1 90,3 2-90,-1 0 0,5 1 0,3 0 0,-10-1 0,10 2 0,-6-1 0,-1 2 0,2-1 0,-7-1 90,0 0-90,4-1 90,3 1 90,-5-1-90,7 1 90,-12 0-1,9 0 271,-5-1 0,1-1-360,-8-2 0,-5-2-90,-5 0 90,0-10-90,0 8 0,1-8 90,-2 0-90,4 4 270,-6-15-180,-1 4-90,1 0 0,-10-16 44,8 16 1,0-1-45,-4-15 0,-1-4 0,-2-4 0,1 1-297,3 7 1,-1 1 326,3 6 0,-2-2 0,1 2-30,-3-7 0,1 0 0,-1 1 0,1-3 0,3 6 0,-1-2 0,3 4 0,-4-14 0,5 15 0,0-5 0,1 0 0,1 3 0,1 1 0,0-2-30,-1-7 0,0 0 0,0 0 30,0 6 0,1 1 0,0 0-864,-1-6 1,1-1-1,-1 5 864,1 7 0,-1 1 0,0-4 0,-1-3 0,0-2-197,-2-7 0,0-2 0,1 0 197,2 4 0,1 1 0,0-1 0,-2-3 0,-1-1 0,4 1 0,3 2 0,3 0 0,-1 7 0,0 9 0,0 1 0,0-15 0,1-7 0,-1 6 0,-3 8 0,0 0 0,-1-6 0,-1-4 0,-1 5-45,1 9 0,-1 1 75,-3-6 0,0-3 0,1 3 77,2 2 1,1-1-108,0-8 0,0-5 0,1 5 0,2 7 0,1 2 0,2-15 0,3-1 0,1 10 0,1 3 0,-2 8 0,0-1 0,3-12 0,0 3 0,-2 7 0,0 1 0,0 0 0,-1-2-45,1-5 0,-1-3 45,-3-1 0,-2 1 0,1 7 0,0 0 0,-2-6 0,-1 4 0,0 2 0,-3-11 0,0-3 0,1 15 0,0 0 0,0-13 0,-1-3 0,1 3 0,0 3 0,1 11 0,0 1 0,-1-8 0,1 0 45,-1-1 0,0 3-45,-1 1 0,0 4 0,1 0 0,-2 0 0,0 3 0,0 1 0,0-2 0,0 3 0,-1-1 2363,1 2-2319,1-1 1,-1 0-45,2 1 0,-2-4 0,1 0 0,1 3 0,1-2 0,-1 0 0,3 2 417,0 1 1,-1 1-508,1 0 90,0-6 0,-1-3 0,-2-15 0,1 10 0,0 1 0,-1-7 0,0 16 0,1 4 0,0 3 0,-1-24 0,2 28 0,-1-24 0,1 13 0,1-2 274,0-9-364,2 3 90,0-13 0,0 5 0,-1 13 0,0 2 0,-1 8 0,3-6 0,-2 8 0,2 1 0,-1 5-90,0-2 90,1 0 0,-2 5 0,-1 2 0,-1 2 0,0 1-180,-2-1-450,0 1-809,-4 1 1439,2 1 0,0 1 0,2 1 0</inkml:trace>
  <inkml:trace contextRef="#ctx0" brushRef="#br0" timeOffset="642300">20407 6061 10231,'-18'1'-360,"4"0"450,0 1 90,15 2 0,12-3 0,6 2 0,14-3 90,0-2-180,13-1 0,-5 1-45,-12 0 0,1 0 0,-4 1 0,2 0-1,6-1 1,2 0 0,0 1 0,0 0 0,-10 0 0,1 0-45,10 0 0,-1 1 90,10 0-220,-19-1 1,0 1 129,17 0 90,-9 0-90,-6 0 90,0 0 0,-17 0 270,9-1-270,-7 1 90,6 0 0,-7 0 169,-1 0-259,0 1 179,0-2-269,-15-4 90,5 1 0,-14-4-90,7 2 90,0 2 0,-3-6 0,5 4 0,-7-12-90,7 7 90,-3-12-90,6 2 90,1-9-90,3-4 0,-2 6 0,3-7 0,-2 5 90,2-8-90,-2 2 0,-1 7 0,1-7 0,-2 13 0,1-3 0,0 10 0,-2 0 0,1 3 0,0-3-90,-1 2 90,0 6 0,0-3 0,-2 5 0,2-1 0,-5 3 0,-6 1 0,-8 3 0,-1 2 0,-13 0 0,-13 0 0,5 0-200,15-1 0,-1 0 200,-22-1 0,22 1 0,0 0 0,-6-1 0,-1 1 0,3-1 0,1 1 0,-14-1 0,18 1 0,2-1 0,0 0 0,-15 1 0,24-1 0,-11 1 0,11 0 0,-5-1 0,5 0 400,3 0-400,0 0 0,0 0-90,1 1 90,1 1 0,6 3 0,-1 0 0,6 5 0,-1 2 0,1 4 0,2 7 0,-1-3 0,2 10 0,1-1 0,1 8 0,2 5 0,-2-3 0,-1-7 0,0 11 90,-4-22-90,0 18 0,-1-18 0,1 10 0,1-6-180,1 1-449,1-5-2648,0-2 3196,1-4 1,-4-4 0,-2-4 0</inkml:trace>
  <inkml:trace contextRef="#ctx0" brushRef="#br0" timeOffset="645922">22133 1948 7892,'-5'-8'2159,"-2"0"-1799,9 2-270,0 2 0,6-1 180,4 2-180,12 1 0,-5 1 0,19 0-90,-19 2 90,21 3-90,-23 1 0,14 6 90,-10 19-90,-8-9 44,-6 7 1,-3 5-45,-4 1 0,-3 0 0,3-3 0,-1 2-188,-1 7 1,0 5 0,1-4 187,1-6 0,0-1 0,-1 12 0,1 1 45,4-3 0,0-5-45,0-3 0,1-3 0,3 3 45,1-9 0,-1-2-45,5 11 0,-3-10 0,2-2 90,11 8-90,-1-7 0,3 0 90,6-10-90,-17-11 742,12 4-292,-4-11 0,-9-2-270,4-3-90,-18 1-1,-8 4 1,-25 12-90,14 0 0,-3 4 0,0 6 45,5 9 0,3 2-45,0-8 0,1 2 0,-1 16 0,3 6 30,10-10 0,2 3 0,2-1-30,-1 6 0,1 2 0,1-8 0,2 6 0,-1-2 0,1-7 45,-1-5 0,1-2-45,2 13 0,-2-3 90,-7 0-90,-1-10 0,-8 7 90,-14-13-90,5-7 0,-23 8 0,2-8 0,6-3-270,-5 1-2068,21-7 2338,3-1 0,5-2 0,7-1 0</inkml:trace>
  <inkml:trace contextRef="#ctx0" brushRef="#br0" timeOffset="653083">24004 4220 9152,'-12'-5'90,"-1"1"0,4 1 0,-2 1 90,-3-1-91,-6 0 1,4 0 0,-4 1 90,-11-2-90,6 1-90,-10 0 90,-14 3-90,23 1 0,-3 1 0,0 0 0,5 1 0,-4 2 0,1 1 0,-1 0 0,0 2 0,0 1 0,3 0 0,-4 8 0,-1 3 0,-2 9 0,9-9 0,2 2 0,4 8 0,4-1 0,3-1 0,1 1 0,4 1 0,9 0 0,7 11-45,2-17 0,2-1-45,9 9 0,8-5 0,4-3 45,-13-13 0,0-1 45,7 5 0,3-1-45,10-5 0,-2-3 45,-2-1 0,4-1 0,-1-2-89,-8-3 133,0-2 1,0-1-45,0-2 0,-2-2 0,-1 0 0,-5-4-45,2-7 1,0-4 133,0-9-134,-8 10 1,-2-3 88,-6-7 1,-6-2 0,-6 4 0,-1 0 0,2-2 0,-2-2 0,-10-5 0,-3 5-45,-1 5 45,-3 3 0,0 1-45,-3 5 45,-16 1 0,-5 1-135,10 10 0,0 0-163,-9-3 1,-4 2 252,0 7 0,-3 4 0,4 0 0,5 0 0,1 1 0,-9 1 0,1-1 0,0 1 0</inkml:trace>
  <inkml:trace contextRef="#ctx0" brushRef="#br0" timeOffset="654985">23500 3814 9062,'27'0'629,"7"0"-539,-7 1-90,5 0 90,4-2 0,-3 0 0,3-1-45,2 0 0,0-1-45,-1 2 0,0-1 0,0-1 0,-3 1 180,4 0-90,1-1 90,-5 2-90,-21 1 0,7-1 90,-4 0-90,-2 0-90,4-1 180,-7 1-180,2 1 0,-7-1 0,0 2 0</inkml:trace>
  <inkml:trace contextRef="#ctx0" brushRef="#br0" timeOffset="656033">24108 3746 8792,'7'-2'2339,"-1"-4"-2249,-6-8 89,0-15-89,-3 8-45,0-6 0,-1-1-45,-2-10 0,0-5 90,3 20-90,0 10 0,0-2 0,-1-2-90,0 0 0,0 6 90,1 3 90,-2 2 0,1 2 0,-6 1 0,-16 0 0,-3 1-90,-12 0 45,13 1 0,1 1-45,-10-1 0,-10-1 0,15 2 0,-12 0 0,7 0 0,-3 0 0,14-1 0,-1 1 0,3 0 0,-2 2-90,11 0 90,0 0 0,6 0-90,0 0 90,1 4 0,1-1 0,2 13 0,3 8 0,1-2 0,1 4 90,2-4-90,-1 12 90,0-6-90,1-4 0,0 0 90,4 18-90,0-1 0,-1-6 90,1-11-90,-1-8 0,0-2 0,-2-7 0</inkml:trace>
  <inkml:trace contextRef="#ctx0" brushRef="#br0" timeOffset="657850">24690 3414 9242,'-5'-8'-180,"-2"1"540,3 1-270,-5-2 269,3 3 1,-8-4-270,-13 14 0,-3 3-90,-2 6 90,3 10 0,14-3-90,1 1 0,9 7 0,18-7 90,7 1-90,3-7 0,13-10 0,-20-6 0,15-5 0,-16 0 90,11-21-90,-17 5 90,3-10 0,-29-10 0,-4 13-90,-4-5-180,-7 13-180,19 15 90,-13 0 270,6 14 0,2 0 0,-5 7 0</inkml:trace>
  <inkml:trace contextRef="#ctx0" brushRef="#br0" timeOffset="658119">24826 3379 9781,'7'-10'1170,"-1"1"-1350,-3 3-720,1 1-809,2 1 1709,1 1 0,2 1 0,0 0 0</inkml:trace>
  <inkml:trace contextRef="#ctx0" brushRef="#br0" timeOffset="658502">25007 3269 9152,'16'-14'809,"-2"2"-269,10 0-450,-9 6 90,14-5 0,-4 5 0,12 0-180,-7 2 90,17 3 0,-29 3-90,11 5 0,-20 0 89,1 7-89,-9-3 0,-15 23 0,3-16 0,-11 14 0,7-12 0,1 2 0,4-2 0,8 4 0,9-14 0,18 7 90,10-12-180,-3 1-180,-6-6 1,0-1-1710,-1-3 1979</inkml:trace>
  <inkml:trace contextRef="#ctx0" brushRef="#br0" timeOffset="695536">20370 5092 8252,'-14'-5'-539,"2"0"539,4 1 0,1 0 0,1 1 0,-2-2 179,2 2-179,21-2 0,-6 2 45,14 1 0,7 0-45,7 1 0,1 0 0,-6 1 0,1-1-160,1 0 0,3 0 1,0 0 189,3 0 0,1 0 0,-2 0-30,4 0 0,2-1 0,-7 1 0,5 0 0,0 0 0,-5-1 0,8 1 0,-4-1 0,5 0 0,-1 1 0,-1-1 0,-3 0 179,-15 1 1,-1-1 0,2 1 0,0 0-90,14-2 0,-22 2 90,0-2 0,-9 2 390,13-2-570,-12 1 0,6 1 0,-6 4 90,-1 0-180,1 9 180,-9-6-90,4 10 0,-7-8-90,1 14 90,-2-8 90,-1 19-180,1-14 135,1 16 0,1 6-45,2-4 0,-1 3 0,0 6 0,-1 5 0,0-3-256,2-3 1,0 0 255,-2-8 0,1 3 0,-1-2 30,1-1 0,0 0 0,0-2-30,0 3 0,1 2 0,0 1 0,2 5 0,1 0 22,3-10 1,0 0-1,2 1 1,0 0-23,3 9 0,0 1 0,2 3-246,-4-10 0,2 4 0,-1 0 0,1 1 1,-3-4 245,0 1 0,-1-2 0,-1 0 0,-1 2 18,0-2 0,-1 2 0,-1 0 0,-1 0 0,0-1-692,-1 6 0,-1-2 0,-1 0 0,0-1 674,1 7 0,-2-2 0,1 0 22,-2-10 1,1-1-1,-1 0 1,0 0-294,-2 8 0,0 0 1,0 1 292,1-7 1,-1 0-1,0 2 1,1 0-285,0 0 0,1 2 0,0 0 1,0-1-1,0-5 262,-1 3 0,-1-3 0,2 1 0,2 11 0,1 1 0,0-7 154,0-15 0,1-1-124,2 9 0,1 5 0,0-5-30,-1-7 0,0 0 0,2 9 0,0 6 0,0-2 45,0 3 0,-1-2-45,0 0 0,-1 2 0,-1-7 0,-1 2 0,-1-1 30,-2-3 0,-1-1 0,0 0 141,0 12 1,0-1-172,0-12 0,-1-1 0,0-2 0,-1 0 0,0-2-57,-2 13 1,1 0 56,0-9 0,-1 1 0,-3 14 0,0-3 0,2-3 30,0-10 0,-1 4 0,1 0 840,1 3 0,0 1-870,0 1 0,0 3 0,1-4 0,0-4 0,0-3 45,2 0 0,0-5-45,0-3 0,1-1 0,0 0 0,-2 4 319,2 15-229,-1-28-90,2 12 0,-1-12 2103,0 12-2103,0-19 1999,0 8-1999,1-10 397,-1 6-397,0-7 0,0 1 0,0-1 90,-2 1 90,3-1 629,-4 0-629,-1-2-90,-4-1 0,-14-2-90,-10-1 90,-1 1-90,3 1 0,-3 0 0,-5 1 0,-2 0-461,0 0 1,-3 0 460,9 0 0,-5 0 0,-1 1 0,3-1 30,-7 1 0,2 0 0,-1 1-30,0-1 0,-1 0 0,-1 1-387,-5 0 0,0 1 0,7-1 387,13-2 0,1 1 0,-7 1 0,-5 0 0,7-1 0,-8 2 0,2 0 0,-1 0 0,15-2 0,1-1 0,-3 2 0,0-1 0,-18 3 0,16-3 90,7-2 806,5 0-806,-3 0 1366,6-1-1367,-3-1 1,4-1 0,3-1 0,-4-6 0,8 2-90,-4-8 90,7 6-90,-2-14 0,3 11 0,-4-15 90,4 10-90,-8-26 0,6 13 0,-4-9 0,-2-7 0,3-2 0,-1-2-361,0 4 1,-1-4 360,3 10 0,0-4 0,1-1 0,0 6-632,1-2 1,0-2 613,1 5 0,-1-7 0,0-3 0,0 2 0,1 5 18,0 3 0,1 4 0,0-4 0,1-2 0,-1-5 0,1-1 0,-1 1 0,1 5-504,0 1 1,0 3 0,0-4 485,0-4 0,0-5 0,1-3 0,0 2 0,-1 5 18,1 4 0,-1 4 0,1-5 0,0-2 0,-1-6 0,1-2 0,-1 3 0,2 6 0,-1 5 0,1 5 0,0-4 0,1-3 0,-1-6 0,0-1 0,1 0 0,-1 7 0,1 0 0,-1 4 0,1-4-18,1-6 0,-1-7 0,1-2 0,0 2 0,-1 8 18,0 8 0,0 4 0,0-4 0,0-2 0,1-6 0,-1-3 0,1-1 0,-1 4 0,0 6 0,0 1 0,0 4 0,0-3-18,1-1 0,-1-5 0,1-1 0,-1-2 0,1 1-205,-1-1 0,0-1 0,1-1 1,-1 1-1,0 1 223,-1 4 0,1 1 0,-1 0 0,0-1 0,-1-3-15,0-3 0,0-3 0,-1-2 0,0 1 0,0 2 0,-1 4 15,-1-1 0,0 4 0,-1 2 0,0 1 0,-2-5 0,1 3 0,-2 1 0,-2-11 0,0 7 0,0 8 145,2 5 0,-1 1-145,0-1 830,-4-13-830,4 12 0,-3-10 0,6 24-90,-4-10 90,6 19 1552,-3-7-1642,2 7 1608,-4-6-1518,-1 2 239,-3-3-239,1-1 0,3 4 0,0-2 0,4 8 0,-4-8 0,4 6-90,-5-9 90,7 9 0,-5-13 0,6 11 0,-4-18 0,5 1 0,-1 2 0,2 1 0,1 14 0,2-11 0,-3 9 0,5-14 0,-6 17 0,4-14 0,-4 10-90,1-6 90,-2 3 0,1 9-90,-2-7 90,0 7-90,1-1 0,-1 1 90,1 2-90,-1 0-180,0 0 90,3 0 0,22 1 0,11 0-90,11 3 1,3 1 179,-17 0 0,0 1-311,4-1 1,4 1 0,1 0-162,-2-1 0,2 1 0,1-1 0,-4 1-234,1-1 0,-2 1 0,3-1 796,2 1 0,3-1 0,0 0 0,-4 0 0,5 0 0,-3-2 0,3 2 0,-1-1 0</inkml:trace>
  <inkml:trace contextRef="#ctx0" brushRef="#br0" timeOffset="708584">23384 7015 7892,'17'-3'90,"4"0"-90,8 1 0,10 1 0,-4 0 45,-6 0 0,1 1-45,1 0-173,4 0 0,0 0 173,0 0 43,10 0 0,2 1-43,-17-1 0,0 0-1608,17 1 0,-1 0 1608,-1 0 90,-5 1 90,-17-2 0,2 0-6,-1 0-174,0 0 90,-3 1-90,-1-1 3276,-3 1-3070,-4-2-116,-2 2 180,2 0 180,-3 0-1,0 0-449,-2 2 90,-1-1 0,1 4-90,-1 3 90,-1 4-90,-2 0 0,-4 7 0,0-11 0,-1 19 0,1 13 45,-1-15 0,1 2-45,-1 11 0,1-2 0,1 9 0,0 3 0,0-18 90,0-8-90,-2 7 180,0-15-90,0 0 90,1-1-90,-1-6 0,0 0-90,-7-4-90,-12-5 180,5-1-90,-30-5 0,23 3 0,-22-2 0,-4 0 0,8 2 0,-2 0 0,9 0 0,-2 0-30,-2 0 0,-3 1 0,3-1-839,-2 1 1,3 1 868,-1-2 0,1 2 0,-3-1 0,1 2-1055,-11-1 1055,5 1 0,8 1 0,20 1 0,-2-1-630,-4 1 1238,1-1-608,3 0 0,3 0 0,2-1 0</inkml:trace>
  <inkml:trace contextRef="#ctx0" brushRef="#br0" timeOffset="709134">23478 7476 8522,'-13'1'1080,"2"-3"-991,-1-4 91,2-7 0,-1-11-90,0-9-90,4 5 0,1 0 0,-3-10 45,3 8 0,1 2-45,-1 1 0,0-1 0,0-2 0,-1-7 0,1 9 0,0 1 0,-2-2 0,2 5 0,2 15 0,2 4 0</inkml:trace>
  <inkml:trace contextRef="#ctx0" brushRef="#br0" timeOffset="714608">20145 7642 8072,'-14'-3'-359,"1"0"359,2 1 90,1 0-1,-4-2 1,2 2 0,-2-2 0,3 2 540,2 0-630,15 0 90,25 0-90,-3 2 0,2-1 45,7 1 0,3 1-45,-3-1 0,2 0 0,-3 0-150,0 1 1,-1-1 149,3 0 0,2 1 0,-5-1 0,-8 1 0,0-1 0,10 1 0,7-1 0,-5 1 0,-8-1 0,1 1 0,12 0 0,6 0 0,-2-1 0,-9 2 0,-2-1 0,1 0 0,3 0 0,2 0 0,0 1 30,3 0 0,0-1 0,-5 1-30,-8-1 0,-3 1 0,4-1 0,-2 1 0,12-1 0,-12 0 0,-6 0 0,1-1-90,13 1 180,2-1-90,6 1 389,-18 0-389,2 0 0,-5 0 0,-5 0 0,1-1 0,-9 0 180,3 0 1349,-5-1-1529,-15 5 0,6 1 0,-11 15 0,11-7 0,1 16 0,7 13 0,2 2 0,0-3 0,-1-1 90,5 6-135,-6-13 0,0 4 45,-1 7 0,0-1 45,-2-7 0,0 1-45,0 6 0,0 4 0,-1-5 0,-2-10 0,-1 0 0,0 3 0,-1 5 0,-1-4 45,-2-3 0,0-1-736,0 3 0,0-2 691,-4 12 0,-1-10-92,-1-7 0,-1 2 92,1 0 0,-1 2 0,-3 12 0,0 1 45,3-8 0,1-2-582,1-5 0,1-3 537,-1 19 0,3-12 0,0-5 0,0 2 0,1 0 0,-1 1 0,-1-1 0,1-1 45,1 2 0,-1-4-45,0-1 45,-1 1 0,0 1 45,-1 6 1095,-2 5-1095,2-12 0,0 0-90,1-1 0,-2 2 0,0 0 90,2-3-45,1 1 0,-1 0-45,1 2 138,0 3 1,-1 3-94,1-5 0,0-1-1,-2 7 1,1 0 0,0-7 0,1 0 0,0 4 0,-1-2-45,0-2 1268,-1 16-1178,-2-3-45,3-16 0,0 2-141,-1-3 0,0 1 141,0 8 0,1-3-45,-2 2 45,1 5 0,-1 4 0,1-11 0,-1 1-171,0 5 0,0 2 171,-2 6 0,-1-5-1239,2 0 1194,1-12 0,1 0 331,1 8-331,3 10 0,1-8 89,0-7 1,2 2 0,5 12-90,-1 3 45,-1-18 0,1 0 0,-3-4 0,-1-1-45,6 22 228,-5-4-138,0-17 0,-2 5-90,2-5 1259,-2 7-1169,0-11-90,0 1 0,-1-6 90,0-4 0,0-8 0,0 4 90,0-3-90,-3 0 0,-6-2-90,-6-2 0,-3-2 90,0-1-90,-16-1 0,14 1 0,-21-1 90,-7-3-90,14 1 0,0 1 0,-4-1 0,4 0 0,-1 0 45,-8 0 0,-1 0-170,6 0 1,1 0 124,-5 0 0,2 1 45,8 0 0,2 0-45,2 1 0,-1-1 45,-12 0 0,1-1-45,-6 1 45,7 0 0,-1 0-45,10 1 0,3 1 0,-18-2 0,1 1 90,12 1-90,-4-1 248,-9 0-158,15 1-90,-11-1 90,17 1-90,0 0 0,4 0 0,3 1 90,-2-1-90,-2 0 0,6-1 90,-5 1 0,4-1-90,3-1 90,-5-2 0,9 1-90,-2-3 0,4-2 90,0 2-90,0-7 0,4 6 0,-2-22 0,0-7-1639,-2-10 1,0-4 1580,3 19 1,-1-1 57,0-6 0,-1-3 0,0-2-756,2-4 0,1-1 0,-1 2 756,1 10 0,1 2 0,-1-2-380,2-8 1,0-4 0,0 1 0,1 6 379,2 3 0,0-1-140,0-4 0,1-7 0,0-2 0,0 5 140,-1 6 0,0 2 0,0-1 0,-1 1 0,1-1 0,0-2 0,-1 0-23,1-2 1,1-3-1,-1 3 1,0 5 22,0-1 0,0-1 0,0 3 0,0-5 0,1-1 0,-1 2-30,2-7 0,0 2 0,0 2 30,-2 11 0,0 1 0,0-1 0,1-2 0,1-2 0,0-1 0,0 2 356,3-8 1,0 1-1,-1 1-386,0 4 0,0 0 1,0-2 29,0-1 0,1-4 0,-1 1 0,-1 3 70,-1 4 0,-1 2 0,0 2-70,1-12 0,-1 4 0,-3 13 0,-1 2 702,-1-18-702,-1 16 0,-1-1 0,1 4 0,-1-2 0,-1-10 0,-1-2-45,-1 4 0,1 0 45,-1-6 0,0-1 0,1 0 0,-1 3 1133,3 14 0,0 1-1133,2 0 0,-1 0 0,-3-11 0,1-1 401,-4-10-491,-1 11 90,2 0 0,-4-5 2998,5 21-2998,-3-4 0,-2 1 0,1 1-45,-1 0 0,-1 2 45,3 5 0,-9-11 0,9 14 0,-11-14 0,8 12-90,-1 0 90,-1 0-89,6 7-1,-4-4-90,4 3 0,1 3-810,1 0 181,-1 9-900,1 1-1568,-1 8 3264,6-3 0,6 4 0,3-3 1</inkml:trace>
  <inkml:trace contextRef="#ctx0" brushRef="#br0" timeOffset="715386">20742 8020 9152,'-27'1'-180,"-2"0"810,16 0-630,20-2 179,39-4-179,-1 1 45,-6 1 0,1-1 0,-3 0 0,-1 0 0,-3 1 0,1-1-45,-1 0 0,-2 1 90,14-3-90,-29 4-450,12-2 1,-13 3 449,14 1 0,-14 1 0,5 1 0</inkml:trace>
  <inkml:trace contextRef="#ctx0" brushRef="#br0" timeOffset="716035">20742 8783 8522,'-9'3'720,"-4"-1"-181,-1 2-89,0-1-270,3 2 90,26 0 0,22-1-150,-7-3 0,5 0 0,0 0-1053,0-1 1,-1-1 0,1 1 932,-1 0 0,0-1 0,0 1 89,17-2 1,-3 0-671,-18 2 0,-3 0 581,3-1 0,-2 0 90,20 0-90,-26 1-990,5 0-1258,-15 3 3632,-8 2-1384,-9 1 0,-7 2 0,1 0 0</inkml:trace>
  <inkml:trace contextRef="#ctx0" brushRef="#br0" timeOffset="716508">20557 9610 8882,'-10'8'1349,"1"1"-899,10-5 269,16 0-269,12-1-270,-4-3 0,5-1 90,15 0 0,1-1-1381,-12 1 1,1-1 1155,9 1 0,1-1 45,-11 1 0,-1 0-654,6 0 1,0 0 563,-6 0 0,0 1-378,9-1 0,-4 1 378,-11 0 26,-1 0 0,-1 0-386,-3 0 1441,7 0-1981,-12 1 1283,-5-1 1,-5 0 0,-4 1 0</inkml:trace>
  <inkml:trace contextRef="#ctx0" brushRef="#br1" timeOffset="746420">24617 7401 8432,'-21'7'360,"-11"13"-270,14-2-90,-7 6 0,11-3 90,5-3-90,-1 4 0,5-4 90,2 1-90,4-4 90,3 2 90,3-3-90,0-5 629,12 1-359,-2-7 90,19-6-180,-7-10-180,-3-2 179,-5-14-269,-14 15 90,3-9-90,-8 11 180,-2-12-180,-1 11 0,-3-14-90,-2 15-180,-2 1-359,-3 4-271,0 8-719,1 2 1619,3 2 0,9 1 0,3 1 0</inkml:trace>
  <inkml:trace contextRef="#ctx0" brushRef="#br1" timeOffset="746719">24934 7529 11850,'1'-9'-60,"0"3"0,-2 3 0</inkml:trace>
  <inkml:trace contextRef="#ctx0" brushRef="#br1" timeOffset="747186">25002 7406 10321,'1'-14'720,"3"2"-630,3 9 0,4 1 89,17 3-89,-3 0 0,20 1-90,-21 0 0,2-1 90,0 0-90,-12 0 90,13 5-90,-25 2 180,-25 32-180,6-15 0,-5 4 0,-1 3 45,7-4 0,2-1-45,-7 16 45,8-10 0,4-2-675,12 3 271,-2-3-91,7-7 450,4-17 0,-7-3 0,4-1 0</inkml:trace>
  <inkml:trace contextRef="#ctx0" brushRef="#br1" timeOffset="749786">23386 7037 11041,'21'4'1169,"5"0"-1079,-7-4 0,12 0 0,-13 0 0,12-1 0,6-1-45,-3 2 0,3-1-15,5 0 0,4-1 0,-4 1-448,0 1 1,-2-1 417,-4 0 0,2 1 0,-6-1 0,8 1 45,-2-1 0,0 1-45,-2-1 0,-2 1 0,0 0 0,8 2 0,4-2 0,-7 1 90,-17-1-90,-4 1 925,-6-2-836,0 2-89,0-2-89,1 2 89,-13 4 0,1 2 0,-10 1 0,2 9 0,2 0 0,-2 1 0,-2 18 0,5-17 0,-1 5 0,1 2 0,-1-2 0,-4 21 0,4-23 0,-2 25 0,4-16 0,-2 19 0,4-27 0,-2 0 89,4-15-89,-3 4 0,1-2 0,1 0 90,-2-2-90,0-4 0,-2 0 0,-3-2 0,-3-1 0,-1-1 0,-10-1 0,2 0 0,-21-1 0,15 1 0,-16 0-90,-5 2 90,11-1 0,10 1 0,0-1 0,-11 1 0,5 0 0,-1-1 0,-12 2 0,16-2 0,-1 1 0,3 0 0,3-1 0,-1 1 0,-20-1 0,24 0 90,6 0-90,-13-1 0,12 1 0,-4-1 0,2 0 0,4 0 180,-3-1-90,6 1 90,3-2-90,0-1 0,1-1 0,2 1 90,-4-7-90,4 4 0,-4-13 0,4-6-90,3 3 0,-1-16 90,8-8-90,-4 11 0,2 7 0,0 0 0,1-17 0,-2 14 0,1-11 0,-3 12 0,0 12 0,0-8 0,0 17 0,-1 0-90,1 1-180,-1 2-809,0 0-2198,-6 3 3241,-3 4 1,1 2 0,-1 6-1</inkml:trace>
  <inkml:trace contextRef="#ctx0" brushRef="#br1" timeOffset="767869">20443 7680 6813,'-15'0'630,"3"0"-360,0-2 89,2 1 451,1-1 1259,-1 0-2069,18 0 90,2 0 0,29-1-90,-14 2 90,23 0-90,-20 0 0,2 1 45,6-1 0,2 0-45,-5 0 0,0 0 0,11-1 0,-4 1 0,-3-1 44,-1 1 1,-1 0-45,-2-1 0,2 1 0,3 0 0,-12 0 0,0 0 0,16-1 0,-1 1 0,-12 0 0,-2 0 0,15-1 90,-4 1-90,-14 1 0,13-1 0,-6 0 0,3 0 0,-9-1 0,-3 2 0,-6-1 0,-4 2 0,-1-1 0,-2 1 0,1 1 0,-5 2 0,1 2 0,-2 1 0,0 6 0,-1-4 0,-1 2 0,2 1 0,4 17 0,1 3 0,1 7 0,-5-7 0,0-1 0,-1 2-441,-1-3 0,0-1 441,0-2-1535,-1 18 0,1 3 1535,3-1 0,-3-12 0,0 5 0,1-2-324,1 0 1,0-2 368,-1-3 0,0 1-45,0-1 0,-1 1 0,-3 0 0,-1-3 0,1-1 291,-2-4 0,0-2-291,-1 0 0,-2 1 0,0 2 0,-2 4 1519,2-5 0,0 0-1519,-4 6 45,3-8 0,-1 2-45,-1-2 0,0 0 534,1 0 1,-1 1-535,-1 3 0,0-3 0,1-1 0,-5 19 0,8-26 0,-10 26 0,6-18 0,-7 20 0,4-15 0,2-5 0,-1 1 0,0 0 0,0 0 0,-6 11 0,2-2 0,-3 3 0,-3 7 90,5-10-90,5-9 0,-6 17 0,6-11 0,1-6 0,-1 10 0,2-6 0,1-7 0,-1 10 0,1-7 0,3-7 0,-1 10 0,3-13 0,2 3 0,0-2 90,0-6-90,1-2 0,0-2 0,-1-2 270,0 2 360,0-2 629,1 1-1169,-13-8-90,5 1 0,-15-7 0,6 5 0,-16-3 0,-13 2 0,17 0 0,-1 1 0,-4 0 0,-1-1 0,-7 0 0,2 0-867,11 2 0,0-1 867,-3 0 0,1 0 90,-15 0-612,19 1 0,1-1 522,-19 0 0,2-1 0,8 2 0,1 0-89,-5-1 89,7 2 89,3 0-178,11 1 1610,-11 0-1521,15-1 1256,-6 1-1256,7-1 0,-1 1 0,3-1 90,-3 0 270,4 0-360,10-7 90,1 0-90,12-6 0,1-5 90,-4 3-90,4-5 0,-4-7 0,-1-3 0,-1-7 0,-3 5 0,-2-4 0,-2-4-294,-2-1 0,-1-7 0,-2-2 0,0 0 0,-1 3 294,1 1 0,-1 3 0,-1-1 0,-1-3 0,-1 5 0,-2-4 0,0-1 0,0 1 0,0 4 0,1 5 0,-1-1 0,2 6 0,-2-3 0,0-1 0,-1-3 0,0 1 0,2 5 0,1-3 0,1 2 0,-2-9 0,1 0 0,5 5 0,1 1-255,2 8 1,1 1 254,0-6 0,1 2 0,0 7 0,0 1-82,3-24-8,-1 13 90,3-9 0,-4 8 0,2-9 0,-4 21 1371,2-10-1371,-3 13 0,0 6 588,0-3-588,0 13 102,-1-5-102,1 3 0,-2-4 0,4 1 0,-4 3 0,4-2 0,-4 3 0,3 0-90,-1 2 90,1-2 0,1 2 0,0-1 0,3-2 0,0 2 0,0-2 0,-1 3 0,-1 0 0,1 1 0,-1-2-2879,1 1-398,6 4 3039,-1 0 1,4 3-1,-3 1 1</inkml:trace>
  <inkml:trace contextRef="#ctx0" brushRef="#br1" timeOffset="770969">20467 8827 8612,'22'-3'270,"-5"1"-90,2 1-90,15 1-90,-4-1 90,12 1-45,-13 1 0,2-1 0,4 1 0,2-1-45,-1 0 0,2 1-55,-4 0 1,3-1 0,-3 0 54,4 0 0,-2 1 0,2-1 0,-1 1 45,4-1 0,-5 1-135,-8-1 90,17 1 0,-29-1 90,8 0-90,-7 0 0,6 2 0,-1-1 0,-4 1 90,4-1 252,-12 1 18,5-1 1079,-5 0-1169,-6-4-90,-5-4-90,-8-12 0,-5-6-90,3 1 0,3 0 90,5-8-90,2-2 0,-1-8 0,3 8 0,1-2 0,0 8 0,0-1 0,0-19 0,0 0 0,-1 13 0,-1 3-443,1 4 1,-1 4 442,-3-6 0,2 12 0,-1-2 0,1 4 0,-2-1 0,1 8-90,-1-2 975,1 0-885,-1 2 0,1 1 0,-4 3 0,-1 3 0,-10-1 0,-5 2-90,-21 0 90,-6 1 0,3 0-205,3 1 205,4 0 0,6 1 0,-1 0 0,-15 1 0,11-1 0,-2 1 0,9 0 0,1 1 0,2-1 0,-1 1 0,-5 0 0,1 0 0,-14 4 0,17-4 0,1 1 0,8-1 0,1-1 0,-1 1 205,1-2-205,9 0 0,-3 0 0,1 0 0,4 0 0,-2 0 0,2 0 0,1 1 0,-2 1-90,1 3 90,0 1 0,2 4 0,-1 9 0,1 4 0,-1 11 0,3 13 0,3-13 90,0 8 0,4 4-90,2-22 0,-1 0 45,0 0 0,0-1-45,3 5 0,2-1 0,3 6 90,2 5-90,1-9 0,-3-8 0,-4-9 90,-1 1-720,-1-7 630,-2-1 0,1-2 0,-3-2 0</inkml:trace>
  <inkml:trace contextRef="#ctx0" brushRef="#br1" timeOffset="1.26477E6">24631 1767 10231,'10'-17'2069,"1"3"-1529,-7 9-450,11 18 0,-4 5 0,7 23-1,-6-5-89,-1 11 90,-2 0-269,2-3-91,-4-5-180,-1-16-629,-3-8 1079,3-4 0,-4-5 0,3-2 0</inkml:trace>
  <inkml:trace contextRef="#ctx0" brushRef="#br1" timeOffset="1.26511E6">25129 1754 9961,'13'-7'270,"-5"20"-90,-11 11-90,-8 24-45,-1-20 0,-3 1-45,-8 12 0,-1 0-135,3-7 0,1 1-255,2-6 0,0 2 1,2-3 389,2-2 0,3-2 0,-3 18 0,12-16 0</inkml:trace>
  <inkml:trace contextRef="#ctx0" brushRef="#br1" timeOffset="1.26557E6">25308 2079 9242,'-4'-10'1079,"-7"8"-989,-6 8 0,-2 5 0,-7 9 90,-6 8-135,12-8 0,0 1-45,-12 14 45,15-11 0,3 0-45,5-3 0,-1 15 0,13-14 0,12 11 0,11-10 0,16-1 0,-10-15 90,14-12 0,-15-10 0,-1 0 269,-5-22-179,-32 10-90,-3-5 0,-20 12-180,-2 13-180,4 5-2428,-10 9 1349,21-1 1349,-6 5 0,15 0 0,0 1 0</inkml:trace>
  <inkml:trace contextRef="#ctx0" brushRef="#br1" timeOffset="1.27507E6">13555 4335 10411,'2'-13'1889,"6"3"-1799,11 2 0,8 4 0,4 1 0,11 3 0,-3 3-90,-4 4 0,-15 1 90,-13 12-90,-11-6 0,-13 16 0,-7-6 0,-7 5 0,4-7 0,-1 2-90,8-6 0,-2 5-90,3-3-360,4 2 0,7-5-989,26 1-809,5-12 2338,14-4 0,4-10 0,-5-1 0</inkml:trace>
  <inkml:trace contextRef="#ctx0" brushRef="#br1" timeOffset="1.27538E6">14187 4292 9512,'0'-10'989,"-34"28"-989,11-4 60,-6 8 0,-7 8 0,4-4-967,10-7 1,0-1 906,-8 9 0,-2 2 0,4-3 0,-6 7-315,1 2 0,1 0-45,5-2-450,4-4 1,3-1 809,8-3 0,2 3 0,5-4 0</inkml:trace>
  <inkml:trace contextRef="#ctx0" brushRef="#br1" timeOffset="1.27579E6">14331 4540 9062,'4'-10'899,"-2"-4"-629,-5 9 0,-24 9-180,-2 11 0,-11 5-45,16-1 0,2 1-45,-3 4 45,2-1 0,0 2-45,1 11-135,9-8 0,3 1 45,3 4 0,9 11-90,16-24 90,9-1 0,6-6 180,-7-13 0,0-5 180,12-11-90,-16 1 0,-4-2-90,-2-6 0,-23-4 0,-25 16-450,-16 5 0,2 5-1079,18 7 0,2 2 1439,6 2 0,-13 9 0,15-4 0</inkml:trace>
  <inkml:trace contextRef="#ctx0" brushRef="#br1" timeOffset="1.27649E6">13681 5180 9422,'-10'-2'809,"4"-2"-629,12-3-90,14-1 0,7 0-90,7 4 90,-8 5-90,-9 4 90,-25 17-90,-15 3 0,-7 3-45,10-11 0,0-1-135,-1 7 0,-1 7 90,15-8-90,18-2 180,0-9-180,13 3 0,-12 2 180,-16 3 0,-12 3-89,-25-3 89,1-2-180,13-6 0,-1-1-1529,-11 8 1709,4-3 0,19-5 0,13-7 0</inkml:trace>
  <inkml:trace contextRef="#ctx0" brushRef="#br1" timeOffset="1.27676E6">14120 5207 9602,'-11'-13'1079,"-2"4"-899,0 14-90,3 1 90,-14 20-90,6 0-1,-4 1 1,-1 1-135,4-4 1,0-1-1,-1 1 0,0 0-495,-2 1 0,1-2 540,-9 10 0,12-14 0,0-1 0,-10 12 0</inkml:trace>
  <inkml:trace contextRef="#ctx0" brushRef="#br1" timeOffset="1.27727E6">14418 5270 10141,'15'-11'2609,"-12"9"-2519,-24 17 0,-6 6 0,3-2 0,-1 0-90,-12 12 0,0 1-90,17-13 0,0 2-225,3-2 0,0 0 45,-12 16-90,13-13 1,4-1-901,12 8 721,8 0 269,13-4 180,3-16-90,14-7 450,6-9 90,0-2 269,0-11 1,-33-3-270,-22 1-181,-20 4-89,-4 11-225,8 6 1,-1 4-1505,2 1 1,1 1 1535,-19 3 0,5 8 0,27-7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6:57:04.90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10775 6019 6004,'44'3'67,"0"0"0,1-1 1,-1 1-1,-4-1 1,2 0-1,0 0 1,-1-1-1,0 1-22,6-1 0,-2-1 0,1 0 0,2 0-701,-2 0 1,1 0-1,1 1 1,2-1 0,0 0 615,-2 0 0,1 0 1,0 0-1,2 0 1,-1-1-1,0 1 70,0 0 0,0 0 0,1 1 0,-1-1 0,-1 0 0,-2 0-283,-1 0 1,-1 0-1,-2-1 1,0 1-1,-1 0 275,8 0 1,0 1 0,-2-1-1,-4 0 68,-3 0 0,-4 0 0,-1-1-45,4 1 0,1 0-15,-5 0 0,1 0 0,-3-1 134,1 0 0,-4 0-74,16 0-45,-16-1 0,0 1 45,12-2 0,-15 1 1249,11-1-1249,-24 2 2117,0-1-2117,0 0 1263,-3 1-1353,-2-1 0,1 1 0,0 0 90,0 0-90,-2-2 90,-1-3 0,-4-5 90,0-7-180,-1 4 90,-1-24 0,0-1-45,1-5 0,-1-2-169,-1 17 0,1-1 124,1-16 0,0-4 0,1 0 0,0 2 0,-2 13 0,0-1-30,1-5 0,-1-4 0,0 4 30,-3 0 0,0 2 0,0-8 0,-1 0 0,-2 0 0,0 4 0,-1-3-45,0 19 0,1 1 45,-3-2 0,1 2 0,0-2 0,1 7-89,1-1 178,-1 1 159,3 9-338,0 2 180,1 3-90,0 1-90,-1 0 180,0 0-180,-8 0 90,-13 3 45,-11 1 0,-9 2-68,6 0 1,-4 1-1,-3 1 1,0-1-560,4 0 0,-2 0 1,0 0-1,0-1 1,0 1 581,-7 1 0,1-1 0,-1 1 0,-1-1 0,4 1 0,-2-1 0,0 0 0,0 1 0,0 0-268,1-1 0,1 1 1,-1 0-1,0 1 1,-1-1 267,5 0 0,0 0 0,-1 0 0,-1 0 0,0 0 0,-1 0 0,2 1 0,-1-1 0,-1 0 0,0 1 0,1-1 0,2 0 0,2 1 0,-2-1 0,2 0 0,1 1 0,2-1 0,-1 0 0,-3 1 0,0-1 0,2 0 0,2 0-30,0 0 0,2 0 0,5 0 30,-12 0 0,0 1 90,25-2 2288,-5 0-2468,-12 0 90,15-1 1868,-8 1-1868,10-1 0,1 1 0,-2 0 0,8-1 0,-2 1 0,-1 1 0,1-1 0,-7 2 0,5 2 0,1-2 0,3 2 0,4-2-90,0 1 90,2 7 0,3 6 0,0 8 0,1 12 90,0-13-90,0 7 0,-1-14 0,2 13 0,0 4 0,0 4 0,-1 6 0,0 5 0,0-2 0,-1-1-118,1-13 1,-1 1 117,1 0 0,-1 2 0,1-1 0,1 5 0,1-2 0,-1-7 0,1 0 0,1 12 0,0-4 0,2-5 45,5 6 0,0 0-45,0-5 0,3 2 0,2 1 0,1-7 0,1-2 45,-5-6 0,1 0-45,8 13 0,-1-2 0,-6-10 90,5 11-90,-7-17 0,-2 3-90,1-3 325,-2-6-235,-3-2-270,3-2 90,-5-3 180,3 0 0,-4-2 0,0-2 0</inkml:trace>
  <inkml:trace contextRef="#ctx0" brushRef="#br0" timeOffset="1982">11972 5621 6543,'23'-5'0,"14"2"0,-3 2 0,2 1 0,-10 0 0,2 0 0,18-1 0,3 1-1093,-11 0 1,2 0 0,-3 0 616,2-1 0,2 1 498,-5-1 1,5 1 0,1-1-1,-4 1 251,0-1 1,-3 0 0,1 0-244,6 0 0,0 0 0,0 0 0,0 0 0,1 0 0,-6-1 15,-5 2 0,-3-1 334,1 0 0,-3 0-200,1 0-179,-2 1 90,0-2 2335,-5 2-2425,-5-1 496,1 1-496,-4-1 0,-1 0 0,-15 5 0,-4 1 0</inkml:trace>
  <inkml:trace contextRef="#ctx0" brushRef="#br0" timeOffset="8551">754 12105 7443,'-49'-5'719,"0"0"1,5 0 0,9 1 449,21 3-270,0 0-629,29 4 180,31 3-405,-6-3 0,11 1 0,3 0 0,-5-1-889,-3 1 1,-2-1-1,7 0 866,-13-1 1,5 0-1,4 1 1,1-1 0,1 1-1,-1-1 1,-3 0-1,-5 0-609,9 1 0,-6-2 0,1 1 0,6 0 607,-11 0 0,4 0 0,3 0 0,2 0 0,0 0 0,1 0 0,-1 0 0,-3-1 0,-3 1-291,2 0 0,-3-1 0,-2 1 0,1-1 0,3 1 0,5 0 284,-10-1 1,4 0 0,1 1 0,3 0 0,2-1 0,0 1 0,2 0-1,1 0 1,0-1 0,0 1 0,0 0 0,0 0 0,-1-1-85,-4 1 0,0 0 1,1-1-1,0 1 1,0-1-1,1 1 1,-1-1-1,1 1 1,0 0-1,0-1 1,0 1-1,0-1 1,-1 1-1,1-1 1,-1 1 76,2 0 0,0-1 1,-1 1-1,-1-1 1,1 1-1,-1 0 1,1-1-1,0 1 1,1 0-1,0-1 0,2 1 1,0 0-1,2-1 1,1 1-14,-9 0 0,1-1 1,2 1-1,1-1 1,0 1-1,2-1 1,0 1-1,1 0 0,0-1 1,1 1-1,-1-1 1,1 1-1,0 0 1,-1-1-1,0 1 0,-1-1 1,0 1-1,-1-1 1,-1 1-1,-2-1 1,0 1-1,-2-1 19,7 0 0,-2 1 0,0-1 0,-2 0 0,-1 0 0,0 1 0,-1-1 0,0 0 0,0 0 0,-1 0 0,1 0 0,0 0 0,1 0 0,0 0 0,1 1-15,-1-1 1,1 0 0,0 0 0,0 1 0,0-1 0,0 0 0,0 1-1,1-1 1,-1 0 0,1 1 0,0-1 0,0 0 0,-1 0 0,1 1-1,0-1 1,0 0 12,-2 0 1,2 0-1,0 0 1,1 0 0,0 0-1,0 0 1,0 0 0,0 0-1,-1-1 1,0 1-1,0 0 1,-2 0 0,0 0-1,-2-1 1,-2 1 0,0 0-1,-3-1 5,11 1 1,-4 0 0,-2-1 0,-2 1 0,-1-1 0,0 1 0,1-1 0,2 1 0,2-1-9,-2 1 1,1 0-1,3-1 1,1 1-1,0 0 1,1-1-1,-1 1 1,-1 0-1,-1-1 1,-2 1-1,-3 0 1,-2-1 161,10 1 0,-3-1 1,-3 0-1,-2 1 0,-2-1 1,0 0-125,9 1 0,0-1 0,-5 1 0,-5 0 0,0 0 0,-5 0-45,12 0 1590,-14 1-1590,-18-2 2108,4 1-2018,-6 0 2825,0 0-2915,-3-1-30,0 2 30,-2-1 0,-4 0 0,-1 1 0</inkml:trace>
  <inkml:trace contextRef="#ctx0" brushRef="#br0" timeOffset="11999">4592 13349 8522,'-7'-8'1169,"-1"2"-809,0 2 0,-12-2 0,-9 3-270,-1 0 45,5 3 0,-1 1-45,-1 1-1,-5 2 1,-4 4 0,0 6 0,0 5-45,-4 3 0,1 4-807,14-2 0,1 3 0,3-1 762,3 1 0,4 0 0,8 6 0,6-1 0,8-1 45,7 0 0,1 1-45,6 2 0,7-1 0,7-2 45,1-12 0,2-5-45,1 4 0,5-3 30,3-7 0,5-4 0,-6-1-388,-12-2 0,0-2 358,5-1 0,3-3 0,-6 0 90,10-7-60,-17 1 0,5-3 0,-4 1-30,-5 1 0,0-2 30,7-6 0,3-4 0,-6 1 60,4-11-45,-6-4 0,-7-4 950,-20 8 1,-10-1-876,-5 2 0,-7-1 0,0 2-120,-4-4 0,-5 5-344,-7 6 0,-5 3 0,3 4 389,8 8-1,-2 3-14,-13 0 0,-6 0 0,4 2-30,7 2 0,-1 2-23,-1 1 1,-8 2 0,0 0-1,7 1-67,3 2 1,0 1-181,2 1 0,-6 1 0,0 2 0,6 0-1369,-10 7 1,5 1 1091,-3-1 1,3 1 0,9 2 0,5 0 0,1 3 0</inkml:trace>
  <inkml:trace contextRef="#ctx0" brushRef="#br0" timeOffset="13617">4643 17887 9422,'5'-10'269,"-2"1"181,-2 3-180,-3-1 0,0 2 0,-3 0 0,0 0-1,-12-1-89,-14 1 0,-15 2-135,7 4 0,0 1-45,14 0 0,-1-1-140,-14 4 0,1 0 140,6 1 45,-6 3 0,-1 0-45,3 1 0,-1 1 0,0 1 0,6 2 45,-6 7 0,2 2-135,7 0 135,-1 2 0,6 4-45,20 4 0,7 1 0,-1 13 30,7-14 0,4 3 0,4-2-30,3-6 0,5-3 0,0 1-190,-2 1 1,1 0 0,4 0 189,3-3 0,6 1 0,0-2 0,-5-3 0,3 0 0,0-3 30,2-1 0,3-1 0,-6-3-30,7-1 0,6-4 0,0-3 0,-2-2 0,0-2 0,3-3 89,-6-7 1,-2-3-90,-10 4 0,0-2 60,1-6 0,3-4 0,-6-3 30,-5-8 0,-5-2-45,3 2 0,-3-2 15,-9 1 0,-3-2 0,-5 0 165,-9-10 0,-5 1-208,2 8 1,-2 0-1,-5 1 73,-4 5 0,-5 0 0,-1 2 0,2 3-90,-9-6 0,-3 5 30,-4 4 0,-6 2 0,2 6-657,-2 8 0,1 3 537,1-3 1,-2 2-361,1 7 0,-2 4 0,1 2-643,12 0 1,1 1 0,0 0 727,-4 0 1,-1 1 0,2 0 0,2 1 0,2 0 0,3 0 0,3-1 0,-1 0 0</inkml:trace>
  <inkml:trace contextRef="#ctx0" brushRef="#br0" timeOffset="57722">9716 13833 10321,'23'-3'2249,"5"0"-1709,16 2-361,-8-1-725,5 1 0,2-1 636,5 0-23,-13 0 1,8 1-1,2-1 1,-6 1-1022,4 0 1,0 0 989,-8 0 0,5-1 0,2 1 0,1-1 0,-1 1 0,2 0 0,0 1 0,0-1 0,0 0 0,-3 1-36,0-1 0,-2 0 0,0 1 0,4-1 18,4 0 0,6 0 0,0 1 0,-4-1 0,-9 1-18,-3 1 0,-3-1 274,6 0 1,3-1 0,-4 1-230,-7 0 0,-3 0 0,3-1 0,-1 1 0,-3 0 0,-3 0 553,1 1-598,2 0 2116,-13-1-2116,2-1 90,-4 1-90,-2 0 630,-1 1-540,-4-4 0,-6-3 0,-5-8-90,-6-9 0,-2-4 0,5 0 0,1-1 0,0-21 0,2 9 0,2 1 90,3-3-135,0 15 0,1 2 45,1-10 0,0 11 0,1-7 0,-2 16 0,1 0 0,-1 3 0,-1 3 0,0 1 0,1 0 0,0-1 0,-2 2-90,-12 9 90,-3 0 90,-20 9-90,14-6 0,-26 6 0,15-5 0,0-1-378,5-1 1,-2 0 377,-15 3 0,-4-1 0,9-2 0,-1-1 0,2 1 0,-1-1 0,-1 1 0,4-1 0,-4 0 0,1-1 0,7 0 0,6-1 0,2 0 0,-21 0 0,-5-1 0,12 1 0,-2-1 0,2 0 0,-2 1 0,-2-1 0,6 1 0,-5-1 0,0 0 0,5 0 0,-8 0 0,3 0 0,-3 0 0,1 0 0,-4-1 0,6 1 0,9 0 0,3 0 0,-1 0 0,-1 1 0,-8-1 0,6 0 0,14 0 0,-3 0 665,12 0-665,-4 0 0,3 0 0,0 0-90,5 9 90,1 6 0,6 2 0,-2 14 0,1-2 0,1 0 90,-1 15-90,-2-6 0,1 7 0,0-1 0,0-22 0,3 1 0,-2-12 0,2 2-540,0-5-1349,-1-1 1889,4-3 0,-3-1 0,2-2 0</inkml:trace>
  <inkml:trace contextRef="#ctx0" brushRef="#br0" timeOffset="60716">4061 14349 9512,'14'11'1799,"5"-2"-1620,-5 0 91,22 0-180,-15-5 0,28 3 45,-4-5 0,3-2-90,-2 1 0,1-1-321,-11 0 0,2 0 0,-1-1 306,1 0 0,1 0 0,-6 0-30,-7 0 0,-1 0 30,8 0 0,5 0 0,-3 1-30,-2 0 0,-1 0 45,16 0 0,-2 1-45,-19-1 0,-2 0 0,5 1 0,-4 0 0,-6 0 0,12 0 90,-13 0 738,1-1-828,-8 0 180,-2 0 269,3 0-269,-5-2-90,-3-2 0,-5-3-90,-4-8 90,1 4 0,-2-19-90,3 1 0,2 1 0,0-2 0,1-8 45,1 10 0,0 0-45,1-12 0,-1 10 0,-1-12 0,-1 22 0,0-3-90,0 3 90,-2 8 0,2 3 90,-4 2-90,1 2-90,-1-1 90,-3 4 0,-14 1 0,-4 2 0,-1 1 0,-1 1 0,0-2 0,0 1 0,-15 1 0,0-1 0,15-1 0,0 0 0,-8 0 0,-3 1 0,-3-2 0,-1 1 0,4-1 0,-2 0 0,-1 1 0,-3-1 0,4 0 0,8 0 0,3 0 0,-12-1 0,4 1 0,8 0 0,3 0 0,-1 0 0,-13 0 0,0 0 0,-3 0 0,26 1 0,-15-1 0,19 0 0,-7 0-90,6 0 0,2 0 90,1 1-90,12 11 180,1 2-90,8 4 0,-2 7 0,0 2 0,1-1 0,-2 2 0,-2 0 0,-1 5 0,-1 8 0,-1-1 0,-3-4 0,1-8 0,0 0 0,3 3 90,-1-9-90,2 6 0,0-12-3277,0-6 3151,14-4 1,-11-8 0,10-5 0</inkml:trace>
  <inkml:trace contextRef="#ctx0" brushRef="#br0" timeOffset="111701">9732 14421 9602,'-11'1'1349,"0"1"-720,3 0-539,46 2-1183,-4-3 1,8-1 0,-1 1 827,-7-1 0,-1 1 1,5 0 282,1-2 0,6 1 0,3-1 0,-1 0 0,-4 0-348,0 0 0,-3 0 0,-1 0 1,1 0 329,0-1 0,0 1 0,1 0 0,0 0-48,6-1 1,2 1-1,-1-1 1,-3 1 77,-3 0 0,-3 0 0,-1 0-30,-1 0 0,0 0 0,-1 0 0,16 0 0,-6 0 90,-7-1 0,-1 2 89,-4-1-89,-19 1 2175,11 0-2175,-12 0 3186,4-1-3031,-6 1 449,-1-1-604,0 0-90,-6-4 90,-4-1-90,-7-10 0,1 5 90,-3-16-90,0-1 0,-1-1 0,3 5 0,-1-2 0,-5-18 0,1 3 0,3 10 0,0 4 0,1 6 0,-6-19 0,5 18 0,2 5 0,-1-2 0,3 8 0,0 2 90,0-1 90,0 2-180,0 1 90,-7 0-90,-14 1 0,4 2 90,-29 0-90,12 3 0,-2 0 0,9 0 0,-2 0-214,-2 0 1,-5 1 0,-3-1 0,3 1 213,-9 0 0,2 1 0,-1-1-497,-1 0 0,0 0 0,-3 1 497,11-1 0,-3 1 0,-1 0 0,2 0 0,2-1 0,1 1 0,3 0 0,0 0 0,1 0 0,-14 1 0,0-1 0,1 1 0,-1 0 0,-1 0 0,6 0 0,4 0 0,3 1 0,2-2 0,1 1 0,0 0 0,4 1 0,9-2 0,-10 1-90,11 0 808,5-1-718,-6 1 1626,9-2-1626,-4 1 0,5 0 0,10 6 0,2 2 0,14 12 0,-4-6 0,5 8 0,4 8 0,-7-9 0,1 1 0,1 1 0,2 14 0,3-1 0,-7-9 0,-1-1 0,-1-3 45,-1 1 0,1 2-45,0 5 0,1 1 0,0 1 0,-7-21 0,3 10 0,-2-9 0,-1 0 0,0-4 0,-1 0 0,-1-5-180,0 3 180,0-3 0,-2-1 0,1-2 0</inkml:trace>
  <inkml:trace contextRef="#ctx0" brushRef="#br0" timeOffset="119701">9917 14967 9781,'-9'-4'720,"-2"0"359,1 2-1079,30 2 0,18-1 22,-2-1 1,7-2 0,4 1-1,1-1-422,-8 2 1,0-1-1,2 1 1,2 0 0,1-1-1,2 1 400,-1-1 0,3 0 0,2 0 0,1 0 0,0 0 0,-1-1 0,-2 2 0,-3-1 15,2 0 0,-3 1 0,-1 0 0,-1 0 0,0-1 0,0 1-15,2 0 0,2 0 0,-1 0 0,-1 0 0,-3 1 0,-6-1 135,3 1 1,-7 1 0,-1-1-91,8 0 0,-5 0-45,6-1-180,-3 1-180,-15 0-2917,3 4 3602,-18 1 1,-1 0 0,-5-2 0</inkml:trace>
  <inkml:trace contextRef="#ctx0" brushRef="#br0" timeOffset="129935">10625 15446 9062,'-19'1'-810,"0"0"450,-6-1 271,6 1-181,-29 0 270,25 0-90,-18 0 0,2 2 90,9-1 0,-17 2 0,20-2 0,1 0 0,-15 2 135,1 0 0,2 0-135,9-1 180,-17 3-1,27-4 1,-5 1 540,2 0-360,5 0-270,22-1 90,29-2-135,1-1 0,6-1-1,-4 1 1,4-1 0,2 1 0,-4-1-425,0 0 1,-4 1-1,5-1 398,-2 1 0,3-1 0,3 0 0,-2 0 0,-5 0-18,4 1 0,-3-1 0,-1 0 0,2 1 0,0-1 0,-1 1 30,-1-1 0,0 1 0,-4 0 48,-4 0 0,-3 0-33,1 0 0,-1 0 315,20 1-1,-23-1-269,4 1 90,-10 0 1024,0 1-3003,-4 3 1856,-2 0 0,-10 1 1,-8 0-1</inkml:trace>
  <inkml:trace contextRef="#ctx0" brushRef="#br0" timeOffset="138501">10205 16103 7263,'-17'0'270,"-2"0"0,6 0-91,-4 0 181,5-1-180,-4 1 0,3-1 450,-7-1-450,4 1 359,-7 0-359,7 0 180,-1 1-315,39-1 0,16-1-45,6-2 0,7 0-221,-13 1 1,6 0 0,3 0 0,1-1 0,-1 1 220,0-1 0,0 1 0,1-1 0,-1 1 0,0-1-401,-1 1 0,0 0 0,0-1 1,-2 1-1,-2 0 401,-1 1 0,-3-1 0,-1 1 0,-3 0 0,18 0 0,-6 0-161,2-2 251,0 2 0,-11 0 0,-10 1-90,-4 0 444,7 1-1343,-15-1 964,-1 2-65,-5 1 0,-5-1 0,-1 0 0</inkml:trace>
  <inkml:trace contextRef="#ctx0" brushRef="#br0" timeOffset="142719">4373 17224 7892,'6'-10'0,"0"3"0,2 3 0,-1 2 180,1-1-90,6 0 0,11 1 0,23-1 0,-7 0-90,6 0 0,2 2 45,-19 0 0,2 1-15,14 0 0,7 1 0,-6 1-165,-13-1 1,-1 1 134,1 1 0,4 0 0,-3 0 0,4 2 0,-3-1 0,-11-1 0,1 0 0,12 1 0,0 0 45,-8-1 0,-3-1 45,20 2-1,-19-2 1,-1 0 0,3 0-90,-12 0 270,-1-1-180,-7 0-90,1 0 450,-2 0-271,-10-9-89,-12-7 0,-12-15-45,7 3 0,-1-4 0,-4-11 0,0-4-45,6 13 0,0-2 0,1 1-159,-5-10 1,1 1 158,4 12 0,0 0 0,2 2 0,1 3 0,1 1-45,-1-2 0,0 1 135,-8-18-90,14 29-90,-4-8 90,3 8 0,1 2 0,0-1-90,0 7 180,-1 2 227,-4 1-317,-1 4 0,-10 1-90,0 3 90,-16 3 0,13-3 45,2 1 0,-3 0-45,1 0 0,1-1 0,1 0 0,-2 0 0,-16 3 0,-4 0-30,13-2 0,0-1 0,0 1-150,-9 0 1,-2 1 179,4-1 0,-3 1 0,5-1 0,5-2 0,3 0 0,-1 1 0,1-1 0,-1 1 0,2-1 0,-4 0 0,1 1 0,3-1 0,15-1 90,-8 1-180,9-2 449,-3 0-359,5 1 0,2-1 0,1 1 0,0 1 0,1 0 0,-1 4 0,3-1 0,1 5 0,3-3-90,3 12 180,4 7-90,-2 0 0,4 1 0,1 1 0,3 16 45,1-7 0,0 0-45,-2-8 0,-1-2 0,2 3 0,1-1 0,6 10 0,-3-5 0,-5-16 0,0 4 0,-5-14 0,2 9 0,1-3 0,-4-5 90,4 6-90,-2-3 0,-2-1 0,3 0 0,-3 1 0,-1-5 0,3 4 0,-2-4 0,1-2 0,-2-2 0,1 0 0,-1 0 0,1 0 0,0 0 0,2-1-270,15-1-179,6-1 449,7-2 0,3-1 0,-6 1 0,0-1 0,14-2 0,-1 1 0</inkml:trace>
  <inkml:trace contextRef="#ctx0" brushRef="#br1" timeOffset="215169">10341 17266 6183,'-11'-2'90,"-1"1"-90,3-2 0,-1 1 90,-6-2 0,-9-1 180,-13-1 90,-5 0 0,-3 1-180,16 1 179,-7-2 1,10 3-180,0-2 450,-11-2 89,15 2-89,-12-2-90,9 2-270,8 1-1,2 2 271,5 0-450,36 4 0,9 0 0,7 0-430,-3 0 0,3 1 370,1-1 0,5 0 0,0 1 0,0-1 0,1 0 0,-1 0 0,-3 0 0,0 1 0,1-1-30,-6 0 0,3 0 0,-2 0 0,-5-1 45,3 1 0,-4 0-112,2 0 1,-5 0 246,-10-1-90,9 1 0,-14-2-3367,-2 1 887,-19 4 2555,4-2 1,-21 7 0,8-3 0</inkml:trace>
  <inkml:trace contextRef="#ctx0" brushRef="#br1" timeOffset="215768">9788 17836 9781,'-15'1'-179,"-1"1"718,-3 0-269,2 0 90,2 0 180,3-1-451,14 5 91,12-2-45,16 2 0,6-2-90,-11-1 0,1 0-112,6-1 0,3 0 0,3 0 112,-1-1 0,3 0 0,0 0 0,-3 0-566,-2 0 1,-2 0 0,3-1 542,5 1 1,5 0-1,-1-1 1,-3 1 7,-5-1 0,-2 0 0,-2 1 15,4-1 0,-1 0 45,10 1 0,-3 0-336,1 0 336,-12 0 0,7 0 0,-23-1 315,4 2-405,-6-1 496,3 2-3773,-10 0 3451,-8 5 0,0-4 0,-8 1 0</inkml:trace>
  <inkml:trace contextRef="#ctx0" brushRef="#br1" timeOffset="216552">9829 18458 9602,'-16'5'-450,"5"-1"630,0-1 90,4 0 359,-1 0-89,1 0 89,1 1-359,5 2 90,18 3-270,-2-2 90,27 2-30,-6-6 0,6-1 0,2-1-105,-8 0 0,0 0 0,2 0 0,3 0-284,-3-1 1,4 1 0,1 0 0,1-1 0,-1 1 0,-2-1 260,10 1 1,-1-1-1,-1 0 1,0 0-1,2 0 1,1 0-1,-3 0 1,-3 0-5,-5 0 1,-5 0 0,1 0 295,15 1 1,-6-1-225,-4 0 270,-3 0-90,-19 0-90,-2 0-90,1 0 90,-6 0 1495,0 1-1585,-2-2-33,1 2-3334,-3-1 2457,-3-4 1,4-2 0,-4-7 0</inkml:trace>
  <inkml:trace contextRef="#ctx0" brushRef="#br1" timeOffset="236369">11798 13280 9961,'21'-18'-719,"-5"2"809,-10 10 0,1 0-90,0 1 90,2 0 179,7-1-179,-6 3-90,7-2 270,7 0-180,-3 3-45,4 1 0,1 2-45,-1 1 90,17 9 180,-21 9 0,-2 2-180,11 9 45,-6 2 0,-1 7 14,-8-3 1,-3 3 0,0-1-960,1 1 0,-1 4 855,-4-8 0,0 4 0,-1 2 0,-2 3 63,-4 1 0,-2 4 0,-2 1 0,0-1 0,1-4-759,1-4 0,1-4 0,-1 1 1,-1 4 688,0-4 1,0 4-1,-1 2 1,0 1-1,0 0 1,1-1-1,1-1 34,0 8 0,1-1 0,0 0 0,1-2 0,-1-3-50,0 0 1,-1-3 0,1 0-1,1 2-7,0-4 0,1 2 0,-1 1 0,2 1 0,-1-2 0,1-2-424,3 9 1,0-2 0,0-1-1,0-3 409,0 2 0,-1-2 0,1 3 36,0-3 0,1 4 0,1 1 0,-1 0 0,0-3-332,0-1 0,0-3 1,0 0-1,0-2 296,1 10 0,1-2 0,-1 1 131,0-7 1,-1 1 0,1 0 0,0-3-102,0-2 0,1-2 0,0-2 585,1 6 0,1 1-615,1-2 0,2 3 0,1-5 0,-1-9 0,2-2 1049,9 11 1,2-1-1050,-5-13 0,2-4 1524,7-3 1,0-5-1525,13-4 0,-12-9 0,-2-3 0,-3-2 90,8-5 0,-28 8 158,-17 11-158,-10 16 0,-4 11-30,5-4 0,0 3 0,-1 0-301,-1 0 1,1-1-1,1 5 308,3 2 1,1 4-1,2 2 1,2-2-46,3-6 1,2 0-1,1 0 1,0 0-358,-1 0 0,0 0 0,0 0 0,1 2 353,3 2 0,0 1 0,1 2 0,1 0 0,2-2 4,2 8 1,3-2-1,0 0 1,-1 0-1,-2-6 1,0 0-1,-1-1 1,3 3-23,1 0 0,2 3 0,1 1 0,-1-3 0,0-3-806,1 4 0,-1-4 0,1 1 806,0 0 0,0 0 0,-1 2 0,1 3 0,0 1 0,-3-3-653,-4 3 0,-2-2 653,3-2 0,-2 0 168,-5-10 0,-1 1 1,-2-4-124,-2 0 0,0-3-45,-1 1 0,1-2 0,-10 14 0,9-27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7:01:10.542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16274 4767 10771,'-26'-2'-540,"3"1"720,-11-1 270,4 0-270,3 0-90,3 1 269,6 0 271,7 3-180,1 0-90,31 4-1922,3-2 1,5-2 1606,3 2 0,4-1 0,4 0 0,6-1 0,3 0 0,1-1-463,-7 1 0,2-1 1,0 0-1,1 0 1,-1 1 417,-2-1 0,0 0 0,0 0 0,2 0 0,4 0-123,-8 0 1,3-1-1,2 1 1,2-1 0,1 0-1,-1 0 1,0 0 0,-2 0-1,-3 0 123,7 0 0,-3 0 0,-1 0 0,0 0 0,2 0 0,4-1-51,-9 1 1,3-1 0,2 1 0,1-1 0,1 1 0,1-1 0,-2 1 0,0-1 0,-3 0 0,-1 1 101,4-1 0,-2 1 1,-1 0-1,-1-1 1,-2 1-1,0-1 1,0 0-16,7 0 0,1 0 0,-3 0 0,-2 0 0,-2 0 173,8 1 1,-5-1 0,-6 0 399,-10 1 0,-5-1-519,2 1 0,-1-1 1903,18 0-1453,-21 1 1539,9-1-1899,-13 0 2196,0 2-2286,-10-1 676,1 1-1125,-17 2 179,4-1-90,-13 2 180,6-2 90,0 0 0,-5-2 0,3-1 0,-3-1-90,4 0 0,-3 1 90,3-1 0,-3 4 0,2 0 90,3 2-90,-3 1 0,4-2-90,1 1 90,1-1 0,1 2 0,0 0 0,0-1-90,2 1-720,0 1-2467,5 0 2882,-11 1 0,2-3 0,-10 1 0</inkml:trace>
  <inkml:trace contextRef="#ctx0" brushRef="#br0" timeOffset="3050">16122 8519 10231,'16'-1'2699,"13"0"-2609,-3 3 0,1 0-90,22 0-598,-11-1 0,7 1 0,2-1 620,-9 0 1,0-1-1,2 1 1,-1 0-366,-1-1 1,-1 1 0,1 0 0,5-1 354,-3 1 1,3 0 0,2-1 0,2 1 0,0-1 0,-1 1 0,-3-1-211,5 1 0,-3-1 1,-1 0-1,2 1 0,4-1 209,-5 0 0,3 0 1,2 1-1,2-1 0,-1 0 1,0 1-1,-3-1 0,-4 0-11,6 0 0,-5 1 0,-1-1 0,0 0 0,2 0 0,-4 0 0,1 0 0,1 0 0,-1 0 0,-1 0 0,-2 0-497,8 0 0,-2 0 1,-2-1-1,-2 1 497,2 0 0,-2-1 0,1 1 0,-3 0 0,2-1 0,-1 1 0,-3 0 204,12-1 1,-5 1-205,-6 0 0,0-1-432,13 2 0,-4-1 432,-8 0 1002,4 1-1092,-12 1 90,-8 0 2258,11 1-2258,-10-1 31,5 2 59,9-1 3186,-5-1-3160,6 1-26,-10-2 270,4 1 90,-16-2 89,-1 1-179,-5 0 450,-1-1-540,1 0-180,-8-4-90,-3-3 180,-12-11-180,2 5 0,-13-20 0,9 6 0,0-4 0,1-11 0,1-1-346,-1 4 1,3-2 315,8 0 0,2-3 0,3 1-30,0 4 0,3 1 0,-1 0-314,0 0 0,-1-1 0,3-1 329,0 1 0,3-2 0,-1 0 0,0 2-15,0-1 0,-1 1 0,0 0-19,2-5 1,0-1-1,-1 2 49,-4 6 0,-1 2 0,-1 4 30,0-18-90,-8 16 0,1 14 90,-1 2 605,0 0-694,2 7 1177,-3-3-1178,-1 2 265,-3 4-175,-9 2 0,-12 4 0,3 0 0,-2 0 0,-19 0 0,12 0 0,-4 1 0,-2 0 0,-3 1 0,1 0-1060,-2-1 0,-2 1 1060,6 0 0,-5 0 0,-2 1 0,0 0 0,7 0 0,-1 0 0,0 0 0,1 1 0,2-1 0,-9 1 0,2-1 0,-5 2-15,9-2 0,-4 1 0,-3 0 0,0 0 0,-1 1 0,4-1-15,4-1 0,2 1 0,0 0 0,0 0 0,0-1 1,-2 1-369,0 0 1,-1 0 0,0 0 0,-1-1 0,0 1 0,2 0 0,0 0 397,-1 0 0,2 0 0,0-1 0,0 1 0,1 0 0,-1-1-15,-2 1 0,0-1 0,0 1 0,1-1 0,2 0 0,2 0-112,-1 0 0,2 0 0,2-1 0,-2 1 104,-4 0 1,-2 0-1,1-1 1,1 1-8,-6 0 0,2-1 0,4 1 30,1-1 0,4-1-45,9 1 0,2 0 1354,-14-1-1309,6-1 3131,12 0-3221,-16-1 878,22 1-788,-10 0 0,15 0-90,-3 1 90,3-1 0,2 3 0,-2 2 0,4 3 0,-5 4 0,3-1 0,-6 5 0,9-6 0,-6 2 0,5 6 0,-1 0-90,1 19 90,6-15 0,3 16 0,3-8 0,1 0 0,2 13 0,0-2 0,-1 5 0,-3-11 0,0 2 0,-1-1 30,1-2 0,0-1 0,1 3-30,0 13 0,0 3 0,0-6-301,-2-9 0,1-2 301,2 4 0,0-2 45,0-9 0,0-2-45,3 12 0,0-8 0,2 0 0,4 7 89,5 6-89,0-1 0,-9-19 0,-1 3 0,-4-12 603,3 6-603,-3-4 0,3 4 0,-5-7 0,1 5 0,-1-6 90,0 2-90,1-2 0,0 1 0,1-2 0,0-1-180,-1-3 180,0-2 0,-15-10 0,-3-4 0</inkml:trace>
  <inkml:trace contextRef="#ctx0" brushRef="#br0" timeOffset="4967">11354 10684 9602,'2'-11'269,"-1"2"1,-4 1 90,-1 4-90,0-2 0,-3 1 179,-5-4-179,-9-1-90,-16-5-180,8 4 90,-18-1-45,5 4 0,-4 1-15,12 2 0,0 0 0,-4 0-833,-5 0 0,-4 0 0,0 0 0,4 1 833,5 0 0,3 0 0,-1 1 30,-8-1 0,-1 1 0,1 2-727,1 1 1,0 1 0,2 0 666,-3 0 0,-2 1-5,11 0 0,-3 0 0,-1 2 0,1 1 35,-11 5 0,1 3 0,2 1-30,4-1 0,3 1 0,-3 4-166,-1 2 1,-4 3-1,3 2 1,4 2 165,4 3 0,4 2 0,3 0 0,4-4 0,1 0 0,4 2 465,3 6 0,3 2 0,5 0-465,7-4 0,3 0 0,1 0 0,-4 13 0,4 4 22,6-11 1,5 5-1,2 0 1,2-4-23,2 2 0,3-4 0,5 3 0,-1-4 0,6 3 0,1 0 0,0-1 0,-2-4 188,-5-5 0,-1-3 0,0-1 0,3-1-170,2-1 0,3-1 0,1 0 0,1-3 0,0-2-18,8-1 0,1-4 0,0-2 0,-3 0 0,2 1 0,-3 0 0,5-2 18,-2-1 0,5-1 0,3-2 0,0-1 0,-1-3-216,-5-4 1,0-2-1,0-3 1,1-1-1,1 0 213,-1 0 0,1-1 0,1-1 0,0-1 0,0-1 0,0-1-15,-1 0 0,1-1 0,0-2 0,-1 0 0,-1-3 0,-3-2 0,-3-1 0,-2-3 0,-1-1 0,-1-2 0,-4-1 0,-3 0 0,2-7 0,-4-1 0,-4-2 0,-5-4-191,-7 2 0,-3-4 0,-3-1 0,-2 1 0,-3 4 191,-1-5 0,-4 4 0,-5-2 0,-2 6 0,-4-2 0,-3-1 0,-3 1 0,-2 3-87,-4 4 1,-3 2 0,-3 1-1,-1 1 1,0-1 71,3 3 0,0-1 0,0 0 0,-2 0 0,-2 1 0,-1 0 26,1 3 0,-2 0 1,-2-1-1,-1 2 0,0-1 1,1 2-1,1 1 0,4 2 7,-5-1 0,4 2 0,0 1 0,0 1 0,-1 0-18,-7-2 0,-2 1 0,0 0 0,0 2 0,2 2-112,-1 2 0,1 2 0,2 2 0,1 0 82,-2 0 0,2 0 0,-3 1-78,5 2 0,-5 0 0,0 1 0,0 3 1,5 2-271,-8 6 1,5 4 0,0 1-716,-5 3 1,-1 1 0,5 1 1083,8-3 0,3 2 0,5 1 1,2 11-1,7-1 0,5 8 0</inkml:trace>
  <inkml:trace contextRef="#ctx0" brushRef="#br0" timeOffset="6117">13800 11415 9602,'-22'-9'719,"-6"-1"-449,0 3-135,4 2 0,-2 1-45,-7 0 0,-3 0-30,3 2 0,-2 0 0,0 1-350,-2 0 0,0 0 0,-1 2 320,-9 3 0,-1 2 0,2 2-30,7 1 0,3 3 0,1 3 0,-6 7 0,0 5 0,10 5 0,11 4 0,8 4 0,8 3 0,8-5 0,6 3 0,5 0 0,3-2-327,4 0 1,3-1 0,4-2 0,4-1 344,1-3 0,4-2 0,3-1 0,1-2 0,-3-3-18,3 0 0,-1-2 0,1-3 0,0-1-646,5 0 1,2-2 0,-2-1-1,-4-3 676,-7-3 0,-4-1 0,2-3-30,7 0 0,2-3 0,-2-4-30,-7-5 0,-2-3 0,1-2 60,3-1 0,0-2 0,-2-4-30,1-10 0,-2-6 0,-9-3 30,-9 2 0,-8-3 0,-7-2-402,-11-1 0,-7-3 1,-5 1-1,2 4 372,1 1 0,0 5 0,-7-1 0,-1 4 0,-7 0 0,-2 0 0,-2 2 0,1 3 29,-6 1 0,-1 5 1,-1 1-1,0 0-29,6 2 0,0-1 0,-1 1 0,0 1 0,-1 2-36,-2 0 0,-3 1 0,0 2 0,3 1 0,4 1-24,0 2 0,3 2 0,2 2-60,-1 2 0,1 2 0,4 5-403,5 8 0,3 2-646,-12 5 1169,9 15 0,30-11 0,5 2 0</inkml:trace>
  <inkml:trace contextRef="#ctx0" brushRef="#br0" timeOffset="8217">15693 11655 9691,'-16'1'1799,"1"1"-899,5 0-720,18 0 0,3-1-45,16-1 0,10-1-791,-4 1 1,6-1-1,3 0 1,3 0 0,1-1 629,-1 1 0,2-1 0,2 0 0,1 0 0,0 1 1,0-1-165,-5 1 1,-1-1 0,0 1 0,1 0 0,1 0 0,1-1 0,3 1 213,-9-1 1,2 1-1,1 0 1,2-1 0,0 0-1,0 1 1,1-1-1,1 0 1,-1 1 0,0-1-1,-1 1-146,1-1 0,0 0 1,0 1-1,1-1 0,-1 1 1,1-1-1,-1 0 0,1 1 1,0-1-1,0 1 0,0-1 129,-2 1 1,1-1-1,-1 1 1,0-1-1,1 1 1,0 0-1,0-1 1,0 1 0,0-1-1,0 1 1,0 0-1,-1-1-42,3 0 1,0 1-1,0-1 1,2 1-1,-1-1 1,0 0 0,-1 0-1,0 1 1,-2-1-1,-2 1 1,-2-1 0,-2 1 123,15-1 1,-4 0 0,-3 1 0,-2-1 0,-1 1 0,-1-1 222,1 0 0,-1 1 0,-1-1 1,-3 1-1,-5-1-42,12 1 0,-7-1 730,-13 1 0,-4 1-820,8 0 2588,-4-1-2678,-9 1 1875,0 0-1515,-9 0 1091,3 0-1451,-15-7 180,-8-6-180,-18-14-1696,4-4 0,0-2 1561,9 11 0,1-1 45,-9-19 0,2-4-90,10 11 0,2-1 0,1 1 45,-3-5 0,2-1-161,1-1 1,0-4-1,3 0 86,4 1 0,2 1 1,1 2 74,-2-3 0,1-1-23,0 9 1,2-4-1,-1 0 1,0 6-1085,-1-5 0,1 3 1152,0 0 0,-1 2-45,0 6 0,-2 4-135,-3 2 180,-1 7 2034,-3 1-2214,-24 14 617,9 0-482,-12 5 0,-3 1 45,-2 0-30,4 0 0,-6 2 0,0-1 731,1-1 1,-1-1 0,-4 1-738,4-1 0,-4 0 0,-2 0 0,1 0 0,2 0-439,0 0 0,4 0 0,-2-1 0,-5 1 441,9-2 0,-4 1 0,-3-1 1,-1 0-1,0 1 0,-1-1 1,3 1-1,2-1-267,-2 0 1,2 1 0,1-1-1,0 0 1,-1 0 0,-4 1 290,4-1 0,-3 0 0,-3 1 0,0-1 0,-1 1 0,1-1 0,1 1 0,3-1 0,3 0-8,-8 1 0,3 0 0,2-1 0,1 1 0,-3 0 3,3-1 0,-2 1 0,-1 0 0,2 1 0,2-2 0,6 1-175,-3 0 0,6-1 0,-2 1 130,-13 1 0,-2 0 0,5-1 15,5 1 0,1-1-45,6-1 0,-2 1 0,4 0 304,3-1 1,0 1-305,-4-1 0,-4 1 0,4-1 659,5 1 0,2-2-614,-8 1 0,-2 0-135,-1 0 0,0 0 180,11-1 0,0 0 998,-17 2 1,-3-1-1089,5-1 0,1 0 0,6 0 0,-1 1 0,-10-1 0,3 1 0,7-1 885,5 2-975,16-1 90,3 2 90,7 2 303,4-1-303,1 2 0,3 0 0,0 4 0,7 4 0,3 25 0,-7-12 0,-2 4 0,1 3 0,0 4 0,0 2-220,0-4 0,-1 2 1,0 1-1,1 0 242,1 4 1,1 1-1,0 0 1,0 0-1,0-3 1,0-1-1,1 1 1,-1-1-23,2-1 0,0 1 0,0-2 0,-1-5 0,2 8 0,-1-5 0,0 5 0,1-2 90,2 8-90,-5-15 0,0-7 0,0-1 0,3 2 90,2 1-90,-4-8-270,0-8-1079,-3-7 1349,8-9 0,-3-5 0,3-8 0</inkml:trace>
  <inkml:trace contextRef="#ctx0" brushRef="#br0" timeOffset="13918">21689 5027 10501,'-10'1'2878,"45"-6"-2608,1-3-225,-9 4 0,4-3 105,5-7 0,3-4 0,-6-2-60,-5-4 0,-3-3-30,5 3 0,3-2 0,-6-1-15,-8-5 0,-7 2-45,-2-3 90,-9 33-90,-2 21 0,-5 14 30,2 3 0,0 7 0,-1 2-159,1-5 1,0 1-1,-1 2 1,1 0 128,1-4 0,1 1 0,0 1 0,0-1 0,0-3-113,1 1 1,0-1 0,0-2-1,1-2-487,0 3 1,1-2-1,1-6 600,6 6 0,-4-28 0,-2-6 0</inkml:trace>
  <inkml:trace contextRef="#ctx0" brushRef="#br0" timeOffset="14132">21828 5658 11311,'44'9'1214,"-11"-7"0,6-3-1529,-1-2 0,5-1 1,2-1-1,-1-1-505,-1 0 1,-1-1 0,0 0 0,-1-1 491,-3 1 0,0 0 0,-1 0 1,-2 0-1,3-2 0,-1-1 1,-5 1-1,-7-1 0,1 1 1</inkml:trace>
  <inkml:trace contextRef="#ctx0" brushRef="#br0" timeOffset="14633">23114 5263 10951,'10'-9'2878,"-13"0"-2428,-22 7-225,-6 8 0,-5 7-136,6 2 1,-1 3 0,2 2-30,1 4 0,2 1 0,3 2-15,-6 8 0,13 3-45,25-8 0,12 1 0,0-5-90,16 7 0,-8-16 0,6 1 0,-1-6-540,10-7 1,1-8-464,-4-1 1,3-4 0,-2-1 727,-1 1 1,-2-2 0,-1-1 0,0-3 0,-2-3 0,-5 0 0,-3-3 0,-1-1 0</inkml:trace>
  <inkml:trace contextRef="#ctx0" brushRef="#br0" timeOffset="14966">23401 4875 10951,'-2'-10'1079,"3"1"-359,22 3-91,12 8-179,12 13-315,-24-2 0,-2 5-45,1 16 0,-6 7 0,-7-2 0,-6 5-144,-5-2 0,-4 4 0,-1-1-96,0-5 0,-3-1 1,0-1-151,0-1 0,-1-1 0,2-1-1339,1 7 1,5-4 1602,11-2 1,15-11 0,3-16 0</inkml:trace>
  <inkml:trace contextRef="#ctx0" brushRef="#br0" timeOffset="16182">24024 5289 11490,'-39'-3'1170,"-8"5"-901,11 5 1,-2 4-135,-4 5 0,2 3-90,2 2 0,3 2-225,2 3 0,8 1-359,13 16 359,20-9-90,36-16 225,-16-18 0,1-5 45,3-3 0,0-5 90,1-6 0,-3-5 45,-8 2 0,-3-1 135,9-18-90,-21 29-90,-8 22-90,-5 10-180,3 17-270,12-1 90,6 2 135,1-16 0,4-5-45,24 1 180,-17-15 1,0-3 89,14-7-45,-17-6 0,-3-6 135,-7-2 0,-5-4 224,-1-14 1,-3-2-180,-3 14 0,-4 2-90,-10-3 0,-2 13 135,-2 47-180,3-10 45,13 4 0,5-1-45,5-9 0,8 2 0,2 1 90,14 6-90,4 3 0,-3-6 0,-24-15 0,7 6 0,-13-8 0,-5 4 0,-4-3 0,-10 4 90,-10 1-90,7-3-90,-13 4 90,15-6 0,21-6 0,10-6 45,10-5 0,4-3 0,-1-2 0,-2-1-45,-2 2 0,-1-1 45,4-7 0,-3-1 45,-5 2 89,3-12 1,-1-3-90,-9 7 0,0 1 0,-2 2-90,-9 12 90,0 2-90,8 21 45,11 10 0,4 3-45,4 6 0,4 4 0,-2 0-90,-8 0 90,0 1 0,-21 4-90,-34-7 0,13-12 0,-3-2-360,-8 2 1,0-4-1,-7 1 450,8-6 0,23-7 0,2 0 0</inkml:trace>
  <inkml:trace contextRef="#ctx0" brushRef="#br0" timeOffset="16399">25150 5403 16348,'-17'-1'0,"-11"0"0</inkml:trace>
  <inkml:trace contextRef="#ctx0" brushRef="#br0" timeOffset="19599">20712 7572 8252,'18'6'1619,"-2"-2"-1079,-5-1 0,-1-1-1,6-2-269,0-2 0,5-1-180,-6-1 180,2 0-90,-7 2-810,1-1-1079,-22-1-90,4 3 1799,-17-2 0,10 3 0,1 0 0</inkml:trace>
  <inkml:trace contextRef="#ctx0" brushRef="#br0" timeOffset="20049">20746 7567 9332,'22'-1'2698,"-7"-3"-2518,15-1 0,2-3-90,11-11 0,-13 0 0,-2-2-90,5-8 45,-16 5 0,-4-3 45,-4-9-180,-1-2 90,-5 10 0,-4 34 0,-4 42 0,1-2 0,2-14 0,-1 5 0,0-1 0,-1-2 0,0 0 0,0-1-939,1 4 0,0 1 1,0-2 938,-2 10 0,0-3 0,5-8 0,1-5-1280,1 0 1011,0 1-2340,0-10 2609,-1-15 0,1-1 0,-1-3 0</inkml:trace>
  <inkml:trace contextRef="#ctx0" brushRef="#br0" timeOffset="20283">20589 8017 10771,'16'13'1709,"15"-4"-1394,11-8 0,9-5-615,-7 0 0,4-2 0,0-1-520,-8 0 1,0 0 0,0 0 0,-2 0 350,6-1 1,-1-1 0,-4 0 0,8-4 0,-7-1 0,2-2 0</inkml:trace>
  <inkml:trace contextRef="#ctx0" brushRef="#br0" timeOffset="20716">21573 7449 12120,'-13'-11'1709,"3"1"-1439,-14 26 0,5 17-180,6 8 0,2 4-45,4-16 0,4 2-90,3 20 0,6-2-45,3-22 0,3-3-45,12 9 0,3-3 90,-9-11 0,3-5 0,21-2 0,1-7-333,1-7 378,2-5 0,1-3 0,-22 4 0,0-3 0,6-6 0,4-3 0,-5 1 35,-8 2 1,-3-1 9,15-17 0,-6-2 45,-16-4-45,-11-1 0,-10-2-1615,-18 5 0,-6 3 1570,11 1 0,-3 4 0,-4 10 0,-7 5 0,3 6-251,-3 13 1,2 9-1389,-10 8 1,3 4 1569,9-2 1,5 3-1,7 4 1,7 0-1,12 9 1</inkml:trace>
  <inkml:trace contextRef="#ctx0" brushRef="#br0" timeOffset="21049">22598 7738 12030,'-17'-15'2069,"-2"0"-1619,2 14-360,1 0 179,-19 15-89,-2 11-90,1 0-45,11 0 0,4 2-225,9 7-180,14-5 1,5-2 89,13-1-90,7-11 0,3-5 1,4-6-541,1-2 1,5-2 899,-4-4 0,1-1 0,3-1 0,0 0 0,-1-3 0,0-1 0</inkml:trace>
  <inkml:trace contextRef="#ctx0" brushRef="#br0" timeOffset="21449">23163 7467 11041,'-12'-22'1079,"3"0"-269,1-1-451,5 7 1,20 17-180,4 22-135,-5 2 0,-3 6 15,-8 6 0,-5 5 0,-1-1-90,0-4 0,-2-1 0,-1 1-1063,-2 8 1,-1 2 0,0-6 776,1-9 1,1-4-224,6 20-2520,22-29 1170,-7-5 1889,15-3 0,-2-11 0,4-1 0</inkml:trace>
  <inkml:trace contextRef="#ctx0" brushRef="#br0" timeOffset="22582">23813 7754 10951,'-6'-8'899,"-7"0"-359,4 4 90,-15 1-271,-1 4 91,-20 14-180,2 11-495,19 3 0,3 3-135,0 8 90,16-12 1,4-2 179,8-10-360,17 0 180,6-15 180,-2-5 0,1-3 225,1-8 0,-1-3 90,0-3 0,-2-2-90,-8 2 0,-4 0 225,1-5-360,-16 25 179,5 21-179,5 12-45,3-9 0,3-1 45,17 7 0,-8-14 0,6-7 90,2-12 0,4-9 0,-1-4 90,-2-6 0,-2-6 0,-1-1 90,3-1 0,0-1 0,-6 0-226,0-12 1,-11 4 135,-18 1-90,-15 45 0,-2 17 0,10 7 0,3 3-90,-2 8 45,13-3 0,3-3-45,-1-14 0,8 16 0,-10-20-90,-1 19-180,-14-10 135,-5-4 0,-2-2 135,-7 2-89,-16 2-1,11-14 0,6-2 0,-1-2 0,42-16 90,25-11 0,-8 1 0,2-2 0,-6 6 0,0-2-1330,7-12 0,-4-1 1330,-6 3 45,-5 2 0,-2-3 45,-9-1 0,-3 0-90,7-11 45,-9 12 0,-1 3 45,-4 5-90,-1 24 0,2 4 0,3 17 0,2 6-45,1-7 0,1 0 0,0 2 0,1 1 0,1 7 0,-2-2 45,-6-9 0,-5 5 0,-4-1 0,-8-12 2570,-18 9-2570,12-13-180,-27 10-720,17-9 900,-10 2 0,23-8 0,7-3 0</inkml:trace>
  <inkml:trace contextRef="#ctx0" brushRef="#br0" timeOffset="28349">4906 14551 10951,'5'-8'809,"-1"1"-719,-23 11 90,-13 10 0,-5 4-135,10-6 0,-1 2-158,-5 3 1,-3 2 0,1 2 247,-5 10 0,5 2-44,3 0 1,7 4-47,4 7 0,12-1 0,21-10 0,12-5-255,8-9 0,8-4 0,1-3-575,-4-3 1,1-4 0,1-1 784,8-1 0,3-1 0,-4-2 0,2-4 0,-3-1 0,-3-2 0,0 1 0</inkml:trace>
  <inkml:trace contextRef="#ctx0" brushRef="#br0" timeOffset="29183">5416 14802 10501,'-2'-13'1169,"-6"1"-809,-21 2-90,-15 11-225,12 4 0,-1 3-45,-13 6 90,13 3 0,5 1-90,10-3 0,-12 17 0,24-21 90,6 7-90,19-5 90,12-5-90,-4-7 0,2-5 45,-2-4 0,0-3-45,-2-1 0,-3-1 0,8-10 0,-14 1 0,-9 11 0,10 15-90,8 10 90,10 13 0,-13-13 0,4-3 45,11-7 0,2-6 0,-7-4 0,0-4-45,5-4 0,-5-5 0,-15-6 0,-7-2 0,-5-6 0,-11 9 0,-8 1-45,-9 5 0,-3 3-45,-3-10 90,16 7 0,28 19 0,10 1 0,5 0 0,8-2 0,-1 0 0,-11-1 0,0 1-45,18-1 0,-3 0 45,-9 1 0,-5 0 0,0 2 0,5 8 90,2 22 0,-24 11-90,-11 0 0,-1-14 0,0-1 90,8 10-315,6-10 0,2-1-135,6 3-1124,6-14 0,2-6-135,-4-6 1348,17-1 1,-4-5 0,6-1-1</inkml:trace>
  <inkml:trace contextRef="#ctx0" brushRef="#br0" timeOffset="29351">7069 14754 10861,'14'-7'2338,"-1"0"-3057,-1 1 719,-4 11 0,-10 4 0,-4 10 0</inkml:trace>
  <inkml:trace contextRef="#ctx0" brushRef="#br0" timeOffset="30049">4986 15580 10591,'-9'-6'1169,"-5"-4"-629,-4 4-180,-11 1-180,-2 7 0,-5 5-46,-8 11 1,-1 5-90,3 0 0,4 4 45,3 11 0,13 2-135,21-10 0,11-3-45,19 2 0,12-6 90,-8-12 0,2-5 0,3-3-310,7-4 0,3-3 1,-2-3 339,-9-1 0,-1-4 0,-3-3-95,8-14 1,-13-7 64,-24 3 0,-12-1 45,-15-3 0,-8 4-90,0 7 0,-3 8-765,-15 10 1,3 11 809,5 23 0,18-6 0,5 3 0,15 19 0</inkml:trace>
  <inkml:trace contextRef="#ctx0" brushRef="#br0" timeOffset="30302">5503 15764 11670,'-16'-19'1979,"4"2"-1979,2 5 0,4 4 0,4 5 0,0 1 0</inkml:trace>
  <inkml:trace contextRef="#ctx0" brushRef="#br0" timeOffset="30849">6111 15459 11311,'-2'-14'989,"-9"3"-809,-19 12-90,-17 16-30,18 2 0,-2 7 0,3 0-15,-2 1 0,4 4-45,2 4 0,1 6 0,8-4-45,12-6 0,7-1-45,11 9 0,6-5 0,13-3 45,-5-18 0,5-5-45,2-9 0,0-4 135,-9 0 0,-1-2 45,8-5 0,-9-5-90,-27-12 90,-38 0-90,4 12 0,8 12 0,0 3-810,-13 11-2467,1 6 3039,8-2 1,18 2-1,15-10 1</inkml:trace>
  <inkml:trace contextRef="#ctx0" brushRef="#br0" timeOffset="31433">6770 15515 10321,'-15'-24'2069,"-12"2"-1619,-11 14-226,4 9 1,-1 3-135,9 3 0,2 3 45,-5 6 0,7 4-45,22 19-90,10-6-90,17-9 0,9-2-135,1-1 0,3-1 105,-9-3 0,1 1 1,0 0-16,10 5 0,-6 1 45,-14-3 0,-11 0 0,-24 11 45,-17-12 0,-6-3 45,12-6 0,-1-2 45,-14 3 0,0-2 45,13-6 0,2-1-90,-11 1 90,-6-8 0,34-2-45,18-27 0,11-12-15,-5 14 0,1-2 0,0-1-30,2-1 0,0-2 0,-4-1 60,-2-5 0,-4 0 0,-10 6-15,-12 12 0,-8 5-1,-12-5 1,-4 5-90,10 12 1,0 4-91,-6 4 0,3 3-225,8 3 360,-5 13 0,26-6 0,3 9 0</inkml:trace>
  <inkml:trace contextRef="#ctx0" brushRef="#br0" timeOffset="31618">7490 15433 12120,'14'-6'427,"-1"2"0,-7 1 1,-2 1-1</inkml:trace>
  <inkml:trace contextRef="#ctx0" brushRef="#br0" timeOffset="32466">9304 14204 10411,'7'-38'1619,"-1"8"-899,2 6-540,4 27-1,-6 25 1,-5 13-90,0-1 0,-3 4-225,-2 3 1,-3 4 0,-1-2 164,0-15 0,0-2 0,-1 0 60,-7 17 0,1-6 90,2-3-59,22-31-121,11-20 0,12-13 0,-1 0 0,0 1 0,1-1 0,3 1 0,-2 0 0,-3 7-45,13 3 0,5 6 45,-15 10 0,-6 9 0,-10 8 0,-6 4 0,-4 14 124,-34-14 0,-16 0 0,5-6-2373,-4-5 2249,-5-6 0,53-16 0,29-14 0</inkml:trace>
  <inkml:trace contextRef="#ctx0" brushRef="#br0" timeOffset="32699">10038 14468 11940,'-3'-20'2429,"4"26"-2159,9 37-585,-5-16 0,2 0-1324,3 8 1,0-2-1561,2-1 3199,-2-7 0,-5-18 0,0-1 0</inkml:trace>
  <inkml:trace contextRef="#ctx0" brushRef="#br0" timeOffset="32932">10023 14078 11580,'14'-34'2249,"0"4"-1529,-2 14-1440,1 12-2557,-7 20 2522,1-3 0,-7 9 0,2-15 1</inkml:trace>
  <inkml:trace contextRef="#ctx0" brushRef="#br0" timeOffset="33233">10702 13906 11311,'-10'-18'1799,"3"2"-720,-2-3-899,10 23 0,1 12-90,-1 15 0,0 12 0,-1-2-210,-1-7 0,-1 0 0,0 0-198,-1 9 1,1 2 0,-2-2-133,-1-4 0,-1-1 1,1-5-1190,3-4 1,1-2 1232,-2 3 0,2-1 0,9 7 0,-1-18 0</inkml:trace>
  <inkml:trace contextRef="#ctx0" brushRef="#br0" timeOffset="33916">11037 14236 11400,'10'-38'2159,"-2"9"-2069,-12 28 270,-26 27-315,1-5 0,-5 3-135,1-1 0,-3 2 0,1-1-90,5-4 0,1-1 0,0-1-270,-20 11 1,15-7 269,32-18 90,1-1 0,43-25 90,-22 13-180,22-9 90,-17 12 45,5 5 0,1 4 45,4 13 0,8 5 0,-8 12 0,-1-5 45,-6-11 0,3 0-45,0-4 0,1-3 0,-5-2 0,1-2 45,8-5 0,1-3-45,4-5 0,2-4 0,-8 1 0,1-2 0,-1-4 0,2-9 0,-2-3 0,-4-1 0,-3-1 0,-7-1 0,-4-4 0,-15 6 0,-39 22 0,-12 16 0,15 11 0,0 6 0,1-7 0,-1 2 0,4 0 0,3 9 0,9 1 90,15 0 0,10-2 45,10-7 0,7-3-45,3-1 0,5-1 0,4-3-910,7-6 1,6-5 0,0-1 0,-3-1 491,-4 3 0,-3-1 0,2-3 1,0-4-1,4-2 0,-3-2 1,-8 0-1,-10-1 0,0 1 1</inkml:trace>
  <inkml:trace contextRef="#ctx0" brushRef="#br0" timeOffset="34066">12428 14337 11400,'4'13'-2428,"1"-1"2428,-2-1 0,-9 2 0,-12 2 0</inkml:trace>
  <inkml:trace contextRef="#ctx0" brushRef="#br0" timeOffset="34666">9618 15495 9871,'6'-20'2789,"-4"3"-2160,0-3-449,-8 8 450,-11 8-90,-19 11-450,3 1 44,0 8 1,1 7 0,11 1 0,6 5-45,3 13 0,6 2-135,1-12 0,7-2 0,14 5 0,9-5-45,2-13 0,4-5 0,6-2 0,2-3 90,10-3 0,-1-6 0,-5-9 0,-5-9 30,-15-7 0,-5-6 0,-3 1-30,-1 4 0,-5-2 0,-6-4 0,-5-4 0,-6 5 0,-10 2 0,-6 5-45,2 3 0,-1 3 0,-1 1 1,0 6-541,-2 14 0,0 8-1054,6 7 1,2 3 1070,-16 10 0,20-6 0,4 1 0,7 1 1</inkml:trace>
  <inkml:trace contextRef="#ctx0" brushRef="#br0" timeOffset="34882">10287 15537 11400,'12'-17'3276,"2"-3"-2324,-2 5-952,2-1-1529,-5 7 1529,2 0 0,-3 5 0,5-1 0</inkml:trace>
  <inkml:trace contextRef="#ctx0" brushRef="#br0" timeOffset="35266">11020 15185 11670,'-8'-9'2969,"-9"2"-2520,-7 16-314,-2 3 0,0 3-45,-10 10 0,7-2 0,3 2-90,11 7-225,23-3 0,9 0 45,9-6 1,7-2 89,2-2 0,4 0 0,0-3 0,9 2 0,-3-3 90,-8-4 0,-5 2 0,-3 9 0,-57-2 0,1 2 30,-9-8 0,-11 0 0,3-1-337,-1-2 0,0 0-786,1 0 1,-4 1 0,6-3 974,10-3 0,5-1 0,-10-3 0,30-6 0</inkml:trace>
  <inkml:trace contextRef="#ctx0" brushRef="#br0" timeOffset="35449">10882 15180 12120,'34'-30'944,"-12"16"1,5 0-885,14 0 0,9 0 0,-2 1-1153,-13 2 1,0 2 0,3-3 1078,2-1 0,6-2 1,1-1-1,-1 0 1,-5 0-1,6-3 1,-5-1-1,2-2 1,1 0-1,0-1 0,-1 1 1,1-1-1</inkml:trace>
  <inkml:trace contextRef="#ctx0" brushRef="#br0" timeOffset="36266">14743 13326 10321,'38'-24'1439,"-5"4"-719,3 10-540,-15 6 180,5 10-46,-13 20 1,-3 6-270,-2-7 0,-3 4 45,-2 9 0,-3 8 0,-2 2 0,-1-5-30,-2-5 0,-2-2 0,0 2-256,-2 3 0,0 3 1,-1-1-1,0-5 241,-2 3 0,-1-5 150,0-4 1,8-10-106,40-40-90,-11 2 0,2-5 0,10-6 0,5-4 0,-1 2-404,-4 6 1,-1 1 0,-1 2 373,-5 1 0,0 1 0,2 4 0,8 4 0,2 6 0,-5 8 30,-10 19 0,-2 5 0,16-3 0,-4 1 0,-21 6 0,-6 1-90,-2 8 1,-3-28-1492,34 9-398,-17-15 1979,6-1 0,3-2 0,8-8 0,-13 1 0,1-1 0</inkml:trace>
  <inkml:trace contextRef="#ctx0" brushRef="#br0" timeOffset="37283">15824 13736 11850,'-9'-6'1260,"4"13"-991,4 10-89,6 26-180,-2-13 0,7 19-270,4-17 91,9-1 89,-1-19 0,3-5 90,22-10 0,-14-9 0,-3-6 0,-10-1 0,-4-2 0,9-18 0,-27-9-90,-8 19 90,-4-12 0,7 17-90,24-2 180,14 14-90,6-2 0,-8 7 0,0 0 0,14-4 0,5 0 0,-18 5 0,-2 2 0,-9 3 0,9 35 0,-29-13 30,-4 11 0,-4 9 0,1-7-30,-2 2 0,1-2 0,-1 5 0,3-8 0,2-10 180,-3 19-91,38-74-89,-16 20 0,11-19 0,3-5 0,-11 16 0,0 2-90,7-8 1,1 1-1,-6 8 0,1 4 0,12-2-90,-15 21 0,-10 5-360,-4 29 450,-2-14 360,0 12 180,34-43-360,-18 0 0,25-15 0,2-1-90,-16 10-1093,4 5 1,7 0 0,-7 4 977,-5 8-126,5 6 0,-5 5 241,-19 4-326,-2 19 326,-6-17 0,0 21 0,0-19 0,4 4 0,2-1-180,0-9-719,17 16 269,-11-28 630,27 1 0,-7-7 0,18 1 0</inkml:trace>
  <inkml:trace contextRef="#ctx0" brushRef="#br0" timeOffset="38299">17568 13781 10411,'7'-14'1349,"-8"-4"-899,-14 2-225,-6 6 0,-7 2-90,-10 5 0,-3 5-75,7 3 0,0 2 0,2 1-60,-7 0 0,4 4 44,2 6 1,9 3-134,17 14-1,12-3 90,25 1-90,19-25 90,-18-11 0,0-5 0,-3-3 0,-2-4-45,1-7 0,-3-1 135,2-5-90,-3-6-90,-13 18 90,-6 14 0,-6 32 0,3 11 90,-2 7-90,14-14 0,-4-21 0,23 3 0,4-13 30,-4-10 0,8-6 0,-5-2-30,0-8 0,-1-3 0,-4 7 0,2 0 0,-6-2 45,-8-6 0,-6 2-45,-4 7-90,1-10 90,-7 18 0,-8 3 0,-12 24-90,1 1 90,1 3 0,1 1 0,-2 4-45,-4 11 0,0 1 45,4-7-45,-3 4 0,5-2 135,14-22-90,6 0 90,9-16 0,17-18-90,-8 4 59,6-7 1,7-6 0,-5 3-60,-11 12 0,0-1 0,11-10 0,5-5 0,-4 8 0,3 11 0,1 15 0,-12 7 0,-15 28 0,-10-14 0,-2 3 0,-1 1 0,0-1 0,-1 2 0,3 3 90,14 17-90,-6-13-1639,13-12 1,3-7-841,-7-14 2479,19-1 0,-16-9 0,3-2 0</inkml:trace>
  <inkml:trace contextRef="#ctx0" brushRef="#br0" timeOffset="38483">18613 13700 11670,'11'-17'3276,"0"0"-2864,-16 32-3689,-29 10 2621,6 8 1,-2-12-1,-1-3 1,-8 3 0</inkml:trace>
  <inkml:trace contextRef="#ctx0" brushRef="#br0" timeOffset="39133">15421 15043 11670,'-5'-15'1260,"-5"-3"-721,-6-1-89,-20 6-315,4 17 0,-3 7-45,-3 6 0,2 8-60,10-1 0,1 4 0,6 2-75,2 14 0,16 1-45,16-12 0,10 0 0,7-10 180,12-13 0,9-12 0,-1-4 30,-4-2 0,0-4 0,-2-4-485,-1-5 1,-2-3-1,-10-4 455,-6-14 0,-16-2-172,-22 1 1,-14 3 141,3 11 0,-5 3 0,-4 2-60,-7-1 0,-5 3 0,1 4-422,6 5 0,1 3 0,-1 6 242,-2 8 0,1 5 1,2 6-1460,-4 16 1,6 4 757,6-13 1,3 2 880,-2 16 0,11-1 0,22-2 0,7 8 0</inkml:trace>
  <inkml:trace contextRef="#ctx0" brushRef="#br0" timeOffset="39349">16122 15097 11760,'-23'-20'2339,"1"3"-1979,5 4-1530,2 10 1170,25 14 0,2-3 0,21 8 0</inkml:trace>
  <inkml:trace contextRef="#ctx0" brushRef="#br0" timeOffset="39866">16795 14892 10591,'6'-21'2339,"-15"-1"-1620,-11 4 1,-6 4-540,2 6 0,-3 5-46,-19 4 1,7 11-540,29 10 1,4 3 224,-14 13 45,36-15 0,7-5 45,-3-12-180,28-2 180,-22-4 45,5-3 0,2-3 135,12-7-45,-21 6 0,0 0 225,18-13 90,-5 1-180,-7 10-90,11 22-45,-27 19 0,-8 11-45,-4-8 0,-2 5 0,-2 2 0,-1-2-30,-1 4 0,-1-1 0,-2-1-39,-1 4 1,-1 0-1,-3-9 69,-6-9 0,-3-9 0,-7-8 0,-2-4 0,-2 1 0,-1-2 0,0-1 0,1-2-270,-2-3 0,4-5-3007,0-16 3084,9-3 1,25-13-1,22 4 1</inkml:trace>
  <inkml:trace contextRef="#ctx0" brushRef="#br0" timeOffset="40052">17569 15130 11940,'15'-3'2789,"-2"-1"-3239,3 1 450,0-1 0,-3 1 0,-4 1 0</inkml:trace>
  <inkml:trace contextRef="#ctx0" brushRef="#br0" timeOffset="43249">21040 13452 8792,'-15'-10'810,"-20"3"-631,11 7 1,-5 4 0,-6 2 0,-5 2 0,0 3-629,1 0 1,-1 3-1,0 3 516,3 1 1,-1 2-1,0 3 1,6 1 22,0 5 0,5 2 0,4 1-60,4-1 0,3 2 0,11-2 6,12 1 0,10 0 1,4-5-37,13 0 0,8-6-1093,3-6 1,5-3 0,-3-4 815,-3-2 1,0-4-421,-6-4 0,4-3 0,-1 0 0,-7-1 534,-6 1 0,-1-2 1,5-1-1,4-1 0,-4 0 1,-7 0-1,-1-1 0</inkml:trace>
  <inkml:trace contextRef="#ctx0" brushRef="#br0" timeOffset="43933">21628 13601 10321,'-24'-18'1889,"-7"4"-1619,7 12 0,-3 3-90,-8 5 0,-2 5-91,2 2 1,2 4 0,0 7 0,5 2-90,4 8 0,20 3-90,34-18 90,-8-6-90,26-3 45,-16-15 0,0-3 0,-6 0 1,0-2-1,12-4 0,-3-2 45,-7-2-90,-5 1 0,-9 21-90,2 4-90,19 17 180,-14-9 0,1-3 0,2-2 45,2-7 0,-1-3 45,20 4 45,-11-8 0,2-3 45,9-10 0,0-3-218,-13 7 0,0-1 158,3-3 0,2-3 0,-1-3-987,-4-4 0,-2-4 0,-2 2 1002,4-2 0,-1-1-15,-1-4 0,2-5 0,-6-1 0,-12 3 0,-4-1 0,-1 3 15,4-2-1,-1 1-14,-5 2 0,-2-2 0,-2 6 60,-5 0 0,-5 21-90,0 30 0,2 12 90,-3 14-474,5-11 0,1 4 0,2-4 384,3 12 30,3-13 0,3 4 0,0-2 54,5-2 0,2-1-474,-1-1 0,2 2 1,2-5-1250,2-4 1,2-5 1265,10 5 1,-11-18-1,-10-7 1</inkml:trace>
  <inkml:trace contextRef="#ctx0" brushRef="#br0" timeOffset="44133">22577 13219 10681,'4'5'-270,"14"-2"-823,13-3 1,10 0 0,-2-1-55,-2 0 1,3-1 898,-2 0 1,6-1 0,0-1-1,-6 1-119,2 0 0,-2-1 367,1-1 0,4 1 0,-4-1 0,1 2 0,-1-1 0,10 0 0,0-1 0</inkml:trace>
  <inkml:trace contextRef="#ctx0" brushRef="#br0" timeOffset="44300">23984 13350 9961,'-15'4'450,"8"5"-3328,12 1 2878,0 2 0,-5 5 0,-7-1 0</inkml:trace>
  <inkml:trace contextRef="#ctx0" brushRef="#br0" timeOffset="44966">21016 15027 9781,'-12'-38'2069,"-1"7"-1349,-8 6-270,-28 27-361,17 11 1,-1 6-30,6-1 0,-1 4 0,2 3-30,3 3 0,1 4 0,8 0-210,8 14 1,10-2 134,-2-11 0,10-4-68,15-14 1,13-4-1,4-4 1,-3-4 82,4-7 0,-2-5 0,3-2-701,-1 3 0,3-1 1,-1-1-1,-4-2 731,-2-2 0,-4-2 0,-6-3 45,1-14 0,-14-3 90,-22 5 0,-9 1-90,-2-1 0,-8 4-45,-8 10 0,-7 4 0,-2 7-774,-3 8 0,-1 7 1,2 3 773,2 1 0,3 3 0,1 3 0,5-1 0,2 2 0,7 1 0,9 4 0,1 0 0</inkml:trace>
  <inkml:trace contextRef="#ctx0" brushRef="#br0" timeOffset="45183">21677 15177 12570,'-15'-11'-820,"-2"6"1,12 4 0,-1 4 0</inkml:trace>
  <inkml:trace contextRef="#ctx0" brushRef="#br0" timeOffset="45616">22034 14967 11670,'-33'-19'2249,"6"2"-1889,37 4-180,23 0-45,7 4 0,4 1-90,-2 3 0,2 2-45,-7 1 0,1 2 0,-4 5 0,1 5 0,-13 8-30,-29 14 0,-18 9 0,-2-2 30,6-7 0,-1-1 0,-4-1-97,-3-1 0,-3 1 0,-1-1 1,4-4 51,-10 6 0,15-4-135,31 2 30,20-19 0,12-5 0,-2 0 105,-5 5 0,1-1-775,5-6 1,6-3 0,1-2 0,-7 0 576,-7 0 1,-1 0-808,10-2 1,6-1 0,-6 0-211,-10 2 1,0 0 1259,14-2 0,-2-1 0,3 0 0,4-1 0</inkml:trace>
  <inkml:trace contextRef="#ctx0" brushRef="#br0" timeOffset="46549">7878 15723 10861,'-5'-10'270,"1"2"-1,6 3 181,17 0-225,6 4 0,5 1-90,9-1 0,6 1-435,-1 1 0,5 0 0,-4-1-793,-10 1 1,-2-1 0,0 0 436,16 0 1,-7 0-1,-8 0 1,-23-1 0</inkml:trace>
  <inkml:trace contextRef="#ctx0" brushRef="#br0" timeOffset="46766">8017 15527 10141,'-5'9'720,"2"12"-585,5 22 0,0 9-135,-1-14 0,-1 0 0,1 2-1093,1 9 1,0 1 0,2-3 943,-2-9 1,0-2-1,2-3 1,5 6 0,4-6-1,13 3 1</inkml:trace>
  <inkml:trace contextRef="#ctx0" brushRef="#br0" timeOffset="47299">13330 15387 10591,'-5'-12'2608,"-3"-1"-2338,25 8 0,18-1-585,3 3 1,5 0-1306,1 0 1,1 0 1619,-7-1 0,-2 0 0,12-2 0,-35 2 0</inkml:trace>
  <inkml:trace contextRef="#ctx0" brushRef="#br0" timeOffset="47533">13502 15226 11041,'-7'-19'2158,"0"4"-1888,-1 35-180,4 7-45,3 17 0,1 6-495,5-11 1,1 0 134,-2 2 0,2-1 315,7-5 0,2-4 0,7-1 0,-5-9 0,-1 0 0</inkml:trace>
  <inkml:trace contextRef="#ctx0" brushRef="#br0" timeOffset="48383">19328 15029 11400,'25'-2'1620,"2"0"-991,21-5-449,-12 2-450,2-2 0,2-4-854,-7-5 0,-3-1 719,-1 1 0,-3-2 0,-3-6 1,-9-1 134,-14-7 450,-15 0 899,-1 7 90,-3 4-359,6 8-90,-9 30-631,16-5 181,0 32 0,3 5-270,6-12 60,2 7 0,3 11 0,1-6-1699,1-11 1,0-2 1394,2 12 0,0-2 0,4-1 0,-13-35 0</inkml:trace>
  <inkml:trace contextRef="#ctx0" brushRef="#br0" timeOffset="49534">3205 16591 7982,'34'-24'2879,"11"1"-2550,-13 13 1,7 2 0,5-1-986,-6 2 1,3 1-1,3 0 1,4 0 0,4-1 577,-12 3 0,1-1 1,3 0-1,2 1 1,2-1-1,1 0 0,2 0 1,1 0-1,2 0 1,0 1-1,1-1 51,-13 1 0,0 1 0,1-1 0,1 0 0,0 1 0,2-1 0,0 1 1,1-1-1,0 0 0,1 1 0,1-1 0,0 1 0,0-1 0,2 0 1,-1 1-1,2-1 0,-1 0 0,1 1 0,0-1 0,1 0 42,-9 1 0,0 0 0,1 0 0,0 0 0,0 0 0,2 0 0,-1 0 0,1 0 0,0 0 0,1 0 0,0 0 0,0 0 0,1 0 0,0 0 0,0 0 0,1 0 0,-1 0 0,1 0 0,0 0 0,0 0 0,0 0 0,0 0 0,0 0 0,1 0 0,-1 0 0,0 0 0,0 0 0,1 0 0,-1 0 0,0 0-23,-3 0 0,0 0 1,0 1-1,0-1 0,0 0 1,0 0-1,0 1 1,0-1-1,1 0 0,-1 0 1,0 1-1,1-1 0,0 0 1,-1 0-1,1 1 1,0-1-1,0 0 0,0 0 1,1 1-1,-1-1 0,1 0 1,0 1-1,0-1 1,0 0-1,0 0 0,1 1 1,0-1-1,0 0 0,0 1 1,0-1-1,1 0 1,-1 0-1,1 1 0,1-1 12,-5 1 0,1-1 0,0 1 1,1-1-1,0 0 0,1 1 1,0-1-1,0 1 0,1-1 1,0 1-1,0-1 0,1 1 0,-1-1 1,1 1-1,1-1 0,-1 0 1,0 1-1,0-1 0,1 1 1,-1-1-1,0 1 0,0-1 1,0 1-1,0-1 0,0 1 0,0-1 1,-1 1-1,0 0 0,0-1 1,-1 1-1,0-1 0,0 1 1,-1 0-1,0-1 0,-1 1 0,0 0 1,-1 0-1,-1-1 0,0 1 1,-1 0-1,0 0 0,-1 0-40,10-1 0,-2 1 1,0-1-1,-1 1 1,-1 0-1,-1-1 1,-1 1-1,0 0 1,-1 0-1,0-1 1,0 1-1,-1 0 1,0 0-1,0 0 1,0 0-1,0 0 1,0 0-1,0-1 0,0 1 1,1 0-1,0 0 1,1 0-1,0 0 1,1 0-1,1-1 1,1 1 37,-4 0 1,2 0 0,0 0 0,1-1 0,1 1-1,0 0 1,1-1 0,1 1 0,0 0 0,0-1 0,1 1-1,-1 0 1,1-1 0,0 1 0,0 0 0,-1-1-1,0 1 1,0 0 0,0-1 0,-1 1 0,-1 0 0,0 0-1,-1 0 1,-1-1 0,-1 1 0,-1 0 0,-1 0-1,-1 0 1,-2 1 0,0-1 0,-3 0 0,-1 0-3,19 0 0,-5 0 0,-4 0 0,-1 0 0,-3 0 0,-1 1 0,-1-1 0,1 0 0,0 0 0,2 1 0,3-1 0,2 0 0,4-1 3,-15 2 0,2-1 1,0 0-1,2 0 0,0 0 1,2 0-1,0 0 0,1 0 1,1 0-1,0 0 0,1-1 1,1 1-1,0 0 0,0 0 1,1-1-1,0 1 0,0 0 1,0 0-1,0-1 0,0 1 1,0 0-1,0-1 0,-1 1 1,0 0-1,0 0 0,0-1 1,-2 1-4,1 0 0,0 0 0,0 0 0,-1 0 0,0-1 0,0 1 0,-1 0 0,1 0 0,0 0 0,0 0 0,-1 0 0,1 0 0,0 0 0,1 0 0,-1 0 0,1-1 0,0 1 0,0 0 0,1 0 0,0 0 0,1-1 0,0 1 0,0-1 0,2 1 0,-1-1 0,2 1 0,0-1 2,-9 1 0,0 0 0,1-1 0,1 1 0,0 0 1,1-1-1,1 1 0,0-1 0,0 1 0,1-1 1,1 0-1,-1 1 0,1-1 0,1 0 0,-1 1 1,1-1-1,0 0 0,0 0 0,0 0 0,0 1 1,0-1-1,0 0 0,0 0 0,0 0 0,0 1 1,-1-1-1,1 0 0,-1 0 0,0 1 0,-1-1 1,0 0-1,0 0 0,-1 1 0,-1-1 0,1 1 1,-2-1-1,0 1 0,-1-1 0,0 1 0,-2-1 1,1 1-3,8-1 0,1 1 0,-2-1 0,-1 0 0,0 1 0,0-1 0,-2 1 0,0-1 0,0 1 0,-1 0 0,0-1 0,0 1 0,-1 0 0,0-1 0,0 1 0,0 0 0,0-1 0,-1 1 0,1-1 0,0 1 0,1-1 0,-1 1 0,1-1 0,0 0 0,0 1 0,1-1 0,0 0 0,1 0 0,1 0 0,1 0 0,1-1 0,0 1 0,1 0 0,1-1 0,-1 1 0,1 0 0,-1-1 0,1 1 0,-2-1 0,1 1 0,-2-1 0,-1 1 0,0-1 0,-2 1 0,-1 0 0,-2-1 0,-1 1 0,-3 0 0,-1 0 0,-2-1 0,-3 1 0,-2 1 0,-3-1 89,23-3 1,-9 1 0,-5 1 0,-2-1 0,0 0 0,4-1-78,2 0 1,2 0 0,2 0 0,-1-1 0,-2 1 0,-3 0-1,-4 0 400,11-2 1,-6 0-1,-1 0-652,-3-1 0,-2-1 1,-4 3-3038,15 5 2899,-22-3 0,-2 2 0,6 6 0,-25-1 0</inkml:trace>
  <inkml:trace contextRef="#ctx0" brushRef="#br0" timeOffset="50450">12442 16817 10771,'5'-30'1169,"-1"0"-449,0 7 179,0 3-854,-8 37 0,-4 15 45,-7 10 0,-4 6-45,6-13 0,1 3 0,-1 0 0,-1-2-15,-2 3 0,0-1 0,2-5 15,0 3 0,9-14-45,29-38-90,7-10 0,5-4-90,5 2 0,2 2 90,-9 8 0,0 0 0,0 2 45,8-3 0,-3 5 45,-13 6 0,-2 0-179,16-18 179,-34 47 0,3-17 29,-10 25 1,-9 18 0,1-6-30,1 3-480,2-1 1,2 10-1,2-13-239,4-12 719,3 1 0,1-4 0,-5-19 0,4 1 0</inkml:trace>
  <inkml:trace contextRef="#ctx0" brushRef="#br0" timeOffset="50902">12425 16427 10501,'-24'-12'180,"1"0"0,-3 0 0,-2 3 224,-17 12 1,-3 4-995,14-3 0,-4 3 725,-2 2 0,-8 4 0,-2 3 0,2 4-374,9 1 0,0 4 0,0 2 0,1 2 0,0 1 299,4-4 0,-2 0 0,1 2 0,1 1 0,2 4 0,5 3-4,6 1 0,2 3 0,2 4 0,1 2 1,3 0-1,1 0 0,2-4 0,1-3-34,-5 12 1,2-5 0,7-1-1,14 1 5,7-13 0,8 2 0,6 1 0,5 2 0,5-2 0,2 0 0,2-3 0,0-2 0,-1-5 0,-2-4-129,1-4 1,-1-5-1,1-3 1,1-3-1,2-3 1,2-1-1,2 0 1,5 1 101,-15-2 0,3 1 0,3-2 0,2 1 0,2-1 0,2-1 0,0 0 0,2 0 0,0-1 0,0 0 0,0-1 0,-1 0 0,-1-1 0,-1 0 0,-1 0 0,-3-2 0,-2 1 0,-3-1-213,10-3 0,-4-1 0,-2 0 0,-2-2 1,-1 0-1,0-1 0,-1 0 0,1-1 1,1 0-1,1-1 213,0 2 0,4 0 0,3 0 0,1 0 0,0 0 0,0-1 0,-3-2 0,-3 0 0,-4-3 0,-7-1 0,-6-3 0,-8-3 12,-7-13 1,-11-7 0,-8-3 0,-6-2 0,-4 2 0,1 4 0,2 6-88,-2-7 1,-3 8 0,-12-3 80,7 15 1,-6-2 0,-5-3 0,-4-2 0,-3-1 0,-3 0 0,-2 0 0,-1 1 0,1 1 0,0 3 0,1 3 0,2 3 0,3 5-136,-10 0 1,1 7 0,1 4 0,1 3 0,-2 0 0,-1-1 0,-3-3 103,9-2 0,-1-3 1,-1-1-1,-1-1 1,0 0-1,-2 0 1,0 1-1,-1 2 1,1 3-1,-2 4 1,1 3 24,5 4 0,-2 3 0,-1 3 0,-1 3 0,-1 1 0,0 2 0,1 1 0,-1 1 0,2 0 0,1 0 0,2 0 0,1-2 0,3 0 0,3-2 0,-15 5 0,7-1 0,2 0 0,2-1 0,-4 3 0,-4 1 0,4-2 0,1 1 0,-1-1 0,0 0 0,1 1 0,-1-1 0,0 1 0,1-1 0,-1 1 0,1-1 0,-1 1 0,0-1 0</inkml:trace>
  <inkml:trace contextRef="#ctx0" brushRef="#br0" timeOffset="52350">660 16481 10771,'1'-11'989,"2"1"-539,-3 4-180,5 21-90,-1 16-90,-1-4 0,0 2-45,-1 9 0,-1 1 45,-2-5 0,1 0-90,-2-2 0,0-1 269,-2 10-89,7-29-90,-1-11-45,14-34 0,1-14-45,-2 12 0,-3 3 0,3-6 0,-2 8 0,-1 6-45,3-2 0,2 8 45,15 34 0,-8 11 0,0 12 0,-24 10 0,41-76-90,-7 7 90,-7-2 0,1-2-90,7 0 0,-3 4 90,-7 9-45,14 14 0,-2 8 45,-18 7-45,3 18 0,-2 8 0,-15-8 1,-2 1-1126,3 0 1,2-1 1169,0-6 0,4-8 0,10-15 0,9-22 0</inkml:trace>
  <inkml:trace contextRef="#ctx0" brushRef="#br0" timeOffset="52882">1535 16119 10321,'13'33'652,"0"0"0,-7 12 0,-3 6 1,3-1-1065,4-7 1,3 0 0,-3 2 478,-6 5 1,-3 5-1,-1-2 1,-1-11-23,-1-14 0,0-3 165,-2 12 1,0-1-31,0 1 217,3-20-307,6-11-180,3-24 0,2-21 1,-2-4-46,-2 0 0,-3-5 0,0-1 0,2 0 67,1 3 1,1 0-1,1 0 1,0 2-23,-1-3 0,1-3 0,1 10 0,4 21 120,6 33 0,4 19 0,-1-1-30,4-7 0,0 4-524,-7 7 1,1 11-1,0 4 1,-2-4 0,-4-11 523,-3-10 0,0-2-412,9 19 0,4 7 0,-4-13 412,-3-16 0,11 14 0,-24-32 0</inkml:trace>
  <inkml:trace contextRef="#ctx0" brushRef="#br0" timeOffset="53083">1543 16613 9781,'36'0'90,"-1"-1"0,4-3 0,3-2-90,-4-2 0,2-1 0,-3-1 0,8-3 0,-4-1 0,-9 0 0,-1 1 0</inkml:trace>
  <inkml:trace contextRef="#ctx0" brushRef="#br0" timeOffset="53366">2071 16226 9512,'0'-13'1619,"1"1"-990,19 20-299,2 16 0,4 13 0,-1 0-240,-5-9 0,0 0 0,1 2-23,3 7 0,1 4 1,-1 0-1,-4-4-907,-5-4 1,-2-2 0,-2-2 839,1 1 0,-5-4 0,-11 4 0,-14-36 0</inkml:trace>
  <inkml:trace contextRef="#ctx0" brushRef="#br0" timeOffset="53683">1996 16145 10051,'7'-19'450,"12"5"0,7 1-301,5 5 1,5 2 0,-1 0-105,12-4 0,2 3 15,-1 5 0,5 3 0,-9 5-15,-12 8 0,-4 3-45,4-5 0,-11 4 60,-34 16 0,-21 7 0,1-6-60,11-14 0,-2 0-77,-7 4 0,-8 4 0,0-1 0,6-5-193,6-7 1,2-2-382,-2 1 0,2 0 651,-1 0 0,41-17 0,7-1 0</inkml:trace>
  <inkml:trace contextRef="#ctx0" brushRef="#br0" timeOffset="53835">3018 16207 11041,'-29'-4'292,"8"-1"0,1 5 1,6 1-1</inkml:trace>
  <inkml:trace contextRef="#ctx0" brushRef="#br0" timeOffset="54983">4078 13338 9602,'-11'0'539,"0"-1"-269,26-4 180,-3 2-181,13-1 1,6-1-90,-3 1 0,3 0-60,5 0 0,4 0 0,0 0-193,-1 0 0,-1 0 1,4 0 139,2 0 1,3 1-1,1-1 1,-4 1-38,1-1 0,-2 1 0,1 0-8,-6 0 0,2 1 1,-2-1-1,-3 1 23,8-1 0,-5 1 0,-4-1 0,-2 1 45,8 1 0,-4-1-3367,-14 1 2679,-13-4 1,-6 3 0,-12-1-1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7:02:27.243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4388 3009 8972,'-4'-9'3058,"-5"2"-2878,1 3 90,-15-1-90,-9 1-45,3 2 0,-6 1-105,-8 2 0,-6 0 0,1 1 0,5 1 0,1 0 0,-2 1-30,2 0 0,-3 1 0,1 0 0,2 4 0,3 3 0,1 1 0,3 3 0,5 4-1093,4 9 1,5 5 0,0-2 1034,-16 7 1,16-1-6,38-5 1,21 2-1,11-1 1,-2-8 62,-9-13 0,3-5 0,2-3 0,0 0 0,-1 2 0,-2 5 0,0 2 0,0-1 0,1-1 0,2-4 15,3-4 0,4-1 0,1-3 0,-1-3 0,-3-4 0,-7-3-45,5-15 0,-7-6 0,2 2 30,-4 15 0,3 3 0,-3-1 0,-6-9 22,-6-15 1,-5-10-1,-7 0 1,-7 10-23,-15-11 0,-9 14 0,-9-7 0,-3 1 0,-1 10 0,-10 9 0,-8 8-305,15 3 1,-7 0-1,-3-1 1,-1 2-1,1 2 1,3 2-11,-5 4 0,2 3 0,-1 3 1,-2 0 314,3 0 0,-3 2 0,-2 0 0,1 1 0,2 0 0,5 0 0,1 1 0,5-1 0,1 1 0,-1 0 0,-2 2 0,1 1 0,-1-1 0,1 0 0</inkml:trace>
  <inkml:trace contextRef="#ctx0" brushRef="#br0" timeOffset="1816">4349 7859 9512,'-8'-14'1079,"2"4"-449,-4-2 89,-10 1-629,8 3 180,-22-3 0,-4 3-180,-4 2 0,-7 2-60,7 4 0,-1 1 0,1 1-30,8-2 0,2 0 0,-2 2 30,-6 5 0,-1 2 0,3 4-30,0 5 0,3 7 0,2 3 0,-1 6 0,10 3-1093,14 7 1,8 4 0,1-3 1023,-8-8 1,-1-3 0,13 0-589,21 2 0,15 1 0,5-4 0,-8-9 657,-11-10 0,2-3-459,17 7 1,9 2 0,-10-7 458,-2-7-129,6-2 1,3-1 128,-14-6 0,-2-1 0,2 2 0,0-2 499,-2-6 0,2-3 1,-4-4-455,2-13 0,-3-4 15,-4 5 0,1-1 0,-6-6 30,-8-5 0,-5-6 0,-5-2 0,-4 5-60,-8 0 0,-6 3 0,-4-1-8,0 2 1,-3-2-1,-3 3 1,-5 8 23,-6 11 1,-5 7-1,-3 4 1,1 1-867,-2 3 1,-1 3 0,0 2 0,2 2 618,-7 1 1,3 2 0,0 2-1,1 1 1,2 2 0,4-1-1,4 0 1,1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7:02:37.460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14248 3026 8072,'-10'-10'900,"-6"-4"-720,7 8 90,-12-8 809,-16-7-629,-3 1-136,4 3 1,-4-1-135,2 5 0,1 1-253,4 1 1,-1 1 251,-12-1 1,-3 2-583,15 5 0,-1 2 1,0-1 432,3 0 0,0 0 0,-5 1 6,-1 2 0,-6 2 0,-2 1 0,1 1 0,2 2 9,0 2 0,3 2 0,-1 2 0,-4 3-20,7-2 1,-3 1 0,-1 2-1,-2 1 1,1 1 0,1 1-1,2 1-476,-1 4 0,1 2 1,1 1-1,1 0 1,1 1-1,1-1 451,-2 2 0,1-1 0,1 0 0,1 2 0,0 3 15,5-1 0,0 3 0,1 1 0,1 2 0,1-1 0,4 0-146,0 2 0,4 0 0,1 0 0,1 2 0,-1 1 146,1 2 0,-1 1 0,0 2 0,1 0 0,1 0 0,1 0 0,3-4 0,0 1 0,0-1 0,3 0 0,0 0 0,2 1-15,2-2 0,2 1 0,1 0 0,1-1 0,1 0 0,1-3 0,2 10 0,2-3 0,2-1 0,1 0 0,-1-5 0,2 1 0,0-3 0,3-1 53,6 4 1,2-3 0,3-4-114,0-8 0,2-4 0,2-3 30,4-3 0,2-3 0,2-4 104,3-2 0,2-4 0,2-3-97,2-6 1,2-3 0,1-3-1,-4 2 23,-3 0 0,-3 0 0,2-2 0,2-3 0,3-2 0,0-2 0,-2-1 0,-4-4 0,0-1 0,-2-2 0,-1 2 0,1 1 0,-2 2 0,2-6-18,-1 0 0,2-5 0,2-2 0,-2-2 0,-3 0 18,-6 2 0,-2-2 0,-1-1 0,-2 1 0,1 0 362,4-2 1,-1 1-1,0 0 1,-1-4-363,-4 8 0,-1-3 0,1-1 0,-1-1 0,-1 0 0,-2 1-309,1-5 0,-1-1 0,-2 0 0,0 1 0,-1 3 309,0 1 0,0 3 0,-1 0 0,0-4 0,1-4 0,2-3 0,-2-2 0,-2 1 0,-5 2-385,-7 1 1,-5 2 0,-2 1 0,2 1 384,3-1 0,0 1 0,-4-2 12,-4 5 0,-2-3 0,-2-2 1,-2 2-1,-1 5-12,-7-6 0,-3 4 0,0 1 51,4 5 1,-1 0 0,0 0 0,-2 2-262,-10-7 0,-2 3 0,3 5 75,3 5 0,2 6-270,-2 5 1,-1 6-1235,-7 13 1,2 6 1502,9-6 0,1 2 0,-18 8 0,0 3 1,21-6-1,0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4:38.59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2011 8280 9602,'-9'-6'899,"1"1"-539,2 2 0,0 1-181,0 0 181,1 0 0,-2 1 90,2 0-90,-2 1 269,1 0 1,-1 1-360,5 4-90,2-1-90,3 2 0,2-1-1,-1-3 181,3 3 0,4 0-180,1 0 90,8 2-90,-5-3 0,7 1 0,-3 0 0,7-1 0,4 1 0,5-1-1103,4 0 1103,2-1 0,7 1-90,2 0 45,-9-1 0,1 1 0,-10-1 0,2 0-45,4 0 0,3 2 0,-1-1 45,12 1 0,0 0-434,-8-1 0,3 1 0,-2-1 389,9 2 0,-1-1-889,-2 1 1,-2-1 888,-14-1 0,-1 0 45,1 1 0,-1-1-613,-1 1 0,0 0 613,0 0 0,0 1-45,-1 0 0,0 1 45,0 0 0,-1 0-45,0 0 0,0 0-143,-1 0 0,1 1 188,-1 0 0,-1 0-45,0 1 0,0 1 45,-1-2 0,0 2 216,12 5 1,-1 2-262,-10-6 0,0 2 45,20 9 0,2 1 255,-9-4 0,0 0-270,-6-3 0,2 0 0,-2-1-30,8 4 0,-1-2 0,0 1 0,-3-1 45,-10-7 0,-2 0 0,1 2 0,1-1-45,0-1 0,0 0 0,0 0 0,0 0 0,0 0 0,0-1 0,0 0 0,0 1 44,12 3 1,1 0-45,-11-3 0,0 0 0,9 3 0,0 0 0,-14-4 0,0-1 0,12 4 0,-1-1 417,-9-3 0,0 1-417,19 4 0,0 0-678,6 3 678,-22-7 0,0 0 0,-3-2 0,-2 1 273,12 2-273,10 3 0,-18-5 0,-2 0 1085,-4-1-1085,-3 0 0,-1-2 354,-3 0-354,0 0 1380,-2-1-1380,0 0 918,6 2-828,3-2 180,-1 1-270,7-2 0,-4 0 0,11-1 0,-6 0 0,16-3 0,-15 0-935,15-2 935,-12 1 0,0-1 0,1 0-18,1 0 18,12-1 90,-15 1-90,10 0 0,-8 0 0,-7 1 0,18 0 0,-10 0-633,0 0 633,-3-1 0,-12 2 513,10-1-513,-8 0 0,5 0 0,-9 0 4,-1 1-4,-1 0 0,0-1 0,-1 0 671,-1 1-671,0-2 383,-1 1-383,4-1 15,-4 1-15,2-1 0,-7 1 0,3-1 0,-5 1 0,2 1-90,-3-1-360,2-1-180,-2 0 630,-1 0 0,-4 1 0,-2 0 0</inkml:trace>
  <inkml:trace contextRef="#ctx0" brushRef="#br0" timeOffset="2784">18850 2971 12390,'-9'-8'1439,"2"1"-1079,4 3-270,9 3 0,-2 1 0,10 2-90,-3 0 90,3 0-90,1 1 180,14 2-180,-7-1-513,15 3 513,-11-3 84,17 3-264,-3-1-270,8 2-180,-10-2 271,-15-3-91,-6 0-180,-9-3 630,-1 0 0,-4 0 0,-1 0 0</inkml:trace>
  <inkml:trace contextRef="#ctx0" brushRef="#br0" timeOffset="3067">19133 3021 12030,'-10'-2'1889,"2"1"-900,4-2-449,-2 1-450,2 4 0,-1 1 90,2 5-90,0 2 0,0 3-90,-1 3 90,-1 3 0,-4 5-90,2 3 90,-3 3 0,0 1 0,-4 13 0,1-3-630,0 1 540,4-9-90,5-13-270,-2 6-360,3-2-269,-2 4 269,4-10-1349,0-5 2204,1-6 0,2-2 0,0 0 0</inkml:trace>
  <inkml:trace contextRef="#ctx0" brushRef="#br0" timeOffset="3309">18822 3526 13919,'16'4'630,"0"-1"-540,-1-4 90,3-1-91,2 0 1,2 0 0,1 0-361,3 0 181,-2 0-180,1 0-180,-2 0-89,-1 0-451,-2 2-2248,6-2 3238,-7 1 0,11-2 0,-7-1 0</inkml:trace>
  <inkml:trace contextRef="#ctx0" brushRef="#br0" timeOffset="3761">19710 3337 12480,'-7'-11'719,"1"1"-89,-6-2-360,3 2-90,-4-2 180,3 4-91,1 2 1,0 0 0,-1 2-90,1 0 0,-2 1 0,1 2 0,-1 1 0,-2 2-90,-1 2 0,-2 3 89,-10 10 1,-3 9-90,1 3 0,-1 14 0,15-9-514,3-1 514,8-5-90,5-8 2,4-1-2,4 2 90,4-1-90,5 0 0,2-2 0,11-2 0,-7-6 90,8-3-90,-9-6 0,19-6 0,3-9 90,1-2-90,-6-8-701,-18 4 701,-4-5 0,-4-2 0,-3-3-112,-7 0 112,-4-3 90,-12-15-90,-4 8-930,-11-11 930,-1 18 45,5 15 0,-2 1-31,-12-4-14,6 9 0,-2 4 0,-18 10-492,20 3 1,2 2 131,-16 10-1133,7 17 414,22-13-277,3 7-1702,10-10 3058,6 1 0,6 8 0,4 3 0</inkml:trace>
  <inkml:trace contextRef="#ctx0" brushRef="#br0" timeOffset="4168">20025 3427 14189,'3'-12'90,"-1"0"270,-2 1-1,0 0-89,-2 0 0,0 0 0,-1 1 0,1 0 270,-3-1-1,2 1-269,-3 3 0,-3 13-180,3 3 0,-2 13 0,5-5 0,-1 4-90,2-1 90,0 3 0,1-2-90,1 3 90,2-1-359,3 4 269,1-2 90,4 4-90,0-7 0,8 5-90,6-5 0,10-1 90,-6-10 0,3-7-513,-6-7 513,1-4 0,1-4-90,-1-6 90,-2-2 0,-1-8 0,-2-2-861,0-8 861,-4 3-90,-2-3 90,-5 2-249,-2 3 249,-4 3 0,-2 5-90,-5-5 90,-1 10 284,-4-3-824,-5 9 1054,2 6-1053,-3 2 463,3 5-1093,-1 3-1080,1 1-539,-1 3 2788,1 1 0,-2 6 0,-1 3 0</inkml:trace>
  <inkml:trace contextRef="#ctx0" brushRef="#br0" timeOffset="4609">18719 3721 13739,'-13'3'0,"1"-1"90,1 0 0,3-1 0,1 0 180,2 0-90,-2 1 629,4 0-539,2 4 0,5-2 0,6 2 0,5-2 89,11 2-89,5-2 0,5 0-1697,15 2 1,4 0 1456,-17-3 0,2 1 0,0 0 30,6 0 0,1 1 0,-2-1 30,11 1 0,-2 1-60,-16-1 0,1 0 0,-1 0-736,1 0 0,1 1 0,-1 1 736,2-1 0,0 1 0,0 0-513,1 0 1,0 1 0,0 0 512,1 0 0,0-1 0,4 2-265,0 0 1,4 1 0,1 0-1,-4-1 265,5 1 0,-3-1 0,2 1-15,-3-1 1,3 2 0,0-2 0,-4 1-16,-2-2 0,-2-1 0,2 1 120,-2 0 0,3 0 1,0 0-1,-3-1-90,1 0 0,-2 0 0,2-1 120,2 1 1,3 0-1,-1 0 1,-4 0-106,10 0 0,-4-2 0,3 1 0,-5-2 45,4-1 1396,-23-7-1486,-21-1 2198,-2-2-2198,-6 1 1608,-3 0-1698,-1-2 940,-5-1-1479,2 2-204,-2-2-786,3 4-4047,1 1 5666,0 0 0,1 0 0,-1 1 0</inkml:trace>
  <inkml:trace contextRef="#ctx0" brushRef="#br0" timeOffset="7309">13909 1291 12840,'6'-7'3867,"-1"-1"-3777,-8 20 0,1-3 0,0 19-90,-1-8 90,1 1 0,-1 3-90,0 1 90,-5 14 0,1-1-90,-1 3 0,2-11 90,2-10-90,2-3-90,1 0-90,0-2 0,1-2-179,1-1-91,1-2-90,2-1-180,0-3-4676,6-1 5396,1-3 0,12-3 0,0-2 0</inkml:trace>
  <inkml:trace contextRef="#ctx0" brushRef="#br0" timeOffset="8834">21375 1331 13829,'-2'-10'2069,"2"-1"-1889,2 7-90,2 0 90,3 2-90,0 1 0,2 1 89,1-1-89,1 1 0,1 0-90,0 1 90,2 0 0,0 0 0,1 1-90,0 1 90,0-1-90,7 3 90,-3 1 0,5 2-90,-8-1 0,-5 0 0,-5-1 90,-4 1-90,-1 1 0,-5 1 0,-4 3 0,-6 3 90,-5 0-548,-4 3 458,-2-1 0,-9 8 0,9-8 0,-3 4 0,13-8 90,-2 5-90,2 1 0,2 0 0,5-2 0,6-7 0,2 1 90,5-1 368,1-1-458,5 2 0,3-2 0,7 1 0,2-1 0,6-1-437,-1-1 257,1-3-89,-3-1-181,0-1-90,0-2-1158,15-3-3519,-5-4 5217,1 0 0,-7-6 0,-9 2 0</inkml:trace>
  <inkml:trace contextRef="#ctx0" brushRef="#br0" timeOffset="9234">21993 1573 14099,'7'-9'1079,"-2"1"-719,-3 0 450,-1 2-91,-3-4-449,1 5 0,-4-3 0,0 5-90,-2 1 0,-2 2-1,-3 3 1,-1 1 90,-11 6-90,-3 9 0,-5 6-180,8 0 180,3 5-180,12-12 90,1 5-90,6-8 90,2 1-90,2-1 0,7 6-90,0-7 90,7 5 0,-2-10 0,11 1 0,-4-5 0,18-3-90,2-11 90,-1-3-885,2-6 885,-16-1 0,4-15 0,-11 4 0,0-12 0,-13 11 0,-8-2 0,-5 2 0,-14-1 0,-5 1-90,-10-5-208,4 7 0,-3 3 253,-1 12 0,1 5-224,-19-3 44,18 6 0,-1 2-495,-14 4-1259,15 4 0,0 1-867,7-2 1,-1 2 2845,-5 2 0,-2 1 0,2 1 0,0 1 0,-2 1 0,-1-1 0</inkml:trace>
  <inkml:trace contextRef="#ctx0" brushRef="#br0" timeOffset="11009">11559 1975 14998,'-1'13'90,"0"0"-90,-2-3 0,0 1 0,0 1 0,-1 2 0,-2 6 0,1-3 0,-3 10 0,1-6 0,1-1 0,1-4 0,2-7 0,2 0 0,-1-2 0,1 0 90,0-2 0,1 1-90,9-15 0,2-4 0,3-9 0,3-10 0,-5 8-280,2-4 280,-3 8 0,-1 4 0,-2 1 0,0 3 0,-1 2 0,1 1 0,-2 2 0,1 2 280,0 2-370,0 1 180,-1 2-90,3 2-90,-1 4 90,1 4-90,-3-2 90,0 4 0,-3-5 0,1 3 0,-2-3 0,0-1 90,0-1-90,0 1 0,0-2-90,0 1 180,1-2-90,0 1 0,2-2 0,3-3 0,4-4 0,5-5 90,-2 2-90,5-5 0,-8 6 0,2-2-90,-4 3 90,-2 1 0,-1 1 0,0 1 0,-1 1 0,1 3 0,-2 2 0,1 3 0,-3 6 0,-1-1 0,-1 5 0,0 4 0,-1-5 0,0 11 0,0-6 0,0 3 0,0-6 90,0-5-270,1-4 0,1-2-359,0-2-451,4-1 1,2-5-1889,6-6 2878,-2-1 0,8-10 0,-3 2 0</inkml:trace>
  <inkml:trace contextRef="#ctx0" brushRef="#br0" timeOffset="11534">12215 1932 12750,'-4'-11'1079,"0"2"-539,1 4-90,0 0 179,0 1-539,-3 7 0,2 1 0,-2 8 0,2 0 90,-4 11-90,-3 9-90,-1 2 90,-6 14 0,2-8-832,0-4 832,1-3-90,6-16-55,-2 6 144,3-7-89,-1 2 0,3-9 0,2-1 90,1-1 648,0-2-649,0 0-28,6-12-61,-1 0 0,15-27 0,-2 4-1251,8-16 1251,-4 6 0,0-1 0,-3 2 0,1 4-562,-3 4 562,-2 4-72,-2 5 72,-2 5 0,-1 4 0,-2 2 1163,0 4-1253,-1 2 724,3 10-634,-3 12 0,1 5 0,-8 28-1468,-2 0 1468,-2 6 0,1-5-677,1-17 677,1-5-211,2-2 211,0-6 0,-1 1 0,2-7-90,-1 0 1396,0-2-1576,2-3-571,-1 3 841,2-7 0,1-15 0,1-9 0</inkml:trace>
  <inkml:trace contextRef="#ctx0" brushRef="#br0" timeOffset="11734">12098 2111 13379,'13'3'450,"1"-1"-360,-4-3 0,2-1 0,1-1-90,0 0-270,0 0-180,1 0-269,-2 0-1080,2-2 450,-2 1 1349,-1 0 0,4-1 0,1 0 0</inkml:trace>
  <inkml:trace contextRef="#ctx0" brushRef="#br0" timeOffset="12009">12412 2063 15628,'7'3'360,"-2"2"-180,-5 5-90,0 4 0,-1 2 90,-1 13-90,-3 11-1,0 1-44,-1-11 0,1-1-45,-2 4-604,-4 7 604,4-17 0,1-4 79,1-1-349,-1 3 0,2-7-180,-1 3-89,3-9 539,-1-2 0,2-3 0,0-1 0</inkml:trace>
  <inkml:trace contextRef="#ctx0" brushRef="#br0" timeOffset="12312">12426 2061 13919,'0'-10'270,"0"0"180,1 5-270,3 3-91,2 1 91,2 4-90,0 0 0,0 0-90,3 1 90,1 0 0,2 1 0,0 0-90,-1 1 90,0 0-90,-1 0 90,-1 0-90,-2 0 0,-1 0 90,-3 4 0,-7 2 0,-5 2-90,-9 3 0,-3-2-322,-4 1 322,-3-2 0,0 0 0,0-1-106,2-2 106,4-2 0,4-2-90,4-2-90,3 0-179,2-2-5668,3 0 6128,10-3 0,4-3 0,10-3 0</inkml:trace>
  <inkml:trace contextRef="#ctx0" brushRef="#br0" timeOffset="13801">13578 1923 13559,'-6'-8'1529,"1"1"-1079,1 3-180,-1-1 180,2 2-90,-3 0-181,-4 5 91,-4 5-180,-3 3 0,-3 7-90,3 1 90,-1 3-367,1 1 277,2-1 90,3-1-144,3 0 144,2-1-90,2-1 0,1 1 90,5 5 0,3 1-90,3-1 455,11 2-455,3-10 0,9-2 0,-4-8 0,8-8 0,-14-3 0,7-4 0,-10-1 0,-2-2 56,-1-2-56,-3-1 0,-2-2 0,-3 0 0,-3-11 0,-6-3 0,-1 0 0,-10-7 0,4 18 0,-4-3-180,-3 9 0,6 6-360,-11 2 91,11 7-91,-5 2-270,6 2-1528,0 2-990,3 0 3328,1 2 0,0 3 0,2 2 0</inkml:trace>
  <inkml:trace contextRef="#ctx0" brushRef="#br0" timeOffset="14034">13916 2100 14998,'5'-9'-629,"0"0"-2160,-2 5 2789,1 1 0,2 0 0,-1 1 0</inkml:trace>
  <inkml:trace contextRef="#ctx0" brushRef="#br0" timeOffset="14461">14234 1981 14099,'-2'-9'1259,"0"0"-899,0 2 0,1 1 359,-1-1-179,-1 1-180,1 0 0,-1 1-90,-2 2-181,-3 5 1,1 2 0,-2 3 0,1-1 0,0 2 0,-1 2-90,-1-1 90,3 2 0,-1-1-90,2 1 0,0 0 90,3-1-90,0 1 0,2-1 90,2 1-90,3-1 0,2 0 0,2 1 0,2-1 0,1-1-180,7 5 90,-1 0 90,1 0-90,-4-1 90,-6-4-90,0 4 90,-5-4 0,0 3-90,-5-3 90,-3 0 0,-2 2 0,-3 1 0,-10 6 0,-8 4-90,2-3 90,1-1 0,10-9-449,-1 1 89,4-3-180,-1 0-179,6-4-2789,1-1 3508,1-4 0,2-10 0,1-4 0</inkml:trace>
  <inkml:trace contextRef="#ctx0" brushRef="#br0" timeOffset="14667">14251 1989 15358,'-1'-10'1529,"1"1"-1439,1 3 90,1 2 0,9-1-90,0 2 90,20-2-180,-8 2-90,11-1-809,6-2-91,-11 3-1439,15-3-2006,-15 3 4435,2-1 0,8 0 0,-1-1 0</inkml:trace>
  <inkml:trace contextRef="#ctx0" brushRef="#br0" timeOffset="15693">15505 1935 17247,'-5'-6'1619,"3"2"-1529,-11 10 0,4 1 0,-3 2 0,-5 9 0,-2 4 0,-1 5 0,-1 8-90,9-12 0,1 4 90,6-10-90,2-1 0,1 0 0,2-2 90,5 7-180,4-1 90,2-1 0,10-2 0,3-10-90,11-3 90,-6-4 0,11-8 0,-14 0-430,6-4 430,-10 0 0,-3-2 0,-2 0 0,2-11 0,-8 6 0,-1-6 0,-8 8-89,-3-1 89,-3-1 0,-4-3 0,-13-5 0,-9 0-90,-11 4 0,12 16 0,1 3-180,-10 1-659,-7 6 479,23 2-180,2 2 141,1 1-951,3 1-898,3 1-900,2-1 3238,4 0 0,2 4 0,0 1 0</inkml:trace>
  <inkml:trace contextRef="#ctx0" brushRef="#br0" timeOffset="15985">15842 2174 15268,'1'-12'1709,"0"1"-989,-2 3-450,1 1-2969,-2 1 2699,-3 5 0,0 1 0,-2 5 0</inkml:trace>
  <inkml:trace contextRef="#ctx0" brushRef="#br0" timeOffset="16401">16047 1960 14908,'-4'-8'1440,"0"1"-1081,6 3-269,3 2 0,5 2 90,0 1-90,-1-1 0,2 1 0,7 0 0,4-1 0,-3 1-90,1 0 90,-7-1-90,-1 1 90,-1-1-90,-1 1 0,-2 0 90,-1-1-90,0 1 0,-2 0 90,-1 2-90,-6 4 0,-7 7 90,-10 9-3482,-8 10 3392,3-1-512,-4 10 512,15-18-128,-2 5 128,9-12 0,1-1-90,1 0-90,1-3 2941,2 1-3121,0-4 792,0 1-1062,1-2-150,0-1-4796,0-2 5576,1 0 0,1-2 0,0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7:05:36.07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438 2214 24575,'15'0'0,"25"0"0,6 0 0,8 0 0,-18 0 0,2 0 0,1-1 0,2 1-820,7-1 1,2-1 0,0 0 0,1 0 638,-11 0 1,1 1-1,-1-1 1,0 0 0,-1 0 180,4 0 0,-1-1 0,-1 0 0,-2 1 396,6-2 1,-2 0 0,-4 1-397,3-1 0,-5 1 704,11-3-704,-25 3 0,-12 1 0,-6 2 2199,0 0-2199,0 0 86,6 0-86,10 0 0,14 0 0,10 0 0,5 0 0,-6 0 0,-13 0 0,-10-2 0,-9-1 0,-3 0 0,2 1 0,5 2 0,4 0 0,1 0 0,-3 0 0,-5 0 0,-4 0 0,-3-1 0,0-1 0,1-1 0,4 0 0,4-1 0,4 0 0,3-1 0,1 1 0,-1 0 0,-4 1 0,-4 1 0,-4 0 0,-4 0 0,-2-1 0,-3-2 0,-1-1 0,0-2 0,0-2 0,-2-3 0,-2-2 0,-3-4 0,-2-7 0,1-15 0,4 10 0,2-4 0,-1-12 0,2-4-370,-1 11 0,1-2 0,0 0 370,-1-3 0,0-1 0,0 1 0,-1 0 0,1 1 0,0 1-132,0 5 0,0 0 0,0 1 132,0 1 0,1 2 0,0-1 0,0-14 0,0 0 0,1 15 0,0-1 0,0 0 0,0-5 0,0 0 0,0-1-310,0-3 1,0 0 0,0 0 309,0-1 0,0 0 0,0 1 0,0 3 0,0 0 0,0 2 0,0-10 0,-1 4 0,-1 11 0,0 3 1034,-3-10-1034,-2 18 398,-1 11-398,0 5 1002,1 4-1002,0 1 0,0 2 0,-2 0 0,-1 0 0,-6 0 0,-15 0 0,5 0 0,-4 0 0,-14 2 0,-5 1-534,7 0 0,-3 2 0,-2-1 534,8 0 0,-2 0 0,-1 1 0,0-1 0,1 1 0,-1 0 0,0 0 0,1 0 0,3 0 0,-1 0 0,1 0 0,2 0-145,-8 0 0,2 0 0,2 1 145,5-1 0,2 0 0,0 0 0,-11 2 0,2 0 0,7 0 0,3-1 0,7 0 0,1-1 0,-10 5 0,12-2 1565,8-2-1565,4 0 472,4-2-472,1-1 0,0 1 0,1 0 0,0 2 0,-3 1 0,-2 1 0,-3 2 0,-1 1 0,0 2 0,0 3 0,-1 1 0,0 3 0,0 2 0,0 6 0,0 8 0,-2 10 0,7-18 0,0 1 0,0 3 0,0 1 0,0 2 0,1 0 0,0 2 0,1 1 0,1 1 0,1 2 0,1 1 0,0 2 0,1 4 0,2 1 0,0-16 0,0 1 0,1 0-199,-1 3 1,1 0-1,0 0 199,0 2 0,0-1 0,0 0 0,0 0 0,0-2 0,0 1 0,1 1 0,0-1 0,0 0 0,1-2 0,1-1 0,0 0 0,3 16 0,1-2 0,1-1 0,0-2 0,0-6 0,0-3 0,-1-5 0,1-2 0,2 15 0,-1-11 0,-3-10 596,-1-8-596,-2-7 0,-1-4 0,0-3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5:08.768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21237 5258 9871,'-3'-10'1709,"-1"1"-809,3 4-450,0-2 89,0 1 1,0 0 0,1-1-270,0 1-91,1 0 1,2 1-90,0 1-90,1 0 90,1 2-90,-1 0 90,3 1-90,0 1 0,2 0 0,4 1 0,5 1 0,7 1 90,31 6-1791,-17-2 1,4 1 1700,2 1 0,5 1 30,-1-1 0,4 2 0,1-1-682,-1 1 0,1 0 0,2 1 652,-13-3 0,1 1 0,1-1 0,0 1 0,1 0 0,1 1 0,1-1 0,-1 1 0,0 0 0,-2-1 0,4 1 0,-3 0 0,0 0 0,0 0-412,-2-1 0,0 0 1,-1 1-1,-3-2 412,0 1 0,-3-2 0,0 1 0,1 0 0,-1 0 0,0-1-488,17 4 0,-1 0 488,-3 0 0,0-1 417,-2 0 0,-2-1-417,-6-1 0,-1-1 0,-4 1 0,-1-2 0,17 5 0,-7-2 360,-2 0 1432,-10-3-1522,-4-1 2287,-9-4-2107,-10-4 2576,-1-1-2846,-4-3 850,-3 1-940,-1-2 0,2 1-90,1 3-450,1 0-989,2 2-2159,-1 0 3598,0-2 0,-3-2 0,0-1 0</inkml:trace>
  <inkml:trace contextRef="#ctx0" brushRef="#br0" timeOffset="9158">15515 7109 12003,'-8'-3'27,"0"-1"230,3 3 126,-2-2-238,1 2 333,0-1 170,0 0-91,0 1 169,-2-2-223,1 1-21,-1-1-19,2 1-107,-1 0 338,1 1 96,-4-1-137,3 0 50,-2 0 60,1 1-243,2 1-172,9 3-547,6 0 87,8 3-28,17 2 82,12 0-1135,-7-1 0,1 1 1140,-4-2 1,0 1 36,7 0 1,0 1 1,-6-2 0,1 0 238,4 1 1,0-1-1273,5 1-1,1 0 1046,1 1 1,1-1-76,0 0 0,1 1 75,0-1 1,0 1-48,2 0 1,-1 0-5,1 1 0,0 0-917,2 0 1,-1 1 1042,1-1 1,0 1 56,0 0 1,2 0-330,-5 0 0,4 1 1,-2-1 242,-13-2 0,-2 0 0,4 1-12,7 1 0,4 2 0,0-1 0,-5-1-107,-8 0 0,-3-1 0,1 0 114,11 2 0,1 1 0,-2-1 2,2 1 1,-3 0-122,1 0 0,-1 0 1,-1-1 0,1 1 16,-4-1 1,2 0-1,-2 0-4,5 1 1,1 0-9,-8-2 1,2 0-1,-3 0-181,-1 0 0,-3-1 18,1-1 0,-2 0-49,-4 0 0,0-1 349,-1 0 1,-1 0-347,0-1 1,-1 0-180,26 6 718,-21-5 0,2 1-477,-3-2 0,1-1 1091,-2 2 1,0-1-914,4 0 0,-2-2-33,14 3 39,-19-4 0,0 0-40,9 0-1,-8 0 80,-11-3 1566,-1 1-1566,0 0 1412,-1-1-1412,1 0 638,-1-1-638,0 1 368,1-1-368,0 1 0,1 0 0,1 0 0,3 1 0,6 1 0,5 0 0,0 1 0,5 1-624,2 0 1,3 2 623,-5-1 0,1-1 0,0 1 0,8 2 0,-1 0 45,-2 0 0,-2 0-817,-10-2 1,-3 0 771,1 1 0,-1 0 0,1-1 0,-1 1 0,0 0 0,0 0-116,-1-1 1,1 1 115,0 0 0,-1-1 0,1 1 0,-1-1-534,0 0 1,0 0 533,0 0 0,-1 0 0,28 4 0,-2 0 253,-20-5 0,1 1-343,21 2 90,-15-3 0,2 0 0,-5-2 0,-2 1 38,1 0 0,0 0-38,-1-1 0,-1 0-90,14 2 90,-16-2 0,0 0 0,14 1-342,-17-1 1,-1 0 341,12 1 1034,-2-1-1034,0 0 0,-1 0-302,1 0 302,1 0 0,-1-1 0,1 0 0,2 0 460,-14 0 0,2 0-460,3-1 0,0 0 0,9 1 0,1 0 0,0-1 0,0 0 0,-9 0 0,-1 0 52,-1 0 0,-1 0-52,12 0 0,0-2 0,0 2 0,0-1 0,-1 0-89,1 0 89,-1-1-201,-12 0 0,1 1 201,1-1 0,1 0 0,-1 1 0,0 0 0,6-1 0,-1 0 0,19 0 0,-24 0 0,0 0 58,18-2-58,-10 1 0,-6-1 0,-1 1-90,2-1 90,0 0 0,-4 1 66,0 0-66,-4 0 0,-3 0 0,0 0 918,-3-1-918,1 1 0,4-2 90,-6 0-90,11-2 0,-15 2 0,5-1 0,-9 2 458,0-1-458,3 0 811,-4 0-811,4 0 406,-6 0-406,0 2 117,0-1-117,0 0 0,-1 1 0,0-1 0,-1 0 0,0 1-90,0-2 90,2 0 0,-1 0 0,3-3 0,-1-1 0,2-3 0,-1 0 0,5-5 0,-5 4 0,6-4 0,-2 0-254,2-1 254,1-1 0,1-2 0,0 0 0,-1-2 0,8-13 0,0-4 0,-2-2 45,-12 15 0,-2-1-135,1-21-1070,-2 2 1160,-6-1 0,-6 15 0,-2 3 0,-1-1 0,-7-18-706,4 16 1,-2 0 705,-6-14 0,-1 2-890,0 1 890,2 5 0,-2-4 0,2 5-74,3 10 0,0-1 74,0 1 0,0 1 0,-1-2 0,0 0 0,-2-4 0,0 0 0,2 7 0,0 0-45,-4-6 0,-1 0 883,-8-14-838,8 18 0,1 2 0,-6-9 311,-9-8-311,6 9 0,-1 1 0,-2 1 0,-3-1 0,-2 0 0,-5-1-640,-4 0 640,18 14 0,-3 0-45,-17-9 0,-3 0 45,8 5 0,0 0 0,4 3 0,-2 0 0,2 2 0,-5-1 0,0 0 0,0 1 0,-2 0 0,-1-1 0,-4 1 0,0-1 0,-1 1 0,1 0 0,-1-1 0,-2 1 22,4 2 1,-2-1-1,1 1 1,3 2-738,5 1 0,4 2 0,-3 0 745,-11-4 0,-2-1 0,3 2-797,-5-2 0,3 2 767,-2 0 0,-1 0 0,2 0 0,-4 1 0,17 3 0,-3 1 0,-1-1 0,3 1-261,-3 0 1,1 0 0,-2 0 260,3 0 0,-4 0 0,1 0 0,3 0-18,0 1 0,3 1 1,-3-1 17,-1 0 0,-3 0 0,1 0 0,1 0 0,-1 0 0,1 0 0,-3 0 0,4 0 0,-3 0 0,-3 0 0,1 0 0,3 1 0,-3-1 0,3 1 0,-1-1 0,-2 0 51,2 1 1,-2-1 0,-1 0 0,1 0 0,2 1 13,-1-1 0,2 1 0,0-1 0,2 1-9,-13-2 1,1 0 0,4 0 106,-4 0 1,2 0-4,1 1 1,0 0 184,0 0 0,0 1 36,1 1 1,0 1 125,1 0 0,1 1-287,4 0 0,1 1 18,0 1 0,2 0 40,2 1 1,1 0-25,0 0 0,-1 1 454,1 0 0,0 1-418,1-1 0,-2 1 587,-15 2 0,0 0-570,12-1 1,1 1 185,-14 1 1,1 1-137,17-1 0,0 0 53,-15 3 0,-2-1 329,0 2 1,0-1-538,1 0 1,-1 1 93,14-1 1,0-1 0,1 1 114,-7 2 1,1 0 6,1-1 1,0 1-49,4 0 0,2-1 475,-11 4-466,13-3 0,1 1 6,8-3 0,0 1-1,-18 4 1,-2 1-99,9-1 0,0 1-9,0-2 1,-1 1 48,-8 4 0,-1 1 48,10-3 1,-1 0-49,-9 5 1,0 0-223,11-4 0,0 0-104,-5 2 0,1 1 0,-6 2 0,17-6 0,2 0 0,-7 4 0,-2 3 0,6-2 0,-1 2 0,2-2 0,1 1 0,2 0 0,0 1 0,1-1 0,0 1 0,0 0-107,-11 10 79,-5 1 17,16-11 0,-1 0 19,-15 11-9,3-1 46,12-10 15,0 1-15,1-1-45,2 1 0,1 1-176,2-1 352,1 1-176,2-1-81,2 1-581,-3 7-139,7-7 258,-5 14-444,9-7-95,-1 10 284,5 0 647,2-7-957,2 12 32,0-5-123,0 2 260,1-3 266,-1 1 174,0-9 18,0 10-18,1-13-70,1-1 20,0 1-1565,0 10 104,1-7-689,2 6 2564,0-12 1,5 6 0,1 0-1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5:44.18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5255 6965 9422,'-4'-10'629,"0"1"-359,-2 1 90,0-2-180,-2 0 0,1 0 0,0 2-1,1 1 1,-1-1 0,-2 1 0,1 0-90,-2-1 90,0 1-90,-1-1 90,-1 3-90,0-1 0,-1 1 0,0 1 0,-1 0 0,0 0 90,-10 0-1,-7 2-89,-12-1 0,3 4-90,-1 1-601,7 1 601,3 1 89,3 1-337,3-2 248,2 2 90,0-1-90,0 2 90,2-1-90,0 2 0,3 0 0,1 0 0,-2 5 90,6-2 583,-5 15-673,10 1 0,3 14 90,5-3-90,12 16 0,-1-18-682,7 10 682,-2-14 0,3-2 89,1 0-89,2-3 0,12 10 0,5-3-129,-13-13 0,0-1 129,16 7 45,-14-14 0,0-3-45,17-1-1094,6-4 1094,-4-7 0,-4-4 0,1-2 0,4-3 90,-3-1-90,-1-3 0,-4 1 0,-3-1 901,-4 1-991,-3-1 180,-2-1-582,-2-1 492,-2-1 0,-3-1 0,-4 0 0,-3 0 90,-4 2 326,-1-12-236,-6-2-90,-2-2 548,-7-2-548,-5 9 0,-16-17 0,1 10-634,7 12 1,-1 1 543,-15-7 90,-3 2-90,-4 3 113,-2 2-113,10 9 0,-1 1 45,7 3 0,1 0-711,-10-1 0,1 2 666,-13 0 0,1 2 0,2 4 0,11 3 0,-1 1-90,3 1 0,0 2 0,-3 0 0,1 1-180,-17 8 452,22-2-542,4 2-90,7 1-269,4 2-1260,6 0 270,5 1 1709,4 1 0,6 8 0,4 4 0</inkml:trace>
  <inkml:trace contextRef="#ctx0" brushRef="#br0" timeOffset="5141">4863 7938 10321,'-12'-7'990,"3"2"-541,2 5-89,0 0-90,0 1 270,1-1-91,0 1 91,0 0-90,0 1-90,0-1 269,2 0-179,-2 1 0,1 1-450,6 2 90,1-1-90,6 3 90,0-3-90,3 0 90,2 1-90,3 0 90,3 1-90,3-2 0,5 2-483,3-3 483,5 1 0,2 0 0,-9-3 0,3 0 45,3 2 0,3-1-658,13 0 1,2 0 612,-14 0 0,1-1 0,-1 1 45,11-1 0,-1 1-45,1-2 0,-1-1-874,-12 1 1,-2-1 873,2 0 0,-1 0 0,1 1 0,0-1 0,0 0 0,0 1-194,0-1 0,0 0 239,1 0 0,-1 0-45,1 0 0,-1-1-443,-1 1 1,0 0 442,0 0 0,0 0 0,-2-1 0,0 1-99,-1 0 1,0-1 98,-2 1 0,-1-1 846,23 0-846,-6 0 210,1-1-210,-9 2 90,-5-1 1368,-10 0-1368,-12 2 1457,0-1-1457,-2 0 874,-1 0-784,0 1 169,-1-1-79,-1 0-180,0-1 0,-2 0 0,2 0-1,-2-1 1,0 0 90,0-1-90,-1 0 0,0 0-180,-1-1 180,0 0 0,0 0-90,-3-1 0,1 0 0,-3-2-90,1 3 90,0-2 0,1 2 0,0-2 0,1-2 0,-1-6 0,2 2 0,0-15 0,1-2 0,2-14 0,0 3 0,0 2-508,-1 9 418,0 4 90,-2 2-36,1 2 36,-2 2 0,1 2 0,-1 3 0,1 0 90,-1 2 417,-1 1-507,1 1-53,-1-3 143,0 4-90,-1-3 0,1 6 0,-2-3 0,0 0 0,0 1 0,-1-1 0,2 5 0,-3-4 0,3 4 0,-2-3-90,1 2 90,0 1 90,-1-2-90,-2 2 0,0-1 0,1 2 0,-3 0-90,3 1 90,-2-1 0,1 2 0,0 0 0,-1-1 0,0 1 0,0 0 0,-1 1 0,-2-1 0,0 1 0,-1 1 0,-8 0 0,-5 2 0,0 0 0,-2 1 0,-5 2 0,7-1 0,-9 2-591,7-3 591,-2 1 0,-3 0 0,-3 1 0,-1-1 0,0-2 0,-1 2-847,-1-2 757,-2 2 90,1-2 0,-2 1 0,1-1-205,10 0 0,-2-1 205,0 1 0,-1-1 0,-8 1 0,-1 0 0,10 0 0,0 0 0,-6 0 0,2-1 0,-7 1-339,-9 0 339,19-1 0,4 1 774,2-1-774,-16 2 0,14-1 49,-12 1-49,18-1 0,2-1 0,1 1 0,0 0 941,-7 2-1031,-2 0 90,-7 1 0,6 0 0,4 0 0,7-1 0,-7 1 0,7 0 0,-6 1 0,7-2 0,-5 1 423,5 0-423,-5 0 0,10-1 0,-1-1 0,2-1 0,1 1 0,-4 1 0,0 0 0,-2-1 0,5-1 0,-1 0 0,5-1 0,-1 0 0,3 0 0,-1 1 0,0-1 0,-1 1 0,2-1 0,-2 1 0,2-1 0,-1 1 0,1-2 0,0 2 0,-1-1 0,0 0-90,0 0 180,-1 0-90,0-1-90,2 1 90,-1 1 0,2 2 0,1 0 0,1 1 0,-1 1 0,-3 4 0,2 0 0,-3 5 0,-1 4 0,2-3 0,-3 6 0,3-5 0,0-1 0,0 2 0,-1 0 0,1 1 0,-1-1 0,2-1 0,0-1 0,1 0 0,0 0 0,1-2 0,0-1 0,0-1 0,0-1 0,-1 5 0,2-2 0,-2 1 0,2-2 0,1-6-179,0 7-1,1-6-180,0 4-90,0-3 180,0-1-629,1-1 269,0 0-2698,2 0 630,0 0 2698,1-1 0,-1-2 0,0-1 0</inkml:trace>
  <inkml:trace contextRef="#ctx0" brushRef="#br0" timeOffset="11035">4671 8611 13649,'8'2'450,"-1"-1"-360,-1 0-90,0 0 90,-2 0 0,4 0-90,-3-1 90,6 1 0,-4-1-90,3 0 90,-2 0-90,1 0 0,0 0 0,1 1 90,1 0-90,1 0 0,-1 0 90,8 1-90,4 0 0,7 2 89,7 2-89,-6-1 0,0 1-442,-7-3 442,4 2 0,3-2 0,3 1 90,2 0-180,1-1 90,0-1-757,1 0 757,0-1 0,14 2-110,-3 1 110,0-1 90,-1 2-90,-10 0 0,8 1 0,-10-2 0,-3 1 0,-11-2 0,1 0 0,-2-1 0,1-1 90,-2 0-90,2-2 0,-2 1 0,2-1 0,-2-1 0,-1 0 399,0-1-399,5 0 0,-7 1 0,9-1 875,-8-1-875,6 0 125,-7 0-125,-1 1 0,-4 0 0,0 0 90,0 0-90,2-1 0,-1 1 0,1-1 0,-1 1 0,1-1 0,-2 1 0,9-3 0,1 1 0,0-1 0,3 0 0,-5 2 0,2-2 0,-3 2 0,-3 0 0,-5 1 0,0 0 0,1 1 0,-2-1 0,2 1 0,-1-1 0,0 0 90,0 0-90,-1 0 0,1 1-90,0-1 90,4-1 0,-3 1 0,8-1 0,-3 0 0,5-1 0,-4 2 0,2-2 90,-8 3-90,2-1 0,-5 1 0,-1 0 0,0 0 0,-1 1 0,-1-1 0,0 1 0,-1 0 0,2 0 0,0 0 0,1 0 0,-1 0 0,-2-1 0,5 2 0,-4-2 0,4 2 0,-5-2 0,1 1 450,0 1 539,0-1-719,-2-2-180,-2-1 0,-2-3 0,-3-1-90,1 1 90,-1-1-90,2 2 0,-1-5 90,-1-2-90,1-2 0,0-1 0,1 2 0,0 0 0,1-2 0,0-2 0,0-4 90,2 0-90,-1-2 0,2 1 0,0-1 0,0 0 0,1 1 0,1-9 0,-1 9 0,2-5 0,-3 11 0,1-4 0,-1-1 0,1-2 0,-2 5 0,0 4 0,-1 7 0,0-1 0,0 2 0,-1-1 0,1 2 0,-1-2 0,1 3 0,0-3 0,-1 2 0,0-2 0,0 1 90,0 1 90,0-1-90,-3 3-90,-2 2 0,-2 1 90,-1 2-90,1-2 0,-2 2 0,2 0 0,-3 0 0,-1 0 0,-9 1 0,1 0 0,-7 2 0,4 0 0,-5-1 0,-3 1 0,-18 1-1567,-6 2 1567,1-2 0,1 1 0,17-4 0,-17 1 0,15-1-681,-11-1 681,15 0 0,0-1 0,-4-1 0,0 1 0,3-1 0,-1 0 0,4 0 0,1-1 0,-10 0-90,12 0 90,-20 0 0,10-1 0,-11 1 1444,12-1-1444,-5 1 0,16 1-251,-5 0 251,9 0 0,2 0 0,-1 1 742,1 0-742,0 0 0,-2 1 0,0 0 0,0 0 0,-9 2 0,9-1 0,-16 4 0,8-2 0,-10 4 0,10-4 0,-5 3 0,16-4 0,-6 1 0,8-1 271,0-1-271,1 1-48,0-1 48,-7 2 0,7-2 0,-5 1 0,1 0 0,6-2 0,-10 2 0,6 0 0,-6 1 0,7-1 0,2 0 0,6-2 0,0 1 0,1-1 0,0 1 0,0-1 0,1 1 0,-1-1 0,1 1 0,0-2 0,-3 3 0,-1-2 0,1 1 0,-2 0 0,3 0 0,1-1 0,-3 1 0,4-2 0,-3 1 0,3 1 0,2-1 0,-2 0 0,2 0 0,-1 0 0,0 0 0,1-1 0,0 1 0,0 1 0,0-1 0,0 1 0,0 0-90,0 0 90,1 0 0,1 2 0,1 2 0,1 3 0,0 3 0,0-1 0,0 2 0,0-1 0,0 1 0,0 3 0,0 2 0,-1 0 0,0 3 0,0 0 0,0 3 0,1-2 0,-1 15 0,-1 0 0,1 14 0,0-12 0,1 5 0,0-11 0,-1-2 0,2-6 0,-1-9 0,2-2 0,-1-1 0,0 0 0,0-2 0,0-1 0,1-1 0,-1-1 0,-1 0 0,2 1 0,-1-1 0,0 2 0,0-4 0,1 1 0,-1-2 0,1 1 0,0-1-540,-1 1 540,1-1 0,-1-2 0,1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7:05:57.461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4597 7877 7263,'-9'2'1169,"-3"0"-899,2-1 0,-2 1 180,3 1 89,1 0-89,1 3 90,3 2-270,4 2 269,29 5-449,-3-7 0,11-2 0,9-1-871,-6-2 1,6-2-1,0 1 1,-2-1 810,-2 1 0,-1-1 0,5 1-18,-9-1 1,4 0 0,3 0 0,2-1 0,1 1 0,-2 0 0,-2 0 17,2 0 0,-2-1 0,-1 1 0,1 0 0,0 0 0,1-1-15,4 1 0,2 0 0,0 0 0,0 0 0,1-1 0,-1 2-201,-5-1 0,1 0 0,0 0 0,-1 0 0,0 1 0,-3-1 0,-2 0 186,9 0 0,-4 0 0,-2 0 0,-2 1-61,2-1 0,-2 1 0,-3-1 61,1 1 0,-5-1 90,9 0-90,-17 0 0,-1 0 2611,14 0-2611,-14 0 2011,-7 0-2011,-8-1 435,2 2-435,-3-2 0,-3 1 0,-2-1 0</inkml:trace>
  <inkml:trace contextRef="#ctx0" brushRef="#br0" timeOffset="984">4606 8530 10231,'-13'-2'720,"27"-1"-540,-7 2 0,32-3-1,-7 3 1,2 1-135,-9-1 0,2 0-514,8 1 0,7-1 0,4 1 0,1 0 505,-2 0 0,1-1 0,2 1 0,2 0 0,1-1-342,-8 1 0,1 0 0,1 0 1,1 0-1,1 0 0,1 0 1,0 0 315,-4 0 0,2 0 0,1 0 0,0 0 0,1 0 0,-1 0 0,0 0 0,-1 1 0,-2-1-279,3 0 0,0 1 0,-1-1 0,-1 1 0,0 0 0,-2 0 0,-1-1 269,8 1 0,-1-1 0,-1 1 0,-2 0 0,-1 0 0,1 0 0,-1 1 0,-2 0 0,-4-1-38,12 1 0,-4 1 38,-9-2 0,0 1 0,-2 0 45,8 0 0,-3 0 447,-11 0 0,-3-1-312,6 0 2007,-8 0-2097,-4-1 3146,-9 1-3236,4 1 0,-11-2 0,-1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8:03.15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1336 2139 12570,'-3'-9'1439,"-1"0"-1259,6 24 90,-2-2-90,2 26 0,-1 4-1,-2-1 1,-1 7-1291,0-6 0,0 4 1,-1 1 1155,0-3 0,-1 2 0,1 0 0,-1-1-15,0 9 0,-1-1 0,0 1 15,0-9 0,0 1 0,-1 0 0,1-3-549,0 0 0,0-2 1,0-1 503,0 0 0,0 0 0,1-2 45,-3 10 0,2-5-101,0 9 146,-1-9-90,3-9-72,1-6 72,1-6-90,1-6 379,0-3-1279,3-14-3237,5-19 4227,2-11 0,-2-3 0,0-5 0,0 2 0,0 0 0</inkml:trace>
  <inkml:trace contextRef="#ctx0" brushRef="#br0" timeOffset="742">1390 2034 13559,'-5'-9'270,"0"0"-90,2 6 450,-1 0-1,0 0-539,13 2-90,0 0 90,21 0 0,2-1-1616,18-2 1571,-21 2 0,2-1-45,9-1 0,3 0 45,3 0 0,1-1-45,8 0 0,1 0-933,-17 1 1,1 1 0,-1 0 932,3 0 0,0 0 0,0 0-456,1 1 0,0 0 0,3 0 478,1 0 1,5 1-1,-1 0 1,-2 0-23,3 1 0,-2 0 0,3 0-370,-3 0 1,2 0 0,1 1 0,-4-1 399,0 2 0,-4-1 0,1 1-225,1 0 0,-1-1 0,0 2 195,-1-1 0,0 0 0,2 1 70,-2 0 1,3 0 0,-1 1 0,-2-1-71,1 1 0,-2 0 0,3 1 28,1-1 1,4 1 0,0 1-1,-5-1-28,-3 1 0,-3 0 0,0 0 0,-2-1 0,0 1 0,-3-1 0,7 2 0,-5 0 90,3 1 1089,-9-2-999,-6-2 1744,-6 0-1744,-5-1 2051,-2-1-2051,-3 0 1877,0 0-1877,-2 1 594,1-1-684,-3 0 0,2 1 90,-4-2-180,1 3 180,-2 5 0,-3 8-90,-2 4-1,-5 12-89,0-1 90,-1 12-1454,-2 4 1364,2 5-718,4-25 1,1 1 717,0 1 0,0 0 0,1 1 0,0 1 45,1 15 0,0 1 0,1-11 0,0 0-45,1 11 0,1 2 0,2-2 0,1-1 45,-1-12 0,1 1-45,4 20 0,1 0 0,-3-18 0,1-3 0,0 2 0,-1-2 90,6 16-90,-6-22 0,1 2 0,-4-12 90,1 0 0,-4-9 1202,-1-3-1292,-3 0 1867,-1-2-1777,-13 0-90,-1-2 0,-17-1-308,0-1 1,-2-1 307,6 1 0,-4-1-689,-13-1 1,-8 1-1,0 0 689,3 0 0,-1 1 0,0 0-611,10 0 0,-1-1 0,1 1 0,-1 0 611,0 0 0,0 0 0,1 1 0,2-1 0,-4 2 0,3 0 0,0 0-545,-2 0 0,0 1 0,-1 0 545,2 0 0,-1 0 0,-3 1-233,1 0 1,-3 1 0,1 0-1,2 0 233,-2-1 0,2 1 0,-1 0 67,3-1 0,-2 1 0,1 0 0,3-1-67,4 0 0,2 0 0,0 0 0,-17 2 0,2 1 0,5-2 0,2 0 0,4 1 0,0-1 0,-7 1 0,1 0 459,4 0 1,2 0-505,1-1 0,2 0-225,5-1 1,4-1 1131,-1-1-862,4 0 0,19-9 0,8-3 0</inkml:trace>
  <inkml:trace contextRef="#ctx0" brushRef="#br0" timeOffset="1358">1056 4187 14549,'-9'-3'90,"3"-1"90,7-3-1,2 0 1,5-2 0,1 2 90,7-4-90,-1 0-90,7-1 90,8-1-90,-3 2 0,11-1-872,-9 4 872,2 2 0,-3 1-418,1 3 418,-3 2-200,-4 2 110,0 1 90,-3 2-90,-2 4 0,-4 0 835,-4 4-835,-3 1 351,-4 4-351,-5 8 90,-19 24-90,5-19 0,-2 1-1,-1 0 0,-1 1 91,-10 7 0,1-2-1452,-7 4 1407,15-16 0,1-2-45,-5 4-233,6-7 233,4-2 90,2-2-90,6-5 267,3 0-267,5-5 1517,8-1-1517,1-3 386,23-3-296,13-7-90,-13 1 0,0 0-636,-3 0 0,-1 0 636,26-7-90,-18 4-678,-3-1 498,-2 0-90,-4 1-90,-4 1-179,-5 0-271,-3 2-1348,-1-1 378,-2 0 1870,-1-1 0,2-4 0,-1-1 0</inkml:trace>
  <inkml:trace contextRef="#ctx0" brushRef="#br0" timeOffset="1842">1743 4214 14729,'-9'-9'809,"1"1"-539,4 3 270,2 1 179,-2-1-179,1 0-360,5-2-90,0 1 0,5 0 0,1 2-90,1 2 90,2 0-90,0 1 90,0 0-90,2 2 90,-2 2-90,1 1 89,-2 2-89,0 3 0,-2 10 90,-5-3-90,-4 10 0,-6-1 90,-15 25-393,7-22 0,-1 0 303,0 0 0,0 0 0,-5 2 0,1-1 0,-3 4 0,-2 4 90,10-15-90,8-7 0,4-6 0,4-1 0,2-1 0,3-1 606,4-1-606,3-1 0,6-2 0,2-2 0,9-1 0,19-7-90,-7 0 90,12-4-676,-17 2 47,11-6-361,-3 1-2653,-18 4 0,-1-1 3643,5-2 0,-5-4 0,-13 8 0</inkml:trace>
  <inkml:trace contextRef="#ctx0" brushRef="#br0" timeOffset="2450">2312 4111 16258,'-1'-12'1079,"0"2"-449,1 2-91,0 1-449,-3 13-90,0 0 90,-3 12-90,-1-1 90,1 2-90,-3 7-397,-1 1 397,-1 4 0,-1-1 0,1-3 0,3-2 90,0-3-90,1 3 0,0-3 0,2 1 0,2-9 0,3-3 487,1-6-577,3-2 90,4-3 0,0-2 0,2-3 0,0-1 0,-1 0 0,5-3 0,-3 2-90,6-4 90,-1 3-90,3-3 0,3 2-90,-5 3 91,-1 0-1,-6 2-90,1 1 90,-1-1 0,-1 1 0,0 0 0,-2 1 90,1-1-90,-2 1 90,0-1-90,0-2 0,-1 1 90,-1-2-90,-1-2 0,-1 2-90,-1-3 180,-3 22 0,1-3 0,-4 30 0,3-15-534,-2 10 534,3-10 0,-1 12 0,4 2 0,1 8-180,2-13-360,6 1 90,-5-19-179,5 4-271,-2-12-1349,1-2 176,2-3 2073,1-1 0,9-6 0,1-1 0</inkml:trace>
  <inkml:trace contextRef="#ctx0" brushRef="#br0" timeOffset="2695">2846 4223 14998,'0'-11'900,"4"3"-630,0 6-180,5 4 90,-1 1-90,2 2 0,1 2-1,2 2 1,3 4 0,2 3-90,2 4-342,-1 0 432,0 3-269,7 9-1,-7-6-630,10 15 91,-15-20-1620,4 4-989,-10-13 3325,0-2 1,0 0 0,0 0-1</inkml:trace>
  <inkml:trace contextRef="#ctx0" brushRef="#br0" timeOffset="2891">3090 4233 14729,'-5'-15'179,"0"2"-89,0 3 0,2 2 0,-1 1 0,0 2 90,1 2 0,-10 9-90,4 3 0,-10 10 0,4 4 90,-13 23-1326,10-10 1236,-8 15-90,11-18-732,2 0 552,2 0-270,2-3-2518,0 4-180,5-11 3148,1 2 0,5-7 0,1-1 0</inkml:trace>
  <inkml:trace contextRef="#ctx0" brushRef="#br0" timeOffset="3327">3394 4067 15808,'15'1'90,"0"-2"-90,7-1 90,-4 0-90,7 0 0,-9 1 0,-1 0 0,-2 2 0,0 1 90,-1 2-90,-2 1 0,-2 3 0,-4 2 0,-7 17 0,-4-1 0,-10 15 90,-2-4-328,2-10 0,-1 1 238,2-3 0,0 1 45,-4 5 0,1-2-45,-4 9 0,6-5 0,11-18 0,1 2 0,4-7 0,2-1 0,2-2 0,1 0 0,2-1 476,2-1-476,3-1 0,2-1 0,3-2 90,18-5-90,10-4-45,-13 0 0,2-1-409,6-2 1,-1-1 183,-9 2 0,-1 0-1169,9-4 0,-2 0-1439,1-3 2638,9-4 1,-14 2-1,1 0 1</inkml:trace>
  <inkml:trace contextRef="#ctx0" brushRef="#br0" timeOffset="3942">3998 4070 14459,'1'-14'719,"-1"1"-89,1 8-270,1-4 0,-1 4 269,0-3 1,0 3-1,1 1-539,-4 11 0,2 1 0,-6 12 0,-1 1 0,-3 4 0,-9 19 0,4-8-959,-6 10 869,6-13 90,-5 9-90,7-12 90,-3 6-180,8-18 90,1-3 0,2-2-180,-1 1 90,2-5-180,1 1 91,5-6-1,4-6 90,3-1 869,8-10-779,-4 3-90,5-4 0,-6 4 90,0 0-90,-1 1 90,-1 1-90,4-3 0,-3 4 90,3-3-90,-1 3 90,-2 1 0,7-2-90,-7 4 90,3-1 0,-5 2 0,1-1 0,-2 1 0,3-2 0,-4 0 0,2-1 0,-4 0 0,1 0 0,-2-1 0,1-1 0,-1 0 0,-1 0 0,-1-4 0,0-1 0,0 0 90,0 1-90,-1 5 0,-5 20 0,2-2 0,-5 20-524,1-4 524,1 4 0,0 3 0,0 1 90,3 9-90,0-12 0,3 6 0,2-5 0,-1-11-359,4 9-1,-3-16-180,1 1-179,-1-9 719,-2-2 0,5-12 0,1-2 0</inkml:trace>
  <inkml:trace contextRef="#ctx0" brushRef="#br0" timeOffset="4866">3609 4102 13919,'4'-8'0,"1"1"90,-1 5 0,2-1 0,-1 0 0,0 1 0,1 0 0,1-1-90,0 1 90,0-1 0,1 1 0,3-2 0,1 1-90,3-1 0,-3 1 89,2 3-89,-5 1 90,3 4-90,-4 1 0,-2 4 0,-4 0 0,-2 3 90,-1 1-90,-3 4 0,-2 5 0,-3 4 0,-3 3 90,-1 1-90,0-3 0,-5 9 0,2-3 0,-1-2 90,3-4-90,5-10 0,1-3 0,2-4 0,3-4 0,0-2 90,1 0 0,3 0-90,2-2 0,3-1 90,5-3-90,4-3 90,8-1-90,-4 0 0,8-2 90,-8 1-180,4 1 90,-7 2-180,-4 1-449,-6 2-1,1 1-2338,-2 0 1259,2 1 1709,-3-1 0,-2 0 0,0 0 0</inkml:trace>
  <inkml:trace contextRef="#ctx0" brushRef="#br0" timeOffset="5283">4355 4142 13559,'-6'-9'2249,"0"1"-2069,10 6 0,0 2-90,6 4 0,0 1 0,1 2 0,3 0 0,0 2-1,6 3-89,2 0-323,4 1 412,-1 1-89,1-1-89,-2 0-181,-3-1-90,-3-2-90,-3-1-359,-1-2-1440,-3 0 2249,0 0 0,-3-2 0,0 1 0</inkml:trace>
  <inkml:trace contextRef="#ctx0" brushRef="#br0" timeOffset="5483">4574 4111 14729,'-8'-14'359,"1"2"-89,1 2-90,0 2 90,2 2-90,-1 0-90,1 3 180,-6 4-90,2 3 89,-15 17 1,-3 11-180,-5 7-1410,0 6 1410,7-7 0,-2 11-180,6-9-180,-1 8-855,10-15 496,1-3-541,3-4-1078,2-5 2248,1 3 0,3-3 0,0 5 0</inkml:trace>
  <inkml:trace contextRef="#ctx0" brushRef="#br0" timeOffset="5983">4860 4027 15628,'0'-9'1889,"0"0"-900,-2 2-539,2 1-360,2-1 0,1 2 90,2 1-90,3 1-90,0-1 180,10-1-180,-3 2 0,7-2 0,-5 3 0,-1 2 0,1-1-90,4 5 90,-5-1-90,9 7 90,-14-3 0,3 6 0,-10-3-90,-1 3 90,-4 1 0,-1 2 0,-9 12 0,-6 7 90,-8 8 0,3-7 0,-2-2 0,8-12-90,2-1 90,3-6-90,7-5 90,1-2-90,2-1 0,2 0 0,1-1 0,4 1 0,1-1 0,3 0 0,1-1 0,11 5 0,-5-2 0,7 3 0,-5 3 0,-7-3 0,-3 12 0,-19 4 0,-22 13 0,-4-4-741,13-17 1,-2-1 740,-14 7-90,1-3-878,3-2 698,3-4-359,7-4-361,5-2-629,3-4-4947,2 0 6566,4-3 0,0-1 0,3-3 0</inkml:trace>
  <inkml:trace contextRef="#ctx0" brushRef="#br0" timeOffset="6575">617 5254 15538,'-26'2'90,"1"0"0,1 1 0,2-1 90,-1 0 0,2 0 180,-7 1-91,11-1-89,-5 1 90,6 0-90,5-1 270,-2 3-270,13 0 0,4 1-1,12-1 1,12-1-310,15-1 220,-15-3 0,2 1-1296,10-2 1,2 0 1250,6-1 0,1 0-816,-10 0 1,0-1 0,2 0 800,2 0 0,2-1 0,1 0-447,-5 1 1,1-2 0,1 1 0,1 0 438,2-1 1,0 1-1,1 0 1,2-1-267,4 0 0,2 0 1,1-1-1,0 1 262,-11 1 0,-1 0 0,1 0 0,2 0 0,2 0-41,-2 1 0,3-1 0,2 0 0,0 1 1,1 0-1,-2-1 0,-2 1 23,8 0 0,-2-1 0,-2 1 0,2 0 0,2 0 12,-7 0 1,3 0 0,0 1 0,2-1 0,-2 0 0,-1 1 0,-3 0-13,3 0 0,-3 1 0,-1 0 0,1 0 0,3 0 15,1 0 0,3 0 0,1 1 0,1 0 0,-1 0 0,-1 0 0,-5 0 0,-2 0 0,0 0 0,1 1 0,0-1 0,1 1-15,0 0 0,2 0 0,1 0 0,0 1 0,-1-1 0,-3 1 0,-2-1 18,2 1 0,-3-1 0,-2 1 0,-1 0 0,0 0 110,7 0 1,-2 1-1,-1 0 1,-4 0-129,14 1 0,-5 1 0,-8-1 0,-2 0 0,-4-1 0,-4 1 0,18 1 90,-12 0 1206,-11-1-1206,-9-1 1913,-2 0-1644,-9-2 2456,-10-2-2725,-5-1 1426,-7-1-3945,7 0 1308,7-2-2836,-1 2 3957,6-3 0,-6 5 0,0-2 0</inkml:trace>
  <inkml:trace contextRef="#ctx0" brushRef="#br0" timeOffset="8083">17346 2464 11760,'2'-12'1080,"0"2"-721,0 1 1,-1 1-90,0 2 450,0 0-361,1-1 361,-2 2 180,1-3-91,-1 2-629,6 14-90,-3-1 0,5 17-90,-3 2 90,-1 7-90,1 9-1467,-2 9 1467,-3-22 0,0 1-847,-1 3 1,0 3 846,-2 4 0,0 2 45,-1 1 0,-1 1-45,-1 3 0,-1 1 0,0-1 0,0-1 44,0-5 1,0 2-45,-2 11 0,0 1 45,1-3 0,0-1-45,1-1 0,0 0 45,2 2 0,1-5-45,2 1-700,2 4 520,1-24-65,1-6-24,1-2 1025,0-3-1206,1-4 1808,0-3-2078,1-4 627,1-3-2156,0-3-433,1-3 2682,1-4 0,4-9 0,2-4 0</inkml:trace>
  <inkml:trace contextRef="#ctx0" brushRef="#br0" timeOffset="8991">17148 2399 13289,'-17'-12'-449,"1"0"449,-1 3 90,1 0 0,1 1 89,0 0 1,2 2 0,2-1 90,1 3-90,1-1 0,2 2 360,1 0-361,11 1 1,5 2-90,17 1 45,0 2 0,5-1 0,13 1 0,5 0-1737,4 0 0,2 0 1632,-13-2 0,2 1 0,-2-1 30,-4 0 0,-1-1 0,0 1-30,2-1 0,1 1 0,0-1-757,2 0 0,0 0 0,0 0 756,3 0 1,0 0 0,0 1-506,2-2 0,0 0 0,1 0 476,2 1 0,0-1 0,1 1-309,0-2 1,1 1-1,1-1 331,-9 1 1,1-1-1,1 0 1,0 1 72,-1-1 0,1 1 0,0-1 0,4 0-77,2 0 0,5-1 0,1 1 0,-1-1 0,-3 1 4,-2 1 1,-2-1 0,-1 1-1,2 0-22,-3-1 0,1 0 0,2 0 0,-1 1 0,-2-1 22,9 1 1,-1 0-1,-2 1 1,-2-1 207,3 0 0,-3 0 0,4 1-230,-8 0 0,5 0 0,1-1 0,-2 2 0,-3-1 30,9 1 0,-3 0 0,-1 0 0,-1 0 1,0 0 0,-3 0 14,7 1 0,-8-1 45,2 1 588,-4 0-498,-16-1 1584,-1 1-1584,-15-2 946,-3 1-1036,-2 0 2817,0 0-2817,1 0 1035,-3 0-1125,2 1 236,1 4-146,-3 0-90,12 11 90,-5-1-497,5 7 407,-3 0 90,-1 1-90,-1 5 44,-3-2 1,-1 1-45,4 20-945,-5-13 1,-1 1 944,-5-6 0,-1-1 0,0 3 0,-2 0 45,0 2 0,-1 0-529,-1 2 1,-2 2 513,-1 3 0,-2 3 0,1 0-1047,-2 7 1,-2 1 1016,1-5 0,0 2 0,-2 1 30,0 1 0,-1 0 0,0-3-30,2-9 0,0-2 0,-1 3 0,0 4 0,-2 5 0,1 1 0,0-4-228,-1 1 0,1-3 0,0 2 228,-2 8 0,-1 2 0,2-3 0,2-13 0,1-3 0,1 0 0,-3 12 0,2-4 45,3-14 0,1-2-45,-4 23 110,5-22 0,-1-1-110,0 8 609,0 4-520,1-20 2146,1 1-1965,1-5 1567,-2 0-1747,-1-9 1620,-4-9-1620,-1-6-90,-3-4 0,-6-6 90,1 2-573,-8-3 483,-2 1 0,-6 1 45,3 5 0,-2 0-45,4 1 0,0 1-1209,-12-3 0,-1 1 1209,5 2 0,0 0 0,-3 0 0,-2 0 0,-5-1 0,-1 1 0,-2-1 0,-1 1 0,-2 0 0,-4-1 0,14 3 0,-4 0 0,0 0 0,1 0-811,-4-1 1,2 2 0,-3-1 810,-3-1 0,-4 0 0,0 0 0,2 1-366,10 1 0,2 2 1,0-1-1,-2 0 366,-4 0 0,-1-1 0,-1 1 0,0 0-286,1 0 1,1 0 0,-2 1 0,-2 0 285,0-1 0,-4 1 0,0 0 0,0 0 0,4 0-64,1 0 0,2 1 0,1 0 0,-2-1 82,2 1 0,-3 0 0,0 1 0,2-1 0,3 0-18,-7 1 0,4 0 0,1-1 0,-1 1 0,1 0 0,1 1 0,1-1 0,2 1 0,0-1 0,3 1 0,1 0 0,-1 0 200,-3 0 0,-1 0 0,2 0-200,-13 0 0,3 0 0,5 0 0,3 0 0,10 0 0,3 1 1095,1 3-1095,6-1 1898,13 3-2168,9-2 2928,5 3-2837,1-1 1251,5 2-1342,0-3 239,2 1-419,2-1 1,0 1-991,7-1-2247,0 0 89,0-1 3598,-2 0 0,0-3 0,1-2 0</inkml:trace>
  <inkml:trace contextRef="#ctx0" brushRef="#br0" timeOffset="9825">17482 4738 13829,'-11'-7'-540,"2"0"361,2 3 179,1 0 0,0 0 0,-1-1 179,1 1 271,-3-1-270,3 2 270,-2-2 0,2 2 269,-1 0 181,0-1-810,8-1 89,2 1-89,11 0 0,-1 1 0,6 0 0,2 1 0,2-1 0,3 2 0,13 1 90,6 4-180,4 4 90,-11 2-90,-13 2 90,-13-2-90,-2 2 0,-6 1 90,-2 2-90,-4 1 0,-5 5 0,-4 1 90,-6 4-90,-3-1 0,-13 10 90,-7 0-90,1-1-164,16-16 1,0-1 163,-4 4 0,-3 3 0,14-10 0,5-3 0,6-4 0,3 0 0,2-1 0,2 0 327,3-1-327,3 0 0,4-1 0,2 0 0,3-1 0,14-2 0,7-1 0,2-1-360,13-3-767,-23 1 677,8-2-359,-16 1-1710,-3 0-1438,-2-1 3957,-1 0 0,2-4 0,0 0 0</inkml:trace>
  <inkml:trace contextRef="#ctx0" brushRef="#br0" timeOffset="10308">17993 4819 15538,'-5'-12'720,"2"-1"-450,2 6-180,1-1-1,2 1 1,0 0 0,3 2 0,1-1 0,1 0 0,2 0-90,3-1 90,1 1-90,1 0 90,2 1-90,-1 1 90,-1 0-90,5 2 90,-3 4-90,-1 1 90,-3 9-90,-10 3 0,-3 3 90,-5 3-90,-6 1 0,-2 2-555,-4 3 555,-1-1 0,1 1 0,1-3 0,1-2 0,3-3 0,2-4 0,-1 5 0,3-3 0,2 4 0,3-7 555,7 2-555,4-5 0,6 2 0,-2-4 0,7-3 90,-3-1-90,1-3 0,0 1 0,-4-2 0,-1-1-180,6 1-90,-4-1-90,4 0-809,0-2 180,-4 1-4318,7-2 5307,-10 2 0,7-2 0,-5 0 0</inkml:trace>
  <inkml:trace contextRef="#ctx0" brushRef="#br0" timeOffset="11150">18496 4786 14549,'8'-7'899,"-1"1"181,-2 3-990,-4 7-1,-1 0 1,-4 7 0,-2-1 0,-4 4-90,-2 3 90,-3 4 0,-2 3-90,-1 3 90,-1 0-754,0 0 664,1 0 89,1-1-89,1 1 0,2-4 0,1-2 90,4-4-90,0 2 0,3-3 90,0 0-90,5-5 665,5-6-665,8-9 90,-2 0-90,5-6 0,-6 4 0,1-2 0,-1 1 0,1-1 0,0 1 0,-2 0 0,1 1 0,4-2 0,3 0 0,8 0 0,-6 2 0,2 2 0,-7 1 0,0 2 0,-1-1 0,1 1 0,-2-1 0,0 1 0,-1 0 0,-2-1 0,0 0 0,-1-1 0,0 0 0,-1 0 0,-1 0 0,0-1 90,1-1-90,-1 0 0,0 1 0,-5 8 0,-1 1 0,-4 8 90,0-1-90,-2 3 90,-1 6 0,0 1-444,-3 5 444,2-2-90,-2 9 90,4-9-90,-2 15 90,6-13-90,1 5-90,2-11-360,3-4-90,-1-9 85,2-1-6381,0-5 6836,2-3 0,3-4 0,2-3 0</inkml:trace>
  <inkml:trace contextRef="#ctx0" brushRef="#br0" timeOffset="11400">18851 5044 16078,'4'9'360,"1"-1"-180,-1-4 89,5 5-179,-1-2 0,5 4 0,-1-2 0,2 1 0,-1 0-90,2 1 90,-3 0-90,1-1 90,-1 0-90,-1 0-180,0 0-180,-1-1-89,-1-1-1350,2 2-3418,-3-3 5217,-1 0 0,-3-3 0,-3-3 0</inkml:trace>
  <inkml:trace contextRef="#ctx0" brushRef="#br0" timeOffset="11594">19064 5099 14279,'1'-13'180,"-1"2"0,-1 1 269,1-1 1,-1 3-90,0-2 0,-2 5-180,-3 2 0,0 5-1,-4 3-89,-1 4 0,0 0 0,-6 6 0,-1 0 0,-2 3 0,1 1-407,1 2 227,2-2-539,-2 4-1350,4-2-270,1-1 2249,5-2 0,6-8 0,1 1 0</inkml:trace>
  <inkml:trace contextRef="#ctx0" brushRef="#br0" timeOffset="12058">19351 4914 14908,'-4'-12'900,"1"1"-540,1 4 269,1 2-89,-1-2 180,2 2-450,0-3-91,1 3-89,2-1 0,3 4 0,1 0 0,2 1 0,2-1 0,2 3-90,2-1 90,0 3-90,1 0 90,1 3-90,-2 1 90,1 2-90,-3 2 90,-3 0-90,-3 3 90,-5 7-90,-10 11 0,-12 10 90,-1-4-277,2-14 1,0 0 186,-14 13 0,12-16 0,1 1 0,-8 8 0,3-3 0,14-13 90,0 0-90,5-4 0,2-2 0,2-1 0,1-1 0,6 2 0,8-1 0,10-1 0,2-2 373,16-4-463,-3-2-180,10-1 0,-13 0-629,2-1-3779,-10-3 721,-5 1 3957,-1-2 0,-8 0 0,0-1 0</inkml:trace>
  <inkml:trace contextRef="#ctx0" brushRef="#br0" timeOffset="12700">19903 4996 15898,'3'-12'540,"-1"0"-1,-1 7 271,0-1-1,-1 0-719,-6 7 0,1 1 0,-7 9 0,2 1 0,0 2 0,-4 4-90,0 2 90,-2 4-90,0-2-572,0 2 572,0-2 90,3 0 0,-3 5-90,5-9 0,-2 11 90,7-10-90,0-1 0,4-4 0,2-6 0,1-1 0,2-2 572,1-1-572,1-1 0,2-3 0,1 0 0,1-2 0,0-2 0,7-2 0,2-3 0,4-3 0,1-2 0,-7 4 0,-2 1 0,-5 3 0,0 2 0,-1 0 0,1 0 0,0 0 0,1 1 0,0 0 0,0 0 0,1 0 0,-1 1 0,0 0 0,5-2 0,-5 1 0,9-4 0,-6-2 0,4-2 0,-5 1 0,-3 0 0,-4 5 0,1-4 0,-2 5-90,1-3 90,-2 4 0,-8 13 0,1-3 0,-8 15 0,-4 9 0,-1 7-639,5-9 1,1 0 638,-5 12-553,5-1 553,5-18 0,1-2 0,2-1 0,0-2 0,1-2 1108,0 2-1198,1-5 542,1-1-722,0-4-1978,2-4 898,4-6-988,-3-1-990,3-6 3328,-4 0 0,-1-8 0,0-3 0</inkml:trace>
  <inkml:trace contextRef="#ctx0" brushRef="#br0" timeOffset="13550">19011 4865 13919,'13'0'540,"0"0"-360,-7 0 89,1-1 1,0 0-90,0 2 0,1-2 0,1 1-90,1-1 90,-1 1-90,2-1 0,0 2 0,1-1 0,-1 1 0,1 0 0,3 1 89,1 2-89,3 2 0,-3 4 0,-5 0-90,-5 2 0,-4-2 90,-2 2-90,-1 2 0,-2 2 90,-2 2-90,-2 1 0,-10 16 90,4-8-654,-8 11 564,7-15 0,2-2 0,1-2 0,1-2 90,-2 4-90,3-6 0,1 3 0,1-4 0,4-4 0,-1 3 564,5-5-564,2-1 90,2-2-90,1-1 0,2-2 0,2-1 0,1 1 0,1-1 0,2 0 0,0-1 0,1 0 0,1 1 0,8-1 90,2 2-90,5 1 0,-4 0 0,-6 0-270,-1 0-90,-9 0-89,2 0-181,-4-1-539,-1 0-1080,1 1-629,-1-1 2878,0 0 0,6 0 0,0 0 0</inkml:trace>
  <inkml:trace contextRef="#ctx0" brushRef="#br0" timeOffset="14051">20281 5145 14189,'-8'-7'1169,"1"1"-539,4 2 359,0 1-809,7 3 90,-2 1-180,14 10 0,-7-2 0,7 5 0,-6-4-90,1 3 90,0 0 0,2 2 0,10 12-90,-7-8 90,15 14-180,-14-18-90,3 2-90,-7-7-180,-2-3-179,-1-1-2700,1-2-358,-3-3 3687,1-2 0,0-5 0,0-1 0</inkml:trace>
  <inkml:trace contextRef="#ctx0" brushRef="#br0" timeOffset="14251">20557 5231 14729,'-3'-14'269,"0"2"91,-1 2-180,1 3 90,-1-2-90,0 4 90,-1 0 0,-2 3-91,-1 0 181,-11 5-180,-1 3-471,-10 4 381,1 5 179,-17 12-179,9-2-45,12-9 0,-1 2 45,0 3 0,2-1-1155,-14 12 1110,16-11 0,0-1-45,-4 5-180,-2 7-449,4-3-1,4-2-539,7-7-1350,9-10-753,2-1 3272,4-2 0,6 1 0,3 0 0</inkml:trace>
  <inkml:trace contextRef="#ctx0" brushRef="#br0" timeOffset="14542">20849 5105 16078,'1'11'629,"0"0"-449,0-4-90,1 0 90,-1 0-90,2 1 0,1 1 0,1 2 0,1 2 0,1 1-90,0 3 90,3 11 0,0 11 0,-2-2 0,1 13-90,-5-12-450,1 6-539,-2-4-91,0-12-1348,-1-6-1080,-2-10 3508,1-2 0,0-1 0,-1-1 0</inkml:trace>
  <inkml:trace contextRef="#ctx0" brushRef="#br0" timeOffset="15283">17365 5735 14729,'11'1'0,"1"0"179,3 0 91,4 0 0,8-1-1064,6 2 1063,8-1-1024,8 2 1025,3-1-135,-22 0 0,0 1 45,2-1 0,0 0-881,2 1 1,1 0 835,5 1 0,2 0-899,3 0 1,0 1 898,6 0 0,5 2-45,-16-2 0,5 0 0,0 1 0,0 0-450,8 2 1,0-1 0,5 2 404,-12-3 0,5 2 0,2 0 0,2 0 0,0 0 0,-2 0-121,-1 0 0,-1 0 0,1 0 0,0 0 0,1 0 0,2 1 98,-6-2 1,2 1-1,1 0 1,1 0-1,0 0 1,0 0-1,-2 0 1,-1 0-76,7 1 0,-1-1 0,-2 0 0,0 1 0,0-1 0,0 0 53,-2 0 0,0 0 0,0 0 0,-1 0 0,-2-1 0,-2 0-16,8 2 0,-4-2 0,-2 1 0,1-1 38,0 1 1,0-1-1,-1 0 1,0 1-23,-5-2 0,-1 1 0,0-1 0,-1 0 30,14 1 0,-1 0 0,-2 0-30,-5-1 0,-2 0 0,1-1 30,-2 0 0,-1 0 0,1-1-30,-3 0 0,1 0 0,-2-1 0,-2 0 0,-1 0 0,-1 0 153,12-1 0,-2 0-108,-5-1 0,-1 0 447,-8-1 1,-1 0-493,5-2 0,-2-1 1693,13-1-1693,-17-1 0,-2-1 0,4-6 90,-1-5-90,-13 4 2448,-7 0-2448,-7 6 2224,-2 1-2224,0 0-3887,-1 0 1368,-8 9-1243,3-2 3762,-9 6 0,-1-2 0,-3 0 0</inkml:trace>
  <inkml:trace contextRef="#ctx0" brushRef="#br0" timeOffset="19766">2445 5595 10591,'-9'3'1529,"1"-1"-1079,4 1 0,1 0 89,0 2-359,2 2 90,1 0 0,2 4 90,1 0-91,3 4 1,2 7 0,2 3-1142,5 9 1142,3 4-1,5 6 1,3 3 0,-3-9 0,4 4-90,-7-10 0,3 1 0,0 2-1035,7 10 0,1 3 1,0-1 914,-5-7 0,0-2 0,1 3 52,-1-2 0,0 3 1,1-1-1,-3-3-724,-3-4 1,-1-1-1,1 0 672,6 12 0,2 1 0,-2-2-450,-6-10 1,-1-2 0,0 1 449,2 0 0,-1 0 0,1 1-56,-1 0 1,1 0 0,0 0 55,0 0 0,1 1 0,0 0 0,3 4 0,0 0 0,1 0-30,-4-4 0,1 0 0,2 2 37,2 3 1,3 3-1,1 1 1,0-1-1,-3-3 1,0-1-1,0 0 1,0 1-46,2 0 1,-1 1-1,1 0 1,1 0 22,4 4 0,0 1 0,1-2 0,-4-3-16,-4-7 1,-2-3 0,1 2-229,7 7 0,2 2 0,-3-2 244,3 1 0,-2-3 101,-1 0 0,0 0-101,-2-3 0,0 2-15,-4-6 0,1 2 0,-2-2-30,1 1 0,0-1 0,7 9 0,-2-1 700,4 2-700,-4-1 90,-3-3 1327,-5-5-1417,2 5 2209,-8-9-2209,2 1-90,-10-13 2220,-2-4-2580,-4-7 1265,0-1-1355,0-7 0,-2-3-89,0-4-361,0-3-539,-1-2-990,-1-3-1258,1-1 3777,-1-2 0,0-12 0,0-4 0</inkml:trace>
  <inkml:trace contextRef="#ctx0" brushRef="#br0" timeOffset="20217">4725 8313 15268,'-3'-9'450,"-1"0"1799,2 4-1979,5 21 89,2 3-269,5 17 90,0-1 0,0-4 0,6 21-411,-6-20 1,2 1 275,-2 0 0,1 0-749,2 3 0,-1-2 794,6 17 0,0 1 0,0 0-90,0-1 90,-1-1 0,0-1-353,0-4 353,2 9 0,-3-10 0,-1-1-90,-7-19 613,-4-7-523,-14-16 1456,2 0-1546,-18-15 0,5 3-149,-8-5 149,1 5 0,1 2 0,-4 3 0,1 2 0,-6 4 0,0 3 0,6 2 0,-3 1-90,2 1 0,0 0 0,-2 0 1,1 2-181,-17 5-270,21-6-1799,0 1-5126,10-5 7465,3-4 0,10-1 0,4-3 0</inkml:trace>
  <inkml:trace contextRef="#ctx0" brushRef="#br0" timeOffset="22149">5211 9506 13289,'-8'-7'1979,"0"0"-1889,9 0 90,0 2-90,5-2 90,0 2 0,7-2 0,5-2-90,1 1 0,2 1 0,-5 2-90,0 0 90,0 1-90,1 1 90,0 0-90,-1 2 0,-1 0 89,-2 1-89,0 0 0,-1 2 0,-2 1 90,-2 1-90,-3 3 0,-3 5 90,-7 8-90,-5 3 0,-14 17 0,-6-2-1100,0 1 1100,2-6-379,11-13 379,3-3 0,3-2 0,4-3 0,1 0 0,3 0 1055,2-2-1055,3 0 424,2-1-424,3 0 0,4 0 0,11 4 0,7 1 0,2 0-90,13 6 90,-19-7-328,5 6 328,-16-8-90,-4 2 90,-2 0 0,-3 1-90,-4 1 90,-3 2 0,-5 5 0,-5 1-512,-4 2 512,-4 0 90,-7 1-90,-1 0 0,-5-1 0,-12 9 90,4-5-180,3-3-310,9-7-4188,19-14 2429,12-10 2159,10-5 0,19-14 0,0 1 0</inkml:trace>
  <inkml:trace contextRef="#ctx0" brushRef="#br0" timeOffset="22658">5792 9597 14009,'-7'-9'720,"1"0"-181,4 4-359,4-3 90,4 2-90,2-2-90,2 2 0,0 2 0,1-1 0,0 2 0,1 1 0,1 1-90,0 2 90,0 2 0,-1 3-90,1 2 89,-1 12 1,-4-2-90,-3 9-206,-8 0 206,-3 3 0,-5 4 45,0-7 0,-3 2-343,0 0 0,-2 1 298,-4 6 0,1-1 0,3-8 0,1-1 45,0 0 0,1-3-45,0 2 0,0 2 0,8-12 0,3-3 0,1-1 278,3 0-278,2-2 614,3 1-614,3-2 0,3 0 0,12 0 0,-4-2 90,20 1-90,-3-5-180,12-3 0,-10-1-539,6-5-1,-19 2-792,9-3-647,-12 0-449,0 0 2608,-4 0 0,3-3 0,0-1 0</inkml:trace>
  <inkml:trace contextRef="#ctx0" brushRef="#br0" timeOffset="22952">6180 9829 14369,'2'-9'809,"1"2"-359,-1 2-270,3 2 0,0 0 0,3 1 0,0 1 0,3 1-90,4 1-1,1 0 1,3 2 90,1 1 0,18 5-90,4 4 0,1 1-772,-4 2 592,-16-4-90,-1 1-111,-3-1-249,-5-1-359,-1-1-1530,-3-2-989,0 0 3418,-2-1 0,2 1 0,0 0 0</inkml:trace>
  <inkml:trace contextRef="#ctx0" brushRef="#br0" timeOffset="23158">6602 9773 15268,'-9'-10'360,"1"0"-180,3 9 0,0-1 90,-5 5-90,1 2 89,-10 11 1,-4 14-180,6-8 0,0 3 0,-14 21-90,15-20 0,1-1-1070,-8 15 1160,-1-1-90,2 0-90,2-4-745,3-4 385,4-6-606,3-4-1373,3-3-1259,3-5 3688,4-2 0,5 0 0,1-1 0</inkml:trace>
  <inkml:trace contextRef="#ctx0" brushRef="#br0" timeOffset="23685">6890 9561 15808,'-3'-9'899,"0"0"-449,1 3-90,0-1-180,2 0-90,2 2 90,3-1-90,2 1 0,3-1 90,9-2-91,-1 2-89,6-1 90,-5 2 0,7 3-90,1 0 0,-3 2 0,-1 5-90,-13-1 90,-1 3-90,-6 0 90,-3 1 0,-3 2 0,-4 3-89,-15 13 89,2-5 0,-9 8-90,-3-1 90,11-10 0,-9 9-90,16-11 90,4-1 0,5-2 0,7-4-90,8 4 0,2-2-90,6 3 90,3-1-335,1 1 335,2 1 0,-1 2-126,-2-2 126,-4 0 0,0 6 0,-9 2 0,-3 0 90,-15 11 0,-3-12-540,-7 10 450,0-8 90,-2-2 0,-1 0 0,0-2 227,1-4-317,3-2 0,5-4-59,2-3-211,4 0-359,1-4 719,2-1 0,8-18 0,4-5 0</inkml:trace>
  <inkml:trace contextRef="#ctx0" brushRef="#br0" timeOffset="24166">7370 9511 14729,'-3'-9'2158,"2"-1"-1618,2 6-270,5-3-90,-1 3 0,4 0 0,1 0-90,2 0 89,1 0-89,2 0 0,0 1 0,2 0 0,-1 0 0,-1 2 0,0 0-90,-2 2 90,-1 1-90,-1 2 0,-1 2 0,-3 2 0,-1 3-90,-4 11 0,-5-2 0,-3 13 0,-4-5 45,-2-2 0,-2 2-379,-2 2 0,-2 2 379,-7 10 0,0-1 45,4-8 0,0-1-45,2-3 0,0-1 45,-11 17 0,9-11-90,0 2 90,11-16 0,5-3 0,2-4 0,4-2 0,3-2 0,5-1 0,3-2 848,6-2-848,3-2 0,8-1 0,21-4 45,-21-1 0,1 1-715,1-1 0,-1 1 670,26-7-90,-20 4 0,-4 0-179,-4 1-181,-5 1-90,-4-1-449,-2 1-1530,-2-1-1529,-1 1 4048,-2-1 0,3-3 0,1-2 0</inkml:trace>
  <inkml:trace contextRef="#ctx0" brushRef="#br0" timeOffset="24458">7958 9681 16258,'-4'-10'719,"1"1"-539,4 3 90,0 3-180,5-1 90,0 4-90,4 2 0,-1 2 0,3 0 90,11 6-90,-5-2 0,13 8-1,3 3-89,-4-4 0,14 11-89,-21-13-301,4 2 210,-11-4-179,-2-2-91,-2 0-360,-2-2-1708,-3-1-1800,-2-2 4318,-2 1 0,-2-3 0,-1 0 0</inkml:trace>
  <inkml:trace contextRef="#ctx0" brushRef="#br0" timeOffset="24658">8193 9726 15448,'-5'-16'270,"0"1"-90,0 2 90,-1 2 90,1 2-91,0 0 91,-2 2-90,1 1 270,-8 3-270,2 4-91,-5 6 1,-1 5 0,-2 6 0,-5 7-90,0 5 90,3 1 0,-6 16-270,11-13-45,4-5 0,1 0-225,2 3-596,-1 8 146,7-18-539,2-3-1170,0-2-1528,2-1 4047,1-1 0,1 3 0,2 1 0</inkml:trace>
  <inkml:trace contextRef="#ctx0" brushRef="#br0" timeOffset="25259">8578 9392 16078,'7'16'360,"0"2"-270,-5-1 0,-1 3-90,-1 5-568,-2 7 568,0 3 90,-1 7 0,1 0 0,0 1 0,1-13 0,0 2-45,1-1 0,1 0-45,-1 0 0,1 0-45,2 1 0,1-4-225,2 3-90,4 0-180,-1-15-296,1-3-1503,0-5-685,1-3 3024,1-2 0,7-6 0,1-3 0</inkml:trace>
  <inkml:trace contextRef="#ctx0" brushRef="#br0" timeOffset="25683">8972 9506 16168,'-5'5'2069,"3"-2"-1979,-10 16-1,5-5 1,0 2 0,-1 1-90,0 3 90,1 0 0,-2 12 0,4-8-90,-1 7 90,4-10-90,3 6 0,2-6 0,3 4 0,1-8-180,7 0 0,5-4 0,8-1 180,-4-8-179,8-9 179,-13-2-90,6-5 90,-11-2 0,0-2 0,-3-6 0,-3-1 90,-4-16 89,-9-8-44,0 18 0,-3 0-45,-9-20 45,3 23 0,-2 4-45,-5-1-402,-6-1 312,8 14 90,2 3 0,3 5-90,-1 2 0,3 2-90,0 2-180,0 1 0,3 4 223,1-1-493,3 2-450,1 0-629,3-1-719,1 1 2338,6 4 0,3 1 0,5 5 0</inkml:trace>
  <inkml:trace contextRef="#ctx0" brushRef="#br0" timeOffset="26108">9231 9497 15268,'-2'-11'1439,"2"-4"-809,0 4-270,3-1 0,0 4-90,1 1-1,2 0-89,2 1 90,3-1-90,1 0 0,4 0 0,0-1-90,2 2 0,-1 0 180,9 0-91,-1 2-89,3 1 0,-5 8 0,-9 1 0,-3 11-90,-9-3 90,-4 8-90,-12 16 0,0-8 90,-11 18-1199,4-13 1109,0-2 0,-9 11 0,8-14 0,-4 9 0,11-16 0,-1 3 0,4-3 0,2 1 0,7-7 0,5-6 1109,3-4-1109,3-1 0,2-1 0,0-2-90,3 0 90,2-2-90,2-1 0,1 0-90,3-3-89,1 1-91,1-3-630,17-4 271,-10-1-541,11-2-359,-17 2-3957,8-6 5437,-12 4 1,14-10 0,-12 5-1</inkml:trace>
  <inkml:trace contextRef="#ctx0" brushRef="#br0" timeOffset="26717">10022 9449 16528,'1'-12'2968,"-1"0"-1619,0 6-1169,-6 9-90,1 1 0,-9 13 90,3 1-90,-3 4-488,-1 4 398,0 3 90,-1 0 0,0 1-90,1 1 90,-1 0-90,1-1 90,1-1-90,2-3-90,2-3 90,2-4-90,0-4 90,3-2-90,0-1-90,2-1 180,3-2-90,2-2 0,6-7 578,1-3-488,4-3-90,-1-2 90,1-3 0,1 0-90,1-1 90,6-7 0,-4 6 0,4-4 0,-7 8-90,-2 0 90,0 1 0,0 1-90,5 0 0,-4 2 0,11-1 0,-9 3 0,5 0 0,-2 0 0,-3 1 0,8-1 0,-10 0 90,2-1-89,-1-3 89,-5 0-90,2-3 90,-6 4 0,0-1 90,-1 0-90,-1 2 89,2-4 1,-2 4 90,1-2-180,-2 13 0,-1 1 90,-2 11-90,-2 1 90,-1 8-90,-1 4 90,-3 22-1256,2-13 1166,-2 13 0,4-20-237,2-4 237,0-5-92,1-2 2,0-5-90,0-2-90,1-2 941,0-3-2740,0-3-5744,-1-1 7813,-5-9 0,-6-6 0,-6-8 0</inkml:trace>
  <inkml:trace contextRef="#ctx0" brushRef="#br0" timeOffset="27350">4717 10481 15178,'-9'-12'0,"1"2"270,6 5 0,-1 0 630,1 0-631,5 1 91,2 2-90,7 2 270,23 3-270,6 0-136,-9-1 1,2 0-1169,0-1 1,2-1 1122,7 0 1,3-1-1309,5-1 1,2 0 1278,-11 0 0,0 0 0,1 0-322,3 0 1,0 0-1,1 1 322,3-1 0,0 1 0,1-1-396,-8 1 1,1 0 0,1 0 0,3 0 380,-4 1 0,3-1 0,1 1 0,1 1 0,1-1 0,0 1-80,4-1 1,0 2 0,0-1 0,2 0-1,1 1 1,1 0 45,-6-1 0,2 1 0,2 0 1,0 0-1,0 0 0,0 0 1,-2 1-1,-2-1 4,6 1 0,-2 0 0,-1 0 0,0 1 0,1-1 0,2 1-4,-7 0 0,1 0 0,2 0 1,0 0-1,0 0 0,0 0 1,-2 0-1,0 1-51,-1-1 1,0 1 0,-2-1-1,0 1 1,1 0 0,0-1-1,3 1 51,1 0 0,2 1 1,1-1-1,1 1 0,0-1 1,-1 1-1,-1-1 0,-2 0-11,-2 1 0,-1-1 0,-1 0 0,-1 0 0,0 0 0,-1-1 0,1 1 15,5 0 0,0 1 0,0-1 0,-2 0 0,-1 0 0,-3-1-15,7 2 0,-4-1 0,-2 0 0,0 1 22,-3-2 1,-2 1 0,0 0-1,0-1 96,11 2 0,-1 1 0,2-1-96,-10 0 1,3 0-1,-2 1 1,-2-1-23,1-1 0,-3 1 0,1 0 22,1 0 1,2 1-1,-2 0 1,-5-1 22,0 0 0,-4 0-45,4 1 0,-4-1 1235,-3-1-1145,-6 2-90,-12-5 1262,-3 2-1532,-18-5 2291,2 1-2651,-8-3 1971,4 0-2870,0-1-90,0-1-719,1-2-1170,1-2 3508,1-2 0,0-10 0,0-4 0</inkml:trace>
  <inkml:trace contextRef="#ctx0" brushRef="#br0" timeOffset="28141">19111 5049 17157,'-1'-10'1170,"1"0"-3689,-1 3 0,2 0 2519,0 0 0,-7-6 0,-1 0 0</inkml:trace>
  <inkml:trace contextRef="#ctx0" brushRef="#br0" timeOffset="55704">12016 7900 11131,'-2'-6'0,"1"1"0</inkml:trace>
  <inkml:trace contextRef="#ctx0" brushRef="#br0" timeOffset="56948">11869 7967 13739,'-6'-11'2069,"3"-1"-1889,4 5-90,4 0 90,0 2-90,2-1 0,3-1 0,2 0 0,3-1-1,13-2 1,5 0 0,10 1 0,-1 3 0,-9 5-90,-1 3 0,-14 3 90,2 3-90,-10 2 0,-3 4 0,-4 3 90,-3 4-90,-5 8-250,-5 7 250,-2-7 0,-3 2-194,-2 2 0,-2 1 194,1-2 0,-1 0 0,-5 5 0,0-1 0,-8 11-45,14-20 0,1 0 45,-3 5 0,7-3 90,10-12-90,1-2 0,6-3 238,1-5-238,4-1 490,1-3-490,3 0 0,1-3 0,4-1 0,17-5 0,6-4 0,1-1-90,11-6-1572,-15 1 1213,0 0-361,-7 0-1619,-14 6 2429,7-7 0,-1-1 0,5-6 0</inkml:trace>
  <inkml:trace contextRef="#ctx0" brushRef="#br0" timeOffset="57423">12625 7923 14908,'-5'-11'360,"-2"-2"0,1 0-90,-1 1 180,0 1-180,3 4-91,0 1 1,1 0 90,0 3 90,1-3-270,5 1 0,1 1-90,7 1 90,1 1 0,3 0-90,2 1 90,4 0 0,7 1-90,3 2 90,-3 1-90,1 6 0,-16 0 0,2 5 90,-11 1-90,-4 4 0,-7 7 0,-6 7 0,-7 6 0,-7 4-1374,-4-1 1374,-2-2 0,9-12 0,-1 0 0,-10 13 0,13-16 0,1-1 0,-3 5 0,-1 5 0,7-6 0,2 5 0,11-14 0,7-4 0,4-6 1463,4-1-1463,3-1 0,3-1 90,5-3-90,0-1 0,3-2 0,0-1 0,5-3 0,14-3 0,-10 1-666,7-3 486,-19 3-539,7-4-990,-2-2-4588,5-4 6297,-10 2 0,0-3 0,-6 3 0</inkml:trace>
  <inkml:trace contextRef="#ctx0" brushRef="#br0" timeOffset="58079">13271 7870 15628,'3'-14'540,"0"0"-270,-2 3-1,0 2 1,0 0 90,0 1 180,-1 2-90,1-2 179,-1 1-539,-4 9 0,0 3 0,-5 12 0,-1 4 0,-1 5-851,-4 5 851,2 4-90,-2 4-922,-1 1 922,2 1 90,-1 3 0,-4 8-90,5-9 0,-3 6 90,4-8-90,5-13-265,-3 8 265,8-20 0,-1 1 0,3-9 748,1-1-748,3-3 1059,2-4-1059,1-1 321,3-5-321,-1-1 0,2-2 0,0-3 0,1-1 0,2 0 0,4-8 0,3 0 90,5-7-90,-5 9 0,0 1 0,-6 7-90,1 1 180,0 1-90,0 0-90,0 2 90,0-1 0,0 1-90,0 0 90,0 0-90,5-3 90,-1-2 0,0 1-90,-1-5 90,-7 3 0,0-2-90,-5 5 90,-2 1-90,-1 3 90,-7 18 0,2-3 0,-6 18 0,3-6 0,-1 6-538,0 2 538,0 4 0,1-1 0,1 3 0,1 8-769,0-8 769,3 5 0,2-2 0,0-9-294,3 5 294,-1-12-180,1-4 569,0-2-659,1-3-90,1-3-179,1-3 694,0-2-1145,0-3-1281,1-3 2271,7-5 0,4-8 0,7-4 0</inkml:trace>
  <inkml:trace contextRef="#ctx0" brushRef="#br0" timeOffset="58554">14403 8055 16078,'-9'-3'2338,"1"1"-1528,2 1-450,1 4-180,7 0 90,2 1-180,16 1 89,-1-2-89,15 1-810,-1-1 809,8 0-44,-4-2 0,1 0 0,-9-1 0,2 1-15,6-1 0,4 0 0,0-1-967,11 0 0,1-1 967,-7 1 0,2-1 0,-2 0-30,9 0 0,-1 0 30,-12 0 0,1 0 0,-5 0-30,-5 1 0,-2-1 0,8 1 0,-1 0-567,2-2 567,-5 2 90,-7-1-102,-6 2 12,-4 0 600,-4 0-600,-2-1 1970,-1 1-1970,1-2 767,-3 1-767,0-1-73,-3 0-287,-1 0-1439,0 0 1799,-2-3 0,-1 3 0,-1 0 0</inkml:trace>
  <inkml:trace contextRef="#ctx0" brushRef="#br0" timeOffset="59180">14352 8345 14459,'1'9'629,"2"-1"-269,3-4 0,3 0 0,3-1 0,4 2-1,2-1 1,5 0-530,5 1 440,4-1 0,7 0 0,1 1-90,3-1-45,-7-3 0,3 1-616,4-1 1,2-1 540,-5 0 0,3 0 0,-2 0-15,10-1 0,-1 0 0,-1 0 0,-1 0-839,-13-1 1,-2 0 748,1 1 0,0 0-45,-1-1 0,-1 0-626,0 1 1,-1-1 490,-1 0 0,-1 0-64,22-2-610,-5-2-720,-8 1 165,-4-2 1454,4-1 0,-6 0 0,3-2 0</inkml:trace>
  <inkml:trace contextRef="#ctx0" brushRef="#br0" timeOffset="60024">16356 7762 15718,'-1'-10'1889,"1"0"-1619,3 5 0,0 0-1,1 0 1,0 1 90,4-2-180,0 0-90,4 0 90,0 1 0,10-2 0,8 0-90,2-1 0,0 3 0,-8 2-1,11 2-89,-10 0 90,7 2-90,-13 1 0,-1 0 90,-2 3-90,-3 0 0,-2 1 0,-3 2 90,-5 5-90,-4-1 0,-5 4 0,-3-2 0,-17 12 0,-5 2 0,-3 3 90,-3 5-90,19-16 0,-2 3 0,10-9 0,4-1 0,1 0 0,2-1 0,3 0 0,2 1 0,9 5 0,6 3 0,12 7 90,-3-4-90,8 7 0,-11-7 0,3 6 0,-11-9 0,-5-3 0,-6-6 0,-3-1 0,-2-1 0,-2 2 0,-5-1 0,-2 1 0,-4-1 0,-6 2 0,-1-2 0,-13 3-180,8-5 0,-4 1-89,10-6-811,-4 1-1618,5-3-4048,-2-3 6746,9-2 0,5-7 0,4-2 0</inkml:trace>
  <inkml:trace contextRef="#ctx0" brushRef="#br0" timeOffset="60571">16954 7780 15718,'5'-8'2069,"-1"1"-1799,0 3 0,-1 1-1,2 0-89,1 0 0,1 0 0,1-1-90,3 1 90,2-2-90,3 1 0,1-1 0,3 1 0,0 0 0,0 0-90,0 3 180,7 1-90,1 4-90,0 2 89,-1 11-89,-15 5 90,-7 18-90,-10-3 0,-11 9 0,-3-9-1161,-4 2 1251,-2-1-90,-1-2 0,0-1 0,-2 0 0,2-2-124,-7 7 124,6-6 0,-2 2 0,11-10 90,6-8-90,6-4 0,6-4 0,2-2 1146,4-2-1146,1-4 139,4 0-139,0-1 0,4 0 90,2-1-90,3 0 0,14-1 0,-7 0 0,21 1 0,-8-1-1002,11 1 1002,-13 0-353,-6 0 173,-14 0 0,-1 0-89,-2 0-181,-1-1-90,-2 0 704,1-1-3132,3-2 921,-3-1-1191,2 0 3238,-4 0 0,3-5 0,0 0 0</inkml:trace>
  <inkml:trace contextRef="#ctx0" brushRef="#br0" timeOffset="61912">17062 7283 14819,'0'-13'89,"0"1"91,-4-4 0,-4-3-90,-6-2 0,-4-1 0,-5 3 0,-4 1-997,-9 0 997,-5 3 0,-9 1-1615,-5 4 1570,26 6 0,-1 1 0,-1 3 0,-1 0-437,0 1 1,-2 2 526,-19 9 0,-4 4-45,18-1 0,0 2 0,-1 4-365,1 1 1,-2 3 0,0 1 0,3 1 304,-3 4 0,2 1 0,3 2-408,0 4 1,2 2 0,5-1 422,-1 6 0,4 3 15,7-2 0,1 5 0,3-2-275,4-10 1,1-1 0,1 2 244,0 11 0,1 3 0,2-3 7,5 7 0,4-3 8,2 1 0,4-1 0,2 0 0,4-1-207,3-2 1,4-2 206,3-1 0,3-2 0,4-2 0,3-1-45,3-3 0,2-2 30,-11-14 0,2-1 0,0-1 136,0-1 0,2-1 1,2 0-145,2-2 1,3-1-1,1 0 1,2-2 22,1-1 0,2-2 0,1-1 0,2-1-27,-2-1 0,4 0 0,0 0 0,0-2 0,-2-1-18,3-2 0,-1 0 0,-2-2 0,1-2 0,-1 0 0,0-2 0,-1 0 0,-2-2-86,-1 0 1,-3-2-1,2-2 86,1-1 0,1-3 0,1-1 0,-3 1 3,2-2 1,-2 0 0,1-1-4,-4 0 0,3-2 0,-1-1 0,-4 0-99,-3-1 1,-3 0-1,-1-2 99,15-10 0,-3-3 45,-2-1 0,-4-3-45,-2-1 0,-2-2 0,-3-3 0,-4-2 0,-2-1 0,-3-3 0,-3-1 0,-4-2 0,-3-1 0,-4-1 45,-2 0 0,-6-3-45,-4 6 0,-5-3 0,-5 0 0,1 13 0,-3 0 0,-2 0 0,-5 0 0,-2-1 0,-3-2 0,-3 1 0,-3 0 0,-2 4 0,-4 0 0,-4 3 0,-1 1 0,-2 2 0,1 2 18,3 2 0,0 1 0,0 2 0,-1 2 0,-3 2-73,2 4 1,-3 1 0,-2 2 0,1 1 0,1 2 0,2 1 54,-6 1 0,3 2 0,0 2 0,-1 0 0,-5 1 0,-2 0 0,0 1 0,2 2 0,4 1 0,2 2 0,0 1 0,0 1 73,5 0 1,0 1-1,1 2 1,0-1-119,0 0 0,0 1 0,1 0 0,1 1-15,-12 3 0,1 2 0,2 0-60,7-1 0,1 1 0,0 2 86,3-1 1,1 1 0,-2 3-867,-7 7 1,-1 3 0,2 2-1080,5 2 0,2 3 0,1 0 1979,-1-2 0,2 1 0,2 2 0,5 5 0,3 2 0,3-1 0,0 7 0,-1 0 0</inkml:trace>
  <inkml:trace contextRef="#ctx0" brushRef="#br0" timeOffset="62448">12004 9126 15538,'-3'-13'360,"0"1"-180,2 3 0,0 2 90,2 0-1,1 1 1,1 0 90,3-1 360,7-2 89,17-2-449,4-1-45,3 4 0,4 0-1323,-11 3 0,1 0 1098,19-2 0,2 0-1120,-8 1 0,0 1 1120,9-1 0,1 0-30,-16 2 0,1 0 0,1 0-631,1-1 0,1 1 0,1-1 601,2 0 0,0 1 0,2-1-392,7 0 0,2-1 0,-1 1 392,-3 0 0,-1 1 0,2-1-8,-6 1 1,0 0-1,3 0 1,1 0-5,-3 1 0,3-1 0,1 1 0,-1-1 0,-3 1-59,2 0 0,-2 0 0,0 0 1,4 0 55,-5 1 0,4-1 0,2 0 0,0 0 0,-1 0 0,-5 1-60,7 0 0,-4 0 0,-1 1 0,1 0-45,5-1 0,1 0 0,-1 0 0,-4 1 0,-1 0 0,-4 1 0,-3 0-315,5 1 1,-9 2-43,-14 4-2252,-25 6 181,-21-1-1620,-25 1 4138,0-2 0,9-3 0,-3-1 0,-3 2 0,1-1 0</inkml:trace>
  <inkml:trace contextRef="#ctx0" brushRef="#br0" timeOffset="68708">11459 6868 13811,'3'16'392,"-7"16"-36,-10 15-3347,-3 6 3085,7-21 0,1 1 42,3-5 1,0 0 42,0 2 1,0 3-47,0 6 1,1 1-1033,-1 5 0,2 1 1086,-1 7 1,0 3-110,2-17 1,0 0 0,1 1-3,-1 1 0,1 1 0,-1-1-335,1 3 0,-1 0 1,0 0 334,1 0 1,-1 0 0,1 1 0,-1 0 1,0 0-1,0 1-29,0-2 1,0 1-1,0 2-179,0 0 0,0 4 0,0-1 0,1-1 180,-1 1 0,0-3 1,1 5 4,0-6 0,0 4 0,0 1 0,0 0 0,1-3-108,0 1 0,0-2 0,0-1 0,0 2 121,1 7 1,0 2-1,0-1 1,1-3-68,-1 3 0,0-3 0,1 0 60,1 3 0,1 0 0,0-5-60,1-7 0,-1-2 45,2 11 0,0-1 150,0-18 1,1-3-376,5 24 1420,1-8-1600,2-9 532,4-9-3950,3-16 3778,15-28 0,-16-7 0,-2-6 0,6-11 0,0 0 0</inkml:trace>
  <inkml:trace contextRef="#ctx0" brushRef="#br0" timeOffset="69792">11181 7170 14908,'-26'-13'-179,"4"1"179,1 0 90,4 3 89,-3-3-66,7 5-7,-5-4-5,12 2 144,6-3-90,12 1 304,38-6 48,0 7-1607,-12 3 1,3 1 1315,1 3 0,0 0-1192,4 1 1,3 0 1081,-12 1 0,1 0 0,1 0-36,2 0 0,1 1 0,1 0-61,2 0 0,0 0 1,2 1-619,1-1 1,0 0 0,6 1 578,-3-1 1,4 1-1,3 0 1,1 0 0,0 1-192,-6-1 1,2 0-1,0 0 1,0 1-1,1-1 1,0 0 194,-6 1 0,-1-1 1,1 0-1,0 0 1,1 1-1,1-1 0,1 1-27,1 0 0,2 0 0,0 0 0,2 0 0,0 0 0,-1 1 0,-1-1 0,-1 1 24,0-1 0,0 1 1,-2 0-1,0 0 1,0 0-1,0 0 0,1-1-7,0 1 1,0 0-1,1 0 1,-1 0-1,0 0 1,0 0-1,-1 0 16,-2 0 0,1 0 0,0 0 0,-1 0 0,-1 0 0,-1 0 0,-2-1-15,5 1 1,-2-1 0,-2 1 0,0-1-1,1 0-1,0 0 0,0 0 0,0 1 0,0-1 0,0 0 18,0 0 0,0 0 0,0 0 0,1 0 0,-1 0 0,-1 0 0,1 0 1,-1-1-1,0 1 1,1-1-1,-2 1 1,1 0-1,-1 0 1,1 0 0,-1-1 26,0 1 1,0-1-1,0 0 1,0 0-1,0 0 18,-1 1 1,0-1-1,0 0 1,-1 1 0,1-1 6,10 1 0,1-1 1,-1 1-1,0-1 0,-1 0 1,0 1-1,1-1 1,-1 0 74,-1 0 0,0 1 0,1 0 0,-1-1-65,0 1 1,0-1 0,-1 0 0,0 0 0,-5 0 0,0 0 0,-1 1 0,0-1 0,-1 0 0,-1 0 0,1 0 0,2 1 9,-3-1 0,2 0 0,1 1 0,0-1 0,0 1-18,2 0 0,0 0 0,0 0 0,0 0 0,0 1 0,-1-1 0,-1 0 0,1 0 0,0 0 0,1 0 19,4 1 0,2 0 0,-1 1 0,0-1 1,-4 0-34,-3 0 0,-2 0 1,-1 0-1,1 1-43,3-1 0,2 1 1,-2 0-1,-2 0 51,-1 0 0,-2 0 0,-4-1-30,4 2 0,-6 0 920,3-2-920,-11 2 1598,-7-3-1508,-4 0 1990,-4 0-1990,-1 0 3293,3 0-3293,-6 0 811,6 0-721,-7 0 30,3 0-210,-4 1 90,-2 1-90,-2 0 90,0 2-90,-1 1 90,3 7-90,-3-1 0,6 16 0,-5-7-458,4 13 458,-1-5 0,-2-3 0,1 2 0,4 21 45,-1-3 0,1 6-45,-2-4 0,0 4-1071,-1-1 1,-1 4 0,0-1 1070,-1-9 0,-1-1 0,-1 1-336,0 5 0,0 1 0,-1-2 366,-2-11 0,0-1 0,-1-1-628,1 2 0,-2 0 0,1 1 598,-1-1 0,1 1 0,-1 0 0,0 1 0,0-1 0,-1 0-360,0 1 0,0-1 1,0 0 359,0 0 0,0 0 0,-1 0 0,1-1 0,-1 1 0,1-1 0,-1 0 0,1 0 0,-1-1 100,0 18 1,0 0-101,-1-2 0,1 0-179,0-6 1,1 0 178,-1-2 0,0-1 194,1-4 1,0-1-195,0 0 0,0-1 0,-1-1 0,0 0 45,1-2 0,-1 1-45,-2 11 0,1 1 460,-1-2 0,-1 0-460,0 5 0,-2 1 0,1-6 0,0-4 720,1-13 0,0-2-720,-1 2 0,1-3 0,-1 0 0,-1 4 90,2-15 1766,0-1-1856,-4 1 1927,1-5-1927,-4 1 0,-5-6 0,1-3 1155,-8-1-1155,0-4 0,-20-6 0,13 1 0,-4 0-1361,-13-3 1,-2 1 1360,1-2 0,0 2 0,-5-1 0,0 1-1122,7 1 0,0 1 1122,-4-1 0,-1 1 0,-2-1 0,-2 1 0,18 2 0,-1 0 0,-4 0 0,-3 0 0,-4-1 0,-2 1 0,1 0 0,5 0 0,2 1 0,-2 0 0,-2-1 0,1 1 0,-3 0 0,-1-1 0,0 1 0,1 0-413,-4 0 0,0 1 0,1-1 0,-1 1 413,-1-1 0,0 1 0,-1 0 0,0 0-221,12 1 0,-1 0 0,0 1 1,-1-1-1,-4 1 221,4 0 0,-2-1 0,-2 1 0,-1 0 0,-1 0 0,0-1 0,0 2-15,5-1 0,-2 0 0,0 1 1,0 0-1,0 0 0,0-1 1,-1 1-1,1 0 15,0 0 0,0-1 0,1 1 0,-1-1 0,0 1 0,-1 0 0,-1 0 0,0 0-8,-2 0 1,-2 0 0,-2 1 0,0 0 0,-1-1 0,2 1 0,2 0 0,1-1 0,4 1 7,-2 0 0,3 0 0,2 0 0,1-1 0,-1 1 0,-3 1 0,-2-1 0,-2 0 0,-2 1 0,0-1 0,1 1 0,2 0 0,3-1 0,-2 1 0,2-1 0,1 1 0,1-1 0,0 1 0,0 0 0,0 0 0,0 0 0,1 0 0,0 0 0,-11 0 0,1 0 0,1 0 0,1-1 0,5 1 0,1 0 0,1 0 0,0-1 0,2 1 0,0-1 0,1 1 0,1-1 0,-8 1 0,1-1 0,0 0 0,1 1 0,0-1 0,0 1 0,2-1 0,0 0 0,1 0 0,1 0 0,1-1 0,1 1 203,1 0 0,1-1 1,1 1-204,2-1 0,1 0 0,-1 0 30,-4 0 0,-2 0 0,1-1-30,3 1 0,1-1 0,0 0 110,-1 0 0,0-1 0,3 0-110,-5 1 0,3-1 719,7 0 0,2-1-719,-4 1-89,2-1-1,12 1 1832,4 1-2371,3 0 1097,1 1-1188,3 1 538,2 3-6474,2 1 6680,0 0 0,0 0 0,1-2 1</inkml:trace>
  <inkml:trace contextRef="#ctx0" brushRef="#br0" timeOffset="-36.48">12863 13099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96D9A-BEE5-E84B-9EA2-9BD16A98567E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83531-1C43-BE4C-A97D-4A9924F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1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For one dimension,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𝑂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  <m:r>
                                    <a:rPr lang="en-IN" sz="1200" i="0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  <m:r>
                                    <a:rPr lang="en-IN" sz="1200" i="0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+2</m:t>
                                  </m:r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I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where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lang="en-IN" dirty="0"/>
                  <a:t>= input size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IN" dirty="0"/>
                  <a:t>= kernel size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lang="en-IN" dirty="0"/>
                  <a:t>= padding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IN" dirty="0"/>
                  <a:t>= stride </a:t>
                </a: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IN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⋅</m:t>
                        </m:r>
                      </m:e>
                    </m:d>
                  </m:oMath>
                </a14:m>
                <a:r>
                  <a:rPr lang="en-IN" dirty="0"/>
                  <a:t>= floor (round down)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For one dimension,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▭(𝑂=⌊(𝑁−𝐾+2𝑃)/𝑆⌋+1)</a:t>
                </a:r>
                <a:endParaRPr lang="en-IN" dirty="0"/>
              </a:p>
              <a:p>
                <a:r>
                  <a:rPr lang="en-IN" dirty="0"/>
                  <a:t>where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en-IN" dirty="0"/>
                  <a:t>= input size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IN" dirty="0"/>
                  <a:t>= kernel size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en-IN" dirty="0"/>
                  <a:t>= padding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en-IN" dirty="0"/>
                  <a:t>= stride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⌊⋅⌋</a:t>
                </a:r>
                <a:r>
                  <a:rPr lang="en-IN" dirty="0"/>
                  <a:t>= floor (round down)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3531-1C43-BE4C-A97D-4A9924FF0E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6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Output Formula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𝑂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d>
                            <m:dPr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𝐼</m:t>
                              </m:r>
                              <m:r>
                                <a:rPr lang="en-IN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𝑆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−2</m:t>
                          </m:r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𝐾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IN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Output</m:t>
                          </m:r>
                          <m:r>
                            <m:rPr>
                              <m:nor/>
                            </m:rPr>
                            <a:rPr lang="en-IN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Padding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where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IN" dirty="0"/>
                  <a:t>= input size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IN" dirty="0"/>
                  <a:t>= stride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lang="en-IN" dirty="0"/>
                  <a:t>= padding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𝐾</m:t>
                    </m:r>
                  </m:oMath>
                </a14:m>
                <a:r>
                  <a:rPr lang="en-IN" dirty="0"/>
                  <a:t>= kernel size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Output Formula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▭(𝑂=(𝐼−1)×𝑆−2𝑃+𝐾+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"Output Padding" )</a:t>
                </a:r>
                <a:endParaRPr lang="en-IN" b="0" dirty="0"/>
              </a:p>
              <a:p>
                <a:r>
                  <a:rPr lang="en-IN" dirty="0"/>
                  <a:t>where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en-IN" dirty="0"/>
                  <a:t>= input size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en-IN" dirty="0"/>
                  <a:t>= stride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en-IN" dirty="0"/>
                  <a:t>= padding </a:t>
                </a:r>
              </a:p>
              <a:p>
                <a:pPr lv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IN" dirty="0"/>
                  <a:t>= kernel size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3531-1C43-BE4C-A97D-4A9924FF0E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67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one dimension,</a:t>
            </a:r>
          </a:p>
          <a:p>
            <a:pPr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▭(𝑂=⌊(𝑁−𝐾+2𝑃)/𝑆⌋+1)</a:t>
            </a:r>
            <a:endParaRPr lang="en-IN" dirty="0"/>
          </a:p>
          <a:p>
            <a:r>
              <a:rPr lang="en-IN" dirty="0"/>
              <a:t>where</a:t>
            </a:r>
          </a:p>
          <a:p>
            <a:pPr lvl="0"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𝑁</a:t>
            </a:r>
            <a:r>
              <a:rPr lang="en-IN" dirty="0"/>
              <a:t>= input size </a:t>
            </a:r>
          </a:p>
          <a:p>
            <a:pPr lvl="0"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𝐾</a:t>
            </a:r>
            <a:r>
              <a:rPr lang="en-IN" dirty="0"/>
              <a:t>= kernel size </a:t>
            </a:r>
          </a:p>
          <a:p>
            <a:pPr lvl="0"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𝑃</a:t>
            </a:r>
            <a:r>
              <a:rPr lang="en-IN" dirty="0"/>
              <a:t>= padding </a:t>
            </a:r>
          </a:p>
          <a:p>
            <a:pPr lvl="0"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𝑆</a:t>
            </a:r>
            <a:r>
              <a:rPr lang="en-IN" dirty="0"/>
              <a:t>= stride </a:t>
            </a:r>
          </a:p>
          <a:p>
            <a:pPr lvl="0"/>
            <a:r>
              <a:rPr lang="en-IN" sz="1200" i="0" kern="1200" dirty="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rPr>
              <a:t>⌊⋅⌋</a:t>
            </a:r>
            <a:r>
              <a:rPr lang="en-IN" dirty="0"/>
              <a:t>= floor (round down)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3531-1C43-BE4C-A97D-4A9924FF0E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5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1: Find Stride and Padding</a:t>
                </a:r>
              </a:p>
              <a:p>
                <a:r>
                  <a:rPr lang="en-IN" dirty="0"/>
                  <a:t>We want</a:t>
                </a:r>
              </a:p>
              <a:p>
                <a:pPr lvl="0"/>
                <a:r>
                  <a:rPr lang="en-IN" dirty="0"/>
                  <a:t>Input = </a:t>
                </a:r>
                <a:r>
                  <a:rPr lang="en-IN" b="1" dirty="0"/>
                  <a:t>3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dirty="0"/>
                  <a:t>Output = </a:t>
                </a:r>
                <a:r>
                  <a:rPr lang="en-IN" b="1" dirty="0"/>
                  <a:t>5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dirty="0"/>
                  <a:t>Kernel = </a:t>
                </a:r>
                <a:r>
                  <a:rPr lang="en-IN" b="1" dirty="0"/>
                  <a:t>3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Transpose convolution formula: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𝑂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𝐼</m:t>
                          </m:r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𝑆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𝐾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Substitute values: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3−1</m:t>
                          </m:r>
                        </m:e>
                      </m:d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𝑆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+3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𝑆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+3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𝑆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</m:oMath>
                  </m:oMathPara>
                </a14:m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𝑆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One valid solution is</a:t>
                </a:r>
              </a:p>
              <a:p>
                <a:pPr lvl="0"/>
                <a:r>
                  <a:rPr lang="en-IN" b="1" dirty="0"/>
                  <a:t>Stride = 1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b="1" dirty="0"/>
                  <a:t>Padding = 0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Check: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3−1</m:t>
                          </m:r>
                        </m:e>
                      </m:d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×1−0+3=5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Correct.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2: Input Feature Map</a:t>
                </a:r>
              </a:p>
              <a:p>
                <a:r>
                  <a:rPr lang="en-IN" dirty="0"/>
                  <a:t>Suppose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𝑋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Kernel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𝑊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3: How Standard Convolution Works</a:t>
                </a:r>
              </a:p>
              <a:p>
                <a:r>
                  <a:rPr lang="en-IN" dirty="0"/>
                  <a:t>Normally we slide the kernel over the image.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Input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1 2 3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4 5 6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7 8 9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Kernel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</a:t>
                </a:r>
              </a:p>
              <a:p>
                <a:r>
                  <a:rPr lang="en-IN" dirty="0"/>
                  <a:t>One output pixel is produced from one </a:t>
                </a:r>
                <a:r>
                  <a:rPr lang="en-IN" b="1" dirty="0"/>
                  <a:t>3×3 overlap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4: How Transpose Convolution Works</a:t>
                </a:r>
              </a:p>
              <a:p>
                <a:r>
                  <a:rPr lang="en-IN" dirty="0"/>
                  <a:t>Instead of sliding the kernel over the image,</a:t>
                </a:r>
              </a:p>
              <a:p>
                <a:r>
                  <a:rPr lang="en-IN" b="1" dirty="0"/>
                  <a:t>every input pixel "stamps" a weighted copy of the kernel onto the output.</a:t>
                </a:r>
                <a:endParaRPr lang="en-IN" dirty="0"/>
              </a:p>
              <a:p>
                <a:r>
                  <a:rPr lang="en-IN" dirty="0"/>
                  <a:t>Initially, the output is all zeros: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𝑌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(0,0) = 1</a:t>
                </a:r>
              </a:p>
              <a:p>
                <a:r>
                  <a:rPr lang="en-IN" dirty="0"/>
                  <a:t>Multiply the kernel by 1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×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𝑊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Place it at the top-left corner: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(0,1) = 2</a:t>
                </a:r>
              </a:p>
              <a:p>
                <a:r>
                  <a:rPr lang="en-IN" dirty="0"/>
                  <a:t>Multiply the kernel by 2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Move one column to the right (stride = 1) and </a:t>
                </a:r>
                <a:r>
                  <a:rPr lang="en-IN" b="1" dirty="0"/>
                  <a:t>add</a:t>
                </a:r>
                <a:r>
                  <a:rPr lang="en-IN" dirty="0"/>
                  <a:t> it: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Existing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0 1 0 0 0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0 0 0 0 0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0 0 0 0 0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2 0 2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0 2 0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2 0 2</a:t>
                </a:r>
              </a:p>
              <a:p>
                <a:r>
                  <a:rPr lang="en-IN" dirty="0"/>
                  <a:t>Result: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2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Notice the </a:t>
                </a:r>
                <a:r>
                  <a:rPr lang="en-IN" b="1" dirty="0"/>
                  <a:t>overlapping values are added together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(0,2) = 3</a:t>
                </a:r>
              </a:p>
              <a:p>
                <a:r>
                  <a:rPr lang="en-IN" dirty="0"/>
                  <a:t>Stamp again one column further: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3 0 3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0 3 0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3 0 3</a:t>
                </a:r>
              </a:p>
              <a:p>
                <a:r>
                  <a:rPr lang="en-IN" dirty="0"/>
                  <a:t>Again, overlapping entries are summed.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dirty="0"/>
                  <a:t>The same process continues for every element (4, 5, 6, 7, 8, 9), shifted according to its row and column position.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Why Does the Output Become 5×5?</a:t>
                </a:r>
              </a:p>
              <a:p>
                <a:r>
                  <a:rPr lang="en-IN" dirty="0"/>
                  <a:t>Think about where the </a:t>
                </a:r>
                <a:r>
                  <a:rPr lang="en-IN" b="1" dirty="0"/>
                  <a:t>last kernel</a:t>
                </a:r>
                <a:r>
                  <a:rPr lang="en-IN" dirty="0"/>
                  <a:t> is placed.</a:t>
                </a:r>
              </a:p>
              <a:p>
                <a:r>
                  <a:rPr lang="en-IN" dirty="0"/>
                  <a:t>The last input pixel is at position (2,2).</a:t>
                </a:r>
              </a:p>
              <a:p>
                <a:r>
                  <a:rPr lang="en-IN" dirty="0"/>
                  <a:t>Its 3×3 kernel occupies: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Input coordinate : (2,2)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Kernel covers output coordinates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(2,2) (2,3) (2,4)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(3,2) (3,3) (3,4)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(4,2) (4,3) (4,4)</a:t>
                </a:r>
              </a:p>
              <a:p>
                <a:r>
                  <a:rPr lang="en-IN" dirty="0"/>
                  <a:t>So the highest output index reached is </a:t>
                </a:r>
                <a:r>
                  <a:rPr lang="en-IN" b="1" dirty="0"/>
                  <a:t>4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Indices: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0 1 2 3 4</a:t>
                </a:r>
              </a:p>
              <a:p>
                <a:r>
                  <a:rPr lang="en-IN" dirty="0"/>
                  <a:t>That's </a:t>
                </a:r>
                <a:r>
                  <a:rPr lang="en-IN" b="1" dirty="0"/>
                  <a:t>5 rows × 5 columns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Intuition</a:t>
                </a:r>
              </a:p>
              <a:p>
                <a:r>
                  <a:rPr lang="en-IN" b="1" dirty="0"/>
                  <a:t>Standard Convolution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3×3 image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kernel slides over it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output pixel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Transpose Convolution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input pixel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Produces a 3×3 weighted patch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All patches overlap and are added together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Larger output feature map</a:t>
                </a:r>
              </a:p>
              <a:p>
                <a:r>
                  <a:rPr lang="en-IN" dirty="0"/>
                  <a:t>This is the key conceptual difference:</a:t>
                </a:r>
              </a:p>
              <a:p>
                <a:pPr lvl="0"/>
                <a:r>
                  <a:rPr lang="en-IN" b="1" dirty="0"/>
                  <a:t>Standard convolution:</a:t>
                </a:r>
                <a:r>
                  <a:rPr lang="en-IN" dirty="0"/>
                  <a:t> </a:t>
                </a:r>
                <a:r>
                  <a:rPr lang="en-IN" b="1" dirty="0"/>
                  <a:t>Many input pixels → One output pixel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b="1" dirty="0"/>
                  <a:t>Transpose convolution:</a:t>
                </a:r>
                <a:r>
                  <a:rPr lang="en-IN" dirty="0"/>
                  <a:t> </a:t>
                </a:r>
                <a:r>
                  <a:rPr lang="en-IN" b="1" dirty="0"/>
                  <a:t>One input pixel → Many output pixels (a kernel-sized patch), and overlapping patches are summed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This "stamping" interpretation is how deep learning libraries such as </a:t>
                </a:r>
                <a:r>
                  <a:rPr lang="en-IN" dirty="0" err="1"/>
                  <a:t>PyTorch</a:t>
                </a:r>
                <a:r>
                  <a:rPr lang="en-IN" dirty="0"/>
                  <a:t> and TensorFlow implement transpose convolution internally, and it's the easiest mental model for understanding why it increases spatial resolution.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1: Find Stride and Padding</a:t>
                </a:r>
              </a:p>
              <a:p>
                <a:r>
                  <a:rPr lang="en-IN" dirty="0"/>
                  <a:t>We want</a:t>
                </a:r>
              </a:p>
              <a:p>
                <a:pPr lvl="0"/>
                <a:r>
                  <a:rPr lang="en-IN" dirty="0"/>
                  <a:t>Input = </a:t>
                </a:r>
                <a:r>
                  <a:rPr lang="en-IN" b="1" dirty="0"/>
                  <a:t>3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dirty="0"/>
                  <a:t>Output = </a:t>
                </a:r>
                <a:r>
                  <a:rPr lang="en-IN" b="1" dirty="0"/>
                  <a:t>5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dirty="0"/>
                  <a:t>Kernel = </a:t>
                </a:r>
                <a:r>
                  <a:rPr lang="en-IN" b="1" dirty="0"/>
                  <a:t>3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Transpose convolution formula: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𝑂=(𝐼−1)𝑆−2𝑃+𝐾</a:t>
                </a:r>
                <a:endParaRPr lang="en-IN" dirty="0"/>
              </a:p>
              <a:p>
                <a:r>
                  <a:rPr lang="en-IN" dirty="0"/>
                  <a:t>Substitute values: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5=(3−1)𝑆−2𝑃+3</a:t>
                </a:r>
                <a:endParaRPr lang="en-IN" dirty="0"/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5=2𝑆−2𝑃+3</a:t>
                </a:r>
                <a:endParaRPr lang="en-IN" dirty="0"/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2=2𝑆−2𝑃</a:t>
                </a:r>
                <a:endParaRPr lang="en-IN" dirty="0"/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1=𝑆−𝑃</a:t>
                </a:r>
                <a:endParaRPr lang="en-IN" dirty="0"/>
              </a:p>
              <a:p>
                <a:r>
                  <a:rPr lang="en-IN" dirty="0"/>
                  <a:t>One valid solution is</a:t>
                </a:r>
              </a:p>
              <a:p>
                <a:pPr lvl="0"/>
                <a:r>
                  <a:rPr lang="en-IN" b="1" dirty="0"/>
                  <a:t>Stride = 1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b="1" dirty="0"/>
                  <a:t>Padding = 0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Check: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(3−1)×1−0+3=5</a:t>
                </a:r>
                <a:endParaRPr lang="en-IN" dirty="0"/>
              </a:p>
              <a:p>
                <a:r>
                  <a:rPr lang="en-IN" dirty="0"/>
                  <a:t>Correct.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2: Input Feature Map</a:t>
                </a:r>
              </a:p>
              <a:p>
                <a:r>
                  <a:rPr lang="en-IN" dirty="0"/>
                  <a:t>Suppose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𝑋=[■(1&amp;2&amp;3@4&amp;5&amp;6@7&amp;8&amp;9)]</a:t>
                </a:r>
                <a:endParaRPr lang="en-IN" dirty="0"/>
              </a:p>
              <a:p>
                <a:r>
                  <a:rPr lang="en-IN" dirty="0"/>
                  <a:t>Kernel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𝑊=[■(1&amp;0&amp;1@0&amp;1&amp;0@1&amp;0&amp;1)]</a:t>
                </a:r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3: How Standard Convolution Works</a:t>
                </a:r>
              </a:p>
              <a:p>
                <a:r>
                  <a:rPr lang="en-IN" dirty="0"/>
                  <a:t>Normally we slide the kernel over the image.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Input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1 2 3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4 5 6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7 8 9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Kernel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</a:t>
                </a:r>
              </a:p>
              <a:p>
                <a:r>
                  <a:rPr lang="en-IN" dirty="0"/>
                  <a:t>One output pixel is produced from one </a:t>
                </a:r>
                <a:r>
                  <a:rPr lang="en-IN" b="1" dirty="0"/>
                  <a:t>3×3 overlap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Step 4: How Transpose Convolution Works</a:t>
                </a:r>
              </a:p>
              <a:p>
                <a:r>
                  <a:rPr lang="en-IN" dirty="0"/>
                  <a:t>Instead of sliding the kernel over the image,</a:t>
                </a:r>
              </a:p>
              <a:p>
                <a:r>
                  <a:rPr lang="en-IN" b="1" dirty="0"/>
                  <a:t>every input pixel "stamps" a weighted copy of the kernel onto the output.</a:t>
                </a:r>
                <a:endParaRPr lang="en-IN" dirty="0"/>
              </a:p>
              <a:p>
                <a:r>
                  <a:rPr lang="en-IN" dirty="0"/>
                  <a:t>Initially, the output is all zeros: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𝑌=[■(0&amp;0&amp;0&amp;0&amp;0@0&amp;0&amp;0&amp;0&amp;0@0&amp;0&amp;0&amp;0&amp;0@0&amp;0&amp;0&amp;0&amp;0@0&amp;0&amp;0&amp;0&amp;0)]</a:t>
                </a:r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(0,0) = 1</a:t>
                </a:r>
              </a:p>
              <a:p>
                <a:r>
                  <a:rPr lang="en-IN" dirty="0"/>
                  <a:t>Multiply the kernel by 1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1×𝑊=[■(1&amp;0&amp;1@0&amp;1&amp;0@1&amp;0&amp;1)]</a:t>
                </a:r>
                <a:endParaRPr lang="en-IN" dirty="0"/>
              </a:p>
              <a:p>
                <a:r>
                  <a:rPr lang="en-IN" dirty="0"/>
                  <a:t>Place it at the top-left corner: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[■(1&amp;0&amp;1&amp;0&amp;0@0&amp;1&amp;0&amp;0&amp;0@1&amp;0&amp;1&amp;0&amp;0@0&amp;0&amp;0&amp;0&amp;0@0&amp;0&amp;0&amp;0&amp;0)]</a:t>
                </a:r>
                <a:endParaRPr lang="en-IN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(0,1) = 2</a:t>
                </a:r>
              </a:p>
              <a:p>
                <a:r>
                  <a:rPr lang="en-IN" dirty="0"/>
                  <a:t>Multiply the kernel by 2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[■(2&amp;0&amp;2@0&amp;2&amp;0@2&amp;0&amp;2)]</a:t>
                </a:r>
                <a:endParaRPr lang="en-IN" dirty="0"/>
              </a:p>
              <a:p>
                <a:r>
                  <a:rPr lang="en-IN" dirty="0"/>
                  <a:t>Move one column to the right (stride = 1) and </a:t>
                </a:r>
                <a:r>
                  <a:rPr lang="en-IN" b="1" dirty="0"/>
                  <a:t>add</a:t>
                </a:r>
                <a:r>
                  <a:rPr lang="en-IN" dirty="0"/>
                  <a:t> it: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Existing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0 1 0 0 0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1 0 1 0 0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0 0 0 0 0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0 0 0 0 0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2 0 2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0 2 0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2 0 2</a:t>
                </a:r>
              </a:p>
              <a:p>
                <a:r>
                  <a:rPr lang="en-IN" dirty="0"/>
                  <a:t>Result: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[■(1&amp;2&amp;1&amp;2&amp;0@0&amp;1&amp;2&amp;0&amp;0@1&amp;2&amp;1&amp;2&amp;0@0&amp;0&amp;0&amp;0&amp;0@0&amp;0&amp;0&amp;0&amp;0)]</a:t>
                </a:r>
                <a:endParaRPr lang="en-IN" dirty="0"/>
              </a:p>
              <a:p>
                <a:r>
                  <a:rPr lang="en-IN" dirty="0"/>
                  <a:t>Notice the </a:t>
                </a:r>
                <a:r>
                  <a:rPr lang="en-IN" b="1" dirty="0"/>
                  <a:t>overlapping values are added together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Pixel (0,2) = 3</a:t>
                </a:r>
              </a:p>
              <a:p>
                <a:r>
                  <a:rPr lang="en-IN" dirty="0"/>
                  <a:t>Stamp again one column further: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3 0 3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0 3 0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  3 0 3</a:t>
                </a:r>
              </a:p>
              <a:p>
                <a:r>
                  <a:rPr lang="en-IN" dirty="0"/>
                  <a:t>Again, overlapping entries are summed.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dirty="0"/>
                  <a:t>The same process continues for every element (4, 5, 6, 7, 8, 9), shifted according to its row and column position.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Why Does the Output Become 5×5?</a:t>
                </a:r>
              </a:p>
              <a:p>
                <a:r>
                  <a:rPr lang="en-IN" dirty="0"/>
                  <a:t>Think about where the </a:t>
                </a:r>
                <a:r>
                  <a:rPr lang="en-IN" b="1" dirty="0"/>
                  <a:t>last kernel</a:t>
                </a:r>
                <a:r>
                  <a:rPr lang="en-IN" dirty="0"/>
                  <a:t> is placed.</a:t>
                </a:r>
              </a:p>
              <a:p>
                <a:r>
                  <a:rPr lang="en-IN" dirty="0"/>
                  <a:t>The last input pixel is at position (2,2).</a:t>
                </a:r>
              </a:p>
              <a:p>
                <a:r>
                  <a:rPr lang="en-IN" dirty="0"/>
                  <a:t>Its 3×3 kernel occupies: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Input coordinate : (2,2)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Kernel covers output coordinates</a:t>
                </a:r>
              </a:p>
              <a:p>
                <a:pPr rtl="0"/>
                <a:endParaRPr lang="en-I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(2,2) (2,3) (2,4)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(3,2) (3,3) (3,4)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(4,2) (4,3) (4,4)</a:t>
                </a:r>
              </a:p>
              <a:p>
                <a:r>
                  <a:rPr lang="en-IN" dirty="0"/>
                  <a:t>So the highest output index reached is </a:t>
                </a:r>
                <a:r>
                  <a:rPr lang="en-IN" b="1" dirty="0"/>
                  <a:t>4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Indices: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0 1 2 3 4</a:t>
                </a:r>
              </a:p>
              <a:p>
                <a:r>
                  <a:rPr lang="en-IN" dirty="0"/>
                  <a:t>That's </a:t>
                </a:r>
                <a:r>
                  <a:rPr lang="en-IN" b="1" dirty="0"/>
                  <a:t>5 rows × 5 columns</a:t>
                </a:r>
                <a:r>
                  <a:rPr lang="en-IN" dirty="0"/>
                  <a:t>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Intuition</a:t>
                </a:r>
              </a:p>
              <a:p>
                <a:r>
                  <a:rPr lang="en-IN" b="1" dirty="0"/>
                  <a:t>Standard Convolution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3×3 image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kernel slides over it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output pixel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Transpose Convolution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 input pixel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Produces a 3×3 weighted patch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All patches overlap and are added together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│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     ▼</a:t>
                </a:r>
              </a:p>
              <a:p>
                <a:pPr rtl="0"/>
                <a:r>
                  <a:rPr lang="en-I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Larger output feature map</a:t>
                </a:r>
              </a:p>
              <a:p>
                <a:r>
                  <a:rPr lang="en-IN" dirty="0"/>
                  <a:t>This is the key conceptual difference:</a:t>
                </a:r>
              </a:p>
              <a:p>
                <a:pPr lvl="0"/>
                <a:r>
                  <a:rPr lang="en-IN" b="1" dirty="0"/>
                  <a:t>Standard convolution:</a:t>
                </a:r>
                <a:r>
                  <a:rPr lang="en-IN" dirty="0"/>
                  <a:t> </a:t>
                </a:r>
                <a:r>
                  <a:rPr lang="en-IN" b="1" dirty="0"/>
                  <a:t>Many input pixels → One output pixel</a:t>
                </a:r>
                <a:r>
                  <a:rPr lang="en-IN" dirty="0"/>
                  <a:t> </a:t>
                </a:r>
              </a:p>
              <a:p>
                <a:pPr lvl="0"/>
                <a:r>
                  <a:rPr lang="en-IN" b="1" dirty="0"/>
                  <a:t>Transpose convolution:</a:t>
                </a:r>
                <a:r>
                  <a:rPr lang="en-IN" dirty="0"/>
                  <a:t> </a:t>
                </a:r>
                <a:r>
                  <a:rPr lang="en-IN" b="1" dirty="0"/>
                  <a:t>One input pixel → Many output pixels (a kernel-sized patch), and overlapping patches are summed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This "stamping" interpretation is how deep learning libraries such as </a:t>
                </a:r>
                <a:r>
                  <a:rPr lang="en-IN" dirty="0" err="1"/>
                  <a:t>PyTorch</a:t>
                </a:r>
                <a:r>
                  <a:rPr lang="en-IN" dirty="0"/>
                  <a:t> and TensorFlow implement transpose convolution internally, and it's the easiest mental model for understanding why it increases spatial resolution.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3531-1C43-BE4C-A97D-4A9924FF0E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38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3531-1C43-BE4C-A97D-4A9924FF0E4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8825" y="206247"/>
            <a:ext cx="374269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206247"/>
            <a:ext cx="46228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432" y="1595056"/>
            <a:ext cx="7767135" cy="2030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8C5D8F-C1C8-AD72-F830-652B99AC9B1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.xml"/><Relationship Id="rId10" Type="http://schemas.openxmlformats.org/officeDocument/2006/relationships/image" Target="../media/image5.png"/><Relationship Id="rId4" Type="http://schemas.openxmlformats.org/officeDocument/2006/relationships/hyperlink" Target="mailto:Dhruba.a@wilp.bits-pilani.ac.in" TargetMode="External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51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customXml" Target="../ink/ink8.xml"/><Relationship Id="rId4" Type="http://schemas.openxmlformats.org/officeDocument/2006/relationships/image" Target="../media/image5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8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74.png"/><Relationship Id="rId4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810.png"/><Relationship Id="rId4" Type="http://schemas.openxmlformats.org/officeDocument/2006/relationships/customXml" Target="../ink/ink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11.png"/><Relationship Id="rId7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100.png"/><Relationship Id="rId4" Type="http://schemas.openxmlformats.org/officeDocument/2006/relationships/customXml" Target="../ink/ink16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120.png"/><Relationship Id="rId4" Type="http://schemas.openxmlformats.org/officeDocument/2006/relationships/customXml" Target="../ink/ink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.jpg"/><Relationship Id="rId7" Type="http://schemas.openxmlformats.org/officeDocument/2006/relationships/customXml" Target="../ink/ink22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21.xml"/><Relationship Id="rId10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customXml" Target="../ink/ink2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5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.png"/><Relationship Id="rId7" Type="http://schemas.openxmlformats.org/officeDocument/2006/relationships/customXml" Target="../ink/ink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27.xml"/><Relationship Id="rId10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customXml" Target="../ink/ink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customXml" Target="../ink/ink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26.png"/><Relationship Id="rId4" Type="http://schemas.openxmlformats.org/officeDocument/2006/relationships/image" Target="../media/image210.png"/><Relationship Id="rId9" Type="http://schemas.openxmlformats.org/officeDocument/2006/relationships/customXml" Target="../ink/ink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8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270.png"/><Relationship Id="rId4" Type="http://schemas.openxmlformats.org/officeDocument/2006/relationships/customXml" Target="../ink/ink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9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5" Type="http://schemas.openxmlformats.org/officeDocument/2006/relationships/image" Target="../media/image280.png"/><Relationship Id="rId4" Type="http://schemas.openxmlformats.org/officeDocument/2006/relationships/customXml" Target="../ink/ink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30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5" Type="http://schemas.openxmlformats.org/officeDocument/2006/relationships/image" Target="../media/image291.png"/><Relationship Id="rId4" Type="http://schemas.openxmlformats.org/officeDocument/2006/relationships/customXml" Target="../ink/ink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customXml" Target="../ink/ink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51.xml"/><Relationship Id="rId4" Type="http://schemas.openxmlformats.org/officeDocument/2006/relationships/image" Target="../media/image3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5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370.png"/><Relationship Id="rId4" Type="http://schemas.openxmlformats.org/officeDocument/2006/relationships/customXml" Target="../ink/ink5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5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59.xml"/><Relationship Id="rId4" Type="http://schemas.openxmlformats.org/officeDocument/2006/relationships/image" Target="../media/image3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0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customXml" Target="../ink/ink61.xml"/><Relationship Id="rId4" Type="http://schemas.openxmlformats.org/officeDocument/2006/relationships/image" Target="../media/image40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image" Target="../media/image4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5" Type="http://schemas.openxmlformats.org/officeDocument/2006/relationships/image" Target="../media/image42.png"/><Relationship Id="rId4" Type="http://schemas.openxmlformats.org/officeDocument/2006/relationships/customXml" Target="../ink/ink6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png"/><Relationship Id="rId3" Type="http://schemas.openxmlformats.org/officeDocument/2006/relationships/image" Target="../media/image15.jpg"/><Relationship Id="rId7" Type="http://schemas.openxmlformats.org/officeDocument/2006/relationships/customXml" Target="../ink/ink64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6.png"/><Relationship Id="rId4" Type="http://schemas.openxmlformats.org/officeDocument/2006/relationships/image" Target="../media/image42.jpg"/><Relationship Id="rId9" Type="http://schemas.openxmlformats.org/officeDocument/2006/relationships/customXml" Target="../ink/ink6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48.png"/><Relationship Id="rId7" Type="http://schemas.openxmlformats.org/officeDocument/2006/relationships/image" Target="../media/image49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5" Type="http://schemas.openxmlformats.org/officeDocument/2006/relationships/image" Target="../media/image49.png"/><Relationship Id="rId4" Type="http://schemas.openxmlformats.org/officeDocument/2006/relationships/image" Target="../media/image15.jpg"/><Relationship Id="rId9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customXml" Target="../ink/ink69.xml"/><Relationship Id="rId7" Type="http://schemas.openxmlformats.org/officeDocument/2006/relationships/customXml" Target="../ink/ink71.xml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70.xml"/><Relationship Id="rId10" Type="http://schemas.openxmlformats.org/officeDocument/2006/relationships/image" Target="../media/image53.png"/><Relationship Id="rId4" Type="http://schemas.openxmlformats.org/officeDocument/2006/relationships/image" Target="../media/image400.png"/><Relationship Id="rId9" Type="http://schemas.openxmlformats.org/officeDocument/2006/relationships/customXml" Target="../ink/ink7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hyperlink" Target="mailto:horak@feec.vutbr.cz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7" Type="http://schemas.openxmlformats.org/officeDocument/2006/relationships/image" Target="../media/image56.png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5" Type="http://schemas.openxmlformats.org/officeDocument/2006/relationships/image" Target="../media/image550.png"/><Relationship Id="rId4" Type="http://schemas.openxmlformats.org/officeDocument/2006/relationships/customXml" Target="../ink/ink7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3" Type="http://schemas.openxmlformats.org/officeDocument/2006/relationships/image" Target="../media/image58.png"/><Relationship Id="rId7" Type="http://schemas.openxmlformats.org/officeDocument/2006/relationships/image" Target="../media/image58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5" Type="http://schemas.openxmlformats.org/officeDocument/2006/relationships/image" Target="../media/image440.png"/><Relationship Id="rId4" Type="http://schemas.openxmlformats.org/officeDocument/2006/relationships/customXml" Target="../ink/ink77.xml"/><Relationship Id="rId9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0.xml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1.xml"/><Relationship Id="rId5" Type="http://schemas.openxmlformats.org/officeDocument/2006/relationships/image" Target="../media/image61.png"/><Relationship Id="rId4" Type="http://schemas.openxmlformats.org/officeDocument/2006/relationships/image" Target="../media/image4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customXml" Target="../ink/ink82.xml"/><Relationship Id="rId7" Type="http://schemas.openxmlformats.org/officeDocument/2006/relationships/customXml" Target="../ink/ink84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customXml" Target="../ink/ink83.xml"/><Relationship Id="rId4" Type="http://schemas.openxmlformats.org/officeDocument/2006/relationships/image" Target="../media/image47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3" Type="http://schemas.openxmlformats.org/officeDocument/2006/relationships/image" Target="../media/image67.jpg"/><Relationship Id="rId7" Type="http://schemas.openxmlformats.org/officeDocument/2006/relationships/image" Target="../media/image640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.xml"/><Relationship Id="rId5" Type="http://schemas.openxmlformats.org/officeDocument/2006/relationships/image" Target="../media/image510.png"/><Relationship Id="rId4" Type="http://schemas.openxmlformats.org/officeDocument/2006/relationships/customXml" Target="../ink/ink85.xml"/><Relationship Id="rId9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8.xml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customXml" Target="../ink/ink89.xml"/><Relationship Id="rId4" Type="http://schemas.openxmlformats.org/officeDocument/2006/relationships/image" Target="../media/image5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7" Type="http://schemas.openxmlformats.org/officeDocument/2006/relationships/image" Target="../media/image69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5" Type="http://schemas.openxmlformats.org/officeDocument/2006/relationships/image" Target="../media/image560.png"/><Relationship Id="rId4" Type="http://schemas.openxmlformats.org/officeDocument/2006/relationships/customXml" Target="../ink/ink9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2.xml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customXml" Target="../ink/ink96.xml"/><Relationship Id="rId2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customXml" Target="../ink/ink95.xml"/><Relationship Id="rId4" Type="http://schemas.openxmlformats.org/officeDocument/2006/relationships/customXml" Target="../ink/ink9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2.png"/><Relationship Id="rId7" Type="http://schemas.openxmlformats.org/officeDocument/2006/relationships/customXml" Target="../ink/ink99.xml"/><Relationship Id="rId2" Type="http://schemas.openxmlformats.org/officeDocument/2006/relationships/customXml" Target="../ink/ink9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3.png"/><Relationship Id="rId4" Type="http://schemas.openxmlformats.org/officeDocument/2006/relationships/customXml" Target="../ink/ink9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2.png"/><Relationship Id="rId4" Type="http://schemas.openxmlformats.org/officeDocument/2006/relationships/customXml" Target="../ink/ink10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5.png"/><Relationship Id="rId4" Type="http://schemas.openxmlformats.org/officeDocument/2006/relationships/customXml" Target="../ink/ink10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2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0.png"/><Relationship Id="rId4" Type="http://schemas.openxmlformats.org/officeDocument/2006/relationships/customXml" Target="../ink/ink10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customXml" Target="../ink/ink10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customXml" Target="../ink/ink10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customXml" Target="../ink/ink10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7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customXml" Target="../ink/ink108.xml"/><Relationship Id="rId4" Type="http://schemas.openxmlformats.org/officeDocument/2006/relationships/image" Target="../media/image73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0.png"/><Relationship Id="rId4" Type="http://schemas.openxmlformats.org/officeDocument/2006/relationships/customXml" Target="../ink/ink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6242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529" y="192510"/>
            <a:ext cx="2004492" cy="649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3099" y="2365752"/>
            <a:ext cx="232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Session</a:t>
            </a:r>
            <a:r>
              <a:rPr sz="3600" u="heavy" spc="-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6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#12: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3099" y="2868164"/>
            <a:ext cx="5888355" cy="2287806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1394460">
              <a:lnSpc>
                <a:spcPts val="3350"/>
              </a:lnSpc>
              <a:spcBef>
                <a:spcPts val="520"/>
              </a:spcBef>
            </a:pPr>
            <a:r>
              <a:rPr sz="3100" dirty="0">
                <a:latin typeface="Calibri"/>
                <a:cs typeface="Calibri"/>
              </a:rPr>
              <a:t>Semantic</a:t>
            </a:r>
            <a:r>
              <a:rPr sz="3100" spc="-13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Segmentation</a:t>
            </a:r>
            <a:r>
              <a:rPr sz="3100" spc="-13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and </a:t>
            </a:r>
            <a:r>
              <a:rPr sz="3100" dirty="0">
                <a:latin typeface="Calibri"/>
                <a:cs typeface="Calibri"/>
              </a:rPr>
              <a:t>CV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Metrics</a:t>
            </a:r>
            <a:endParaRPr sz="3100" dirty="0">
              <a:latin typeface="Calibri"/>
              <a:cs typeface="Calibri"/>
            </a:endParaRPr>
          </a:p>
          <a:p>
            <a:pPr marL="391160" marR="5080">
              <a:lnSpc>
                <a:spcPct val="100000"/>
              </a:lnSpc>
              <a:spcBef>
                <a:spcPts val="1860"/>
              </a:spcBef>
            </a:pPr>
            <a:r>
              <a:rPr lang="en-US" sz="2800" dirty="0">
                <a:latin typeface="Calibri"/>
                <a:cs typeface="Calibri"/>
              </a:rPr>
              <a:t>Dhruba Adhikary</a:t>
            </a:r>
          </a:p>
          <a:p>
            <a:pPr marL="391160" marR="5080">
              <a:lnSpc>
                <a:spcPct val="100000"/>
              </a:lnSpc>
              <a:spcBef>
                <a:spcPts val="1860"/>
              </a:spcBef>
            </a:pPr>
            <a:r>
              <a:rPr lang="en-US" sz="2800" spc="-35">
                <a:latin typeface="Calibri"/>
                <a:cs typeface="Calibri"/>
                <a:hlinkClick r:id="rId4"/>
              </a:rPr>
              <a:t>Dhruba.a</a:t>
            </a:r>
            <a:r>
              <a:rPr sz="2800" spc="-35">
                <a:latin typeface="Calibri"/>
                <a:cs typeface="Calibri"/>
                <a:hlinkClick r:id="rId4"/>
              </a:rPr>
              <a:t>@</a:t>
            </a:r>
            <a:r>
              <a:rPr sz="2800" spc="-35" dirty="0">
                <a:latin typeface="Calibri"/>
                <a:cs typeface="Calibri"/>
                <a:hlinkClick r:id="rId4"/>
              </a:rPr>
              <a:t>wilp.bits-</a:t>
            </a:r>
            <a:r>
              <a:rPr sz="2800" spc="-10" dirty="0">
                <a:latin typeface="Calibri"/>
                <a:cs typeface="Calibri"/>
                <a:hlinkClick r:id="rId4"/>
              </a:rPr>
              <a:t>pilani.ac.in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25" y="6406125"/>
            <a:ext cx="1452245" cy="213360"/>
          </a:xfrm>
          <a:custGeom>
            <a:avLst/>
            <a:gdLst/>
            <a:ahLst/>
            <a:cxnLst/>
            <a:rect l="l" t="t" r="r" b="b"/>
            <a:pathLst>
              <a:path w="1452245" h="213359">
                <a:moveTo>
                  <a:pt x="1452061" y="213359"/>
                </a:moveTo>
                <a:lnTo>
                  <a:pt x="0" y="213359"/>
                </a:lnTo>
                <a:lnTo>
                  <a:pt x="0" y="0"/>
                </a:lnTo>
                <a:lnTo>
                  <a:pt x="1452061" y="0"/>
                </a:lnTo>
                <a:lnTo>
                  <a:pt x="1452061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025" y="6386313"/>
            <a:ext cx="6011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Acknowledgement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Slide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Materials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adopted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EECS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442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David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Fouhey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225" y="6599673"/>
            <a:ext cx="2820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Winter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2023,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University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Michigan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9106" y="645304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D347E0-D5D6-4BB2-5479-CACCFF567802}"/>
                  </a:ext>
                </a:extLst>
              </p14:cNvPr>
              <p14:cNvContentPartPr/>
              <p14:nvPr/>
            </p14:nvContentPartPr>
            <p14:xfrm>
              <a:off x="599760" y="1292760"/>
              <a:ext cx="7759080" cy="2655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D347E0-D5D6-4BB2-5479-CACCFF5678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400" y="1283400"/>
                <a:ext cx="7777800" cy="26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D38F46-E0D6-FDB8-8794-A2939DC587A5}"/>
                  </a:ext>
                </a:extLst>
              </p14:cNvPr>
              <p14:cNvContentPartPr/>
              <p14:nvPr/>
            </p14:nvContentPartPr>
            <p14:xfrm>
              <a:off x="172800" y="602640"/>
              <a:ext cx="8958600" cy="5793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D38F46-E0D6-FDB8-8794-A2939DC587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600" y="586440"/>
                <a:ext cx="8991000" cy="58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1246ED9-29F7-6017-F5C4-4FA733015E48}"/>
                  </a:ext>
                </a:extLst>
              </p14:cNvPr>
              <p14:cNvContentPartPr/>
              <p14:nvPr/>
            </p14:nvContentPartPr>
            <p14:xfrm>
              <a:off x="1270080" y="4695480"/>
              <a:ext cx="486000" cy="206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1246ED9-29F7-6017-F5C4-4FA733015E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3880" y="4679280"/>
                <a:ext cx="518400" cy="23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70783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Convolutional</a:t>
            </a:r>
            <a:r>
              <a:rPr spc="-3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dirty="0"/>
              <a:t>Network</a:t>
            </a:r>
            <a:r>
              <a:rPr spc="-30" dirty="0"/>
              <a:t> </a:t>
            </a:r>
            <a:r>
              <a:rPr spc="-20" dirty="0"/>
              <a:t>(CNN)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76413" y="1704975"/>
            <a:ext cx="685800" cy="1946275"/>
            <a:chOff x="1776413" y="1704975"/>
            <a:chExt cx="685800" cy="1946275"/>
          </a:xfrm>
        </p:grpSpPr>
        <p:sp>
          <p:nvSpPr>
            <p:cNvPr id="5" name="object 5"/>
            <p:cNvSpPr/>
            <p:nvPr/>
          </p:nvSpPr>
          <p:spPr>
            <a:xfrm>
              <a:off x="1782763" y="2164058"/>
              <a:ext cx="220979" cy="1481455"/>
            </a:xfrm>
            <a:custGeom>
              <a:avLst/>
              <a:gdLst/>
              <a:ahLst/>
              <a:cxnLst/>
              <a:rect l="l" t="t" r="r" b="b"/>
              <a:pathLst>
                <a:path w="220980" h="1481454">
                  <a:moveTo>
                    <a:pt x="220366" y="1480840"/>
                  </a:moveTo>
                  <a:lnTo>
                    <a:pt x="0" y="1480840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084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3129" y="1711325"/>
              <a:ext cx="452755" cy="1933575"/>
            </a:xfrm>
            <a:custGeom>
              <a:avLst/>
              <a:gdLst/>
              <a:ahLst/>
              <a:cxnLst/>
              <a:rect l="l" t="t" r="r" b="b"/>
              <a:pathLst>
                <a:path w="452755" h="1933575">
                  <a:moveTo>
                    <a:pt x="0" y="1933574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0840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2763" y="17113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2763" y="1711325"/>
              <a:ext cx="673100" cy="1933575"/>
            </a:xfrm>
            <a:custGeom>
              <a:avLst/>
              <a:gdLst/>
              <a:ahLst/>
              <a:cxnLst/>
              <a:rect l="l" t="t" r="r" b="b"/>
              <a:pathLst>
                <a:path w="673100" h="1933575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0840"/>
                  </a:lnTo>
                  <a:lnTo>
                    <a:pt x="220366" y="1933574"/>
                  </a:lnTo>
                  <a:lnTo>
                    <a:pt x="0" y="1933574"/>
                  </a:lnTo>
                  <a:lnTo>
                    <a:pt x="0" y="452733"/>
                  </a:lnTo>
                  <a:close/>
                </a:path>
                <a:path w="673100" h="1933575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3575">
                  <a:moveTo>
                    <a:pt x="220366" y="452733"/>
                  </a:moveTo>
                  <a:lnTo>
                    <a:pt x="220366" y="193357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616199" y="1704975"/>
            <a:ext cx="1285875" cy="1946275"/>
            <a:chOff x="2616199" y="1704975"/>
            <a:chExt cx="1285875" cy="1946275"/>
          </a:xfrm>
        </p:grpSpPr>
        <p:sp>
          <p:nvSpPr>
            <p:cNvPr id="10" name="object 10"/>
            <p:cNvSpPr/>
            <p:nvPr/>
          </p:nvSpPr>
          <p:spPr>
            <a:xfrm>
              <a:off x="3224212" y="1711337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671512" y="0"/>
                  </a:moveTo>
                  <a:lnTo>
                    <a:pt x="219837" y="451662"/>
                  </a:lnTo>
                  <a:lnTo>
                    <a:pt x="0" y="451662"/>
                  </a:lnTo>
                  <a:lnTo>
                    <a:pt x="0" y="1933575"/>
                  </a:lnTo>
                  <a:lnTo>
                    <a:pt x="219837" y="1933575"/>
                  </a:lnTo>
                  <a:lnTo>
                    <a:pt x="671512" y="1481899"/>
                  </a:lnTo>
                  <a:lnTo>
                    <a:pt x="671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4213" y="1711325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19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1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4213" y="1711325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5"/>
                  </a:moveTo>
                  <a:lnTo>
                    <a:pt x="451665" y="0"/>
                  </a:lnTo>
                  <a:lnTo>
                    <a:pt x="671511" y="0"/>
                  </a:lnTo>
                  <a:lnTo>
                    <a:pt x="671511" y="1481909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5"/>
                  </a:lnTo>
                  <a:close/>
                </a:path>
                <a:path w="671829" h="1933575">
                  <a:moveTo>
                    <a:pt x="0" y="451665"/>
                  </a:moveTo>
                  <a:lnTo>
                    <a:pt x="219846" y="451665"/>
                  </a:lnTo>
                  <a:lnTo>
                    <a:pt x="671511" y="0"/>
                  </a:lnTo>
                </a:path>
                <a:path w="671829" h="1933575">
                  <a:moveTo>
                    <a:pt x="219846" y="451665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6199" y="2678113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0" y="0"/>
                  </a:moveTo>
                  <a:lnTo>
                    <a:pt x="4476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3874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3874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056063" y="1704975"/>
            <a:ext cx="1287780" cy="1946275"/>
            <a:chOff x="4056063" y="1704975"/>
            <a:chExt cx="1287780" cy="1946275"/>
          </a:xfrm>
        </p:grpSpPr>
        <p:sp>
          <p:nvSpPr>
            <p:cNvPr id="17" name="object 17"/>
            <p:cNvSpPr/>
            <p:nvPr/>
          </p:nvSpPr>
          <p:spPr>
            <a:xfrm>
              <a:off x="4665663" y="2162990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5" h="1482089">
                  <a:moveTo>
                    <a:pt x="219846" y="1481909"/>
                  </a:moveTo>
                  <a:lnTo>
                    <a:pt x="0" y="1481909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5509" y="1711325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20" h="1933575">
                  <a:moveTo>
                    <a:pt x="0" y="1933574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451665" y="1481909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5663" y="1711325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19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1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5663" y="1711325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5"/>
                  </a:moveTo>
                  <a:lnTo>
                    <a:pt x="451665" y="0"/>
                  </a:lnTo>
                  <a:lnTo>
                    <a:pt x="671511" y="0"/>
                  </a:lnTo>
                  <a:lnTo>
                    <a:pt x="671511" y="1481909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5"/>
                  </a:lnTo>
                  <a:close/>
                </a:path>
                <a:path w="671829" h="1933575">
                  <a:moveTo>
                    <a:pt x="0" y="451665"/>
                  </a:moveTo>
                  <a:lnTo>
                    <a:pt x="219846" y="451665"/>
                  </a:lnTo>
                  <a:lnTo>
                    <a:pt x="671511" y="0"/>
                  </a:lnTo>
                </a:path>
                <a:path w="671829" h="1933575">
                  <a:moveTo>
                    <a:pt x="219846" y="451665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56063" y="2678113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5325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05325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497513" y="1704975"/>
            <a:ext cx="1287780" cy="1946275"/>
            <a:chOff x="5497513" y="1704975"/>
            <a:chExt cx="1287780" cy="1946275"/>
          </a:xfrm>
        </p:grpSpPr>
        <p:sp>
          <p:nvSpPr>
            <p:cNvPr id="25" name="object 25"/>
            <p:cNvSpPr/>
            <p:nvPr/>
          </p:nvSpPr>
          <p:spPr>
            <a:xfrm>
              <a:off x="5497513" y="2678113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0" y="0"/>
                  </a:moveTo>
                  <a:lnTo>
                    <a:pt x="4476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45188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45188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05525" y="2164058"/>
              <a:ext cx="220979" cy="1481455"/>
            </a:xfrm>
            <a:custGeom>
              <a:avLst/>
              <a:gdLst/>
              <a:ahLst/>
              <a:cxnLst/>
              <a:rect l="l" t="t" r="r" b="b"/>
              <a:pathLst>
                <a:path w="220979" h="1481454">
                  <a:moveTo>
                    <a:pt x="220365" y="1480840"/>
                  </a:moveTo>
                  <a:lnTo>
                    <a:pt x="0" y="1480840"/>
                  </a:lnTo>
                  <a:lnTo>
                    <a:pt x="0" y="0"/>
                  </a:lnTo>
                  <a:lnTo>
                    <a:pt x="220365" y="0"/>
                  </a:lnTo>
                  <a:lnTo>
                    <a:pt x="220365" y="1480840"/>
                  </a:lnTo>
                  <a:close/>
                </a:path>
              </a:pathLst>
            </a:custGeom>
            <a:solidFill>
              <a:srgbClr val="2D2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5891" y="1711325"/>
              <a:ext cx="452755" cy="1933575"/>
            </a:xfrm>
            <a:custGeom>
              <a:avLst/>
              <a:gdLst/>
              <a:ahLst/>
              <a:cxnLst/>
              <a:rect l="l" t="t" r="r" b="b"/>
              <a:pathLst>
                <a:path w="452754" h="1933575">
                  <a:moveTo>
                    <a:pt x="0" y="1933574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0840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32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05525" y="17113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5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5" y="452733"/>
                  </a:lnTo>
                  <a:close/>
                </a:path>
              </a:pathLst>
            </a:custGeom>
            <a:solidFill>
              <a:srgbClr val="575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05525" y="1711325"/>
              <a:ext cx="673100" cy="1933575"/>
            </a:xfrm>
            <a:custGeom>
              <a:avLst/>
              <a:gdLst/>
              <a:ahLst/>
              <a:cxnLst/>
              <a:rect l="l" t="t" r="r" b="b"/>
              <a:pathLst>
                <a:path w="673100" h="1933575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0840"/>
                  </a:lnTo>
                  <a:lnTo>
                    <a:pt x="220365" y="1933574"/>
                  </a:lnTo>
                  <a:lnTo>
                    <a:pt x="0" y="1933574"/>
                  </a:lnTo>
                  <a:lnTo>
                    <a:pt x="0" y="452733"/>
                  </a:lnTo>
                  <a:close/>
                </a:path>
                <a:path w="673100" h="1933575">
                  <a:moveTo>
                    <a:pt x="0" y="452733"/>
                  </a:moveTo>
                  <a:lnTo>
                    <a:pt x="220365" y="452733"/>
                  </a:lnTo>
                  <a:lnTo>
                    <a:pt x="673099" y="0"/>
                  </a:lnTo>
                </a:path>
                <a:path w="673100" h="1933575">
                  <a:moveTo>
                    <a:pt x="220365" y="452733"/>
                  </a:moveTo>
                  <a:lnTo>
                    <a:pt x="220365" y="1933574"/>
                  </a:lnTo>
                </a:path>
              </a:pathLst>
            </a:custGeom>
            <a:ln w="12699">
              <a:solidFill>
                <a:srgbClr val="1616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90587" y="5383212"/>
            <a:ext cx="373380" cy="777875"/>
          </a:xfrm>
          <a:prstGeom prst="rect">
            <a:avLst/>
          </a:prstGeom>
          <a:solidFill>
            <a:srgbClr val="00CC99"/>
          </a:solidFill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46263" y="5383212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67024" y="5383212"/>
            <a:ext cx="757555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09124" y="4084637"/>
            <a:ext cx="689610" cy="1542415"/>
            <a:chOff x="2109124" y="4084637"/>
            <a:chExt cx="689610" cy="1542415"/>
          </a:xfrm>
        </p:grpSpPr>
        <p:sp>
          <p:nvSpPr>
            <p:cNvPr id="36" name="object 36"/>
            <p:cNvSpPr/>
            <p:nvPr/>
          </p:nvSpPr>
          <p:spPr>
            <a:xfrm>
              <a:off x="2381250" y="5462587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5">
                  <a:moveTo>
                    <a:pt x="0" y="0"/>
                  </a:moveTo>
                  <a:lnTo>
                    <a:pt x="33337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14588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14588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60588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60588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0" y="0"/>
                  </a:moveTo>
                  <a:lnTo>
                    <a:pt x="506411" y="0"/>
                  </a:lnTo>
                  <a:lnTo>
                    <a:pt x="506411" y="777874"/>
                  </a:lnTo>
                  <a:lnTo>
                    <a:pt x="0" y="777874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42179" y="4900612"/>
              <a:ext cx="71755" cy="105410"/>
            </a:xfrm>
            <a:custGeom>
              <a:avLst/>
              <a:gdLst/>
              <a:ahLst/>
              <a:cxnLst/>
              <a:rect l="l" t="t" r="r" b="b"/>
              <a:pathLst>
                <a:path w="71755" h="105410">
                  <a:moveTo>
                    <a:pt x="71614" y="0"/>
                  </a:moveTo>
                  <a:lnTo>
                    <a:pt x="0" y="104916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47224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0" y="356566"/>
                  </a:moveTo>
                  <a:lnTo>
                    <a:pt x="91000" y="0"/>
                  </a:lnTo>
                  <a:lnTo>
                    <a:pt x="298907" y="141914"/>
                  </a:lnTo>
                  <a:lnTo>
                    <a:pt x="0" y="35656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47224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91000" y="0"/>
                  </a:moveTo>
                  <a:lnTo>
                    <a:pt x="0" y="356566"/>
                  </a:lnTo>
                  <a:lnTo>
                    <a:pt x="298907" y="141914"/>
                  </a:lnTo>
                  <a:lnTo>
                    <a:pt x="9100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89175" y="5258136"/>
              <a:ext cx="80010" cy="117475"/>
            </a:xfrm>
            <a:custGeom>
              <a:avLst/>
              <a:gdLst/>
              <a:ahLst/>
              <a:cxnLst/>
              <a:rect l="l" t="t" r="r" b="b"/>
              <a:pathLst>
                <a:path w="80010" h="117475">
                  <a:moveTo>
                    <a:pt x="0" y="117138"/>
                  </a:moveTo>
                  <a:lnTo>
                    <a:pt x="79594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64666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0" y="215284"/>
                  </a:lnTo>
                  <a:lnTo>
                    <a:pt x="298451" y="0"/>
                  </a:lnTo>
                  <a:lnTo>
                    <a:pt x="208206" y="3567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64666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298451" y="0"/>
                  </a:lnTo>
                  <a:lnTo>
                    <a:pt x="0" y="215284"/>
                  </a:lnTo>
                  <a:lnTo>
                    <a:pt x="208206" y="356758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367234" y="5887587"/>
            <a:ext cx="463550" cy="328295"/>
            <a:chOff x="2367234" y="5887587"/>
            <a:chExt cx="463550" cy="328295"/>
          </a:xfrm>
        </p:grpSpPr>
        <p:sp>
          <p:nvSpPr>
            <p:cNvPr id="48" name="object 48"/>
            <p:cNvSpPr/>
            <p:nvPr/>
          </p:nvSpPr>
          <p:spPr>
            <a:xfrm>
              <a:off x="2751137" y="6051549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79374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053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053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128713" y="4084637"/>
            <a:ext cx="921385" cy="1542415"/>
            <a:chOff x="1128713" y="4084637"/>
            <a:chExt cx="921385" cy="1542415"/>
          </a:xfrm>
        </p:grpSpPr>
        <p:sp>
          <p:nvSpPr>
            <p:cNvPr id="52" name="object 52"/>
            <p:cNvSpPr/>
            <p:nvPr/>
          </p:nvSpPr>
          <p:spPr>
            <a:xfrm>
              <a:off x="1308100" y="5462587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80">
                  <a:moveTo>
                    <a:pt x="0" y="0"/>
                  </a:moveTo>
                  <a:lnTo>
                    <a:pt x="80962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89063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89063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66813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66813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0" y="0"/>
                  </a:moveTo>
                  <a:lnTo>
                    <a:pt x="506411" y="0"/>
                  </a:lnTo>
                  <a:lnTo>
                    <a:pt x="506411" y="777874"/>
                  </a:lnTo>
                  <a:lnTo>
                    <a:pt x="0" y="777874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70123" y="4903681"/>
              <a:ext cx="115570" cy="133985"/>
            </a:xfrm>
            <a:custGeom>
              <a:avLst/>
              <a:gdLst/>
              <a:ahLst/>
              <a:cxnLst/>
              <a:rect l="l" t="t" r="r" b="b"/>
              <a:pathLst>
                <a:path w="115569" h="133985">
                  <a:moveTo>
                    <a:pt x="0" y="0"/>
                  </a:moveTo>
                  <a:lnTo>
                    <a:pt x="115378" y="133555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90258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321305" y="343958"/>
                  </a:moveTo>
                  <a:lnTo>
                    <a:pt x="0" y="164559"/>
                  </a:lnTo>
                  <a:lnTo>
                    <a:pt x="190486" y="0"/>
                  </a:lnTo>
                  <a:lnTo>
                    <a:pt x="321305" y="3439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90258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0" y="164559"/>
                  </a:moveTo>
                  <a:lnTo>
                    <a:pt x="321305" y="343958"/>
                  </a:lnTo>
                  <a:lnTo>
                    <a:pt x="190486" y="0"/>
                  </a:lnTo>
                  <a:lnTo>
                    <a:pt x="0" y="164559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27281" y="5239170"/>
              <a:ext cx="145415" cy="160020"/>
            </a:xfrm>
            <a:custGeom>
              <a:avLst/>
              <a:gdLst/>
              <a:ahLst/>
              <a:cxnLst/>
              <a:rect l="l" t="t" r="r" b="b"/>
              <a:pathLst>
                <a:path w="145414" h="160020">
                  <a:moveTo>
                    <a:pt x="145098" y="159878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94883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5" h="340995">
                  <a:moveTo>
                    <a:pt x="139196" y="340654"/>
                  </a:moveTo>
                  <a:lnTo>
                    <a:pt x="0" y="0"/>
                  </a:lnTo>
                  <a:lnTo>
                    <a:pt x="325598" y="171482"/>
                  </a:lnTo>
                  <a:lnTo>
                    <a:pt x="139196" y="3406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94883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5" h="340995">
                  <a:moveTo>
                    <a:pt x="325598" y="171482"/>
                  </a:moveTo>
                  <a:lnTo>
                    <a:pt x="0" y="0"/>
                  </a:lnTo>
                  <a:lnTo>
                    <a:pt x="139196" y="340654"/>
                  </a:lnTo>
                  <a:lnTo>
                    <a:pt x="325598" y="17148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321072" y="5887587"/>
            <a:ext cx="465455" cy="328295"/>
            <a:chOff x="1321072" y="5887587"/>
            <a:chExt cx="465455" cy="328295"/>
          </a:xfrm>
        </p:grpSpPr>
        <p:sp>
          <p:nvSpPr>
            <p:cNvPr id="64" name="object 64"/>
            <p:cNvSpPr/>
            <p:nvPr/>
          </p:nvSpPr>
          <p:spPr>
            <a:xfrm>
              <a:off x="1704975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80">
                  <a:moveTo>
                    <a:pt x="80962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59172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59172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213225" y="5383212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33987" y="5383212"/>
            <a:ext cx="7556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527550" y="4122737"/>
            <a:ext cx="636905" cy="1504315"/>
            <a:chOff x="4527550" y="4122737"/>
            <a:chExt cx="636905" cy="1504315"/>
          </a:xfrm>
        </p:grpSpPr>
        <p:sp>
          <p:nvSpPr>
            <p:cNvPr id="70" name="object 70"/>
            <p:cNvSpPr/>
            <p:nvPr/>
          </p:nvSpPr>
          <p:spPr>
            <a:xfrm>
              <a:off x="4748212" y="5462587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749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779962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79962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27550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29" h="777875">
                  <a:moveTo>
                    <a:pt x="506412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2" y="0"/>
                  </a:lnTo>
                  <a:lnTo>
                    <a:pt x="506412" y="77787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4732609" y="5887587"/>
            <a:ext cx="465455" cy="328295"/>
            <a:chOff x="4732609" y="5887587"/>
            <a:chExt cx="465455" cy="328295"/>
          </a:xfrm>
        </p:grpSpPr>
        <p:sp>
          <p:nvSpPr>
            <p:cNvPr id="75" name="object 75"/>
            <p:cNvSpPr/>
            <p:nvPr/>
          </p:nvSpPr>
          <p:spPr>
            <a:xfrm>
              <a:off x="5116513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770709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70709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3675063" y="4865581"/>
            <a:ext cx="741680" cy="761365"/>
            <a:chOff x="3675063" y="4865581"/>
            <a:chExt cx="741680" cy="761365"/>
          </a:xfrm>
        </p:grpSpPr>
        <p:sp>
          <p:nvSpPr>
            <p:cNvPr id="79" name="object 79"/>
            <p:cNvSpPr/>
            <p:nvPr/>
          </p:nvSpPr>
          <p:spPr>
            <a:xfrm>
              <a:off x="3675063" y="5462587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0961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756025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756025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037085" y="4903681"/>
              <a:ext cx="115570" cy="133985"/>
            </a:xfrm>
            <a:custGeom>
              <a:avLst/>
              <a:gdLst/>
              <a:ahLst/>
              <a:cxnLst/>
              <a:rect l="l" t="t" r="r" b="b"/>
              <a:pathLst>
                <a:path w="115570" h="133985">
                  <a:moveTo>
                    <a:pt x="0" y="0"/>
                  </a:moveTo>
                  <a:lnTo>
                    <a:pt x="115377" y="133555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057220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321305" y="343958"/>
                  </a:moveTo>
                  <a:lnTo>
                    <a:pt x="0" y="164559"/>
                  </a:lnTo>
                  <a:lnTo>
                    <a:pt x="190486" y="0"/>
                  </a:lnTo>
                  <a:lnTo>
                    <a:pt x="321305" y="3439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057220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0" y="164559"/>
                  </a:moveTo>
                  <a:lnTo>
                    <a:pt x="321305" y="343958"/>
                  </a:lnTo>
                  <a:lnTo>
                    <a:pt x="190486" y="0"/>
                  </a:lnTo>
                  <a:lnTo>
                    <a:pt x="0" y="164559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094242" y="5239170"/>
              <a:ext cx="145415" cy="160020"/>
            </a:xfrm>
            <a:custGeom>
              <a:avLst/>
              <a:gdLst/>
              <a:ahLst/>
              <a:cxnLst/>
              <a:rect l="l" t="t" r="r" b="b"/>
              <a:pathLst>
                <a:path w="145414" h="160020">
                  <a:moveTo>
                    <a:pt x="145099" y="159878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61845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139196" y="340654"/>
                  </a:moveTo>
                  <a:lnTo>
                    <a:pt x="0" y="0"/>
                  </a:lnTo>
                  <a:lnTo>
                    <a:pt x="325599" y="171482"/>
                  </a:lnTo>
                  <a:lnTo>
                    <a:pt x="139196" y="3406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61845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325599" y="171482"/>
                  </a:moveTo>
                  <a:lnTo>
                    <a:pt x="0" y="0"/>
                  </a:lnTo>
                  <a:lnTo>
                    <a:pt x="139196" y="340654"/>
                  </a:lnTo>
                  <a:lnTo>
                    <a:pt x="325599" y="17148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3688034" y="5887587"/>
            <a:ext cx="465455" cy="328295"/>
            <a:chOff x="3688034" y="5887587"/>
            <a:chExt cx="465455" cy="328295"/>
          </a:xfrm>
        </p:grpSpPr>
        <p:sp>
          <p:nvSpPr>
            <p:cNvPr id="89" name="object 89"/>
            <p:cNvSpPr/>
            <p:nvPr/>
          </p:nvSpPr>
          <p:spPr>
            <a:xfrm>
              <a:off x="4071937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261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251723"/>
                  </a:moveTo>
                  <a:lnTo>
                    <a:pt x="0" y="125861"/>
                  </a:lnTo>
                  <a:lnTo>
                    <a:pt x="345802" y="0"/>
                  </a:lnTo>
                  <a:lnTo>
                    <a:pt x="345802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7261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0"/>
                  </a:moveTo>
                  <a:lnTo>
                    <a:pt x="0" y="125861"/>
                  </a:lnTo>
                  <a:lnTo>
                    <a:pt x="345802" y="251723"/>
                  </a:lnTo>
                  <a:lnTo>
                    <a:pt x="345802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533774" y="4122737"/>
            <a:ext cx="506730" cy="739775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10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400" b="1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1160"/>
              </a:lnSpc>
              <a:spcBef>
                <a:spcPts val="1700"/>
              </a:spcBef>
            </a:pPr>
            <a:r>
              <a:rPr sz="1600" b="1" spc="-5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527550" y="4122737"/>
            <a:ext cx="50673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525"/>
              </a:spcBef>
            </a:pPr>
            <a:r>
              <a:rPr sz="2400" b="1" spc="-25" dirty="0">
                <a:latin typeface="Times New Roman"/>
                <a:cs typeface="Times New Roman"/>
              </a:rPr>
              <a:t>b</a:t>
            </a:r>
            <a:r>
              <a:rPr sz="2400" b="1" spc="-37" baseline="-31250" dirty="0">
                <a:latin typeface="Times New Roman"/>
                <a:cs typeface="Times New Roman"/>
              </a:rPr>
              <a:t>2</a:t>
            </a:r>
            <a:endParaRPr sz="2400" baseline="-31250">
              <a:latin typeface="Times New Roman"/>
              <a:cs typeface="Times New Roman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476087" y="4862512"/>
            <a:ext cx="492125" cy="551180"/>
            <a:chOff x="4476087" y="4862512"/>
            <a:chExt cx="492125" cy="551180"/>
          </a:xfrm>
        </p:grpSpPr>
        <p:sp>
          <p:nvSpPr>
            <p:cNvPr id="95" name="object 95"/>
            <p:cNvSpPr/>
            <p:nvPr/>
          </p:nvSpPr>
          <p:spPr>
            <a:xfrm>
              <a:off x="4709141" y="4900612"/>
              <a:ext cx="71755" cy="105410"/>
            </a:xfrm>
            <a:custGeom>
              <a:avLst/>
              <a:gdLst/>
              <a:ahLst/>
              <a:cxnLst/>
              <a:rect l="l" t="t" r="r" b="b"/>
              <a:pathLst>
                <a:path w="71754" h="105410">
                  <a:moveTo>
                    <a:pt x="71614" y="0"/>
                  </a:moveTo>
                  <a:lnTo>
                    <a:pt x="0" y="104916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514187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0" y="356566"/>
                  </a:moveTo>
                  <a:lnTo>
                    <a:pt x="91000" y="0"/>
                  </a:lnTo>
                  <a:lnTo>
                    <a:pt x="298907" y="141914"/>
                  </a:lnTo>
                  <a:lnTo>
                    <a:pt x="0" y="35656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14187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91000" y="0"/>
                  </a:moveTo>
                  <a:lnTo>
                    <a:pt x="0" y="356566"/>
                  </a:lnTo>
                  <a:lnTo>
                    <a:pt x="298907" y="141914"/>
                  </a:lnTo>
                  <a:lnTo>
                    <a:pt x="9100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656138" y="5258135"/>
              <a:ext cx="80010" cy="117475"/>
            </a:xfrm>
            <a:custGeom>
              <a:avLst/>
              <a:gdLst/>
              <a:ahLst/>
              <a:cxnLst/>
              <a:rect l="l" t="t" r="r" b="b"/>
              <a:pathLst>
                <a:path w="80010" h="117475">
                  <a:moveTo>
                    <a:pt x="0" y="117138"/>
                  </a:moveTo>
                  <a:lnTo>
                    <a:pt x="79594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31629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0" y="215284"/>
                  </a:lnTo>
                  <a:lnTo>
                    <a:pt x="298451" y="0"/>
                  </a:lnTo>
                  <a:lnTo>
                    <a:pt x="208206" y="3567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631629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298451" y="0"/>
                  </a:lnTo>
                  <a:lnTo>
                    <a:pt x="0" y="215284"/>
                  </a:lnTo>
                  <a:lnTo>
                    <a:pt x="208206" y="356758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597650" y="5394325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616825" y="5394325"/>
            <a:ext cx="757555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6910388" y="4133850"/>
            <a:ext cx="638175" cy="1505585"/>
            <a:chOff x="6910388" y="4133850"/>
            <a:chExt cx="638175" cy="1505585"/>
          </a:xfrm>
        </p:grpSpPr>
        <p:sp>
          <p:nvSpPr>
            <p:cNvPr id="104" name="object 104"/>
            <p:cNvSpPr/>
            <p:nvPr/>
          </p:nvSpPr>
          <p:spPr>
            <a:xfrm>
              <a:off x="7132638" y="547528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749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164388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164388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910388" y="4133850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29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2D2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7117035" y="5900288"/>
            <a:ext cx="465455" cy="328295"/>
            <a:chOff x="7117035" y="5900288"/>
            <a:chExt cx="465455" cy="328295"/>
          </a:xfrm>
        </p:grpSpPr>
        <p:sp>
          <p:nvSpPr>
            <p:cNvPr id="109" name="object 109"/>
            <p:cNvSpPr/>
            <p:nvPr/>
          </p:nvSpPr>
          <p:spPr>
            <a:xfrm>
              <a:off x="7500938" y="606425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155135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4"/>
                  </a:moveTo>
                  <a:lnTo>
                    <a:pt x="0" y="125862"/>
                  </a:lnTo>
                  <a:lnTo>
                    <a:pt x="345803" y="0"/>
                  </a:lnTo>
                  <a:lnTo>
                    <a:pt x="345803" y="25172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155135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2"/>
                  </a:lnTo>
                  <a:lnTo>
                    <a:pt x="345803" y="251724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6059488" y="4878494"/>
            <a:ext cx="741680" cy="761365"/>
            <a:chOff x="6059488" y="4878494"/>
            <a:chExt cx="741680" cy="761365"/>
          </a:xfrm>
        </p:grpSpPr>
        <p:sp>
          <p:nvSpPr>
            <p:cNvPr id="113" name="object 113"/>
            <p:cNvSpPr/>
            <p:nvPr/>
          </p:nvSpPr>
          <p:spPr>
            <a:xfrm>
              <a:off x="6059488" y="547528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0961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140450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140450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421511" y="4916594"/>
              <a:ext cx="114935" cy="132715"/>
            </a:xfrm>
            <a:custGeom>
              <a:avLst/>
              <a:gdLst/>
              <a:ahLst/>
              <a:cxnLst/>
              <a:rect l="l" t="t" r="r" b="b"/>
              <a:pathLst>
                <a:path w="114934" h="132714">
                  <a:moveTo>
                    <a:pt x="0" y="0"/>
                  </a:moveTo>
                  <a:lnTo>
                    <a:pt x="114734" y="132312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441155" y="4966449"/>
              <a:ext cx="321945" cy="344170"/>
            </a:xfrm>
            <a:custGeom>
              <a:avLst/>
              <a:gdLst/>
              <a:ahLst/>
              <a:cxnLst/>
              <a:rect l="l" t="t" r="r" b="b"/>
              <a:pathLst>
                <a:path w="321945" h="344170">
                  <a:moveTo>
                    <a:pt x="321638" y="343714"/>
                  </a:moveTo>
                  <a:lnTo>
                    <a:pt x="0" y="164914"/>
                  </a:lnTo>
                  <a:lnTo>
                    <a:pt x="190179" y="0"/>
                  </a:lnTo>
                  <a:lnTo>
                    <a:pt x="321638" y="34371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441155" y="4966449"/>
              <a:ext cx="321945" cy="344170"/>
            </a:xfrm>
            <a:custGeom>
              <a:avLst/>
              <a:gdLst/>
              <a:ahLst/>
              <a:cxnLst/>
              <a:rect l="l" t="t" r="r" b="b"/>
              <a:pathLst>
                <a:path w="321945" h="344170">
                  <a:moveTo>
                    <a:pt x="0" y="164914"/>
                  </a:moveTo>
                  <a:lnTo>
                    <a:pt x="321638" y="343714"/>
                  </a:lnTo>
                  <a:lnTo>
                    <a:pt x="190179" y="0"/>
                  </a:lnTo>
                  <a:lnTo>
                    <a:pt x="0" y="16491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477316" y="5250790"/>
              <a:ext cx="144780" cy="159385"/>
            </a:xfrm>
            <a:custGeom>
              <a:avLst/>
              <a:gdLst/>
              <a:ahLst/>
              <a:cxnLst/>
              <a:rect l="l" t="t" r="r" b="b"/>
              <a:pathLst>
                <a:path w="144779" h="159385">
                  <a:moveTo>
                    <a:pt x="144158" y="15937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245341" y="4994338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138633" y="340883"/>
                  </a:moveTo>
                  <a:lnTo>
                    <a:pt x="0" y="0"/>
                  </a:lnTo>
                  <a:lnTo>
                    <a:pt x="325315" y="172020"/>
                  </a:lnTo>
                  <a:lnTo>
                    <a:pt x="138633" y="34088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245341" y="4994338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325315" y="172020"/>
                  </a:moveTo>
                  <a:lnTo>
                    <a:pt x="0" y="0"/>
                  </a:lnTo>
                  <a:lnTo>
                    <a:pt x="138633" y="340883"/>
                  </a:lnTo>
                  <a:lnTo>
                    <a:pt x="325315" y="17202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6070871" y="5900288"/>
            <a:ext cx="465455" cy="328295"/>
            <a:chOff x="6070871" y="5900288"/>
            <a:chExt cx="465455" cy="328295"/>
          </a:xfrm>
        </p:grpSpPr>
        <p:sp>
          <p:nvSpPr>
            <p:cNvPr id="123" name="object 123"/>
            <p:cNvSpPr/>
            <p:nvPr/>
          </p:nvSpPr>
          <p:spPr>
            <a:xfrm>
              <a:off x="6454774" y="606425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2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08971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251724"/>
                  </a:moveTo>
                  <a:lnTo>
                    <a:pt x="0" y="125862"/>
                  </a:lnTo>
                  <a:lnTo>
                    <a:pt x="345802" y="0"/>
                  </a:lnTo>
                  <a:lnTo>
                    <a:pt x="345802" y="25172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108971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0"/>
                  </a:moveTo>
                  <a:lnTo>
                    <a:pt x="0" y="125862"/>
                  </a:lnTo>
                  <a:lnTo>
                    <a:pt x="345802" y="251724"/>
                  </a:lnTo>
                  <a:lnTo>
                    <a:pt x="345802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5916613" y="4133850"/>
            <a:ext cx="508000" cy="739775"/>
          </a:xfrm>
          <a:prstGeom prst="rect">
            <a:avLst/>
          </a:prstGeom>
          <a:solidFill>
            <a:srgbClr val="2D2DB9"/>
          </a:solidFill>
        </p:spPr>
        <p:txBody>
          <a:bodyPr vert="horz" wrap="square" lIns="0" tIns="10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400" b="1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1160"/>
              </a:lnSpc>
              <a:spcBef>
                <a:spcPts val="1700"/>
              </a:spcBef>
            </a:pPr>
            <a:r>
              <a:rPr sz="1600" b="1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910388" y="4133850"/>
            <a:ext cx="50673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525"/>
              </a:spcBef>
            </a:pPr>
            <a:r>
              <a:rPr sz="2400" b="1" spc="-25" dirty="0">
                <a:latin typeface="Times New Roman"/>
                <a:cs typeface="Times New Roman"/>
              </a:rPr>
              <a:t>b</a:t>
            </a:r>
            <a:r>
              <a:rPr sz="2400" b="1" spc="-37" baseline="-31250" dirty="0">
                <a:latin typeface="Times New Roman"/>
                <a:cs typeface="Times New Roman"/>
              </a:rPr>
              <a:t>3</a:t>
            </a:r>
            <a:endParaRPr sz="2400" baseline="-31250">
              <a:latin typeface="Times New Roman"/>
              <a:cs typeface="Times New Roman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6860230" y="4873625"/>
            <a:ext cx="492759" cy="552450"/>
            <a:chOff x="6860230" y="4873625"/>
            <a:chExt cx="492759" cy="552450"/>
          </a:xfrm>
        </p:grpSpPr>
        <p:sp>
          <p:nvSpPr>
            <p:cNvPr id="129" name="object 129"/>
            <p:cNvSpPr/>
            <p:nvPr/>
          </p:nvSpPr>
          <p:spPr>
            <a:xfrm>
              <a:off x="7092676" y="4911725"/>
              <a:ext cx="71120" cy="104775"/>
            </a:xfrm>
            <a:custGeom>
              <a:avLst/>
              <a:gdLst/>
              <a:ahLst/>
              <a:cxnLst/>
              <a:rect l="l" t="t" r="r" b="b"/>
              <a:pathLst>
                <a:path w="71120" h="104775">
                  <a:moveTo>
                    <a:pt x="70917" y="0"/>
                  </a:moveTo>
                  <a:lnTo>
                    <a:pt x="0" y="10437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898330" y="4945358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0" y="356758"/>
                  </a:moveTo>
                  <a:lnTo>
                    <a:pt x="90243" y="0"/>
                  </a:lnTo>
                  <a:lnTo>
                    <a:pt x="298450" y="141473"/>
                  </a:lnTo>
                  <a:lnTo>
                    <a:pt x="0" y="3567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898330" y="4945358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90243" y="0"/>
                  </a:moveTo>
                  <a:lnTo>
                    <a:pt x="0" y="356758"/>
                  </a:lnTo>
                  <a:lnTo>
                    <a:pt x="298450" y="141473"/>
                  </a:lnTo>
                  <a:lnTo>
                    <a:pt x="90243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040563" y="5269630"/>
              <a:ext cx="80645" cy="118745"/>
            </a:xfrm>
            <a:custGeom>
              <a:avLst/>
              <a:gdLst/>
              <a:ahLst/>
              <a:cxnLst/>
              <a:rect l="l" t="t" r="r" b="b"/>
              <a:pathLst>
                <a:path w="80645" h="118745">
                  <a:moveTo>
                    <a:pt x="0" y="118344"/>
                  </a:moveTo>
                  <a:lnTo>
                    <a:pt x="80156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016511" y="4983320"/>
              <a:ext cx="298450" cy="357505"/>
            </a:xfrm>
            <a:custGeom>
              <a:avLst/>
              <a:gdLst/>
              <a:ahLst/>
              <a:cxnLst/>
              <a:rect l="l" t="t" r="r" b="b"/>
              <a:pathLst>
                <a:path w="298450" h="357504">
                  <a:moveTo>
                    <a:pt x="208417" y="356892"/>
                  </a:moveTo>
                  <a:lnTo>
                    <a:pt x="0" y="215728"/>
                  </a:lnTo>
                  <a:lnTo>
                    <a:pt x="298131" y="0"/>
                  </a:lnTo>
                  <a:lnTo>
                    <a:pt x="208417" y="356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016511" y="4983320"/>
              <a:ext cx="298450" cy="357505"/>
            </a:xfrm>
            <a:custGeom>
              <a:avLst/>
              <a:gdLst/>
              <a:ahLst/>
              <a:cxnLst/>
              <a:rect l="l" t="t" r="r" b="b"/>
              <a:pathLst>
                <a:path w="298450" h="357504">
                  <a:moveTo>
                    <a:pt x="208417" y="356892"/>
                  </a:moveTo>
                  <a:lnTo>
                    <a:pt x="298131" y="0"/>
                  </a:lnTo>
                  <a:lnTo>
                    <a:pt x="0" y="215728"/>
                  </a:lnTo>
                  <a:lnTo>
                    <a:pt x="208417" y="35689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EB5CEDD-0695-1FD1-D7B1-DCA9AB528BB8}"/>
                  </a:ext>
                </a:extLst>
              </p14:cNvPr>
              <p14:cNvContentPartPr/>
              <p14:nvPr/>
            </p14:nvContentPartPr>
            <p14:xfrm>
              <a:off x="164160" y="904320"/>
              <a:ext cx="7895160" cy="4045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EB5CEDD-0695-1FD1-D7B1-DCA9AB528B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800" y="894960"/>
                <a:ext cx="7913880" cy="40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D5F5B1-BF9B-882F-B06D-8A9FFC863ED2}"/>
                  </a:ext>
                </a:extLst>
              </p14:cNvPr>
              <p14:cNvContentPartPr/>
              <p14:nvPr/>
            </p14:nvContentPartPr>
            <p14:xfrm>
              <a:off x="232200" y="347400"/>
              <a:ext cx="8872920" cy="6422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D5F5B1-BF9B-882F-B06D-8A9FFC863E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00" y="331200"/>
                <a:ext cx="8905320" cy="64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79E972C-AA01-BF3F-76A4-514B73BBA2A3}"/>
                  </a:ext>
                </a:extLst>
              </p14:cNvPr>
              <p14:cNvContentPartPr/>
              <p14:nvPr/>
            </p14:nvContentPartPr>
            <p14:xfrm>
              <a:off x="522000" y="912240"/>
              <a:ext cx="4991760" cy="46087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79E972C-AA01-BF3F-76A4-514B73BBA2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800" y="896040"/>
                <a:ext cx="5024160" cy="464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206247"/>
            <a:ext cx="9607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latin typeface="Arial MT"/>
                <a:cs typeface="Arial MT"/>
              </a:rPr>
              <a:t>CNN</a:t>
            </a:r>
            <a:endParaRPr sz="3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6" name="object 6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10" name="object 10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57361" y="2678243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27788" y="2501900"/>
            <a:ext cx="1463675" cy="490855"/>
            <a:chOff x="6427788" y="2501900"/>
            <a:chExt cx="1463675" cy="490855"/>
          </a:xfrm>
        </p:grpSpPr>
        <p:sp>
          <p:nvSpPr>
            <p:cNvPr id="18" name="object 18"/>
            <p:cNvSpPr/>
            <p:nvPr/>
          </p:nvSpPr>
          <p:spPr>
            <a:xfrm>
              <a:off x="6434138" y="2629668"/>
              <a:ext cx="1329690" cy="356870"/>
            </a:xfrm>
            <a:custGeom>
              <a:avLst/>
              <a:gdLst/>
              <a:ahLst/>
              <a:cxnLst/>
              <a:rect l="l" t="t" r="r" b="b"/>
              <a:pathLst>
                <a:path w="1329690" h="356869">
                  <a:moveTo>
                    <a:pt x="1329556" y="356419"/>
                  </a:moveTo>
                  <a:lnTo>
                    <a:pt x="0" y="356419"/>
                  </a:lnTo>
                  <a:lnTo>
                    <a:pt x="0" y="0"/>
                  </a:lnTo>
                  <a:lnTo>
                    <a:pt x="1329556" y="0"/>
                  </a:lnTo>
                  <a:lnTo>
                    <a:pt x="1329556" y="3564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3694" y="2508250"/>
              <a:ext cx="121920" cy="478155"/>
            </a:xfrm>
            <a:custGeom>
              <a:avLst/>
              <a:gdLst/>
              <a:ahLst/>
              <a:cxnLst/>
              <a:rect l="l" t="t" r="r" b="b"/>
              <a:pathLst>
                <a:path w="121920" h="478155">
                  <a:moveTo>
                    <a:pt x="0" y="477837"/>
                  </a:moveTo>
                  <a:lnTo>
                    <a:pt x="0" y="121418"/>
                  </a:lnTo>
                  <a:lnTo>
                    <a:pt x="121418" y="0"/>
                  </a:lnTo>
                  <a:lnTo>
                    <a:pt x="121418" y="356419"/>
                  </a:lnTo>
                  <a:lnTo>
                    <a:pt x="0" y="47783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34138" y="2508250"/>
              <a:ext cx="1450975" cy="121920"/>
            </a:xfrm>
            <a:custGeom>
              <a:avLst/>
              <a:gdLst/>
              <a:ahLst/>
              <a:cxnLst/>
              <a:rect l="l" t="t" r="r" b="b"/>
              <a:pathLst>
                <a:path w="1450975" h="121919">
                  <a:moveTo>
                    <a:pt x="1329556" y="121418"/>
                  </a:moveTo>
                  <a:lnTo>
                    <a:pt x="0" y="121418"/>
                  </a:lnTo>
                  <a:lnTo>
                    <a:pt x="121418" y="0"/>
                  </a:lnTo>
                  <a:lnTo>
                    <a:pt x="1450974" y="0"/>
                  </a:lnTo>
                  <a:lnTo>
                    <a:pt x="1329556" y="121418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34138" y="2508250"/>
              <a:ext cx="1450975" cy="478155"/>
            </a:xfrm>
            <a:custGeom>
              <a:avLst/>
              <a:gdLst/>
              <a:ahLst/>
              <a:cxnLst/>
              <a:rect l="l" t="t" r="r" b="b"/>
              <a:pathLst>
                <a:path w="1450975" h="478155">
                  <a:moveTo>
                    <a:pt x="0" y="121418"/>
                  </a:moveTo>
                  <a:lnTo>
                    <a:pt x="121418" y="0"/>
                  </a:lnTo>
                  <a:lnTo>
                    <a:pt x="1450974" y="0"/>
                  </a:lnTo>
                  <a:lnTo>
                    <a:pt x="1450974" y="356419"/>
                  </a:lnTo>
                  <a:lnTo>
                    <a:pt x="1329556" y="477837"/>
                  </a:lnTo>
                  <a:lnTo>
                    <a:pt x="0" y="477837"/>
                  </a:lnTo>
                  <a:lnTo>
                    <a:pt x="0" y="121418"/>
                  </a:lnTo>
                  <a:close/>
                </a:path>
                <a:path w="1450975" h="478155">
                  <a:moveTo>
                    <a:pt x="0" y="121418"/>
                  </a:moveTo>
                  <a:lnTo>
                    <a:pt x="1329556" y="121418"/>
                  </a:lnTo>
                  <a:lnTo>
                    <a:pt x="1450974" y="0"/>
                  </a:lnTo>
                </a:path>
                <a:path w="1450975" h="478155">
                  <a:moveTo>
                    <a:pt x="1329556" y="121418"/>
                  </a:moveTo>
                  <a:lnTo>
                    <a:pt x="1329556" y="4778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76037" y="2086209"/>
            <a:ext cx="28956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ts val="371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710"/>
              </a:lnSpc>
            </a:pP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4652" y="1955419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26" name="object 26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088950" y="3327672"/>
            <a:ext cx="328295" cy="665480"/>
            <a:chOff x="4088950" y="3327672"/>
            <a:chExt cx="328295" cy="665480"/>
          </a:xfrm>
        </p:grpSpPr>
        <p:sp>
          <p:nvSpPr>
            <p:cNvPr id="30" name="object 30"/>
            <p:cNvSpPr/>
            <p:nvPr/>
          </p:nvSpPr>
          <p:spPr>
            <a:xfrm>
              <a:off x="4252913" y="3711575"/>
              <a:ext cx="0" cy="281305"/>
            </a:xfrm>
            <a:custGeom>
              <a:avLst/>
              <a:gdLst/>
              <a:ahLst/>
              <a:cxnLst/>
              <a:rect l="l" t="t" r="r" b="b"/>
              <a:pathLst>
                <a:path h="281304">
                  <a:moveTo>
                    <a:pt x="0" y="280987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27050" y="3365772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251724" y="345802"/>
                  </a:moveTo>
                  <a:lnTo>
                    <a:pt x="0" y="345802"/>
                  </a:lnTo>
                  <a:lnTo>
                    <a:pt x="125862" y="0"/>
                  </a:lnTo>
                  <a:lnTo>
                    <a:pt x="251724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27050" y="3365772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251724" y="345802"/>
                  </a:moveTo>
                  <a:lnTo>
                    <a:pt x="125862" y="0"/>
                  </a:lnTo>
                  <a:lnTo>
                    <a:pt x="0" y="345802"/>
                  </a:lnTo>
                  <a:lnTo>
                    <a:pt x="251724" y="345802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5978" y="4122356"/>
            <a:ext cx="819086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image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parameterized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convolutional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filter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weights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biases.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We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design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parameters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E64970A-0A4E-4CC2-7594-74D40E6B3EBC}"/>
                  </a:ext>
                </a:extLst>
              </p14:cNvPr>
              <p14:cNvContentPartPr/>
              <p14:nvPr/>
            </p14:nvContentPartPr>
            <p14:xfrm>
              <a:off x="985680" y="1224000"/>
              <a:ext cx="6464160" cy="3992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E64970A-0A4E-4CC2-7594-74D40E6B3E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320" y="1214640"/>
                <a:ext cx="6482880" cy="40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03E5607-EDBD-7D4E-2CC1-75F0FBD083D1}"/>
                  </a:ext>
                </a:extLst>
              </p14:cNvPr>
              <p14:cNvContentPartPr/>
              <p14:nvPr/>
            </p14:nvContentPartPr>
            <p14:xfrm>
              <a:off x="849960" y="147960"/>
              <a:ext cx="8077320" cy="3974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03E5607-EDBD-7D4E-2CC1-75F0FBD083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760" y="131760"/>
                <a:ext cx="8109720" cy="40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B742906-FD6E-130A-C049-4527A32DFA12}"/>
                  </a:ext>
                </a:extLst>
              </p14:cNvPr>
              <p14:cNvContentPartPr/>
              <p14:nvPr/>
            </p14:nvContentPartPr>
            <p14:xfrm>
              <a:off x="977040" y="356040"/>
              <a:ext cx="8166960" cy="6436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B742906-FD6E-130A-C049-4527A32DFA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0840" y="339840"/>
                <a:ext cx="8199360" cy="646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Now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5" name="object 5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9" name="object 9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17" name="object 17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57361" y="2681418"/>
            <a:ext cx="5080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73295" algn="l"/>
              </a:tabLst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19850" y="1857375"/>
            <a:ext cx="685800" cy="1948180"/>
            <a:chOff x="6419850" y="1857375"/>
            <a:chExt cx="685800" cy="1948180"/>
          </a:xfrm>
        </p:grpSpPr>
        <p:sp>
          <p:nvSpPr>
            <p:cNvPr id="22" name="object 22"/>
            <p:cNvSpPr/>
            <p:nvPr/>
          </p:nvSpPr>
          <p:spPr>
            <a:xfrm>
              <a:off x="6426200" y="2316458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46566" y="1863725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26200" y="18637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26200" y="1863725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50708" y="1515930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0810" y="1277556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6971" y="3864039"/>
            <a:ext cx="6982459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Convert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HxW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into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F-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dimensional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vector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cat?</a:t>
            </a:r>
            <a:endParaRPr sz="2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away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camera?</a:t>
            </a:r>
            <a:endParaRPr sz="28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fake?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88F30D-0489-011D-CF27-9E30A27F8801}"/>
                  </a:ext>
                </a:extLst>
              </p14:cNvPr>
              <p14:cNvContentPartPr/>
              <p14:nvPr/>
            </p14:nvContentPartPr>
            <p14:xfrm>
              <a:off x="2107440" y="294480"/>
              <a:ext cx="6352560" cy="5833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88F30D-0489-011D-CF27-9E30A27F88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8080" y="285120"/>
                <a:ext cx="6371280" cy="58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3B3AA3-62EF-1843-5F5F-C8531B9E0ACB}"/>
                  </a:ext>
                </a:extLst>
              </p14:cNvPr>
              <p14:cNvContentPartPr/>
              <p14:nvPr/>
            </p14:nvContentPartPr>
            <p14:xfrm>
              <a:off x="301680" y="407880"/>
              <a:ext cx="8764920" cy="3505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3B3AA3-62EF-1843-5F5F-C8531B9E0A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480" y="391680"/>
                <a:ext cx="8797320" cy="35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3CEB74-F924-06F0-F08C-18C953F92AD9}"/>
                  </a:ext>
                </a:extLst>
              </p14:cNvPr>
              <p14:cNvContentPartPr/>
              <p14:nvPr/>
            </p14:nvContentPartPr>
            <p14:xfrm>
              <a:off x="135000" y="303840"/>
              <a:ext cx="8420760" cy="2971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3CEB74-F924-06F0-F08C-18C953F92A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800" y="287640"/>
                <a:ext cx="8453160" cy="300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4" name="object 4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8" name="object 8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7361" y="2678243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6419850" y="1857375"/>
            <a:ext cx="685800" cy="1948180"/>
            <a:chOff x="6419850" y="1857375"/>
            <a:chExt cx="685800" cy="1948180"/>
          </a:xfrm>
        </p:grpSpPr>
        <p:sp>
          <p:nvSpPr>
            <p:cNvPr id="18" name="object 18"/>
            <p:cNvSpPr/>
            <p:nvPr/>
          </p:nvSpPr>
          <p:spPr>
            <a:xfrm>
              <a:off x="6426200" y="2316458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46566" y="1863725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26200" y="18637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26200" y="1863725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18274" y="2681418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50708" y="1515930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0810" y="1277556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174" y="3864039"/>
            <a:ext cx="843216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100"/>
              </a:spcBef>
            </a:pP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Today’s</a:t>
            </a:r>
            <a:r>
              <a:rPr sz="28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Running</a:t>
            </a:r>
            <a:r>
              <a:rPr sz="2800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415925" marR="5080" indent="-403860">
              <a:lnSpc>
                <a:spcPct val="100000"/>
              </a:lnSpc>
              <a:buFont typeface="Arial MT"/>
              <a:buChar char="•"/>
              <a:tabLst>
                <a:tab pos="2208530" algn="l"/>
              </a:tabLst>
            </a:pPr>
            <a:r>
              <a:rPr sz="2800" dirty="0">
                <a:latin typeface="Times New Roman"/>
                <a:cs typeface="Times New Roman"/>
              </a:rPr>
              <a:t>Predict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F-</a:t>
            </a:r>
            <a:r>
              <a:rPr sz="2800" dirty="0">
                <a:latin typeface="Times New Roman"/>
                <a:cs typeface="Times New Roman"/>
              </a:rPr>
              <a:t>dimensional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vector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probability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10" dirty="0">
                <a:latin typeface="Times New Roman"/>
                <a:cs typeface="Times New Roman"/>
              </a:rPr>
              <a:t> pixel</a:t>
            </a:r>
            <a:endParaRPr sz="2800">
              <a:latin typeface="Times New Roman"/>
              <a:cs typeface="Times New Roman"/>
            </a:endParaRPr>
          </a:p>
          <a:p>
            <a:pPr marL="1433195" lvl="1" indent="-403860">
              <a:lnSpc>
                <a:spcPct val="100000"/>
              </a:lnSpc>
              <a:buFont typeface="Arial MT"/>
              <a:buChar char="•"/>
              <a:tabLst>
                <a:tab pos="1433195" algn="l"/>
              </a:tabLst>
            </a:pP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computed/backprop’d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every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pixel.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27" name="object 27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F8D77F6-DFBD-3D64-6205-208C555E626A}"/>
                  </a:ext>
                </a:extLst>
              </p14:cNvPr>
              <p14:cNvContentPartPr/>
              <p14:nvPr/>
            </p14:nvContentPartPr>
            <p14:xfrm>
              <a:off x="1659240" y="1914840"/>
              <a:ext cx="6587280" cy="4210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F8D77F6-DFBD-3D64-6205-208C555E62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880" y="1905480"/>
                <a:ext cx="6606000" cy="42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EF7B933-E529-86F4-37E9-700ECC6B81DC}"/>
                  </a:ext>
                </a:extLst>
              </p14:cNvPr>
              <p14:cNvContentPartPr/>
              <p14:nvPr/>
            </p14:nvContentPartPr>
            <p14:xfrm>
              <a:off x="429840" y="876600"/>
              <a:ext cx="8645040" cy="5293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EF7B933-E529-86F4-37E9-700ECC6B81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640" y="860400"/>
                <a:ext cx="8677440" cy="53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64E35F3-63C0-FD69-CB59-F6C85BDF1737}"/>
                  </a:ext>
                </a:extLst>
              </p14:cNvPr>
              <p14:cNvContentPartPr/>
              <p14:nvPr/>
            </p14:nvContentPartPr>
            <p14:xfrm>
              <a:off x="-360" y="431280"/>
              <a:ext cx="9134280" cy="6321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64E35F3-63C0-FD69-CB59-F6C85BDF17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6560" y="415080"/>
                <a:ext cx="9166680" cy="635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196" y="3307555"/>
            <a:ext cx="3968528" cy="2971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275" y="3307555"/>
            <a:ext cx="4565199" cy="2971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1619" y="1409763"/>
            <a:ext cx="7477125" cy="18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6230" marR="1753870" indent="63690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label </a:t>
            </a:r>
            <a:r>
              <a:rPr sz="2800" dirty="0">
                <a:latin typeface="Times New Roman"/>
                <a:cs typeface="Times New Roman"/>
              </a:rPr>
              <a:t>Usually visualized by </a:t>
            </a:r>
            <a:r>
              <a:rPr sz="2800" spc="-10" dirty="0">
                <a:latin typeface="Times New Roman"/>
                <a:cs typeface="Times New Roman"/>
              </a:rPr>
              <a:t>colors.</a:t>
            </a:r>
            <a:endParaRPr sz="28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Note: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don’t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distinguish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instances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tabLst>
                <a:tab pos="2265680" algn="l"/>
                <a:tab pos="4700905" algn="l"/>
                <a:tab pos="6655434" algn="l"/>
              </a:tabLst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213" y="6448679"/>
            <a:ext cx="3146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Everingham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2012.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067919-0E98-E6C4-13AB-DA69804D7E08}"/>
                  </a:ext>
                </a:extLst>
              </p14:cNvPr>
              <p14:cNvContentPartPr/>
              <p14:nvPr/>
            </p14:nvContentPartPr>
            <p14:xfrm>
              <a:off x="220320" y="577800"/>
              <a:ext cx="8344080" cy="5039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067919-0E98-E6C4-13AB-DA69804D7E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960" y="568440"/>
                <a:ext cx="8362800" cy="50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23BD9C-4069-5BE8-2479-60C8C6EA768C}"/>
                  </a:ext>
                </a:extLst>
              </p14:cNvPr>
              <p14:cNvContentPartPr/>
              <p14:nvPr/>
            </p14:nvContentPartPr>
            <p14:xfrm>
              <a:off x="942480" y="558720"/>
              <a:ext cx="8058600" cy="4941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23BD9C-4069-5BE8-2479-60C8C6EA76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880" y="542520"/>
                <a:ext cx="8096400" cy="49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562DB7-89F0-8CF2-BB0B-576168411ACC}"/>
                  </a:ext>
                </a:extLst>
              </p14:cNvPr>
              <p14:cNvContentPartPr/>
              <p14:nvPr/>
            </p14:nvContentPartPr>
            <p14:xfrm>
              <a:off x="335880" y="639360"/>
              <a:ext cx="8808120" cy="5908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562DB7-89F0-8CF2-BB0B-576168411A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9680" y="623160"/>
                <a:ext cx="8840520" cy="594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196" y="3307555"/>
            <a:ext cx="3968528" cy="2971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275" y="3307555"/>
            <a:ext cx="4565199" cy="2971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7449" y="1409763"/>
            <a:ext cx="8326120" cy="18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“Semantic”: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usually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meaningless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indication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trying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trick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you.</a:t>
            </a:r>
            <a:endParaRPr sz="2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Meant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we’re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naming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things.</a:t>
            </a:r>
            <a:endParaRPr sz="2800">
              <a:latin typeface="Times New Roman"/>
              <a:cs typeface="Times New Roman"/>
            </a:endParaRPr>
          </a:p>
          <a:p>
            <a:pPr marL="178435" algn="ctr">
              <a:lnSpc>
                <a:spcPct val="100000"/>
              </a:lnSpc>
              <a:spcBef>
                <a:spcPts val="830"/>
              </a:spcBef>
              <a:tabLst>
                <a:tab pos="2432050" algn="l"/>
                <a:tab pos="4867275" algn="l"/>
                <a:tab pos="682180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520597-3D60-7529-7EB9-B686A7FE15A8}"/>
                  </a:ext>
                </a:extLst>
              </p14:cNvPr>
              <p14:cNvContentPartPr/>
              <p14:nvPr/>
            </p14:nvContentPartPr>
            <p14:xfrm>
              <a:off x="3225240" y="770400"/>
              <a:ext cx="1473480" cy="78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520597-3D60-7529-7EB9-B686A7FE15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9040" y="754200"/>
                <a:ext cx="1505880" cy="8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FB1A37A-1B3F-FBB9-0528-957EA9DFB1EB}"/>
                  </a:ext>
                </a:extLst>
              </p14:cNvPr>
              <p14:cNvContentPartPr/>
              <p14:nvPr/>
            </p14:nvContentPartPr>
            <p14:xfrm>
              <a:off x="8060400" y="3596760"/>
              <a:ext cx="632160" cy="386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FB1A37A-1B3F-FBB9-0528-957EA9DFB1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4200" y="3580560"/>
                <a:ext cx="664560" cy="41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675" y="738854"/>
            <a:ext cx="4608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955800"/>
            <a:ext cx="1119187" cy="16763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7700" y="2028825"/>
            <a:ext cx="6480175" cy="3453129"/>
            <a:chOff x="647700" y="2028825"/>
            <a:chExt cx="6480175" cy="34531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3805238"/>
              <a:ext cx="1120774" cy="16763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65900" y="2408894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7806" y="2035175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2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4"/>
                  </a:lnTo>
                  <a:lnTo>
                    <a:pt x="0" y="1598612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65900" y="2035175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6565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65900" y="2035175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4"/>
                  </a:lnTo>
                  <a:lnTo>
                    <a:pt x="181906" y="1598612"/>
                  </a:lnTo>
                  <a:lnTo>
                    <a:pt x="0" y="1598612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8475" y="3899564"/>
              <a:ext cx="4671695" cy="744220"/>
            </a:xfrm>
            <a:custGeom>
              <a:avLst/>
              <a:gdLst/>
              <a:ahLst/>
              <a:cxnLst/>
              <a:rect l="l" t="t" r="r" b="b"/>
              <a:pathLst>
                <a:path w="4671695" h="744220">
                  <a:moveTo>
                    <a:pt x="0" y="743873"/>
                  </a:moveTo>
                  <a:lnTo>
                    <a:pt x="54720" y="743789"/>
                  </a:lnTo>
                  <a:lnTo>
                    <a:pt x="109435" y="743537"/>
                  </a:lnTo>
                  <a:lnTo>
                    <a:pt x="164138" y="743120"/>
                  </a:lnTo>
                  <a:lnTo>
                    <a:pt x="218823" y="742537"/>
                  </a:lnTo>
                  <a:lnTo>
                    <a:pt x="273483" y="741791"/>
                  </a:lnTo>
                  <a:lnTo>
                    <a:pt x="328112" y="740882"/>
                  </a:lnTo>
                  <a:lnTo>
                    <a:pt x="382705" y="739813"/>
                  </a:lnTo>
                  <a:lnTo>
                    <a:pt x="437256" y="738583"/>
                  </a:lnTo>
                  <a:lnTo>
                    <a:pt x="491757" y="737195"/>
                  </a:lnTo>
                  <a:lnTo>
                    <a:pt x="546204" y="735650"/>
                  </a:lnTo>
                  <a:lnTo>
                    <a:pt x="600590" y="733948"/>
                  </a:lnTo>
                  <a:lnTo>
                    <a:pt x="654908" y="732092"/>
                  </a:lnTo>
                  <a:lnTo>
                    <a:pt x="709154" y="730082"/>
                  </a:lnTo>
                  <a:lnTo>
                    <a:pt x="763320" y="727920"/>
                  </a:lnTo>
                  <a:lnTo>
                    <a:pt x="817401" y="725606"/>
                  </a:lnTo>
                  <a:lnTo>
                    <a:pt x="871391" y="723143"/>
                  </a:lnTo>
                  <a:lnTo>
                    <a:pt x="925283" y="720532"/>
                  </a:lnTo>
                  <a:lnTo>
                    <a:pt x="979071" y="717773"/>
                  </a:lnTo>
                  <a:lnTo>
                    <a:pt x="1032750" y="714868"/>
                  </a:lnTo>
                  <a:lnTo>
                    <a:pt x="1086313" y="711819"/>
                  </a:lnTo>
                  <a:lnTo>
                    <a:pt x="1139754" y="708626"/>
                  </a:lnTo>
                  <a:lnTo>
                    <a:pt x="1193067" y="705290"/>
                  </a:lnTo>
                  <a:lnTo>
                    <a:pt x="1246246" y="701814"/>
                  </a:lnTo>
                  <a:lnTo>
                    <a:pt x="1299285" y="698198"/>
                  </a:lnTo>
                  <a:lnTo>
                    <a:pt x="1352177" y="694444"/>
                  </a:lnTo>
                  <a:lnTo>
                    <a:pt x="1404917" y="690552"/>
                  </a:lnTo>
                  <a:lnTo>
                    <a:pt x="1457499" y="686525"/>
                  </a:lnTo>
                  <a:lnTo>
                    <a:pt x="1509916" y="682362"/>
                  </a:lnTo>
                  <a:lnTo>
                    <a:pt x="1562162" y="678067"/>
                  </a:lnTo>
                  <a:lnTo>
                    <a:pt x="1614232" y="673639"/>
                  </a:lnTo>
                  <a:lnTo>
                    <a:pt x="1666119" y="669080"/>
                  </a:lnTo>
                  <a:lnTo>
                    <a:pt x="1717816" y="664392"/>
                  </a:lnTo>
                  <a:lnTo>
                    <a:pt x="1769319" y="659575"/>
                  </a:lnTo>
                  <a:lnTo>
                    <a:pt x="1820621" y="654631"/>
                  </a:lnTo>
                  <a:lnTo>
                    <a:pt x="1871715" y="649562"/>
                  </a:lnTo>
                  <a:lnTo>
                    <a:pt x="1922596" y="644367"/>
                  </a:lnTo>
                  <a:lnTo>
                    <a:pt x="1973258" y="639050"/>
                  </a:lnTo>
                  <a:lnTo>
                    <a:pt x="2023694" y="633610"/>
                  </a:lnTo>
                  <a:lnTo>
                    <a:pt x="2073899" y="628049"/>
                  </a:lnTo>
                  <a:lnTo>
                    <a:pt x="2123865" y="622369"/>
                  </a:lnTo>
                  <a:lnTo>
                    <a:pt x="2173588" y="616571"/>
                  </a:lnTo>
                  <a:lnTo>
                    <a:pt x="2223062" y="610655"/>
                  </a:lnTo>
                  <a:lnTo>
                    <a:pt x="2272279" y="604624"/>
                  </a:lnTo>
                  <a:lnTo>
                    <a:pt x="2321234" y="598478"/>
                  </a:lnTo>
                  <a:lnTo>
                    <a:pt x="2369920" y="592219"/>
                  </a:lnTo>
                  <a:lnTo>
                    <a:pt x="2418333" y="585847"/>
                  </a:lnTo>
                  <a:lnTo>
                    <a:pt x="2466465" y="579365"/>
                  </a:lnTo>
                  <a:lnTo>
                    <a:pt x="2514311" y="572774"/>
                  </a:lnTo>
                  <a:lnTo>
                    <a:pt x="2561864" y="566074"/>
                  </a:lnTo>
                  <a:lnTo>
                    <a:pt x="2609119" y="559268"/>
                  </a:lnTo>
                  <a:lnTo>
                    <a:pt x="2656068" y="552355"/>
                  </a:lnTo>
                  <a:lnTo>
                    <a:pt x="2702707" y="545338"/>
                  </a:lnTo>
                  <a:lnTo>
                    <a:pt x="2749029" y="538218"/>
                  </a:lnTo>
                  <a:lnTo>
                    <a:pt x="2795028" y="530996"/>
                  </a:lnTo>
                  <a:lnTo>
                    <a:pt x="2840698" y="523673"/>
                  </a:lnTo>
                  <a:lnTo>
                    <a:pt x="2886032" y="516251"/>
                  </a:lnTo>
                  <a:lnTo>
                    <a:pt x="2931025" y="508731"/>
                  </a:lnTo>
                  <a:lnTo>
                    <a:pt x="2975671" y="501113"/>
                  </a:lnTo>
                  <a:lnTo>
                    <a:pt x="3019963" y="493400"/>
                  </a:lnTo>
                  <a:lnTo>
                    <a:pt x="3063896" y="485593"/>
                  </a:lnTo>
                  <a:lnTo>
                    <a:pt x="3107463" y="477693"/>
                  </a:lnTo>
                  <a:lnTo>
                    <a:pt x="3150658" y="469700"/>
                  </a:lnTo>
                  <a:lnTo>
                    <a:pt x="3193475" y="461617"/>
                  </a:lnTo>
                  <a:lnTo>
                    <a:pt x="3235908" y="453445"/>
                  </a:lnTo>
                  <a:lnTo>
                    <a:pt x="3277952" y="445184"/>
                  </a:lnTo>
                  <a:lnTo>
                    <a:pt x="3319599" y="436837"/>
                  </a:lnTo>
                  <a:lnTo>
                    <a:pt x="3360843" y="428404"/>
                  </a:lnTo>
                  <a:lnTo>
                    <a:pt x="3420185" y="415971"/>
                  </a:lnTo>
                  <a:lnTo>
                    <a:pt x="3478641" y="403363"/>
                  </a:lnTo>
                  <a:lnTo>
                    <a:pt x="3536193" y="390583"/>
                  </a:lnTo>
                  <a:lnTo>
                    <a:pt x="3592823" y="377637"/>
                  </a:lnTo>
                  <a:lnTo>
                    <a:pt x="3648511" y="364527"/>
                  </a:lnTo>
                  <a:lnTo>
                    <a:pt x="3703238" y="351257"/>
                  </a:lnTo>
                  <a:lnTo>
                    <a:pt x="3756986" y="337832"/>
                  </a:lnTo>
                  <a:lnTo>
                    <a:pt x="3809736" y="324256"/>
                  </a:lnTo>
                  <a:lnTo>
                    <a:pt x="3861469" y="310531"/>
                  </a:lnTo>
                  <a:lnTo>
                    <a:pt x="3912166" y="296663"/>
                  </a:lnTo>
                  <a:lnTo>
                    <a:pt x="3961808" y="282654"/>
                  </a:lnTo>
                  <a:lnTo>
                    <a:pt x="4010376" y="268510"/>
                  </a:lnTo>
                  <a:lnTo>
                    <a:pt x="4057853" y="254233"/>
                  </a:lnTo>
                  <a:lnTo>
                    <a:pt x="4104218" y="239828"/>
                  </a:lnTo>
                  <a:lnTo>
                    <a:pt x="4149453" y="225299"/>
                  </a:lnTo>
                  <a:lnTo>
                    <a:pt x="4193540" y="210649"/>
                  </a:lnTo>
                  <a:lnTo>
                    <a:pt x="4236458" y="195882"/>
                  </a:lnTo>
                  <a:lnTo>
                    <a:pt x="4278190" y="181002"/>
                  </a:lnTo>
                  <a:lnTo>
                    <a:pt x="4318717" y="166014"/>
                  </a:lnTo>
                  <a:lnTo>
                    <a:pt x="4358020" y="150920"/>
                  </a:lnTo>
                  <a:lnTo>
                    <a:pt x="4396079" y="135726"/>
                  </a:lnTo>
                  <a:lnTo>
                    <a:pt x="4432877" y="120434"/>
                  </a:lnTo>
                  <a:lnTo>
                    <a:pt x="4468394" y="105049"/>
                  </a:lnTo>
                  <a:lnTo>
                    <a:pt x="4517168" y="82777"/>
                  </a:lnTo>
                  <a:lnTo>
                    <a:pt x="4563201" y="60331"/>
                  </a:lnTo>
                  <a:lnTo>
                    <a:pt x="4606437" y="37725"/>
                  </a:lnTo>
                  <a:lnTo>
                    <a:pt x="4646819" y="14967"/>
                  </a:lnTo>
                  <a:lnTo>
                    <a:pt x="4665923" y="3536"/>
                  </a:lnTo>
                  <a:lnTo>
                    <a:pt x="4671651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67002" y="3698657"/>
              <a:ext cx="237490" cy="260985"/>
            </a:xfrm>
            <a:custGeom>
              <a:avLst/>
              <a:gdLst/>
              <a:ahLst/>
              <a:cxnLst/>
              <a:rect l="l" t="t" r="r" b="b"/>
              <a:pathLst>
                <a:path w="237490" h="260985">
                  <a:moveTo>
                    <a:pt x="146248" y="260602"/>
                  </a:moveTo>
                  <a:lnTo>
                    <a:pt x="0" y="141210"/>
                  </a:lnTo>
                  <a:lnTo>
                    <a:pt x="237136" y="0"/>
                  </a:lnTo>
                  <a:lnTo>
                    <a:pt x="146248" y="260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67002" y="3698657"/>
              <a:ext cx="237490" cy="260985"/>
            </a:xfrm>
            <a:custGeom>
              <a:avLst/>
              <a:gdLst/>
              <a:ahLst/>
              <a:cxnLst/>
              <a:rect l="l" t="t" r="r" b="b"/>
              <a:pathLst>
                <a:path w="237490" h="260985">
                  <a:moveTo>
                    <a:pt x="146248" y="260602"/>
                  </a:moveTo>
                  <a:lnTo>
                    <a:pt x="237136" y="0"/>
                  </a:lnTo>
                  <a:lnTo>
                    <a:pt x="0" y="141210"/>
                  </a:lnTo>
                  <a:lnTo>
                    <a:pt x="146248" y="26060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0213" y="6448679"/>
            <a:ext cx="3146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Everingham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2012.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49487" y="2027238"/>
            <a:ext cx="568325" cy="1611630"/>
            <a:chOff x="2249487" y="2027238"/>
            <a:chExt cx="568325" cy="1611630"/>
          </a:xfrm>
        </p:grpSpPr>
        <p:sp>
          <p:nvSpPr>
            <p:cNvPr id="16" name="object 16"/>
            <p:cNvSpPr/>
            <p:nvPr/>
          </p:nvSpPr>
          <p:spPr>
            <a:xfrm>
              <a:off x="2255837" y="2407306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4" h="1224914">
                  <a:moveTo>
                    <a:pt x="181905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37743" y="2033588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3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5837" y="2033588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55837" y="2033588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3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45416" y="271457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41200" y="175162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6687" y="15546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49625" y="2544763"/>
            <a:ext cx="952500" cy="520700"/>
            <a:chOff x="3349625" y="2544763"/>
            <a:chExt cx="952500" cy="520700"/>
          </a:xfrm>
        </p:grpSpPr>
        <p:sp>
          <p:nvSpPr>
            <p:cNvPr id="24" name="object 24"/>
            <p:cNvSpPr/>
            <p:nvPr/>
          </p:nvSpPr>
          <p:spPr>
            <a:xfrm>
              <a:off x="3355975" y="2551113"/>
              <a:ext cx="939800" cy="508000"/>
            </a:xfrm>
            <a:custGeom>
              <a:avLst/>
              <a:gdLst/>
              <a:ahLst/>
              <a:cxnLst/>
              <a:rect l="l" t="t" r="r" b="b"/>
              <a:pathLst>
                <a:path w="939800" h="508000">
                  <a:moveTo>
                    <a:pt x="939799" y="507999"/>
                  </a:moveTo>
                  <a:lnTo>
                    <a:pt x="0" y="507999"/>
                  </a:lnTo>
                  <a:lnTo>
                    <a:pt x="0" y="0"/>
                  </a:lnTo>
                  <a:lnTo>
                    <a:pt x="939799" y="0"/>
                  </a:lnTo>
                  <a:lnTo>
                    <a:pt x="939799" y="50799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55975" y="2551113"/>
              <a:ext cx="939800" cy="508000"/>
            </a:xfrm>
            <a:custGeom>
              <a:avLst/>
              <a:gdLst/>
              <a:ahLst/>
              <a:cxnLst/>
              <a:rect l="l" t="t" r="r" b="b"/>
              <a:pathLst>
                <a:path w="939800" h="508000">
                  <a:moveTo>
                    <a:pt x="0" y="0"/>
                  </a:moveTo>
                  <a:lnTo>
                    <a:pt x="939799" y="0"/>
                  </a:lnTo>
                  <a:lnTo>
                    <a:pt x="939799" y="507999"/>
                  </a:lnTo>
                  <a:lnTo>
                    <a:pt x="0" y="5079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91408" y="2597341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CNN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64187" y="2030413"/>
            <a:ext cx="568325" cy="1611630"/>
            <a:chOff x="5564187" y="2030413"/>
            <a:chExt cx="568325" cy="1611630"/>
          </a:xfrm>
        </p:grpSpPr>
        <p:sp>
          <p:nvSpPr>
            <p:cNvPr id="28" name="object 28"/>
            <p:cNvSpPr/>
            <p:nvPr/>
          </p:nvSpPr>
          <p:spPr>
            <a:xfrm>
              <a:off x="5570537" y="24104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52444" y="2036763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70537" y="2036763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70537" y="2036763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59648" y="271830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6225" y="1754695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27105" y="1557845"/>
            <a:ext cx="125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71500" algn="l"/>
                <a:tab pos="1032510" algn="l"/>
              </a:tabLst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75" baseline="-34722" dirty="0">
                <a:latin typeface="Times New Roman"/>
                <a:cs typeface="Times New Roman"/>
              </a:rPr>
              <a:t>W</a:t>
            </a:r>
            <a:r>
              <a:rPr sz="3600" baseline="-34722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49775" y="2641151"/>
            <a:ext cx="754380" cy="328295"/>
            <a:chOff x="4549775" y="2641151"/>
            <a:chExt cx="754380" cy="328295"/>
          </a:xfrm>
        </p:grpSpPr>
        <p:sp>
          <p:nvSpPr>
            <p:cNvPr id="36" name="object 36"/>
            <p:cNvSpPr/>
            <p:nvPr/>
          </p:nvSpPr>
          <p:spPr>
            <a:xfrm>
              <a:off x="4549775" y="2805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0" y="0"/>
                  </a:moveTo>
                  <a:lnTo>
                    <a:pt x="369887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19663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9663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724150" y="2641151"/>
            <a:ext cx="754380" cy="328295"/>
            <a:chOff x="2724150" y="2641151"/>
            <a:chExt cx="754380" cy="328295"/>
          </a:xfrm>
        </p:grpSpPr>
        <p:sp>
          <p:nvSpPr>
            <p:cNvPr id="40" name="object 40"/>
            <p:cNvSpPr/>
            <p:nvPr/>
          </p:nvSpPr>
          <p:spPr>
            <a:xfrm>
              <a:off x="2724150" y="2805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>
                  <a:moveTo>
                    <a:pt x="0" y="0"/>
                  </a:moveTo>
                  <a:lnTo>
                    <a:pt x="369887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94038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94038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1223" y="5027337"/>
            <a:ext cx="3860544" cy="96827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561507" y="4830826"/>
            <a:ext cx="28994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Times New Roman"/>
                <a:cs typeface="Times New Roman"/>
              </a:rPr>
              <a:t>F-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classification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 </a:t>
            </a:r>
            <a:r>
              <a:rPr sz="2800" spc="-10" dirty="0">
                <a:latin typeface="Times New Roman"/>
                <a:cs typeface="Times New Roman"/>
              </a:rPr>
              <a:t>pixel: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87567" y="271195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9F3A41C-733B-B25F-F443-F2181AA54CB7}"/>
                  </a:ext>
                </a:extLst>
              </p14:cNvPr>
              <p14:cNvContentPartPr/>
              <p14:nvPr/>
            </p14:nvContentPartPr>
            <p14:xfrm>
              <a:off x="175680" y="1092240"/>
              <a:ext cx="7904160" cy="3752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9F3A41C-733B-B25F-F443-F2181AA54C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6320" y="1082880"/>
                <a:ext cx="7922880" cy="37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DCFB289-F1A2-CEFE-4A28-0FA18643A967}"/>
                  </a:ext>
                </a:extLst>
              </p14:cNvPr>
              <p14:cNvContentPartPr/>
              <p14:nvPr/>
            </p14:nvContentPartPr>
            <p14:xfrm>
              <a:off x="51480" y="393480"/>
              <a:ext cx="9092520" cy="6252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DCFB289-F1A2-CEFE-4A28-0FA18643A9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80" y="377280"/>
                <a:ext cx="9124920" cy="628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8214473-C741-6128-E4B3-8B3B49D8A5E1}"/>
                  </a:ext>
                </a:extLst>
              </p14:cNvPr>
              <p14:cNvContentPartPr/>
              <p14:nvPr/>
            </p14:nvContentPartPr>
            <p14:xfrm>
              <a:off x="37800" y="542520"/>
              <a:ext cx="9070920" cy="5718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8214473-C741-6128-E4B3-8B3B49D8A5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600" y="526320"/>
                <a:ext cx="9103320" cy="575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Encoder-</a:t>
            </a:r>
            <a:r>
              <a:rPr spc="-10" dirty="0"/>
              <a:t>Decoder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0" dirty="0"/>
              <a:t> </a:t>
            </a:r>
            <a:r>
              <a:rPr dirty="0"/>
              <a:t>idea:</a:t>
            </a:r>
            <a:r>
              <a:rPr spc="-65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b="1" dirty="0">
                <a:latin typeface="Times New Roman"/>
                <a:cs typeface="Times New Roman"/>
              </a:rPr>
              <a:t>downsample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/>
              <a:t>towards</a:t>
            </a:r>
            <a:r>
              <a:rPr spc="-65" dirty="0"/>
              <a:t> </a:t>
            </a:r>
            <a:r>
              <a:rPr dirty="0"/>
              <a:t>middle</a:t>
            </a:r>
            <a:r>
              <a:rPr spc="-65" dirty="0"/>
              <a:t> </a:t>
            </a:r>
            <a:r>
              <a:rPr spc="-25" dirty="0"/>
              <a:t>of </a:t>
            </a:r>
            <a:r>
              <a:rPr dirty="0"/>
              <a:t>network.</a:t>
            </a:r>
            <a:r>
              <a:rPr spc="-100" dirty="0"/>
              <a:t> </a:t>
            </a:r>
            <a:r>
              <a:rPr dirty="0"/>
              <a:t>Then</a:t>
            </a:r>
            <a:r>
              <a:rPr spc="-45" dirty="0"/>
              <a:t> </a:t>
            </a:r>
            <a:r>
              <a:rPr b="1" dirty="0">
                <a:latin typeface="Times New Roman"/>
                <a:cs typeface="Times New Roman"/>
              </a:rPr>
              <a:t>upsample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spc="-10" dirty="0"/>
              <a:t>middle.</a:t>
            </a: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b="1" dirty="0">
                <a:latin typeface="Times New Roman"/>
                <a:cs typeface="Times New Roman"/>
              </a:rPr>
              <a:t>How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do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downsample?</a:t>
            </a:r>
          </a:p>
          <a:p>
            <a:pPr marL="635" algn="ctr">
              <a:lnSpc>
                <a:spcPct val="100000"/>
              </a:lnSpc>
              <a:spcBef>
                <a:spcPts val="285"/>
              </a:spcBef>
            </a:pPr>
            <a:r>
              <a:rPr dirty="0"/>
              <a:t>Convolutions,</a:t>
            </a:r>
            <a:r>
              <a:rPr spc="-185" dirty="0"/>
              <a:t> </a:t>
            </a:r>
            <a:r>
              <a:rPr spc="-10" dirty="0"/>
              <a:t>pooling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236788" y="4462463"/>
            <a:ext cx="684530" cy="1948180"/>
            <a:chOff x="2236788" y="4462463"/>
            <a:chExt cx="684530" cy="1948180"/>
          </a:xfrm>
        </p:grpSpPr>
        <p:sp>
          <p:nvSpPr>
            <p:cNvPr id="6" name="object 6"/>
            <p:cNvSpPr/>
            <p:nvPr/>
          </p:nvSpPr>
          <p:spPr>
            <a:xfrm>
              <a:off x="2243138" y="4920479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4" h="1483995">
                  <a:moveTo>
                    <a:pt x="219846" y="1483495"/>
                  </a:moveTo>
                  <a:lnTo>
                    <a:pt x="0" y="1483495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62984" y="4468813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19" h="1935479">
                  <a:moveTo>
                    <a:pt x="0" y="1935161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451665" y="1483495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3138" y="4468813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30" h="452120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2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3138" y="4468813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30" h="1935479">
                  <a:moveTo>
                    <a:pt x="0" y="451665"/>
                  </a:moveTo>
                  <a:lnTo>
                    <a:pt x="451665" y="0"/>
                  </a:lnTo>
                  <a:lnTo>
                    <a:pt x="671512" y="0"/>
                  </a:lnTo>
                  <a:lnTo>
                    <a:pt x="671512" y="1483495"/>
                  </a:lnTo>
                  <a:lnTo>
                    <a:pt x="219846" y="1935161"/>
                  </a:lnTo>
                  <a:lnTo>
                    <a:pt x="0" y="1935161"/>
                  </a:lnTo>
                  <a:lnTo>
                    <a:pt x="0" y="451665"/>
                  </a:lnTo>
                  <a:close/>
                </a:path>
                <a:path w="671830" h="1935479">
                  <a:moveTo>
                    <a:pt x="0" y="451665"/>
                  </a:moveTo>
                  <a:lnTo>
                    <a:pt x="219846" y="451665"/>
                  </a:lnTo>
                  <a:lnTo>
                    <a:pt x="671512" y="0"/>
                  </a:lnTo>
                </a:path>
                <a:path w="671830" h="1935479">
                  <a:moveTo>
                    <a:pt x="219846" y="451665"/>
                  </a:moveTo>
                  <a:lnTo>
                    <a:pt x="219846" y="193516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27243" y="528650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953" y="4121017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8972" y="3882644"/>
            <a:ext cx="44729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4285" algn="l"/>
              </a:tabLst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4800" spc="-37" baseline="-32986" dirty="0">
                <a:latin typeface="Times New Roman"/>
                <a:cs typeface="Times New Roman"/>
              </a:rPr>
              <a:t>W</a:t>
            </a:r>
            <a:r>
              <a:rPr sz="3200" spc="-25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20999" y="4462463"/>
            <a:ext cx="4135754" cy="1948180"/>
            <a:chOff x="2920999" y="4462463"/>
            <a:chExt cx="4135754" cy="1948180"/>
          </a:xfrm>
        </p:grpSpPr>
        <p:sp>
          <p:nvSpPr>
            <p:cNvPr id="14" name="object 14"/>
            <p:cNvSpPr/>
            <p:nvPr/>
          </p:nvSpPr>
          <p:spPr>
            <a:xfrm>
              <a:off x="2927349" y="4921547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7"/>
                  </a:moveTo>
                  <a:lnTo>
                    <a:pt x="0" y="1482427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7715" y="4468813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1"/>
                  </a:moveTo>
                  <a:lnTo>
                    <a:pt x="0" y="452733"/>
                  </a:lnTo>
                  <a:lnTo>
                    <a:pt x="452734" y="0"/>
                  </a:lnTo>
                  <a:lnTo>
                    <a:pt x="452734" y="1482427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7349" y="4468813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100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27349" y="4468813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100" y="0"/>
                  </a:lnTo>
                  <a:lnTo>
                    <a:pt x="673100" y="1482427"/>
                  </a:lnTo>
                  <a:lnTo>
                    <a:pt x="220366" y="1935161"/>
                  </a:lnTo>
                  <a:lnTo>
                    <a:pt x="0" y="1935161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100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48050" y="4994932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2"/>
                  </a:moveTo>
                  <a:lnTo>
                    <a:pt x="0" y="1224892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9955" y="4621213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373719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8050" y="4621213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48050" y="4621213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90962" y="5086338"/>
              <a:ext cx="192405" cy="935355"/>
            </a:xfrm>
            <a:custGeom>
              <a:avLst/>
              <a:gdLst/>
              <a:ahLst/>
              <a:cxnLst/>
              <a:rect l="l" t="t" r="r" b="b"/>
              <a:pathLst>
                <a:path w="192404" h="935354">
                  <a:moveTo>
                    <a:pt x="192098" y="935049"/>
                  </a:moveTo>
                  <a:lnTo>
                    <a:pt x="0" y="935049"/>
                  </a:lnTo>
                  <a:lnTo>
                    <a:pt x="0" y="0"/>
                  </a:lnTo>
                  <a:lnTo>
                    <a:pt x="192098" y="0"/>
                  </a:lnTo>
                  <a:lnTo>
                    <a:pt x="192098" y="9350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83061" y="4819649"/>
              <a:ext cx="266700" cy="1202055"/>
            </a:xfrm>
            <a:custGeom>
              <a:avLst/>
              <a:gdLst/>
              <a:ahLst/>
              <a:cxnLst/>
              <a:rect l="l" t="t" r="r" b="b"/>
              <a:pathLst>
                <a:path w="266700" h="1202054">
                  <a:moveTo>
                    <a:pt x="0" y="1201737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266688" y="935049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90962" y="4819649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8" y="266688"/>
                  </a:moveTo>
                  <a:lnTo>
                    <a:pt x="0" y="266688"/>
                  </a:lnTo>
                  <a:lnTo>
                    <a:pt x="266687" y="0"/>
                  </a:lnTo>
                  <a:lnTo>
                    <a:pt x="458786" y="0"/>
                  </a:lnTo>
                  <a:lnTo>
                    <a:pt x="192098" y="2666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90962" y="4819649"/>
              <a:ext cx="459105" cy="1202055"/>
            </a:xfrm>
            <a:custGeom>
              <a:avLst/>
              <a:gdLst/>
              <a:ahLst/>
              <a:cxnLst/>
              <a:rect l="l" t="t" r="r" b="b"/>
              <a:pathLst>
                <a:path w="459104" h="1202054">
                  <a:moveTo>
                    <a:pt x="0" y="266688"/>
                  </a:moveTo>
                  <a:lnTo>
                    <a:pt x="266687" y="0"/>
                  </a:lnTo>
                  <a:lnTo>
                    <a:pt x="458786" y="0"/>
                  </a:lnTo>
                  <a:lnTo>
                    <a:pt x="458786" y="935049"/>
                  </a:lnTo>
                  <a:lnTo>
                    <a:pt x="192098" y="1201737"/>
                  </a:lnTo>
                  <a:lnTo>
                    <a:pt x="0" y="1201737"/>
                  </a:lnTo>
                  <a:lnTo>
                    <a:pt x="0" y="266688"/>
                  </a:lnTo>
                  <a:close/>
                </a:path>
                <a:path w="459104" h="1202054">
                  <a:moveTo>
                    <a:pt x="0" y="266688"/>
                  </a:moveTo>
                  <a:lnTo>
                    <a:pt x="192098" y="266688"/>
                  </a:lnTo>
                  <a:lnTo>
                    <a:pt x="458786" y="0"/>
                  </a:lnTo>
                </a:path>
                <a:path w="459104" h="1202054">
                  <a:moveTo>
                    <a:pt x="192098" y="266688"/>
                  </a:moveTo>
                  <a:lnTo>
                    <a:pt x="19209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60849" y="5156995"/>
              <a:ext cx="191770" cy="715645"/>
            </a:xfrm>
            <a:custGeom>
              <a:avLst/>
              <a:gdLst/>
              <a:ahLst/>
              <a:cxnLst/>
              <a:rect l="l" t="t" r="r" b="b"/>
              <a:pathLst>
                <a:path w="191770" h="715645">
                  <a:moveTo>
                    <a:pt x="191292" y="715167"/>
                  </a:moveTo>
                  <a:lnTo>
                    <a:pt x="0" y="715167"/>
                  </a:lnTo>
                  <a:lnTo>
                    <a:pt x="0" y="0"/>
                  </a:lnTo>
                  <a:lnTo>
                    <a:pt x="191292" y="0"/>
                  </a:lnTo>
                  <a:lnTo>
                    <a:pt x="191292" y="71516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52142" y="4968875"/>
              <a:ext cx="188595" cy="903605"/>
            </a:xfrm>
            <a:custGeom>
              <a:avLst/>
              <a:gdLst/>
              <a:ahLst/>
              <a:cxnLst/>
              <a:rect l="l" t="t" r="r" b="b"/>
              <a:pathLst>
                <a:path w="188595" h="903604">
                  <a:moveTo>
                    <a:pt x="0" y="903288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188120" y="715167"/>
                  </a:lnTo>
                  <a:lnTo>
                    <a:pt x="0" y="9032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60849" y="4968875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2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2" y="0"/>
                  </a:lnTo>
                  <a:lnTo>
                    <a:pt x="191292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60849" y="4968875"/>
              <a:ext cx="379730" cy="903605"/>
            </a:xfrm>
            <a:custGeom>
              <a:avLst/>
              <a:gdLst/>
              <a:ahLst/>
              <a:cxnLst/>
              <a:rect l="l" t="t" r="r" b="b"/>
              <a:pathLst>
                <a:path w="379729" h="903604">
                  <a:moveTo>
                    <a:pt x="0" y="188120"/>
                  </a:moveTo>
                  <a:lnTo>
                    <a:pt x="188120" y="0"/>
                  </a:lnTo>
                  <a:lnTo>
                    <a:pt x="379412" y="0"/>
                  </a:lnTo>
                  <a:lnTo>
                    <a:pt x="379412" y="715167"/>
                  </a:lnTo>
                  <a:lnTo>
                    <a:pt x="191292" y="903288"/>
                  </a:lnTo>
                  <a:lnTo>
                    <a:pt x="0" y="903288"/>
                  </a:lnTo>
                  <a:lnTo>
                    <a:pt x="0" y="188120"/>
                  </a:lnTo>
                  <a:close/>
                </a:path>
                <a:path w="379729" h="903604">
                  <a:moveTo>
                    <a:pt x="0" y="188120"/>
                  </a:moveTo>
                  <a:lnTo>
                    <a:pt x="191292" y="188120"/>
                  </a:lnTo>
                  <a:lnTo>
                    <a:pt x="379412" y="0"/>
                  </a:lnTo>
                </a:path>
                <a:path w="379729" h="903604">
                  <a:moveTo>
                    <a:pt x="191292" y="188120"/>
                  </a:moveTo>
                  <a:lnTo>
                    <a:pt x="191292" y="9032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2788" y="5239117"/>
              <a:ext cx="187325" cy="490220"/>
            </a:xfrm>
            <a:custGeom>
              <a:avLst/>
              <a:gdLst/>
              <a:ahLst/>
              <a:cxnLst/>
              <a:rect l="l" t="t" r="r" b="b"/>
              <a:pathLst>
                <a:path w="187325" h="490220">
                  <a:moveTo>
                    <a:pt x="186956" y="490170"/>
                  </a:moveTo>
                  <a:lnTo>
                    <a:pt x="0" y="490170"/>
                  </a:lnTo>
                  <a:lnTo>
                    <a:pt x="0" y="0"/>
                  </a:lnTo>
                  <a:lnTo>
                    <a:pt x="186956" y="0"/>
                  </a:lnTo>
                  <a:lnTo>
                    <a:pt x="186956" y="49017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9745" y="5111750"/>
              <a:ext cx="127635" cy="617855"/>
            </a:xfrm>
            <a:custGeom>
              <a:avLst/>
              <a:gdLst/>
              <a:ahLst/>
              <a:cxnLst/>
              <a:rect l="l" t="t" r="r" b="b"/>
              <a:pathLst>
                <a:path w="127635" h="617854">
                  <a:moveTo>
                    <a:pt x="0" y="617538"/>
                  </a:moveTo>
                  <a:lnTo>
                    <a:pt x="0" y="127367"/>
                  </a:lnTo>
                  <a:lnTo>
                    <a:pt x="127367" y="0"/>
                  </a:lnTo>
                  <a:lnTo>
                    <a:pt x="127367" y="490170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2788" y="5111750"/>
              <a:ext cx="314325" cy="127635"/>
            </a:xfrm>
            <a:custGeom>
              <a:avLst/>
              <a:gdLst/>
              <a:ahLst/>
              <a:cxnLst/>
              <a:rect l="l" t="t" r="r" b="b"/>
              <a:pathLst>
                <a:path w="314325" h="127635">
                  <a:moveTo>
                    <a:pt x="186956" y="127367"/>
                  </a:moveTo>
                  <a:lnTo>
                    <a:pt x="0" y="127367"/>
                  </a:lnTo>
                  <a:lnTo>
                    <a:pt x="127367" y="0"/>
                  </a:lnTo>
                  <a:lnTo>
                    <a:pt x="314324" y="0"/>
                  </a:lnTo>
                  <a:lnTo>
                    <a:pt x="186956" y="12736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2788" y="5111750"/>
              <a:ext cx="314325" cy="617855"/>
            </a:xfrm>
            <a:custGeom>
              <a:avLst/>
              <a:gdLst/>
              <a:ahLst/>
              <a:cxnLst/>
              <a:rect l="l" t="t" r="r" b="b"/>
              <a:pathLst>
                <a:path w="314325" h="617854">
                  <a:moveTo>
                    <a:pt x="0" y="127367"/>
                  </a:moveTo>
                  <a:lnTo>
                    <a:pt x="127367" y="0"/>
                  </a:lnTo>
                  <a:lnTo>
                    <a:pt x="314324" y="0"/>
                  </a:lnTo>
                  <a:lnTo>
                    <a:pt x="314324" y="490170"/>
                  </a:lnTo>
                  <a:lnTo>
                    <a:pt x="186956" y="617538"/>
                  </a:lnTo>
                  <a:lnTo>
                    <a:pt x="0" y="617538"/>
                  </a:lnTo>
                  <a:lnTo>
                    <a:pt x="0" y="127367"/>
                  </a:lnTo>
                  <a:close/>
                </a:path>
                <a:path w="314325" h="617854">
                  <a:moveTo>
                    <a:pt x="0" y="127367"/>
                  </a:moveTo>
                  <a:lnTo>
                    <a:pt x="186956" y="127367"/>
                  </a:lnTo>
                  <a:lnTo>
                    <a:pt x="314324" y="0"/>
                  </a:lnTo>
                </a:path>
                <a:path w="314325" h="617854">
                  <a:moveTo>
                    <a:pt x="186956" y="127367"/>
                  </a:moveTo>
                  <a:lnTo>
                    <a:pt x="186956" y="61753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13299" y="5159370"/>
              <a:ext cx="192405" cy="713105"/>
            </a:xfrm>
            <a:custGeom>
              <a:avLst/>
              <a:gdLst/>
              <a:ahLst/>
              <a:cxnLst/>
              <a:rect l="l" t="t" r="r" b="b"/>
              <a:pathLst>
                <a:path w="192404" h="713104">
                  <a:moveTo>
                    <a:pt x="192092" y="712792"/>
                  </a:moveTo>
                  <a:lnTo>
                    <a:pt x="0" y="712792"/>
                  </a:lnTo>
                  <a:lnTo>
                    <a:pt x="0" y="0"/>
                  </a:lnTo>
                  <a:lnTo>
                    <a:pt x="192092" y="0"/>
                  </a:lnTo>
                  <a:lnTo>
                    <a:pt x="192092" y="7127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05392" y="4970463"/>
              <a:ext cx="189230" cy="901700"/>
            </a:xfrm>
            <a:custGeom>
              <a:avLst/>
              <a:gdLst/>
              <a:ahLst/>
              <a:cxnLst/>
              <a:rect l="l" t="t" r="r" b="b"/>
              <a:pathLst>
                <a:path w="189229" h="901700">
                  <a:moveTo>
                    <a:pt x="0" y="901699"/>
                  </a:moveTo>
                  <a:lnTo>
                    <a:pt x="0" y="188907"/>
                  </a:lnTo>
                  <a:lnTo>
                    <a:pt x="188907" y="0"/>
                  </a:lnTo>
                  <a:lnTo>
                    <a:pt x="188907" y="71279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3299" y="4970463"/>
              <a:ext cx="381000" cy="189230"/>
            </a:xfrm>
            <a:custGeom>
              <a:avLst/>
              <a:gdLst/>
              <a:ahLst/>
              <a:cxnLst/>
              <a:rect l="l" t="t" r="r" b="b"/>
              <a:pathLst>
                <a:path w="381000" h="189229">
                  <a:moveTo>
                    <a:pt x="192092" y="188907"/>
                  </a:moveTo>
                  <a:lnTo>
                    <a:pt x="0" y="188907"/>
                  </a:lnTo>
                  <a:lnTo>
                    <a:pt x="188907" y="0"/>
                  </a:lnTo>
                  <a:lnTo>
                    <a:pt x="380999" y="0"/>
                  </a:lnTo>
                  <a:lnTo>
                    <a:pt x="192092" y="188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13299" y="4970463"/>
              <a:ext cx="381000" cy="901700"/>
            </a:xfrm>
            <a:custGeom>
              <a:avLst/>
              <a:gdLst/>
              <a:ahLst/>
              <a:cxnLst/>
              <a:rect l="l" t="t" r="r" b="b"/>
              <a:pathLst>
                <a:path w="381000" h="901700">
                  <a:moveTo>
                    <a:pt x="0" y="188907"/>
                  </a:moveTo>
                  <a:lnTo>
                    <a:pt x="188907" y="0"/>
                  </a:lnTo>
                  <a:lnTo>
                    <a:pt x="380999" y="0"/>
                  </a:lnTo>
                  <a:lnTo>
                    <a:pt x="380999" y="712792"/>
                  </a:lnTo>
                  <a:lnTo>
                    <a:pt x="192092" y="901699"/>
                  </a:lnTo>
                  <a:lnTo>
                    <a:pt x="0" y="901699"/>
                  </a:lnTo>
                  <a:lnTo>
                    <a:pt x="0" y="188907"/>
                  </a:lnTo>
                  <a:close/>
                </a:path>
                <a:path w="381000" h="901700">
                  <a:moveTo>
                    <a:pt x="0" y="188907"/>
                  </a:moveTo>
                  <a:lnTo>
                    <a:pt x="192092" y="188907"/>
                  </a:lnTo>
                  <a:lnTo>
                    <a:pt x="380999" y="0"/>
                  </a:lnTo>
                </a:path>
                <a:path w="381000" h="901700">
                  <a:moveTo>
                    <a:pt x="192092" y="188907"/>
                  </a:moveTo>
                  <a:lnTo>
                    <a:pt x="192092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03813" y="5088849"/>
              <a:ext cx="193040" cy="932815"/>
            </a:xfrm>
            <a:custGeom>
              <a:avLst/>
              <a:gdLst/>
              <a:ahLst/>
              <a:cxnLst/>
              <a:rect l="l" t="t" r="r" b="b"/>
              <a:pathLst>
                <a:path w="193039" h="932814">
                  <a:moveTo>
                    <a:pt x="192763" y="932538"/>
                  </a:moveTo>
                  <a:lnTo>
                    <a:pt x="0" y="932538"/>
                  </a:lnTo>
                  <a:lnTo>
                    <a:pt x="0" y="0"/>
                  </a:lnTo>
                  <a:lnTo>
                    <a:pt x="192763" y="0"/>
                  </a:lnTo>
                  <a:lnTo>
                    <a:pt x="192763" y="93253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96576" y="4821238"/>
              <a:ext cx="267970" cy="1200150"/>
            </a:xfrm>
            <a:custGeom>
              <a:avLst/>
              <a:gdLst/>
              <a:ahLst/>
              <a:cxnLst/>
              <a:rect l="l" t="t" r="r" b="b"/>
              <a:pathLst>
                <a:path w="267970" h="1200150">
                  <a:moveTo>
                    <a:pt x="0" y="1200149"/>
                  </a:moveTo>
                  <a:lnTo>
                    <a:pt x="0" y="267611"/>
                  </a:lnTo>
                  <a:lnTo>
                    <a:pt x="267611" y="0"/>
                  </a:lnTo>
                  <a:lnTo>
                    <a:pt x="267611" y="932538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03813" y="4821238"/>
              <a:ext cx="460375" cy="267970"/>
            </a:xfrm>
            <a:custGeom>
              <a:avLst/>
              <a:gdLst/>
              <a:ahLst/>
              <a:cxnLst/>
              <a:rect l="l" t="t" r="r" b="b"/>
              <a:pathLst>
                <a:path w="460375" h="267970">
                  <a:moveTo>
                    <a:pt x="192763" y="267611"/>
                  </a:moveTo>
                  <a:lnTo>
                    <a:pt x="0" y="267611"/>
                  </a:lnTo>
                  <a:lnTo>
                    <a:pt x="267611" y="0"/>
                  </a:lnTo>
                  <a:lnTo>
                    <a:pt x="460374" y="0"/>
                  </a:lnTo>
                  <a:lnTo>
                    <a:pt x="192763" y="267611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3813" y="4821238"/>
              <a:ext cx="460375" cy="1200150"/>
            </a:xfrm>
            <a:custGeom>
              <a:avLst/>
              <a:gdLst/>
              <a:ahLst/>
              <a:cxnLst/>
              <a:rect l="l" t="t" r="r" b="b"/>
              <a:pathLst>
                <a:path w="460375" h="1200150">
                  <a:moveTo>
                    <a:pt x="0" y="267611"/>
                  </a:moveTo>
                  <a:lnTo>
                    <a:pt x="267611" y="0"/>
                  </a:lnTo>
                  <a:lnTo>
                    <a:pt x="460374" y="0"/>
                  </a:lnTo>
                  <a:lnTo>
                    <a:pt x="460374" y="932538"/>
                  </a:lnTo>
                  <a:lnTo>
                    <a:pt x="192763" y="1200149"/>
                  </a:lnTo>
                  <a:lnTo>
                    <a:pt x="0" y="1200149"/>
                  </a:lnTo>
                  <a:lnTo>
                    <a:pt x="0" y="267611"/>
                  </a:lnTo>
                  <a:close/>
                </a:path>
                <a:path w="460375" h="1200150">
                  <a:moveTo>
                    <a:pt x="0" y="267611"/>
                  </a:moveTo>
                  <a:lnTo>
                    <a:pt x="192763" y="267611"/>
                  </a:lnTo>
                  <a:lnTo>
                    <a:pt x="460374" y="0"/>
                  </a:lnTo>
                </a:path>
                <a:path w="460375" h="1200150">
                  <a:moveTo>
                    <a:pt x="192763" y="267611"/>
                  </a:moveTo>
                  <a:lnTo>
                    <a:pt x="192763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51475" y="499493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2"/>
                  </a:moveTo>
                  <a:lnTo>
                    <a:pt x="0" y="1224892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33381" y="462121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373719" y="1224893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51475" y="462121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9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51475" y="462121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9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3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9"/>
                  </a:lnTo>
                  <a:close/>
                </a:path>
                <a:path w="555625" h="1598929">
                  <a:moveTo>
                    <a:pt x="0" y="373719"/>
                  </a:moveTo>
                  <a:lnTo>
                    <a:pt x="181905" y="373719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9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54700" y="4920479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5" h="1483995">
                  <a:moveTo>
                    <a:pt x="219846" y="1483495"/>
                  </a:moveTo>
                  <a:lnTo>
                    <a:pt x="0" y="1483495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74547" y="4468813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20" h="1935479">
                  <a:moveTo>
                    <a:pt x="0" y="1935161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3495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54700" y="4468813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54700" y="4468813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29" h="1935479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3495"/>
                  </a:lnTo>
                  <a:lnTo>
                    <a:pt x="219846" y="1935161"/>
                  </a:lnTo>
                  <a:lnTo>
                    <a:pt x="0" y="1935161"/>
                  </a:lnTo>
                  <a:lnTo>
                    <a:pt x="0" y="451666"/>
                  </a:lnTo>
                  <a:close/>
                </a:path>
                <a:path w="671829" h="1935479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29" h="1935479">
                  <a:moveTo>
                    <a:pt x="219846" y="451666"/>
                  </a:moveTo>
                  <a:lnTo>
                    <a:pt x="219846" y="19351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76987" y="4921546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5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5" y="0"/>
                  </a:lnTo>
                  <a:lnTo>
                    <a:pt x="220365" y="148242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97353" y="4468813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1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76987" y="4468813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5" y="452733"/>
                  </a:moveTo>
                  <a:lnTo>
                    <a:pt x="0" y="452733"/>
                  </a:lnTo>
                  <a:lnTo>
                    <a:pt x="452732" y="0"/>
                  </a:lnTo>
                  <a:lnTo>
                    <a:pt x="673099" y="0"/>
                  </a:lnTo>
                  <a:lnTo>
                    <a:pt x="220365" y="452733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76987" y="4468813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2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5" y="1935161"/>
                  </a:lnTo>
                  <a:lnTo>
                    <a:pt x="0" y="1935161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5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5" y="452733"/>
                  </a:moveTo>
                  <a:lnTo>
                    <a:pt x="220365" y="1935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134464" y="528650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0E012BC-5DEA-40FF-74D1-90847E624D14}"/>
                  </a:ext>
                </a:extLst>
              </p14:cNvPr>
              <p14:cNvContentPartPr/>
              <p14:nvPr/>
            </p14:nvContentPartPr>
            <p14:xfrm>
              <a:off x="289800" y="849600"/>
              <a:ext cx="7925760" cy="6008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0E012BC-5DEA-40FF-74D1-90847E624D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440" y="840240"/>
                <a:ext cx="7944480" cy="60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C3D968D-F95E-0355-0569-9E58B38493BF}"/>
                  </a:ext>
                </a:extLst>
              </p14:cNvPr>
              <p14:cNvContentPartPr/>
              <p14:nvPr/>
            </p14:nvContentPartPr>
            <p14:xfrm>
              <a:off x="165600" y="114480"/>
              <a:ext cx="8892000" cy="6640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C3D968D-F95E-0355-0569-9E58B38493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400" y="98280"/>
                <a:ext cx="8924400" cy="66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A9B5CF8-4CE9-4FF2-93AF-81D4925DE4EF}"/>
                  </a:ext>
                </a:extLst>
              </p14:cNvPr>
              <p14:cNvContentPartPr/>
              <p14:nvPr/>
            </p14:nvContentPartPr>
            <p14:xfrm>
              <a:off x="645120" y="663120"/>
              <a:ext cx="5657400" cy="5348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A9B5CF8-4CE9-4FF2-93AF-81D4925DE4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920" y="646920"/>
                <a:ext cx="5689800" cy="538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392112" y="3738554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532" y="3182937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6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112" y="3182937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6"/>
                  </a:moveTo>
                  <a:lnTo>
                    <a:pt x="0" y="555616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6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112" y="3182937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6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6"/>
                  </a:lnTo>
                  <a:close/>
                </a:path>
                <a:path w="681355" h="2816225">
                  <a:moveTo>
                    <a:pt x="0" y="555616"/>
                  </a:moveTo>
                  <a:lnTo>
                    <a:pt x="125419" y="555616"/>
                  </a:lnTo>
                  <a:lnTo>
                    <a:pt x="681036" y="0"/>
                  </a:lnTo>
                </a:path>
                <a:path w="681355" h="2816225">
                  <a:moveTo>
                    <a:pt x="125419" y="555616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4574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7"/>
                  </a:moveTo>
                  <a:lnTo>
                    <a:pt x="0" y="1545867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942" y="3629025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7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574" y="3629025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49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4574" y="3629025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49" y="0"/>
                  </a:lnTo>
                  <a:lnTo>
                    <a:pt x="463549" y="1545867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49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7"/>
                  </a:lnTo>
                  <a:lnTo>
                    <a:pt x="0" y="1545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1138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60892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4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81138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1138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4"/>
                  </a:lnTo>
                  <a:lnTo>
                    <a:pt x="0" y="1444624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7225" y="413703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360362" y="0"/>
                  </a:moveTo>
                  <a:lnTo>
                    <a:pt x="149974" y="210375"/>
                  </a:lnTo>
                  <a:lnTo>
                    <a:pt x="0" y="210375"/>
                  </a:lnTo>
                  <a:lnTo>
                    <a:pt x="0" y="896937"/>
                  </a:lnTo>
                  <a:lnTo>
                    <a:pt x="149974" y="896937"/>
                  </a:lnTo>
                  <a:lnTo>
                    <a:pt x="360362" y="686549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7225" y="4137025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7225" y="4137025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4"/>
                  </a:lnTo>
                  <a:lnTo>
                    <a:pt x="149979" y="896937"/>
                  </a:lnTo>
                  <a:lnTo>
                    <a:pt x="0" y="896937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60600" y="413703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360362" y="0"/>
                  </a:moveTo>
                  <a:lnTo>
                    <a:pt x="149974" y="210375"/>
                  </a:lnTo>
                  <a:lnTo>
                    <a:pt x="0" y="210375"/>
                  </a:lnTo>
                  <a:lnTo>
                    <a:pt x="0" y="896937"/>
                  </a:lnTo>
                  <a:lnTo>
                    <a:pt x="149974" y="896937"/>
                  </a:lnTo>
                  <a:lnTo>
                    <a:pt x="360362" y="686549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60599" y="4137025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0599" y="4137025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4"/>
                  </a:lnTo>
                  <a:lnTo>
                    <a:pt x="149979" y="896937"/>
                  </a:lnTo>
                  <a:lnTo>
                    <a:pt x="0" y="896937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3974" y="4352171"/>
              <a:ext cx="150495" cy="687070"/>
            </a:xfrm>
            <a:custGeom>
              <a:avLst/>
              <a:gdLst/>
              <a:ahLst/>
              <a:cxnLst/>
              <a:rect l="l" t="t" r="r" b="b"/>
              <a:pathLst>
                <a:path w="150494" h="687070">
                  <a:moveTo>
                    <a:pt x="149979" y="686553"/>
                  </a:moveTo>
                  <a:lnTo>
                    <a:pt x="0" y="686553"/>
                  </a:lnTo>
                  <a:lnTo>
                    <a:pt x="0" y="0"/>
                  </a:lnTo>
                  <a:lnTo>
                    <a:pt x="149979" y="0"/>
                  </a:lnTo>
                  <a:lnTo>
                    <a:pt x="149979" y="68655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954" y="4141787"/>
              <a:ext cx="210820" cy="897255"/>
            </a:xfrm>
            <a:custGeom>
              <a:avLst/>
              <a:gdLst/>
              <a:ahLst/>
              <a:cxnLst/>
              <a:rect l="l" t="t" r="r" b="b"/>
              <a:pathLst>
                <a:path w="210819" h="897254">
                  <a:moveTo>
                    <a:pt x="0" y="896936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210383" y="686553"/>
                  </a:lnTo>
                  <a:lnTo>
                    <a:pt x="0" y="896936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3974" y="4141787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3974" y="414178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3"/>
                  </a:lnTo>
                  <a:lnTo>
                    <a:pt x="149979" y="896936"/>
                  </a:lnTo>
                  <a:lnTo>
                    <a:pt x="0" y="896936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6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68612" y="4446600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30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8613" y="4446587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8613" y="4446587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1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7387" y="4440250"/>
              <a:ext cx="346075" cy="290830"/>
            </a:xfrm>
            <a:custGeom>
              <a:avLst/>
              <a:gdLst/>
              <a:ahLst/>
              <a:cxnLst/>
              <a:rect l="l" t="t" r="r" b="b"/>
              <a:pathLst>
                <a:path w="346075" h="290829">
                  <a:moveTo>
                    <a:pt x="346075" y="0"/>
                  </a:moveTo>
                  <a:lnTo>
                    <a:pt x="261023" y="85039"/>
                  </a:lnTo>
                  <a:lnTo>
                    <a:pt x="0" y="85039"/>
                  </a:lnTo>
                  <a:lnTo>
                    <a:pt x="0" y="290512"/>
                  </a:lnTo>
                  <a:lnTo>
                    <a:pt x="261023" y="290512"/>
                  </a:lnTo>
                  <a:lnTo>
                    <a:pt x="346075" y="205460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7388" y="4440237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027" y="85047"/>
                  </a:moveTo>
                  <a:lnTo>
                    <a:pt x="0" y="85047"/>
                  </a:lnTo>
                  <a:lnTo>
                    <a:pt x="85047" y="0"/>
                  </a:lnTo>
                  <a:lnTo>
                    <a:pt x="346074" y="0"/>
                  </a:lnTo>
                  <a:lnTo>
                    <a:pt x="261027" y="85047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7388" y="4440237"/>
              <a:ext cx="346075" cy="290830"/>
            </a:xfrm>
            <a:custGeom>
              <a:avLst/>
              <a:gdLst/>
              <a:ahLst/>
              <a:cxnLst/>
              <a:rect l="l" t="t" r="r" b="b"/>
              <a:pathLst>
                <a:path w="346075" h="290829">
                  <a:moveTo>
                    <a:pt x="0" y="85047"/>
                  </a:moveTo>
                  <a:lnTo>
                    <a:pt x="85047" y="0"/>
                  </a:lnTo>
                  <a:lnTo>
                    <a:pt x="346074" y="0"/>
                  </a:lnTo>
                  <a:lnTo>
                    <a:pt x="346074" y="205464"/>
                  </a:lnTo>
                  <a:lnTo>
                    <a:pt x="261027" y="290511"/>
                  </a:lnTo>
                  <a:lnTo>
                    <a:pt x="0" y="290511"/>
                  </a:lnTo>
                  <a:lnTo>
                    <a:pt x="0" y="85047"/>
                  </a:lnTo>
                  <a:close/>
                </a:path>
                <a:path w="346075" h="290829">
                  <a:moveTo>
                    <a:pt x="0" y="85047"/>
                  </a:moveTo>
                  <a:lnTo>
                    <a:pt x="261027" y="85047"/>
                  </a:lnTo>
                  <a:lnTo>
                    <a:pt x="346074" y="0"/>
                  </a:lnTo>
                </a:path>
                <a:path w="346075" h="290829">
                  <a:moveTo>
                    <a:pt x="261027" y="85047"/>
                  </a:moveTo>
                  <a:lnTo>
                    <a:pt x="261027" y="2905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94099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9" y="200973"/>
                  </a:moveTo>
                  <a:lnTo>
                    <a:pt x="0" y="200973"/>
                  </a:lnTo>
                  <a:lnTo>
                    <a:pt x="0" y="0"/>
                  </a:lnTo>
                  <a:lnTo>
                    <a:pt x="362899" y="0"/>
                  </a:lnTo>
                  <a:lnTo>
                    <a:pt x="362899" y="20097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56999" y="4446587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1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94099" y="4446587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9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9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94099" y="4446587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9" y="284161"/>
                  </a:lnTo>
                  <a:lnTo>
                    <a:pt x="0" y="284161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9" y="83188"/>
                  </a:lnTo>
                  <a:lnTo>
                    <a:pt x="446087" y="0"/>
                  </a:lnTo>
                </a:path>
                <a:path w="446404" h="284479">
                  <a:moveTo>
                    <a:pt x="362899" y="83188"/>
                  </a:moveTo>
                  <a:lnTo>
                    <a:pt x="362899" y="284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9154" y="3290803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4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6019" y="3310040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6019" y="3310040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114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75185" y="4391088"/>
            <a:ext cx="373189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Recall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rewrite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vector-vector </a:t>
            </a:r>
            <a:r>
              <a:rPr sz="2800" dirty="0">
                <a:latin typeface="Times New Roman"/>
                <a:cs typeface="Times New Roman"/>
              </a:rPr>
              <a:t>operations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1x1 </a:t>
            </a:r>
            <a:r>
              <a:rPr sz="2800" spc="-10" dirty="0">
                <a:latin typeface="Times New Roman"/>
                <a:cs typeface="Times New Roman"/>
              </a:rPr>
              <a:t>convolutions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213" y="6448679"/>
            <a:ext cx="5113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0" dirty="0">
                <a:latin typeface="Times New Roman"/>
                <a:cs typeface="Times New Roman"/>
              </a:rPr>
              <a:t> 2014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16188" y="3748087"/>
            <a:ext cx="1619250" cy="1444625"/>
          </a:xfrm>
          <a:prstGeom prst="rect">
            <a:avLst/>
          </a:prstGeom>
          <a:ln w="76199">
            <a:solidFill>
              <a:srgbClr val="FFC000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1185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097462" y="3613150"/>
            <a:ext cx="519430" cy="436880"/>
            <a:chOff x="5097462" y="3613150"/>
            <a:chExt cx="519430" cy="436880"/>
          </a:xfrm>
        </p:grpSpPr>
        <p:sp>
          <p:nvSpPr>
            <p:cNvPr id="48" name="object 48"/>
            <p:cNvSpPr/>
            <p:nvPr/>
          </p:nvSpPr>
          <p:spPr>
            <a:xfrm>
              <a:off x="5103812" y="3619512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506412" y="0"/>
                  </a:moveTo>
                  <a:lnTo>
                    <a:pt x="382320" y="124079"/>
                  </a:lnTo>
                  <a:lnTo>
                    <a:pt x="0" y="124079"/>
                  </a:lnTo>
                  <a:lnTo>
                    <a:pt x="0" y="423862"/>
                  </a:lnTo>
                  <a:lnTo>
                    <a:pt x="382320" y="423862"/>
                  </a:lnTo>
                  <a:lnTo>
                    <a:pt x="506412" y="299770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03812" y="3619500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6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2" y="0"/>
                  </a:lnTo>
                  <a:lnTo>
                    <a:pt x="382326" y="12408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03812" y="3619500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2" y="0"/>
                  </a:lnTo>
                  <a:lnTo>
                    <a:pt x="506412" y="299777"/>
                  </a:lnTo>
                  <a:lnTo>
                    <a:pt x="382326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6" y="124085"/>
                  </a:lnTo>
                  <a:lnTo>
                    <a:pt x="506412" y="0"/>
                  </a:lnTo>
                </a:path>
                <a:path w="506729" h="424179">
                  <a:moveTo>
                    <a:pt x="382326" y="124085"/>
                  </a:moveTo>
                  <a:lnTo>
                    <a:pt x="382326" y="4238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5661451" y="3462338"/>
            <a:ext cx="1031875" cy="738505"/>
            <a:chOff x="5661451" y="3462338"/>
            <a:chExt cx="1031875" cy="738505"/>
          </a:xfrm>
        </p:grpSpPr>
        <p:sp>
          <p:nvSpPr>
            <p:cNvPr id="52" name="object 52"/>
            <p:cNvSpPr/>
            <p:nvPr/>
          </p:nvSpPr>
          <p:spPr>
            <a:xfrm>
              <a:off x="6562464" y="3619500"/>
              <a:ext cx="124460" cy="424180"/>
            </a:xfrm>
            <a:custGeom>
              <a:avLst/>
              <a:gdLst/>
              <a:ahLst/>
              <a:cxnLst/>
              <a:rect l="l" t="t" r="r" b="b"/>
              <a:pathLst>
                <a:path w="124459" h="424179">
                  <a:moveTo>
                    <a:pt x="0" y="423863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124085" y="299777"/>
                  </a:lnTo>
                  <a:lnTo>
                    <a:pt x="0" y="42386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80138" y="3619500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6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2" y="0"/>
                  </a:lnTo>
                  <a:lnTo>
                    <a:pt x="382326" y="124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80138" y="3619500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2" y="0"/>
                  </a:lnTo>
                  <a:lnTo>
                    <a:pt x="506412" y="299777"/>
                  </a:lnTo>
                  <a:lnTo>
                    <a:pt x="382326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6" y="124085"/>
                  </a:lnTo>
                  <a:lnTo>
                    <a:pt x="506412" y="0"/>
                  </a:lnTo>
                </a:path>
                <a:path w="506729" h="424179">
                  <a:moveTo>
                    <a:pt x="382326" y="124085"/>
                  </a:moveTo>
                  <a:lnTo>
                    <a:pt x="382326" y="42386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1451" y="3462338"/>
              <a:ext cx="468011" cy="738186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8305" y="3462338"/>
            <a:ext cx="687592" cy="738186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7470774" y="3654424"/>
            <a:ext cx="519430" cy="436880"/>
            <a:chOff x="7470774" y="3654424"/>
            <a:chExt cx="519430" cy="436880"/>
          </a:xfrm>
        </p:grpSpPr>
        <p:sp>
          <p:nvSpPr>
            <p:cNvPr id="58" name="object 58"/>
            <p:cNvSpPr/>
            <p:nvPr/>
          </p:nvSpPr>
          <p:spPr>
            <a:xfrm>
              <a:off x="7477112" y="3660774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506425" y="0"/>
                  </a:moveTo>
                  <a:lnTo>
                    <a:pt x="382333" y="124091"/>
                  </a:lnTo>
                  <a:lnTo>
                    <a:pt x="0" y="124091"/>
                  </a:lnTo>
                  <a:lnTo>
                    <a:pt x="0" y="423875"/>
                  </a:lnTo>
                  <a:lnTo>
                    <a:pt x="382333" y="423875"/>
                  </a:lnTo>
                  <a:lnTo>
                    <a:pt x="506425" y="299783"/>
                  </a:lnTo>
                  <a:lnTo>
                    <a:pt x="506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77124" y="3660774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8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3" y="0"/>
                  </a:lnTo>
                  <a:lnTo>
                    <a:pt x="382328" y="12408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77124" y="3660774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3" y="0"/>
                  </a:lnTo>
                  <a:lnTo>
                    <a:pt x="506413" y="299777"/>
                  </a:lnTo>
                  <a:lnTo>
                    <a:pt x="382328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8" y="124085"/>
                  </a:lnTo>
                  <a:lnTo>
                    <a:pt x="506413" y="0"/>
                  </a:lnTo>
                </a:path>
                <a:path w="506729" h="424179">
                  <a:moveTo>
                    <a:pt x="382328" y="124085"/>
                  </a:moveTo>
                  <a:lnTo>
                    <a:pt x="382328" y="4238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E167FA2-B9D2-C08D-60EE-E24CC025EB34}"/>
                  </a:ext>
                </a:extLst>
              </p14:cNvPr>
              <p14:cNvContentPartPr/>
              <p14:nvPr/>
            </p14:nvContentPartPr>
            <p14:xfrm>
              <a:off x="2246760" y="308880"/>
              <a:ext cx="6869880" cy="3498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E167FA2-B9D2-C08D-60EE-E24CC025EB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7400" y="299520"/>
                <a:ext cx="6888600" cy="35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371EF3E-3EF2-C980-2449-79784643CBE6}"/>
                  </a:ext>
                </a:extLst>
              </p14:cNvPr>
              <p14:cNvContentPartPr/>
              <p14:nvPr/>
            </p14:nvContentPartPr>
            <p14:xfrm>
              <a:off x="3158640" y="2836800"/>
              <a:ext cx="3551040" cy="15066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371EF3E-3EF2-C980-2449-79784643CB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42440" y="2820600"/>
                <a:ext cx="3583440" cy="15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42B7C8A-3125-4774-1394-0F9AAA4073F5}"/>
                  </a:ext>
                </a:extLst>
              </p14:cNvPr>
              <p14:cNvContentPartPr/>
              <p14:nvPr/>
            </p14:nvContentPartPr>
            <p14:xfrm>
              <a:off x="-360" y="298080"/>
              <a:ext cx="9144360" cy="65462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42B7C8A-3125-4774-1394-0F9AAA4073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6560" y="281880"/>
                <a:ext cx="9176760" cy="657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392113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532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113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7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113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7" y="0"/>
                  </a:lnTo>
                  <a:lnTo>
                    <a:pt x="681037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5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7" y="0"/>
                  </a:lnTo>
                </a:path>
                <a:path w="681355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4575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942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575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4575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1137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60891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81137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1137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722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60600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3974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30" h="687704">
                  <a:moveTo>
                    <a:pt x="150640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40" y="0"/>
                  </a:lnTo>
                  <a:lnTo>
                    <a:pt x="150640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4614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5" h="898525">
                  <a:moveTo>
                    <a:pt x="0" y="898524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211310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3974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3974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7214"/>
                  </a:lnTo>
                  <a:lnTo>
                    <a:pt x="150640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8525">
                  <a:moveTo>
                    <a:pt x="150640" y="211310"/>
                  </a:moveTo>
                  <a:lnTo>
                    <a:pt x="150640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68612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8612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8612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7387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94100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56999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94100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94100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9154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113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37319" y="3078583"/>
            <a:ext cx="3689350" cy="2927350"/>
            <a:chOff x="4437319" y="3078583"/>
            <a:chExt cx="3689350" cy="2927350"/>
          </a:xfrm>
        </p:grpSpPr>
        <p:sp>
          <p:nvSpPr>
            <p:cNvPr id="45" name="object 45"/>
            <p:cNvSpPr/>
            <p:nvPr/>
          </p:nvSpPr>
          <p:spPr>
            <a:xfrm>
              <a:off x="4471987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97407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71987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4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71987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4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4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6" y="0"/>
                  </a:lnTo>
                </a:path>
                <a:path w="681354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24449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09817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60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24449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3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24449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3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03467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61012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40766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61012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79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61012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79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79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79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071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07099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007099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34047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09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673849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29" h="687704">
                  <a:moveTo>
                    <a:pt x="150639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39" y="0"/>
                  </a:lnTo>
                  <a:lnTo>
                    <a:pt x="150639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24489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4" h="898525">
                  <a:moveTo>
                    <a:pt x="0" y="898524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211309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73849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49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73849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09" y="0"/>
                  </a:lnTo>
                  <a:lnTo>
                    <a:pt x="361949" y="0"/>
                  </a:lnTo>
                  <a:lnTo>
                    <a:pt x="361949" y="687214"/>
                  </a:lnTo>
                  <a:lnTo>
                    <a:pt x="150639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39" y="211310"/>
                  </a:lnTo>
                  <a:lnTo>
                    <a:pt x="361949" y="0"/>
                  </a:lnTo>
                </a:path>
                <a:path w="361950" h="898525">
                  <a:moveTo>
                    <a:pt x="150639" y="211310"/>
                  </a:moveTo>
                  <a:lnTo>
                    <a:pt x="150639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948487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948487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48487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07262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73975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36874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4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73975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673975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649029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1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1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571007" y="2640076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993840" y="1476438"/>
            <a:ext cx="2688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images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33774" y="3886263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81900" y="3879914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45969" y="6008307"/>
            <a:ext cx="6050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What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if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make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input</a:t>
            </a:r>
            <a:r>
              <a:rPr sz="3200" b="1" spc="-10" dirty="0">
                <a:latin typeface="Times New Roman"/>
                <a:cs typeface="Times New Roman"/>
              </a:rPr>
              <a:t> bigger?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45F8E70-0108-CB5A-2225-C429AD01937C}"/>
                  </a:ext>
                </a:extLst>
              </p14:cNvPr>
              <p14:cNvContentPartPr/>
              <p14:nvPr/>
            </p14:nvContentPartPr>
            <p14:xfrm>
              <a:off x="2712240" y="4120920"/>
              <a:ext cx="1587240" cy="9745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45F8E70-0108-CB5A-2225-C429AD0193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2880" y="4111560"/>
                <a:ext cx="1605960" cy="9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0A126B0-8186-8818-9FCB-047E65984651}"/>
                  </a:ext>
                </a:extLst>
              </p14:cNvPr>
              <p14:cNvContentPartPr/>
              <p14:nvPr/>
            </p14:nvContentPartPr>
            <p14:xfrm>
              <a:off x="1369440" y="961560"/>
              <a:ext cx="7752240" cy="5555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0A126B0-8186-8818-9FCB-047E659846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3240" y="945360"/>
                <a:ext cx="7784640" cy="558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37319" y="3078583"/>
            <a:ext cx="3689350" cy="2927350"/>
            <a:chOff x="4437319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4471987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97407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1987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4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1987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4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4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6" y="0"/>
                  </a:lnTo>
                </a:path>
                <a:path w="681354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24449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9817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60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4449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3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4449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3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3467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1012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0766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61012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79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1012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79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79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79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71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7099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07099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047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09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73849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29" h="687704">
                  <a:moveTo>
                    <a:pt x="150639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39" y="0"/>
                  </a:lnTo>
                  <a:lnTo>
                    <a:pt x="150639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24489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4" h="898525">
                  <a:moveTo>
                    <a:pt x="0" y="898524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211309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73849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49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73849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09" y="0"/>
                  </a:lnTo>
                  <a:lnTo>
                    <a:pt x="361949" y="0"/>
                  </a:lnTo>
                  <a:lnTo>
                    <a:pt x="361949" y="687214"/>
                  </a:lnTo>
                  <a:lnTo>
                    <a:pt x="150639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39" y="211310"/>
                  </a:lnTo>
                  <a:lnTo>
                    <a:pt x="361949" y="0"/>
                  </a:lnTo>
                </a:path>
                <a:path w="361950" h="898525">
                  <a:moveTo>
                    <a:pt x="150639" y="211310"/>
                  </a:moveTo>
                  <a:lnTo>
                    <a:pt x="150639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48487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48487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48487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7262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73975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36874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4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73975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73975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49029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1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1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571007" y="2640076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500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93840" y="1476438"/>
            <a:ext cx="2688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images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04125" y="3879914"/>
            <a:ext cx="914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10x10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47" name="object 47"/>
            <p:cNvSpPr/>
            <p:nvPr/>
          </p:nvSpPr>
          <p:spPr>
            <a:xfrm>
              <a:off x="392113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7532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2113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7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2113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7" y="0"/>
                  </a:lnTo>
                  <a:lnTo>
                    <a:pt x="681037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5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7" y="0"/>
                  </a:lnTo>
                </a:path>
                <a:path w="681355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44575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9942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44575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44575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81137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60891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81137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81137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2722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260600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93974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30" h="687704">
                  <a:moveTo>
                    <a:pt x="150640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40" y="0"/>
                  </a:lnTo>
                  <a:lnTo>
                    <a:pt x="150640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744614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5" h="898525">
                  <a:moveTo>
                    <a:pt x="0" y="898524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211310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93974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93974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7214"/>
                  </a:lnTo>
                  <a:lnTo>
                    <a:pt x="150640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8525">
                  <a:moveTo>
                    <a:pt x="150640" y="211310"/>
                  </a:moveTo>
                  <a:lnTo>
                    <a:pt x="150640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68612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868612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868612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27387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594100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956999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594100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594100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69154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9113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233774" y="3886263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5655" y="6010339"/>
            <a:ext cx="7269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Since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it’s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reuse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9104F9B-1DD9-DA50-3987-F6028592752E}"/>
                  </a:ext>
                </a:extLst>
              </p14:cNvPr>
              <p14:cNvContentPartPr/>
              <p14:nvPr/>
            </p14:nvContentPartPr>
            <p14:xfrm>
              <a:off x="2822040" y="4815360"/>
              <a:ext cx="914760" cy="41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9104F9B-1DD9-DA50-3987-F602859275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5840" y="4799160"/>
                <a:ext cx="947160" cy="7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5" dirty="0"/>
              <a:t> </a:t>
            </a:r>
            <a:r>
              <a:rPr dirty="0"/>
              <a:t>Do</a:t>
            </a:r>
            <a:r>
              <a:rPr spc="-4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spc="-10" dirty="0"/>
              <a:t>Upsample?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68463" y="3955601"/>
            <a:ext cx="1146175" cy="328295"/>
            <a:chOff x="1668463" y="3955601"/>
            <a:chExt cx="1146175" cy="328295"/>
          </a:xfrm>
        </p:grpSpPr>
        <p:sp>
          <p:nvSpPr>
            <p:cNvPr id="5" name="object 5"/>
            <p:cNvSpPr/>
            <p:nvPr/>
          </p:nvSpPr>
          <p:spPr>
            <a:xfrm>
              <a:off x="1668463" y="4119563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199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0462" y="399370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0462" y="399370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49324" y="3430587"/>
            <a:ext cx="624205" cy="1466850"/>
            <a:chOff x="949324" y="3430587"/>
            <a:chExt cx="624205" cy="1466850"/>
          </a:xfrm>
        </p:grpSpPr>
        <p:sp>
          <p:nvSpPr>
            <p:cNvPr id="9" name="object 9"/>
            <p:cNvSpPr/>
            <p:nvPr/>
          </p:nvSpPr>
          <p:spPr>
            <a:xfrm>
              <a:off x="955674" y="3684596"/>
              <a:ext cx="363855" cy="1206500"/>
            </a:xfrm>
            <a:custGeom>
              <a:avLst/>
              <a:gdLst/>
              <a:ahLst/>
              <a:cxnLst/>
              <a:rect l="l" t="t" r="r" b="b"/>
              <a:pathLst>
                <a:path w="363855" h="1206500">
                  <a:moveTo>
                    <a:pt x="363528" y="1206490"/>
                  </a:moveTo>
                  <a:lnTo>
                    <a:pt x="0" y="1206490"/>
                  </a:lnTo>
                  <a:lnTo>
                    <a:pt x="0" y="0"/>
                  </a:lnTo>
                  <a:lnTo>
                    <a:pt x="363528" y="0"/>
                  </a:lnTo>
                  <a:lnTo>
                    <a:pt x="363528" y="120649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19203" y="3436937"/>
              <a:ext cx="248285" cy="1454150"/>
            </a:xfrm>
            <a:custGeom>
              <a:avLst/>
              <a:gdLst/>
              <a:ahLst/>
              <a:cxnLst/>
              <a:rect l="l" t="t" r="r" b="b"/>
              <a:pathLst>
                <a:path w="248284" h="1454150">
                  <a:moveTo>
                    <a:pt x="0" y="1454150"/>
                  </a:moveTo>
                  <a:lnTo>
                    <a:pt x="0" y="247659"/>
                  </a:lnTo>
                  <a:lnTo>
                    <a:pt x="247659" y="0"/>
                  </a:lnTo>
                  <a:lnTo>
                    <a:pt x="247659" y="1206490"/>
                  </a:lnTo>
                  <a:lnTo>
                    <a:pt x="0" y="1454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5674" y="3436937"/>
              <a:ext cx="611505" cy="248285"/>
            </a:xfrm>
            <a:custGeom>
              <a:avLst/>
              <a:gdLst/>
              <a:ahLst/>
              <a:cxnLst/>
              <a:rect l="l" t="t" r="r" b="b"/>
              <a:pathLst>
                <a:path w="611505" h="248285">
                  <a:moveTo>
                    <a:pt x="363528" y="247659"/>
                  </a:moveTo>
                  <a:lnTo>
                    <a:pt x="0" y="247659"/>
                  </a:lnTo>
                  <a:lnTo>
                    <a:pt x="247659" y="0"/>
                  </a:lnTo>
                  <a:lnTo>
                    <a:pt x="611188" y="0"/>
                  </a:lnTo>
                  <a:lnTo>
                    <a:pt x="363528" y="24765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5674" y="3436937"/>
              <a:ext cx="611505" cy="1454150"/>
            </a:xfrm>
            <a:custGeom>
              <a:avLst/>
              <a:gdLst/>
              <a:ahLst/>
              <a:cxnLst/>
              <a:rect l="l" t="t" r="r" b="b"/>
              <a:pathLst>
                <a:path w="611505" h="1454150">
                  <a:moveTo>
                    <a:pt x="0" y="247659"/>
                  </a:moveTo>
                  <a:lnTo>
                    <a:pt x="247659" y="0"/>
                  </a:lnTo>
                  <a:lnTo>
                    <a:pt x="611188" y="0"/>
                  </a:lnTo>
                  <a:lnTo>
                    <a:pt x="611188" y="1206490"/>
                  </a:lnTo>
                  <a:lnTo>
                    <a:pt x="363528" y="1454150"/>
                  </a:lnTo>
                  <a:lnTo>
                    <a:pt x="0" y="1454150"/>
                  </a:lnTo>
                  <a:lnTo>
                    <a:pt x="0" y="247659"/>
                  </a:lnTo>
                  <a:close/>
                </a:path>
                <a:path w="611505" h="1454150">
                  <a:moveTo>
                    <a:pt x="0" y="247659"/>
                  </a:moveTo>
                  <a:lnTo>
                    <a:pt x="363528" y="247659"/>
                  </a:lnTo>
                  <a:lnTo>
                    <a:pt x="611188" y="0"/>
                  </a:lnTo>
                </a:path>
                <a:path w="611505" h="1454150">
                  <a:moveTo>
                    <a:pt x="363528" y="247659"/>
                  </a:moveTo>
                  <a:lnTo>
                    <a:pt x="363528" y="1454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9357" y="2915129"/>
            <a:ext cx="409575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49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 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7419" y="2861787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55938" y="2755899"/>
            <a:ext cx="752475" cy="2141855"/>
            <a:chOff x="3055938" y="2755899"/>
            <a:chExt cx="752475" cy="2141855"/>
          </a:xfrm>
        </p:grpSpPr>
        <p:sp>
          <p:nvSpPr>
            <p:cNvPr id="16" name="object 16"/>
            <p:cNvSpPr/>
            <p:nvPr/>
          </p:nvSpPr>
          <p:spPr>
            <a:xfrm>
              <a:off x="3062288" y="3129045"/>
              <a:ext cx="373380" cy="1762125"/>
            </a:xfrm>
            <a:custGeom>
              <a:avLst/>
              <a:gdLst/>
              <a:ahLst/>
              <a:cxnLst/>
              <a:rect l="l" t="t" r="r" b="b"/>
              <a:pathLst>
                <a:path w="373379" h="1762125">
                  <a:moveTo>
                    <a:pt x="372979" y="1762042"/>
                  </a:moveTo>
                  <a:lnTo>
                    <a:pt x="0" y="1762042"/>
                  </a:lnTo>
                  <a:lnTo>
                    <a:pt x="0" y="0"/>
                  </a:lnTo>
                  <a:lnTo>
                    <a:pt x="372979" y="0"/>
                  </a:lnTo>
                  <a:lnTo>
                    <a:pt x="372979" y="176204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35268" y="2762249"/>
              <a:ext cx="367030" cy="2129155"/>
            </a:xfrm>
            <a:custGeom>
              <a:avLst/>
              <a:gdLst/>
              <a:ahLst/>
              <a:cxnLst/>
              <a:rect l="l" t="t" r="r" b="b"/>
              <a:pathLst>
                <a:path w="367029" h="2129154">
                  <a:moveTo>
                    <a:pt x="0" y="2128838"/>
                  </a:moveTo>
                  <a:lnTo>
                    <a:pt x="0" y="366795"/>
                  </a:lnTo>
                  <a:lnTo>
                    <a:pt x="366795" y="0"/>
                  </a:lnTo>
                  <a:lnTo>
                    <a:pt x="366795" y="1762042"/>
                  </a:lnTo>
                  <a:lnTo>
                    <a:pt x="0" y="212883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2288" y="2762249"/>
              <a:ext cx="739775" cy="367030"/>
            </a:xfrm>
            <a:custGeom>
              <a:avLst/>
              <a:gdLst/>
              <a:ahLst/>
              <a:cxnLst/>
              <a:rect l="l" t="t" r="r" b="b"/>
              <a:pathLst>
                <a:path w="739775" h="367030">
                  <a:moveTo>
                    <a:pt x="372979" y="366795"/>
                  </a:moveTo>
                  <a:lnTo>
                    <a:pt x="0" y="366795"/>
                  </a:lnTo>
                  <a:lnTo>
                    <a:pt x="366795" y="0"/>
                  </a:lnTo>
                  <a:lnTo>
                    <a:pt x="739775" y="0"/>
                  </a:lnTo>
                  <a:lnTo>
                    <a:pt x="372979" y="3667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62288" y="2762249"/>
              <a:ext cx="739775" cy="2129155"/>
            </a:xfrm>
            <a:custGeom>
              <a:avLst/>
              <a:gdLst/>
              <a:ahLst/>
              <a:cxnLst/>
              <a:rect l="l" t="t" r="r" b="b"/>
              <a:pathLst>
                <a:path w="739775" h="2129154">
                  <a:moveTo>
                    <a:pt x="0" y="366795"/>
                  </a:moveTo>
                  <a:lnTo>
                    <a:pt x="366795" y="0"/>
                  </a:lnTo>
                  <a:lnTo>
                    <a:pt x="739775" y="0"/>
                  </a:lnTo>
                  <a:lnTo>
                    <a:pt x="739775" y="1762042"/>
                  </a:lnTo>
                  <a:lnTo>
                    <a:pt x="372979" y="2128838"/>
                  </a:lnTo>
                  <a:lnTo>
                    <a:pt x="0" y="2128838"/>
                  </a:lnTo>
                  <a:lnTo>
                    <a:pt x="0" y="366795"/>
                  </a:lnTo>
                  <a:close/>
                </a:path>
                <a:path w="739775" h="2129154">
                  <a:moveTo>
                    <a:pt x="0" y="366795"/>
                  </a:moveTo>
                  <a:lnTo>
                    <a:pt x="372979" y="366795"/>
                  </a:lnTo>
                  <a:lnTo>
                    <a:pt x="739775" y="0"/>
                  </a:lnTo>
                </a:path>
                <a:path w="739775" h="2129154">
                  <a:moveTo>
                    <a:pt x="372979" y="366795"/>
                  </a:moveTo>
                  <a:lnTo>
                    <a:pt x="372979" y="212883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7402" y="2479635"/>
            <a:ext cx="1078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4069" algn="l"/>
              </a:tabLst>
            </a:pPr>
            <a:r>
              <a:rPr sz="3200" spc="-25" dirty="0">
                <a:latin typeface="Times New Roman"/>
                <a:cs typeface="Times New Roman"/>
              </a:rPr>
              <a:t>2W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4800" spc="-75" baseline="39930" dirty="0">
                <a:latin typeface="Times New Roman"/>
                <a:cs typeface="Times New Roman"/>
              </a:rPr>
              <a:t>F</a:t>
            </a:r>
            <a:endParaRPr sz="4800" baseline="3993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9223" y="3543851"/>
            <a:ext cx="5219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Times New Roman"/>
                <a:cs typeface="Times New Roman"/>
              </a:rPr>
              <a:t>2H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1272" y="2644363"/>
            <a:ext cx="4629323" cy="22467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A9982D-0E68-0399-0E7B-A330AC6F3E10}"/>
                  </a:ext>
                </a:extLst>
              </p14:cNvPr>
              <p14:cNvContentPartPr/>
              <p14:nvPr/>
            </p14:nvContentPartPr>
            <p14:xfrm>
              <a:off x="592920" y="1127880"/>
              <a:ext cx="7763760" cy="4593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A9982D-0E68-0399-0E7B-A330AC6F3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560" y="1118520"/>
                <a:ext cx="7782480" cy="46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DC85A78-CB67-1930-854C-AA7E944DAC1B}"/>
                  </a:ext>
                </a:extLst>
              </p14:cNvPr>
              <p14:cNvContentPartPr/>
              <p14:nvPr/>
            </p14:nvContentPartPr>
            <p14:xfrm>
              <a:off x="1090080" y="5320080"/>
              <a:ext cx="364680" cy="56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DC85A78-CB67-1930-854C-AA7E944DAC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4240" y="5256720"/>
                <a:ext cx="3960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CF423DA-91B0-AFE0-2D87-66B087701ABE}"/>
                  </a:ext>
                </a:extLst>
              </p14:cNvPr>
              <p14:cNvContentPartPr/>
              <p14:nvPr/>
            </p14:nvContentPartPr>
            <p14:xfrm>
              <a:off x="-360" y="6512760"/>
              <a:ext cx="50400" cy="70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CF423DA-91B0-AFE0-2D87-66B087701A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6200" y="6449400"/>
                <a:ext cx="817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EE4CA5-A556-58D1-F9F8-E7ED836F296D}"/>
                  </a:ext>
                </a:extLst>
              </p14:cNvPr>
              <p14:cNvContentPartPr/>
              <p14:nvPr/>
            </p14:nvContentPartPr>
            <p14:xfrm>
              <a:off x="110520" y="383760"/>
              <a:ext cx="8970840" cy="6089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EE4CA5-A556-58D1-F9F8-E7ED836F29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320" y="367560"/>
                <a:ext cx="9003240" cy="61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7D24ECE-63C3-1DF2-1089-948D19AA81A4}"/>
                  </a:ext>
                </a:extLst>
              </p14:cNvPr>
              <p14:cNvContentPartPr/>
              <p14:nvPr/>
            </p14:nvContentPartPr>
            <p14:xfrm>
              <a:off x="2144160" y="1458720"/>
              <a:ext cx="6999840" cy="4268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7D24ECE-63C3-1DF2-1089-948D19AA81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27960" y="1442520"/>
                <a:ext cx="7032240" cy="430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Pooling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99676" y="4343977"/>
            <a:ext cx="700405" cy="699770"/>
            <a:chOff x="5499676" y="4343977"/>
            <a:chExt cx="700405" cy="699770"/>
          </a:xfrm>
        </p:grpSpPr>
        <p:sp>
          <p:nvSpPr>
            <p:cNvPr id="5" name="object 5"/>
            <p:cNvSpPr/>
            <p:nvPr/>
          </p:nvSpPr>
          <p:spPr>
            <a:xfrm>
              <a:off x="5537776" y="4382077"/>
              <a:ext cx="624205" cy="609600"/>
            </a:xfrm>
            <a:custGeom>
              <a:avLst/>
              <a:gdLst/>
              <a:ahLst/>
              <a:cxnLst/>
              <a:rect l="l" t="t" r="r" b="b"/>
              <a:pathLst>
                <a:path w="624204" h="609600">
                  <a:moveTo>
                    <a:pt x="0" y="609369"/>
                  </a:moveTo>
                  <a:lnTo>
                    <a:pt x="623599" y="609369"/>
                  </a:lnTo>
                  <a:lnTo>
                    <a:pt x="623599" y="0"/>
                  </a:lnTo>
                  <a:lnTo>
                    <a:pt x="0" y="0"/>
                  </a:lnTo>
                  <a:lnTo>
                    <a:pt x="0" y="60936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7776" y="438207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0" y="0"/>
                  </a:moveTo>
                  <a:lnTo>
                    <a:pt x="623599" y="0"/>
                  </a:lnTo>
                  <a:lnTo>
                    <a:pt x="623599" y="623540"/>
                  </a:lnTo>
                  <a:lnTo>
                    <a:pt x="0" y="6235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98788" y="4551099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1375" y="4382076"/>
            <a:ext cx="624205" cy="1233170"/>
          </a:xfrm>
          <a:prstGeom prst="rect">
            <a:avLst/>
          </a:prstGeom>
          <a:solidFill>
            <a:srgbClr val="000000"/>
          </a:solidFill>
          <a:ln w="76201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600" spc="-50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99675" y="4953347"/>
            <a:ext cx="700405" cy="699770"/>
            <a:chOff x="5499675" y="4953347"/>
            <a:chExt cx="700405" cy="699770"/>
          </a:xfrm>
        </p:grpSpPr>
        <p:sp>
          <p:nvSpPr>
            <p:cNvPr id="10" name="object 10"/>
            <p:cNvSpPr/>
            <p:nvPr/>
          </p:nvSpPr>
          <p:spPr>
            <a:xfrm>
              <a:off x="5537775" y="499144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623599" y="623540"/>
                  </a:moveTo>
                  <a:lnTo>
                    <a:pt x="0" y="623540"/>
                  </a:lnTo>
                  <a:lnTo>
                    <a:pt x="0" y="0"/>
                  </a:lnTo>
                  <a:lnTo>
                    <a:pt x="623599" y="0"/>
                  </a:lnTo>
                  <a:lnTo>
                    <a:pt x="623599" y="623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37775" y="499144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0" y="0"/>
                  </a:moveTo>
                  <a:lnTo>
                    <a:pt x="623599" y="0"/>
                  </a:lnTo>
                  <a:lnTo>
                    <a:pt x="623599" y="623540"/>
                  </a:lnTo>
                  <a:lnTo>
                    <a:pt x="0" y="6235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98787" y="5160469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48113" y="4835075"/>
            <a:ext cx="1187450" cy="328295"/>
            <a:chOff x="3948113" y="4835075"/>
            <a:chExt cx="1187450" cy="328295"/>
          </a:xfrm>
        </p:grpSpPr>
        <p:sp>
          <p:nvSpPr>
            <p:cNvPr id="14" name="object 14"/>
            <p:cNvSpPr/>
            <p:nvPr/>
          </p:nvSpPr>
          <p:spPr>
            <a:xfrm>
              <a:off x="3948113" y="4999037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51388" y="48731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51388" y="48731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98800" y="3214751"/>
            <a:ext cx="142557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Max-</a:t>
            </a:r>
            <a:r>
              <a:rPr sz="2800" spc="-20" dirty="0">
                <a:latin typeface="Times New Roman"/>
                <a:cs typeface="Times New Roman"/>
              </a:rPr>
              <a:t>pool </a:t>
            </a:r>
            <a:r>
              <a:rPr sz="2800" dirty="0">
                <a:latin typeface="Times New Roman"/>
                <a:cs typeface="Times New Roman"/>
              </a:rPr>
              <a:t>2x2</a:t>
            </a:r>
            <a:r>
              <a:rPr sz="2800" spc="-10" dirty="0">
                <a:latin typeface="Times New Roman"/>
                <a:cs typeface="Times New Roman"/>
              </a:rPr>
              <a:t> Filter </a:t>
            </a:r>
            <a:r>
              <a:rPr sz="2800" dirty="0">
                <a:latin typeface="Times New Roman"/>
                <a:cs typeface="Times New Roman"/>
              </a:rPr>
              <a:t>Stride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7687" y="5006975"/>
            <a:ext cx="852805" cy="427355"/>
          </a:xfrm>
          <a:custGeom>
            <a:avLst/>
            <a:gdLst/>
            <a:ahLst/>
            <a:cxnLst/>
            <a:rect l="l" t="t" r="r" b="b"/>
            <a:pathLst>
              <a:path w="852805" h="427354">
                <a:moveTo>
                  <a:pt x="852500" y="0"/>
                </a:moveTo>
                <a:lnTo>
                  <a:pt x="425450" y="0"/>
                </a:lnTo>
                <a:lnTo>
                  <a:pt x="0" y="0"/>
                </a:lnTo>
                <a:lnTo>
                  <a:pt x="0" y="427050"/>
                </a:lnTo>
                <a:lnTo>
                  <a:pt x="425450" y="427050"/>
                </a:lnTo>
                <a:lnTo>
                  <a:pt x="852500" y="427050"/>
                </a:lnTo>
                <a:lnTo>
                  <a:pt x="8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911349" y="4171949"/>
          <a:ext cx="1703705" cy="167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177800" y="1863725"/>
            <a:ext cx="2797175" cy="3230880"/>
            <a:chOff x="177800" y="1863725"/>
            <a:chExt cx="2797175" cy="3230880"/>
          </a:xfrm>
        </p:grpSpPr>
        <p:sp>
          <p:nvSpPr>
            <p:cNvPr id="21" name="object 21"/>
            <p:cNvSpPr/>
            <p:nvPr/>
          </p:nvSpPr>
          <p:spPr>
            <a:xfrm>
              <a:off x="344487" y="24161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1131887" y="0"/>
                  </a:moveTo>
                  <a:lnTo>
                    <a:pt x="964006" y="167881"/>
                  </a:lnTo>
                  <a:lnTo>
                    <a:pt x="0" y="167881"/>
                  </a:lnTo>
                  <a:lnTo>
                    <a:pt x="0" y="671525"/>
                  </a:lnTo>
                  <a:lnTo>
                    <a:pt x="964006" y="671525"/>
                  </a:lnTo>
                  <a:lnTo>
                    <a:pt x="1131887" y="503643"/>
                  </a:lnTo>
                  <a:lnTo>
                    <a:pt x="1131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4487" y="2416174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4487" y="24161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4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4150" y="275391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48160" y="258603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29">
                  <a:moveTo>
                    <a:pt x="0" y="671512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4150" y="258603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4150" y="25860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29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29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29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4487" y="206970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5"/>
                  </a:moveTo>
                  <a:lnTo>
                    <a:pt x="0" y="503635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08497" y="190182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3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5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4487" y="19018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487" y="19018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4150" y="223956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8160" y="207168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4150" y="207168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4150" y="207168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16037" y="2416174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639762" y="0"/>
                  </a:moveTo>
                  <a:lnTo>
                    <a:pt x="479818" y="159943"/>
                  </a:lnTo>
                  <a:lnTo>
                    <a:pt x="0" y="159943"/>
                  </a:lnTo>
                  <a:lnTo>
                    <a:pt x="0" y="671525"/>
                  </a:lnTo>
                  <a:lnTo>
                    <a:pt x="479818" y="671525"/>
                  </a:lnTo>
                  <a:lnTo>
                    <a:pt x="639762" y="511581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16037" y="2416174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16037" y="2416174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2"/>
                  </a:lnTo>
                  <a:lnTo>
                    <a:pt x="479822" y="671513"/>
                  </a:lnTo>
                  <a:lnTo>
                    <a:pt x="0" y="671513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57288" y="2745978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1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37110" y="2586037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29">
                  <a:moveTo>
                    <a:pt x="0" y="671512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1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57288" y="258603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57288" y="258603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29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1"/>
                  </a:lnTo>
                  <a:lnTo>
                    <a:pt x="479822" y="671512"/>
                  </a:lnTo>
                  <a:lnTo>
                    <a:pt x="0" y="671512"/>
                  </a:lnTo>
                  <a:lnTo>
                    <a:pt x="0" y="159940"/>
                  </a:lnTo>
                  <a:close/>
                </a:path>
                <a:path w="640080" h="671829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29">
                  <a:moveTo>
                    <a:pt x="479822" y="159940"/>
                  </a:moveTo>
                  <a:lnTo>
                    <a:pt x="479822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16037" y="2061765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95859" y="1901825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30">
                  <a:moveTo>
                    <a:pt x="0" y="671513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2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16037" y="1901825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16037" y="1901825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2"/>
                  </a:lnTo>
                  <a:lnTo>
                    <a:pt x="479822" y="671513"/>
                  </a:lnTo>
                  <a:lnTo>
                    <a:pt x="0" y="671513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57288" y="2231628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1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37110" y="2071687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30">
                  <a:moveTo>
                    <a:pt x="0" y="671512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1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57288" y="207168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57288" y="207168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1"/>
                  </a:lnTo>
                  <a:lnTo>
                    <a:pt x="479822" y="671512"/>
                  </a:lnTo>
                  <a:lnTo>
                    <a:pt x="0" y="671512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36724" y="23971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1131900" y="0"/>
                  </a:moveTo>
                  <a:lnTo>
                    <a:pt x="964018" y="167868"/>
                  </a:lnTo>
                  <a:lnTo>
                    <a:pt x="0" y="167868"/>
                  </a:lnTo>
                  <a:lnTo>
                    <a:pt x="0" y="671512"/>
                  </a:lnTo>
                  <a:lnTo>
                    <a:pt x="964018" y="671512"/>
                  </a:lnTo>
                  <a:lnTo>
                    <a:pt x="1131900" y="503631"/>
                  </a:lnTo>
                  <a:lnTo>
                    <a:pt x="1131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36737" y="23971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36737" y="23971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76399" y="2734866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40410" y="2566988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7" y="0"/>
                  </a:lnTo>
                  <a:lnTo>
                    <a:pt x="167877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76399" y="2566988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76399" y="2566988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36737" y="205065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09" y="503635"/>
                  </a:moveTo>
                  <a:lnTo>
                    <a:pt x="0" y="503635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00746" y="188277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3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5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36737" y="188277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36737" y="188277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76399" y="222051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40410" y="205263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7" y="0"/>
                  </a:lnTo>
                  <a:lnTo>
                    <a:pt x="167877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76399" y="205263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76399" y="20526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27155" y="3363912"/>
              <a:ext cx="460375" cy="1692275"/>
            </a:xfrm>
            <a:custGeom>
              <a:avLst/>
              <a:gdLst/>
              <a:ahLst/>
              <a:cxnLst/>
              <a:rect l="l" t="t" r="r" b="b"/>
              <a:pathLst>
                <a:path w="460375" h="1692275">
                  <a:moveTo>
                    <a:pt x="40404" y="0"/>
                  </a:moveTo>
                  <a:lnTo>
                    <a:pt x="36659" y="61763"/>
                  </a:lnTo>
                  <a:lnTo>
                    <a:pt x="32943" y="123446"/>
                  </a:lnTo>
                  <a:lnTo>
                    <a:pt x="29284" y="184968"/>
                  </a:lnTo>
                  <a:lnTo>
                    <a:pt x="25712" y="246247"/>
                  </a:lnTo>
                  <a:lnTo>
                    <a:pt x="22254" y="307203"/>
                  </a:lnTo>
                  <a:lnTo>
                    <a:pt x="18939" y="367755"/>
                  </a:lnTo>
                  <a:lnTo>
                    <a:pt x="15797" y="427822"/>
                  </a:lnTo>
                  <a:lnTo>
                    <a:pt x="12856" y="487323"/>
                  </a:lnTo>
                  <a:lnTo>
                    <a:pt x="10144" y="546178"/>
                  </a:lnTo>
                  <a:lnTo>
                    <a:pt x="7690" y="604306"/>
                  </a:lnTo>
                  <a:lnTo>
                    <a:pt x="5524" y="661626"/>
                  </a:lnTo>
                  <a:lnTo>
                    <a:pt x="3673" y="718057"/>
                  </a:lnTo>
                  <a:lnTo>
                    <a:pt x="2166" y="773518"/>
                  </a:lnTo>
                  <a:lnTo>
                    <a:pt x="1033" y="827929"/>
                  </a:lnTo>
                  <a:lnTo>
                    <a:pt x="301" y="881208"/>
                  </a:lnTo>
                  <a:lnTo>
                    <a:pt x="0" y="933276"/>
                  </a:lnTo>
                  <a:lnTo>
                    <a:pt x="157" y="984050"/>
                  </a:lnTo>
                  <a:lnTo>
                    <a:pt x="803" y="1033451"/>
                  </a:lnTo>
                  <a:lnTo>
                    <a:pt x="1965" y="1081398"/>
                  </a:lnTo>
                  <a:lnTo>
                    <a:pt x="3673" y="1127809"/>
                  </a:lnTo>
                  <a:lnTo>
                    <a:pt x="5954" y="1172604"/>
                  </a:lnTo>
                  <a:lnTo>
                    <a:pt x="8838" y="1215703"/>
                  </a:lnTo>
                  <a:lnTo>
                    <a:pt x="12353" y="1257023"/>
                  </a:lnTo>
                  <a:lnTo>
                    <a:pt x="16529" y="1296485"/>
                  </a:lnTo>
                  <a:lnTo>
                    <a:pt x="26974" y="1369511"/>
                  </a:lnTo>
                  <a:lnTo>
                    <a:pt x="40404" y="1434133"/>
                  </a:lnTo>
                  <a:lnTo>
                    <a:pt x="58372" y="1493856"/>
                  </a:lnTo>
                  <a:lnTo>
                    <a:pt x="79782" y="1543890"/>
                  </a:lnTo>
                  <a:lnTo>
                    <a:pt x="104345" y="1585043"/>
                  </a:lnTo>
                  <a:lnTo>
                    <a:pt x="131775" y="1618122"/>
                  </a:lnTo>
                  <a:lnTo>
                    <a:pt x="161786" y="1643935"/>
                  </a:lnTo>
                  <a:lnTo>
                    <a:pt x="228403" y="1676991"/>
                  </a:lnTo>
                  <a:lnTo>
                    <a:pt x="301902" y="1690671"/>
                  </a:lnTo>
                  <a:lnTo>
                    <a:pt x="340515" y="1692263"/>
                  </a:lnTo>
                  <a:lnTo>
                    <a:pt x="379988" y="1691432"/>
                  </a:lnTo>
                  <a:lnTo>
                    <a:pt x="420035" y="1688987"/>
                  </a:lnTo>
                  <a:lnTo>
                    <a:pt x="460368" y="168573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6873875" y="2159000"/>
            <a:ext cx="1584325" cy="841375"/>
            <a:chOff x="6873875" y="2159000"/>
            <a:chExt cx="1584325" cy="841375"/>
          </a:xfrm>
        </p:grpSpPr>
        <p:sp>
          <p:nvSpPr>
            <p:cNvPr id="68" name="object 68"/>
            <p:cNvSpPr/>
            <p:nvPr/>
          </p:nvSpPr>
          <p:spPr>
            <a:xfrm>
              <a:off x="6970712" y="24876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639762" y="0"/>
                  </a:moveTo>
                  <a:lnTo>
                    <a:pt x="544906" y="94843"/>
                  </a:lnTo>
                  <a:lnTo>
                    <a:pt x="0" y="94843"/>
                  </a:lnTo>
                  <a:lnTo>
                    <a:pt x="0" y="379399"/>
                  </a:lnTo>
                  <a:lnTo>
                    <a:pt x="544906" y="379399"/>
                  </a:lnTo>
                  <a:lnTo>
                    <a:pt x="639762" y="284556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970713" y="248761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639762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70713" y="248761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3" y="0"/>
                  </a:lnTo>
                  <a:lnTo>
                    <a:pt x="639762" y="0"/>
                  </a:lnTo>
                  <a:lnTo>
                    <a:pt x="639762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2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80225" y="2677715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425135" y="2582862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94853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80225" y="258286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3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80225" y="258286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3" y="0"/>
                  </a:lnTo>
                  <a:lnTo>
                    <a:pt x="639763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3" y="0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24142" y="2677715"/>
              <a:ext cx="0" cy="285115"/>
            </a:xfrm>
            <a:custGeom>
              <a:avLst/>
              <a:gdLst/>
              <a:ahLst/>
              <a:cxnLst/>
              <a:rect l="l" t="t" r="r" b="b"/>
              <a:pathLst>
                <a:path h="285114">
                  <a:moveTo>
                    <a:pt x="0" y="0"/>
                  </a:moveTo>
                  <a:lnTo>
                    <a:pt x="0" y="284558"/>
                  </a:lnTo>
                </a:path>
              </a:pathLst>
            </a:custGeom>
            <a:ln w="1071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70713" y="229195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15622" y="219710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2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94853" y="284559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970713" y="219710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3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639762" y="0"/>
                  </a:lnTo>
                  <a:lnTo>
                    <a:pt x="544909" y="9485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970713" y="219710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3" y="0"/>
                  </a:lnTo>
                  <a:lnTo>
                    <a:pt x="639762" y="0"/>
                  </a:lnTo>
                  <a:lnTo>
                    <a:pt x="639762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09" y="94853"/>
                  </a:lnTo>
                  <a:lnTo>
                    <a:pt x="639762" y="0"/>
                  </a:lnTo>
                </a:path>
                <a:path w="640079" h="379730">
                  <a:moveTo>
                    <a:pt x="544909" y="94853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80225" y="238720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425135" y="229235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94853" y="284559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80225" y="229235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3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80225" y="229235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3" y="0"/>
                  </a:lnTo>
                  <a:lnTo>
                    <a:pt x="639763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3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19987" y="2487624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360362" y="0"/>
                  </a:moveTo>
                  <a:lnTo>
                    <a:pt x="270268" y="90081"/>
                  </a:lnTo>
                  <a:lnTo>
                    <a:pt x="0" y="90081"/>
                  </a:lnTo>
                  <a:lnTo>
                    <a:pt x="0" y="379399"/>
                  </a:lnTo>
                  <a:lnTo>
                    <a:pt x="270268" y="379399"/>
                  </a:lnTo>
                  <a:lnTo>
                    <a:pt x="360362" y="289318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19988" y="248761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519988" y="2487612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1"/>
                  </a:lnTo>
                  <a:lnTo>
                    <a:pt x="0" y="379411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1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29500" y="2672953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1"/>
                  </a:moveTo>
                  <a:lnTo>
                    <a:pt x="0" y="289321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699772" y="2582862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1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1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29500" y="258286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29500" y="2582862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1"/>
                  </a:lnTo>
                  <a:lnTo>
                    <a:pt x="0" y="379411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1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519988" y="228719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790259" y="219710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2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2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19988" y="219710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19988" y="219710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2"/>
                  </a:lnTo>
                  <a:lnTo>
                    <a:pt x="270271" y="379412"/>
                  </a:lnTo>
                  <a:lnTo>
                    <a:pt x="0" y="379412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29500" y="238244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699772" y="229235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2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1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29500" y="229235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429500" y="229235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2"/>
                  </a:lnTo>
                  <a:lnTo>
                    <a:pt x="0" y="379412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812087" y="247649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639762" y="0"/>
                  </a:moveTo>
                  <a:lnTo>
                    <a:pt x="544906" y="94856"/>
                  </a:lnTo>
                  <a:lnTo>
                    <a:pt x="0" y="94856"/>
                  </a:lnTo>
                  <a:lnTo>
                    <a:pt x="0" y="379425"/>
                  </a:lnTo>
                  <a:lnTo>
                    <a:pt x="544906" y="379425"/>
                  </a:lnTo>
                  <a:lnTo>
                    <a:pt x="639762" y="284568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812087" y="2476499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3"/>
                  </a:moveTo>
                  <a:lnTo>
                    <a:pt x="0" y="94853"/>
                  </a:lnTo>
                  <a:lnTo>
                    <a:pt x="94852" y="0"/>
                  </a:lnTo>
                  <a:lnTo>
                    <a:pt x="639762" y="0"/>
                  </a:lnTo>
                  <a:lnTo>
                    <a:pt x="544909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812087" y="247649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2" y="0"/>
                  </a:lnTo>
                  <a:lnTo>
                    <a:pt x="639762" y="0"/>
                  </a:lnTo>
                  <a:lnTo>
                    <a:pt x="639762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09" y="94853"/>
                  </a:lnTo>
                  <a:lnTo>
                    <a:pt x="639762" y="0"/>
                  </a:lnTo>
                </a:path>
                <a:path w="640079" h="379730">
                  <a:moveTo>
                    <a:pt x="544909" y="94853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21599" y="2666602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10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544910" y="284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266509" y="2571749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3"/>
                  </a:moveTo>
                  <a:lnTo>
                    <a:pt x="0" y="94853"/>
                  </a:lnTo>
                  <a:lnTo>
                    <a:pt x="94852" y="0"/>
                  </a:lnTo>
                  <a:lnTo>
                    <a:pt x="94852" y="284559"/>
                  </a:lnTo>
                  <a:lnTo>
                    <a:pt x="0" y="3794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21599" y="2571749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10" y="94853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639763" y="0"/>
                  </a:lnTo>
                  <a:lnTo>
                    <a:pt x="544910" y="94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721599" y="257174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3" y="0"/>
                  </a:lnTo>
                  <a:lnTo>
                    <a:pt x="639763" y="0"/>
                  </a:lnTo>
                  <a:lnTo>
                    <a:pt x="639763" y="284559"/>
                  </a:lnTo>
                  <a:lnTo>
                    <a:pt x="544910" y="379413"/>
                  </a:lnTo>
                  <a:lnTo>
                    <a:pt x="0" y="379413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10" y="94853"/>
                  </a:lnTo>
                  <a:lnTo>
                    <a:pt x="639763" y="0"/>
                  </a:lnTo>
                </a:path>
                <a:path w="640079" h="379730">
                  <a:moveTo>
                    <a:pt x="544910" y="94853"/>
                  </a:moveTo>
                  <a:lnTo>
                    <a:pt x="544910" y="37941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812087" y="2280841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356996" y="218598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94852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12087" y="218598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2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812087" y="218598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2" y="0"/>
                  </a:lnTo>
                  <a:lnTo>
                    <a:pt x="639762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2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721599" y="2376090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10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544910" y="2845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266509" y="228123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94852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721599" y="228123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10" y="9485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639763" y="0"/>
                  </a:lnTo>
                  <a:lnTo>
                    <a:pt x="544910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721599" y="22812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3" y="0"/>
                  </a:lnTo>
                  <a:lnTo>
                    <a:pt x="639763" y="0"/>
                  </a:lnTo>
                  <a:lnTo>
                    <a:pt x="639763" y="284558"/>
                  </a:lnTo>
                  <a:lnTo>
                    <a:pt x="544910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10" y="94852"/>
                  </a:lnTo>
                  <a:lnTo>
                    <a:pt x="639763" y="0"/>
                  </a:lnTo>
                </a:path>
                <a:path w="640079" h="379730">
                  <a:moveTo>
                    <a:pt x="544910" y="94852"/>
                  </a:moveTo>
                  <a:lnTo>
                    <a:pt x="544910" y="3794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/>
          <p:nvPr/>
        </p:nvSpPr>
        <p:spPr>
          <a:xfrm>
            <a:off x="6929437" y="3128963"/>
            <a:ext cx="685800" cy="1868805"/>
          </a:xfrm>
          <a:custGeom>
            <a:avLst/>
            <a:gdLst/>
            <a:ahLst/>
            <a:cxnLst/>
            <a:rect l="l" t="t" r="r" b="b"/>
            <a:pathLst>
              <a:path w="685800" h="1868804">
                <a:moveTo>
                  <a:pt x="0" y="1838074"/>
                </a:moveTo>
                <a:lnTo>
                  <a:pt x="40852" y="1850845"/>
                </a:lnTo>
                <a:lnTo>
                  <a:pt x="82330" y="1860221"/>
                </a:lnTo>
                <a:lnTo>
                  <a:pt x="124187" y="1866117"/>
                </a:lnTo>
                <a:lnTo>
                  <a:pt x="166177" y="1868449"/>
                </a:lnTo>
                <a:lnTo>
                  <a:pt x="208054" y="1867132"/>
                </a:lnTo>
                <a:lnTo>
                  <a:pt x="249573" y="1862081"/>
                </a:lnTo>
                <a:lnTo>
                  <a:pt x="290487" y="1853212"/>
                </a:lnTo>
                <a:lnTo>
                  <a:pt x="330552" y="1840441"/>
                </a:lnTo>
                <a:lnTo>
                  <a:pt x="369520" y="1823682"/>
                </a:lnTo>
                <a:lnTo>
                  <a:pt x="407146" y="1802852"/>
                </a:lnTo>
                <a:lnTo>
                  <a:pt x="443185" y="1777865"/>
                </a:lnTo>
                <a:lnTo>
                  <a:pt x="477389" y="1748637"/>
                </a:lnTo>
                <a:lnTo>
                  <a:pt x="509515" y="1715084"/>
                </a:lnTo>
                <a:lnTo>
                  <a:pt x="539315" y="1677120"/>
                </a:lnTo>
                <a:lnTo>
                  <a:pt x="566544" y="1634662"/>
                </a:lnTo>
                <a:lnTo>
                  <a:pt x="590956" y="1587625"/>
                </a:lnTo>
                <a:lnTo>
                  <a:pt x="612305" y="1535924"/>
                </a:lnTo>
                <a:lnTo>
                  <a:pt x="632015" y="1473794"/>
                </a:lnTo>
                <a:lnTo>
                  <a:pt x="648069" y="1406064"/>
                </a:lnTo>
                <a:lnTo>
                  <a:pt x="660792" y="1332845"/>
                </a:lnTo>
                <a:lnTo>
                  <a:pt x="666005" y="1294212"/>
                </a:lnTo>
                <a:lnTo>
                  <a:pt x="670507" y="1254249"/>
                </a:lnTo>
                <a:lnTo>
                  <a:pt x="674339" y="1212969"/>
                </a:lnTo>
                <a:lnTo>
                  <a:pt x="677540" y="1170387"/>
                </a:lnTo>
                <a:lnTo>
                  <a:pt x="680152" y="1126517"/>
                </a:lnTo>
                <a:lnTo>
                  <a:pt x="682215" y="1081372"/>
                </a:lnTo>
                <a:lnTo>
                  <a:pt x="683770" y="1034966"/>
                </a:lnTo>
                <a:lnTo>
                  <a:pt x="684856" y="987314"/>
                </a:lnTo>
                <a:lnTo>
                  <a:pt x="685515" y="938429"/>
                </a:lnTo>
                <a:lnTo>
                  <a:pt x="685788" y="888325"/>
                </a:lnTo>
                <a:lnTo>
                  <a:pt x="685714" y="837017"/>
                </a:lnTo>
                <a:lnTo>
                  <a:pt x="685334" y="784517"/>
                </a:lnTo>
                <a:lnTo>
                  <a:pt x="684689" y="730841"/>
                </a:lnTo>
                <a:lnTo>
                  <a:pt x="683819" y="676001"/>
                </a:lnTo>
                <a:lnTo>
                  <a:pt x="682765" y="620013"/>
                </a:lnTo>
                <a:lnTo>
                  <a:pt x="681568" y="562889"/>
                </a:lnTo>
                <a:lnTo>
                  <a:pt x="680267" y="504645"/>
                </a:lnTo>
                <a:lnTo>
                  <a:pt x="678904" y="445293"/>
                </a:lnTo>
                <a:lnTo>
                  <a:pt x="677519" y="384848"/>
                </a:lnTo>
                <a:lnTo>
                  <a:pt x="676153" y="323323"/>
                </a:lnTo>
                <a:lnTo>
                  <a:pt x="674846" y="260733"/>
                </a:lnTo>
                <a:lnTo>
                  <a:pt x="673638" y="197092"/>
                </a:lnTo>
                <a:lnTo>
                  <a:pt x="672571" y="132414"/>
                </a:lnTo>
                <a:lnTo>
                  <a:pt x="671684" y="66711"/>
                </a:lnTo>
                <a:lnTo>
                  <a:pt x="671019" y="0"/>
                </a:lnTo>
              </a:path>
            </a:pathLst>
          </a:custGeom>
          <a:ln w="76199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D6A0EEA-4D98-5E63-CAB4-E0929EBC0FDA}"/>
                  </a:ext>
                </a:extLst>
              </p14:cNvPr>
              <p14:cNvContentPartPr/>
              <p14:nvPr/>
            </p14:nvContentPartPr>
            <p14:xfrm>
              <a:off x="3291120" y="923760"/>
              <a:ext cx="5810760" cy="3595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D6A0EEA-4D98-5E63-CAB4-E0929EBC0F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1760" y="914400"/>
                <a:ext cx="5829480" cy="36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48E52AD-8DA8-B784-87DE-142539927C9D}"/>
                  </a:ext>
                </a:extLst>
              </p14:cNvPr>
              <p14:cNvContentPartPr/>
              <p14:nvPr/>
            </p14:nvContentPartPr>
            <p14:xfrm>
              <a:off x="296640" y="345960"/>
              <a:ext cx="8791920" cy="62618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48E52AD-8DA8-B784-87DE-142539927C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0440" y="329760"/>
                <a:ext cx="8824320" cy="62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64019C0-1AA7-17E6-3CC3-A97556D1DBAA}"/>
                  </a:ext>
                </a:extLst>
              </p14:cNvPr>
              <p14:cNvContentPartPr/>
              <p14:nvPr/>
            </p14:nvContentPartPr>
            <p14:xfrm>
              <a:off x="1507320" y="302040"/>
              <a:ext cx="6291720" cy="6138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64019C0-1AA7-17E6-3CC3-A97556D1DB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1120" y="285840"/>
                <a:ext cx="6324120" cy="617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Now:</a:t>
            </a:r>
            <a:r>
              <a:rPr spc="-25" dirty="0"/>
              <a:t> </a:t>
            </a:r>
            <a:r>
              <a:rPr spc="-10" dirty="0"/>
              <a:t>Unpooling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25825" y="4833487"/>
            <a:ext cx="1187450" cy="328295"/>
            <a:chOff x="3425825" y="4833487"/>
            <a:chExt cx="1187450" cy="328295"/>
          </a:xfrm>
        </p:grpSpPr>
        <p:sp>
          <p:nvSpPr>
            <p:cNvPr id="5" name="object 5"/>
            <p:cNvSpPr/>
            <p:nvPr/>
          </p:nvSpPr>
          <p:spPr>
            <a:xfrm>
              <a:off x="3425825" y="4997449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9100" y="48715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9100" y="48715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37800" y="2971863"/>
            <a:ext cx="136842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Nearest Neighbor Unpool </a:t>
            </a:r>
            <a:r>
              <a:rPr sz="2800" spc="-25" dirty="0">
                <a:latin typeface="Times New Roman"/>
                <a:cs typeface="Times New Roman"/>
              </a:rPr>
              <a:t>x2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67400" y="5006987"/>
            <a:ext cx="850900" cy="427355"/>
          </a:xfrm>
          <a:custGeom>
            <a:avLst/>
            <a:gdLst/>
            <a:ahLst/>
            <a:cxnLst/>
            <a:rect l="l" t="t" r="r" b="b"/>
            <a:pathLst>
              <a:path w="850900" h="427354">
                <a:moveTo>
                  <a:pt x="850900" y="0"/>
                </a:moveTo>
                <a:lnTo>
                  <a:pt x="425450" y="0"/>
                </a:lnTo>
                <a:lnTo>
                  <a:pt x="0" y="0"/>
                </a:lnTo>
                <a:lnTo>
                  <a:pt x="0" y="427037"/>
                </a:lnTo>
                <a:lnTo>
                  <a:pt x="425450" y="427037"/>
                </a:lnTo>
                <a:lnTo>
                  <a:pt x="850900" y="427037"/>
                </a:lnTo>
                <a:lnTo>
                  <a:pt x="850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008562" y="4171950"/>
          <a:ext cx="1701799" cy="167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661025" y="1863725"/>
            <a:ext cx="2797175" cy="3230880"/>
            <a:chOff x="5661025" y="1863725"/>
            <a:chExt cx="2797175" cy="3230880"/>
          </a:xfrm>
        </p:grpSpPr>
        <p:sp>
          <p:nvSpPr>
            <p:cNvPr id="12" name="object 12"/>
            <p:cNvSpPr/>
            <p:nvPr/>
          </p:nvSpPr>
          <p:spPr>
            <a:xfrm>
              <a:off x="7159612" y="2416187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900" y="167474"/>
                  </a:moveTo>
                  <a:lnTo>
                    <a:pt x="167487" y="167474"/>
                  </a:lnTo>
                  <a:lnTo>
                    <a:pt x="0" y="0"/>
                  </a:lnTo>
                  <a:lnTo>
                    <a:pt x="0" y="502437"/>
                  </a:lnTo>
                  <a:lnTo>
                    <a:pt x="167487" y="669925"/>
                  </a:lnTo>
                  <a:lnTo>
                    <a:pt x="1131900" y="669925"/>
                  </a:lnTo>
                  <a:lnTo>
                    <a:pt x="1131900" y="167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59624" y="2416174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7" y="0"/>
                  </a:lnTo>
                  <a:lnTo>
                    <a:pt x="1131888" y="16748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59624" y="2416174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8" y="167481"/>
                  </a:moveTo>
                  <a:lnTo>
                    <a:pt x="964407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5"/>
                  </a:lnTo>
                  <a:lnTo>
                    <a:pt x="1131888" y="669925"/>
                  </a:lnTo>
                  <a:lnTo>
                    <a:pt x="1131888" y="167481"/>
                  </a:lnTo>
                  <a:close/>
                </a:path>
                <a:path w="1132204" h="669925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87840" y="2752328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9962" y="2584450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29">
                  <a:moveTo>
                    <a:pt x="167877" y="671513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19962" y="2584450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1131887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9962" y="2584450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29">
                  <a:moveTo>
                    <a:pt x="1131887" y="167878"/>
                  </a:moveTo>
                  <a:lnTo>
                    <a:pt x="964009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3"/>
                  </a:lnTo>
                  <a:lnTo>
                    <a:pt x="1131887" y="671513"/>
                  </a:lnTo>
                  <a:lnTo>
                    <a:pt x="1131887" y="167878"/>
                  </a:lnTo>
                  <a:close/>
                </a:path>
                <a:path w="1132204" h="671829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29">
                  <a:moveTo>
                    <a:pt x="167877" y="167878"/>
                  </a:moveTo>
                  <a:lnTo>
                    <a:pt x="167877" y="67151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27502" y="206970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59624" y="190182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8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8" y="167877"/>
                  </a:lnTo>
                  <a:lnTo>
                    <a:pt x="167878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59624" y="19018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8" y="167877"/>
                  </a:moveTo>
                  <a:lnTo>
                    <a:pt x="167878" y="167877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1131888" y="16787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59624" y="19018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8" y="167877"/>
                  </a:moveTo>
                  <a:lnTo>
                    <a:pt x="964010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8" y="671512"/>
                  </a:lnTo>
                  <a:lnTo>
                    <a:pt x="1131888" y="671512"/>
                  </a:lnTo>
                  <a:lnTo>
                    <a:pt x="1131888" y="167877"/>
                  </a:lnTo>
                  <a:close/>
                </a:path>
                <a:path w="1132204" h="671830">
                  <a:moveTo>
                    <a:pt x="1131888" y="167877"/>
                  </a:moveTo>
                  <a:lnTo>
                    <a:pt x="167878" y="167877"/>
                  </a:lnTo>
                  <a:lnTo>
                    <a:pt x="0" y="0"/>
                  </a:lnTo>
                </a:path>
                <a:path w="1132204" h="671830">
                  <a:moveTo>
                    <a:pt x="167878" y="167877"/>
                  </a:moveTo>
                  <a:lnTo>
                    <a:pt x="167878" y="6715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7443" y="2239169"/>
              <a:ext cx="964565" cy="502920"/>
            </a:xfrm>
            <a:custGeom>
              <a:avLst/>
              <a:gdLst/>
              <a:ahLst/>
              <a:cxnLst/>
              <a:rect l="l" t="t" r="r" b="b"/>
              <a:pathLst>
                <a:path w="964565" h="502919">
                  <a:moveTo>
                    <a:pt x="964406" y="502443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964406" y="50244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19962" y="2071688"/>
              <a:ext cx="167640" cy="669925"/>
            </a:xfrm>
            <a:custGeom>
              <a:avLst/>
              <a:gdLst/>
              <a:ahLst/>
              <a:cxnLst/>
              <a:rect l="l" t="t" r="r" b="b"/>
              <a:pathLst>
                <a:path w="167640" h="669925">
                  <a:moveTo>
                    <a:pt x="167481" y="669924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167481" y="167481"/>
                  </a:lnTo>
                  <a:lnTo>
                    <a:pt x="167481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9962" y="2071688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1131887" y="167481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19962" y="2071688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7" y="167481"/>
                  </a:moveTo>
                  <a:lnTo>
                    <a:pt x="964406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4"/>
                  </a:lnTo>
                  <a:lnTo>
                    <a:pt x="1131887" y="669924"/>
                  </a:lnTo>
                  <a:lnTo>
                    <a:pt x="1131887" y="167481"/>
                  </a:lnTo>
                  <a:close/>
                </a:path>
                <a:path w="1132204" h="669925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0187" y="2414599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75" y="159931"/>
                  </a:moveTo>
                  <a:lnTo>
                    <a:pt x="159943" y="159931"/>
                  </a:lnTo>
                  <a:lnTo>
                    <a:pt x="0" y="0"/>
                  </a:lnTo>
                  <a:lnTo>
                    <a:pt x="0" y="511568"/>
                  </a:lnTo>
                  <a:lnTo>
                    <a:pt x="159943" y="671512"/>
                  </a:lnTo>
                  <a:lnTo>
                    <a:pt x="639775" y="671512"/>
                  </a:lnTo>
                  <a:lnTo>
                    <a:pt x="639775" y="159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0199" y="241458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0199" y="241458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63" y="159940"/>
                  </a:moveTo>
                  <a:lnTo>
                    <a:pt x="479823" y="0"/>
                  </a:lnTo>
                  <a:lnTo>
                    <a:pt x="0" y="0"/>
                  </a:lnTo>
                  <a:lnTo>
                    <a:pt x="0" y="511571"/>
                  </a:lnTo>
                  <a:lnTo>
                    <a:pt x="159941" y="671512"/>
                  </a:lnTo>
                  <a:lnTo>
                    <a:pt x="639763" y="671512"/>
                  </a:lnTo>
                  <a:lnTo>
                    <a:pt x="639763" y="159940"/>
                  </a:lnTo>
                  <a:close/>
                </a:path>
                <a:path w="640079" h="671830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</a:path>
                <a:path w="640079" h="671830">
                  <a:moveTo>
                    <a:pt x="159941" y="159940"/>
                  </a:moveTo>
                  <a:lnTo>
                    <a:pt x="159941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98889" y="2744391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59" h="511810">
                  <a:moveTo>
                    <a:pt x="479823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479823" y="511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38949" y="2584450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20" h="671829">
                  <a:moveTo>
                    <a:pt x="159940" y="671513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159940" y="159940"/>
                  </a:lnTo>
                  <a:lnTo>
                    <a:pt x="159940" y="6715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38949" y="2584450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8949" y="2584450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29">
                  <a:moveTo>
                    <a:pt x="639763" y="159940"/>
                  </a:moveTo>
                  <a:lnTo>
                    <a:pt x="479822" y="0"/>
                  </a:lnTo>
                  <a:lnTo>
                    <a:pt x="0" y="0"/>
                  </a:lnTo>
                  <a:lnTo>
                    <a:pt x="0" y="511572"/>
                  </a:lnTo>
                  <a:lnTo>
                    <a:pt x="159940" y="671513"/>
                  </a:lnTo>
                  <a:lnTo>
                    <a:pt x="639763" y="671513"/>
                  </a:lnTo>
                  <a:lnTo>
                    <a:pt x="639763" y="159940"/>
                  </a:lnTo>
                  <a:close/>
                </a:path>
                <a:path w="640079" h="67182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</a:path>
                <a:path w="640079" h="671829">
                  <a:moveTo>
                    <a:pt x="159940" y="159940"/>
                  </a:moveTo>
                  <a:lnTo>
                    <a:pt x="159940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0140" y="2061765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59" h="511810">
                  <a:moveTo>
                    <a:pt x="479822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80199" y="1901825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20" h="671830">
                  <a:moveTo>
                    <a:pt x="159941" y="671512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159941" y="159940"/>
                  </a:lnTo>
                  <a:lnTo>
                    <a:pt x="159941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80199" y="1901825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80199" y="1901825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63" y="159940"/>
                  </a:moveTo>
                  <a:lnTo>
                    <a:pt x="479823" y="0"/>
                  </a:lnTo>
                  <a:lnTo>
                    <a:pt x="0" y="0"/>
                  </a:lnTo>
                  <a:lnTo>
                    <a:pt x="0" y="511571"/>
                  </a:lnTo>
                  <a:lnTo>
                    <a:pt x="159941" y="671512"/>
                  </a:lnTo>
                  <a:lnTo>
                    <a:pt x="639763" y="671512"/>
                  </a:lnTo>
                  <a:lnTo>
                    <a:pt x="639763" y="159940"/>
                  </a:lnTo>
                  <a:close/>
                </a:path>
                <a:path w="640079" h="671830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</a:path>
                <a:path w="640079" h="671830">
                  <a:moveTo>
                    <a:pt x="159941" y="159940"/>
                  </a:moveTo>
                  <a:lnTo>
                    <a:pt x="159941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98889" y="2231629"/>
              <a:ext cx="480059" cy="510540"/>
            </a:xfrm>
            <a:custGeom>
              <a:avLst/>
              <a:gdLst/>
              <a:ahLst/>
              <a:cxnLst/>
              <a:rect l="l" t="t" r="r" b="b"/>
              <a:pathLst>
                <a:path w="480059" h="510539">
                  <a:moveTo>
                    <a:pt x="479823" y="509984"/>
                  </a:moveTo>
                  <a:lnTo>
                    <a:pt x="0" y="509984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479823" y="50998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38949" y="2071688"/>
              <a:ext cx="160020" cy="669925"/>
            </a:xfrm>
            <a:custGeom>
              <a:avLst/>
              <a:gdLst/>
              <a:ahLst/>
              <a:cxnLst/>
              <a:rect l="l" t="t" r="r" b="b"/>
              <a:pathLst>
                <a:path w="160020" h="669925">
                  <a:moveTo>
                    <a:pt x="159940" y="669924"/>
                  </a:moveTo>
                  <a:lnTo>
                    <a:pt x="0" y="509983"/>
                  </a:lnTo>
                  <a:lnTo>
                    <a:pt x="0" y="0"/>
                  </a:lnTo>
                  <a:lnTo>
                    <a:pt x="159940" y="159940"/>
                  </a:lnTo>
                  <a:lnTo>
                    <a:pt x="159940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38949" y="2071688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38949" y="2071688"/>
              <a:ext cx="640080" cy="669925"/>
            </a:xfrm>
            <a:custGeom>
              <a:avLst/>
              <a:gdLst/>
              <a:ahLst/>
              <a:cxnLst/>
              <a:rect l="l" t="t" r="r" b="b"/>
              <a:pathLst>
                <a:path w="640079" h="669925">
                  <a:moveTo>
                    <a:pt x="639763" y="159940"/>
                  </a:moveTo>
                  <a:lnTo>
                    <a:pt x="479822" y="0"/>
                  </a:lnTo>
                  <a:lnTo>
                    <a:pt x="0" y="0"/>
                  </a:lnTo>
                  <a:lnTo>
                    <a:pt x="0" y="509983"/>
                  </a:lnTo>
                  <a:lnTo>
                    <a:pt x="159940" y="669924"/>
                  </a:lnTo>
                  <a:lnTo>
                    <a:pt x="639763" y="669924"/>
                  </a:lnTo>
                  <a:lnTo>
                    <a:pt x="639763" y="159940"/>
                  </a:lnTo>
                  <a:close/>
                </a:path>
                <a:path w="640079" h="669925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</a:path>
                <a:path w="640079" h="669925">
                  <a:moveTo>
                    <a:pt x="159940" y="159940"/>
                  </a:moveTo>
                  <a:lnTo>
                    <a:pt x="159940" y="66992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67375" y="2397124"/>
              <a:ext cx="1132205" cy="670560"/>
            </a:xfrm>
            <a:custGeom>
              <a:avLst/>
              <a:gdLst/>
              <a:ahLst/>
              <a:cxnLst/>
              <a:rect l="l" t="t" r="r" b="b"/>
              <a:pathLst>
                <a:path w="1132204" h="670560">
                  <a:moveTo>
                    <a:pt x="1131887" y="167487"/>
                  </a:moveTo>
                  <a:lnTo>
                    <a:pt x="167474" y="167487"/>
                  </a:lnTo>
                  <a:lnTo>
                    <a:pt x="0" y="0"/>
                  </a:lnTo>
                  <a:lnTo>
                    <a:pt x="0" y="502450"/>
                  </a:lnTo>
                  <a:lnTo>
                    <a:pt x="167474" y="669937"/>
                  </a:lnTo>
                  <a:lnTo>
                    <a:pt x="1131887" y="669937"/>
                  </a:lnTo>
                  <a:lnTo>
                    <a:pt x="1131887" y="167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67375" y="2397124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7" y="0"/>
                  </a:lnTo>
                  <a:lnTo>
                    <a:pt x="1131888" y="16748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67375" y="2397124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8" y="167481"/>
                  </a:moveTo>
                  <a:lnTo>
                    <a:pt x="964407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5"/>
                  </a:lnTo>
                  <a:lnTo>
                    <a:pt x="1131888" y="669925"/>
                  </a:lnTo>
                  <a:lnTo>
                    <a:pt x="1131888" y="167481"/>
                  </a:lnTo>
                  <a:close/>
                </a:path>
                <a:path w="1132204" h="669925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95590" y="2733278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27712" y="2565400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7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27712" y="2565400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8" y="0"/>
                  </a:lnTo>
                  <a:lnTo>
                    <a:pt x="1131887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27712" y="2565400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7" y="167878"/>
                  </a:moveTo>
                  <a:lnTo>
                    <a:pt x="964008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2"/>
                  </a:lnTo>
                  <a:lnTo>
                    <a:pt x="1131887" y="671512"/>
                  </a:lnTo>
                  <a:lnTo>
                    <a:pt x="1131887" y="167878"/>
                  </a:lnTo>
                  <a:close/>
                </a:path>
                <a:path w="1132204" h="671830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30">
                  <a:moveTo>
                    <a:pt x="167877" y="167878"/>
                  </a:moveTo>
                  <a:lnTo>
                    <a:pt x="167877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5253" y="205065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67375" y="1882774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7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67375" y="1882774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8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1131888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67375" y="18827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8" y="167878"/>
                  </a:moveTo>
                  <a:lnTo>
                    <a:pt x="964009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2"/>
                  </a:lnTo>
                  <a:lnTo>
                    <a:pt x="1131888" y="671512"/>
                  </a:lnTo>
                  <a:lnTo>
                    <a:pt x="1131888" y="167878"/>
                  </a:lnTo>
                  <a:close/>
                </a:path>
                <a:path w="1132204" h="671830">
                  <a:moveTo>
                    <a:pt x="1131888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30">
                  <a:moveTo>
                    <a:pt x="167877" y="167878"/>
                  </a:moveTo>
                  <a:lnTo>
                    <a:pt x="167877" y="6715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95194" y="2220119"/>
              <a:ext cx="964565" cy="502920"/>
            </a:xfrm>
            <a:custGeom>
              <a:avLst/>
              <a:gdLst/>
              <a:ahLst/>
              <a:cxnLst/>
              <a:rect l="l" t="t" r="r" b="b"/>
              <a:pathLst>
                <a:path w="964565" h="502919">
                  <a:moveTo>
                    <a:pt x="964406" y="502443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964406" y="50244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27712" y="2052638"/>
              <a:ext cx="167640" cy="669925"/>
            </a:xfrm>
            <a:custGeom>
              <a:avLst/>
              <a:gdLst/>
              <a:ahLst/>
              <a:cxnLst/>
              <a:rect l="l" t="t" r="r" b="b"/>
              <a:pathLst>
                <a:path w="167639" h="669925">
                  <a:moveTo>
                    <a:pt x="167481" y="669924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167481" y="167481"/>
                  </a:lnTo>
                  <a:lnTo>
                    <a:pt x="167481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27712" y="2052638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1131887" y="167481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27712" y="2052638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7" y="167481"/>
                  </a:moveTo>
                  <a:lnTo>
                    <a:pt x="964406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4"/>
                  </a:lnTo>
                  <a:lnTo>
                    <a:pt x="1131887" y="669924"/>
                  </a:lnTo>
                  <a:lnTo>
                    <a:pt x="1131887" y="167481"/>
                  </a:lnTo>
                  <a:close/>
                </a:path>
                <a:path w="1132204" h="669925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48475" y="3363913"/>
              <a:ext cx="460375" cy="1692275"/>
            </a:xfrm>
            <a:custGeom>
              <a:avLst/>
              <a:gdLst/>
              <a:ahLst/>
              <a:cxnLst/>
              <a:rect l="l" t="t" r="r" b="b"/>
              <a:pathLst>
                <a:path w="460375" h="1692275">
                  <a:moveTo>
                    <a:pt x="419963" y="0"/>
                  </a:moveTo>
                  <a:lnTo>
                    <a:pt x="423708" y="61763"/>
                  </a:lnTo>
                  <a:lnTo>
                    <a:pt x="427425" y="123446"/>
                  </a:lnTo>
                  <a:lnTo>
                    <a:pt x="431083" y="184968"/>
                  </a:lnTo>
                  <a:lnTo>
                    <a:pt x="434656" y="246247"/>
                  </a:lnTo>
                  <a:lnTo>
                    <a:pt x="438114" y="307203"/>
                  </a:lnTo>
                  <a:lnTo>
                    <a:pt x="441428" y="367755"/>
                  </a:lnTo>
                  <a:lnTo>
                    <a:pt x="444571" y="427822"/>
                  </a:lnTo>
                  <a:lnTo>
                    <a:pt x="447512" y="487323"/>
                  </a:lnTo>
                  <a:lnTo>
                    <a:pt x="450224" y="546178"/>
                  </a:lnTo>
                  <a:lnTo>
                    <a:pt x="452677" y="604306"/>
                  </a:lnTo>
                  <a:lnTo>
                    <a:pt x="454844" y="661625"/>
                  </a:lnTo>
                  <a:lnTo>
                    <a:pt x="456695" y="718056"/>
                  </a:lnTo>
                  <a:lnTo>
                    <a:pt x="458201" y="773517"/>
                  </a:lnTo>
                  <a:lnTo>
                    <a:pt x="459335" y="827928"/>
                  </a:lnTo>
                  <a:lnTo>
                    <a:pt x="460067" y="881208"/>
                  </a:lnTo>
                  <a:lnTo>
                    <a:pt x="460368" y="933275"/>
                  </a:lnTo>
                  <a:lnTo>
                    <a:pt x="460210" y="984050"/>
                  </a:lnTo>
                  <a:lnTo>
                    <a:pt x="459564" y="1033451"/>
                  </a:lnTo>
                  <a:lnTo>
                    <a:pt x="458402" y="1081397"/>
                  </a:lnTo>
                  <a:lnTo>
                    <a:pt x="456695" y="1127808"/>
                  </a:lnTo>
                  <a:lnTo>
                    <a:pt x="454413" y="1172604"/>
                  </a:lnTo>
                  <a:lnTo>
                    <a:pt x="451529" y="1215702"/>
                  </a:lnTo>
                  <a:lnTo>
                    <a:pt x="448014" y="1257023"/>
                  </a:lnTo>
                  <a:lnTo>
                    <a:pt x="443839" y="1296485"/>
                  </a:lnTo>
                  <a:lnTo>
                    <a:pt x="433393" y="1369510"/>
                  </a:lnTo>
                  <a:lnTo>
                    <a:pt x="419963" y="1434132"/>
                  </a:lnTo>
                  <a:lnTo>
                    <a:pt x="401995" y="1493855"/>
                  </a:lnTo>
                  <a:lnTo>
                    <a:pt x="380586" y="1543889"/>
                  </a:lnTo>
                  <a:lnTo>
                    <a:pt x="356023" y="1585042"/>
                  </a:lnTo>
                  <a:lnTo>
                    <a:pt x="328592" y="1618121"/>
                  </a:lnTo>
                  <a:lnTo>
                    <a:pt x="298581" y="1643934"/>
                  </a:lnTo>
                  <a:lnTo>
                    <a:pt x="231964" y="1676991"/>
                  </a:lnTo>
                  <a:lnTo>
                    <a:pt x="158466" y="1690670"/>
                  </a:lnTo>
                  <a:lnTo>
                    <a:pt x="119853" y="1692262"/>
                  </a:lnTo>
                  <a:lnTo>
                    <a:pt x="80380" y="1691431"/>
                  </a:lnTo>
                  <a:lnTo>
                    <a:pt x="40333" y="1688986"/>
                  </a:lnTo>
                  <a:lnTo>
                    <a:pt x="0" y="168573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177800" y="2159000"/>
            <a:ext cx="1584325" cy="840105"/>
            <a:chOff x="177800" y="2159000"/>
            <a:chExt cx="1584325" cy="840105"/>
          </a:xfrm>
        </p:grpSpPr>
        <p:sp>
          <p:nvSpPr>
            <p:cNvPr id="59" name="object 59"/>
            <p:cNvSpPr/>
            <p:nvPr/>
          </p:nvSpPr>
          <p:spPr>
            <a:xfrm>
              <a:off x="1025512" y="24860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75" y="94843"/>
                  </a:moveTo>
                  <a:lnTo>
                    <a:pt x="94856" y="94843"/>
                  </a:lnTo>
                  <a:lnTo>
                    <a:pt x="0" y="0"/>
                  </a:lnTo>
                  <a:lnTo>
                    <a:pt x="0" y="284556"/>
                  </a:lnTo>
                  <a:lnTo>
                    <a:pt x="94856" y="379412"/>
                  </a:lnTo>
                  <a:lnTo>
                    <a:pt x="639775" y="379412"/>
                  </a:lnTo>
                  <a:lnTo>
                    <a:pt x="639775" y="94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25524" y="2486024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639763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25524" y="24860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3" y="94853"/>
                  </a:moveTo>
                  <a:lnTo>
                    <a:pt x="544910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3" y="379412"/>
                  </a:lnTo>
                  <a:lnTo>
                    <a:pt x="639763" y="94853"/>
                  </a:lnTo>
                  <a:close/>
                </a:path>
                <a:path w="640080" h="37973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10469" y="2677319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4" h="283844">
                  <a:moveTo>
                    <a:pt x="545305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545305" y="283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16012" y="2582862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5" h="377825">
                  <a:moveTo>
                    <a:pt x="94456" y="377825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16012" y="2582862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6" y="0"/>
                  </a:lnTo>
                  <a:lnTo>
                    <a:pt x="639762" y="944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16012" y="2582862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2" y="94456"/>
                  </a:moveTo>
                  <a:lnTo>
                    <a:pt x="545306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5"/>
                  </a:lnTo>
                  <a:lnTo>
                    <a:pt x="639762" y="377825"/>
                  </a:lnTo>
                  <a:lnTo>
                    <a:pt x="639762" y="94456"/>
                  </a:lnTo>
                  <a:close/>
                </a:path>
                <a:path w="640080" h="377825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211659" y="267731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0"/>
                  </a:moveTo>
                  <a:lnTo>
                    <a:pt x="0" y="283368"/>
                  </a:lnTo>
                </a:path>
              </a:pathLst>
            </a:custGeom>
            <a:ln w="1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119980" y="2291556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4" h="283844">
                  <a:moveTo>
                    <a:pt x="545307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545307" y="2833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25524" y="2197100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5" h="377825">
                  <a:moveTo>
                    <a:pt x="94456" y="377824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25524" y="2197100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639763" y="9445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25524" y="2197100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3" y="94456"/>
                  </a:moveTo>
                  <a:lnTo>
                    <a:pt x="545307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4"/>
                  </a:lnTo>
                  <a:lnTo>
                    <a:pt x="639763" y="377824"/>
                  </a:lnTo>
                  <a:lnTo>
                    <a:pt x="639763" y="94456"/>
                  </a:lnTo>
                  <a:close/>
                </a:path>
                <a:path w="640080" h="377825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210865" y="238720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4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16012" y="229235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94853" y="379412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94853" y="94853"/>
                  </a:lnTo>
                  <a:lnTo>
                    <a:pt x="94853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116012" y="229235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2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639762" y="9485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16012" y="229235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53"/>
                  </a:moveTo>
                  <a:lnTo>
                    <a:pt x="544909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2" y="379412"/>
                  </a:lnTo>
                  <a:lnTo>
                    <a:pt x="639762" y="94853"/>
                  </a:lnTo>
                  <a:close/>
                </a:path>
                <a:path w="640080" h="379730">
                  <a:moveTo>
                    <a:pt x="639762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55650" y="2486037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81"/>
                  </a:moveTo>
                  <a:lnTo>
                    <a:pt x="90081" y="90081"/>
                  </a:lnTo>
                  <a:lnTo>
                    <a:pt x="0" y="0"/>
                  </a:lnTo>
                  <a:lnTo>
                    <a:pt x="0" y="289318"/>
                  </a:lnTo>
                  <a:lnTo>
                    <a:pt x="90081" y="379412"/>
                  </a:lnTo>
                  <a:lnTo>
                    <a:pt x="360362" y="379412"/>
                  </a:lnTo>
                  <a:lnTo>
                    <a:pt x="360362" y="9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55650" y="2486024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2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5650" y="2486024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90"/>
                  </a:moveTo>
                  <a:lnTo>
                    <a:pt x="270272" y="0"/>
                  </a:lnTo>
                  <a:lnTo>
                    <a:pt x="0" y="0"/>
                  </a:lnTo>
                  <a:lnTo>
                    <a:pt x="0" y="289321"/>
                  </a:lnTo>
                  <a:lnTo>
                    <a:pt x="90090" y="379412"/>
                  </a:lnTo>
                  <a:lnTo>
                    <a:pt x="360362" y="379412"/>
                  </a:lnTo>
                  <a:lnTo>
                    <a:pt x="360362" y="90090"/>
                  </a:lnTo>
                  <a:close/>
                </a:path>
                <a:path w="360680" h="379730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9730">
                  <a:moveTo>
                    <a:pt x="90090" y="90090"/>
                  </a:moveTo>
                  <a:lnTo>
                    <a:pt x="90090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36227" y="2672953"/>
              <a:ext cx="270510" cy="288290"/>
            </a:xfrm>
            <a:custGeom>
              <a:avLst/>
              <a:gdLst/>
              <a:ahLst/>
              <a:cxnLst/>
              <a:rect l="l" t="t" r="r" b="b"/>
              <a:pathLst>
                <a:path w="270509" h="288289">
                  <a:moveTo>
                    <a:pt x="270271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46137" y="2582862"/>
              <a:ext cx="90170" cy="377825"/>
            </a:xfrm>
            <a:custGeom>
              <a:avLst/>
              <a:gdLst/>
              <a:ahLst/>
              <a:cxnLst/>
              <a:rect l="l" t="t" r="r" b="b"/>
              <a:pathLst>
                <a:path w="90169" h="377825">
                  <a:moveTo>
                    <a:pt x="90090" y="377825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46137" y="258286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6137" y="2582862"/>
              <a:ext cx="360680" cy="377825"/>
            </a:xfrm>
            <a:custGeom>
              <a:avLst/>
              <a:gdLst/>
              <a:ahLst/>
              <a:cxnLst/>
              <a:rect l="l" t="t" r="r" b="b"/>
              <a:pathLst>
                <a:path w="360680" h="377825">
                  <a:moveTo>
                    <a:pt x="360362" y="90090"/>
                  </a:moveTo>
                  <a:lnTo>
                    <a:pt x="270271" y="0"/>
                  </a:lnTo>
                  <a:lnTo>
                    <a:pt x="0" y="0"/>
                  </a:lnTo>
                  <a:lnTo>
                    <a:pt x="0" y="287734"/>
                  </a:lnTo>
                  <a:lnTo>
                    <a:pt x="90090" y="377825"/>
                  </a:lnTo>
                  <a:lnTo>
                    <a:pt x="360362" y="377825"/>
                  </a:lnTo>
                  <a:lnTo>
                    <a:pt x="360362" y="90090"/>
                  </a:lnTo>
                  <a:close/>
                </a:path>
                <a:path w="360680" h="377825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7825">
                  <a:moveTo>
                    <a:pt x="90090" y="90090"/>
                  </a:moveTo>
                  <a:lnTo>
                    <a:pt x="90090" y="377825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45740" y="2287190"/>
              <a:ext cx="270510" cy="288290"/>
            </a:xfrm>
            <a:custGeom>
              <a:avLst/>
              <a:gdLst/>
              <a:ahLst/>
              <a:cxnLst/>
              <a:rect l="l" t="t" r="r" b="b"/>
              <a:pathLst>
                <a:path w="270509" h="288289">
                  <a:moveTo>
                    <a:pt x="270271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77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55650" y="2197100"/>
              <a:ext cx="90170" cy="377825"/>
            </a:xfrm>
            <a:custGeom>
              <a:avLst/>
              <a:gdLst/>
              <a:ahLst/>
              <a:cxnLst/>
              <a:rect l="l" t="t" r="r" b="b"/>
              <a:pathLst>
                <a:path w="90169" h="377825">
                  <a:moveTo>
                    <a:pt x="90090" y="37782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5650" y="219710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2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5650" y="2197100"/>
              <a:ext cx="360680" cy="377825"/>
            </a:xfrm>
            <a:custGeom>
              <a:avLst/>
              <a:gdLst/>
              <a:ahLst/>
              <a:cxnLst/>
              <a:rect l="l" t="t" r="r" b="b"/>
              <a:pathLst>
                <a:path w="360680" h="377825">
                  <a:moveTo>
                    <a:pt x="360362" y="90090"/>
                  </a:moveTo>
                  <a:lnTo>
                    <a:pt x="270272" y="0"/>
                  </a:lnTo>
                  <a:lnTo>
                    <a:pt x="0" y="0"/>
                  </a:lnTo>
                  <a:lnTo>
                    <a:pt x="0" y="287734"/>
                  </a:lnTo>
                  <a:lnTo>
                    <a:pt x="90090" y="377824"/>
                  </a:lnTo>
                  <a:lnTo>
                    <a:pt x="360362" y="377824"/>
                  </a:lnTo>
                  <a:lnTo>
                    <a:pt x="360362" y="90090"/>
                  </a:lnTo>
                  <a:close/>
                </a:path>
                <a:path w="360680" h="377825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7825">
                  <a:moveTo>
                    <a:pt x="90090" y="90090"/>
                  </a:moveTo>
                  <a:lnTo>
                    <a:pt x="90090" y="37782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36227" y="238244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1"/>
                  </a:moveTo>
                  <a:lnTo>
                    <a:pt x="0" y="289321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46137" y="229235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69" h="379730">
                  <a:moveTo>
                    <a:pt x="90090" y="37941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46137" y="229235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46137" y="229235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90"/>
                  </a:moveTo>
                  <a:lnTo>
                    <a:pt x="270271" y="0"/>
                  </a:lnTo>
                  <a:lnTo>
                    <a:pt x="0" y="0"/>
                  </a:lnTo>
                  <a:lnTo>
                    <a:pt x="0" y="289322"/>
                  </a:lnTo>
                  <a:lnTo>
                    <a:pt x="90090" y="379412"/>
                  </a:lnTo>
                  <a:lnTo>
                    <a:pt x="360362" y="379412"/>
                  </a:lnTo>
                  <a:lnTo>
                    <a:pt x="360362" y="90090"/>
                  </a:lnTo>
                  <a:close/>
                </a:path>
                <a:path w="360680" h="379730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9730">
                  <a:moveTo>
                    <a:pt x="90090" y="90090"/>
                  </a:moveTo>
                  <a:lnTo>
                    <a:pt x="90090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4150" y="24749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43"/>
                  </a:moveTo>
                  <a:lnTo>
                    <a:pt x="94843" y="94843"/>
                  </a:lnTo>
                  <a:lnTo>
                    <a:pt x="0" y="0"/>
                  </a:lnTo>
                  <a:lnTo>
                    <a:pt x="0" y="284556"/>
                  </a:lnTo>
                  <a:lnTo>
                    <a:pt x="94843" y="379412"/>
                  </a:lnTo>
                  <a:lnTo>
                    <a:pt x="639762" y="379412"/>
                  </a:lnTo>
                  <a:lnTo>
                    <a:pt x="639762" y="94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84150" y="247491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639763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84150" y="247491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3" y="94853"/>
                  </a:moveTo>
                  <a:lnTo>
                    <a:pt x="544910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3" y="379412"/>
                  </a:lnTo>
                  <a:lnTo>
                    <a:pt x="639763" y="94853"/>
                  </a:lnTo>
                  <a:close/>
                </a:path>
                <a:path w="640080" h="37973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69094" y="2666205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5" h="283844">
                  <a:moveTo>
                    <a:pt x="545305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545305" y="283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4638" y="2571749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4" h="377825">
                  <a:moveTo>
                    <a:pt x="94456" y="377825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74638" y="2571749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639762" y="944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4638" y="2571749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2" y="94456"/>
                  </a:moveTo>
                  <a:lnTo>
                    <a:pt x="545305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5"/>
                  </a:lnTo>
                  <a:lnTo>
                    <a:pt x="639762" y="377825"/>
                  </a:lnTo>
                  <a:lnTo>
                    <a:pt x="639762" y="94456"/>
                  </a:lnTo>
                  <a:close/>
                </a:path>
                <a:path w="640080" h="377825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5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78606" y="2280444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5" h="283844">
                  <a:moveTo>
                    <a:pt x="545307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545307" y="2833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84150" y="2185987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4" h="377825">
                  <a:moveTo>
                    <a:pt x="94456" y="377824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84150" y="2185987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639763" y="9445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4150" y="2185987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3" y="94456"/>
                  </a:moveTo>
                  <a:lnTo>
                    <a:pt x="545307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4"/>
                  </a:lnTo>
                  <a:lnTo>
                    <a:pt x="639763" y="377824"/>
                  </a:lnTo>
                  <a:lnTo>
                    <a:pt x="639763" y="94456"/>
                  </a:lnTo>
                  <a:close/>
                </a:path>
                <a:path w="640080" h="377825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69491" y="2376090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74638" y="228123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94853" y="379411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94853" y="94852"/>
                  </a:lnTo>
                  <a:lnTo>
                    <a:pt x="94853" y="3794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4638" y="228123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2" y="94852"/>
                  </a:moveTo>
                  <a:lnTo>
                    <a:pt x="94853" y="94852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639762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4638" y="22812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52"/>
                  </a:moveTo>
                  <a:lnTo>
                    <a:pt x="544909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1"/>
                  </a:lnTo>
                  <a:lnTo>
                    <a:pt x="639762" y="379411"/>
                  </a:lnTo>
                  <a:lnTo>
                    <a:pt x="639762" y="94852"/>
                  </a:lnTo>
                  <a:close/>
                </a:path>
                <a:path w="640080" h="379730">
                  <a:moveTo>
                    <a:pt x="639762" y="94852"/>
                  </a:moveTo>
                  <a:lnTo>
                    <a:pt x="94853" y="94852"/>
                  </a:lnTo>
                  <a:lnTo>
                    <a:pt x="0" y="0"/>
                  </a:lnTo>
                </a:path>
                <a:path w="640080" h="379730">
                  <a:moveTo>
                    <a:pt x="94853" y="94852"/>
                  </a:moveTo>
                  <a:lnTo>
                    <a:pt x="94853" y="3794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2435956" y="4343919"/>
            <a:ext cx="699770" cy="699770"/>
            <a:chOff x="2435956" y="4343919"/>
            <a:chExt cx="699770" cy="699770"/>
          </a:xfrm>
        </p:grpSpPr>
        <p:sp>
          <p:nvSpPr>
            <p:cNvPr id="106" name="object 106"/>
            <p:cNvSpPr/>
            <p:nvPr/>
          </p:nvSpPr>
          <p:spPr>
            <a:xfrm>
              <a:off x="2474056" y="4382019"/>
              <a:ext cx="623570" cy="609600"/>
            </a:xfrm>
            <a:custGeom>
              <a:avLst/>
              <a:gdLst/>
              <a:ahLst/>
              <a:cxnLst/>
              <a:rect l="l" t="t" r="r" b="b"/>
              <a:pathLst>
                <a:path w="623569" h="609600">
                  <a:moveTo>
                    <a:pt x="0" y="609398"/>
                  </a:moveTo>
                  <a:lnTo>
                    <a:pt x="623154" y="609398"/>
                  </a:lnTo>
                  <a:lnTo>
                    <a:pt x="623154" y="0"/>
                  </a:lnTo>
                  <a:lnTo>
                    <a:pt x="0" y="0"/>
                  </a:lnTo>
                  <a:lnTo>
                    <a:pt x="0" y="60939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474056" y="4382019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0"/>
                  </a:moveTo>
                  <a:lnTo>
                    <a:pt x="0" y="0"/>
                  </a:lnTo>
                  <a:lnTo>
                    <a:pt x="0" y="623569"/>
                  </a:lnTo>
                  <a:lnTo>
                    <a:pt x="623154" y="623569"/>
                  </a:lnTo>
                  <a:lnTo>
                    <a:pt x="623154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734847" y="4551056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850902" y="4382018"/>
            <a:ext cx="623570" cy="1233170"/>
          </a:xfrm>
          <a:prstGeom prst="rect">
            <a:avLst/>
          </a:prstGeom>
          <a:solidFill>
            <a:srgbClr val="000000"/>
          </a:solidFill>
          <a:ln w="76201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600" spc="-50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2435958" y="4953318"/>
            <a:ext cx="699770" cy="699770"/>
            <a:chOff x="2435958" y="4953318"/>
            <a:chExt cx="699770" cy="699770"/>
          </a:xfrm>
        </p:grpSpPr>
        <p:sp>
          <p:nvSpPr>
            <p:cNvPr id="111" name="object 111"/>
            <p:cNvSpPr/>
            <p:nvPr/>
          </p:nvSpPr>
          <p:spPr>
            <a:xfrm>
              <a:off x="2474058" y="4991418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623569"/>
                  </a:moveTo>
                  <a:lnTo>
                    <a:pt x="0" y="623569"/>
                  </a:lnTo>
                  <a:lnTo>
                    <a:pt x="0" y="0"/>
                  </a:lnTo>
                  <a:lnTo>
                    <a:pt x="623154" y="0"/>
                  </a:lnTo>
                  <a:lnTo>
                    <a:pt x="623154" y="623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474058" y="4991418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0"/>
                  </a:moveTo>
                  <a:lnTo>
                    <a:pt x="0" y="0"/>
                  </a:lnTo>
                  <a:lnTo>
                    <a:pt x="0" y="623569"/>
                  </a:lnTo>
                  <a:lnTo>
                    <a:pt x="623154" y="623569"/>
                  </a:lnTo>
                  <a:lnTo>
                    <a:pt x="623154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2734848" y="5160455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020775" y="3128963"/>
            <a:ext cx="685800" cy="1868805"/>
          </a:xfrm>
          <a:custGeom>
            <a:avLst/>
            <a:gdLst/>
            <a:ahLst/>
            <a:cxnLst/>
            <a:rect l="l" t="t" r="r" b="b"/>
            <a:pathLst>
              <a:path w="685800" h="1868804">
                <a:moveTo>
                  <a:pt x="685788" y="1838074"/>
                </a:moveTo>
                <a:lnTo>
                  <a:pt x="644935" y="1850846"/>
                </a:lnTo>
                <a:lnTo>
                  <a:pt x="603457" y="1860222"/>
                </a:lnTo>
                <a:lnTo>
                  <a:pt x="561600" y="1866118"/>
                </a:lnTo>
                <a:lnTo>
                  <a:pt x="519610" y="1868450"/>
                </a:lnTo>
                <a:lnTo>
                  <a:pt x="477733" y="1867133"/>
                </a:lnTo>
                <a:lnTo>
                  <a:pt x="436214" y="1862082"/>
                </a:lnTo>
                <a:lnTo>
                  <a:pt x="395300" y="1853213"/>
                </a:lnTo>
                <a:lnTo>
                  <a:pt x="355236" y="1840441"/>
                </a:lnTo>
                <a:lnTo>
                  <a:pt x="316268" y="1823683"/>
                </a:lnTo>
                <a:lnTo>
                  <a:pt x="278641" y="1802852"/>
                </a:lnTo>
                <a:lnTo>
                  <a:pt x="242603" y="1777865"/>
                </a:lnTo>
                <a:lnTo>
                  <a:pt x="208398" y="1748637"/>
                </a:lnTo>
                <a:lnTo>
                  <a:pt x="176273" y="1715084"/>
                </a:lnTo>
                <a:lnTo>
                  <a:pt x="146472" y="1677121"/>
                </a:lnTo>
                <a:lnTo>
                  <a:pt x="119243" y="1634663"/>
                </a:lnTo>
                <a:lnTo>
                  <a:pt x="94831" y="1587626"/>
                </a:lnTo>
                <a:lnTo>
                  <a:pt x="73482" y="1535925"/>
                </a:lnTo>
                <a:lnTo>
                  <a:pt x="53772" y="1473795"/>
                </a:lnTo>
                <a:lnTo>
                  <a:pt x="37718" y="1406064"/>
                </a:lnTo>
                <a:lnTo>
                  <a:pt x="24996" y="1332846"/>
                </a:lnTo>
                <a:lnTo>
                  <a:pt x="19782" y="1294213"/>
                </a:lnTo>
                <a:lnTo>
                  <a:pt x="15280" y="1254249"/>
                </a:lnTo>
                <a:lnTo>
                  <a:pt x="11448" y="1212970"/>
                </a:lnTo>
                <a:lnTo>
                  <a:pt x="8247" y="1170388"/>
                </a:lnTo>
                <a:lnTo>
                  <a:pt x="5635" y="1126517"/>
                </a:lnTo>
                <a:lnTo>
                  <a:pt x="3572" y="1081372"/>
                </a:lnTo>
                <a:lnTo>
                  <a:pt x="2017" y="1034967"/>
                </a:lnTo>
                <a:lnTo>
                  <a:pt x="931" y="987314"/>
                </a:lnTo>
                <a:lnTo>
                  <a:pt x="272" y="938429"/>
                </a:lnTo>
                <a:lnTo>
                  <a:pt x="0" y="888325"/>
                </a:lnTo>
                <a:lnTo>
                  <a:pt x="74" y="837017"/>
                </a:lnTo>
                <a:lnTo>
                  <a:pt x="453" y="784517"/>
                </a:lnTo>
                <a:lnTo>
                  <a:pt x="1098" y="730841"/>
                </a:lnTo>
                <a:lnTo>
                  <a:pt x="1968" y="676002"/>
                </a:lnTo>
                <a:lnTo>
                  <a:pt x="3022" y="620013"/>
                </a:lnTo>
                <a:lnTo>
                  <a:pt x="4219" y="562890"/>
                </a:lnTo>
                <a:lnTo>
                  <a:pt x="5520" y="504645"/>
                </a:lnTo>
                <a:lnTo>
                  <a:pt x="6883" y="445293"/>
                </a:lnTo>
                <a:lnTo>
                  <a:pt x="8268" y="384848"/>
                </a:lnTo>
                <a:lnTo>
                  <a:pt x="9634" y="323323"/>
                </a:lnTo>
                <a:lnTo>
                  <a:pt x="10941" y="260734"/>
                </a:lnTo>
                <a:lnTo>
                  <a:pt x="12149" y="197092"/>
                </a:lnTo>
                <a:lnTo>
                  <a:pt x="13216" y="132414"/>
                </a:lnTo>
                <a:lnTo>
                  <a:pt x="14103" y="66711"/>
                </a:lnTo>
                <a:lnTo>
                  <a:pt x="14768" y="0"/>
                </a:lnTo>
              </a:path>
            </a:pathLst>
          </a:custGeom>
          <a:ln w="76199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721BB72-9208-0095-FFF3-2C8F724151D3}"/>
                  </a:ext>
                </a:extLst>
              </p14:cNvPr>
              <p14:cNvContentPartPr/>
              <p14:nvPr/>
            </p14:nvContentPartPr>
            <p14:xfrm>
              <a:off x="2172240" y="763920"/>
              <a:ext cx="3616560" cy="48499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721BB72-9208-0095-FFF3-2C8F724151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2880" y="754560"/>
                <a:ext cx="3635280" cy="48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A1A3C75-63D1-CD6D-00CD-99C00B8D0433}"/>
                  </a:ext>
                </a:extLst>
              </p14:cNvPr>
              <p14:cNvContentPartPr/>
              <p14:nvPr/>
            </p14:nvContentPartPr>
            <p14:xfrm>
              <a:off x="1806480" y="2745360"/>
              <a:ext cx="4727520" cy="37414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A1A3C75-63D1-CD6D-00CD-99C00B8D0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0280" y="2729160"/>
                <a:ext cx="4759920" cy="37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E0772F9-9B13-421F-B358-974E371DE88B}"/>
                  </a:ext>
                </a:extLst>
              </p14:cNvPr>
              <p14:cNvContentPartPr/>
              <p14:nvPr/>
            </p14:nvContentPartPr>
            <p14:xfrm>
              <a:off x="3065760" y="905760"/>
              <a:ext cx="5417280" cy="37616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E0772F9-9B13-421F-B358-974E371DE8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9560" y="889560"/>
                <a:ext cx="5449680" cy="379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35100" y="2613025"/>
          <a:ext cx="2574287" cy="255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3333C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3333C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7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903912" y="3546475"/>
            <a:ext cx="635000" cy="635000"/>
            <a:chOff x="5903912" y="3546475"/>
            <a:chExt cx="635000" cy="635000"/>
          </a:xfrm>
        </p:grpSpPr>
        <p:sp>
          <p:nvSpPr>
            <p:cNvPr id="8" name="object 8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622299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2299" y="0"/>
                  </a:lnTo>
                  <a:lnTo>
                    <a:pt x="622299" y="6222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22299" y="0"/>
                  </a:lnTo>
                  <a:lnTo>
                    <a:pt x="622299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11" name="object 11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83288" y="4314888"/>
            <a:ext cx="21977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 </a:t>
            </a:r>
            <a:r>
              <a:rPr sz="2800" dirty="0">
                <a:latin typeface="Times New Roman"/>
                <a:cs typeface="Times New Roman"/>
              </a:rPr>
              <a:t>between filter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ED7208C-9577-4EE4-48FD-268F24F83A8D}"/>
                  </a:ext>
                </a:extLst>
              </p14:cNvPr>
              <p14:cNvContentPartPr/>
              <p14:nvPr/>
            </p14:nvContentPartPr>
            <p14:xfrm>
              <a:off x="4640040" y="1026360"/>
              <a:ext cx="2751480" cy="439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ED7208C-9577-4EE4-48FD-268F24F83A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0680" y="1017000"/>
                <a:ext cx="27702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40D7D3-7556-9102-1629-1D60DD91E9B6}"/>
                  </a:ext>
                </a:extLst>
              </p14:cNvPr>
              <p14:cNvContentPartPr/>
              <p14:nvPr/>
            </p14:nvContentPartPr>
            <p14:xfrm>
              <a:off x="499680" y="889200"/>
              <a:ext cx="8607960" cy="5887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40D7D3-7556-9102-1629-1D60DD91E9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480" y="873000"/>
                <a:ext cx="8640360" cy="59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6AA83A-E8CB-DDDE-9CAF-0E9C290EEA82}"/>
                  </a:ext>
                </a:extLst>
              </p14:cNvPr>
              <p14:cNvContentPartPr/>
              <p14:nvPr/>
            </p14:nvContentPartPr>
            <p14:xfrm>
              <a:off x="2398680" y="2017440"/>
              <a:ext cx="2940120" cy="1294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6AA83A-E8CB-DDDE-9CAF-0E9C290EEA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9320" y="2008080"/>
                <a:ext cx="2958840" cy="131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5100" y="2613025"/>
            <a:ext cx="2651125" cy="2597150"/>
            <a:chOff x="1435100" y="2613025"/>
            <a:chExt cx="2651125" cy="2597150"/>
          </a:xfrm>
        </p:grpSpPr>
        <p:sp>
          <p:nvSpPr>
            <p:cNvPr id="6" name="object 6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0"/>
                  </a:moveTo>
                  <a:lnTo>
                    <a:pt x="515937" y="0"/>
                  </a:lnTo>
                  <a:lnTo>
                    <a:pt x="515937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0" y="0"/>
                  </a:moveTo>
                  <a:lnTo>
                    <a:pt x="515936" y="0"/>
                  </a:lnTo>
                  <a:lnTo>
                    <a:pt x="515936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7" y="0"/>
                  </a:lnTo>
                  <a:lnTo>
                    <a:pt x="515937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73200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5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03487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6" y="0"/>
                  </a:lnTo>
                  <a:lnTo>
                    <a:pt x="1544636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39962" y="3203682"/>
              <a:ext cx="1041400" cy="260350"/>
            </a:xfrm>
            <a:custGeom>
              <a:avLst/>
              <a:gdLst/>
              <a:ahLst/>
              <a:cxnLst/>
              <a:rect l="l" t="t" r="r" b="b"/>
              <a:pathLst>
                <a:path w="1041400" h="260350">
                  <a:moveTo>
                    <a:pt x="0" y="260242"/>
                  </a:moveTo>
                  <a:lnTo>
                    <a:pt x="44439" y="228308"/>
                  </a:lnTo>
                  <a:lnTo>
                    <a:pt x="88863" y="196804"/>
                  </a:lnTo>
                  <a:lnTo>
                    <a:pt x="133258" y="166160"/>
                  </a:lnTo>
                  <a:lnTo>
                    <a:pt x="177610" y="136806"/>
                  </a:lnTo>
                  <a:lnTo>
                    <a:pt x="221903" y="109171"/>
                  </a:lnTo>
                  <a:lnTo>
                    <a:pt x="266124" y="83686"/>
                  </a:lnTo>
                  <a:lnTo>
                    <a:pt x="310257" y="60781"/>
                  </a:lnTo>
                  <a:lnTo>
                    <a:pt x="354288" y="40886"/>
                  </a:lnTo>
                  <a:lnTo>
                    <a:pt x="398202" y="24430"/>
                  </a:lnTo>
                  <a:lnTo>
                    <a:pt x="441985" y="11844"/>
                  </a:lnTo>
                  <a:lnTo>
                    <a:pt x="485622" y="3557"/>
                  </a:lnTo>
                  <a:lnTo>
                    <a:pt x="529098" y="0"/>
                  </a:lnTo>
                  <a:lnTo>
                    <a:pt x="572405" y="1458"/>
                  </a:lnTo>
                  <a:lnTo>
                    <a:pt x="615551" y="7646"/>
                  </a:lnTo>
                  <a:lnTo>
                    <a:pt x="658551" y="18134"/>
                  </a:lnTo>
                  <a:lnTo>
                    <a:pt x="701421" y="32491"/>
                  </a:lnTo>
                  <a:lnTo>
                    <a:pt x="744173" y="50288"/>
                  </a:lnTo>
                  <a:lnTo>
                    <a:pt x="786823" y="71094"/>
                  </a:lnTo>
                  <a:lnTo>
                    <a:pt x="829386" y="94480"/>
                  </a:lnTo>
                  <a:lnTo>
                    <a:pt x="871877" y="120016"/>
                  </a:lnTo>
                  <a:lnTo>
                    <a:pt x="914308" y="147272"/>
                  </a:lnTo>
                  <a:lnTo>
                    <a:pt x="956696" y="175817"/>
                  </a:lnTo>
                  <a:lnTo>
                    <a:pt x="999055" y="205222"/>
                  </a:lnTo>
                  <a:lnTo>
                    <a:pt x="1041399" y="23505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903912" y="3546475"/>
            <a:ext cx="1259205" cy="635000"/>
            <a:chOff x="5903912" y="3546475"/>
            <a:chExt cx="1259205" cy="635000"/>
          </a:xfrm>
        </p:grpSpPr>
        <p:sp>
          <p:nvSpPr>
            <p:cNvPr id="42" name="object 42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622299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2299" y="0"/>
                  </a:lnTo>
                  <a:lnTo>
                    <a:pt x="622299" y="6222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22299" y="0"/>
                  </a:lnTo>
                  <a:lnTo>
                    <a:pt x="622299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32562" y="3552825"/>
              <a:ext cx="624205" cy="622300"/>
            </a:xfrm>
            <a:custGeom>
              <a:avLst/>
              <a:gdLst/>
              <a:ahLst/>
              <a:cxnLst/>
              <a:rect l="l" t="t" r="r" b="b"/>
              <a:pathLst>
                <a:path w="624204" h="622300">
                  <a:moveTo>
                    <a:pt x="623886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3886" y="0"/>
                  </a:lnTo>
                  <a:lnTo>
                    <a:pt x="623886" y="62229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32562" y="3552825"/>
              <a:ext cx="624205" cy="622300"/>
            </a:xfrm>
            <a:custGeom>
              <a:avLst/>
              <a:gdLst/>
              <a:ahLst/>
              <a:cxnLst/>
              <a:rect l="l" t="t" r="r" b="b"/>
              <a:pathLst>
                <a:path w="624204" h="622300">
                  <a:moveTo>
                    <a:pt x="0" y="0"/>
                  </a:moveTo>
                  <a:lnTo>
                    <a:pt x="623886" y="0"/>
                  </a:lnTo>
                  <a:lnTo>
                    <a:pt x="623886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47" name="object 47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983288" y="4314888"/>
            <a:ext cx="21977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 </a:t>
            </a:r>
            <a:r>
              <a:rPr sz="2800" dirty="0">
                <a:latin typeface="Times New Roman"/>
                <a:cs typeface="Times New Roman"/>
              </a:rPr>
              <a:t>between filter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AC3F0CA-B979-D6E5-DD9D-B63C12F9C5A9}"/>
                  </a:ext>
                </a:extLst>
              </p14:cNvPr>
              <p14:cNvContentPartPr/>
              <p14:nvPr/>
            </p14:nvContentPartPr>
            <p14:xfrm>
              <a:off x="1076040" y="389520"/>
              <a:ext cx="8008560" cy="3565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AC3F0CA-B979-D6E5-DD9D-B63C12F9C5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9840" y="373320"/>
                <a:ext cx="8040960" cy="35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5100" y="2613025"/>
            <a:ext cx="2663825" cy="2597150"/>
            <a:chOff x="1435100" y="2613025"/>
            <a:chExt cx="2663825" cy="2597150"/>
          </a:xfrm>
        </p:grpSpPr>
        <p:sp>
          <p:nvSpPr>
            <p:cNvPr id="6" name="object 6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0"/>
                  </a:moveTo>
                  <a:lnTo>
                    <a:pt x="515937" y="0"/>
                  </a:lnTo>
                  <a:lnTo>
                    <a:pt x="515937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0" y="0"/>
                  </a:moveTo>
                  <a:lnTo>
                    <a:pt x="515936" y="0"/>
                  </a:lnTo>
                  <a:lnTo>
                    <a:pt x="515936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7" y="0"/>
                  </a:lnTo>
                  <a:lnTo>
                    <a:pt x="515937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73200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5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03487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6" y="0"/>
                  </a:lnTo>
                  <a:lnTo>
                    <a:pt x="1544636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73200" y="3203682"/>
              <a:ext cx="1808480" cy="1965325"/>
            </a:xfrm>
            <a:custGeom>
              <a:avLst/>
              <a:gdLst/>
              <a:ahLst/>
              <a:cxnLst/>
              <a:rect l="l" t="t" r="r" b="b"/>
              <a:pathLst>
                <a:path w="1808479" h="1965325">
                  <a:moveTo>
                    <a:pt x="766762" y="260242"/>
                  </a:moveTo>
                  <a:lnTo>
                    <a:pt x="811202" y="228308"/>
                  </a:lnTo>
                  <a:lnTo>
                    <a:pt x="855626" y="196804"/>
                  </a:lnTo>
                  <a:lnTo>
                    <a:pt x="900021" y="166160"/>
                  </a:lnTo>
                  <a:lnTo>
                    <a:pt x="944373" y="136806"/>
                  </a:lnTo>
                  <a:lnTo>
                    <a:pt x="988666" y="109171"/>
                  </a:lnTo>
                  <a:lnTo>
                    <a:pt x="1032887" y="83686"/>
                  </a:lnTo>
                  <a:lnTo>
                    <a:pt x="1077020" y="60781"/>
                  </a:lnTo>
                  <a:lnTo>
                    <a:pt x="1121051" y="40886"/>
                  </a:lnTo>
                  <a:lnTo>
                    <a:pt x="1164965" y="24430"/>
                  </a:lnTo>
                  <a:lnTo>
                    <a:pt x="1208748" y="11844"/>
                  </a:lnTo>
                  <a:lnTo>
                    <a:pt x="1252385" y="3557"/>
                  </a:lnTo>
                  <a:lnTo>
                    <a:pt x="1295861" y="0"/>
                  </a:lnTo>
                  <a:lnTo>
                    <a:pt x="1339168" y="1458"/>
                  </a:lnTo>
                  <a:lnTo>
                    <a:pt x="1382314" y="7646"/>
                  </a:lnTo>
                  <a:lnTo>
                    <a:pt x="1425314" y="18134"/>
                  </a:lnTo>
                  <a:lnTo>
                    <a:pt x="1468184" y="32491"/>
                  </a:lnTo>
                  <a:lnTo>
                    <a:pt x="1510936" y="50288"/>
                  </a:lnTo>
                  <a:lnTo>
                    <a:pt x="1553586" y="71094"/>
                  </a:lnTo>
                  <a:lnTo>
                    <a:pt x="1596149" y="94480"/>
                  </a:lnTo>
                  <a:lnTo>
                    <a:pt x="1638640" y="120016"/>
                  </a:lnTo>
                  <a:lnTo>
                    <a:pt x="1681071" y="147272"/>
                  </a:lnTo>
                  <a:lnTo>
                    <a:pt x="1723459" y="175817"/>
                  </a:lnTo>
                  <a:lnTo>
                    <a:pt x="1765818" y="205222"/>
                  </a:lnTo>
                  <a:lnTo>
                    <a:pt x="1808162" y="235058"/>
                  </a:lnTo>
                </a:path>
                <a:path w="1808479" h="1965325">
                  <a:moveTo>
                    <a:pt x="0" y="447567"/>
                  </a:moveTo>
                  <a:lnTo>
                    <a:pt x="1544637" y="447567"/>
                  </a:lnTo>
                  <a:lnTo>
                    <a:pt x="1544637" y="1965217"/>
                  </a:lnTo>
                  <a:lnTo>
                    <a:pt x="0" y="1965217"/>
                  </a:lnTo>
                  <a:lnTo>
                    <a:pt x="0" y="447567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14600" y="365125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903912" y="3546475"/>
          <a:ext cx="1245869" cy="123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3" name="object 43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44" name="object 44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6532563" y="4162425"/>
            <a:ext cx="624205" cy="622300"/>
          </a:xfrm>
          <a:custGeom>
            <a:avLst/>
            <a:gdLst/>
            <a:ahLst/>
            <a:cxnLst/>
            <a:rect l="l" t="t" r="r" b="b"/>
            <a:pathLst>
              <a:path w="624204" h="622300">
                <a:moveTo>
                  <a:pt x="623886" y="622299"/>
                </a:moveTo>
                <a:lnTo>
                  <a:pt x="0" y="622299"/>
                </a:lnTo>
                <a:lnTo>
                  <a:pt x="0" y="0"/>
                </a:lnTo>
                <a:lnTo>
                  <a:pt x="623886" y="0"/>
                </a:lnTo>
                <a:lnTo>
                  <a:pt x="623886" y="622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Transpose</a:t>
            </a:r>
            <a:r>
              <a:rPr spc="-185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756" y="1531557"/>
            <a:ext cx="71107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70237" y="2613025"/>
            <a:ext cx="2643505" cy="2606675"/>
            <a:chOff x="3170237" y="2613025"/>
            <a:chExt cx="2643505" cy="2606675"/>
          </a:xfrm>
        </p:grpSpPr>
        <p:sp>
          <p:nvSpPr>
            <p:cNvPr id="6" name="object 6"/>
            <p:cNvSpPr/>
            <p:nvPr/>
          </p:nvSpPr>
          <p:spPr>
            <a:xfrm>
              <a:off x="5281612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81612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1612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81612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6" y="515937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1612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1612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6" y="514349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1325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325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67262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7262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7262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7262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4349" y="515937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7" y="515937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67262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67262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4349" y="514349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7" y="514349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36975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6975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4349" y="515937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4349" y="514349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81612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1612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67262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7262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8337" y="266700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5" y="0"/>
                  </a:lnTo>
                  <a:lnTo>
                    <a:pt x="1546225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29099" y="2651125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5" y="0"/>
                  </a:lnTo>
                  <a:lnTo>
                    <a:pt x="1546225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67163" y="3203682"/>
              <a:ext cx="1040130" cy="260350"/>
            </a:xfrm>
            <a:custGeom>
              <a:avLst/>
              <a:gdLst/>
              <a:ahLst/>
              <a:cxnLst/>
              <a:rect l="l" t="t" r="r" b="b"/>
              <a:pathLst>
                <a:path w="1040129" h="260350">
                  <a:moveTo>
                    <a:pt x="0" y="260243"/>
                  </a:moveTo>
                  <a:lnTo>
                    <a:pt x="44371" y="228309"/>
                  </a:lnTo>
                  <a:lnTo>
                    <a:pt x="88727" y="196805"/>
                  </a:lnTo>
                  <a:lnTo>
                    <a:pt x="133055" y="166160"/>
                  </a:lnTo>
                  <a:lnTo>
                    <a:pt x="177339" y="136806"/>
                  </a:lnTo>
                  <a:lnTo>
                    <a:pt x="221565" y="109171"/>
                  </a:lnTo>
                  <a:lnTo>
                    <a:pt x="265718" y="83687"/>
                  </a:lnTo>
                  <a:lnTo>
                    <a:pt x="309783" y="60781"/>
                  </a:lnTo>
                  <a:lnTo>
                    <a:pt x="353747" y="40886"/>
                  </a:lnTo>
                  <a:lnTo>
                    <a:pt x="397594" y="24430"/>
                  </a:lnTo>
                  <a:lnTo>
                    <a:pt x="441310" y="11844"/>
                  </a:lnTo>
                  <a:lnTo>
                    <a:pt x="484881" y="3557"/>
                  </a:lnTo>
                  <a:lnTo>
                    <a:pt x="528291" y="0"/>
                  </a:lnTo>
                  <a:lnTo>
                    <a:pt x="571532" y="1458"/>
                  </a:lnTo>
                  <a:lnTo>
                    <a:pt x="614612" y="7647"/>
                  </a:lnTo>
                  <a:lnTo>
                    <a:pt x="657547" y="18134"/>
                  </a:lnTo>
                  <a:lnTo>
                    <a:pt x="700351" y="32491"/>
                  </a:lnTo>
                  <a:lnTo>
                    <a:pt x="743038" y="50288"/>
                  </a:lnTo>
                  <a:lnTo>
                    <a:pt x="785623" y="71094"/>
                  </a:lnTo>
                  <a:lnTo>
                    <a:pt x="828121" y="94481"/>
                  </a:lnTo>
                  <a:lnTo>
                    <a:pt x="870547" y="120016"/>
                  </a:lnTo>
                  <a:lnTo>
                    <a:pt x="912914" y="147272"/>
                  </a:lnTo>
                  <a:lnTo>
                    <a:pt x="955237" y="175817"/>
                  </a:lnTo>
                  <a:lnTo>
                    <a:pt x="997531" y="205223"/>
                  </a:lnTo>
                  <a:lnTo>
                    <a:pt x="1039811" y="23505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170113" y="4027037"/>
            <a:ext cx="709930" cy="328295"/>
            <a:chOff x="2170113" y="4027037"/>
            <a:chExt cx="709930" cy="328295"/>
          </a:xfrm>
        </p:grpSpPr>
        <p:sp>
          <p:nvSpPr>
            <p:cNvPr id="42" name="object 42"/>
            <p:cNvSpPr/>
            <p:nvPr/>
          </p:nvSpPr>
          <p:spPr>
            <a:xfrm>
              <a:off x="2170113" y="4190999"/>
              <a:ext cx="325755" cy="0"/>
            </a:xfrm>
            <a:custGeom>
              <a:avLst/>
              <a:gdLst/>
              <a:ahLst/>
              <a:cxnLst/>
              <a:rect l="l" t="t" r="r" b="b"/>
              <a:pathLst>
                <a:path w="325755">
                  <a:moveTo>
                    <a:pt x="0" y="0"/>
                  </a:moveTo>
                  <a:lnTo>
                    <a:pt x="32543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95550" y="4065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5550" y="4065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28650" y="3560762"/>
            <a:ext cx="624205" cy="624205"/>
          </a:xfrm>
          <a:prstGeom prst="rect">
            <a:avLst/>
          </a:prstGeom>
          <a:solidFill>
            <a:srgbClr val="3333CC"/>
          </a:solidFill>
          <a:ln w="12700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19"/>
              </a:spcBef>
            </a:pPr>
            <a:r>
              <a:rPr sz="2400" spc="-25" dirty="0">
                <a:latin typeface="Times New Roman"/>
                <a:cs typeface="Times New Roman"/>
              </a:rPr>
              <a:t>I11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88063" y="2678176"/>
            <a:ext cx="25920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weighted by </a:t>
            </a:r>
            <a:r>
              <a:rPr sz="2800" spc="-10" dirty="0">
                <a:latin typeface="Times New Roman"/>
                <a:cs typeface="Times New Roman"/>
              </a:rPr>
              <a:t>input </a:t>
            </a:r>
            <a:r>
              <a:rPr sz="2800" spc="-50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061" y="4352654"/>
            <a:ext cx="2586627" cy="738458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252537" y="3560762"/>
            <a:ext cx="624205" cy="624205"/>
          </a:xfrm>
          <a:prstGeom prst="rect">
            <a:avLst/>
          </a:prstGeom>
          <a:solidFill>
            <a:srgbClr val="00CC99"/>
          </a:solidFill>
          <a:ln w="12699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919"/>
              </a:spcBef>
            </a:pPr>
            <a:r>
              <a:rPr sz="2400" spc="-25" dirty="0">
                <a:latin typeface="Times New Roman"/>
                <a:cs typeface="Times New Roman"/>
              </a:rPr>
              <a:t>I12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5F4415E-2353-BF82-9811-18A36AC830F4}"/>
                  </a:ext>
                </a:extLst>
              </p14:cNvPr>
              <p14:cNvContentPartPr/>
              <p14:nvPr/>
            </p14:nvContentPartPr>
            <p14:xfrm>
              <a:off x="416520" y="416520"/>
              <a:ext cx="8678520" cy="6016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5F4415E-2353-BF82-9811-18A36AC830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160" y="407160"/>
                <a:ext cx="8697240" cy="60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Transpose</a:t>
            </a:r>
            <a:r>
              <a:rPr spc="-185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1252537" y="4170362"/>
            <a:ext cx="622300" cy="624205"/>
          </a:xfrm>
          <a:custGeom>
            <a:avLst/>
            <a:gdLst/>
            <a:ahLst/>
            <a:cxnLst/>
            <a:rect l="l" t="t" r="r" b="b"/>
            <a:pathLst>
              <a:path w="622300" h="624204">
                <a:moveTo>
                  <a:pt x="622299" y="623886"/>
                </a:moveTo>
                <a:lnTo>
                  <a:pt x="0" y="623886"/>
                </a:lnTo>
                <a:lnTo>
                  <a:pt x="0" y="0"/>
                </a:lnTo>
                <a:lnTo>
                  <a:pt x="622299" y="0"/>
                </a:lnTo>
                <a:lnTo>
                  <a:pt x="622299" y="623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2300" y="3554412"/>
          <a:ext cx="1246505" cy="123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I22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132013" y="2628900"/>
            <a:ext cx="3697604" cy="2590800"/>
            <a:chOff x="2132013" y="2628900"/>
            <a:chExt cx="3697604" cy="2590800"/>
          </a:xfrm>
        </p:grpSpPr>
        <p:sp>
          <p:nvSpPr>
            <p:cNvPr id="7" name="object 7"/>
            <p:cNvSpPr/>
            <p:nvPr/>
          </p:nvSpPr>
          <p:spPr>
            <a:xfrm>
              <a:off x="5281613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1613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81613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1613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6" y="515937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1613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81613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6" y="514349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325" y="31797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51325" y="31797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5937" y="514350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7263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7263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7263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67263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4349" y="515938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5937" y="515938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67263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67263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5937" y="514350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6975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6975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4349" y="515938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1613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81613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7263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67263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70113" y="4191000"/>
              <a:ext cx="325755" cy="0"/>
            </a:xfrm>
            <a:custGeom>
              <a:avLst/>
              <a:gdLst/>
              <a:ahLst/>
              <a:cxnLst/>
              <a:rect l="l" t="t" r="r" b="b"/>
              <a:pathLst>
                <a:path w="325755">
                  <a:moveTo>
                    <a:pt x="0" y="0"/>
                  </a:moveTo>
                  <a:lnTo>
                    <a:pt x="32543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95550" y="406513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95550" y="406513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09925" y="2667000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44975" y="266700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16756" y="1531557"/>
            <a:ext cx="7763509" cy="245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3200">
              <a:latin typeface="Times New Roman"/>
              <a:cs typeface="Times New Roman"/>
            </a:endParaRPr>
          </a:p>
          <a:p>
            <a:pPr marL="5183505" marR="508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weighted by </a:t>
            </a:r>
            <a:r>
              <a:rPr sz="2800" spc="-10" dirty="0">
                <a:latin typeface="Times New Roman"/>
                <a:cs typeface="Times New Roman"/>
              </a:rPr>
              <a:t>input </a:t>
            </a:r>
            <a:r>
              <a:rPr sz="2800" spc="-50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498" y="4352837"/>
            <a:ext cx="2585836" cy="738663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468563" y="3667125"/>
            <a:ext cx="3378200" cy="1662430"/>
            <a:chOff x="2468563" y="3667125"/>
            <a:chExt cx="3378200" cy="1662430"/>
          </a:xfrm>
        </p:grpSpPr>
        <p:sp>
          <p:nvSpPr>
            <p:cNvPr id="47" name="object 47"/>
            <p:cNvSpPr/>
            <p:nvPr/>
          </p:nvSpPr>
          <p:spPr>
            <a:xfrm>
              <a:off x="3221038" y="3705225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64025" y="37052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06663" y="4189640"/>
              <a:ext cx="1207135" cy="1101725"/>
            </a:xfrm>
            <a:custGeom>
              <a:avLst/>
              <a:gdLst/>
              <a:ahLst/>
              <a:cxnLst/>
              <a:rect l="l" t="t" r="r" b="b"/>
              <a:pathLst>
                <a:path w="1207135" h="1101725">
                  <a:moveTo>
                    <a:pt x="0" y="1101497"/>
                  </a:moveTo>
                  <a:lnTo>
                    <a:pt x="120693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28752" y="3956531"/>
              <a:ext cx="340360" cy="326390"/>
            </a:xfrm>
            <a:custGeom>
              <a:avLst/>
              <a:gdLst/>
              <a:ahLst/>
              <a:cxnLst/>
              <a:rect l="l" t="t" r="r" b="b"/>
              <a:pathLst>
                <a:path w="340360" h="326389">
                  <a:moveTo>
                    <a:pt x="169688" y="326074"/>
                  </a:moveTo>
                  <a:lnTo>
                    <a:pt x="0" y="140142"/>
                  </a:lnTo>
                  <a:lnTo>
                    <a:pt x="340265" y="0"/>
                  </a:lnTo>
                  <a:lnTo>
                    <a:pt x="169688" y="3260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28752" y="3956531"/>
              <a:ext cx="340360" cy="326390"/>
            </a:xfrm>
            <a:custGeom>
              <a:avLst/>
              <a:gdLst/>
              <a:ahLst/>
              <a:cxnLst/>
              <a:rect l="l" t="t" r="r" b="b"/>
              <a:pathLst>
                <a:path w="340360" h="326389">
                  <a:moveTo>
                    <a:pt x="169688" y="326074"/>
                  </a:moveTo>
                  <a:lnTo>
                    <a:pt x="340265" y="0"/>
                  </a:lnTo>
                  <a:lnTo>
                    <a:pt x="0" y="140142"/>
                  </a:lnTo>
                  <a:lnTo>
                    <a:pt x="169688" y="32607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9498" y="5194301"/>
            <a:ext cx="2600070" cy="73866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04813" y="5302314"/>
            <a:ext cx="4445000" cy="135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marR="30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Sum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overlap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(e.g.,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sz="2775" baseline="-31531" dirty="0">
                <a:solidFill>
                  <a:srgbClr val="3333CC"/>
                </a:solidFill>
                <a:latin typeface="Times New Roman"/>
                <a:cs typeface="Times New Roman"/>
              </a:rPr>
              <a:t>11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F</a:t>
            </a:r>
            <a:r>
              <a:rPr sz="2800" b="1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</a:t>
            </a:r>
            <a:r>
              <a:rPr sz="2775" spc="-30" baseline="-31531" dirty="0">
                <a:latin typeface="Times New Roman"/>
                <a:cs typeface="Times New Roman"/>
              </a:rPr>
              <a:t>21</a:t>
            </a:r>
            <a:r>
              <a:rPr sz="2800" b="1" spc="-2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305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E263A74-49C8-ADA2-BA0F-2F685C531142}"/>
                  </a:ext>
                </a:extLst>
              </p14:cNvPr>
              <p14:cNvContentPartPr/>
              <p14:nvPr/>
            </p14:nvContentPartPr>
            <p14:xfrm>
              <a:off x="660600" y="908640"/>
              <a:ext cx="7804080" cy="5836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E263A74-49C8-ADA2-BA0F-2F685C5311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240" y="899280"/>
                <a:ext cx="7822800" cy="585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D5D4-D7FB-8454-8486-BD2E90E9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BE30F1-5603-F2F3-7FC8-F37FD58BBDE1}"/>
                  </a:ext>
                </a:extLst>
              </p14:cNvPr>
              <p14:cNvContentPartPr/>
              <p14:nvPr/>
            </p14:nvContentPartPr>
            <p14:xfrm>
              <a:off x="418680" y="0"/>
              <a:ext cx="8725320" cy="673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BE30F1-5603-F2F3-7FC8-F37FD58BBD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480" y="-16200"/>
                <a:ext cx="8757720" cy="67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417A92-7631-D71A-E2E1-04C27F7F147B}"/>
                  </a:ext>
                </a:extLst>
              </p14:cNvPr>
              <p14:cNvContentPartPr/>
              <p14:nvPr/>
            </p14:nvContentPartPr>
            <p14:xfrm>
              <a:off x="-360" y="682920"/>
              <a:ext cx="8909280" cy="617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417A92-7631-D71A-E2E1-04C27F7F14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6560" y="666720"/>
                <a:ext cx="8941320" cy="62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25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25" dirty="0"/>
              <a:t> </a:t>
            </a:r>
            <a:r>
              <a:rPr dirty="0"/>
              <a:t>it</a:t>
            </a:r>
            <a:r>
              <a:rPr spc="-85" dirty="0"/>
              <a:t> </a:t>
            </a:r>
            <a:r>
              <a:rPr spc="-45" dirty="0"/>
              <a:t>Together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71975" y="4872037"/>
            <a:ext cx="325755" cy="628650"/>
            <a:chOff x="4371975" y="4872037"/>
            <a:chExt cx="325755" cy="628650"/>
          </a:xfrm>
        </p:grpSpPr>
        <p:sp>
          <p:nvSpPr>
            <p:cNvPr id="5" name="object 5"/>
            <p:cNvSpPr/>
            <p:nvPr/>
          </p:nvSpPr>
          <p:spPr>
            <a:xfrm>
              <a:off x="4378325" y="5005112"/>
              <a:ext cx="186055" cy="489584"/>
            </a:xfrm>
            <a:custGeom>
              <a:avLst/>
              <a:gdLst/>
              <a:ahLst/>
              <a:cxnLst/>
              <a:rect l="l" t="t" r="r" b="b"/>
              <a:pathLst>
                <a:path w="186054" h="489585">
                  <a:moveTo>
                    <a:pt x="186013" y="489225"/>
                  </a:moveTo>
                  <a:lnTo>
                    <a:pt x="0" y="489225"/>
                  </a:lnTo>
                  <a:lnTo>
                    <a:pt x="0" y="0"/>
                  </a:lnTo>
                  <a:lnTo>
                    <a:pt x="186013" y="0"/>
                  </a:lnTo>
                  <a:lnTo>
                    <a:pt x="186013" y="4892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4338" y="4878387"/>
              <a:ext cx="127000" cy="615950"/>
            </a:xfrm>
            <a:custGeom>
              <a:avLst/>
              <a:gdLst/>
              <a:ahLst/>
              <a:cxnLst/>
              <a:rect l="l" t="t" r="r" b="b"/>
              <a:pathLst>
                <a:path w="127000" h="615950">
                  <a:moveTo>
                    <a:pt x="0" y="615949"/>
                  </a:moveTo>
                  <a:lnTo>
                    <a:pt x="0" y="126724"/>
                  </a:lnTo>
                  <a:lnTo>
                    <a:pt x="126724" y="0"/>
                  </a:lnTo>
                  <a:lnTo>
                    <a:pt x="126724" y="489225"/>
                  </a:lnTo>
                  <a:lnTo>
                    <a:pt x="0" y="615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8325" y="4878387"/>
              <a:ext cx="313055" cy="127000"/>
            </a:xfrm>
            <a:custGeom>
              <a:avLst/>
              <a:gdLst/>
              <a:ahLst/>
              <a:cxnLst/>
              <a:rect l="l" t="t" r="r" b="b"/>
              <a:pathLst>
                <a:path w="313054" h="127000">
                  <a:moveTo>
                    <a:pt x="186013" y="126724"/>
                  </a:moveTo>
                  <a:lnTo>
                    <a:pt x="0" y="126724"/>
                  </a:lnTo>
                  <a:lnTo>
                    <a:pt x="126724" y="0"/>
                  </a:lnTo>
                  <a:lnTo>
                    <a:pt x="312737" y="0"/>
                  </a:lnTo>
                  <a:lnTo>
                    <a:pt x="186013" y="12672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325" y="4878387"/>
              <a:ext cx="313055" cy="615950"/>
            </a:xfrm>
            <a:custGeom>
              <a:avLst/>
              <a:gdLst/>
              <a:ahLst/>
              <a:cxnLst/>
              <a:rect l="l" t="t" r="r" b="b"/>
              <a:pathLst>
                <a:path w="313054" h="615950">
                  <a:moveTo>
                    <a:pt x="0" y="126724"/>
                  </a:moveTo>
                  <a:lnTo>
                    <a:pt x="126724" y="0"/>
                  </a:lnTo>
                  <a:lnTo>
                    <a:pt x="312737" y="0"/>
                  </a:lnTo>
                  <a:lnTo>
                    <a:pt x="312737" y="489225"/>
                  </a:lnTo>
                  <a:lnTo>
                    <a:pt x="186013" y="615949"/>
                  </a:lnTo>
                  <a:lnTo>
                    <a:pt x="0" y="615949"/>
                  </a:lnTo>
                  <a:lnTo>
                    <a:pt x="0" y="126724"/>
                  </a:lnTo>
                  <a:close/>
                </a:path>
                <a:path w="313054" h="615950">
                  <a:moveTo>
                    <a:pt x="0" y="126724"/>
                  </a:moveTo>
                  <a:lnTo>
                    <a:pt x="186013" y="126724"/>
                  </a:lnTo>
                  <a:lnTo>
                    <a:pt x="312737" y="0"/>
                  </a:lnTo>
                </a:path>
                <a:path w="313054" h="615950">
                  <a:moveTo>
                    <a:pt x="186013" y="126724"/>
                  </a:moveTo>
                  <a:lnTo>
                    <a:pt x="186013" y="615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8649" y="4227512"/>
            <a:ext cx="685800" cy="1948180"/>
            <a:chOff x="628649" y="4227512"/>
            <a:chExt cx="685800" cy="1948180"/>
          </a:xfrm>
        </p:grpSpPr>
        <p:sp>
          <p:nvSpPr>
            <p:cNvPr id="10" name="object 10"/>
            <p:cNvSpPr/>
            <p:nvPr/>
          </p:nvSpPr>
          <p:spPr>
            <a:xfrm>
              <a:off x="634999" y="4686596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5365" y="4233862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999" y="4233862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100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4999" y="4233862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100" y="0"/>
                  </a:lnTo>
                  <a:lnTo>
                    <a:pt x="673100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100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9722" y="505176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9421" y="3886496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959" y="3648167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595" y="2779776"/>
            <a:ext cx="774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01850" y="4229100"/>
            <a:ext cx="1724025" cy="1946275"/>
            <a:chOff x="2101850" y="4229100"/>
            <a:chExt cx="1724025" cy="1946275"/>
          </a:xfrm>
        </p:grpSpPr>
        <p:sp>
          <p:nvSpPr>
            <p:cNvPr id="19" name="object 19"/>
            <p:cNvSpPr/>
            <p:nvPr/>
          </p:nvSpPr>
          <p:spPr>
            <a:xfrm>
              <a:off x="2108200" y="4687116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4" h="1482089">
                  <a:moveTo>
                    <a:pt x="219846" y="1481908"/>
                  </a:moveTo>
                  <a:lnTo>
                    <a:pt x="0" y="1481908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8046" y="4235450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19" h="1933575">
                  <a:moveTo>
                    <a:pt x="0" y="1933574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1908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08200" y="4235450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30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08200" y="4235450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30" h="1933575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1908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6"/>
                  </a:lnTo>
                  <a:close/>
                </a:path>
                <a:path w="671830" h="1933575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30" h="1933575">
                  <a:moveTo>
                    <a:pt x="219846" y="451666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27313" y="4761569"/>
              <a:ext cx="182245" cy="1223645"/>
            </a:xfrm>
            <a:custGeom>
              <a:avLst/>
              <a:gdLst/>
              <a:ahLst/>
              <a:cxnLst/>
              <a:rect l="l" t="t" r="r" b="b"/>
              <a:pathLst>
                <a:path w="182244" h="1223645">
                  <a:moveTo>
                    <a:pt x="181905" y="1223306"/>
                  </a:moveTo>
                  <a:lnTo>
                    <a:pt x="0" y="1223306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330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9219" y="4387850"/>
              <a:ext cx="374015" cy="1597025"/>
            </a:xfrm>
            <a:custGeom>
              <a:avLst/>
              <a:gdLst/>
              <a:ahLst/>
              <a:cxnLst/>
              <a:rect l="l" t="t" r="r" b="b"/>
              <a:pathLst>
                <a:path w="374014" h="1597025">
                  <a:moveTo>
                    <a:pt x="0" y="1597025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373718" y="1223306"/>
                  </a:lnTo>
                  <a:lnTo>
                    <a:pt x="0" y="15970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7313" y="4387850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9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27313" y="4387850"/>
              <a:ext cx="555625" cy="1597025"/>
            </a:xfrm>
            <a:custGeom>
              <a:avLst/>
              <a:gdLst/>
              <a:ahLst/>
              <a:cxnLst/>
              <a:rect l="l" t="t" r="r" b="b"/>
              <a:pathLst>
                <a:path w="555625" h="1597025">
                  <a:moveTo>
                    <a:pt x="0" y="373719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3306"/>
                  </a:lnTo>
                  <a:lnTo>
                    <a:pt x="181905" y="1597025"/>
                  </a:lnTo>
                  <a:lnTo>
                    <a:pt x="0" y="1597025"/>
                  </a:lnTo>
                  <a:lnTo>
                    <a:pt x="0" y="373719"/>
                  </a:lnTo>
                  <a:close/>
                </a:path>
                <a:path w="555625" h="1597025">
                  <a:moveTo>
                    <a:pt x="0" y="373719"/>
                  </a:moveTo>
                  <a:lnTo>
                    <a:pt x="181905" y="373719"/>
                  </a:lnTo>
                  <a:lnTo>
                    <a:pt x="555624" y="0"/>
                  </a:lnTo>
                </a:path>
                <a:path w="555625" h="1597025">
                  <a:moveTo>
                    <a:pt x="181905" y="373719"/>
                  </a:moveTo>
                  <a:lnTo>
                    <a:pt x="181905" y="15970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70224" y="4852976"/>
              <a:ext cx="192405" cy="934085"/>
            </a:xfrm>
            <a:custGeom>
              <a:avLst/>
              <a:gdLst/>
              <a:ahLst/>
              <a:cxnLst/>
              <a:rect l="l" t="t" r="r" b="b"/>
              <a:pathLst>
                <a:path w="192404" h="934085">
                  <a:moveTo>
                    <a:pt x="192099" y="933461"/>
                  </a:moveTo>
                  <a:lnTo>
                    <a:pt x="0" y="933461"/>
                  </a:lnTo>
                  <a:lnTo>
                    <a:pt x="0" y="0"/>
                  </a:lnTo>
                  <a:lnTo>
                    <a:pt x="192099" y="0"/>
                  </a:lnTo>
                  <a:lnTo>
                    <a:pt x="192099" y="9334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62324" y="4586288"/>
              <a:ext cx="266700" cy="1200150"/>
            </a:xfrm>
            <a:custGeom>
              <a:avLst/>
              <a:gdLst/>
              <a:ahLst/>
              <a:cxnLst/>
              <a:rect l="l" t="t" r="r" b="b"/>
              <a:pathLst>
                <a:path w="266700" h="1200150">
                  <a:moveTo>
                    <a:pt x="0" y="1200150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266688" y="933461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0224" y="4586288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9" y="266688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458787" y="0"/>
                  </a:lnTo>
                  <a:lnTo>
                    <a:pt x="192099" y="2666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70224" y="4586288"/>
              <a:ext cx="459105" cy="1200150"/>
            </a:xfrm>
            <a:custGeom>
              <a:avLst/>
              <a:gdLst/>
              <a:ahLst/>
              <a:cxnLst/>
              <a:rect l="l" t="t" r="r" b="b"/>
              <a:pathLst>
                <a:path w="459104" h="1200150">
                  <a:moveTo>
                    <a:pt x="0" y="266688"/>
                  </a:moveTo>
                  <a:lnTo>
                    <a:pt x="266688" y="0"/>
                  </a:lnTo>
                  <a:lnTo>
                    <a:pt x="458787" y="0"/>
                  </a:lnTo>
                  <a:lnTo>
                    <a:pt x="458787" y="933461"/>
                  </a:lnTo>
                  <a:lnTo>
                    <a:pt x="192099" y="1200150"/>
                  </a:lnTo>
                  <a:lnTo>
                    <a:pt x="0" y="1200150"/>
                  </a:lnTo>
                  <a:lnTo>
                    <a:pt x="0" y="266688"/>
                  </a:lnTo>
                  <a:close/>
                </a:path>
                <a:path w="459104" h="1200150">
                  <a:moveTo>
                    <a:pt x="0" y="266688"/>
                  </a:moveTo>
                  <a:lnTo>
                    <a:pt x="192099" y="266688"/>
                  </a:lnTo>
                  <a:lnTo>
                    <a:pt x="458787" y="0"/>
                  </a:lnTo>
                </a:path>
                <a:path w="459104" h="1200150">
                  <a:moveTo>
                    <a:pt x="192099" y="266688"/>
                  </a:moveTo>
                  <a:lnTo>
                    <a:pt x="192099" y="1200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0113" y="4923633"/>
              <a:ext cx="191770" cy="713740"/>
            </a:xfrm>
            <a:custGeom>
              <a:avLst/>
              <a:gdLst/>
              <a:ahLst/>
              <a:cxnLst/>
              <a:rect l="l" t="t" r="r" b="b"/>
              <a:pathLst>
                <a:path w="191770" h="713739">
                  <a:moveTo>
                    <a:pt x="191292" y="713579"/>
                  </a:moveTo>
                  <a:lnTo>
                    <a:pt x="0" y="713579"/>
                  </a:lnTo>
                  <a:lnTo>
                    <a:pt x="0" y="0"/>
                  </a:lnTo>
                  <a:lnTo>
                    <a:pt x="191292" y="0"/>
                  </a:lnTo>
                  <a:lnTo>
                    <a:pt x="191292" y="71357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31405" y="4735513"/>
              <a:ext cx="188595" cy="901700"/>
            </a:xfrm>
            <a:custGeom>
              <a:avLst/>
              <a:gdLst/>
              <a:ahLst/>
              <a:cxnLst/>
              <a:rect l="l" t="t" r="r" b="b"/>
              <a:pathLst>
                <a:path w="188595" h="901700">
                  <a:moveTo>
                    <a:pt x="0" y="901699"/>
                  </a:moveTo>
                  <a:lnTo>
                    <a:pt x="0" y="188120"/>
                  </a:lnTo>
                  <a:lnTo>
                    <a:pt x="188119" y="0"/>
                  </a:lnTo>
                  <a:lnTo>
                    <a:pt x="188119" y="71357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40113" y="4735513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2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2" y="0"/>
                  </a:lnTo>
                  <a:lnTo>
                    <a:pt x="191292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0113" y="4735513"/>
              <a:ext cx="379730" cy="901700"/>
            </a:xfrm>
            <a:custGeom>
              <a:avLst/>
              <a:gdLst/>
              <a:ahLst/>
              <a:cxnLst/>
              <a:rect l="l" t="t" r="r" b="b"/>
              <a:pathLst>
                <a:path w="379729" h="901700">
                  <a:moveTo>
                    <a:pt x="0" y="188120"/>
                  </a:moveTo>
                  <a:lnTo>
                    <a:pt x="188120" y="0"/>
                  </a:lnTo>
                  <a:lnTo>
                    <a:pt x="379412" y="0"/>
                  </a:lnTo>
                  <a:lnTo>
                    <a:pt x="379412" y="713579"/>
                  </a:lnTo>
                  <a:lnTo>
                    <a:pt x="191292" y="901699"/>
                  </a:lnTo>
                  <a:lnTo>
                    <a:pt x="0" y="901699"/>
                  </a:lnTo>
                  <a:lnTo>
                    <a:pt x="0" y="188120"/>
                  </a:lnTo>
                  <a:close/>
                </a:path>
                <a:path w="379729" h="901700">
                  <a:moveTo>
                    <a:pt x="0" y="188120"/>
                  </a:moveTo>
                  <a:lnTo>
                    <a:pt x="191292" y="188120"/>
                  </a:lnTo>
                  <a:lnTo>
                    <a:pt x="379412" y="0"/>
                  </a:lnTo>
                </a:path>
                <a:path w="379729" h="901700">
                  <a:moveTo>
                    <a:pt x="191292" y="188120"/>
                  </a:moveTo>
                  <a:lnTo>
                    <a:pt x="191292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253332" y="2781808"/>
            <a:ext cx="163131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Downsample Conv,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pool </a:t>
            </a:r>
            <a:r>
              <a:rPr sz="2400" spc="-10" dirty="0">
                <a:latin typeface="Times New Roman"/>
                <a:cs typeface="Times New Roman"/>
              </a:rPr>
              <a:t>“Encoder”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10162" y="4229100"/>
            <a:ext cx="1724025" cy="1946275"/>
            <a:chOff x="5110162" y="4229100"/>
            <a:chExt cx="1724025" cy="1946275"/>
          </a:xfrm>
        </p:grpSpPr>
        <p:sp>
          <p:nvSpPr>
            <p:cNvPr id="37" name="object 37"/>
            <p:cNvSpPr/>
            <p:nvPr/>
          </p:nvSpPr>
          <p:spPr>
            <a:xfrm>
              <a:off x="5116512" y="4923633"/>
              <a:ext cx="191770" cy="713740"/>
            </a:xfrm>
            <a:custGeom>
              <a:avLst/>
              <a:gdLst/>
              <a:ahLst/>
              <a:cxnLst/>
              <a:rect l="l" t="t" r="r" b="b"/>
              <a:pathLst>
                <a:path w="191770" h="713739">
                  <a:moveTo>
                    <a:pt x="191291" y="713579"/>
                  </a:moveTo>
                  <a:lnTo>
                    <a:pt x="0" y="713579"/>
                  </a:lnTo>
                  <a:lnTo>
                    <a:pt x="0" y="0"/>
                  </a:lnTo>
                  <a:lnTo>
                    <a:pt x="191291" y="0"/>
                  </a:lnTo>
                  <a:lnTo>
                    <a:pt x="191291" y="71357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07804" y="4735513"/>
              <a:ext cx="188595" cy="901700"/>
            </a:xfrm>
            <a:custGeom>
              <a:avLst/>
              <a:gdLst/>
              <a:ahLst/>
              <a:cxnLst/>
              <a:rect l="l" t="t" r="r" b="b"/>
              <a:pathLst>
                <a:path w="188595" h="901700">
                  <a:moveTo>
                    <a:pt x="0" y="901699"/>
                  </a:moveTo>
                  <a:lnTo>
                    <a:pt x="0" y="188120"/>
                  </a:lnTo>
                  <a:lnTo>
                    <a:pt x="188119" y="0"/>
                  </a:lnTo>
                  <a:lnTo>
                    <a:pt x="188119" y="71357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16512" y="4735513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1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1" y="0"/>
                  </a:lnTo>
                  <a:lnTo>
                    <a:pt x="191291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16512" y="4735513"/>
              <a:ext cx="379730" cy="901700"/>
            </a:xfrm>
            <a:custGeom>
              <a:avLst/>
              <a:gdLst/>
              <a:ahLst/>
              <a:cxnLst/>
              <a:rect l="l" t="t" r="r" b="b"/>
              <a:pathLst>
                <a:path w="379729" h="901700">
                  <a:moveTo>
                    <a:pt x="0" y="188120"/>
                  </a:moveTo>
                  <a:lnTo>
                    <a:pt x="188120" y="0"/>
                  </a:lnTo>
                  <a:lnTo>
                    <a:pt x="379411" y="0"/>
                  </a:lnTo>
                  <a:lnTo>
                    <a:pt x="379411" y="713579"/>
                  </a:lnTo>
                  <a:lnTo>
                    <a:pt x="191291" y="901699"/>
                  </a:lnTo>
                  <a:lnTo>
                    <a:pt x="0" y="901699"/>
                  </a:lnTo>
                  <a:lnTo>
                    <a:pt x="0" y="188120"/>
                  </a:lnTo>
                  <a:close/>
                </a:path>
                <a:path w="379729" h="901700">
                  <a:moveTo>
                    <a:pt x="0" y="188120"/>
                  </a:moveTo>
                  <a:lnTo>
                    <a:pt x="191291" y="188120"/>
                  </a:lnTo>
                  <a:lnTo>
                    <a:pt x="379411" y="0"/>
                  </a:lnTo>
                </a:path>
                <a:path w="379729" h="901700">
                  <a:moveTo>
                    <a:pt x="191291" y="188120"/>
                  </a:moveTo>
                  <a:lnTo>
                    <a:pt x="191291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07024" y="4852977"/>
              <a:ext cx="192405" cy="934085"/>
            </a:xfrm>
            <a:custGeom>
              <a:avLst/>
              <a:gdLst/>
              <a:ahLst/>
              <a:cxnLst/>
              <a:rect l="l" t="t" r="r" b="b"/>
              <a:pathLst>
                <a:path w="192404" h="934085">
                  <a:moveTo>
                    <a:pt x="192099" y="933460"/>
                  </a:moveTo>
                  <a:lnTo>
                    <a:pt x="0" y="933460"/>
                  </a:lnTo>
                  <a:lnTo>
                    <a:pt x="0" y="0"/>
                  </a:lnTo>
                  <a:lnTo>
                    <a:pt x="192099" y="0"/>
                  </a:lnTo>
                  <a:lnTo>
                    <a:pt x="192099" y="93346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99124" y="4586288"/>
              <a:ext cx="266700" cy="1200150"/>
            </a:xfrm>
            <a:custGeom>
              <a:avLst/>
              <a:gdLst/>
              <a:ahLst/>
              <a:cxnLst/>
              <a:rect l="l" t="t" r="r" b="b"/>
              <a:pathLst>
                <a:path w="266700" h="1200150">
                  <a:moveTo>
                    <a:pt x="0" y="1200150"/>
                  </a:moveTo>
                  <a:lnTo>
                    <a:pt x="0" y="266689"/>
                  </a:lnTo>
                  <a:lnTo>
                    <a:pt x="266689" y="0"/>
                  </a:lnTo>
                  <a:lnTo>
                    <a:pt x="266689" y="933461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07024" y="4586288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9" y="266689"/>
                  </a:moveTo>
                  <a:lnTo>
                    <a:pt x="0" y="266689"/>
                  </a:lnTo>
                  <a:lnTo>
                    <a:pt x="266688" y="0"/>
                  </a:lnTo>
                  <a:lnTo>
                    <a:pt x="458788" y="0"/>
                  </a:lnTo>
                  <a:lnTo>
                    <a:pt x="192099" y="26668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07024" y="4586288"/>
              <a:ext cx="459105" cy="1200150"/>
            </a:xfrm>
            <a:custGeom>
              <a:avLst/>
              <a:gdLst/>
              <a:ahLst/>
              <a:cxnLst/>
              <a:rect l="l" t="t" r="r" b="b"/>
              <a:pathLst>
                <a:path w="459104" h="1200150">
                  <a:moveTo>
                    <a:pt x="0" y="266689"/>
                  </a:moveTo>
                  <a:lnTo>
                    <a:pt x="266688" y="0"/>
                  </a:lnTo>
                  <a:lnTo>
                    <a:pt x="458788" y="0"/>
                  </a:lnTo>
                  <a:lnTo>
                    <a:pt x="458788" y="933461"/>
                  </a:lnTo>
                  <a:lnTo>
                    <a:pt x="192099" y="1200150"/>
                  </a:lnTo>
                  <a:lnTo>
                    <a:pt x="0" y="1200150"/>
                  </a:lnTo>
                  <a:lnTo>
                    <a:pt x="0" y="266689"/>
                  </a:lnTo>
                  <a:close/>
                </a:path>
                <a:path w="459104" h="1200150">
                  <a:moveTo>
                    <a:pt x="0" y="266689"/>
                  </a:moveTo>
                  <a:lnTo>
                    <a:pt x="192099" y="266689"/>
                  </a:lnTo>
                  <a:lnTo>
                    <a:pt x="458788" y="0"/>
                  </a:lnTo>
                </a:path>
                <a:path w="459104" h="1200150">
                  <a:moveTo>
                    <a:pt x="192099" y="266689"/>
                  </a:moveTo>
                  <a:lnTo>
                    <a:pt x="192099" y="1200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53099" y="4761569"/>
              <a:ext cx="182245" cy="1223645"/>
            </a:xfrm>
            <a:custGeom>
              <a:avLst/>
              <a:gdLst/>
              <a:ahLst/>
              <a:cxnLst/>
              <a:rect l="l" t="t" r="r" b="b"/>
              <a:pathLst>
                <a:path w="182245" h="1223645">
                  <a:moveTo>
                    <a:pt x="181906" y="1223305"/>
                  </a:moveTo>
                  <a:lnTo>
                    <a:pt x="0" y="1223305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33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5006" y="4387850"/>
              <a:ext cx="374015" cy="1597025"/>
            </a:xfrm>
            <a:custGeom>
              <a:avLst/>
              <a:gdLst/>
              <a:ahLst/>
              <a:cxnLst/>
              <a:rect l="l" t="t" r="r" b="b"/>
              <a:pathLst>
                <a:path w="374014" h="1597025">
                  <a:moveTo>
                    <a:pt x="0" y="1597025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373719" y="1223305"/>
                  </a:lnTo>
                  <a:lnTo>
                    <a:pt x="0" y="15970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53099" y="4387850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9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555625" y="0"/>
                  </a:lnTo>
                  <a:lnTo>
                    <a:pt x="181906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53099" y="4387850"/>
              <a:ext cx="555625" cy="1597025"/>
            </a:xfrm>
            <a:custGeom>
              <a:avLst/>
              <a:gdLst/>
              <a:ahLst/>
              <a:cxnLst/>
              <a:rect l="l" t="t" r="r" b="b"/>
              <a:pathLst>
                <a:path w="555625" h="1597025">
                  <a:moveTo>
                    <a:pt x="0" y="373719"/>
                  </a:moveTo>
                  <a:lnTo>
                    <a:pt x="373719" y="0"/>
                  </a:lnTo>
                  <a:lnTo>
                    <a:pt x="555625" y="0"/>
                  </a:lnTo>
                  <a:lnTo>
                    <a:pt x="555625" y="1223305"/>
                  </a:lnTo>
                  <a:lnTo>
                    <a:pt x="181906" y="1597025"/>
                  </a:lnTo>
                  <a:lnTo>
                    <a:pt x="0" y="1597025"/>
                  </a:lnTo>
                  <a:lnTo>
                    <a:pt x="0" y="373719"/>
                  </a:lnTo>
                  <a:close/>
                </a:path>
                <a:path w="555625" h="1597025">
                  <a:moveTo>
                    <a:pt x="0" y="373719"/>
                  </a:moveTo>
                  <a:lnTo>
                    <a:pt x="181906" y="373719"/>
                  </a:lnTo>
                  <a:lnTo>
                    <a:pt x="555625" y="0"/>
                  </a:lnTo>
                </a:path>
                <a:path w="555625" h="1597025">
                  <a:moveTo>
                    <a:pt x="181906" y="373719"/>
                  </a:moveTo>
                  <a:lnTo>
                    <a:pt x="181906" y="15970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56324" y="4687116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5" h="1482089">
                  <a:moveTo>
                    <a:pt x="219846" y="1481908"/>
                  </a:moveTo>
                  <a:lnTo>
                    <a:pt x="0" y="1481908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76171" y="4235450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20" h="1933575">
                  <a:moveTo>
                    <a:pt x="0" y="1933574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1908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56324" y="4235450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56324" y="4235450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1908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6"/>
                  </a:lnTo>
                  <a:close/>
                </a:path>
                <a:path w="671829" h="1933575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29" h="1933575">
                  <a:moveTo>
                    <a:pt x="219846" y="451666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788842" y="2781808"/>
            <a:ext cx="21526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Upsample</a:t>
            </a:r>
            <a:endParaRPr sz="24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</a:pPr>
            <a:r>
              <a:rPr sz="2400" spc="-45" dirty="0">
                <a:latin typeface="Times New Roman"/>
                <a:cs typeface="Times New Roman"/>
              </a:rPr>
              <a:t>Tr.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Conv./Unpool </a:t>
            </a:r>
            <a:r>
              <a:rPr sz="2400" spc="-10" dirty="0">
                <a:latin typeface="Times New Roman"/>
                <a:cs typeface="Times New Roman"/>
              </a:rPr>
              <a:t>“Decoder”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13675" y="4227512"/>
            <a:ext cx="684530" cy="1948180"/>
            <a:chOff x="7813675" y="4227512"/>
            <a:chExt cx="684530" cy="1948180"/>
          </a:xfrm>
        </p:grpSpPr>
        <p:sp>
          <p:nvSpPr>
            <p:cNvPr id="55" name="object 55"/>
            <p:cNvSpPr/>
            <p:nvPr/>
          </p:nvSpPr>
          <p:spPr>
            <a:xfrm>
              <a:off x="7820025" y="4685528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5" h="1483995">
                  <a:moveTo>
                    <a:pt x="219846" y="1483496"/>
                  </a:moveTo>
                  <a:lnTo>
                    <a:pt x="0" y="1483496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39872" y="4233862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20" h="1935479">
                  <a:moveTo>
                    <a:pt x="0" y="1935162"/>
                  </a:moveTo>
                  <a:lnTo>
                    <a:pt x="0" y="451665"/>
                  </a:lnTo>
                  <a:lnTo>
                    <a:pt x="451666" y="0"/>
                  </a:lnTo>
                  <a:lnTo>
                    <a:pt x="451666" y="1483496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20025" y="4233862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5"/>
                  </a:moveTo>
                  <a:lnTo>
                    <a:pt x="0" y="451665"/>
                  </a:lnTo>
                  <a:lnTo>
                    <a:pt x="451666" y="0"/>
                  </a:lnTo>
                  <a:lnTo>
                    <a:pt x="671512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20025" y="4233862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29" h="1935479">
                  <a:moveTo>
                    <a:pt x="0" y="451665"/>
                  </a:moveTo>
                  <a:lnTo>
                    <a:pt x="451666" y="0"/>
                  </a:lnTo>
                  <a:lnTo>
                    <a:pt x="671512" y="0"/>
                  </a:lnTo>
                  <a:lnTo>
                    <a:pt x="671512" y="1483496"/>
                  </a:lnTo>
                  <a:lnTo>
                    <a:pt x="219846" y="1935162"/>
                  </a:lnTo>
                  <a:lnTo>
                    <a:pt x="0" y="1935162"/>
                  </a:lnTo>
                  <a:lnTo>
                    <a:pt x="0" y="451665"/>
                  </a:lnTo>
                  <a:close/>
                </a:path>
                <a:path w="671829" h="1935479">
                  <a:moveTo>
                    <a:pt x="0" y="451665"/>
                  </a:moveTo>
                  <a:lnTo>
                    <a:pt x="219846" y="451665"/>
                  </a:lnTo>
                  <a:lnTo>
                    <a:pt x="671512" y="0"/>
                  </a:lnTo>
                </a:path>
                <a:path w="671829" h="1935479">
                  <a:moveTo>
                    <a:pt x="219846" y="451665"/>
                  </a:moveTo>
                  <a:lnTo>
                    <a:pt x="21984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576021" y="505176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57892" y="3648167"/>
            <a:ext cx="692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spc="-37" baseline="-32986" dirty="0">
                <a:latin typeface="Times New Roman"/>
                <a:cs typeface="Times New Roman"/>
              </a:rPr>
              <a:t>W</a:t>
            </a:r>
            <a:r>
              <a:rPr sz="3200" spc="-25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90539" y="2779776"/>
            <a:ext cx="1011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Output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1233" y="1535620"/>
            <a:ext cx="72936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89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Convolutions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pooling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downsample/compress/encode Transpose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convs./unpoolings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upsample/uncompress/decode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76A94F8-BDF8-F9A6-4569-A6B042DCF86F}"/>
                  </a:ext>
                </a:extLst>
              </p14:cNvPr>
              <p14:cNvContentPartPr/>
              <p14:nvPr/>
            </p14:nvContentPartPr>
            <p14:xfrm>
              <a:off x="2569320" y="3136680"/>
              <a:ext cx="4570200" cy="3585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76A94F8-BDF8-F9A6-4569-A6B042DCF8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3120" y="3120480"/>
                <a:ext cx="4602600" cy="36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537D0B2-94FD-00E4-BCD9-7010451AB919}"/>
                  </a:ext>
                </a:extLst>
              </p14:cNvPr>
              <p14:cNvContentPartPr/>
              <p14:nvPr/>
            </p14:nvContentPartPr>
            <p14:xfrm>
              <a:off x="1775520" y="2671560"/>
              <a:ext cx="4606200" cy="3686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537D0B2-94FD-00E4-BCD9-7010451AB9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9320" y="2655360"/>
                <a:ext cx="4638600" cy="371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231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55" dirty="0"/>
              <a:t> </a:t>
            </a:r>
            <a:r>
              <a:rPr dirty="0"/>
              <a:t>It</a:t>
            </a:r>
            <a:r>
              <a:rPr spc="-114" dirty="0"/>
              <a:t> </a:t>
            </a:r>
            <a:r>
              <a:rPr spc="-25" dirty="0"/>
              <a:t>Together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10" dirty="0"/>
              <a:t>Sizes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031" y="1424051"/>
            <a:ext cx="72193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6385" indent="-4038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56385" algn="l"/>
              </a:tabLst>
            </a:pPr>
            <a:r>
              <a:rPr sz="2800" dirty="0">
                <a:latin typeface="Times New Roman"/>
                <a:cs typeface="Times New Roman"/>
              </a:rPr>
              <a:t>Networks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forms</a:t>
            </a:r>
            <a:endParaRPr sz="2800">
              <a:latin typeface="Times New Roman"/>
              <a:cs typeface="Times New Roman"/>
            </a:endParaRPr>
          </a:p>
          <a:p>
            <a:pPr marL="1165860" indent="-403860">
              <a:lnSpc>
                <a:spcPct val="100000"/>
              </a:lnSpc>
              <a:buFont typeface="Arial"/>
              <a:buChar char="•"/>
              <a:tabLst>
                <a:tab pos="1165860" algn="l"/>
              </a:tabLst>
            </a:pPr>
            <a:r>
              <a:rPr sz="2800" b="1" dirty="0">
                <a:latin typeface="Times New Roman"/>
                <a:cs typeface="Times New Roman"/>
              </a:rPr>
              <a:t>Don’t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take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block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sizes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literally.</a:t>
            </a:r>
            <a:endParaRPr sz="2800">
              <a:latin typeface="Times New Roman"/>
              <a:cs typeface="Times New Roman"/>
            </a:endParaRPr>
          </a:p>
          <a:p>
            <a:pPr marL="415925" indent="-403225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always)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keep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resolution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5588" y="4487862"/>
            <a:ext cx="3913504" cy="1611630"/>
            <a:chOff x="255588" y="4487862"/>
            <a:chExt cx="3913504" cy="1611630"/>
          </a:xfrm>
        </p:grpSpPr>
        <p:sp>
          <p:nvSpPr>
            <p:cNvPr id="6" name="object 6"/>
            <p:cNvSpPr/>
            <p:nvPr/>
          </p:nvSpPr>
          <p:spPr>
            <a:xfrm>
              <a:off x="261938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09" h="1226185">
                  <a:moveTo>
                    <a:pt x="181386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6" y="0"/>
                  </a:lnTo>
                  <a:lnTo>
                    <a:pt x="181386" y="122596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324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4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1938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5" h="372745">
                  <a:moveTo>
                    <a:pt x="181386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6" y="37265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1938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5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6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5" h="1598929">
                  <a:moveTo>
                    <a:pt x="0" y="372650"/>
                  </a:moveTo>
                  <a:lnTo>
                    <a:pt x="181386" y="372650"/>
                  </a:lnTo>
                  <a:lnTo>
                    <a:pt x="554036" y="0"/>
                  </a:lnTo>
                </a:path>
                <a:path w="554355" h="1598929">
                  <a:moveTo>
                    <a:pt x="181386" y="372650"/>
                  </a:moveTo>
                  <a:lnTo>
                    <a:pt x="181386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5163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09" h="1226185">
                  <a:moveTo>
                    <a:pt x="181386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6" y="0"/>
                  </a:lnTo>
                  <a:lnTo>
                    <a:pt x="181386" y="12259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6549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4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5163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5" h="372745">
                  <a:moveTo>
                    <a:pt x="181386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6" y="3726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163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5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6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5" h="1598929">
                  <a:moveTo>
                    <a:pt x="0" y="372650"/>
                  </a:moveTo>
                  <a:lnTo>
                    <a:pt x="181386" y="372650"/>
                  </a:lnTo>
                  <a:lnTo>
                    <a:pt x="554036" y="0"/>
                  </a:lnTo>
                </a:path>
                <a:path w="554355" h="1598929">
                  <a:moveTo>
                    <a:pt x="181386" y="372650"/>
                  </a:moveTo>
                  <a:lnTo>
                    <a:pt x="18138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3788" y="4927142"/>
              <a:ext cx="149860" cy="1013460"/>
            </a:xfrm>
            <a:custGeom>
              <a:avLst/>
              <a:gdLst/>
              <a:ahLst/>
              <a:cxnLst/>
              <a:rect l="l" t="t" r="r" b="b"/>
              <a:pathLst>
                <a:path w="149859" h="1013460">
                  <a:moveTo>
                    <a:pt x="149682" y="1013282"/>
                  </a:moveTo>
                  <a:lnTo>
                    <a:pt x="0" y="1013282"/>
                  </a:lnTo>
                  <a:lnTo>
                    <a:pt x="0" y="0"/>
                  </a:lnTo>
                  <a:lnTo>
                    <a:pt x="149682" y="0"/>
                  </a:lnTo>
                  <a:lnTo>
                    <a:pt x="149682" y="10132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43470" y="4619624"/>
              <a:ext cx="307975" cy="1320800"/>
            </a:xfrm>
            <a:custGeom>
              <a:avLst/>
              <a:gdLst/>
              <a:ahLst/>
              <a:cxnLst/>
              <a:rect l="l" t="t" r="r" b="b"/>
              <a:pathLst>
                <a:path w="307975" h="1320800">
                  <a:moveTo>
                    <a:pt x="0" y="1320800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307517" y="1013283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3788" y="4619624"/>
              <a:ext cx="457200" cy="307975"/>
            </a:xfrm>
            <a:custGeom>
              <a:avLst/>
              <a:gdLst/>
              <a:ahLst/>
              <a:cxnLst/>
              <a:rect l="l" t="t" r="r" b="b"/>
              <a:pathLst>
                <a:path w="457200" h="307975">
                  <a:moveTo>
                    <a:pt x="149682" y="307517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457199" y="0"/>
                  </a:lnTo>
                  <a:lnTo>
                    <a:pt x="149682" y="3075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3788" y="4619624"/>
              <a:ext cx="457200" cy="1320800"/>
            </a:xfrm>
            <a:custGeom>
              <a:avLst/>
              <a:gdLst/>
              <a:ahLst/>
              <a:cxnLst/>
              <a:rect l="l" t="t" r="r" b="b"/>
              <a:pathLst>
                <a:path w="457200" h="1320800">
                  <a:moveTo>
                    <a:pt x="0" y="307517"/>
                  </a:moveTo>
                  <a:lnTo>
                    <a:pt x="307517" y="0"/>
                  </a:lnTo>
                  <a:lnTo>
                    <a:pt x="457199" y="0"/>
                  </a:lnTo>
                  <a:lnTo>
                    <a:pt x="457199" y="1013283"/>
                  </a:lnTo>
                  <a:lnTo>
                    <a:pt x="149682" y="1320800"/>
                  </a:lnTo>
                  <a:lnTo>
                    <a:pt x="0" y="1320800"/>
                  </a:lnTo>
                  <a:lnTo>
                    <a:pt x="0" y="307517"/>
                  </a:lnTo>
                  <a:close/>
                </a:path>
                <a:path w="457200" h="1320800">
                  <a:moveTo>
                    <a:pt x="0" y="307517"/>
                  </a:moveTo>
                  <a:lnTo>
                    <a:pt x="149682" y="307517"/>
                  </a:lnTo>
                  <a:lnTo>
                    <a:pt x="457199" y="0"/>
                  </a:lnTo>
                </a:path>
                <a:path w="457200" h="1320800">
                  <a:moveTo>
                    <a:pt x="149682" y="307517"/>
                  </a:moveTo>
                  <a:lnTo>
                    <a:pt x="149682" y="13208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58913" y="5004349"/>
              <a:ext cx="158750" cy="772795"/>
            </a:xfrm>
            <a:custGeom>
              <a:avLst/>
              <a:gdLst/>
              <a:ahLst/>
              <a:cxnLst/>
              <a:rect l="l" t="t" r="r" b="b"/>
              <a:pathLst>
                <a:path w="158750" h="772795">
                  <a:moveTo>
                    <a:pt x="158198" y="772562"/>
                  </a:moveTo>
                  <a:lnTo>
                    <a:pt x="0" y="772562"/>
                  </a:lnTo>
                  <a:lnTo>
                    <a:pt x="0" y="0"/>
                  </a:lnTo>
                  <a:lnTo>
                    <a:pt x="158198" y="0"/>
                  </a:lnTo>
                  <a:lnTo>
                    <a:pt x="158198" y="77256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7112" y="4784724"/>
              <a:ext cx="219710" cy="992505"/>
            </a:xfrm>
            <a:custGeom>
              <a:avLst/>
              <a:gdLst/>
              <a:ahLst/>
              <a:cxnLst/>
              <a:rect l="l" t="t" r="r" b="b"/>
              <a:pathLst>
                <a:path w="219710" h="992504">
                  <a:moveTo>
                    <a:pt x="0" y="992188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219625" y="772562"/>
                  </a:lnTo>
                  <a:lnTo>
                    <a:pt x="0" y="9921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58913" y="4784724"/>
              <a:ext cx="377825" cy="219710"/>
            </a:xfrm>
            <a:custGeom>
              <a:avLst/>
              <a:gdLst/>
              <a:ahLst/>
              <a:cxnLst/>
              <a:rect l="l" t="t" r="r" b="b"/>
              <a:pathLst>
                <a:path w="377825" h="219710">
                  <a:moveTo>
                    <a:pt x="158198" y="219625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377824" y="0"/>
                  </a:lnTo>
                  <a:lnTo>
                    <a:pt x="158198" y="21962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58913" y="4784724"/>
              <a:ext cx="377825" cy="992505"/>
            </a:xfrm>
            <a:custGeom>
              <a:avLst/>
              <a:gdLst/>
              <a:ahLst/>
              <a:cxnLst/>
              <a:rect l="l" t="t" r="r" b="b"/>
              <a:pathLst>
                <a:path w="377825" h="992504">
                  <a:moveTo>
                    <a:pt x="0" y="219625"/>
                  </a:moveTo>
                  <a:lnTo>
                    <a:pt x="219625" y="0"/>
                  </a:lnTo>
                  <a:lnTo>
                    <a:pt x="377824" y="0"/>
                  </a:lnTo>
                  <a:lnTo>
                    <a:pt x="377824" y="772562"/>
                  </a:lnTo>
                  <a:lnTo>
                    <a:pt x="158198" y="992188"/>
                  </a:lnTo>
                  <a:lnTo>
                    <a:pt x="0" y="992188"/>
                  </a:lnTo>
                  <a:lnTo>
                    <a:pt x="0" y="219625"/>
                  </a:lnTo>
                  <a:close/>
                </a:path>
                <a:path w="377825" h="992504">
                  <a:moveTo>
                    <a:pt x="0" y="219625"/>
                  </a:moveTo>
                  <a:lnTo>
                    <a:pt x="158198" y="219625"/>
                  </a:lnTo>
                  <a:lnTo>
                    <a:pt x="377824" y="0"/>
                  </a:lnTo>
                </a:path>
                <a:path w="377825" h="992504">
                  <a:moveTo>
                    <a:pt x="158198" y="219625"/>
                  </a:moveTo>
                  <a:lnTo>
                    <a:pt x="158198" y="9921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63713" y="5062023"/>
              <a:ext cx="158115" cy="591185"/>
            </a:xfrm>
            <a:custGeom>
              <a:avLst/>
              <a:gdLst/>
              <a:ahLst/>
              <a:cxnLst/>
              <a:rect l="l" t="t" r="r" b="b"/>
              <a:pathLst>
                <a:path w="158114" h="591185">
                  <a:moveTo>
                    <a:pt x="157675" y="591064"/>
                  </a:moveTo>
                  <a:lnTo>
                    <a:pt x="0" y="591064"/>
                  </a:lnTo>
                  <a:lnTo>
                    <a:pt x="0" y="0"/>
                  </a:lnTo>
                  <a:lnTo>
                    <a:pt x="157675" y="0"/>
                  </a:lnTo>
                  <a:lnTo>
                    <a:pt x="157675" y="59106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1388" y="4906962"/>
              <a:ext cx="155575" cy="746125"/>
            </a:xfrm>
            <a:custGeom>
              <a:avLst/>
              <a:gdLst/>
              <a:ahLst/>
              <a:cxnLst/>
              <a:rect l="l" t="t" r="r" b="b"/>
              <a:pathLst>
                <a:path w="155575" h="746125">
                  <a:moveTo>
                    <a:pt x="0" y="746124"/>
                  </a:moveTo>
                  <a:lnTo>
                    <a:pt x="0" y="155060"/>
                  </a:lnTo>
                  <a:lnTo>
                    <a:pt x="155061" y="0"/>
                  </a:lnTo>
                  <a:lnTo>
                    <a:pt x="155061" y="591063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3713" y="4906962"/>
              <a:ext cx="313055" cy="155575"/>
            </a:xfrm>
            <a:custGeom>
              <a:avLst/>
              <a:gdLst/>
              <a:ahLst/>
              <a:cxnLst/>
              <a:rect l="l" t="t" r="r" b="b"/>
              <a:pathLst>
                <a:path w="313055" h="155575">
                  <a:moveTo>
                    <a:pt x="157675" y="155060"/>
                  </a:moveTo>
                  <a:lnTo>
                    <a:pt x="0" y="155060"/>
                  </a:lnTo>
                  <a:lnTo>
                    <a:pt x="155061" y="0"/>
                  </a:lnTo>
                  <a:lnTo>
                    <a:pt x="312736" y="0"/>
                  </a:lnTo>
                  <a:lnTo>
                    <a:pt x="157675" y="15506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3713" y="4906962"/>
              <a:ext cx="313055" cy="746125"/>
            </a:xfrm>
            <a:custGeom>
              <a:avLst/>
              <a:gdLst/>
              <a:ahLst/>
              <a:cxnLst/>
              <a:rect l="l" t="t" r="r" b="b"/>
              <a:pathLst>
                <a:path w="313055" h="746125">
                  <a:moveTo>
                    <a:pt x="0" y="155060"/>
                  </a:moveTo>
                  <a:lnTo>
                    <a:pt x="155061" y="0"/>
                  </a:lnTo>
                  <a:lnTo>
                    <a:pt x="312736" y="0"/>
                  </a:lnTo>
                  <a:lnTo>
                    <a:pt x="312736" y="591063"/>
                  </a:lnTo>
                  <a:lnTo>
                    <a:pt x="157675" y="746124"/>
                  </a:lnTo>
                  <a:lnTo>
                    <a:pt x="0" y="746124"/>
                  </a:lnTo>
                  <a:lnTo>
                    <a:pt x="0" y="155060"/>
                  </a:lnTo>
                  <a:close/>
                </a:path>
                <a:path w="313055" h="746125">
                  <a:moveTo>
                    <a:pt x="0" y="155060"/>
                  </a:moveTo>
                  <a:lnTo>
                    <a:pt x="157675" y="155060"/>
                  </a:lnTo>
                  <a:lnTo>
                    <a:pt x="312736" y="0"/>
                  </a:lnTo>
                </a:path>
                <a:path w="313055" h="746125">
                  <a:moveTo>
                    <a:pt x="157675" y="155060"/>
                  </a:moveTo>
                  <a:lnTo>
                    <a:pt x="157675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03438" y="5103890"/>
              <a:ext cx="154305" cy="431800"/>
            </a:xfrm>
            <a:custGeom>
              <a:avLst/>
              <a:gdLst/>
              <a:ahLst/>
              <a:cxnLst/>
              <a:rect l="l" t="t" r="r" b="b"/>
              <a:pathLst>
                <a:path w="154305" h="431800">
                  <a:moveTo>
                    <a:pt x="153908" y="431722"/>
                  </a:moveTo>
                  <a:lnTo>
                    <a:pt x="0" y="431722"/>
                  </a:lnTo>
                  <a:lnTo>
                    <a:pt x="0" y="0"/>
                  </a:lnTo>
                  <a:lnTo>
                    <a:pt x="153908" y="0"/>
                  </a:lnTo>
                  <a:lnTo>
                    <a:pt x="153908" y="43172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7347" y="4999037"/>
              <a:ext cx="105410" cy="536575"/>
            </a:xfrm>
            <a:custGeom>
              <a:avLst/>
              <a:gdLst/>
              <a:ahLst/>
              <a:cxnLst/>
              <a:rect l="l" t="t" r="r" b="b"/>
              <a:pathLst>
                <a:path w="105410" h="536575">
                  <a:moveTo>
                    <a:pt x="0" y="536574"/>
                  </a:moveTo>
                  <a:lnTo>
                    <a:pt x="0" y="104852"/>
                  </a:lnTo>
                  <a:lnTo>
                    <a:pt x="104852" y="0"/>
                  </a:lnTo>
                  <a:lnTo>
                    <a:pt x="104852" y="431722"/>
                  </a:lnTo>
                  <a:lnTo>
                    <a:pt x="0" y="536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3438" y="4999037"/>
              <a:ext cx="259079" cy="105410"/>
            </a:xfrm>
            <a:custGeom>
              <a:avLst/>
              <a:gdLst/>
              <a:ahLst/>
              <a:cxnLst/>
              <a:rect l="l" t="t" r="r" b="b"/>
              <a:pathLst>
                <a:path w="259080" h="105410">
                  <a:moveTo>
                    <a:pt x="153908" y="104852"/>
                  </a:moveTo>
                  <a:lnTo>
                    <a:pt x="0" y="104852"/>
                  </a:lnTo>
                  <a:lnTo>
                    <a:pt x="104852" y="0"/>
                  </a:lnTo>
                  <a:lnTo>
                    <a:pt x="258761" y="0"/>
                  </a:lnTo>
                  <a:lnTo>
                    <a:pt x="153908" y="10485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03438" y="4999037"/>
              <a:ext cx="259079" cy="536575"/>
            </a:xfrm>
            <a:custGeom>
              <a:avLst/>
              <a:gdLst/>
              <a:ahLst/>
              <a:cxnLst/>
              <a:rect l="l" t="t" r="r" b="b"/>
              <a:pathLst>
                <a:path w="259080" h="536575">
                  <a:moveTo>
                    <a:pt x="0" y="104852"/>
                  </a:moveTo>
                  <a:lnTo>
                    <a:pt x="104852" y="0"/>
                  </a:lnTo>
                  <a:lnTo>
                    <a:pt x="258761" y="0"/>
                  </a:lnTo>
                  <a:lnTo>
                    <a:pt x="258761" y="431722"/>
                  </a:lnTo>
                  <a:lnTo>
                    <a:pt x="153908" y="536574"/>
                  </a:lnTo>
                  <a:lnTo>
                    <a:pt x="0" y="536574"/>
                  </a:lnTo>
                  <a:lnTo>
                    <a:pt x="0" y="104852"/>
                  </a:lnTo>
                  <a:close/>
                </a:path>
                <a:path w="259080" h="536575">
                  <a:moveTo>
                    <a:pt x="0" y="104852"/>
                  </a:moveTo>
                  <a:lnTo>
                    <a:pt x="153908" y="104852"/>
                  </a:lnTo>
                  <a:lnTo>
                    <a:pt x="258761" y="0"/>
                  </a:lnTo>
                </a:path>
                <a:path w="259080" h="536575">
                  <a:moveTo>
                    <a:pt x="153908" y="104852"/>
                  </a:moveTo>
                  <a:lnTo>
                    <a:pt x="153908" y="536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7600" y="5062024"/>
              <a:ext cx="158115" cy="591185"/>
            </a:xfrm>
            <a:custGeom>
              <a:avLst/>
              <a:gdLst/>
              <a:ahLst/>
              <a:cxnLst/>
              <a:rect l="l" t="t" r="r" b="b"/>
              <a:pathLst>
                <a:path w="158114" h="591185">
                  <a:moveTo>
                    <a:pt x="157675" y="591063"/>
                  </a:moveTo>
                  <a:lnTo>
                    <a:pt x="0" y="591063"/>
                  </a:lnTo>
                  <a:lnTo>
                    <a:pt x="0" y="0"/>
                  </a:lnTo>
                  <a:lnTo>
                    <a:pt x="157675" y="0"/>
                  </a:lnTo>
                  <a:lnTo>
                    <a:pt x="157675" y="5910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45276" y="4906962"/>
              <a:ext cx="155575" cy="746125"/>
            </a:xfrm>
            <a:custGeom>
              <a:avLst/>
              <a:gdLst/>
              <a:ahLst/>
              <a:cxnLst/>
              <a:rect l="l" t="t" r="r" b="b"/>
              <a:pathLst>
                <a:path w="155575" h="746125">
                  <a:moveTo>
                    <a:pt x="0" y="746124"/>
                  </a:moveTo>
                  <a:lnTo>
                    <a:pt x="0" y="155061"/>
                  </a:lnTo>
                  <a:lnTo>
                    <a:pt x="155061" y="0"/>
                  </a:lnTo>
                  <a:lnTo>
                    <a:pt x="155061" y="591063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600" y="4906962"/>
              <a:ext cx="313055" cy="155575"/>
            </a:xfrm>
            <a:custGeom>
              <a:avLst/>
              <a:gdLst/>
              <a:ahLst/>
              <a:cxnLst/>
              <a:rect l="l" t="t" r="r" b="b"/>
              <a:pathLst>
                <a:path w="313055" h="155575">
                  <a:moveTo>
                    <a:pt x="157675" y="155061"/>
                  </a:moveTo>
                  <a:lnTo>
                    <a:pt x="0" y="155061"/>
                  </a:lnTo>
                  <a:lnTo>
                    <a:pt x="155061" y="0"/>
                  </a:lnTo>
                  <a:lnTo>
                    <a:pt x="312737" y="0"/>
                  </a:lnTo>
                  <a:lnTo>
                    <a:pt x="157675" y="155061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87600" y="4906962"/>
              <a:ext cx="313055" cy="746125"/>
            </a:xfrm>
            <a:custGeom>
              <a:avLst/>
              <a:gdLst/>
              <a:ahLst/>
              <a:cxnLst/>
              <a:rect l="l" t="t" r="r" b="b"/>
              <a:pathLst>
                <a:path w="313055" h="746125">
                  <a:moveTo>
                    <a:pt x="0" y="155061"/>
                  </a:moveTo>
                  <a:lnTo>
                    <a:pt x="155061" y="0"/>
                  </a:lnTo>
                  <a:lnTo>
                    <a:pt x="312737" y="0"/>
                  </a:lnTo>
                  <a:lnTo>
                    <a:pt x="312737" y="591063"/>
                  </a:lnTo>
                  <a:lnTo>
                    <a:pt x="157675" y="746124"/>
                  </a:lnTo>
                  <a:lnTo>
                    <a:pt x="0" y="746124"/>
                  </a:lnTo>
                  <a:lnTo>
                    <a:pt x="0" y="155061"/>
                  </a:lnTo>
                  <a:close/>
                </a:path>
                <a:path w="313055" h="746125">
                  <a:moveTo>
                    <a:pt x="0" y="155061"/>
                  </a:moveTo>
                  <a:lnTo>
                    <a:pt x="157675" y="155061"/>
                  </a:lnTo>
                  <a:lnTo>
                    <a:pt x="312737" y="0"/>
                  </a:lnTo>
                </a:path>
                <a:path w="313055" h="746125">
                  <a:moveTo>
                    <a:pt x="157675" y="155061"/>
                  </a:moveTo>
                  <a:lnTo>
                    <a:pt x="157675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27313" y="5004349"/>
              <a:ext cx="158750" cy="772795"/>
            </a:xfrm>
            <a:custGeom>
              <a:avLst/>
              <a:gdLst/>
              <a:ahLst/>
              <a:cxnLst/>
              <a:rect l="l" t="t" r="r" b="b"/>
              <a:pathLst>
                <a:path w="158750" h="772795">
                  <a:moveTo>
                    <a:pt x="158198" y="772562"/>
                  </a:moveTo>
                  <a:lnTo>
                    <a:pt x="0" y="772562"/>
                  </a:lnTo>
                  <a:lnTo>
                    <a:pt x="0" y="0"/>
                  </a:lnTo>
                  <a:lnTo>
                    <a:pt x="158198" y="0"/>
                  </a:lnTo>
                  <a:lnTo>
                    <a:pt x="158198" y="77256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85512" y="4784724"/>
              <a:ext cx="219710" cy="992505"/>
            </a:xfrm>
            <a:custGeom>
              <a:avLst/>
              <a:gdLst/>
              <a:ahLst/>
              <a:cxnLst/>
              <a:rect l="l" t="t" r="r" b="b"/>
              <a:pathLst>
                <a:path w="219710" h="992504">
                  <a:moveTo>
                    <a:pt x="0" y="992188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219625" y="772562"/>
                  </a:lnTo>
                  <a:lnTo>
                    <a:pt x="0" y="9921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27313" y="4784724"/>
              <a:ext cx="377825" cy="219710"/>
            </a:xfrm>
            <a:custGeom>
              <a:avLst/>
              <a:gdLst/>
              <a:ahLst/>
              <a:cxnLst/>
              <a:rect l="l" t="t" r="r" b="b"/>
              <a:pathLst>
                <a:path w="377825" h="219710">
                  <a:moveTo>
                    <a:pt x="158198" y="219625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377824" y="0"/>
                  </a:lnTo>
                  <a:lnTo>
                    <a:pt x="158198" y="21962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27313" y="4784724"/>
              <a:ext cx="377825" cy="992505"/>
            </a:xfrm>
            <a:custGeom>
              <a:avLst/>
              <a:gdLst/>
              <a:ahLst/>
              <a:cxnLst/>
              <a:rect l="l" t="t" r="r" b="b"/>
              <a:pathLst>
                <a:path w="377825" h="992504">
                  <a:moveTo>
                    <a:pt x="0" y="219625"/>
                  </a:moveTo>
                  <a:lnTo>
                    <a:pt x="219625" y="0"/>
                  </a:lnTo>
                  <a:lnTo>
                    <a:pt x="377824" y="0"/>
                  </a:lnTo>
                  <a:lnTo>
                    <a:pt x="377824" y="772562"/>
                  </a:lnTo>
                  <a:lnTo>
                    <a:pt x="158198" y="992188"/>
                  </a:lnTo>
                  <a:lnTo>
                    <a:pt x="0" y="992188"/>
                  </a:lnTo>
                  <a:lnTo>
                    <a:pt x="0" y="219625"/>
                  </a:lnTo>
                  <a:close/>
                </a:path>
                <a:path w="377825" h="992504">
                  <a:moveTo>
                    <a:pt x="0" y="219625"/>
                  </a:moveTo>
                  <a:lnTo>
                    <a:pt x="158198" y="219625"/>
                  </a:lnTo>
                  <a:lnTo>
                    <a:pt x="377824" y="0"/>
                  </a:lnTo>
                </a:path>
                <a:path w="377825" h="992504">
                  <a:moveTo>
                    <a:pt x="158198" y="219625"/>
                  </a:moveTo>
                  <a:lnTo>
                    <a:pt x="158198" y="9921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11475" y="4927142"/>
              <a:ext cx="149860" cy="1013460"/>
            </a:xfrm>
            <a:custGeom>
              <a:avLst/>
              <a:gdLst/>
              <a:ahLst/>
              <a:cxnLst/>
              <a:rect l="l" t="t" r="r" b="b"/>
              <a:pathLst>
                <a:path w="149860" h="1013460">
                  <a:moveTo>
                    <a:pt x="149682" y="1013282"/>
                  </a:moveTo>
                  <a:lnTo>
                    <a:pt x="0" y="1013282"/>
                  </a:lnTo>
                  <a:lnTo>
                    <a:pt x="0" y="0"/>
                  </a:lnTo>
                  <a:lnTo>
                    <a:pt x="149682" y="0"/>
                  </a:lnTo>
                  <a:lnTo>
                    <a:pt x="149682" y="10132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61158" y="4619624"/>
              <a:ext cx="307975" cy="1320800"/>
            </a:xfrm>
            <a:custGeom>
              <a:avLst/>
              <a:gdLst/>
              <a:ahLst/>
              <a:cxnLst/>
              <a:rect l="l" t="t" r="r" b="b"/>
              <a:pathLst>
                <a:path w="307975" h="1320800">
                  <a:moveTo>
                    <a:pt x="0" y="1320800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307517" y="1013283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11475" y="4619624"/>
              <a:ext cx="457200" cy="307975"/>
            </a:xfrm>
            <a:custGeom>
              <a:avLst/>
              <a:gdLst/>
              <a:ahLst/>
              <a:cxnLst/>
              <a:rect l="l" t="t" r="r" b="b"/>
              <a:pathLst>
                <a:path w="457200" h="307975">
                  <a:moveTo>
                    <a:pt x="149682" y="307517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457200" y="0"/>
                  </a:lnTo>
                  <a:lnTo>
                    <a:pt x="149682" y="3075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11475" y="4619624"/>
              <a:ext cx="457200" cy="1320800"/>
            </a:xfrm>
            <a:custGeom>
              <a:avLst/>
              <a:gdLst/>
              <a:ahLst/>
              <a:cxnLst/>
              <a:rect l="l" t="t" r="r" b="b"/>
              <a:pathLst>
                <a:path w="457200" h="1320800">
                  <a:moveTo>
                    <a:pt x="0" y="307517"/>
                  </a:moveTo>
                  <a:lnTo>
                    <a:pt x="307517" y="0"/>
                  </a:lnTo>
                  <a:lnTo>
                    <a:pt x="457200" y="0"/>
                  </a:lnTo>
                  <a:lnTo>
                    <a:pt x="457200" y="1013283"/>
                  </a:lnTo>
                  <a:lnTo>
                    <a:pt x="149682" y="1320800"/>
                  </a:lnTo>
                  <a:lnTo>
                    <a:pt x="0" y="1320800"/>
                  </a:lnTo>
                  <a:lnTo>
                    <a:pt x="0" y="307517"/>
                  </a:lnTo>
                  <a:close/>
                </a:path>
                <a:path w="457200" h="1320800">
                  <a:moveTo>
                    <a:pt x="0" y="307517"/>
                  </a:moveTo>
                  <a:lnTo>
                    <a:pt x="149682" y="307517"/>
                  </a:lnTo>
                  <a:lnTo>
                    <a:pt x="457200" y="0"/>
                  </a:lnTo>
                </a:path>
                <a:path w="457200" h="1320800">
                  <a:moveTo>
                    <a:pt x="149682" y="307517"/>
                  </a:moveTo>
                  <a:lnTo>
                    <a:pt x="149682" y="13208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43262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10" h="1226185">
                  <a:moveTo>
                    <a:pt x="181385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5" y="0"/>
                  </a:lnTo>
                  <a:lnTo>
                    <a:pt x="181385" y="12259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24648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5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43262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4" h="372745">
                  <a:moveTo>
                    <a:pt x="181385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5" y="3726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43262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4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5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4" h="1598929">
                  <a:moveTo>
                    <a:pt x="0" y="372650"/>
                  </a:moveTo>
                  <a:lnTo>
                    <a:pt x="181385" y="372650"/>
                  </a:lnTo>
                  <a:lnTo>
                    <a:pt x="554036" y="0"/>
                  </a:lnTo>
                </a:path>
                <a:path w="554354" h="1598929">
                  <a:moveTo>
                    <a:pt x="181385" y="372650"/>
                  </a:moveTo>
                  <a:lnTo>
                    <a:pt x="18138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08388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10" h="1226185">
                  <a:moveTo>
                    <a:pt x="181385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5" y="0"/>
                  </a:lnTo>
                  <a:lnTo>
                    <a:pt x="181385" y="122596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89774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5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08388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4" h="372745">
                  <a:moveTo>
                    <a:pt x="181385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5" y="3726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08388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4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5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4" h="1598929">
                  <a:moveTo>
                    <a:pt x="0" y="372650"/>
                  </a:moveTo>
                  <a:lnTo>
                    <a:pt x="181385" y="372650"/>
                  </a:lnTo>
                  <a:lnTo>
                    <a:pt x="554036" y="0"/>
                  </a:lnTo>
                </a:path>
                <a:path w="554354" h="1598929">
                  <a:moveTo>
                    <a:pt x="181385" y="372650"/>
                  </a:moveTo>
                  <a:lnTo>
                    <a:pt x="181385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44735" y="3346958"/>
            <a:ext cx="3333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marR="5080" indent="-4425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Encode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spatially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smaller </a:t>
            </a:r>
            <a:r>
              <a:rPr sz="2400" dirty="0">
                <a:latin typeface="Times New Roman"/>
                <a:cs typeface="Times New Roman"/>
              </a:rPr>
              <a:t>tensor,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decode.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829175" y="4354512"/>
            <a:ext cx="2098675" cy="1611630"/>
            <a:chOff x="4829175" y="4354512"/>
            <a:chExt cx="2098675" cy="1611630"/>
          </a:xfrm>
        </p:grpSpPr>
        <p:sp>
          <p:nvSpPr>
            <p:cNvPr id="52" name="object 52"/>
            <p:cNvSpPr/>
            <p:nvPr/>
          </p:nvSpPr>
          <p:spPr>
            <a:xfrm>
              <a:off x="4835525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7431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35525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35525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9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40337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422243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40337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40337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9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670550" y="4794859"/>
              <a:ext cx="150495" cy="1012825"/>
            </a:xfrm>
            <a:custGeom>
              <a:avLst/>
              <a:gdLst/>
              <a:ahLst/>
              <a:cxnLst/>
              <a:rect l="l" t="t" r="r" b="b"/>
              <a:pathLst>
                <a:path w="150495" h="1012825">
                  <a:moveTo>
                    <a:pt x="150202" y="1012215"/>
                  </a:moveTo>
                  <a:lnTo>
                    <a:pt x="0" y="1012215"/>
                  </a:lnTo>
                  <a:lnTo>
                    <a:pt x="0" y="0"/>
                  </a:lnTo>
                  <a:lnTo>
                    <a:pt x="150202" y="0"/>
                  </a:lnTo>
                  <a:lnTo>
                    <a:pt x="150202" y="10122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20752" y="4486274"/>
              <a:ext cx="308610" cy="1320800"/>
            </a:xfrm>
            <a:custGeom>
              <a:avLst/>
              <a:gdLst/>
              <a:ahLst/>
              <a:cxnLst/>
              <a:rect l="l" t="t" r="r" b="b"/>
              <a:pathLst>
                <a:path w="308610" h="1320800">
                  <a:moveTo>
                    <a:pt x="0" y="1320801"/>
                  </a:moveTo>
                  <a:lnTo>
                    <a:pt x="0" y="308585"/>
                  </a:lnTo>
                  <a:lnTo>
                    <a:pt x="308585" y="0"/>
                  </a:lnTo>
                  <a:lnTo>
                    <a:pt x="308585" y="1012215"/>
                  </a:lnTo>
                  <a:lnTo>
                    <a:pt x="0" y="132080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70550" y="4486274"/>
              <a:ext cx="459105" cy="308610"/>
            </a:xfrm>
            <a:custGeom>
              <a:avLst/>
              <a:gdLst/>
              <a:ahLst/>
              <a:cxnLst/>
              <a:rect l="l" t="t" r="r" b="b"/>
              <a:pathLst>
                <a:path w="459104" h="308610">
                  <a:moveTo>
                    <a:pt x="150202" y="308585"/>
                  </a:moveTo>
                  <a:lnTo>
                    <a:pt x="0" y="308585"/>
                  </a:lnTo>
                  <a:lnTo>
                    <a:pt x="308585" y="0"/>
                  </a:lnTo>
                  <a:lnTo>
                    <a:pt x="458787" y="0"/>
                  </a:lnTo>
                  <a:lnTo>
                    <a:pt x="150202" y="30858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70550" y="4486274"/>
              <a:ext cx="459105" cy="1320800"/>
            </a:xfrm>
            <a:custGeom>
              <a:avLst/>
              <a:gdLst/>
              <a:ahLst/>
              <a:cxnLst/>
              <a:rect l="l" t="t" r="r" b="b"/>
              <a:pathLst>
                <a:path w="459104" h="1320800">
                  <a:moveTo>
                    <a:pt x="0" y="308585"/>
                  </a:moveTo>
                  <a:lnTo>
                    <a:pt x="308585" y="0"/>
                  </a:lnTo>
                  <a:lnTo>
                    <a:pt x="458787" y="0"/>
                  </a:lnTo>
                  <a:lnTo>
                    <a:pt x="458787" y="1012215"/>
                  </a:lnTo>
                  <a:lnTo>
                    <a:pt x="150202" y="1320801"/>
                  </a:lnTo>
                  <a:lnTo>
                    <a:pt x="0" y="1320801"/>
                  </a:lnTo>
                  <a:lnTo>
                    <a:pt x="0" y="308585"/>
                  </a:lnTo>
                  <a:close/>
                </a:path>
                <a:path w="459104" h="1320800">
                  <a:moveTo>
                    <a:pt x="0" y="308585"/>
                  </a:moveTo>
                  <a:lnTo>
                    <a:pt x="150202" y="308585"/>
                  </a:lnTo>
                  <a:lnTo>
                    <a:pt x="458787" y="0"/>
                  </a:lnTo>
                </a:path>
                <a:path w="459104" h="1320800">
                  <a:moveTo>
                    <a:pt x="150202" y="308585"/>
                  </a:moveTo>
                  <a:lnTo>
                    <a:pt x="150202" y="132080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53138" y="4974783"/>
              <a:ext cx="145415" cy="545465"/>
            </a:xfrm>
            <a:custGeom>
              <a:avLst/>
              <a:gdLst/>
              <a:ahLst/>
              <a:cxnLst/>
              <a:rect l="l" t="t" r="r" b="b"/>
              <a:pathLst>
                <a:path w="145414" h="545464">
                  <a:moveTo>
                    <a:pt x="144904" y="544954"/>
                  </a:moveTo>
                  <a:lnTo>
                    <a:pt x="0" y="544954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5449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98043" y="4773612"/>
              <a:ext cx="201295" cy="746125"/>
            </a:xfrm>
            <a:custGeom>
              <a:avLst/>
              <a:gdLst/>
              <a:ahLst/>
              <a:cxnLst/>
              <a:rect l="l" t="t" r="r" b="b"/>
              <a:pathLst>
                <a:path w="201295" h="746125">
                  <a:moveTo>
                    <a:pt x="0" y="746124"/>
                  </a:moveTo>
                  <a:lnTo>
                    <a:pt x="0" y="201170"/>
                  </a:lnTo>
                  <a:lnTo>
                    <a:pt x="201169" y="0"/>
                  </a:lnTo>
                  <a:lnTo>
                    <a:pt x="201169" y="544954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53138" y="4773612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70"/>
                  </a:moveTo>
                  <a:lnTo>
                    <a:pt x="0" y="201170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7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53138" y="4773612"/>
              <a:ext cx="346075" cy="746125"/>
            </a:xfrm>
            <a:custGeom>
              <a:avLst/>
              <a:gdLst/>
              <a:ahLst/>
              <a:cxnLst/>
              <a:rect l="l" t="t" r="r" b="b"/>
              <a:pathLst>
                <a:path w="346075" h="746125">
                  <a:moveTo>
                    <a:pt x="0" y="201170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544954"/>
                  </a:lnTo>
                  <a:lnTo>
                    <a:pt x="144904" y="746124"/>
                  </a:lnTo>
                  <a:lnTo>
                    <a:pt x="0" y="746124"/>
                  </a:lnTo>
                  <a:lnTo>
                    <a:pt x="0" y="201170"/>
                  </a:lnTo>
                  <a:close/>
                </a:path>
                <a:path w="346075" h="746125">
                  <a:moveTo>
                    <a:pt x="0" y="201170"/>
                  </a:moveTo>
                  <a:lnTo>
                    <a:pt x="144904" y="201170"/>
                  </a:lnTo>
                  <a:lnTo>
                    <a:pt x="346074" y="0"/>
                  </a:lnTo>
                </a:path>
                <a:path w="346075" h="746125">
                  <a:moveTo>
                    <a:pt x="144904" y="201170"/>
                  </a:moveTo>
                  <a:lnTo>
                    <a:pt x="144904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81749" y="5053617"/>
              <a:ext cx="118745" cy="304800"/>
            </a:xfrm>
            <a:custGeom>
              <a:avLst/>
              <a:gdLst/>
              <a:ahLst/>
              <a:cxnLst/>
              <a:rect l="l" t="t" r="r" b="b"/>
              <a:pathLst>
                <a:path w="118745" h="304800">
                  <a:moveTo>
                    <a:pt x="118457" y="304195"/>
                  </a:moveTo>
                  <a:lnTo>
                    <a:pt x="0" y="304195"/>
                  </a:lnTo>
                  <a:lnTo>
                    <a:pt x="0" y="0"/>
                  </a:lnTo>
                  <a:lnTo>
                    <a:pt x="118457" y="0"/>
                  </a:lnTo>
                  <a:lnTo>
                    <a:pt x="118457" y="30419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00206" y="4937124"/>
              <a:ext cx="116839" cy="421005"/>
            </a:xfrm>
            <a:custGeom>
              <a:avLst/>
              <a:gdLst/>
              <a:ahLst/>
              <a:cxnLst/>
              <a:rect l="l" t="t" r="r" b="b"/>
              <a:pathLst>
                <a:path w="116840" h="421004">
                  <a:moveTo>
                    <a:pt x="0" y="420688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116492" y="304195"/>
                  </a:lnTo>
                  <a:lnTo>
                    <a:pt x="0" y="4206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81749" y="4937124"/>
              <a:ext cx="234950" cy="116839"/>
            </a:xfrm>
            <a:custGeom>
              <a:avLst/>
              <a:gdLst/>
              <a:ahLst/>
              <a:cxnLst/>
              <a:rect l="l" t="t" r="r" b="b"/>
              <a:pathLst>
                <a:path w="234950" h="116839">
                  <a:moveTo>
                    <a:pt x="118457" y="116492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234949" y="0"/>
                  </a:lnTo>
                  <a:lnTo>
                    <a:pt x="118457" y="11649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81749" y="4937124"/>
              <a:ext cx="234950" cy="421005"/>
            </a:xfrm>
            <a:custGeom>
              <a:avLst/>
              <a:gdLst/>
              <a:ahLst/>
              <a:cxnLst/>
              <a:rect l="l" t="t" r="r" b="b"/>
              <a:pathLst>
                <a:path w="234950" h="421004">
                  <a:moveTo>
                    <a:pt x="0" y="116492"/>
                  </a:moveTo>
                  <a:lnTo>
                    <a:pt x="116492" y="0"/>
                  </a:lnTo>
                  <a:lnTo>
                    <a:pt x="234949" y="0"/>
                  </a:lnTo>
                  <a:lnTo>
                    <a:pt x="234949" y="304195"/>
                  </a:lnTo>
                  <a:lnTo>
                    <a:pt x="118457" y="420688"/>
                  </a:lnTo>
                  <a:lnTo>
                    <a:pt x="0" y="420688"/>
                  </a:lnTo>
                  <a:lnTo>
                    <a:pt x="0" y="116492"/>
                  </a:lnTo>
                  <a:close/>
                </a:path>
                <a:path w="234950" h="421004">
                  <a:moveTo>
                    <a:pt x="0" y="116492"/>
                  </a:moveTo>
                  <a:lnTo>
                    <a:pt x="118457" y="116492"/>
                  </a:lnTo>
                  <a:lnTo>
                    <a:pt x="234949" y="0"/>
                  </a:lnTo>
                </a:path>
                <a:path w="234950" h="421004">
                  <a:moveTo>
                    <a:pt x="118457" y="116492"/>
                  </a:moveTo>
                  <a:lnTo>
                    <a:pt x="118457" y="4206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62738" y="5128918"/>
              <a:ext cx="182880" cy="111760"/>
            </a:xfrm>
            <a:custGeom>
              <a:avLst/>
              <a:gdLst/>
              <a:ahLst/>
              <a:cxnLst/>
              <a:rect l="l" t="t" r="r" b="b"/>
              <a:pathLst>
                <a:path w="182879" h="111760">
                  <a:moveTo>
                    <a:pt x="182855" y="111419"/>
                  </a:moveTo>
                  <a:lnTo>
                    <a:pt x="0" y="111419"/>
                  </a:lnTo>
                  <a:lnTo>
                    <a:pt x="0" y="0"/>
                  </a:lnTo>
                  <a:lnTo>
                    <a:pt x="182855" y="0"/>
                  </a:lnTo>
                  <a:lnTo>
                    <a:pt x="182855" y="1114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45593" y="5053012"/>
              <a:ext cx="76200" cy="187325"/>
            </a:xfrm>
            <a:custGeom>
              <a:avLst/>
              <a:gdLst/>
              <a:ahLst/>
              <a:cxnLst/>
              <a:rect l="l" t="t" r="r" b="b"/>
              <a:pathLst>
                <a:path w="76200" h="187325">
                  <a:moveTo>
                    <a:pt x="0" y="187325"/>
                  </a:moveTo>
                  <a:lnTo>
                    <a:pt x="0" y="75905"/>
                  </a:lnTo>
                  <a:lnTo>
                    <a:pt x="75906" y="0"/>
                  </a:lnTo>
                  <a:lnTo>
                    <a:pt x="75906" y="111418"/>
                  </a:lnTo>
                  <a:lnTo>
                    <a:pt x="0" y="1873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62738" y="5053012"/>
              <a:ext cx="259079" cy="76200"/>
            </a:xfrm>
            <a:custGeom>
              <a:avLst/>
              <a:gdLst/>
              <a:ahLst/>
              <a:cxnLst/>
              <a:rect l="l" t="t" r="r" b="b"/>
              <a:pathLst>
                <a:path w="259079" h="76200">
                  <a:moveTo>
                    <a:pt x="182855" y="75905"/>
                  </a:moveTo>
                  <a:lnTo>
                    <a:pt x="0" y="75905"/>
                  </a:lnTo>
                  <a:lnTo>
                    <a:pt x="75905" y="0"/>
                  </a:lnTo>
                  <a:lnTo>
                    <a:pt x="258761" y="0"/>
                  </a:lnTo>
                  <a:lnTo>
                    <a:pt x="182855" y="7590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62738" y="5053012"/>
              <a:ext cx="259079" cy="187325"/>
            </a:xfrm>
            <a:custGeom>
              <a:avLst/>
              <a:gdLst/>
              <a:ahLst/>
              <a:cxnLst/>
              <a:rect l="l" t="t" r="r" b="b"/>
              <a:pathLst>
                <a:path w="259079" h="187325">
                  <a:moveTo>
                    <a:pt x="0" y="75905"/>
                  </a:moveTo>
                  <a:lnTo>
                    <a:pt x="75905" y="0"/>
                  </a:lnTo>
                  <a:lnTo>
                    <a:pt x="258761" y="0"/>
                  </a:lnTo>
                  <a:lnTo>
                    <a:pt x="258761" y="111418"/>
                  </a:lnTo>
                  <a:lnTo>
                    <a:pt x="182855" y="187325"/>
                  </a:lnTo>
                  <a:lnTo>
                    <a:pt x="0" y="187325"/>
                  </a:lnTo>
                  <a:lnTo>
                    <a:pt x="0" y="75905"/>
                  </a:lnTo>
                  <a:close/>
                </a:path>
                <a:path w="259079" h="187325">
                  <a:moveTo>
                    <a:pt x="0" y="75905"/>
                  </a:moveTo>
                  <a:lnTo>
                    <a:pt x="182855" y="75905"/>
                  </a:lnTo>
                  <a:lnTo>
                    <a:pt x="258761" y="0"/>
                  </a:lnTo>
                </a:path>
                <a:path w="259079" h="187325">
                  <a:moveTo>
                    <a:pt x="182855" y="75905"/>
                  </a:moveTo>
                  <a:lnTo>
                    <a:pt x="182855" y="1873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7000874" y="4354512"/>
            <a:ext cx="1754505" cy="1611630"/>
            <a:chOff x="7000874" y="4354512"/>
            <a:chExt cx="1754505" cy="1611630"/>
          </a:xfrm>
        </p:grpSpPr>
        <p:sp>
          <p:nvSpPr>
            <p:cNvPr id="77" name="object 77"/>
            <p:cNvSpPr/>
            <p:nvPr/>
          </p:nvSpPr>
          <p:spPr>
            <a:xfrm>
              <a:off x="7007224" y="5032979"/>
              <a:ext cx="118745" cy="346075"/>
            </a:xfrm>
            <a:custGeom>
              <a:avLst/>
              <a:gdLst/>
              <a:ahLst/>
              <a:cxnLst/>
              <a:rect l="l" t="t" r="r" b="b"/>
              <a:pathLst>
                <a:path w="118745" h="346075">
                  <a:moveTo>
                    <a:pt x="118456" y="345469"/>
                  </a:moveTo>
                  <a:lnTo>
                    <a:pt x="0" y="345469"/>
                  </a:lnTo>
                  <a:lnTo>
                    <a:pt x="0" y="0"/>
                  </a:lnTo>
                  <a:lnTo>
                    <a:pt x="118456" y="0"/>
                  </a:lnTo>
                  <a:lnTo>
                    <a:pt x="118456" y="34546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125681" y="4916487"/>
              <a:ext cx="116839" cy="462280"/>
            </a:xfrm>
            <a:custGeom>
              <a:avLst/>
              <a:gdLst/>
              <a:ahLst/>
              <a:cxnLst/>
              <a:rect l="l" t="t" r="r" b="b"/>
              <a:pathLst>
                <a:path w="116840" h="462279">
                  <a:moveTo>
                    <a:pt x="0" y="461961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116492" y="345469"/>
                  </a:lnTo>
                  <a:lnTo>
                    <a:pt x="0" y="4619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007224" y="4916487"/>
              <a:ext cx="234950" cy="116839"/>
            </a:xfrm>
            <a:custGeom>
              <a:avLst/>
              <a:gdLst/>
              <a:ahLst/>
              <a:cxnLst/>
              <a:rect l="l" t="t" r="r" b="b"/>
              <a:pathLst>
                <a:path w="234950" h="116839">
                  <a:moveTo>
                    <a:pt x="118456" y="116492"/>
                  </a:moveTo>
                  <a:lnTo>
                    <a:pt x="0" y="116492"/>
                  </a:lnTo>
                  <a:lnTo>
                    <a:pt x="116493" y="0"/>
                  </a:lnTo>
                  <a:lnTo>
                    <a:pt x="234949" y="0"/>
                  </a:lnTo>
                  <a:lnTo>
                    <a:pt x="118456" y="11649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007224" y="4916487"/>
              <a:ext cx="234950" cy="462280"/>
            </a:xfrm>
            <a:custGeom>
              <a:avLst/>
              <a:gdLst/>
              <a:ahLst/>
              <a:cxnLst/>
              <a:rect l="l" t="t" r="r" b="b"/>
              <a:pathLst>
                <a:path w="234950" h="462279">
                  <a:moveTo>
                    <a:pt x="0" y="116492"/>
                  </a:moveTo>
                  <a:lnTo>
                    <a:pt x="116493" y="0"/>
                  </a:lnTo>
                  <a:lnTo>
                    <a:pt x="234949" y="0"/>
                  </a:lnTo>
                  <a:lnTo>
                    <a:pt x="234949" y="345469"/>
                  </a:lnTo>
                  <a:lnTo>
                    <a:pt x="118456" y="461961"/>
                  </a:lnTo>
                  <a:lnTo>
                    <a:pt x="0" y="461961"/>
                  </a:lnTo>
                  <a:lnTo>
                    <a:pt x="0" y="116492"/>
                  </a:lnTo>
                  <a:close/>
                </a:path>
                <a:path w="234950" h="462279">
                  <a:moveTo>
                    <a:pt x="0" y="116492"/>
                  </a:moveTo>
                  <a:lnTo>
                    <a:pt x="118456" y="116492"/>
                  </a:lnTo>
                  <a:lnTo>
                    <a:pt x="234949" y="0"/>
                  </a:lnTo>
                </a:path>
                <a:path w="234950" h="462279">
                  <a:moveTo>
                    <a:pt x="118456" y="116492"/>
                  </a:moveTo>
                  <a:lnTo>
                    <a:pt x="118456" y="4619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240588" y="4956326"/>
              <a:ext cx="132080" cy="563880"/>
            </a:xfrm>
            <a:custGeom>
              <a:avLst/>
              <a:gdLst/>
              <a:ahLst/>
              <a:cxnLst/>
              <a:rect l="l" t="t" r="r" b="b"/>
              <a:pathLst>
                <a:path w="132079" h="563879">
                  <a:moveTo>
                    <a:pt x="131610" y="563410"/>
                  </a:moveTo>
                  <a:lnTo>
                    <a:pt x="0" y="563410"/>
                  </a:lnTo>
                  <a:lnTo>
                    <a:pt x="0" y="0"/>
                  </a:lnTo>
                  <a:lnTo>
                    <a:pt x="131610" y="0"/>
                  </a:lnTo>
                  <a:lnTo>
                    <a:pt x="131610" y="5634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372199" y="4773612"/>
              <a:ext cx="182880" cy="746125"/>
            </a:xfrm>
            <a:custGeom>
              <a:avLst/>
              <a:gdLst/>
              <a:ahLst/>
              <a:cxnLst/>
              <a:rect l="l" t="t" r="r" b="b"/>
              <a:pathLst>
                <a:path w="182879" h="746125">
                  <a:moveTo>
                    <a:pt x="0" y="746124"/>
                  </a:moveTo>
                  <a:lnTo>
                    <a:pt x="0" y="182713"/>
                  </a:lnTo>
                  <a:lnTo>
                    <a:pt x="182713" y="0"/>
                  </a:lnTo>
                  <a:lnTo>
                    <a:pt x="182713" y="563410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240588" y="4773612"/>
              <a:ext cx="314325" cy="182880"/>
            </a:xfrm>
            <a:custGeom>
              <a:avLst/>
              <a:gdLst/>
              <a:ahLst/>
              <a:cxnLst/>
              <a:rect l="l" t="t" r="r" b="b"/>
              <a:pathLst>
                <a:path w="314325" h="182879">
                  <a:moveTo>
                    <a:pt x="131610" y="182713"/>
                  </a:moveTo>
                  <a:lnTo>
                    <a:pt x="0" y="182713"/>
                  </a:lnTo>
                  <a:lnTo>
                    <a:pt x="182714" y="0"/>
                  </a:lnTo>
                  <a:lnTo>
                    <a:pt x="314324" y="0"/>
                  </a:lnTo>
                  <a:lnTo>
                    <a:pt x="131610" y="18271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240588" y="4773612"/>
              <a:ext cx="314325" cy="746125"/>
            </a:xfrm>
            <a:custGeom>
              <a:avLst/>
              <a:gdLst/>
              <a:ahLst/>
              <a:cxnLst/>
              <a:rect l="l" t="t" r="r" b="b"/>
              <a:pathLst>
                <a:path w="314325" h="746125">
                  <a:moveTo>
                    <a:pt x="0" y="182713"/>
                  </a:moveTo>
                  <a:lnTo>
                    <a:pt x="182714" y="0"/>
                  </a:lnTo>
                  <a:lnTo>
                    <a:pt x="314324" y="0"/>
                  </a:lnTo>
                  <a:lnTo>
                    <a:pt x="314324" y="563410"/>
                  </a:lnTo>
                  <a:lnTo>
                    <a:pt x="131610" y="746124"/>
                  </a:lnTo>
                  <a:lnTo>
                    <a:pt x="0" y="746124"/>
                  </a:lnTo>
                  <a:lnTo>
                    <a:pt x="0" y="182713"/>
                  </a:lnTo>
                  <a:close/>
                </a:path>
                <a:path w="314325" h="746125">
                  <a:moveTo>
                    <a:pt x="0" y="182713"/>
                  </a:moveTo>
                  <a:lnTo>
                    <a:pt x="131610" y="182713"/>
                  </a:lnTo>
                  <a:lnTo>
                    <a:pt x="314324" y="0"/>
                  </a:lnTo>
                </a:path>
                <a:path w="314325" h="746125">
                  <a:moveTo>
                    <a:pt x="131610" y="182713"/>
                  </a:moveTo>
                  <a:lnTo>
                    <a:pt x="131610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494588" y="4794858"/>
              <a:ext cx="150495" cy="1012825"/>
            </a:xfrm>
            <a:custGeom>
              <a:avLst/>
              <a:gdLst/>
              <a:ahLst/>
              <a:cxnLst/>
              <a:rect l="l" t="t" r="r" b="b"/>
              <a:pathLst>
                <a:path w="150495" h="1012825">
                  <a:moveTo>
                    <a:pt x="150202" y="1012216"/>
                  </a:moveTo>
                  <a:lnTo>
                    <a:pt x="0" y="1012216"/>
                  </a:lnTo>
                  <a:lnTo>
                    <a:pt x="0" y="0"/>
                  </a:lnTo>
                  <a:lnTo>
                    <a:pt x="150202" y="0"/>
                  </a:lnTo>
                  <a:lnTo>
                    <a:pt x="150202" y="101221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44790" y="4486274"/>
              <a:ext cx="308610" cy="1320800"/>
            </a:xfrm>
            <a:custGeom>
              <a:avLst/>
              <a:gdLst/>
              <a:ahLst/>
              <a:cxnLst/>
              <a:rect l="l" t="t" r="r" b="b"/>
              <a:pathLst>
                <a:path w="308609" h="1320800">
                  <a:moveTo>
                    <a:pt x="0" y="1320801"/>
                  </a:moveTo>
                  <a:lnTo>
                    <a:pt x="0" y="308584"/>
                  </a:lnTo>
                  <a:lnTo>
                    <a:pt x="308584" y="0"/>
                  </a:lnTo>
                  <a:lnTo>
                    <a:pt x="308584" y="1012216"/>
                  </a:lnTo>
                  <a:lnTo>
                    <a:pt x="0" y="132080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94588" y="4486274"/>
              <a:ext cx="459105" cy="308610"/>
            </a:xfrm>
            <a:custGeom>
              <a:avLst/>
              <a:gdLst/>
              <a:ahLst/>
              <a:cxnLst/>
              <a:rect l="l" t="t" r="r" b="b"/>
              <a:pathLst>
                <a:path w="459104" h="308610">
                  <a:moveTo>
                    <a:pt x="150202" y="308584"/>
                  </a:moveTo>
                  <a:lnTo>
                    <a:pt x="0" y="308584"/>
                  </a:lnTo>
                  <a:lnTo>
                    <a:pt x="308584" y="0"/>
                  </a:lnTo>
                  <a:lnTo>
                    <a:pt x="458786" y="0"/>
                  </a:lnTo>
                  <a:lnTo>
                    <a:pt x="150202" y="30858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94588" y="4486274"/>
              <a:ext cx="459105" cy="1320800"/>
            </a:xfrm>
            <a:custGeom>
              <a:avLst/>
              <a:gdLst/>
              <a:ahLst/>
              <a:cxnLst/>
              <a:rect l="l" t="t" r="r" b="b"/>
              <a:pathLst>
                <a:path w="459104" h="1320800">
                  <a:moveTo>
                    <a:pt x="0" y="308584"/>
                  </a:moveTo>
                  <a:lnTo>
                    <a:pt x="308584" y="0"/>
                  </a:lnTo>
                  <a:lnTo>
                    <a:pt x="458786" y="0"/>
                  </a:lnTo>
                  <a:lnTo>
                    <a:pt x="458786" y="1012216"/>
                  </a:lnTo>
                  <a:lnTo>
                    <a:pt x="150202" y="1320801"/>
                  </a:lnTo>
                  <a:lnTo>
                    <a:pt x="0" y="1320801"/>
                  </a:lnTo>
                  <a:lnTo>
                    <a:pt x="0" y="308584"/>
                  </a:lnTo>
                  <a:close/>
                </a:path>
                <a:path w="459104" h="1320800">
                  <a:moveTo>
                    <a:pt x="0" y="308584"/>
                  </a:moveTo>
                  <a:lnTo>
                    <a:pt x="150202" y="308584"/>
                  </a:lnTo>
                  <a:lnTo>
                    <a:pt x="458786" y="0"/>
                  </a:lnTo>
                </a:path>
                <a:path w="459104" h="1320800">
                  <a:moveTo>
                    <a:pt x="150202" y="308584"/>
                  </a:moveTo>
                  <a:lnTo>
                    <a:pt x="150202" y="132080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826375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008281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826375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826375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193088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374993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373719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193088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193088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5222081" y="3346958"/>
            <a:ext cx="3138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7920" marR="5080" indent="-11258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Encode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then </a:t>
            </a:r>
            <a:r>
              <a:rPr sz="2400" spc="-10" dirty="0">
                <a:latin typeface="Times New Roman"/>
                <a:cs typeface="Times New Roman"/>
              </a:rPr>
              <a:t>decode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231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55" dirty="0"/>
              <a:t> </a:t>
            </a:r>
            <a:r>
              <a:rPr dirty="0"/>
              <a:t>It</a:t>
            </a:r>
            <a:r>
              <a:rPr spc="-114" dirty="0"/>
              <a:t> </a:t>
            </a:r>
            <a:r>
              <a:rPr spc="-25" dirty="0"/>
              <a:t>Together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10" dirty="0"/>
              <a:t>Sizes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0195" y="1424051"/>
            <a:ext cx="7353934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indent="-4038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2006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resolution.</a:t>
            </a:r>
            <a:endParaRPr sz="2800">
              <a:latin typeface="Times New Roman"/>
              <a:cs typeface="Times New Roman"/>
            </a:endParaRPr>
          </a:p>
          <a:p>
            <a:pPr marL="415925" indent="-403225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halve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resolution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depth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layers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>
              <a:latin typeface="Times New Roman"/>
              <a:cs typeface="Times New Roman"/>
            </a:endParaRPr>
          </a:p>
          <a:p>
            <a:pPr marL="1176655" marR="1329690" indent="33655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37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H/2</a:t>
            </a:r>
            <a:r>
              <a:rPr sz="2400" spc="39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H/4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H/8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H/4</a:t>
            </a:r>
            <a:r>
              <a:rPr sz="2400" spc="4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H/2</a:t>
            </a:r>
            <a:r>
              <a:rPr sz="2400" spc="430" dirty="0">
                <a:latin typeface="Times New Roman"/>
                <a:cs typeface="Times New Roman"/>
              </a:rPr>
              <a:t>     </a:t>
            </a:r>
            <a:r>
              <a:rPr sz="2400" spc="-50" dirty="0">
                <a:latin typeface="Times New Roman"/>
                <a:cs typeface="Times New Roman"/>
              </a:rPr>
              <a:t>H 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spc="48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W/2</a:t>
            </a:r>
            <a:r>
              <a:rPr sz="2400" spc="220" dirty="0">
                <a:latin typeface="Times New Roman"/>
                <a:cs typeface="Times New Roman"/>
              </a:rPr>
              <a:t>   </a:t>
            </a:r>
            <a:r>
              <a:rPr sz="2400" spc="-50" dirty="0">
                <a:latin typeface="Times New Roman"/>
                <a:cs typeface="Times New Roman"/>
              </a:rPr>
              <a:t>W/4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W/8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W/4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W/2</a:t>
            </a:r>
            <a:r>
              <a:rPr sz="2400" spc="570" dirty="0">
                <a:latin typeface="Times New Roman"/>
                <a:cs typeface="Times New Roman"/>
              </a:rPr>
              <a:t>    </a:t>
            </a:r>
            <a:r>
              <a:rPr sz="2400" spc="-50" dirty="0">
                <a:latin typeface="Times New Roman"/>
                <a:cs typeface="Times New Roman"/>
              </a:rPr>
              <a:t>W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44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2D</a:t>
            </a:r>
            <a:r>
              <a:rPr sz="2400" spc="30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4D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8D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4D</a:t>
            </a:r>
            <a:r>
              <a:rPr sz="2400" spc="34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2D</a:t>
            </a:r>
            <a:r>
              <a:rPr sz="2400" spc="490" dirty="0">
                <a:latin typeface="Times New Roman"/>
                <a:cs typeface="Times New Roman"/>
              </a:rPr>
              <a:t>     </a:t>
            </a:r>
            <a:r>
              <a:rPr sz="2400" spc="-5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8387" y="4521200"/>
            <a:ext cx="6530975" cy="1466850"/>
            <a:chOff x="1068387" y="4521200"/>
            <a:chExt cx="6530975" cy="1466850"/>
          </a:xfrm>
        </p:grpSpPr>
        <p:sp>
          <p:nvSpPr>
            <p:cNvPr id="6" name="object 6"/>
            <p:cNvSpPr/>
            <p:nvPr/>
          </p:nvSpPr>
          <p:spPr>
            <a:xfrm>
              <a:off x="1074737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69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0532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4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4737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74737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30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30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1937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7212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1937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1937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4349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49624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4349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4349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5813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21087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5813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5813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3012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5"/>
                  </a:moveTo>
                  <a:lnTo>
                    <a:pt x="0" y="920915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9702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5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3012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13012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30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30" h="1202054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2054">
                  <a:moveTo>
                    <a:pt x="136689" y="280822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13037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8" y="920915"/>
                  </a:moveTo>
                  <a:lnTo>
                    <a:pt x="0" y="920915"/>
                  </a:lnTo>
                  <a:lnTo>
                    <a:pt x="0" y="0"/>
                  </a:lnTo>
                  <a:lnTo>
                    <a:pt x="136688" y="0"/>
                  </a:lnTo>
                  <a:lnTo>
                    <a:pt x="136688" y="9209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49726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5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3037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8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8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13037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30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8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30" h="1202054">
                  <a:moveTo>
                    <a:pt x="0" y="280822"/>
                  </a:moveTo>
                  <a:lnTo>
                    <a:pt x="136688" y="280822"/>
                  </a:lnTo>
                  <a:lnTo>
                    <a:pt x="417511" y="0"/>
                  </a:lnTo>
                </a:path>
                <a:path w="417830" h="1202054">
                  <a:moveTo>
                    <a:pt x="136688" y="280822"/>
                  </a:moveTo>
                  <a:lnTo>
                    <a:pt x="13668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74975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1664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4975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4975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2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29" h="1202054">
                  <a:moveTo>
                    <a:pt x="0" y="280822"/>
                  </a:moveTo>
                  <a:lnTo>
                    <a:pt x="136689" y="280822"/>
                  </a:lnTo>
                  <a:lnTo>
                    <a:pt x="417512" y="0"/>
                  </a:lnTo>
                </a:path>
                <a:path w="417829" h="1202054">
                  <a:moveTo>
                    <a:pt x="136689" y="280822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274" y="4991322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87515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43274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3274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3040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7"/>
                  </a:lnTo>
                  <a:close/>
                </a:path>
                <a:path w="344804" h="903604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3604">
                  <a:moveTo>
                    <a:pt x="144240" y="200247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02037" y="4992244"/>
              <a:ext cx="145415" cy="702310"/>
            </a:xfrm>
            <a:custGeom>
              <a:avLst/>
              <a:gdLst/>
              <a:ahLst/>
              <a:cxnLst/>
              <a:rect l="l" t="t" r="r" b="b"/>
              <a:pathLst>
                <a:path w="145414" h="702310">
                  <a:moveTo>
                    <a:pt x="144904" y="702118"/>
                  </a:moveTo>
                  <a:lnTo>
                    <a:pt x="0" y="702118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211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46942" y="4791075"/>
              <a:ext cx="201295" cy="903605"/>
            </a:xfrm>
            <a:custGeom>
              <a:avLst/>
              <a:gdLst/>
              <a:ahLst/>
              <a:cxnLst/>
              <a:rect l="l" t="t" r="r" b="b"/>
              <a:pathLst>
                <a:path w="201295" h="903604">
                  <a:moveTo>
                    <a:pt x="0" y="903287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2118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02037" y="4791075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02037" y="4791075"/>
              <a:ext cx="346075" cy="903605"/>
            </a:xfrm>
            <a:custGeom>
              <a:avLst/>
              <a:gdLst/>
              <a:ahLst/>
              <a:cxnLst/>
              <a:rect l="l" t="t" r="r" b="b"/>
              <a:pathLst>
                <a:path w="346075" h="903604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2118"/>
                  </a:lnTo>
                  <a:lnTo>
                    <a:pt x="144904" y="903287"/>
                  </a:lnTo>
                  <a:lnTo>
                    <a:pt x="0" y="903287"/>
                  </a:lnTo>
                  <a:lnTo>
                    <a:pt x="0" y="201169"/>
                  </a:lnTo>
                  <a:close/>
                </a:path>
                <a:path w="346075" h="903604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3604">
                  <a:moveTo>
                    <a:pt x="144904" y="201169"/>
                  </a:moveTo>
                  <a:lnTo>
                    <a:pt x="144904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49688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1"/>
                  </a:moveTo>
                  <a:lnTo>
                    <a:pt x="0" y="703041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93928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1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49688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40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9688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1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40" y="200246"/>
                  </a:lnTo>
                  <a:lnTo>
                    <a:pt x="344486" y="0"/>
                  </a:lnTo>
                </a:path>
                <a:path w="344804" h="903604">
                  <a:moveTo>
                    <a:pt x="144240" y="200246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46549" y="5044681"/>
              <a:ext cx="143510" cy="537210"/>
            </a:xfrm>
            <a:custGeom>
              <a:avLst/>
              <a:gdLst/>
              <a:ahLst/>
              <a:cxnLst/>
              <a:rect l="l" t="t" r="r" b="b"/>
              <a:pathLst>
                <a:path w="143510" h="537210">
                  <a:moveTo>
                    <a:pt x="143269" y="536968"/>
                  </a:moveTo>
                  <a:lnTo>
                    <a:pt x="0" y="536968"/>
                  </a:lnTo>
                  <a:lnTo>
                    <a:pt x="0" y="0"/>
                  </a:lnTo>
                  <a:lnTo>
                    <a:pt x="143269" y="0"/>
                  </a:lnTo>
                  <a:lnTo>
                    <a:pt x="143269" y="5369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89819" y="4903788"/>
              <a:ext cx="140970" cy="678180"/>
            </a:xfrm>
            <a:custGeom>
              <a:avLst/>
              <a:gdLst/>
              <a:ahLst/>
              <a:cxnLst/>
              <a:rect l="l" t="t" r="r" b="b"/>
              <a:pathLst>
                <a:path w="140970" h="678179">
                  <a:moveTo>
                    <a:pt x="0" y="677861"/>
                  </a:moveTo>
                  <a:lnTo>
                    <a:pt x="0" y="140893"/>
                  </a:lnTo>
                  <a:lnTo>
                    <a:pt x="140893" y="0"/>
                  </a:lnTo>
                  <a:lnTo>
                    <a:pt x="140893" y="536968"/>
                  </a:lnTo>
                  <a:lnTo>
                    <a:pt x="0" y="6778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46549" y="4903788"/>
              <a:ext cx="284480" cy="140970"/>
            </a:xfrm>
            <a:custGeom>
              <a:avLst/>
              <a:gdLst/>
              <a:ahLst/>
              <a:cxnLst/>
              <a:rect l="l" t="t" r="r" b="b"/>
              <a:pathLst>
                <a:path w="284479" h="140970">
                  <a:moveTo>
                    <a:pt x="143269" y="140893"/>
                  </a:moveTo>
                  <a:lnTo>
                    <a:pt x="0" y="140893"/>
                  </a:lnTo>
                  <a:lnTo>
                    <a:pt x="140893" y="0"/>
                  </a:lnTo>
                  <a:lnTo>
                    <a:pt x="284162" y="0"/>
                  </a:lnTo>
                  <a:lnTo>
                    <a:pt x="143269" y="14089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46549" y="4903788"/>
              <a:ext cx="284480" cy="678180"/>
            </a:xfrm>
            <a:custGeom>
              <a:avLst/>
              <a:gdLst/>
              <a:ahLst/>
              <a:cxnLst/>
              <a:rect l="l" t="t" r="r" b="b"/>
              <a:pathLst>
                <a:path w="284479" h="678179">
                  <a:moveTo>
                    <a:pt x="0" y="140893"/>
                  </a:moveTo>
                  <a:lnTo>
                    <a:pt x="140893" y="0"/>
                  </a:lnTo>
                  <a:lnTo>
                    <a:pt x="284162" y="0"/>
                  </a:lnTo>
                  <a:lnTo>
                    <a:pt x="284162" y="536968"/>
                  </a:lnTo>
                  <a:lnTo>
                    <a:pt x="143269" y="677861"/>
                  </a:lnTo>
                  <a:lnTo>
                    <a:pt x="0" y="677861"/>
                  </a:lnTo>
                  <a:lnTo>
                    <a:pt x="0" y="140893"/>
                  </a:lnTo>
                  <a:close/>
                </a:path>
                <a:path w="284479" h="678179">
                  <a:moveTo>
                    <a:pt x="0" y="140893"/>
                  </a:moveTo>
                  <a:lnTo>
                    <a:pt x="143269" y="140893"/>
                  </a:lnTo>
                  <a:lnTo>
                    <a:pt x="284162" y="0"/>
                  </a:lnTo>
                </a:path>
                <a:path w="284479" h="678179">
                  <a:moveTo>
                    <a:pt x="143269" y="140893"/>
                  </a:moveTo>
                  <a:lnTo>
                    <a:pt x="143269" y="6778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3087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39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39" y="0"/>
                  </a:lnTo>
                  <a:lnTo>
                    <a:pt x="144239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27328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383087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83087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0"/>
                  </a:lnTo>
                  <a:lnTo>
                    <a:pt x="144239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3604">
                  <a:moveTo>
                    <a:pt x="144239" y="200246"/>
                  </a:moveTo>
                  <a:lnTo>
                    <a:pt x="144239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21212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39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39" y="0"/>
                  </a:lnTo>
                  <a:lnTo>
                    <a:pt x="144239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65452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21212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21212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0"/>
                  </a:lnTo>
                  <a:lnTo>
                    <a:pt x="144239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3604">
                  <a:moveTo>
                    <a:pt x="144239" y="200246"/>
                  </a:moveTo>
                  <a:lnTo>
                    <a:pt x="144239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51400" y="4991322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95640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51400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51400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3040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7"/>
                  </a:lnTo>
                  <a:close/>
                </a:path>
                <a:path w="344804" h="903604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3604">
                  <a:moveTo>
                    <a:pt x="144240" y="200247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46675" y="4922673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83364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46675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3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46675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3"/>
                  </a:moveTo>
                  <a:lnTo>
                    <a:pt x="280823" y="0"/>
                  </a:lnTo>
                  <a:lnTo>
                    <a:pt x="417513" y="0"/>
                  </a:lnTo>
                  <a:lnTo>
                    <a:pt x="417513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3"/>
                  </a:lnTo>
                  <a:close/>
                </a:path>
                <a:path w="417829" h="1202054">
                  <a:moveTo>
                    <a:pt x="0" y="280823"/>
                  </a:moveTo>
                  <a:lnTo>
                    <a:pt x="136689" y="280823"/>
                  </a:lnTo>
                  <a:lnTo>
                    <a:pt x="417513" y="0"/>
                  </a:lnTo>
                </a:path>
                <a:path w="417829" h="1202054">
                  <a:moveTo>
                    <a:pt x="136689" y="280823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407025" y="4922673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543714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07025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3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07025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3"/>
                  </a:moveTo>
                  <a:lnTo>
                    <a:pt x="280823" y="0"/>
                  </a:lnTo>
                  <a:lnTo>
                    <a:pt x="417513" y="0"/>
                  </a:lnTo>
                  <a:lnTo>
                    <a:pt x="417513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3"/>
                  </a:lnTo>
                  <a:close/>
                </a:path>
                <a:path w="417829" h="1202054">
                  <a:moveTo>
                    <a:pt x="0" y="280823"/>
                  </a:moveTo>
                  <a:lnTo>
                    <a:pt x="136689" y="280823"/>
                  </a:lnTo>
                  <a:lnTo>
                    <a:pt x="417513" y="0"/>
                  </a:lnTo>
                </a:path>
                <a:path w="417829" h="1202054">
                  <a:moveTo>
                    <a:pt x="136689" y="280823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81662" y="4922672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8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8" y="0"/>
                  </a:lnTo>
                  <a:lnTo>
                    <a:pt x="136688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818351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81662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8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8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81662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8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29" h="1202054">
                  <a:moveTo>
                    <a:pt x="0" y="280822"/>
                  </a:moveTo>
                  <a:lnTo>
                    <a:pt x="136688" y="280822"/>
                  </a:lnTo>
                  <a:lnTo>
                    <a:pt x="417511" y="0"/>
                  </a:lnTo>
                </a:path>
                <a:path w="417829" h="1202054">
                  <a:moveTo>
                    <a:pt x="136688" y="280822"/>
                  </a:moveTo>
                  <a:lnTo>
                    <a:pt x="13668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049962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15757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49962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49962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29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29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353174" y="4868168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518969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340618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53174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2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353174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8"/>
                  </a:moveTo>
                  <a:lnTo>
                    <a:pt x="340618" y="0"/>
                  </a:lnTo>
                  <a:lnTo>
                    <a:pt x="506412" y="0"/>
                  </a:lnTo>
                  <a:lnTo>
                    <a:pt x="506412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8"/>
                  </a:lnTo>
                  <a:close/>
                </a:path>
                <a:path w="506729" h="1454150">
                  <a:moveTo>
                    <a:pt x="0" y="340618"/>
                  </a:moveTo>
                  <a:lnTo>
                    <a:pt x="165794" y="340618"/>
                  </a:lnTo>
                  <a:lnTo>
                    <a:pt x="506412" y="0"/>
                  </a:lnTo>
                </a:path>
                <a:path w="506729" h="1454150">
                  <a:moveTo>
                    <a:pt x="165794" y="340618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630987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96782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630987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2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630987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2" y="0"/>
                  </a:lnTo>
                  <a:lnTo>
                    <a:pt x="506412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29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2" y="0"/>
                  </a:lnTo>
                </a:path>
                <a:path w="506729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088188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4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53462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88188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88188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1975987" y="4000500"/>
            <a:ext cx="328295" cy="422275"/>
            <a:chOff x="1975987" y="4000500"/>
            <a:chExt cx="328295" cy="422275"/>
          </a:xfrm>
        </p:grpSpPr>
        <p:sp>
          <p:nvSpPr>
            <p:cNvPr id="91" name="object 91"/>
            <p:cNvSpPr/>
            <p:nvPr/>
          </p:nvSpPr>
          <p:spPr>
            <a:xfrm>
              <a:off x="2139950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01408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01408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2811012" y="4000500"/>
            <a:ext cx="328295" cy="422275"/>
            <a:chOff x="2811012" y="4000500"/>
            <a:chExt cx="328295" cy="422275"/>
          </a:xfrm>
        </p:grpSpPr>
        <p:sp>
          <p:nvSpPr>
            <p:cNvPr id="95" name="object 95"/>
            <p:cNvSpPr/>
            <p:nvPr/>
          </p:nvSpPr>
          <p:spPr>
            <a:xfrm>
              <a:off x="2974975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4911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84911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3673025" y="4000500"/>
            <a:ext cx="328295" cy="422275"/>
            <a:chOff x="3673025" y="4000500"/>
            <a:chExt cx="328295" cy="422275"/>
          </a:xfrm>
        </p:grpSpPr>
        <p:sp>
          <p:nvSpPr>
            <p:cNvPr id="99" name="object 99"/>
            <p:cNvSpPr/>
            <p:nvPr/>
          </p:nvSpPr>
          <p:spPr>
            <a:xfrm>
              <a:off x="3836988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711125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711125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214362" y="4000500"/>
            <a:ext cx="328295" cy="422275"/>
            <a:chOff x="4214362" y="4000500"/>
            <a:chExt cx="328295" cy="422275"/>
          </a:xfrm>
        </p:grpSpPr>
        <p:sp>
          <p:nvSpPr>
            <p:cNvPr id="103" name="object 103"/>
            <p:cNvSpPr/>
            <p:nvPr/>
          </p:nvSpPr>
          <p:spPr>
            <a:xfrm>
              <a:off x="43783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2524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2524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4785862" y="4000500"/>
            <a:ext cx="328295" cy="422275"/>
            <a:chOff x="4785862" y="4000500"/>
            <a:chExt cx="328295" cy="422275"/>
          </a:xfrm>
        </p:grpSpPr>
        <p:sp>
          <p:nvSpPr>
            <p:cNvPr id="107" name="object 107"/>
            <p:cNvSpPr/>
            <p:nvPr/>
          </p:nvSpPr>
          <p:spPr>
            <a:xfrm>
              <a:off x="49498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239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239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5535162" y="4000500"/>
            <a:ext cx="328295" cy="422275"/>
            <a:chOff x="5535162" y="4000500"/>
            <a:chExt cx="328295" cy="422275"/>
          </a:xfrm>
        </p:grpSpPr>
        <p:sp>
          <p:nvSpPr>
            <p:cNvPr id="111" name="object 111"/>
            <p:cNvSpPr/>
            <p:nvPr/>
          </p:nvSpPr>
          <p:spPr>
            <a:xfrm>
              <a:off x="56991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5732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5732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6528937" y="4000500"/>
            <a:ext cx="328295" cy="422275"/>
            <a:chOff x="6528937" y="4000500"/>
            <a:chExt cx="328295" cy="422275"/>
          </a:xfrm>
        </p:grpSpPr>
        <p:sp>
          <p:nvSpPr>
            <p:cNvPr id="115" name="object 115"/>
            <p:cNvSpPr/>
            <p:nvPr/>
          </p:nvSpPr>
          <p:spPr>
            <a:xfrm>
              <a:off x="6692899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6703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56703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025BB2C-AC16-3D31-4489-C85F5D706DF7}"/>
                  </a:ext>
                </a:extLst>
              </p14:cNvPr>
              <p14:cNvContentPartPr/>
              <p14:nvPr/>
            </p14:nvContentPartPr>
            <p14:xfrm>
              <a:off x="1985040" y="2790360"/>
              <a:ext cx="5019840" cy="13600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025BB2C-AC16-3D31-4489-C85F5D706D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5680" y="2781000"/>
                <a:ext cx="5038560" cy="137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950" y="3429000"/>
            <a:ext cx="1831974" cy="2743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25" y="3435350"/>
            <a:ext cx="1830387" cy="2743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3423" y="1533588"/>
            <a:ext cx="8197215" cy="2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HxW,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upsampling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produces </a:t>
            </a:r>
            <a:r>
              <a:rPr sz="2800" dirty="0">
                <a:latin typeface="Times New Roman"/>
                <a:cs typeface="Times New Roman"/>
              </a:rPr>
              <a:t>results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details/not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aligned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image.</a:t>
            </a:r>
            <a:endParaRPr sz="2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800" b="1" spc="-20" dirty="0">
                <a:latin typeface="Times New Roman"/>
                <a:cs typeface="Times New Roman"/>
              </a:rPr>
              <a:t>Why?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800">
              <a:latin typeface="Times New Roman"/>
              <a:cs typeface="Times New Roman"/>
            </a:endParaRPr>
          </a:p>
          <a:p>
            <a:pPr marL="2361565" marR="2154555" indent="3937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 </a:t>
            </a:r>
            <a:r>
              <a:rPr sz="2800" dirty="0">
                <a:latin typeface="Times New Roman"/>
                <a:cs typeface="Times New Roman"/>
              </a:rPr>
              <a:t>lost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downsampling!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1263" y="4405312"/>
            <a:ext cx="4181475" cy="1771650"/>
            <a:chOff x="2481263" y="4405312"/>
            <a:chExt cx="4181475" cy="1771650"/>
          </a:xfrm>
        </p:grpSpPr>
        <p:sp>
          <p:nvSpPr>
            <p:cNvPr id="8" name="object 8"/>
            <p:cNvSpPr/>
            <p:nvPr/>
          </p:nvSpPr>
          <p:spPr>
            <a:xfrm>
              <a:off x="2487613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77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80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7613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5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7613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5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5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5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2112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2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2112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2112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5188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0463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05188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5188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6825" y="4973446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1642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242696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6825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417512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6825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6" y="0"/>
                  </a:lnTo>
                  <a:lnTo>
                    <a:pt x="417512" y="0"/>
                  </a:lnTo>
                  <a:lnTo>
                    <a:pt x="417512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2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3375" y="5038078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4" y="648345"/>
                  </a:moveTo>
                  <a:lnTo>
                    <a:pt x="0" y="648345"/>
                  </a:lnTo>
                  <a:lnTo>
                    <a:pt x="0" y="0"/>
                  </a:lnTo>
                  <a:lnTo>
                    <a:pt x="173684" y="0"/>
                  </a:lnTo>
                  <a:lnTo>
                    <a:pt x="173684" y="64834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59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170804" y="648345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3375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4" y="170804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344488" y="0"/>
                  </a:lnTo>
                  <a:lnTo>
                    <a:pt x="173684" y="17080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3375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4"/>
                  </a:moveTo>
                  <a:lnTo>
                    <a:pt x="170804" y="0"/>
                  </a:lnTo>
                  <a:lnTo>
                    <a:pt x="344488" y="0"/>
                  </a:lnTo>
                  <a:lnTo>
                    <a:pt x="344488" y="648345"/>
                  </a:lnTo>
                  <a:lnTo>
                    <a:pt x="173684" y="819149"/>
                  </a:lnTo>
                  <a:lnTo>
                    <a:pt x="0" y="819149"/>
                  </a:lnTo>
                  <a:lnTo>
                    <a:pt x="0" y="170804"/>
                  </a:lnTo>
                  <a:close/>
                </a:path>
                <a:path w="344804" h="819150">
                  <a:moveTo>
                    <a:pt x="0" y="170804"/>
                  </a:moveTo>
                  <a:lnTo>
                    <a:pt x="173684" y="170804"/>
                  </a:lnTo>
                  <a:lnTo>
                    <a:pt x="344488" y="0"/>
                  </a:lnTo>
                </a:path>
                <a:path w="344804" h="819150">
                  <a:moveTo>
                    <a:pt x="173684" y="170804"/>
                  </a:moveTo>
                  <a:lnTo>
                    <a:pt x="173684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4362" y="5113238"/>
              <a:ext cx="170180" cy="445134"/>
            </a:xfrm>
            <a:custGeom>
              <a:avLst/>
              <a:gdLst/>
              <a:ahLst/>
              <a:cxnLst/>
              <a:rect l="l" t="t" r="r" b="b"/>
              <a:pathLst>
                <a:path w="170179" h="445135">
                  <a:moveTo>
                    <a:pt x="169961" y="444599"/>
                  </a:moveTo>
                  <a:lnTo>
                    <a:pt x="0" y="444599"/>
                  </a:lnTo>
                  <a:lnTo>
                    <a:pt x="0" y="0"/>
                  </a:lnTo>
                  <a:lnTo>
                    <a:pt x="169961" y="0"/>
                  </a:lnTo>
                  <a:lnTo>
                    <a:pt x="169961" y="44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4323" y="4997449"/>
              <a:ext cx="116205" cy="560705"/>
            </a:xfrm>
            <a:custGeom>
              <a:avLst/>
              <a:gdLst/>
              <a:ahLst/>
              <a:cxnLst/>
              <a:rect l="l" t="t" r="r" b="b"/>
              <a:pathLst>
                <a:path w="116204" h="560704">
                  <a:moveTo>
                    <a:pt x="0" y="560387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115788" y="444599"/>
                  </a:lnTo>
                  <a:lnTo>
                    <a:pt x="0" y="5603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24362" y="4997449"/>
              <a:ext cx="285750" cy="116205"/>
            </a:xfrm>
            <a:custGeom>
              <a:avLst/>
              <a:gdLst/>
              <a:ahLst/>
              <a:cxnLst/>
              <a:rect l="l" t="t" r="r" b="b"/>
              <a:pathLst>
                <a:path w="285750" h="116204">
                  <a:moveTo>
                    <a:pt x="169961" y="115788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285749" y="0"/>
                  </a:lnTo>
                  <a:lnTo>
                    <a:pt x="169961" y="1157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24362" y="4997449"/>
              <a:ext cx="285750" cy="560705"/>
            </a:xfrm>
            <a:custGeom>
              <a:avLst/>
              <a:gdLst/>
              <a:ahLst/>
              <a:cxnLst/>
              <a:rect l="l" t="t" r="r" b="b"/>
              <a:pathLst>
                <a:path w="285750" h="560704">
                  <a:moveTo>
                    <a:pt x="0" y="115788"/>
                  </a:moveTo>
                  <a:lnTo>
                    <a:pt x="115788" y="0"/>
                  </a:lnTo>
                  <a:lnTo>
                    <a:pt x="285749" y="0"/>
                  </a:lnTo>
                  <a:lnTo>
                    <a:pt x="285749" y="444599"/>
                  </a:lnTo>
                  <a:lnTo>
                    <a:pt x="169961" y="560387"/>
                  </a:lnTo>
                  <a:lnTo>
                    <a:pt x="0" y="560387"/>
                  </a:lnTo>
                  <a:lnTo>
                    <a:pt x="0" y="115788"/>
                  </a:lnTo>
                  <a:close/>
                </a:path>
                <a:path w="285750" h="560704">
                  <a:moveTo>
                    <a:pt x="0" y="115788"/>
                  </a:moveTo>
                  <a:lnTo>
                    <a:pt x="169961" y="115788"/>
                  </a:lnTo>
                  <a:lnTo>
                    <a:pt x="285749" y="0"/>
                  </a:lnTo>
                </a:path>
                <a:path w="285750" h="560704">
                  <a:moveTo>
                    <a:pt x="169961" y="115788"/>
                  </a:moveTo>
                  <a:lnTo>
                    <a:pt x="169961" y="5603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87888" y="5038077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2" y="648346"/>
                  </a:moveTo>
                  <a:lnTo>
                    <a:pt x="0" y="648346"/>
                  </a:lnTo>
                  <a:lnTo>
                    <a:pt x="0" y="0"/>
                  </a:lnTo>
                  <a:lnTo>
                    <a:pt x="173682" y="0"/>
                  </a:lnTo>
                  <a:lnTo>
                    <a:pt x="173682" y="64834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61571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3"/>
                  </a:lnTo>
                  <a:lnTo>
                    <a:pt x="170803" y="0"/>
                  </a:lnTo>
                  <a:lnTo>
                    <a:pt x="170803" y="648346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87888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2" y="170803"/>
                  </a:moveTo>
                  <a:lnTo>
                    <a:pt x="0" y="170803"/>
                  </a:lnTo>
                  <a:lnTo>
                    <a:pt x="170802" y="0"/>
                  </a:lnTo>
                  <a:lnTo>
                    <a:pt x="344486" y="0"/>
                  </a:lnTo>
                  <a:lnTo>
                    <a:pt x="173682" y="17080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7888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3"/>
                  </a:moveTo>
                  <a:lnTo>
                    <a:pt x="170802" y="0"/>
                  </a:lnTo>
                  <a:lnTo>
                    <a:pt x="344486" y="0"/>
                  </a:lnTo>
                  <a:lnTo>
                    <a:pt x="344486" y="648346"/>
                  </a:lnTo>
                  <a:lnTo>
                    <a:pt x="173682" y="819149"/>
                  </a:lnTo>
                  <a:lnTo>
                    <a:pt x="0" y="819149"/>
                  </a:lnTo>
                  <a:lnTo>
                    <a:pt x="0" y="170803"/>
                  </a:lnTo>
                  <a:close/>
                </a:path>
                <a:path w="344804" h="819150">
                  <a:moveTo>
                    <a:pt x="0" y="170803"/>
                  </a:moveTo>
                  <a:lnTo>
                    <a:pt x="173682" y="170803"/>
                  </a:lnTo>
                  <a:lnTo>
                    <a:pt x="344486" y="0"/>
                  </a:lnTo>
                </a:path>
                <a:path w="344804" h="819150">
                  <a:moveTo>
                    <a:pt x="173682" y="170803"/>
                  </a:moveTo>
                  <a:lnTo>
                    <a:pt x="173682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51413" y="4973445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26229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242695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413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417511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51413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5" y="0"/>
                  </a:lnTo>
                  <a:lnTo>
                    <a:pt x="417511" y="0"/>
                  </a:lnTo>
                  <a:lnTo>
                    <a:pt x="417511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1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67324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32599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67324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67324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4038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34134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4038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34038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45200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8"/>
                  </a:moveTo>
                  <a:lnTo>
                    <a:pt x="0" y="1347858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45296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1" y="0"/>
                  </a:lnTo>
                  <a:lnTo>
                    <a:pt x="411091" y="1347858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5200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7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5200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7" y="0"/>
                  </a:lnTo>
                  <a:lnTo>
                    <a:pt x="611187" y="1347858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7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0213" y="6448679"/>
            <a:ext cx="587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736258B-7AAA-ECFD-8E8E-EB78DEF32D47}"/>
                  </a:ext>
                </a:extLst>
              </p14:cNvPr>
              <p14:cNvContentPartPr/>
              <p14:nvPr/>
            </p14:nvContentPartPr>
            <p14:xfrm>
              <a:off x="1445760" y="882360"/>
              <a:ext cx="6055200" cy="5522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736258B-7AAA-ECFD-8E8E-EB78DEF32D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9560" y="866160"/>
                <a:ext cx="6087600" cy="55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F57A980-7AC3-AF19-5848-95D87420FE05}"/>
                  </a:ext>
                </a:extLst>
              </p14:cNvPr>
              <p14:cNvContentPartPr/>
              <p14:nvPr/>
            </p14:nvContentPartPr>
            <p14:xfrm>
              <a:off x="1083240" y="2755440"/>
              <a:ext cx="7570080" cy="35424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F57A980-7AC3-AF19-5848-95D87420FE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7040" y="2739240"/>
                <a:ext cx="7602480" cy="357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950" y="3429000"/>
            <a:ext cx="1831974" cy="2743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25" y="3435350"/>
            <a:ext cx="1830387" cy="2743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98851" y="1533588"/>
            <a:ext cx="5943600" cy="2025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5080" indent="-3562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high-frequency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/>
              <a:cs typeface="Times New Roman"/>
            </a:endParaRPr>
          </a:p>
          <a:p>
            <a:pPr marR="93345" algn="ctr">
              <a:lnSpc>
                <a:spcPct val="100000"/>
              </a:lnSpc>
              <a:tabLst>
                <a:tab pos="715645" algn="l"/>
                <a:tab pos="1379220" algn="l"/>
                <a:tab pos="2513965" algn="l"/>
                <a:tab pos="3320415" algn="l"/>
              </a:tabLst>
            </a:pPr>
            <a:r>
              <a:rPr sz="4800" spc="-50" dirty="0">
                <a:latin typeface="Times New Roman"/>
                <a:cs typeface="Times New Roman"/>
              </a:rPr>
              <a:t>A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B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C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D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1263" y="4405312"/>
            <a:ext cx="4181475" cy="1771650"/>
            <a:chOff x="2481263" y="4405312"/>
            <a:chExt cx="4181475" cy="1771650"/>
          </a:xfrm>
        </p:grpSpPr>
        <p:sp>
          <p:nvSpPr>
            <p:cNvPr id="8" name="object 8"/>
            <p:cNvSpPr/>
            <p:nvPr/>
          </p:nvSpPr>
          <p:spPr>
            <a:xfrm>
              <a:off x="2487613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77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80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7613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5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7613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5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5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5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2112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2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2112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2112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5188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0463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05188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5188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6825" y="4973446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1642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242696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6825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417512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6825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6" y="0"/>
                  </a:lnTo>
                  <a:lnTo>
                    <a:pt x="417512" y="0"/>
                  </a:lnTo>
                  <a:lnTo>
                    <a:pt x="417512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2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3375" y="5038078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4" y="648345"/>
                  </a:moveTo>
                  <a:lnTo>
                    <a:pt x="0" y="648345"/>
                  </a:lnTo>
                  <a:lnTo>
                    <a:pt x="0" y="0"/>
                  </a:lnTo>
                  <a:lnTo>
                    <a:pt x="173684" y="0"/>
                  </a:lnTo>
                  <a:lnTo>
                    <a:pt x="173684" y="64834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59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170804" y="648345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3375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4" y="170804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344488" y="0"/>
                  </a:lnTo>
                  <a:lnTo>
                    <a:pt x="173684" y="17080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3375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4"/>
                  </a:moveTo>
                  <a:lnTo>
                    <a:pt x="170804" y="0"/>
                  </a:lnTo>
                  <a:lnTo>
                    <a:pt x="344488" y="0"/>
                  </a:lnTo>
                  <a:lnTo>
                    <a:pt x="344488" y="648345"/>
                  </a:lnTo>
                  <a:lnTo>
                    <a:pt x="173684" y="819149"/>
                  </a:lnTo>
                  <a:lnTo>
                    <a:pt x="0" y="819149"/>
                  </a:lnTo>
                  <a:lnTo>
                    <a:pt x="0" y="170804"/>
                  </a:lnTo>
                  <a:close/>
                </a:path>
                <a:path w="344804" h="819150">
                  <a:moveTo>
                    <a:pt x="0" y="170804"/>
                  </a:moveTo>
                  <a:lnTo>
                    <a:pt x="173684" y="170804"/>
                  </a:lnTo>
                  <a:lnTo>
                    <a:pt x="344488" y="0"/>
                  </a:lnTo>
                </a:path>
                <a:path w="344804" h="819150">
                  <a:moveTo>
                    <a:pt x="173684" y="170804"/>
                  </a:moveTo>
                  <a:lnTo>
                    <a:pt x="173684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4362" y="5113238"/>
              <a:ext cx="170180" cy="445134"/>
            </a:xfrm>
            <a:custGeom>
              <a:avLst/>
              <a:gdLst/>
              <a:ahLst/>
              <a:cxnLst/>
              <a:rect l="l" t="t" r="r" b="b"/>
              <a:pathLst>
                <a:path w="170179" h="445135">
                  <a:moveTo>
                    <a:pt x="169961" y="444599"/>
                  </a:moveTo>
                  <a:lnTo>
                    <a:pt x="0" y="444599"/>
                  </a:lnTo>
                  <a:lnTo>
                    <a:pt x="0" y="0"/>
                  </a:lnTo>
                  <a:lnTo>
                    <a:pt x="169961" y="0"/>
                  </a:lnTo>
                  <a:lnTo>
                    <a:pt x="169961" y="44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4323" y="4997449"/>
              <a:ext cx="116205" cy="560705"/>
            </a:xfrm>
            <a:custGeom>
              <a:avLst/>
              <a:gdLst/>
              <a:ahLst/>
              <a:cxnLst/>
              <a:rect l="l" t="t" r="r" b="b"/>
              <a:pathLst>
                <a:path w="116204" h="560704">
                  <a:moveTo>
                    <a:pt x="0" y="560387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115788" y="444599"/>
                  </a:lnTo>
                  <a:lnTo>
                    <a:pt x="0" y="5603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24362" y="4997449"/>
              <a:ext cx="285750" cy="116205"/>
            </a:xfrm>
            <a:custGeom>
              <a:avLst/>
              <a:gdLst/>
              <a:ahLst/>
              <a:cxnLst/>
              <a:rect l="l" t="t" r="r" b="b"/>
              <a:pathLst>
                <a:path w="285750" h="116204">
                  <a:moveTo>
                    <a:pt x="169961" y="115788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285749" y="0"/>
                  </a:lnTo>
                  <a:lnTo>
                    <a:pt x="169961" y="1157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24362" y="4997449"/>
              <a:ext cx="285750" cy="560705"/>
            </a:xfrm>
            <a:custGeom>
              <a:avLst/>
              <a:gdLst/>
              <a:ahLst/>
              <a:cxnLst/>
              <a:rect l="l" t="t" r="r" b="b"/>
              <a:pathLst>
                <a:path w="285750" h="560704">
                  <a:moveTo>
                    <a:pt x="0" y="115788"/>
                  </a:moveTo>
                  <a:lnTo>
                    <a:pt x="115788" y="0"/>
                  </a:lnTo>
                  <a:lnTo>
                    <a:pt x="285749" y="0"/>
                  </a:lnTo>
                  <a:lnTo>
                    <a:pt x="285749" y="444599"/>
                  </a:lnTo>
                  <a:lnTo>
                    <a:pt x="169961" y="560387"/>
                  </a:lnTo>
                  <a:lnTo>
                    <a:pt x="0" y="560387"/>
                  </a:lnTo>
                  <a:lnTo>
                    <a:pt x="0" y="115788"/>
                  </a:lnTo>
                  <a:close/>
                </a:path>
                <a:path w="285750" h="560704">
                  <a:moveTo>
                    <a:pt x="0" y="115788"/>
                  </a:moveTo>
                  <a:lnTo>
                    <a:pt x="169961" y="115788"/>
                  </a:lnTo>
                  <a:lnTo>
                    <a:pt x="285749" y="0"/>
                  </a:lnTo>
                </a:path>
                <a:path w="285750" h="560704">
                  <a:moveTo>
                    <a:pt x="169961" y="115788"/>
                  </a:moveTo>
                  <a:lnTo>
                    <a:pt x="169961" y="5603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87888" y="5038077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2" y="648346"/>
                  </a:moveTo>
                  <a:lnTo>
                    <a:pt x="0" y="648346"/>
                  </a:lnTo>
                  <a:lnTo>
                    <a:pt x="0" y="0"/>
                  </a:lnTo>
                  <a:lnTo>
                    <a:pt x="173682" y="0"/>
                  </a:lnTo>
                  <a:lnTo>
                    <a:pt x="173682" y="64834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61571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3"/>
                  </a:lnTo>
                  <a:lnTo>
                    <a:pt x="170803" y="0"/>
                  </a:lnTo>
                  <a:lnTo>
                    <a:pt x="170803" y="648346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87888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2" y="170803"/>
                  </a:moveTo>
                  <a:lnTo>
                    <a:pt x="0" y="170803"/>
                  </a:lnTo>
                  <a:lnTo>
                    <a:pt x="170802" y="0"/>
                  </a:lnTo>
                  <a:lnTo>
                    <a:pt x="344486" y="0"/>
                  </a:lnTo>
                  <a:lnTo>
                    <a:pt x="173682" y="17080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7888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3"/>
                  </a:moveTo>
                  <a:lnTo>
                    <a:pt x="170802" y="0"/>
                  </a:lnTo>
                  <a:lnTo>
                    <a:pt x="344486" y="0"/>
                  </a:lnTo>
                  <a:lnTo>
                    <a:pt x="344486" y="648346"/>
                  </a:lnTo>
                  <a:lnTo>
                    <a:pt x="173682" y="819149"/>
                  </a:lnTo>
                  <a:lnTo>
                    <a:pt x="0" y="819149"/>
                  </a:lnTo>
                  <a:lnTo>
                    <a:pt x="0" y="170803"/>
                  </a:lnTo>
                  <a:close/>
                </a:path>
                <a:path w="344804" h="819150">
                  <a:moveTo>
                    <a:pt x="0" y="170803"/>
                  </a:moveTo>
                  <a:lnTo>
                    <a:pt x="173682" y="170803"/>
                  </a:lnTo>
                  <a:lnTo>
                    <a:pt x="344486" y="0"/>
                  </a:lnTo>
                </a:path>
                <a:path w="344804" h="819150">
                  <a:moveTo>
                    <a:pt x="173682" y="170803"/>
                  </a:moveTo>
                  <a:lnTo>
                    <a:pt x="173682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51413" y="4973445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26229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242695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413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417511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51413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5" y="0"/>
                  </a:lnTo>
                  <a:lnTo>
                    <a:pt x="417511" y="0"/>
                  </a:lnTo>
                  <a:lnTo>
                    <a:pt x="417511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1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67324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32599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67324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67324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4038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34134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4038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34038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45200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8"/>
                  </a:moveTo>
                  <a:lnTo>
                    <a:pt x="0" y="1347858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45296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1" y="0"/>
                  </a:lnTo>
                  <a:lnTo>
                    <a:pt x="411091" y="1347858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5200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7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5200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7" y="0"/>
                  </a:lnTo>
                  <a:lnTo>
                    <a:pt x="611187" y="1347858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7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0213" y="6448679"/>
            <a:ext cx="587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881238" y="3644899"/>
            <a:ext cx="328295" cy="522605"/>
            <a:chOff x="5881238" y="3644899"/>
            <a:chExt cx="328295" cy="522605"/>
          </a:xfrm>
        </p:grpSpPr>
        <p:sp>
          <p:nvSpPr>
            <p:cNvPr id="54" name="object 54"/>
            <p:cNvSpPr/>
            <p:nvPr/>
          </p:nvSpPr>
          <p:spPr>
            <a:xfrm>
              <a:off x="604520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1933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1933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3276150" y="3644899"/>
            <a:ext cx="328295" cy="522605"/>
            <a:chOff x="3276150" y="3644899"/>
            <a:chExt cx="328295" cy="522605"/>
          </a:xfrm>
        </p:grpSpPr>
        <p:sp>
          <p:nvSpPr>
            <p:cNvPr id="58" name="object 58"/>
            <p:cNvSpPr/>
            <p:nvPr/>
          </p:nvSpPr>
          <p:spPr>
            <a:xfrm>
              <a:off x="3440112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14250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14250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2560188" y="3644899"/>
            <a:ext cx="328295" cy="522605"/>
            <a:chOff x="2560188" y="3644899"/>
            <a:chExt cx="328295" cy="522605"/>
          </a:xfrm>
        </p:grpSpPr>
        <p:sp>
          <p:nvSpPr>
            <p:cNvPr id="62" name="object 62"/>
            <p:cNvSpPr/>
            <p:nvPr/>
          </p:nvSpPr>
          <p:spPr>
            <a:xfrm>
              <a:off x="272415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982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982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3939725" y="3644899"/>
            <a:ext cx="328295" cy="522605"/>
            <a:chOff x="3939725" y="3644899"/>
            <a:chExt cx="328295" cy="522605"/>
          </a:xfrm>
        </p:grpSpPr>
        <p:sp>
          <p:nvSpPr>
            <p:cNvPr id="66" name="object 66"/>
            <p:cNvSpPr/>
            <p:nvPr/>
          </p:nvSpPr>
          <p:spPr>
            <a:xfrm>
              <a:off x="4103687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977825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977825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5074788" y="3644899"/>
            <a:ext cx="328295" cy="522605"/>
            <a:chOff x="5074788" y="3644899"/>
            <a:chExt cx="328295" cy="522605"/>
          </a:xfrm>
        </p:grpSpPr>
        <p:sp>
          <p:nvSpPr>
            <p:cNvPr id="70" name="object 70"/>
            <p:cNvSpPr/>
            <p:nvPr/>
          </p:nvSpPr>
          <p:spPr>
            <a:xfrm>
              <a:off x="523875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128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1128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D0028AD-A89D-22E8-2D52-AB83A118BCFC}"/>
                  </a:ext>
                </a:extLst>
              </p14:cNvPr>
              <p14:cNvContentPartPr/>
              <p14:nvPr/>
            </p14:nvContentPartPr>
            <p14:xfrm>
              <a:off x="269640" y="3097080"/>
              <a:ext cx="8683920" cy="2692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D0028AD-A89D-22E8-2D52-AB83A118BC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440" y="3080880"/>
                <a:ext cx="8716320" cy="272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84338" y="3848100"/>
            <a:ext cx="6889750" cy="2003425"/>
            <a:chOff x="1684338" y="3848100"/>
            <a:chExt cx="6889750" cy="2003425"/>
          </a:xfrm>
        </p:grpSpPr>
        <p:sp>
          <p:nvSpPr>
            <p:cNvPr id="4" name="object 4"/>
            <p:cNvSpPr/>
            <p:nvPr/>
          </p:nvSpPr>
          <p:spPr>
            <a:xfrm>
              <a:off x="5024438" y="3876675"/>
              <a:ext cx="1500505" cy="469900"/>
            </a:xfrm>
            <a:custGeom>
              <a:avLst/>
              <a:gdLst/>
              <a:ahLst/>
              <a:cxnLst/>
              <a:rect l="l" t="t" r="r" b="b"/>
              <a:pathLst>
                <a:path w="1500504" h="469900">
                  <a:moveTo>
                    <a:pt x="0" y="469899"/>
                  </a:moveTo>
                  <a:lnTo>
                    <a:pt x="8015" y="414286"/>
                  </a:lnTo>
                  <a:lnTo>
                    <a:pt x="29874" y="368871"/>
                  </a:lnTo>
                  <a:lnTo>
                    <a:pt x="62295" y="338252"/>
                  </a:lnTo>
                  <a:lnTo>
                    <a:pt x="101996" y="327024"/>
                  </a:lnTo>
                  <a:lnTo>
                    <a:pt x="141698" y="315796"/>
                  </a:lnTo>
                  <a:lnTo>
                    <a:pt x="174119" y="285177"/>
                  </a:lnTo>
                  <a:lnTo>
                    <a:pt x="195978" y="239763"/>
                  </a:lnTo>
                  <a:lnTo>
                    <a:pt x="203993" y="184149"/>
                  </a:lnTo>
                  <a:lnTo>
                    <a:pt x="212008" y="239763"/>
                  </a:lnTo>
                  <a:lnTo>
                    <a:pt x="233867" y="285177"/>
                  </a:lnTo>
                  <a:lnTo>
                    <a:pt x="266288" y="315796"/>
                  </a:lnTo>
                  <a:lnTo>
                    <a:pt x="305989" y="327024"/>
                  </a:lnTo>
                  <a:lnTo>
                    <a:pt x="345691" y="338252"/>
                  </a:lnTo>
                  <a:lnTo>
                    <a:pt x="378112" y="368871"/>
                  </a:lnTo>
                  <a:lnTo>
                    <a:pt x="399971" y="414286"/>
                  </a:lnTo>
                  <a:lnTo>
                    <a:pt x="407986" y="469899"/>
                  </a:lnTo>
                </a:path>
                <a:path w="1500504" h="469900">
                  <a:moveTo>
                    <a:pt x="1092199" y="284162"/>
                  </a:moveTo>
                  <a:lnTo>
                    <a:pt x="1100215" y="228858"/>
                  </a:lnTo>
                  <a:lnTo>
                    <a:pt x="1122073" y="183696"/>
                  </a:lnTo>
                  <a:lnTo>
                    <a:pt x="1154494" y="153246"/>
                  </a:lnTo>
                  <a:lnTo>
                    <a:pt x="1194196" y="142081"/>
                  </a:lnTo>
                  <a:lnTo>
                    <a:pt x="1233898" y="130915"/>
                  </a:lnTo>
                  <a:lnTo>
                    <a:pt x="1266318" y="100466"/>
                  </a:lnTo>
                  <a:lnTo>
                    <a:pt x="1288177" y="55304"/>
                  </a:lnTo>
                  <a:lnTo>
                    <a:pt x="1296192" y="0"/>
                  </a:lnTo>
                  <a:lnTo>
                    <a:pt x="1304208" y="55304"/>
                  </a:lnTo>
                  <a:lnTo>
                    <a:pt x="1326067" y="100466"/>
                  </a:lnTo>
                  <a:lnTo>
                    <a:pt x="1358488" y="130915"/>
                  </a:lnTo>
                  <a:lnTo>
                    <a:pt x="1398189" y="142081"/>
                  </a:lnTo>
                  <a:lnTo>
                    <a:pt x="1437891" y="153246"/>
                  </a:lnTo>
                  <a:lnTo>
                    <a:pt x="1470312" y="183696"/>
                  </a:lnTo>
                  <a:lnTo>
                    <a:pt x="1492170" y="228858"/>
                  </a:lnTo>
                  <a:lnTo>
                    <a:pt x="1500186" y="284162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0" y="4578572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1"/>
                  </a:moveTo>
                  <a:lnTo>
                    <a:pt x="0" y="701451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1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97240" y="4378325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1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53000" y="437832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8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000" y="4378325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8" y="0"/>
                  </a:lnTo>
                  <a:lnTo>
                    <a:pt x="344488" y="701451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8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6774" y="4509924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5"/>
                  </a:moveTo>
                  <a:lnTo>
                    <a:pt x="0" y="919325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5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83464" y="4229101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8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5"/>
                  </a:lnTo>
                  <a:lnTo>
                    <a:pt x="0" y="1200148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6774" y="4229101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2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6774" y="4229101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2" y="0"/>
                  </a:lnTo>
                  <a:lnTo>
                    <a:pt x="417512" y="919325"/>
                  </a:lnTo>
                  <a:lnTo>
                    <a:pt x="136689" y="1200148"/>
                  </a:lnTo>
                  <a:lnTo>
                    <a:pt x="0" y="1200148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2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7088" y="4462289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4">
                  <a:moveTo>
                    <a:pt x="165274" y="1113010"/>
                  </a:moveTo>
                  <a:lnTo>
                    <a:pt x="0" y="1113010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0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2362" y="4122739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0"/>
                  </a:lnTo>
                  <a:lnTo>
                    <a:pt x="0" y="1452560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77088" y="4122739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77088" y="4122739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0"/>
                  </a:lnTo>
                  <a:lnTo>
                    <a:pt x="165274" y="1452560"/>
                  </a:lnTo>
                  <a:lnTo>
                    <a:pt x="0" y="1452560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36718" y="4462289"/>
              <a:ext cx="0" cy="1113155"/>
            </a:xfrm>
            <a:custGeom>
              <a:avLst/>
              <a:gdLst/>
              <a:ahLst/>
              <a:cxnLst/>
              <a:rect l="l" t="t" r="r" b="b"/>
              <a:pathLst>
                <a:path h="1113154">
                  <a:moveTo>
                    <a:pt x="0" y="0"/>
                  </a:moveTo>
                  <a:lnTo>
                    <a:pt x="0" y="1113010"/>
                  </a:lnTo>
                </a:path>
              </a:pathLst>
            </a:custGeom>
            <a:ln w="3175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4990" y="5283200"/>
              <a:ext cx="756920" cy="225425"/>
            </a:xfrm>
            <a:custGeom>
              <a:avLst/>
              <a:gdLst/>
              <a:ahLst/>
              <a:cxnLst/>
              <a:rect l="l" t="t" r="r" b="b"/>
              <a:pathLst>
                <a:path w="756920" h="225425">
                  <a:moveTo>
                    <a:pt x="0" y="0"/>
                  </a:moveTo>
                  <a:lnTo>
                    <a:pt x="16912" y="47894"/>
                  </a:lnTo>
                  <a:lnTo>
                    <a:pt x="64268" y="93850"/>
                  </a:lnTo>
                  <a:lnTo>
                    <a:pt x="97776" y="115479"/>
                  </a:lnTo>
                  <a:lnTo>
                    <a:pt x="136993" y="135878"/>
                  </a:lnTo>
                  <a:lnTo>
                    <a:pt x="181283" y="154797"/>
                  </a:lnTo>
                  <a:lnTo>
                    <a:pt x="230013" y="171989"/>
                  </a:lnTo>
                  <a:lnTo>
                    <a:pt x="282548" y="187205"/>
                  </a:lnTo>
                  <a:lnTo>
                    <a:pt x="338254" y="200196"/>
                  </a:lnTo>
                  <a:lnTo>
                    <a:pt x="396497" y="210713"/>
                  </a:lnTo>
                  <a:lnTo>
                    <a:pt x="456643" y="218507"/>
                  </a:lnTo>
                  <a:lnTo>
                    <a:pt x="518057" y="223331"/>
                  </a:lnTo>
                  <a:lnTo>
                    <a:pt x="580106" y="224935"/>
                  </a:lnTo>
                  <a:lnTo>
                    <a:pt x="607290" y="224568"/>
                  </a:lnTo>
                  <a:lnTo>
                    <a:pt x="661444" y="221925"/>
                  </a:lnTo>
                  <a:lnTo>
                    <a:pt x="701665" y="218354"/>
                  </a:lnTo>
                  <a:lnTo>
                    <a:pt x="741349" y="213499"/>
                  </a:lnTo>
                  <a:lnTo>
                    <a:pt x="754426" y="211607"/>
                  </a:lnTo>
                  <a:lnTo>
                    <a:pt x="756498" y="211284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2416" y="5332184"/>
              <a:ext cx="364490" cy="273685"/>
            </a:xfrm>
            <a:custGeom>
              <a:avLst/>
              <a:gdLst/>
              <a:ahLst/>
              <a:cxnLst/>
              <a:rect l="l" t="t" r="r" b="b"/>
              <a:pathLst>
                <a:path w="364489" h="273685">
                  <a:moveTo>
                    <a:pt x="118144" y="273437"/>
                  </a:moveTo>
                  <a:lnTo>
                    <a:pt x="0" y="51161"/>
                  </a:lnTo>
                  <a:lnTo>
                    <a:pt x="364421" y="0"/>
                  </a:lnTo>
                  <a:lnTo>
                    <a:pt x="118144" y="27343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2416" y="5332184"/>
              <a:ext cx="364490" cy="273685"/>
            </a:xfrm>
            <a:custGeom>
              <a:avLst/>
              <a:gdLst/>
              <a:ahLst/>
              <a:cxnLst/>
              <a:rect l="l" t="t" r="r" b="b"/>
              <a:pathLst>
                <a:path w="364489" h="273685">
                  <a:moveTo>
                    <a:pt x="118144" y="273437"/>
                  </a:moveTo>
                  <a:lnTo>
                    <a:pt x="364421" y="0"/>
                  </a:lnTo>
                  <a:lnTo>
                    <a:pt x="0" y="51161"/>
                  </a:lnTo>
                  <a:lnTo>
                    <a:pt x="118144" y="273437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7294" y="5432425"/>
              <a:ext cx="2487295" cy="225425"/>
            </a:xfrm>
            <a:custGeom>
              <a:avLst/>
              <a:gdLst/>
              <a:ahLst/>
              <a:cxnLst/>
              <a:rect l="l" t="t" r="r" b="b"/>
              <a:pathLst>
                <a:path w="2487295" h="225425">
                  <a:moveTo>
                    <a:pt x="0" y="0"/>
                  </a:moveTo>
                  <a:lnTo>
                    <a:pt x="19833" y="32560"/>
                  </a:lnTo>
                  <a:lnTo>
                    <a:pt x="53867" y="53975"/>
                  </a:lnTo>
                  <a:lnTo>
                    <a:pt x="103181" y="74941"/>
                  </a:lnTo>
                  <a:lnTo>
                    <a:pt x="166598" y="95277"/>
                  </a:lnTo>
                  <a:lnTo>
                    <a:pt x="242944" y="114799"/>
                  </a:lnTo>
                  <a:lnTo>
                    <a:pt x="285598" y="124197"/>
                  </a:lnTo>
                  <a:lnTo>
                    <a:pt x="331043" y="133324"/>
                  </a:lnTo>
                  <a:lnTo>
                    <a:pt x="379132" y="142154"/>
                  </a:lnTo>
                  <a:lnTo>
                    <a:pt x="429719" y="150667"/>
                  </a:lnTo>
                  <a:lnTo>
                    <a:pt x="482657" y="158839"/>
                  </a:lnTo>
                  <a:lnTo>
                    <a:pt x="537798" y="166648"/>
                  </a:lnTo>
                  <a:lnTo>
                    <a:pt x="594996" y="174069"/>
                  </a:lnTo>
                  <a:lnTo>
                    <a:pt x="654104" y="181081"/>
                  </a:lnTo>
                  <a:lnTo>
                    <a:pt x="714974" y="187660"/>
                  </a:lnTo>
                  <a:lnTo>
                    <a:pt x="777461" y="193784"/>
                  </a:lnTo>
                  <a:lnTo>
                    <a:pt x="841417" y="199430"/>
                  </a:lnTo>
                  <a:lnTo>
                    <a:pt x="906696" y="204574"/>
                  </a:lnTo>
                  <a:lnTo>
                    <a:pt x="973149" y="209194"/>
                  </a:lnTo>
                  <a:lnTo>
                    <a:pt x="1040631" y="213267"/>
                  </a:lnTo>
                  <a:lnTo>
                    <a:pt x="1108994" y="216770"/>
                  </a:lnTo>
                  <a:lnTo>
                    <a:pt x="1178092" y="219681"/>
                  </a:lnTo>
                  <a:lnTo>
                    <a:pt x="1247778" y="221975"/>
                  </a:lnTo>
                  <a:lnTo>
                    <a:pt x="1317904" y="223631"/>
                  </a:lnTo>
                  <a:lnTo>
                    <a:pt x="1388324" y="224626"/>
                  </a:lnTo>
                  <a:lnTo>
                    <a:pt x="1458891" y="224935"/>
                  </a:lnTo>
                  <a:lnTo>
                    <a:pt x="1513589" y="224694"/>
                  </a:lnTo>
                  <a:lnTo>
                    <a:pt x="1568217" y="224038"/>
                  </a:lnTo>
                  <a:lnTo>
                    <a:pt x="1622709" y="222979"/>
                  </a:lnTo>
                  <a:lnTo>
                    <a:pt x="1676996" y="221526"/>
                  </a:lnTo>
                  <a:lnTo>
                    <a:pt x="1731009" y="219691"/>
                  </a:lnTo>
                  <a:lnTo>
                    <a:pt x="1784680" y="217484"/>
                  </a:lnTo>
                  <a:lnTo>
                    <a:pt x="1837941" y="214915"/>
                  </a:lnTo>
                  <a:lnTo>
                    <a:pt x="1890723" y="211996"/>
                  </a:lnTo>
                  <a:lnTo>
                    <a:pt x="1942958" y="208737"/>
                  </a:lnTo>
                  <a:lnTo>
                    <a:pt x="1994578" y="205148"/>
                  </a:lnTo>
                  <a:lnTo>
                    <a:pt x="2045514" y="201240"/>
                  </a:lnTo>
                  <a:lnTo>
                    <a:pt x="2095698" y="197023"/>
                  </a:lnTo>
                  <a:lnTo>
                    <a:pt x="2145061" y="192509"/>
                  </a:lnTo>
                  <a:lnTo>
                    <a:pt x="2193534" y="187707"/>
                  </a:lnTo>
                  <a:lnTo>
                    <a:pt x="2241051" y="182629"/>
                  </a:lnTo>
                  <a:lnTo>
                    <a:pt x="2287542" y="177284"/>
                  </a:lnTo>
                  <a:lnTo>
                    <a:pt x="2332938" y="171684"/>
                  </a:lnTo>
                  <a:lnTo>
                    <a:pt x="2377172" y="165840"/>
                  </a:lnTo>
                  <a:lnTo>
                    <a:pt x="2420175" y="159760"/>
                  </a:lnTo>
                  <a:lnTo>
                    <a:pt x="2461879" y="153457"/>
                  </a:lnTo>
                  <a:lnTo>
                    <a:pt x="2474635" y="151443"/>
                  </a:lnTo>
                  <a:lnTo>
                    <a:pt x="2486862" y="149472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2101" y="5463270"/>
              <a:ext cx="368300" cy="237490"/>
            </a:xfrm>
            <a:custGeom>
              <a:avLst/>
              <a:gdLst/>
              <a:ahLst/>
              <a:cxnLst/>
              <a:rect l="l" t="t" r="r" b="b"/>
              <a:pathLst>
                <a:path w="368300" h="237489">
                  <a:moveTo>
                    <a:pt x="84112" y="237254"/>
                  </a:moveTo>
                  <a:lnTo>
                    <a:pt x="0" y="0"/>
                  </a:lnTo>
                  <a:lnTo>
                    <a:pt x="367982" y="3078"/>
                  </a:lnTo>
                  <a:lnTo>
                    <a:pt x="84112" y="2372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42101" y="5463270"/>
              <a:ext cx="368300" cy="237490"/>
            </a:xfrm>
            <a:custGeom>
              <a:avLst/>
              <a:gdLst/>
              <a:ahLst/>
              <a:cxnLst/>
              <a:rect l="l" t="t" r="r" b="b"/>
              <a:pathLst>
                <a:path w="368300" h="237489">
                  <a:moveTo>
                    <a:pt x="84112" y="237254"/>
                  </a:moveTo>
                  <a:lnTo>
                    <a:pt x="367982" y="3078"/>
                  </a:lnTo>
                  <a:lnTo>
                    <a:pt x="0" y="0"/>
                  </a:lnTo>
                  <a:lnTo>
                    <a:pt x="84112" y="237254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4037" y="5570538"/>
              <a:ext cx="4423410" cy="222885"/>
            </a:xfrm>
            <a:custGeom>
              <a:avLst/>
              <a:gdLst/>
              <a:ahLst/>
              <a:cxnLst/>
              <a:rect l="l" t="t" r="r" b="b"/>
              <a:pathLst>
                <a:path w="4423409" h="222885">
                  <a:moveTo>
                    <a:pt x="0" y="0"/>
                  </a:moveTo>
                  <a:lnTo>
                    <a:pt x="35275" y="33268"/>
                  </a:lnTo>
                  <a:lnTo>
                    <a:pt x="88436" y="52938"/>
                  </a:lnTo>
                  <a:lnTo>
                    <a:pt x="136236" y="65843"/>
                  </a:lnTo>
                  <a:lnTo>
                    <a:pt x="193377" y="78531"/>
                  </a:lnTo>
                  <a:lnTo>
                    <a:pt x="259393" y="90962"/>
                  </a:lnTo>
                  <a:lnTo>
                    <a:pt x="333817" y="103092"/>
                  </a:lnTo>
                  <a:lnTo>
                    <a:pt x="374036" y="109032"/>
                  </a:lnTo>
                  <a:lnTo>
                    <a:pt x="416181" y="114881"/>
                  </a:lnTo>
                  <a:lnTo>
                    <a:pt x="460195" y="120633"/>
                  </a:lnTo>
                  <a:lnTo>
                    <a:pt x="506019" y="126285"/>
                  </a:lnTo>
                  <a:lnTo>
                    <a:pt x="553595" y="131829"/>
                  </a:lnTo>
                  <a:lnTo>
                    <a:pt x="602863" y="137262"/>
                  </a:lnTo>
                  <a:lnTo>
                    <a:pt x="653767" y="142578"/>
                  </a:lnTo>
                  <a:lnTo>
                    <a:pt x="706247" y="147772"/>
                  </a:lnTo>
                  <a:lnTo>
                    <a:pt x="760245" y="152838"/>
                  </a:lnTo>
                  <a:lnTo>
                    <a:pt x="815703" y="157771"/>
                  </a:lnTo>
                  <a:lnTo>
                    <a:pt x="872562" y="162565"/>
                  </a:lnTo>
                  <a:lnTo>
                    <a:pt x="930764" y="167217"/>
                  </a:lnTo>
                  <a:lnTo>
                    <a:pt x="990251" y="171720"/>
                  </a:lnTo>
                  <a:lnTo>
                    <a:pt x="1050963" y="176069"/>
                  </a:lnTo>
                  <a:lnTo>
                    <a:pt x="1112844" y="180259"/>
                  </a:lnTo>
                  <a:lnTo>
                    <a:pt x="1175833" y="184284"/>
                  </a:lnTo>
                  <a:lnTo>
                    <a:pt x="1239874" y="188140"/>
                  </a:lnTo>
                  <a:lnTo>
                    <a:pt x="1304907" y="191821"/>
                  </a:lnTo>
                  <a:lnTo>
                    <a:pt x="1370875" y="195322"/>
                  </a:lnTo>
                  <a:lnTo>
                    <a:pt x="1437718" y="198637"/>
                  </a:lnTo>
                  <a:lnTo>
                    <a:pt x="1505379" y="201761"/>
                  </a:lnTo>
                  <a:lnTo>
                    <a:pt x="1573798" y="204690"/>
                  </a:lnTo>
                  <a:lnTo>
                    <a:pt x="1642919" y="207417"/>
                  </a:lnTo>
                  <a:lnTo>
                    <a:pt x="1712681" y="209938"/>
                  </a:lnTo>
                  <a:lnTo>
                    <a:pt x="1783028" y="212248"/>
                  </a:lnTo>
                  <a:lnTo>
                    <a:pt x="1853900" y="214340"/>
                  </a:lnTo>
                  <a:lnTo>
                    <a:pt x="1925239" y="216210"/>
                  </a:lnTo>
                  <a:lnTo>
                    <a:pt x="1996986" y="217853"/>
                  </a:lnTo>
                  <a:lnTo>
                    <a:pt x="2069084" y="219262"/>
                  </a:lnTo>
                  <a:lnTo>
                    <a:pt x="2141474" y="220434"/>
                  </a:lnTo>
                  <a:lnTo>
                    <a:pt x="2214098" y="221363"/>
                  </a:lnTo>
                  <a:lnTo>
                    <a:pt x="2286897" y="222043"/>
                  </a:lnTo>
                  <a:lnTo>
                    <a:pt x="2359812" y="222469"/>
                  </a:lnTo>
                  <a:lnTo>
                    <a:pt x="2432786" y="222636"/>
                  </a:lnTo>
                  <a:lnTo>
                    <a:pt x="2488072" y="222588"/>
                  </a:lnTo>
                  <a:lnTo>
                    <a:pt x="2543333" y="222391"/>
                  </a:lnTo>
                  <a:lnTo>
                    <a:pt x="2598544" y="222046"/>
                  </a:lnTo>
                  <a:lnTo>
                    <a:pt x="2653678" y="221557"/>
                  </a:lnTo>
                  <a:lnTo>
                    <a:pt x="2708710" y="220925"/>
                  </a:lnTo>
                  <a:lnTo>
                    <a:pt x="2763616" y="220153"/>
                  </a:lnTo>
                  <a:lnTo>
                    <a:pt x="2818369" y="219243"/>
                  </a:lnTo>
                  <a:lnTo>
                    <a:pt x="2872945" y="218198"/>
                  </a:lnTo>
                  <a:lnTo>
                    <a:pt x="2927317" y="217020"/>
                  </a:lnTo>
                  <a:lnTo>
                    <a:pt x="2981461" y="215710"/>
                  </a:lnTo>
                  <a:lnTo>
                    <a:pt x="3035351" y="214273"/>
                  </a:lnTo>
                  <a:lnTo>
                    <a:pt x="3088962" y="212708"/>
                  </a:lnTo>
                  <a:lnTo>
                    <a:pt x="3142268" y="211020"/>
                  </a:lnTo>
                  <a:lnTo>
                    <a:pt x="3195245" y="209211"/>
                  </a:lnTo>
                  <a:lnTo>
                    <a:pt x="3247865" y="207281"/>
                  </a:lnTo>
                  <a:lnTo>
                    <a:pt x="3300106" y="205235"/>
                  </a:lnTo>
                  <a:lnTo>
                    <a:pt x="3351939" y="203075"/>
                  </a:lnTo>
                  <a:lnTo>
                    <a:pt x="3403342" y="200801"/>
                  </a:lnTo>
                  <a:lnTo>
                    <a:pt x="3454287" y="198418"/>
                  </a:lnTo>
                  <a:lnTo>
                    <a:pt x="3504750" y="195927"/>
                  </a:lnTo>
                  <a:lnTo>
                    <a:pt x="3554706" y="193331"/>
                  </a:lnTo>
                  <a:lnTo>
                    <a:pt x="3604128" y="190631"/>
                  </a:lnTo>
                  <a:lnTo>
                    <a:pt x="3652991" y="187830"/>
                  </a:lnTo>
                  <a:lnTo>
                    <a:pt x="3701271" y="184931"/>
                  </a:lnTo>
                  <a:lnTo>
                    <a:pt x="3748942" y="181936"/>
                  </a:lnTo>
                  <a:lnTo>
                    <a:pt x="3795978" y="178847"/>
                  </a:lnTo>
                  <a:lnTo>
                    <a:pt x="3842354" y="175666"/>
                  </a:lnTo>
                  <a:lnTo>
                    <a:pt x="3888044" y="172396"/>
                  </a:lnTo>
                  <a:lnTo>
                    <a:pt x="3933024" y="169039"/>
                  </a:lnTo>
                  <a:lnTo>
                    <a:pt x="3977267" y="165597"/>
                  </a:lnTo>
                  <a:lnTo>
                    <a:pt x="4020749" y="162073"/>
                  </a:lnTo>
                  <a:lnTo>
                    <a:pt x="4063444" y="158469"/>
                  </a:lnTo>
                  <a:lnTo>
                    <a:pt x="4105327" y="154787"/>
                  </a:lnTo>
                  <a:lnTo>
                    <a:pt x="4161542" y="149602"/>
                  </a:lnTo>
                  <a:lnTo>
                    <a:pt x="4216108" y="144280"/>
                  </a:lnTo>
                  <a:lnTo>
                    <a:pt x="4268958" y="138827"/>
                  </a:lnTo>
                  <a:lnTo>
                    <a:pt x="4320026" y="133250"/>
                  </a:lnTo>
                  <a:lnTo>
                    <a:pt x="4369246" y="127555"/>
                  </a:lnTo>
                  <a:lnTo>
                    <a:pt x="4416552" y="121746"/>
                  </a:lnTo>
                  <a:lnTo>
                    <a:pt x="4423353" y="120876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85436" y="5569677"/>
              <a:ext cx="367030" cy="243840"/>
            </a:xfrm>
            <a:custGeom>
              <a:avLst/>
              <a:gdLst/>
              <a:ahLst/>
              <a:cxnLst/>
              <a:rect l="l" t="t" r="r" b="b"/>
              <a:pathLst>
                <a:path w="367029" h="243839">
                  <a:moveTo>
                    <a:pt x="63909" y="243475"/>
                  </a:moveTo>
                  <a:lnTo>
                    <a:pt x="0" y="0"/>
                  </a:lnTo>
                  <a:lnTo>
                    <a:pt x="366427" y="33942"/>
                  </a:lnTo>
                  <a:lnTo>
                    <a:pt x="63909" y="24347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85436" y="5569677"/>
              <a:ext cx="367030" cy="243840"/>
            </a:xfrm>
            <a:custGeom>
              <a:avLst/>
              <a:gdLst/>
              <a:ahLst/>
              <a:cxnLst/>
              <a:rect l="l" t="t" r="r" b="b"/>
              <a:pathLst>
                <a:path w="367029" h="243839">
                  <a:moveTo>
                    <a:pt x="63909" y="243475"/>
                  </a:moveTo>
                  <a:lnTo>
                    <a:pt x="366427" y="33942"/>
                  </a:lnTo>
                  <a:lnTo>
                    <a:pt x="0" y="0"/>
                  </a:lnTo>
                  <a:lnTo>
                    <a:pt x="63909" y="243475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90688" y="4458593"/>
              <a:ext cx="166370" cy="1112520"/>
            </a:xfrm>
            <a:custGeom>
              <a:avLst/>
              <a:gdLst/>
              <a:ahLst/>
              <a:cxnLst/>
              <a:rect l="l" t="t" r="r" b="b"/>
              <a:pathLst>
                <a:path w="166369" h="1112520">
                  <a:moveTo>
                    <a:pt x="165794" y="1111944"/>
                  </a:moveTo>
                  <a:lnTo>
                    <a:pt x="0" y="1111944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194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56482" y="4117975"/>
              <a:ext cx="340995" cy="1452880"/>
            </a:xfrm>
            <a:custGeom>
              <a:avLst/>
              <a:gdLst/>
              <a:ahLst/>
              <a:cxnLst/>
              <a:rect l="l" t="t" r="r" b="b"/>
              <a:pathLst>
                <a:path w="340994" h="1452879">
                  <a:moveTo>
                    <a:pt x="0" y="1452562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1945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90688" y="4117975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90688" y="4117975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30" h="1452879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1945"/>
                  </a:lnTo>
                  <a:lnTo>
                    <a:pt x="165794" y="1452562"/>
                  </a:lnTo>
                  <a:lnTo>
                    <a:pt x="0" y="1452562"/>
                  </a:lnTo>
                  <a:lnTo>
                    <a:pt x="0" y="340617"/>
                  </a:lnTo>
                  <a:close/>
                </a:path>
                <a:path w="506730" h="1452879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2879">
                  <a:moveTo>
                    <a:pt x="165794" y="340617"/>
                  </a:moveTo>
                  <a:lnTo>
                    <a:pt x="165794" y="14525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8988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24262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58988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8988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30513" y="451309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67202" y="423227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5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30513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30513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30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30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3775" y="4581747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2"/>
                  </a:moveTo>
                  <a:lnTo>
                    <a:pt x="0" y="701452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78015" y="4381500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33775" y="4381500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33775" y="43815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1452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1700">
                  <a:moveTo>
                    <a:pt x="144240" y="200247"/>
                  </a:moveTo>
                  <a:lnTo>
                    <a:pt x="144240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94213" y="4634305"/>
              <a:ext cx="144145" cy="536575"/>
            </a:xfrm>
            <a:custGeom>
              <a:avLst/>
              <a:gdLst/>
              <a:ahLst/>
              <a:cxnLst/>
              <a:rect l="l" t="t" r="r" b="b"/>
              <a:pathLst>
                <a:path w="144145" h="536575">
                  <a:moveTo>
                    <a:pt x="144069" y="536182"/>
                  </a:moveTo>
                  <a:lnTo>
                    <a:pt x="0" y="536182"/>
                  </a:lnTo>
                  <a:lnTo>
                    <a:pt x="0" y="0"/>
                  </a:lnTo>
                  <a:lnTo>
                    <a:pt x="144069" y="0"/>
                  </a:lnTo>
                  <a:lnTo>
                    <a:pt x="144069" y="5361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8282" y="4492625"/>
              <a:ext cx="142240" cy="678180"/>
            </a:xfrm>
            <a:custGeom>
              <a:avLst/>
              <a:gdLst/>
              <a:ahLst/>
              <a:cxnLst/>
              <a:rect l="l" t="t" r="r" b="b"/>
              <a:pathLst>
                <a:path w="142239" h="678179">
                  <a:moveTo>
                    <a:pt x="0" y="677862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141680" y="536182"/>
                  </a:lnTo>
                  <a:lnTo>
                    <a:pt x="0" y="6778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94213" y="4492625"/>
              <a:ext cx="285750" cy="142240"/>
            </a:xfrm>
            <a:custGeom>
              <a:avLst/>
              <a:gdLst/>
              <a:ahLst/>
              <a:cxnLst/>
              <a:rect l="l" t="t" r="r" b="b"/>
              <a:pathLst>
                <a:path w="285750" h="142239">
                  <a:moveTo>
                    <a:pt x="144069" y="141680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285749" y="0"/>
                  </a:lnTo>
                  <a:lnTo>
                    <a:pt x="144069" y="14168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4213" y="4492625"/>
              <a:ext cx="285750" cy="678180"/>
            </a:xfrm>
            <a:custGeom>
              <a:avLst/>
              <a:gdLst/>
              <a:ahLst/>
              <a:cxnLst/>
              <a:rect l="l" t="t" r="r" b="b"/>
              <a:pathLst>
                <a:path w="285750" h="678179">
                  <a:moveTo>
                    <a:pt x="0" y="141680"/>
                  </a:moveTo>
                  <a:lnTo>
                    <a:pt x="141680" y="0"/>
                  </a:lnTo>
                  <a:lnTo>
                    <a:pt x="285749" y="0"/>
                  </a:lnTo>
                  <a:lnTo>
                    <a:pt x="285749" y="536182"/>
                  </a:lnTo>
                  <a:lnTo>
                    <a:pt x="144069" y="677862"/>
                  </a:lnTo>
                  <a:lnTo>
                    <a:pt x="0" y="677862"/>
                  </a:lnTo>
                  <a:lnTo>
                    <a:pt x="0" y="141680"/>
                  </a:lnTo>
                  <a:close/>
                </a:path>
                <a:path w="285750" h="678179">
                  <a:moveTo>
                    <a:pt x="0" y="141680"/>
                  </a:moveTo>
                  <a:lnTo>
                    <a:pt x="144069" y="141680"/>
                  </a:lnTo>
                  <a:lnTo>
                    <a:pt x="285749" y="0"/>
                  </a:lnTo>
                </a:path>
                <a:path w="285750" h="678179">
                  <a:moveTo>
                    <a:pt x="144069" y="141680"/>
                  </a:moveTo>
                  <a:lnTo>
                    <a:pt x="144069" y="6778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87937" y="4381512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344487" y="0"/>
                  </a:moveTo>
                  <a:lnTo>
                    <a:pt x="144233" y="200240"/>
                  </a:lnTo>
                  <a:lnTo>
                    <a:pt x="0" y="200240"/>
                  </a:lnTo>
                  <a:lnTo>
                    <a:pt x="0" y="901700"/>
                  </a:lnTo>
                  <a:lnTo>
                    <a:pt x="144233" y="901700"/>
                  </a:lnTo>
                  <a:lnTo>
                    <a:pt x="344487" y="701446"/>
                  </a:lnTo>
                  <a:lnTo>
                    <a:pt x="344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87938" y="4381500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7938" y="43815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1452"/>
                  </a:lnTo>
                  <a:lnTo>
                    <a:pt x="144239" y="901699"/>
                  </a:lnTo>
                  <a:lnTo>
                    <a:pt x="0" y="901699"/>
                  </a:lnTo>
                  <a:lnTo>
                    <a:pt x="0" y="200246"/>
                  </a:lnTo>
                  <a:close/>
                </a:path>
                <a:path w="344804" h="901700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1700">
                  <a:moveTo>
                    <a:pt x="144239" y="200246"/>
                  </a:moveTo>
                  <a:lnTo>
                    <a:pt x="144239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11400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76674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11400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11400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28950" y="4513098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6"/>
                  </a:moveTo>
                  <a:lnTo>
                    <a:pt x="0" y="919326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65639" y="423227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19326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28950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28950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792538" y="4582670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29"/>
                  </a:moveTo>
                  <a:lnTo>
                    <a:pt x="0" y="700529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2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37442" y="4381500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92538" y="4381500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92538" y="43815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18125" y="4381512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346075" y="0"/>
                  </a:moveTo>
                  <a:lnTo>
                    <a:pt x="144894" y="201168"/>
                  </a:lnTo>
                  <a:lnTo>
                    <a:pt x="0" y="201168"/>
                  </a:lnTo>
                  <a:lnTo>
                    <a:pt x="0" y="901700"/>
                  </a:lnTo>
                  <a:lnTo>
                    <a:pt x="144894" y="901700"/>
                  </a:lnTo>
                  <a:lnTo>
                    <a:pt x="346075" y="700519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18125" y="4381500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18125" y="43815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64250" y="423228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64250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64250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38888" y="423228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38888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38888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29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337425" y="41179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79">
                  <a:moveTo>
                    <a:pt x="506412" y="0"/>
                  </a:moveTo>
                  <a:lnTo>
                    <a:pt x="165785" y="340614"/>
                  </a:lnTo>
                  <a:lnTo>
                    <a:pt x="0" y="340614"/>
                  </a:lnTo>
                  <a:lnTo>
                    <a:pt x="0" y="1452562"/>
                  </a:lnTo>
                  <a:lnTo>
                    <a:pt x="165785" y="1452562"/>
                  </a:lnTo>
                  <a:lnTo>
                    <a:pt x="506412" y="1111935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37425" y="4117975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3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37425" y="4117975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79">
                  <a:moveTo>
                    <a:pt x="0" y="340618"/>
                  </a:moveTo>
                  <a:lnTo>
                    <a:pt x="340618" y="0"/>
                  </a:lnTo>
                  <a:lnTo>
                    <a:pt x="506413" y="0"/>
                  </a:lnTo>
                  <a:lnTo>
                    <a:pt x="506413" y="1111944"/>
                  </a:lnTo>
                  <a:lnTo>
                    <a:pt x="165794" y="1452562"/>
                  </a:lnTo>
                  <a:lnTo>
                    <a:pt x="0" y="1452562"/>
                  </a:lnTo>
                  <a:lnTo>
                    <a:pt x="0" y="340618"/>
                  </a:lnTo>
                  <a:close/>
                </a:path>
                <a:path w="506729" h="1452879">
                  <a:moveTo>
                    <a:pt x="0" y="340618"/>
                  </a:moveTo>
                  <a:lnTo>
                    <a:pt x="165794" y="340618"/>
                  </a:lnTo>
                  <a:lnTo>
                    <a:pt x="506413" y="0"/>
                  </a:lnTo>
                </a:path>
                <a:path w="506729" h="1452879">
                  <a:moveTo>
                    <a:pt x="165794" y="340618"/>
                  </a:moveTo>
                  <a:lnTo>
                    <a:pt x="16579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16825" y="41179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504825" y="0"/>
                  </a:moveTo>
                  <a:lnTo>
                    <a:pt x="165265" y="339547"/>
                  </a:lnTo>
                  <a:lnTo>
                    <a:pt x="0" y="339547"/>
                  </a:lnTo>
                  <a:lnTo>
                    <a:pt x="0" y="1452562"/>
                  </a:lnTo>
                  <a:lnTo>
                    <a:pt x="165265" y="1452562"/>
                  </a:lnTo>
                  <a:lnTo>
                    <a:pt x="504825" y="111300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616825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16825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062913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28187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062913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062913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/>
          <p:nvPr/>
        </p:nvSpPr>
        <p:spPr>
          <a:xfrm>
            <a:off x="7434263" y="373380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49"/>
                </a:moveTo>
                <a:lnTo>
                  <a:pt x="8046" y="230136"/>
                </a:lnTo>
                <a:lnTo>
                  <a:pt x="29990" y="184721"/>
                </a:lnTo>
                <a:lnTo>
                  <a:pt x="62537" y="154102"/>
                </a:lnTo>
                <a:lnTo>
                  <a:pt x="102393" y="142874"/>
                </a:lnTo>
                <a:lnTo>
                  <a:pt x="142250" y="131647"/>
                </a:lnTo>
                <a:lnTo>
                  <a:pt x="174797" y="101027"/>
                </a:lnTo>
                <a:lnTo>
                  <a:pt x="196740" y="55613"/>
                </a:lnTo>
                <a:lnTo>
                  <a:pt x="204787" y="0"/>
                </a:lnTo>
                <a:lnTo>
                  <a:pt x="212834" y="55613"/>
                </a:lnTo>
                <a:lnTo>
                  <a:pt x="234778" y="101027"/>
                </a:lnTo>
                <a:lnTo>
                  <a:pt x="267325" y="131647"/>
                </a:lnTo>
                <a:lnTo>
                  <a:pt x="307181" y="142874"/>
                </a:lnTo>
                <a:lnTo>
                  <a:pt x="347037" y="154102"/>
                </a:lnTo>
                <a:lnTo>
                  <a:pt x="379584" y="184721"/>
                </a:lnTo>
                <a:lnTo>
                  <a:pt x="401528" y="230136"/>
                </a:lnTo>
                <a:lnTo>
                  <a:pt x="409574" y="285749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30213" y="5801047"/>
            <a:ext cx="5875020" cy="8559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766820">
              <a:lnSpc>
                <a:spcPct val="100000"/>
              </a:lnSpc>
              <a:spcBef>
                <a:spcPts val="1015"/>
              </a:spcBef>
            </a:pPr>
            <a:r>
              <a:rPr sz="3200" spc="-20" dirty="0">
                <a:latin typeface="Times New Roman"/>
                <a:cs typeface="Times New Roman"/>
              </a:rPr>
              <a:t>Copy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xfrm>
            <a:off x="701675" y="738854"/>
            <a:ext cx="29286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3906838"/>
            <a:ext cx="1250949" cy="1873249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503023" y="1398333"/>
            <a:ext cx="7976234" cy="18154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85725" algn="ctr">
              <a:lnSpc>
                <a:spcPct val="100000"/>
              </a:lnSpc>
              <a:spcBef>
                <a:spcPts val="425"/>
              </a:spcBef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forward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network?</a:t>
            </a:r>
            <a:endParaRPr sz="28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330"/>
              </a:spcBef>
            </a:pPr>
            <a:r>
              <a:rPr sz="2800" spc="-75" dirty="0">
                <a:latin typeface="Times New Roman"/>
                <a:cs typeface="Times New Roman"/>
              </a:rPr>
              <a:t>You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copy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activations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forward.</a:t>
            </a:r>
            <a:endParaRPr sz="28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Subsequent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resolution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figure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fuse</a:t>
            </a:r>
            <a:r>
              <a:rPr sz="2800" spc="-10" dirty="0">
                <a:latin typeface="Times New Roman"/>
                <a:cs typeface="Times New Roman"/>
              </a:rPr>
              <a:t> things.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7BE1445-35BE-16F2-B20E-C87B4554ECAF}"/>
                  </a:ext>
                </a:extLst>
              </p14:cNvPr>
              <p14:cNvContentPartPr/>
              <p14:nvPr/>
            </p14:nvContentPartPr>
            <p14:xfrm>
              <a:off x="2613600" y="3521160"/>
              <a:ext cx="6141600" cy="2867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7BE1445-35BE-16F2-B20E-C87B4554E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7400" y="3504960"/>
                <a:ext cx="6179400" cy="28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EFAA1E0-D203-B9BF-0272-1A2AF2EF7461}"/>
                  </a:ext>
                </a:extLst>
              </p14:cNvPr>
              <p14:cNvContentPartPr/>
              <p14:nvPr/>
            </p14:nvContentPartPr>
            <p14:xfrm>
              <a:off x="6513480" y="911880"/>
              <a:ext cx="2611800" cy="2715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EFAA1E0-D203-B9BF-0272-1A2AF2EF7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7280" y="895680"/>
                <a:ext cx="2644200" cy="274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84338" y="1519237"/>
            <a:ext cx="6889750" cy="2516505"/>
            <a:chOff x="1684338" y="1519237"/>
            <a:chExt cx="6889750" cy="2516505"/>
          </a:xfrm>
        </p:grpSpPr>
        <p:sp>
          <p:nvSpPr>
            <p:cNvPr id="4" name="object 4"/>
            <p:cNvSpPr/>
            <p:nvPr/>
          </p:nvSpPr>
          <p:spPr>
            <a:xfrm>
              <a:off x="1690688" y="1866205"/>
              <a:ext cx="166370" cy="1112520"/>
            </a:xfrm>
            <a:custGeom>
              <a:avLst/>
              <a:gdLst/>
              <a:ahLst/>
              <a:cxnLst/>
              <a:rect l="l" t="t" r="r" b="b"/>
              <a:pathLst>
                <a:path w="166369" h="1112520">
                  <a:moveTo>
                    <a:pt x="165794" y="1111944"/>
                  </a:moveTo>
                  <a:lnTo>
                    <a:pt x="0" y="1111944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194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56482" y="1525587"/>
              <a:ext cx="340995" cy="1452880"/>
            </a:xfrm>
            <a:custGeom>
              <a:avLst/>
              <a:gdLst/>
              <a:ahLst/>
              <a:cxnLst/>
              <a:rect l="l" t="t" r="r" b="b"/>
              <a:pathLst>
                <a:path w="340994" h="1452880">
                  <a:moveTo>
                    <a:pt x="0" y="1452561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1944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0688" y="1525587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4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0688" y="15255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30" h="145288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1944"/>
                  </a:lnTo>
                  <a:lnTo>
                    <a:pt x="165794" y="1452561"/>
                  </a:lnTo>
                  <a:lnTo>
                    <a:pt x="0" y="1452561"/>
                  </a:lnTo>
                  <a:lnTo>
                    <a:pt x="0" y="340617"/>
                  </a:lnTo>
                  <a:close/>
                </a:path>
                <a:path w="506730" h="145288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2880">
                  <a:moveTo>
                    <a:pt x="165794" y="340617"/>
                  </a:moveTo>
                  <a:lnTo>
                    <a:pt x="165794" y="145256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58988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24262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58988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8988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1400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76674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11400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1400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45188" y="310974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1877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5188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45188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75500" y="187307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5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40774" y="1533524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2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339549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75500" y="153352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75500" y="1533524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5924" y="1873075"/>
              <a:ext cx="0" cy="1113155"/>
            </a:xfrm>
            <a:custGeom>
              <a:avLst/>
              <a:gdLst/>
              <a:ahLst/>
              <a:cxnLst/>
              <a:rect l="l" t="t" r="r" b="b"/>
              <a:pathLst>
                <a:path h="1113155">
                  <a:moveTo>
                    <a:pt x="0" y="0"/>
                  </a:moveTo>
                  <a:lnTo>
                    <a:pt x="0" y="1113012"/>
                  </a:lnTo>
                </a:path>
              </a:pathLst>
            </a:custGeom>
            <a:ln w="3175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30513" y="310974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67202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5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30513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30513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30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30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28950" y="3109748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6"/>
                  </a:moveTo>
                  <a:lnTo>
                    <a:pt x="0" y="919326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65639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19326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28950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28950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64250" y="282893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64250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64250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38888" y="282893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8888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8888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29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37425" y="1525599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80">
                  <a:moveTo>
                    <a:pt x="506412" y="0"/>
                  </a:moveTo>
                  <a:lnTo>
                    <a:pt x="165785" y="340614"/>
                  </a:lnTo>
                  <a:lnTo>
                    <a:pt x="0" y="340614"/>
                  </a:lnTo>
                  <a:lnTo>
                    <a:pt x="0" y="1452562"/>
                  </a:lnTo>
                  <a:lnTo>
                    <a:pt x="165785" y="1452562"/>
                  </a:lnTo>
                  <a:lnTo>
                    <a:pt x="506412" y="1111935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37425" y="1525587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4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3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37425" y="15255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80">
                  <a:moveTo>
                    <a:pt x="0" y="340618"/>
                  </a:moveTo>
                  <a:lnTo>
                    <a:pt x="340618" y="0"/>
                  </a:lnTo>
                  <a:lnTo>
                    <a:pt x="506413" y="0"/>
                  </a:lnTo>
                  <a:lnTo>
                    <a:pt x="506413" y="1111943"/>
                  </a:lnTo>
                  <a:lnTo>
                    <a:pt x="165794" y="1452561"/>
                  </a:lnTo>
                  <a:lnTo>
                    <a:pt x="0" y="1452561"/>
                  </a:lnTo>
                  <a:lnTo>
                    <a:pt x="0" y="340618"/>
                  </a:lnTo>
                  <a:close/>
                </a:path>
                <a:path w="506729" h="1452880">
                  <a:moveTo>
                    <a:pt x="0" y="340618"/>
                  </a:moveTo>
                  <a:lnTo>
                    <a:pt x="165794" y="340618"/>
                  </a:lnTo>
                  <a:lnTo>
                    <a:pt x="506413" y="0"/>
                  </a:lnTo>
                </a:path>
                <a:path w="506729" h="1452880">
                  <a:moveTo>
                    <a:pt x="165794" y="340618"/>
                  </a:moveTo>
                  <a:lnTo>
                    <a:pt x="16579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16825" y="1525599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504825" y="0"/>
                  </a:moveTo>
                  <a:lnTo>
                    <a:pt x="165265" y="339547"/>
                  </a:lnTo>
                  <a:lnTo>
                    <a:pt x="0" y="339547"/>
                  </a:lnTo>
                  <a:lnTo>
                    <a:pt x="0" y="1452562"/>
                  </a:lnTo>
                  <a:lnTo>
                    <a:pt x="165265" y="1452562"/>
                  </a:lnTo>
                  <a:lnTo>
                    <a:pt x="504825" y="111300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16825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16825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62913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8187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62913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62913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92363" y="3027362"/>
              <a:ext cx="114935" cy="193040"/>
            </a:xfrm>
            <a:custGeom>
              <a:avLst/>
              <a:gdLst/>
              <a:ahLst/>
              <a:cxnLst/>
              <a:rect l="l" t="t" r="r" b="b"/>
              <a:pathLst>
                <a:path w="114935" h="193039">
                  <a:moveTo>
                    <a:pt x="0" y="0"/>
                  </a:moveTo>
                  <a:lnTo>
                    <a:pt x="114317" y="192617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98445" y="3155743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4724" y="361610"/>
                  </a:moveTo>
                  <a:lnTo>
                    <a:pt x="0" y="128474"/>
                  </a:lnTo>
                  <a:lnTo>
                    <a:pt x="216470" y="0"/>
                  </a:lnTo>
                  <a:lnTo>
                    <a:pt x="284724" y="361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98445" y="3155743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474"/>
                  </a:moveTo>
                  <a:lnTo>
                    <a:pt x="284724" y="361610"/>
                  </a:lnTo>
                  <a:lnTo>
                    <a:pt x="216470" y="0"/>
                  </a:lnTo>
                  <a:lnTo>
                    <a:pt x="0" y="12847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9775" y="3438524"/>
              <a:ext cx="2162175" cy="0"/>
            </a:xfrm>
            <a:custGeom>
              <a:avLst/>
              <a:gdLst/>
              <a:ahLst/>
              <a:cxnLst/>
              <a:rect l="l" t="t" r="r" b="b"/>
              <a:pathLst>
                <a:path w="2162175">
                  <a:moveTo>
                    <a:pt x="0" y="0"/>
                  </a:moveTo>
                  <a:lnTo>
                    <a:pt x="2162174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41950" y="331266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41950" y="331266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78113" y="2259012"/>
              <a:ext cx="3927475" cy="0"/>
            </a:xfrm>
            <a:custGeom>
              <a:avLst/>
              <a:gdLst/>
              <a:ahLst/>
              <a:cxnLst/>
              <a:rect l="l" t="t" r="r" b="b"/>
              <a:pathLst>
                <a:path w="3927475">
                  <a:moveTo>
                    <a:pt x="0" y="0"/>
                  </a:moveTo>
                  <a:lnTo>
                    <a:pt x="3927475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05588" y="21331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05588" y="21331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61622" y="3241100"/>
              <a:ext cx="384810" cy="270510"/>
            </a:xfrm>
            <a:custGeom>
              <a:avLst/>
              <a:gdLst/>
              <a:ahLst/>
              <a:cxnLst/>
              <a:rect l="l" t="t" r="r" b="b"/>
              <a:pathLst>
                <a:path w="384809" h="270510">
                  <a:moveTo>
                    <a:pt x="0" y="270449"/>
                  </a:moveTo>
                  <a:lnTo>
                    <a:pt x="38468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73917" y="3042217"/>
              <a:ext cx="355600" cy="302260"/>
            </a:xfrm>
            <a:custGeom>
              <a:avLst/>
              <a:gdLst/>
              <a:ahLst/>
              <a:cxnLst/>
              <a:rect l="l" t="t" r="r" b="b"/>
              <a:pathLst>
                <a:path w="355600" h="302260">
                  <a:moveTo>
                    <a:pt x="144774" y="301845"/>
                  </a:moveTo>
                  <a:lnTo>
                    <a:pt x="0" y="95919"/>
                  </a:lnTo>
                  <a:lnTo>
                    <a:pt x="355274" y="0"/>
                  </a:lnTo>
                  <a:lnTo>
                    <a:pt x="144774" y="30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73917" y="3042217"/>
              <a:ext cx="355600" cy="302260"/>
            </a:xfrm>
            <a:custGeom>
              <a:avLst/>
              <a:gdLst/>
              <a:ahLst/>
              <a:cxnLst/>
              <a:rect l="l" t="t" r="r" b="b"/>
              <a:pathLst>
                <a:path w="355600" h="302260">
                  <a:moveTo>
                    <a:pt x="144774" y="301845"/>
                  </a:moveTo>
                  <a:lnTo>
                    <a:pt x="355274" y="0"/>
                  </a:lnTo>
                  <a:lnTo>
                    <a:pt x="0" y="95919"/>
                  </a:lnTo>
                  <a:lnTo>
                    <a:pt x="144774" y="301845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945062" y="4084923"/>
            <a:ext cx="1165860" cy="1003300"/>
            <a:chOff x="4945062" y="4084923"/>
            <a:chExt cx="1165860" cy="1003300"/>
          </a:xfrm>
        </p:grpSpPr>
        <p:sp>
          <p:nvSpPr>
            <p:cNvPr id="62" name="object 62"/>
            <p:cNvSpPr/>
            <p:nvPr/>
          </p:nvSpPr>
          <p:spPr>
            <a:xfrm>
              <a:off x="4951412" y="4381057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30"/>
                  </a:moveTo>
                  <a:lnTo>
                    <a:pt x="0" y="700530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30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96317" y="4179888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951412" y="4179888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951412" y="4179888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87937" y="41799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344487" y="0"/>
                  </a:moveTo>
                  <a:lnTo>
                    <a:pt x="144233" y="200240"/>
                  </a:lnTo>
                  <a:lnTo>
                    <a:pt x="0" y="200240"/>
                  </a:lnTo>
                  <a:lnTo>
                    <a:pt x="0" y="901700"/>
                  </a:lnTo>
                  <a:lnTo>
                    <a:pt x="144233" y="901700"/>
                  </a:lnTo>
                  <a:lnTo>
                    <a:pt x="344487" y="701446"/>
                  </a:lnTo>
                  <a:lnTo>
                    <a:pt x="344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87937" y="4179888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87937" y="4179888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1452"/>
                  </a:lnTo>
                  <a:lnTo>
                    <a:pt x="144239" y="901699"/>
                  </a:lnTo>
                  <a:lnTo>
                    <a:pt x="0" y="901699"/>
                  </a:lnTo>
                  <a:lnTo>
                    <a:pt x="0" y="200246"/>
                  </a:lnTo>
                  <a:close/>
                </a:path>
                <a:path w="344804" h="901700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1700">
                  <a:moveTo>
                    <a:pt x="144239" y="200246"/>
                  </a:moveTo>
                  <a:lnTo>
                    <a:pt x="144239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18125" y="41799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346075" y="0"/>
                  </a:moveTo>
                  <a:lnTo>
                    <a:pt x="144894" y="201168"/>
                  </a:lnTo>
                  <a:lnTo>
                    <a:pt x="0" y="201168"/>
                  </a:lnTo>
                  <a:lnTo>
                    <a:pt x="0" y="901700"/>
                  </a:lnTo>
                  <a:lnTo>
                    <a:pt x="144894" y="901700"/>
                  </a:lnTo>
                  <a:lnTo>
                    <a:pt x="346075" y="700519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18124" y="4179888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318124" y="4179888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64294" y="4414661"/>
              <a:ext cx="222885" cy="349885"/>
            </a:xfrm>
            <a:custGeom>
              <a:avLst/>
              <a:gdLst/>
              <a:ahLst/>
              <a:cxnLst/>
              <a:rect l="l" t="t" r="r" b="b"/>
              <a:pathLst>
                <a:path w="222885" h="349885">
                  <a:moveTo>
                    <a:pt x="0" y="349413"/>
                  </a:moveTo>
                  <a:lnTo>
                    <a:pt x="22262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80774" y="4123023"/>
              <a:ext cx="292100" cy="359410"/>
            </a:xfrm>
            <a:custGeom>
              <a:avLst/>
              <a:gdLst/>
              <a:ahLst/>
              <a:cxnLst/>
              <a:rect l="l" t="t" r="r" b="b"/>
              <a:pathLst>
                <a:path w="292100" h="359410">
                  <a:moveTo>
                    <a:pt x="212294" y="359268"/>
                  </a:moveTo>
                  <a:lnTo>
                    <a:pt x="0" y="224006"/>
                  </a:lnTo>
                  <a:lnTo>
                    <a:pt x="291962" y="0"/>
                  </a:lnTo>
                  <a:lnTo>
                    <a:pt x="212294" y="35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780774" y="4123023"/>
              <a:ext cx="292100" cy="359410"/>
            </a:xfrm>
            <a:custGeom>
              <a:avLst/>
              <a:gdLst/>
              <a:ahLst/>
              <a:cxnLst/>
              <a:rect l="l" t="t" r="r" b="b"/>
              <a:pathLst>
                <a:path w="292100" h="359410">
                  <a:moveTo>
                    <a:pt x="212294" y="359268"/>
                  </a:moveTo>
                  <a:lnTo>
                    <a:pt x="291962" y="0"/>
                  </a:lnTo>
                  <a:lnTo>
                    <a:pt x="0" y="224006"/>
                  </a:lnTo>
                  <a:lnTo>
                    <a:pt x="212294" y="359268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U-</a:t>
            </a:r>
            <a:r>
              <a:rPr spc="-25" dirty="0"/>
              <a:t>Net</a:t>
            </a:r>
          </a:p>
        </p:txBody>
      </p:sp>
      <p:pic>
        <p:nvPicPr>
          <p:cNvPr id="76" name="object 7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1314450"/>
            <a:ext cx="1250949" cy="1874837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3527425" y="4173537"/>
            <a:ext cx="617855" cy="914400"/>
            <a:chOff x="3527425" y="4173537"/>
            <a:chExt cx="617855" cy="914400"/>
          </a:xfrm>
        </p:grpSpPr>
        <p:sp>
          <p:nvSpPr>
            <p:cNvPr id="78" name="object 78"/>
            <p:cNvSpPr/>
            <p:nvPr/>
          </p:nvSpPr>
          <p:spPr>
            <a:xfrm>
              <a:off x="3533775" y="4380135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2"/>
                  </a:moveTo>
                  <a:lnTo>
                    <a:pt x="0" y="701452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78015" y="4179887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33775" y="4179887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533775" y="4179887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1452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1700">
                  <a:moveTo>
                    <a:pt x="144240" y="200247"/>
                  </a:moveTo>
                  <a:lnTo>
                    <a:pt x="144240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792538" y="4381057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30"/>
                  </a:moveTo>
                  <a:lnTo>
                    <a:pt x="0" y="700530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3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937442" y="4179887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92538" y="4179887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92538" y="4179887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4487862" y="5142824"/>
            <a:ext cx="660400" cy="789940"/>
            <a:chOff x="4487862" y="5142824"/>
            <a:chExt cx="660400" cy="789940"/>
          </a:xfrm>
        </p:grpSpPr>
        <p:sp>
          <p:nvSpPr>
            <p:cNvPr id="87" name="object 87"/>
            <p:cNvSpPr/>
            <p:nvPr/>
          </p:nvSpPr>
          <p:spPr>
            <a:xfrm>
              <a:off x="4494212" y="5389955"/>
              <a:ext cx="144145" cy="536575"/>
            </a:xfrm>
            <a:custGeom>
              <a:avLst/>
              <a:gdLst/>
              <a:ahLst/>
              <a:cxnLst/>
              <a:rect l="l" t="t" r="r" b="b"/>
              <a:pathLst>
                <a:path w="144145" h="536575">
                  <a:moveTo>
                    <a:pt x="144069" y="536182"/>
                  </a:moveTo>
                  <a:lnTo>
                    <a:pt x="0" y="536182"/>
                  </a:lnTo>
                  <a:lnTo>
                    <a:pt x="0" y="0"/>
                  </a:lnTo>
                  <a:lnTo>
                    <a:pt x="144069" y="0"/>
                  </a:lnTo>
                  <a:lnTo>
                    <a:pt x="144069" y="5361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38282" y="5248274"/>
              <a:ext cx="142240" cy="678180"/>
            </a:xfrm>
            <a:custGeom>
              <a:avLst/>
              <a:gdLst/>
              <a:ahLst/>
              <a:cxnLst/>
              <a:rect l="l" t="t" r="r" b="b"/>
              <a:pathLst>
                <a:path w="142239" h="678179">
                  <a:moveTo>
                    <a:pt x="0" y="677862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141680" y="536182"/>
                  </a:lnTo>
                  <a:lnTo>
                    <a:pt x="0" y="6778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94212" y="5248274"/>
              <a:ext cx="285750" cy="142240"/>
            </a:xfrm>
            <a:custGeom>
              <a:avLst/>
              <a:gdLst/>
              <a:ahLst/>
              <a:cxnLst/>
              <a:rect l="l" t="t" r="r" b="b"/>
              <a:pathLst>
                <a:path w="285750" h="142239">
                  <a:moveTo>
                    <a:pt x="144069" y="141680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285749" y="0"/>
                  </a:lnTo>
                  <a:lnTo>
                    <a:pt x="144069" y="14168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94212" y="5248274"/>
              <a:ext cx="285750" cy="678180"/>
            </a:xfrm>
            <a:custGeom>
              <a:avLst/>
              <a:gdLst/>
              <a:ahLst/>
              <a:cxnLst/>
              <a:rect l="l" t="t" r="r" b="b"/>
              <a:pathLst>
                <a:path w="285750" h="678179">
                  <a:moveTo>
                    <a:pt x="0" y="141680"/>
                  </a:moveTo>
                  <a:lnTo>
                    <a:pt x="141680" y="0"/>
                  </a:lnTo>
                  <a:lnTo>
                    <a:pt x="285749" y="0"/>
                  </a:lnTo>
                  <a:lnTo>
                    <a:pt x="285749" y="536182"/>
                  </a:lnTo>
                  <a:lnTo>
                    <a:pt x="144069" y="677862"/>
                  </a:lnTo>
                  <a:lnTo>
                    <a:pt x="0" y="677862"/>
                  </a:lnTo>
                  <a:lnTo>
                    <a:pt x="0" y="141680"/>
                  </a:lnTo>
                  <a:close/>
                </a:path>
                <a:path w="285750" h="678179">
                  <a:moveTo>
                    <a:pt x="0" y="141680"/>
                  </a:moveTo>
                  <a:lnTo>
                    <a:pt x="144069" y="141680"/>
                  </a:lnTo>
                  <a:lnTo>
                    <a:pt x="285749" y="0"/>
                  </a:lnTo>
                </a:path>
                <a:path w="285750" h="678179">
                  <a:moveTo>
                    <a:pt x="144069" y="141680"/>
                  </a:moveTo>
                  <a:lnTo>
                    <a:pt x="144069" y="6778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824958" y="5489290"/>
              <a:ext cx="128270" cy="252729"/>
            </a:xfrm>
            <a:custGeom>
              <a:avLst/>
              <a:gdLst/>
              <a:ahLst/>
              <a:cxnLst/>
              <a:rect l="l" t="t" r="r" b="b"/>
              <a:pathLst>
                <a:path w="128270" h="252729">
                  <a:moveTo>
                    <a:pt x="0" y="252597"/>
                  </a:moveTo>
                  <a:lnTo>
                    <a:pt x="12819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40914" y="5180924"/>
              <a:ext cx="269240" cy="365760"/>
            </a:xfrm>
            <a:custGeom>
              <a:avLst/>
              <a:gdLst/>
              <a:ahLst/>
              <a:cxnLst/>
              <a:rect l="l" t="t" r="r" b="b"/>
              <a:pathLst>
                <a:path w="269239" h="365760">
                  <a:moveTo>
                    <a:pt x="224471" y="365324"/>
                  </a:moveTo>
                  <a:lnTo>
                    <a:pt x="0" y="251406"/>
                  </a:lnTo>
                  <a:lnTo>
                    <a:pt x="268729" y="0"/>
                  </a:lnTo>
                  <a:lnTo>
                    <a:pt x="224471" y="365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40914" y="5180924"/>
              <a:ext cx="269240" cy="365760"/>
            </a:xfrm>
            <a:custGeom>
              <a:avLst/>
              <a:gdLst/>
              <a:ahLst/>
              <a:cxnLst/>
              <a:rect l="l" t="t" r="r" b="b"/>
              <a:pathLst>
                <a:path w="269239" h="365760">
                  <a:moveTo>
                    <a:pt x="224471" y="365324"/>
                  </a:moveTo>
                  <a:lnTo>
                    <a:pt x="268729" y="0"/>
                  </a:lnTo>
                  <a:lnTo>
                    <a:pt x="0" y="251406"/>
                  </a:lnTo>
                  <a:lnTo>
                    <a:pt x="224471" y="3653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3025775" y="4141787"/>
            <a:ext cx="367030" cy="565150"/>
            <a:chOff x="3025775" y="4141787"/>
            <a:chExt cx="367030" cy="565150"/>
          </a:xfrm>
        </p:grpSpPr>
        <p:sp>
          <p:nvSpPr>
            <p:cNvPr id="95" name="object 95"/>
            <p:cNvSpPr/>
            <p:nvPr/>
          </p:nvSpPr>
          <p:spPr>
            <a:xfrm>
              <a:off x="3063875" y="4179887"/>
              <a:ext cx="114300" cy="191770"/>
            </a:xfrm>
            <a:custGeom>
              <a:avLst/>
              <a:gdLst/>
              <a:ahLst/>
              <a:cxnLst/>
              <a:rect l="l" t="t" r="r" b="b"/>
              <a:pathLst>
                <a:path w="114300" h="191770">
                  <a:moveTo>
                    <a:pt x="0" y="0"/>
                  </a:moveTo>
                  <a:lnTo>
                    <a:pt x="113849" y="19130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69566" y="4306830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5002" y="361528"/>
                  </a:moveTo>
                  <a:lnTo>
                    <a:pt x="0" y="128732"/>
                  </a:lnTo>
                  <a:lnTo>
                    <a:pt x="216316" y="0"/>
                  </a:lnTo>
                  <a:lnTo>
                    <a:pt x="285002" y="361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69566" y="4306830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732"/>
                  </a:moveTo>
                  <a:lnTo>
                    <a:pt x="285002" y="361528"/>
                  </a:lnTo>
                  <a:lnTo>
                    <a:pt x="216316" y="0"/>
                  </a:lnTo>
                  <a:lnTo>
                    <a:pt x="0" y="128732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3929062" y="5145087"/>
            <a:ext cx="365760" cy="565150"/>
            <a:chOff x="3929062" y="5145087"/>
            <a:chExt cx="365760" cy="565150"/>
          </a:xfrm>
        </p:grpSpPr>
        <p:sp>
          <p:nvSpPr>
            <p:cNvPr id="99" name="object 99"/>
            <p:cNvSpPr/>
            <p:nvPr/>
          </p:nvSpPr>
          <p:spPr>
            <a:xfrm>
              <a:off x="3967162" y="5183187"/>
              <a:ext cx="113664" cy="191135"/>
            </a:xfrm>
            <a:custGeom>
              <a:avLst/>
              <a:gdLst/>
              <a:ahLst/>
              <a:cxnLst/>
              <a:rect l="l" t="t" r="r" b="b"/>
              <a:pathLst>
                <a:path w="113664" h="191135">
                  <a:moveTo>
                    <a:pt x="0" y="0"/>
                  </a:moveTo>
                  <a:lnTo>
                    <a:pt x="113051" y="19083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1927" y="5309879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4534" y="361666"/>
                  </a:moveTo>
                  <a:lnTo>
                    <a:pt x="0" y="128297"/>
                  </a:lnTo>
                  <a:lnTo>
                    <a:pt x="216574" y="0"/>
                  </a:lnTo>
                  <a:lnTo>
                    <a:pt x="284534" y="361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971927" y="5309879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297"/>
                  </a:moveTo>
                  <a:lnTo>
                    <a:pt x="284534" y="361666"/>
                  </a:lnTo>
                  <a:lnTo>
                    <a:pt x="216574" y="0"/>
                  </a:lnTo>
                  <a:lnTo>
                    <a:pt x="0" y="128297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229100" y="4466775"/>
            <a:ext cx="612775" cy="328295"/>
            <a:chOff x="4229100" y="4466775"/>
            <a:chExt cx="612775" cy="328295"/>
          </a:xfrm>
        </p:grpSpPr>
        <p:sp>
          <p:nvSpPr>
            <p:cNvPr id="103" name="object 103"/>
            <p:cNvSpPr/>
            <p:nvPr/>
          </p:nvSpPr>
          <p:spPr>
            <a:xfrm>
              <a:off x="4229100" y="4630738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599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57700" y="45048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7700" y="45048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430213" y="6448679"/>
            <a:ext cx="643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Ronneberger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“U-</a:t>
            </a:r>
            <a:r>
              <a:rPr sz="1200" dirty="0">
                <a:latin typeface="Times New Roman"/>
                <a:cs typeface="Times New Roman"/>
              </a:rPr>
              <a:t>Net: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Convolutional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Biomedical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Segmentation.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MICCAI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3025" y="4116751"/>
            <a:ext cx="390588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411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Extremely popular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architecture,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10" dirty="0">
                <a:latin typeface="Times New Roman"/>
                <a:cs typeface="Times New Roman"/>
              </a:rPr>
              <a:t> originally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biomedical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 segmentation.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538C387-6602-9887-534F-8B420561EB38}"/>
                  </a:ext>
                </a:extLst>
              </p14:cNvPr>
              <p14:cNvContentPartPr/>
              <p14:nvPr/>
            </p14:nvContentPartPr>
            <p14:xfrm>
              <a:off x="740160" y="730440"/>
              <a:ext cx="8189640" cy="5383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538C387-6602-9887-534F-8B420561EB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960" y="714240"/>
                <a:ext cx="8222040" cy="54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0A75A47-6049-A215-3B1F-1C3A26550EF5}"/>
                  </a:ext>
                </a:extLst>
              </p14:cNvPr>
              <p14:cNvContentPartPr/>
              <p14:nvPr/>
            </p14:nvContentPartPr>
            <p14:xfrm>
              <a:off x="369000" y="77400"/>
              <a:ext cx="8213400" cy="5997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0A75A47-6049-A215-3B1F-1C3A26550E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2800" y="61200"/>
                <a:ext cx="8245800" cy="603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40" dirty="0"/>
              <a:t> </a:t>
            </a:r>
            <a:r>
              <a:rPr dirty="0"/>
              <a:t>Pixel</a:t>
            </a:r>
            <a:r>
              <a:rPr spc="-35" dirty="0"/>
              <a:t> </a:t>
            </a:r>
            <a:r>
              <a:rPr spc="-10" dirty="0"/>
              <a:t>Labels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241925" y="2606675"/>
            <a:ext cx="1173480" cy="1946275"/>
            <a:chOff x="5241925" y="2606675"/>
            <a:chExt cx="1173480" cy="1946275"/>
          </a:xfrm>
        </p:grpSpPr>
        <p:sp>
          <p:nvSpPr>
            <p:cNvPr id="5" name="object 5"/>
            <p:cNvSpPr/>
            <p:nvPr/>
          </p:nvSpPr>
          <p:spPr>
            <a:xfrm>
              <a:off x="5668962" y="3110604"/>
              <a:ext cx="242570" cy="1436370"/>
            </a:xfrm>
            <a:custGeom>
              <a:avLst/>
              <a:gdLst/>
              <a:ahLst/>
              <a:cxnLst/>
              <a:rect l="l" t="t" r="r" b="b"/>
              <a:pathLst>
                <a:path w="242570" h="1436370">
                  <a:moveTo>
                    <a:pt x="242194" y="1435994"/>
                  </a:moveTo>
                  <a:lnTo>
                    <a:pt x="0" y="1435994"/>
                  </a:lnTo>
                  <a:lnTo>
                    <a:pt x="0" y="0"/>
                  </a:lnTo>
                  <a:lnTo>
                    <a:pt x="242194" y="0"/>
                  </a:lnTo>
                  <a:lnTo>
                    <a:pt x="242194" y="143599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1157" y="2613025"/>
              <a:ext cx="497840" cy="1933575"/>
            </a:xfrm>
            <a:custGeom>
              <a:avLst/>
              <a:gdLst/>
              <a:ahLst/>
              <a:cxnLst/>
              <a:rect l="l" t="t" r="r" b="b"/>
              <a:pathLst>
                <a:path w="497839" h="1933575">
                  <a:moveTo>
                    <a:pt x="0" y="1933574"/>
                  </a:moveTo>
                  <a:lnTo>
                    <a:pt x="0" y="497579"/>
                  </a:lnTo>
                  <a:lnTo>
                    <a:pt x="497580" y="0"/>
                  </a:lnTo>
                  <a:lnTo>
                    <a:pt x="497580" y="1435994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68962" y="2613025"/>
              <a:ext cx="739775" cy="497840"/>
            </a:xfrm>
            <a:custGeom>
              <a:avLst/>
              <a:gdLst/>
              <a:ahLst/>
              <a:cxnLst/>
              <a:rect l="l" t="t" r="r" b="b"/>
              <a:pathLst>
                <a:path w="739775" h="497839">
                  <a:moveTo>
                    <a:pt x="242194" y="497579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739774" y="0"/>
                  </a:lnTo>
                  <a:lnTo>
                    <a:pt x="242194" y="497579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8962" y="2613025"/>
              <a:ext cx="739775" cy="1933575"/>
            </a:xfrm>
            <a:custGeom>
              <a:avLst/>
              <a:gdLst/>
              <a:ahLst/>
              <a:cxnLst/>
              <a:rect l="l" t="t" r="r" b="b"/>
              <a:pathLst>
                <a:path w="739775" h="1933575">
                  <a:moveTo>
                    <a:pt x="0" y="497579"/>
                  </a:moveTo>
                  <a:lnTo>
                    <a:pt x="497579" y="0"/>
                  </a:lnTo>
                  <a:lnTo>
                    <a:pt x="739774" y="0"/>
                  </a:lnTo>
                  <a:lnTo>
                    <a:pt x="739774" y="1435994"/>
                  </a:lnTo>
                  <a:lnTo>
                    <a:pt x="242194" y="1933574"/>
                  </a:lnTo>
                  <a:lnTo>
                    <a:pt x="0" y="1933574"/>
                  </a:lnTo>
                  <a:lnTo>
                    <a:pt x="0" y="497579"/>
                  </a:lnTo>
                  <a:close/>
                </a:path>
                <a:path w="739775" h="1933575">
                  <a:moveTo>
                    <a:pt x="0" y="497579"/>
                  </a:moveTo>
                  <a:lnTo>
                    <a:pt x="242194" y="497579"/>
                  </a:lnTo>
                  <a:lnTo>
                    <a:pt x="739774" y="0"/>
                  </a:lnTo>
                </a:path>
                <a:path w="739775" h="1933575">
                  <a:moveTo>
                    <a:pt x="242194" y="497579"/>
                  </a:moveTo>
                  <a:lnTo>
                    <a:pt x="242194" y="193357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41925" y="3579812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>
                  <a:moveTo>
                    <a:pt x="0" y="0"/>
                  </a:moveTo>
                  <a:lnTo>
                    <a:pt x="3714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3400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13400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2208213"/>
            <a:ext cx="1830387" cy="27431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6438" y="2208213"/>
            <a:ext cx="1833561" cy="274319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443163" y="2606675"/>
            <a:ext cx="752475" cy="1946275"/>
            <a:chOff x="2443163" y="2606675"/>
            <a:chExt cx="752475" cy="1946275"/>
          </a:xfrm>
        </p:grpSpPr>
        <p:sp>
          <p:nvSpPr>
            <p:cNvPr id="15" name="object 15"/>
            <p:cNvSpPr/>
            <p:nvPr/>
          </p:nvSpPr>
          <p:spPr>
            <a:xfrm>
              <a:off x="2449513" y="3110604"/>
              <a:ext cx="242570" cy="1436370"/>
            </a:xfrm>
            <a:custGeom>
              <a:avLst/>
              <a:gdLst/>
              <a:ahLst/>
              <a:cxnLst/>
              <a:rect l="l" t="t" r="r" b="b"/>
              <a:pathLst>
                <a:path w="242569" h="1436370">
                  <a:moveTo>
                    <a:pt x="242194" y="1435994"/>
                  </a:moveTo>
                  <a:lnTo>
                    <a:pt x="0" y="1435994"/>
                  </a:lnTo>
                  <a:lnTo>
                    <a:pt x="0" y="0"/>
                  </a:lnTo>
                  <a:lnTo>
                    <a:pt x="242194" y="0"/>
                  </a:lnTo>
                  <a:lnTo>
                    <a:pt x="242194" y="143599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1708" y="2613025"/>
              <a:ext cx="497840" cy="1933575"/>
            </a:xfrm>
            <a:custGeom>
              <a:avLst/>
              <a:gdLst/>
              <a:ahLst/>
              <a:cxnLst/>
              <a:rect l="l" t="t" r="r" b="b"/>
              <a:pathLst>
                <a:path w="497839" h="1933575">
                  <a:moveTo>
                    <a:pt x="0" y="1933574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497579" y="1435994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49513" y="2613025"/>
              <a:ext cx="739775" cy="497840"/>
            </a:xfrm>
            <a:custGeom>
              <a:avLst/>
              <a:gdLst/>
              <a:ahLst/>
              <a:cxnLst/>
              <a:rect l="l" t="t" r="r" b="b"/>
              <a:pathLst>
                <a:path w="739775" h="497839">
                  <a:moveTo>
                    <a:pt x="242194" y="497579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739774" y="0"/>
                  </a:lnTo>
                  <a:lnTo>
                    <a:pt x="242194" y="497579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9513" y="2613025"/>
              <a:ext cx="739775" cy="1933575"/>
            </a:xfrm>
            <a:custGeom>
              <a:avLst/>
              <a:gdLst/>
              <a:ahLst/>
              <a:cxnLst/>
              <a:rect l="l" t="t" r="r" b="b"/>
              <a:pathLst>
                <a:path w="739775" h="1933575">
                  <a:moveTo>
                    <a:pt x="0" y="497579"/>
                  </a:moveTo>
                  <a:lnTo>
                    <a:pt x="497579" y="0"/>
                  </a:lnTo>
                  <a:lnTo>
                    <a:pt x="739774" y="0"/>
                  </a:lnTo>
                  <a:lnTo>
                    <a:pt x="739774" y="1435994"/>
                  </a:lnTo>
                  <a:lnTo>
                    <a:pt x="242194" y="1933574"/>
                  </a:lnTo>
                  <a:lnTo>
                    <a:pt x="0" y="1933574"/>
                  </a:lnTo>
                  <a:lnTo>
                    <a:pt x="0" y="497579"/>
                  </a:lnTo>
                  <a:close/>
                </a:path>
                <a:path w="739775" h="1933575">
                  <a:moveTo>
                    <a:pt x="0" y="497579"/>
                  </a:moveTo>
                  <a:lnTo>
                    <a:pt x="242194" y="497579"/>
                  </a:lnTo>
                  <a:lnTo>
                    <a:pt x="739774" y="0"/>
                  </a:lnTo>
                </a:path>
                <a:path w="739775" h="1933575">
                  <a:moveTo>
                    <a:pt x="242194" y="497579"/>
                  </a:moveTo>
                  <a:lnTo>
                    <a:pt x="242194" y="193357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244850" y="3415850"/>
            <a:ext cx="755650" cy="328295"/>
            <a:chOff x="3244850" y="3415850"/>
            <a:chExt cx="755650" cy="328295"/>
          </a:xfrm>
        </p:grpSpPr>
        <p:sp>
          <p:nvSpPr>
            <p:cNvPr id="20" name="object 20"/>
            <p:cNvSpPr/>
            <p:nvPr/>
          </p:nvSpPr>
          <p:spPr>
            <a:xfrm>
              <a:off x="3244850" y="3579813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>
                  <a:moveTo>
                    <a:pt x="0" y="0"/>
                  </a:moveTo>
                  <a:lnTo>
                    <a:pt x="3714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16325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16325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71887" y="3271837"/>
            <a:ext cx="15144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5341" y="1270063"/>
            <a:ext cx="91249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Input Image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9968" y="1270063"/>
            <a:ext cx="13684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marR="5080" indent="-13843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Predicted Classes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00115" y="4925759"/>
            <a:ext cx="6814184" cy="114300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sz="2800" b="1" dirty="0">
                <a:latin typeface="Times New Roman"/>
                <a:cs typeface="Times New Roman"/>
              </a:rPr>
              <a:t>How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convert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final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HxWxF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labels?</a:t>
            </a:r>
            <a:endParaRPr sz="2800">
              <a:latin typeface="Times New Roman"/>
              <a:cs typeface="Times New Roman"/>
            </a:endParaRPr>
          </a:p>
          <a:p>
            <a:pPr marL="240665" algn="ctr">
              <a:lnSpc>
                <a:spcPct val="100000"/>
              </a:lnSpc>
              <a:spcBef>
                <a:spcPts val="1040"/>
              </a:spcBef>
            </a:pPr>
            <a:r>
              <a:rPr sz="2800" dirty="0">
                <a:latin typeface="Times New Roman"/>
                <a:cs typeface="Times New Roman"/>
              </a:rPr>
              <a:t>argmax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labels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10241" y="373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6024" y="2451718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8967" y="218967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60629" y="366106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56412" y="2378886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29355" y="211664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8B12182-3049-0894-25F7-AF0201EE673A}"/>
                  </a:ext>
                </a:extLst>
              </p14:cNvPr>
              <p14:cNvContentPartPr/>
              <p14:nvPr/>
            </p14:nvContentPartPr>
            <p14:xfrm>
              <a:off x="857160" y="717840"/>
              <a:ext cx="7847640" cy="3625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8B12182-3049-0894-25F7-AF0201EE67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0960" y="701640"/>
                <a:ext cx="7880040" cy="36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B7C30ED-A783-AC37-73DE-2B5C6C93D0CE}"/>
                  </a:ext>
                </a:extLst>
              </p14:cNvPr>
              <p14:cNvContentPartPr/>
              <p14:nvPr/>
            </p14:nvContentPartPr>
            <p14:xfrm>
              <a:off x="6021720" y="1675080"/>
              <a:ext cx="2565720" cy="921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B7C30ED-A783-AC37-73DE-2B5C6C93D0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05520" y="1658880"/>
                <a:ext cx="2598120" cy="95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744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30" dirty="0"/>
              <a:t> </a:t>
            </a:r>
            <a:r>
              <a:rPr dirty="0"/>
              <a:t>Semantic</a:t>
            </a:r>
            <a:r>
              <a:rPr spc="-25" dirty="0"/>
              <a:t> </a:t>
            </a:r>
            <a:r>
              <a:rPr spc="-10" dirty="0"/>
              <a:t>Segmentation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99170" y="1439926"/>
            <a:ext cx="5796280" cy="119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Given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predictions,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do?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2400" spc="-10" dirty="0">
                <a:latin typeface="Times New Roman"/>
                <a:cs typeface="Times New Roman"/>
              </a:rPr>
              <a:t>Input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775" y="2749550"/>
            <a:ext cx="2441574" cy="3657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6475" y="2749550"/>
            <a:ext cx="2444749" cy="3657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5175" y="2749550"/>
            <a:ext cx="2444749" cy="3657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7891" y="2226729"/>
            <a:ext cx="2441249" cy="4616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7128" y="2226729"/>
            <a:ext cx="2685374" cy="4616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99B0F9-9480-ED18-7719-A4C5F71A580F}"/>
                  </a:ext>
                </a:extLst>
              </p14:cNvPr>
              <p14:cNvContentPartPr/>
              <p14:nvPr/>
            </p14:nvContentPartPr>
            <p14:xfrm>
              <a:off x="333000" y="808920"/>
              <a:ext cx="8710920" cy="5973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99B0F9-9480-ED18-7719-A4C5F71A58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6800" y="792720"/>
                <a:ext cx="8743320" cy="60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9CED779-7CFC-C5D1-0D42-A9FF562DD446}"/>
                  </a:ext>
                </a:extLst>
              </p14:cNvPr>
              <p14:cNvContentPartPr/>
              <p14:nvPr/>
            </p14:nvContentPartPr>
            <p14:xfrm>
              <a:off x="4413600" y="869400"/>
              <a:ext cx="4730400" cy="2654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9CED779-7CFC-C5D1-0D42-A9FF562DD4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97400" y="853200"/>
                <a:ext cx="4762800" cy="268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744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30" dirty="0"/>
              <a:t> </a:t>
            </a:r>
            <a:r>
              <a:rPr dirty="0"/>
              <a:t>Semantic</a:t>
            </a:r>
            <a:r>
              <a:rPr spc="-2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563" y="2905779"/>
            <a:ext cx="4325436" cy="5232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2905125"/>
            <a:ext cx="1844674" cy="358457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880225" y="2905125"/>
            <a:ext cx="2018030" cy="3584575"/>
            <a:chOff x="6880225" y="2905125"/>
            <a:chExt cx="2018030" cy="35845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0164" y="3740849"/>
              <a:ext cx="1835806" cy="27488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0225" y="2905125"/>
              <a:ext cx="2017713" cy="8312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96689" y="3738626"/>
            <a:ext cx="34124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 marR="5080" indent="-15367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Intersection over </a:t>
            </a:r>
            <a:r>
              <a:rPr sz="2800" spc="-10" dirty="0">
                <a:latin typeface="Times New Roman"/>
                <a:cs typeface="Times New Roman"/>
              </a:rPr>
              <a:t>union, </a:t>
            </a:r>
            <a:r>
              <a:rPr sz="2800" dirty="0">
                <a:latin typeface="Times New Roman"/>
                <a:cs typeface="Times New Roman"/>
              </a:rPr>
              <a:t>averaged over </a:t>
            </a:r>
            <a:r>
              <a:rPr sz="2800" spc="-10" dirty="0">
                <a:latin typeface="Times New Roman"/>
                <a:cs typeface="Times New Roman"/>
              </a:rPr>
              <a:t>classes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4025" y="4928422"/>
            <a:ext cx="1436370" cy="1437005"/>
            <a:chOff x="454025" y="4928422"/>
            <a:chExt cx="1436370" cy="1437005"/>
          </a:xfrm>
        </p:grpSpPr>
        <p:sp>
          <p:nvSpPr>
            <p:cNvPr id="11" name="object 11"/>
            <p:cNvSpPr/>
            <p:nvPr/>
          </p:nvSpPr>
          <p:spPr>
            <a:xfrm>
              <a:off x="463550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3550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5900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5900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0750" y="5410200"/>
              <a:ext cx="487680" cy="473075"/>
            </a:xfrm>
            <a:custGeom>
              <a:avLst/>
              <a:gdLst/>
              <a:ahLst/>
              <a:cxnLst/>
              <a:rect l="l" t="t" r="r" b="b"/>
              <a:pathLst>
                <a:path w="487680" h="473075">
                  <a:moveTo>
                    <a:pt x="487362" y="473074"/>
                  </a:moveTo>
                  <a:lnTo>
                    <a:pt x="0" y="473074"/>
                  </a:lnTo>
                  <a:lnTo>
                    <a:pt x="0" y="0"/>
                  </a:lnTo>
                  <a:lnTo>
                    <a:pt x="487362" y="0"/>
                  </a:lnTo>
                  <a:lnTo>
                    <a:pt x="487362" y="47307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989849" y="4928422"/>
            <a:ext cx="1436370" cy="1437005"/>
            <a:chOff x="2989849" y="4928422"/>
            <a:chExt cx="1436370" cy="1437005"/>
          </a:xfrm>
        </p:grpSpPr>
        <p:sp>
          <p:nvSpPr>
            <p:cNvPr id="17" name="object 17"/>
            <p:cNvSpPr/>
            <p:nvPr/>
          </p:nvSpPr>
          <p:spPr>
            <a:xfrm>
              <a:off x="2999374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9374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1724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944699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699" y="0"/>
                  </a:lnTo>
                  <a:lnTo>
                    <a:pt x="944699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1724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0" y="0"/>
                  </a:moveTo>
                  <a:lnTo>
                    <a:pt x="944699" y="0"/>
                  </a:lnTo>
                  <a:lnTo>
                    <a:pt x="944699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5987" y="5402262"/>
              <a:ext cx="487680" cy="471805"/>
            </a:xfrm>
            <a:custGeom>
              <a:avLst/>
              <a:gdLst/>
              <a:ahLst/>
              <a:cxnLst/>
              <a:rect l="l" t="t" r="r" b="b"/>
              <a:pathLst>
                <a:path w="487679" h="471804">
                  <a:moveTo>
                    <a:pt x="487362" y="471486"/>
                  </a:moveTo>
                  <a:lnTo>
                    <a:pt x="0" y="471486"/>
                  </a:lnTo>
                  <a:lnTo>
                    <a:pt x="0" y="0"/>
                  </a:lnTo>
                  <a:lnTo>
                    <a:pt x="487362" y="0"/>
                  </a:lnTo>
                  <a:lnTo>
                    <a:pt x="487362" y="47148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48585" y="4805363"/>
            <a:ext cx="3784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50" dirty="0">
                <a:latin typeface="Times New Roman"/>
                <a:cs typeface="Times New Roman"/>
              </a:rPr>
              <a:t>/</a:t>
            </a:r>
            <a:endParaRPr sz="10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6186" y="1601851"/>
            <a:ext cx="729043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7539" marR="5080" indent="-18954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ground-</a:t>
            </a:r>
            <a:r>
              <a:rPr sz="2800" dirty="0">
                <a:latin typeface="Times New Roman"/>
                <a:cs typeface="Times New Roman"/>
              </a:rPr>
              <a:t>truth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classes.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821E516-1A0C-E4CC-6718-07C0FD3BD678}"/>
                  </a:ext>
                </a:extLst>
              </p14:cNvPr>
              <p14:cNvContentPartPr/>
              <p14:nvPr/>
            </p14:nvContentPartPr>
            <p14:xfrm>
              <a:off x="5626440" y="4067280"/>
              <a:ext cx="2404800" cy="1612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821E516-1A0C-E4CC-6718-07C0FD3BD6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07360" y="4045680"/>
                <a:ext cx="2440080" cy="16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32A77D7-1134-B462-E1CC-3D673EE31BDF}"/>
                  </a:ext>
                </a:extLst>
              </p14:cNvPr>
              <p14:cNvContentPartPr/>
              <p14:nvPr/>
            </p14:nvContentPartPr>
            <p14:xfrm>
              <a:off x="3134160" y="1049760"/>
              <a:ext cx="5010120" cy="3413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32A77D7-1134-B462-E1CC-3D673EE31B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17960" y="1033560"/>
                <a:ext cx="5042520" cy="344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0225" y="2263648"/>
            <a:ext cx="122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F40C80-A363-66E3-C828-852E208660C1}"/>
                  </a:ext>
                </a:extLst>
              </p14:cNvPr>
              <p14:cNvContentPartPr/>
              <p14:nvPr/>
            </p14:nvContentPartPr>
            <p14:xfrm>
              <a:off x="55800" y="1339560"/>
              <a:ext cx="8859600" cy="5300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F40C80-A363-66E3-C828-852E208660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00" y="1323360"/>
                <a:ext cx="8892000" cy="533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880867"/>
            <a:ext cx="741489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75" dirty="0"/>
              <a:t> </a:t>
            </a:r>
            <a:r>
              <a:rPr dirty="0"/>
              <a:t>Metrics</a:t>
            </a:r>
            <a:r>
              <a:rPr spc="-7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Segmentation</a:t>
            </a:r>
          </a:p>
          <a:p>
            <a:pPr marL="12700">
              <a:lnSpc>
                <a:spcPct val="100000"/>
              </a:lnSpc>
              <a:tabLst>
                <a:tab pos="395605" algn="l"/>
              </a:tabLst>
            </a:pPr>
            <a:r>
              <a:rPr spc="-50" dirty="0"/>
              <a:t>-</a:t>
            </a:r>
            <a:r>
              <a:rPr dirty="0"/>
              <a:t>	see</a:t>
            </a:r>
            <a:r>
              <a:rPr spc="-15" dirty="0"/>
              <a:t> </a:t>
            </a:r>
            <a:r>
              <a:rPr spc="-10" dirty="0"/>
              <a:t>materials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825" y="377698"/>
            <a:ext cx="80930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9740" algn="l"/>
              </a:tabLst>
            </a:pPr>
            <a:r>
              <a:rPr dirty="0"/>
              <a:t>I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oU</a:t>
            </a:r>
            <a:r>
              <a:rPr u="heavy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(Intersection</a:t>
            </a:r>
            <a:r>
              <a:rPr u="heavy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over</a:t>
            </a:r>
            <a:r>
              <a:rPr u="heavy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union)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62" y="927417"/>
            <a:ext cx="8775065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8920" algn="l"/>
              </a:tabLst>
            </a:pPr>
            <a:r>
              <a:rPr sz="1500" b="1" dirty="0">
                <a:latin typeface="Arial"/>
                <a:cs typeface="Arial"/>
              </a:rPr>
              <a:t>IoU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measures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overlap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two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boundaries.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8285" marR="17526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50190" algn="l"/>
              </a:tabLst>
            </a:pP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that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much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predicted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boundary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overlaps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ground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truth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(the</a:t>
            </a:r>
            <a:r>
              <a:rPr sz="1500" spc="-20" dirty="0">
                <a:latin typeface="Tahoma"/>
                <a:cs typeface="Tahoma"/>
              </a:rPr>
              <a:t> real 	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boundary).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50190" marR="5080" indent="-238125">
              <a:lnSpc>
                <a:spcPct val="104000"/>
              </a:lnSpc>
              <a:buChar char="●"/>
              <a:tabLst>
                <a:tab pos="250190" algn="l"/>
                <a:tab pos="483870" algn="l"/>
              </a:tabLst>
            </a:pPr>
            <a:r>
              <a:rPr sz="1800" dirty="0">
                <a:solidFill>
                  <a:srgbClr val="0070C0"/>
                </a:solidFill>
                <a:latin typeface="Arial MT"/>
                <a:cs typeface="Arial MT"/>
              </a:rPr>
              <a:t>	</a:t>
            </a: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datasets,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predefine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4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threshold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(say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0.5)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classifying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whether</a:t>
            </a:r>
            <a:r>
              <a:rPr sz="1500" spc="4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-25" dirty="0">
                <a:latin typeface="Tahoma"/>
                <a:cs typeface="Tahoma"/>
              </a:rPr>
              <a:t> is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true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false</a:t>
            </a:r>
            <a:r>
              <a:rPr sz="1500" spc="4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positive.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647" y="3023097"/>
            <a:ext cx="5022849" cy="34099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61411B-026F-3659-3A4A-2C61515C8A47}"/>
                  </a:ext>
                </a:extLst>
              </p14:cNvPr>
              <p14:cNvContentPartPr/>
              <p14:nvPr/>
            </p14:nvContentPartPr>
            <p14:xfrm>
              <a:off x="668520" y="2732400"/>
              <a:ext cx="8091360" cy="217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61411B-026F-3659-3A4A-2C61515C8A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160" y="2723040"/>
                <a:ext cx="8110080" cy="21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325C91-64CA-E710-2EBA-232593EEAE55}"/>
                  </a:ext>
                </a:extLst>
              </p14:cNvPr>
              <p14:cNvContentPartPr/>
              <p14:nvPr/>
            </p14:nvContentPartPr>
            <p14:xfrm>
              <a:off x="290520" y="838800"/>
              <a:ext cx="8755200" cy="6002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325C91-64CA-E710-2EBA-232593EEAE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320" y="822600"/>
                <a:ext cx="8787600" cy="60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ED3826-97CD-D194-71B8-DD57455E9DD8}"/>
                  </a:ext>
                </a:extLst>
              </p14:cNvPr>
              <p14:cNvContentPartPr/>
              <p14:nvPr/>
            </p14:nvContentPartPr>
            <p14:xfrm>
              <a:off x="90360" y="3544920"/>
              <a:ext cx="4723560" cy="1628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ED3826-97CD-D194-71B8-DD57455E9D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160" y="3528720"/>
                <a:ext cx="4755960" cy="166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2BE72C-4949-7E23-CA04-15F79C6B283D}"/>
                  </a:ext>
                </a:extLst>
              </p14:cNvPr>
              <p14:cNvContentPartPr/>
              <p14:nvPr/>
            </p14:nvContentPartPr>
            <p14:xfrm>
              <a:off x="3948480" y="4403160"/>
              <a:ext cx="5146560" cy="2298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2BE72C-4949-7E23-CA04-15F79C6B28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2280" y="4386960"/>
                <a:ext cx="5178960" cy="233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5388" y="1789462"/>
            <a:ext cx="294132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</a:t>
            </a:r>
            <a:r>
              <a:rPr spc="-9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Object Detection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62128" y="3211830"/>
            <a:ext cx="587311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720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Source:</a:t>
            </a:r>
            <a:r>
              <a:rPr sz="1500" spc="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Karel</a:t>
            </a:r>
            <a:r>
              <a:rPr sz="1500" spc="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Hora</a:t>
            </a:r>
            <a:endParaRPr sz="1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Brno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University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Technology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222222"/>
                </a:solidFill>
                <a:latin typeface="Tahoma"/>
                <a:cs typeface="Tahoma"/>
              </a:rPr>
              <a:t>/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222222"/>
                </a:solidFill>
                <a:latin typeface="Tahoma"/>
                <a:cs typeface="Tahoma"/>
              </a:rPr>
              <a:t>Czech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Technical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University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Prague</a:t>
            </a:r>
            <a:endParaRPr sz="1500">
              <a:latin typeface="Tahoma"/>
              <a:cs typeface="Tahoma"/>
            </a:endParaRPr>
          </a:p>
          <a:p>
            <a:pPr marR="45085" algn="ctr">
              <a:lnSpc>
                <a:spcPct val="100000"/>
              </a:lnSpc>
              <a:spcBef>
                <a:spcPts val="270"/>
              </a:spcBef>
            </a:pPr>
            <a:r>
              <a:rPr sz="1500" u="heavy" spc="-10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Courier New"/>
                <a:cs typeface="Courier New"/>
                <a:hlinkClick r:id="rId2"/>
              </a:rPr>
              <a:t>horak@feec.vutbr.cz</a:t>
            </a:r>
            <a:endParaRPr sz="15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507A84-ABB5-C436-1EF6-37B239555A7B}"/>
                  </a:ext>
                </a:extLst>
              </p14:cNvPr>
              <p14:cNvContentPartPr/>
              <p14:nvPr/>
            </p14:nvContentPartPr>
            <p14:xfrm>
              <a:off x="2391840" y="1603800"/>
              <a:ext cx="1070280" cy="761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507A84-ABB5-C436-1EF6-37B239555A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2480" y="1594440"/>
                <a:ext cx="1089000" cy="78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825" y="29242"/>
            <a:ext cx="48844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mAP</a:t>
            </a:r>
            <a:r>
              <a:rPr spc="-9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Object</a:t>
            </a:r>
            <a:r>
              <a:rPr spc="-35" dirty="0"/>
              <a:t> </a:t>
            </a:r>
            <a:r>
              <a:rPr spc="-10" dirty="0"/>
              <a:t>Detection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31580" cy="186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65" dirty="0">
                <a:latin typeface="Tahoma"/>
                <a:cs typeface="Tahoma"/>
              </a:rPr>
              <a:t>mAP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stands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100" dirty="0">
                <a:solidFill>
                  <a:srgbClr val="222222"/>
                </a:solidFill>
                <a:latin typeface="Tahoma"/>
                <a:cs typeface="Tahoma"/>
              </a:rPr>
              <a:t>AP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is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popular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metric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measuring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accuracy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object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detectors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like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Faster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222222"/>
                </a:solidFill>
                <a:latin typeface="Tahoma"/>
                <a:cs typeface="Tahoma"/>
              </a:rPr>
              <a:t>R-</a:t>
            </a:r>
            <a:r>
              <a:rPr sz="1500" spc="70" dirty="0">
                <a:solidFill>
                  <a:srgbClr val="222222"/>
                </a:solidFill>
                <a:latin typeface="Tahoma"/>
                <a:cs typeface="Tahoma"/>
              </a:rPr>
              <a:t>CNN,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SSD,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etc.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480059" algn="l"/>
                <a:tab pos="1851660" algn="l"/>
                <a:tab pos="3223260" algn="l"/>
                <a:tab pos="4137660" algn="l"/>
                <a:tab pos="5052060" algn="l"/>
                <a:tab pos="5966460" algn="l"/>
                <a:tab pos="7795259" algn="l"/>
                <a:tab pos="8252459" algn="l"/>
                <a:tab pos="8709660" algn="l"/>
              </a:tabLst>
            </a:pP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Averageprecision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computes</a:t>
            </a:r>
            <a:r>
              <a:rPr sz="1500" spc="2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average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precision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valuefor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recallvalueover</a:t>
            </a:r>
            <a:r>
              <a:rPr sz="1500" spc="3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222222"/>
                </a:solidFill>
                <a:latin typeface="Tahoma"/>
                <a:cs typeface="Tahoma"/>
              </a:rPr>
              <a:t>0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to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1.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30" dirty="0">
                <a:solidFill>
                  <a:srgbClr val="222222"/>
                </a:solidFill>
                <a:latin typeface="Tahoma"/>
                <a:cs typeface="Tahoma"/>
              </a:rPr>
              <a:t>It 	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sounds</a:t>
            </a:r>
            <a:r>
              <a:rPr sz="1500" spc="48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complicated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but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actually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pretty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simple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as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illustrate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it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example.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But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before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that,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will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do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quick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recap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on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precision,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recall,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IoU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08DDEC-7CE7-AB13-0F8A-CA711BFD15C3}"/>
                  </a:ext>
                </a:extLst>
              </p14:cNvPr>
              <p14:cNvContentPartPr/>
              <p14:nvPr/>
            </p14:nvContentPartPr>
            <p14:xfrm>
              <a:off x="219600" y="258840"/>
              <a:ext cx="7812360" cy="6160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08DDEC-7CE7-AB13-0F8A-CA711BFD15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240" y="249480"/>
                <a:ext cx="7831080" cy="61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C23347-943D-E9BE-75EF-09B803401893}"/>
                  </a:ext>
                </a:extLst>
              </p14:cNvPr>
              <p14:cNvContentPartPr/>
              <p14:nvPr/>
            </p14:nvContentPartPr>
            <p14:xfrm>
              <a:off x="303840" y="531720"/>
              <a:ext cx="8493480" cy="137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C23347-943D-E9BE-75EF-09B8034018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7640" y="515520"/>
                <a:ext cx="8525880" cy="14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802841B-EC5A-B2FE-45D3-ADA9D566B009}"/>
                  </a:ext>
                </a:extLst>
              </p14:cNvPr>
              <p14:cNvContentPartPr/>
              <p14:nvPr/>
            </p14:nvContentPartPr>
            <p14:xfrm>
              <a:off x="1218240" y="3663720"/>
              <a:ext cx="6082200" cy="831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802841B-EC5A-B2FE-45D3-ADA9D566B0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2040" y="3647520"/>
                <a:ext cx="6114600" cy="86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350" y="276892"/>
            <a:ext cx="8210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97215" algn="l"/>
              </a:tabLst>
            </a:pPr>
            <a:r>
              <a:rPr dirty="0"/>
              <a:t>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recision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&amp;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recall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0077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246379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6379" algn="l"/>
              </a:tabLst>
            </a:pPr>
            <a:r>
              <a:rPr sz="1500" b="1" dirty="0">
                <a:latin typeface="Arial"/>
                <a:cs typeface="Arial"/>
              </a:rPr>
              <a:t>Precision</a:t>
            </a:r>
            <a:r>
              <a:rPr sz="1500" b="1" spc="7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measures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accurate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your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predictions.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i.e.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percentage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your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are 	</a:t>
            </a:r>
            <a:r>
              <a:rPr sz="1500" spc="-10" dirty="0">
                <a:latin typeface="Tahoma"/>
                <a:cs typeface="Tahoma"/>
              </a:rPr>
              <a:t>correct.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6379" algn="l"/>
              </a:tabLst>
            </a:pP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Recall</a:t>
            </a:r>
            <a:r>
              <a:rPr sz="1500" b="1" spc="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measures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how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good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you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find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all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positives.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example,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can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find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80%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possible 	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positive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222222"/>
                </a:solidFill>
                <a:latin typeface="Tahoma"/>
                <a:cs typeface="Tahoma"/>
              </a:rPr>
              <a:t>cases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our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top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222222"/>
                </a:solidFill>
                <a:latin typeface="Tahoma"/>
                <a:cs typeface="Tahoma"/>
              </a:rPr>
              <a:t>K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predictions.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4583429"/>
            <a:ext cx="49523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F1</a:t>
            </a:r>
            <a:r>
              <a:rPr sz="1500" b="1" spc="5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score</a:t>
            </a:r>
            <a:r>
              <a:rPr sz="1500" b="1" spc="6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is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measure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combining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Precision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1500" spc="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Recall.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0" y="3009900"/>
            <a:ext cx="4952999" cy="1352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100" y="5194300"/>
            <a:ext cx="2209799" cy="4762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22FF52-C9D9-EA3E-5F4E-3CFF4873624D}"/>
                  </a:ext>
                </a:extLst>
              </p14:cNvPr>
              <p14:cNvContentPartPr/>
              <p14:nvPr/>
            </p14:nvContentPartPr>
            <p14:xfrm>
              <a:off x="311040" y="1855080"/>
              <a:ext cx="979560" cy="68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22FF52-C9D9-EA3E-5F4E-3CFF487362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680" y="1845720"/>
                <a:ext cx="998280" cy="7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DCA707-415C-B152-0C07-0538ACDAB15A}"/>
                  </a:ext>
                </a:extLst>
              </p14:cNvPr>
              <p14:cNvContentPartPr/>
              <p14:nvPr/>
            </p14:nvContentPartPr>
            <p14:xfrm>
              <a:off x="383760" y="2793600"/>
              <a:ext cx="8470800" cy="3926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DCA707-415C-B152-0C07-0538ACDAB1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560" y="2777400"/>
                <a:ext cx="8503200" cy="39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FA07E0-EDB8-F4A2-D4B9-29ABE39A78EE}"/>
                  </a:ext>
                </a:extLst>
              </p14:cNvPr>
              <p14:cNvContentPartPr/>
              <p14:nvPr/>
            </p14:nvContentPartPr>
            <p14:xfrm>
              <a:off x="4119120" y="4203000"/>
              <a:ext cx="4435560" cy="1244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FA07E0-EDB8-F4A2-D4B9-29ABE39A78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02920" y="4186800"/>
                <a:ext cx="4467960" cy="127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71A2-68A0-99E1-A83B-10A2ECA5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B4666C-ACEA-BA0A-D2F4-F88CCC6CF1B9}"/>
                  </a:ext>
                </a:extLst>
              </p14:cNvPr>
              <p14:cNvContentPartPr/>
              <p14:nvPr/>
            </p14:nvContentPartPr>
            <p14:xfrm>
              <a:off x="226080" y="82080"/>
              <a:ext cx="8917920" cy="6357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B4666C-ACEA-BA0A-D2F4-F88CCC6CF1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720" y="72720"/>
                <a:ext cx="8936640" cy="6375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7EE56D0-E8C4-E589-DE76-F8CDD8728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992038"/>
            <a:ext cx="7772400" cy="5865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801E83-5287-43B6-8184-B1A5234EA767}"/>
              </a:ext>
            </a:extLst>
          </p:cNvPr>
          <p:cNvSpPr txBox="1"/>
          <p:nvPr/>
        </p:nvSpPr>
        <p:spPr>
          <a:xfrm>
            <a:off x="2817628" y="49973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IOU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F6503E-C581-57C7-CB33-2F555FF26B48}"/>
                  </a:ext>
                </a:extLst>
              </p14:cNvPr>
              <p14:cNvContentPartPr/>
              <p14:nvPr/>
            </p14:nvContentPartPr>
            <p14:xfrm>
              <a:off x="2867400" y="1449360"/>
              <a:ext cx="6130800" cy="516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F6503E-C581-57C7-CB33-2F555FF26B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200" y="1433160"/>
                <a:ext cx="6163200" cy="519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169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88" y="200692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90397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create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over-simplified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demonstrating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spc="-10" dirty="0">
                <a:latin typeface="Tahoma"/>
                <a:cs typeface="Tahoma"/>
              </a:rPr>
              <a:t>In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whole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contains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five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apples</a:t>
            </a:r>
            <a:r>
              <a:rPr sz="1500" spc="11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only.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collect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made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for 	</a:t>
            </a:r>
            <a:r>
              <a:rPr sz="1500" dirty="0">
                <a:latin typeface="Tahoma"/>
                <a:cs typeface="Tahoma"/>
              </a:rPr>
              <a:t>apples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images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rank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descending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order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according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predicted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confidence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level.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second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column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indicates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whether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correct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not.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In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prediction 	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correct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40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ahoma"/>
                <a:cs typeface="Tahoma"/>
              </a:rPr>
              <a:t>0.5.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900" y="2889250"/>
            <a:ext cx="5295899" cy="2997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AA88AF-C4C8-DD85-394F-5902B3C38DEF}"/>
                  </a:ext>
                </a:extLst>
              </p14:cNvPr>
              <p14:cNvContentPartPr/>
              <p14:nvPr/>
            </p14:nvContentPartPr>
            <p14:xfrm>
              <a:off x="150120" y="1015560"/>
              <a:ext cx="8674200" cy="577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AA88AF-C4C8-DD85-394F-5902B3C38D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760" y="1006200"/>
                <a:ext cx="8692920" cy="57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A18FE3-E52C-CF45-AE39-A2E954484C88}"/>
                  </a:ext>
                </a:extLst>
              </p14:cNvPr>
              <p14:cNvContentPartPr/>
              <p14:nvPr/>
            </p14:nvContentPartPr>
            <p14:xfrm>
              <a:off x="136440" y="546480"/>
              <a:ext cx="8942040" cy="553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A18FE3-E52C-CF45-AE39-A2E954484C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240" y="530280"/>
                <a:ext cx="8974440" cy="55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84D67B-2AD2-C973-9BA7-CA54CD193488}"/>
                  </a:ext>
                </a:extLst>
              </p14:cNvPr>
              <p14:cNvContentPartPr/>
              <p14:nvPr/>
            </p14:nvContentPartPr>
            <p14:xfrm>
              <a:off x="-360" y="640080"/>
              <a:ext cx="9144360" cy="6135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84D67B-2AD2-C973-9BA7-CA54CD1934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6560" y="623880"/>
                <a:ext cx="9176760" cy="616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175" y="21101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85555" cy="189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take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35" dirty="0">
                <a:latin typeface="Tahoma"/>
                <a:cs typeface="Tahoma"/>
              </a:rPr>
              <a:t>#3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demonstrate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Precision</a:t>
            </a:r>
            <a:r>
              <a:rPr sz="1500" b="1" spc="15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proportion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TP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2/3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0.67.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Recall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proportion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TP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possible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2/5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20" dirty="0">
                <a:latin typeface="Tahoma"/>
                <a:cs typeface="Tahoma"/>
              </a:rPr>
              <a:t> 0.4.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Recall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increase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down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ranking.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However,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</a:t>
            </a:r>
            <a:endParaRPr sz="1500">
              <a:latin typeface="Tahoma"/>
              <a:cs typeface="Tahoma"/>
            </a:endParaRPr>
          </a:p>
          <a:p>
            <a:pPr marL="245745">
              <a:lnSpc>
                <a:spcPct val="100000"/>
              </a:lnSpc>
            </a:pPr>
            <a:r>
              <a:rPr sz="1500" spc="135" dirty="0">
                <a:latin typeface="Tahoma"/>
                <a:cs typeface="Tahoma"/>
              </a:rPr>
              <a:t>—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down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false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up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again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true positives.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3613150"/>
            <a:ext cx="5829299" cy="224154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4825" y="17926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6606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plot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against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see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zig-zag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2754630"/>
            <a:ext cx="31464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29235" algn="l"/>
              </a:tabLst>
            </a:pPr>
            <a:r>
              <a:rPr sz="1500" dirty="0">
                <a:latin typeface="Tahoma"/>
                <a:cs typeface="Tahoma"/>
              </a:rPr>
              <a:t>The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general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definition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 	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(AP)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finding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precision-</a:t>
            </a:r>
            <a:r>
              <a:rPr sz="1500" spc="-10" dirty="0">
                <a:latin typeface="Tahoma"/>
                <a:cs typeface="Tahoma"/>
              </a:rPr>
              <a:t>recall 	curve.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2500" y="2616200"/>
            <a:ext cx="5213349" cy="2489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250" y="4051300"/>
            <a:ext cx="1282699" cy="4825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5F176FC-CAA4-A0FF-075F-C935BD845BE7}"/>
                  </a:ext>
                </a:extLst>
              </p14:cNvPr>
              <p14:cNvContentPartPr/>
              <p14:nvPr/>
            </p14:nvContentPartPr>
            <p14:xfrm>
              <a:off x="1923480" y="906120"/>
              <a:ext cx="6742800" cy="4310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5F176FC-CAA4-A0FF-075F-C935BD845B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4120" y="896760"/>
                <a:ext cx="6761520" cy="43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2DDF3B-DAED-B31F-7454-D06EE8CBBA55}"/>
                  </a:ext>
                </a:extLst>
              </p14:cNvPr>
              <p14:cNvContentPartPr/>
              <p14:nvPr/>
            </p14:nvContentPartPr>
            <p14:xfrm>
              <a:off x="3202920" y="1116360"/>
              <a:ext cx="5610240" cy="428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2DDF3B-DAED-B31F-7454-D06EE8CBBA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6720" y="1100160"/>
                <a:ext cx="5642640" cy="43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36CE71-4AD4-C004-D4A1-F89E09D523E7}"/>
                  </a:ext>
                </a:extLst>
              </p14:cNvPr>
              <p14:cNvContentPartPr/>
              <p14:nvPr/>
            </p14:nvContentPartPr>
            <p14:xfrm>
              <a:off x="5019120" y="4094280"/>
              <a:ext cx="3637440" cy="648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36CE71-4AD4-C004-D4A1-F89E09D523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02920" y="4078080"/>
                <a:ext cx="3669840" cy="68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88" y="13481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66505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always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20" dirty="0">
                <a:latin typeface="Tahoma"/>
                <a:cs typeface="Tahoma"/>
              </a:rPr>
              <a:t> Therefore,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falls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within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also.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Before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calculating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detection,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often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smooth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pattern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Graphically,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level,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replace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to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right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that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level.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050" y="3086100"/>
            <a:ext cx="6248399" cy="2749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7D2A9C-35BA-2129-5FD5-DFA2BC5D9580}"/>
                  </a:ext>
                </a:extLst>
              </p14:cNvPr>
              <p14:cNvContentPartPr/>
              <p14:nvPr/>
            </p14:nvContentPartPr>
            <p14:xfrm>
              <a:off x="4410360" y="4397760"/>
              <a:ext cx="3977280" cy="546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7D2A9C-35BA-2129-5FD5-DFA2BC5D9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1000" y="4388400"/>
                <a:ext cx="39960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3D0D3A-72FD-19ED-505A-B09EADF20FED}"/>
                  </a:ext>
                </a:extLst>
              </p14:cNvPr>
              <p14:cNvContentPartPr/>
              <p14:nvPr/>
            </p14:nvContentPartPr>
            <p14:xfrm>
              <a:off x="2497320" y="4380480"/>
              <a:ext cx="4955760" cy="136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3D0D3A-72FD-19ED-505A-B09EADF20F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1120" y="4364280"/>
                <a:ext cx="4988160" cy="140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338" y="164179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55380" cy="163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220979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  <a:tab pos="938530" algn="l"/>
                <a:tab pos="3681729" algn="l"/>
                <a:tab pos="7339330" algn="l"/>
              </a:tabLst>
            </a:pPr>
            <a:r>
              <a:rPr sz="1500" spc="85" dirty="0">
                <a:latin typeface="Tahoma"/>
                <a:cs typeface="Tahoma"/>
              </a:rPr>
              <a:t>So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</a:t>
            </a:r>
            <a:r>
              <a:rPr sz="1500" dirty="0">
                <a:latin typeface="Tahoma"/>
                <a:cs typeface="Tahoma"/>
              </a:rPr>
              <a:t>	orange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line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transformed</a:t>
            </a:r>
            <a:r>
              <a:rPr sz="1500" spc="18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into</a:t>
            </a:r>
            <a:r>
              <a:rPr sz="1500" dirty="0">
                <a:latin typeface="Tahoma"/>
                <a:cs typeface="Tahoma"/>
              </a:rPr>
              <a:t>	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green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line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will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decrease</a:t>
            </a:r>
            <a:r>
              <a:rPr sz="1500" dirty="0">
                <a:latin typeface="Tahoma"/>
                <a:cs typeface="Tahoma"/>
              </a:rPr>
              <a:t>	</a:t>
            </a:r>
            <a:r>
              <a:rPr sz="1500" spc="-10" dirty="0">
                <a:latin typeface="Tahoma"/>
                <a:cs typeface="Tahoma"/>
              </a:rPr>
              <a:t>monotonically 	</a:t>
            </a:r>
            <a:r>
              <a:rPr sz="1500" dirty="0">
                <a:latin typeface="Tahoma"/>
                <a:cs typeface="Tahoma"/>
              </a:rPr>
              <a:t>instead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The calculated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will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less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susceptible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small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variations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ranking.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Mathematically,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replace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ȓ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recall</a:t>
            </a:r>
            <a:endParaRPr sz="15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ȓ</a:t>
            </a:r>
            <a:r>
              <a:rPr sz="1500" spc="-25" dirty="0">
                <a:latin typeface="Tahoma"/>
                <a:cs typeface="Tahoma"/>
              </a:rPr>
              <a:t>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3302000"/>
            <a:ext cx="5270499" cy="25209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50" y="4445000"/>
            <a:ext cx="1212849" cy="2412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50437B-2901-4071-F4E7-7BBA843F3043}"/>
                  </a:ext>
                </a:extLst>
              </p14:cNvPr>
              <p14:cNvContentPartPr/>
              <p14:nvPr/>
            </p14:nvContentPartPr>
            <p14:xfrm>
              <a:off x="909360" y="4242240"/>
              <a:ext cx="5996160" cy="1190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50437B-2901-4071-F4E7-7BBA843F30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0000" y="4232880"/>
                <a:ext cx="6014880" cy="12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946F28-AE8E-DEA1-B16D-F5E9E2236A03}"/>
                  </a:ext>
                </a:extLst>
              </p14:cNvPr>
              <p14:cNvContentPartPr/>
              <p14:nvPr/>
            </p14:nvContentPartPr>
            <p14:xfrm>
              <a:off x="3876120" y="3421080"/>
              <a:ext cx="4696920" cy="329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946F28-AE8E-DEA1-B16D-F5E9E2236A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4520" y="3399480"/>
                <a:ext cx="4734720" cy="33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425" y="218785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61425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spc="-25" dirty="0">
                <a:latin typeface="Arial"/>
                <a:cs typeface="Arial"/>
              </a:rPr>
              <a:t>PASCAL</a:t>
            </a:r>
            <a:r>
              <a:rPr sz="1500" b="1" spc="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VOC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popular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detection.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VOC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challenge,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ahoma"/>
                <a:cs typeface="Tahoma"/>
              </a:rPr>
              <a:t>0.5.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Also,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detections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5" dirty="0">
                <a:latin typeface="Tahoma"/>
                <a:cs typeface="Tahoma"/>
              </a:rPr>
              <a:t> the 	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detected,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counts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first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while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negatives.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Pascal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VOC2008,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11-point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calculated.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0850" y="3448050"/>
            <a:ext cx="5670549" cy="2235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4BF0A3-9EA3-462F-9183-BA5D5BDA52E8}"/>
                  </a:ext>
                </a:extLst>
              </p14:cNvPr>
              <p14:cNvContentPartPr/>
              <p14:nvPr/>
            </p14:nvContentPartPr>
            <p14:xfrm>
              <a:off x="7207560" y="1050480"/>
              <a:ext cx="1707120" cy="92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4BF0A3-9EA3-462F-9183-BA5D5BDA52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8200" y="1041120"/>
                <a:ext cx="1725840" cy="94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198023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7774940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First,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divide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points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35" dirty="0">
                <a:latin typeface="Tahoma"/>
                <a:cs typeface="Tahoma"/>
              </a:rPr>
              <a:t>—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0.1,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0.2,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10" dirty="0">
                <a:latin typeface="Tahoma"/>
                <a:cs typeface="Tahoma"/>
              </a:rPr>
              <a:t>…,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1.0.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Next,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these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values.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5497829"/>
            <a:ext cx="47853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0" dirty="0">
                <a:latin typeface="Tahoma"/>
                <a:cs typeface="Tahoma"/>
              </a:rPr>
              <a:t>(5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×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+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4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×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0.57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+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0" dirty="0">
                <a:latin typeface="Tahoma"/>
                <a:cs typeface="Tahoma"/>
              </a:rPr>
              <a:t>×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0.5)/11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0850" y="3098800"/>
            <a:ext cx="5670549" cy="2235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5600" y="2533650"/>
            <a:ext cx="3397249" cy="3936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4F8DAC-3829-8407-9331-7CD22E85E815}"/>
                  </a:ext>
                </a:extLst>
              </p14:cNvPr>
              <p14:cNvContentPartPr/>
              <p14:nvPr/>
            </p14:nvContentPartPr>
            <p14:xfrm>
              <a:off x="2524303" y="163969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4F8DAC-3829-8407-9331-7CD22E85E8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663" y="162205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5E0833-4887-D531-69C4-797963C091E1}"/>
                  </a:ext>
                </a:extLst>
              </p14:cNvPr>
              <p14:cNvContentPartPr/>
              <p14:nvPr/>
            </p14:nvContentPartPr>
            <p14:xfrm>
              <a:off x="7541263" y="356965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5E0833-4887-D531-69C4-797963C091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3263" y="35520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B3B62C-6580-5099-57E1-EA3360C41C3B}"/>
                  </a:ext>
                </a:extLst>
              </p14:cNvPr>
              <p14:cNvContentPartPr/>
              <p14:nvPr/>
            </p14:nvContentPartPr>
            <p14:xfrm>
              <a:off x="3028663" y="184813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B3B62C-6580-5099-57E1-EA3360C41C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0663" y="1830131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3B52821-B271-8D7E-F508-241EAED9E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75" y="1708008"/>
            <a:ext cx="3692371" cy="2362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7D705-6A5C-4889-2EE7-3C5F50DE02C5}"/>
              </a:ext>
            </a:extLst>
          </p:cNvPr>
          <p:cNvSpPr txBox="1"/>
          <p:nvPr/>
        </p:nvSpPr>
        <p:spPr>
          <a:xfrm>
            <a:off x="4282525" y="174610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Assumptions used (standard object detection evaluation)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#GT = 6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IoU</a:t>
            </a:r>
            <a:r>
              <a:rPr lang="en-IN" b="1" dirty="0"/>
              <a:t> threshold = 0.5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Detections are processed </a:t>
            </a:r>
            <a:r>
              <a:rPr lang="en-IN" b="1" dirty="0"/>
              <a:t>in descending confidence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detection counts as </a:t>
            </a:r>
            <a:r>
              <a:rPr lang="en-IN" b="1" dirty="0"/>
              <a:t>TP</a:t>
            </a:r>
            <a:r>
              <a:rPr lang="en-IN" dirty="0"/>
              <a:t> if </a:t>
            </a:r>
            <a:r>
              <a:rPr lang="en-IN" dirty="0" err="1"/>
              <a:t>IoU</a:t>
            </a:r>
            <a:r>
              <a:rPr lang="en-IN" dirty="0"/>
              <a:t> ≥ 0.5 </a:t>
            </a:r>
            <a:r>
              <a:rPr lang="en-IN" b="1" dirty="0"/>
              <a:t>and</a:t>
            </a:r>
            <a:r>
              <a:rPr lang="en-IN" dirty="0"/>
              <a:t> we still have an unmatched GT available</a:t>
            </a:r>
            <a:br>
              <a:rPr lang="en-IN" dirty="0"/>
            </a:br>
            <a:r>
              <a:rPr lang="en-IN" dirty="0"/>
              <a:t>(so TP cannot exceed 6; extra “good </a:t>
            </a:r>
            <a:r>
              <a:rPr lang="en-IN" dirty="0" err="1"/>
              <a:t>IoU</a:t>
            </a:r>
            <a:r>
              <a:rPr lang="en-IN" dirty="0"/>
              <a:t>” detections become </a:t>
            </a:r>
            <a:r>
              <a:rPr lang="en-IN" b="1" dirty="0"/>
              <a:t>FP</a:t>
            </a:r>
            <a:r>
              <a:rPr lang="en-IN" dirty="0"/>
              <a:t> due to duplicates)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B0B616-E5A9-6B93-7411-B9DB63F33E98}"/>
                  </a:ext>
                </a:extLst>
              </p14:cNvPr>
              <p14:cNvContentPartPr/>
              <p14:nvPr/>
            </p14:nvContentPartPr>
            <p14:xfrm>
              <a:off x="811800" y="618840"/>
              <a:ext cx="8332200" cy="339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B0B616-E5A9-6B93-7411-B9DB63F33E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5600" y="602640"/>
                <a:ext cx="8364600" cy="342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33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A8C7F5-4E91-6015-3C4A-BB3C9FB0C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554231"/>
              </p:ext>
            </p:extLst>
          </p:nvPr>
        </p:nvGraphicFramePr>
        <p:xfrm>
          <a:off x="304800" y="304800"/>
          <a:ext cx="8382000" cy="3124205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2609415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43108067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68321721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42634792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0981376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52952976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409608626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443067848"/>
                    </a:ext>
                  </a:extLst>
                </a:gridCol>
              </a:tblGrid>
              <a:tr h="429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Rank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Conf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IoU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TP/FP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TP cum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FP cum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Precision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Recall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38070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0.99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1.00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0.17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550134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0.92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0.31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FP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0.17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451332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0.92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0.31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FP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0.33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0.17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586947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0.33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3518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551892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6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821166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0.45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FP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272727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8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0.45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FP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0.67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64970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9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0.56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0.83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16191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0.56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0.79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TP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6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1.00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8887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11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0.42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0.53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FP*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6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0.55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dirty="0"/>
                        <a:t>1.00</a:t>
                      </a:r>
                    </a:p>
                  </a:txBody>
                  <a:tcPr marL="39812" marR="39812" marT="19906" marB="19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75151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BE60B6B6-D625-B890-963E-8AA51AFB3A72}"/>
              </a:ext>
            </a:extLst>
          </p:cNvPr>
          <p:cNvGrpSpPr/>
          <p:nvPr/>
        </p:nvGrpSpPr>
        <p:grpSpPr>
          <a:xfrm>
            <a:off x="3587383" y="3399371"/>
            <a:ext cx="396720" cy="160920"/>
            <a:chOff x="3587383" y="3399371"/>
            <a:chExt cx="3967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9021CCE-F4FD-0125-713F-45CD5ECC8359}"/>
                    </a:ext>
                  </a:extLst>
                </p14:cNvPr>
                <p14:cNvContentPartPr/>
                <p14:nvPr/>
              </p14:nvContentPartPr>
              <p14:xfrm>
                <a:off x="3587383" y="3411251"/>
                <a:ext cx="359640" cy="149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9021CCE-F4FD-0125-713F-45CD5ECC83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78743" y="3402611"/>
                  <a:ext cx="377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33386EA-28EE-B5F3-5A16-7C89EEB2B03A}"/>
                    </a:ext>
                  </a:extLst>
                </p14:cNvPr>
                <p14:cNvContentPartPr/>
                <p14:nvPr/>
              </p14:nvContentPartPr>
              <p14:xfrm>
                <a:off x="3901303" y="3399371"/>
                <a:ext cx="82800" cy="122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33386EA-28EE-B5F3-5A16-7C89EEB2B0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92303" y="3390371"/>
                  <a:ext cx="100440" cy="140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183C46-9218-C9AE-2C14-688612367643}"/>
              </a:ext>
            </a:extLst>
          </p:cNvPr>
          <p:cNvSpPr txBox="1"/>
          <p:nvPr/>
        </p:nvSpPr>
        <p:spPr>
          <a:xfrm>
            <a:off x="3327991" y="3657600"/>
            <a:ext cx="53479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Since the GT is 6 only even though the IOU is GT than 0.5 we dem it as FP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29A5A-F52B-3F48-E2A8-EA43C72E9032}"/>
              </a:ext>
            </a:extLst>
          </p:cNvPr>
          <p:cNvSpPr txBox="1"/>
          <p:nvPr/>
        </p:nvSpPr>
        <p:spPr>
          <a:xfrm>
            <a:off x="228600" y="4070428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FP at rank 11 because we already reached </a:t>
            </a:r>
            <a:r>
              <a:rPr lang="en-IN" b="1" dirty="0"/>
              <a:t>6 TPs (all GT matched)</a:t>
            </a:r>
            <a:r>
              <a:rPr lang="en-IN" dirty="0"/>
              <a:t>. In normal matching, any additional detections are </a:t>
            </a:r>
            <a:r>
              <a:rPr lang="en-IN" b="1" dirty="0"/>
              <a:t>duplicates → FP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D7AF6B-EFA4-1E45-9E5F-E95E50977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93" y="4808217"/>
            <a:ext cx="4019107" cy="20497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80D24A-449B-4A4F-F5E6-19F908B2A5AA}"/>
                  </a:ext>
                </a:extLst>
              </p14:cNvPr>
              <p14:cNvContentPartPr/>
              <p14:nvPr/>
            </p14:nvContentPartPr>
            <p14:xfrm>
              <a:off x="473400" y="117360"/>
              <a:ext cx="8670600" cy="641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80D24A-449B-4A4F-F5E6-19F908B2A5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200" y="101160"/>
                <a:ext cx="8703000" cy="64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2692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264DC0-3871-9DC8-D989-A01764076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3162"/>
            <a:ext cx="7543800" cy="379390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D7CDF5-D662-8382-8A7A-B052D9C8B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38474"/>
              </p:ext>
            </p:extLst>
          </p:nvPr>
        </p:nvGraphicFramePr>
        <p:xfrm>
          <a:off x="-386800" y="4583574"/>
          <a:ext cx="4311100" cy="2031600"/>
        </p:xfrm>
        <a:graphic>
          <a:graphicData uri="http://schemas.openxmlformats.org/drawingml/2006/table">
            <a:tbl>
              <a:tblPr/>
              <a:tblGrid>
                <a:gridCol w="2155550">
                  <a:extLst>
                    <a:ext uri="{9D8B030D-6E8A-4147-A177-3AD203B41FA5}">
                      <a16:colId xmlns:a16="http://schemas.microsoft.com/office/drawing/2014/main" val="3180428720"/>
                    </a:ext>
                  </a:extLst>
                </a:gridCol>
                <a:gridCol w="2155550">
                  <a:extLst>
                    <a:ext uri="{9D8B030D-6E8A-4147-A177-3AD203B41FA5}">
                      <a16:colId xmlns:a16="http://schemas.microsoft.com/office/drawing/2014/main" val="2580647691"/>
                    </a:ext>
                  </a:extLst>
                </a:gridCol>
              </a:tblGrid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Recall level (r)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dirty="0"/>
                        <a:t>(</a:t>
                      </a:r>
                      <a:r>
                        <a:rPr lang="en-IN" sz="1000" dirty="0" err="1"/>
                        <a:t>p_interp</a:t>
                      </a:r>
                      <a:r>
                        <a:rPr lang="en-IN" sz="1000" dirty="0"/>
                        <a:t>}(r)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529924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0.1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1.000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518926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0.2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0.667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936618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0.3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0.667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458822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0.4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dirty="0"/>
                        <a:t>0.667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233705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0.5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0.667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613538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dirty="0"/>
                        <a:t>0.667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99710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0.7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0.600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010820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0.8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0.600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901757"/>
                  </a:ext>
                </a:extLst>
              </a:tr>
              <a:tr h="2030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0.9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dirty="0"/>
                        <a:t>0.600</a:t>
                      </a:r>
                    </a:p>
                  </a:txBody>
                  <a:tcPr marL="50760" marR="50760" marT="25380" marB="25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280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5F288F-FB06-9774-5016-FC0EE2CCBA3C}"/>
              </a:ext>
            </a:extLst>
          </p:cNvPr>
          <p:cNvSpPr txBox="1"/>
          <p:nvPr/>
        </p:nvSpPr>
        <p:spPr>
          <a:xfrm>
            <a:off x="120502" y="4005845"/>
            <a:ext cx="569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9-point interpolation table (recall levels 0.1 to 0.9)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595AB-B9B7-8769-E64C-9DC132C2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237" y="4375177"/>
            <a:ext cx="2978150" cy="21440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8D31CC-E7BC-6C5C-45FF-59E2B5249425}"/>
                  </a:ext>
                </a:extLst>
              </p14:cNvPr>
              <p14:cNvContentPartPr/>
              <p14:nvPr/>
            </p14:nvContentPartPr>
            <p14:xfrm>
              <a:off x="197640" y="1719720"/>
              <a:ext cx="4605840" cy="513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8D31CC-E7BC-6C5C-45FF-59E2B52494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440" y="1703520"/>
                <a:ext cx="4638240" cy="517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651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9EF996-CFEA-9138-253D-8A9284D1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7264400" cy="1422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37483F-D85E-4E19-F3A5-1B440FB8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7" y="2209800"/>
            <a:ext cx="7264400" cy="2895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9D6A74-F7D9-B0D8-794E-222419F3BF99}"/>
                  </a:ext>
                </a:extLst>
              </p14:cNvPr>
              <p14:cNvContentPartPr/>
              <p14:nvPr/>
            </p14:nvContentPartPr>
            <p14:xfrm>
              <a:off x="237600" y="1702440"/>
              <a:ext cx="8816760" cy="466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9D6A74-F7D9-B0D8-794E-222419F3BF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400" y="1686240"/>
                <a:ext cx="8849160" cy="470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70811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D43166-1B67-551A-B7A4-56A85CCA9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87535"/>
              </p:ext>
            </p:extLst>
          </p:nvPr>
        </p:nvGraphicFramePr>
        <p:xfrm>
          <a:off x="-228600" y="914400"/>
          <a:ext cx="3592584" cy="2030412"/>
        </p:xfrm>
        <a:graphic>
          <a:graphicData uri="http://schemas.openxmlformats.org/drawingml/2006/table">
            <a:tbl>
              <a:tblPr/>
              <a:tblGrid>
                <a:gridCol w="1796292">
                  <a:extLst>
                    <a:ext uri="{9D8B030D-6E8A-4147-A177-3AD203B41FA5}">
                      <a16:colId xmlns:a16="http://schemas.microsoft.com/office/drawing/2014/main" val="3995609472"/>
                    </a:ext>
                  </a:extLst>
                </a:gridCol>
                <a:gridCol w="1796292">
                  <a:extLst>
                    <a:ext uri="{9D8B030D-6E8A-4147-A177-3AD203B41FA5}">
                      <a16:colId xmlns:a16="http://schemas.microsoft.com/office/drawing/2014/main" val="1703601305"/>
                    </a:ext>
                  </a:extLst>
                </a:gridCol>
              </a:tblGrid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Recall level (r)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dirty="0"/>
                        <a:t>(</a:t>
                      </a:r>
                      <a:r>
                        <a:rPr lang="en-IN" sz="800" dirty="0" err="1"/>
                        <a:t>p_interp</a:t>
                      </a:r>
                      <a:r>
                        <a:rPr lang="en-IN" sz="800" dirty="0"/>
                        <a:t>}(r)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832622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1.000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126070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0.1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1.000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792905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0.2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0.667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863812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0.3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0.667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012903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0.4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0.667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459125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0.5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0.667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25324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0.667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30163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0.7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733115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0.8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221024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0.9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0.600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635334"/>
                  </a:ext>
                </a:extLst>
              </a:tr>
              <a:tr h="1692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/>
                        <a:t>1.0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dirty="0"/>
                        <a:t>0.600</a:t>
                      </a:r>
                    </a:p>
                  </a:txBody>
                  <a:tcPr marL="42300" marR="42300" marT="21150" marB="21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0590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374D90-294A-F2C7-2AA8-0DE862DE565E}"/>
              </a:ext>
            </a:extLst>
          </p:cNvPr>
          <p:cNvSpPr txBox="1"/>
          <p:nvPr/>
        </p:nvSpPr>
        <p:spPr>
          <a:xfrm>
            <a:off x="152400" y="152400"/>
            <a:ext cx="4731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11-point interpolation table (recall levels 0.0 to 1.0)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0B4E6-9ABC-2721-90B2-6A0D7887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773922"/>
            <a:ext cx="5133304" cy="37638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FD3413-07D6-ED93-2A03-B221C6F9556A}"/>
                  </a:ext>
                </a:extLst>
              </p14:cNvPr>
              <p14:cNvContentPartPr/>
              <p14:nvPr/>
            </p14:nvContentPartPr>
            <p14:xfrm>
              <a:off x="1251360" y="1038960"/>
              <a:ext cx="443880" cy="198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FD3413-07D6-ED93-2A03-B221C6F955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5160" y="1022760"/>
                <a:ext cx="476280" cy="20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365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C9D085-4239-387F-2DA9-BA5AE52A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7264400" cy="2895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1C687F-4C4B-EFFC-6415-E6958AE8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81400"/>
            <a:ext cx="7264400" cy="2895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6ABF09-D594-F275-8F2A-8C89B15BB33F}"/>
                  </a:ext>
                </a:extLst>
              </p14:cNvPr>
              <p14:cNvContentPartPr/>
              <p14:nvPr/>
            </p14:nvContentPartPr>
            <p14:xfrm>
              <a:off x="4347000" y="910080"/>
              <a:ext cx="782640" cy="918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6ABF09-D594-F275-8F2A-8C89B15BB3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0800" y="893880"/>
                <a:ext cx="815040" cy="9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850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513" y="198423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026" y="1611629"/>
            <a:ext cx="8425815" cy="348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6604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90195" algn="l"/>
              </a:tabLst>
            </a:pPr>
            <a:r>
              <a:rPr sz="1500" dirty="0">
                <a:latin typeface="Tahoma"/>
                <a:cs typeface="Tahoma"/>
              </a:rPr>
              <a:t>When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AP</a:t>
            </a:r>
            <a:r>
              <a:rPr sz="1500" spc="65" dirty="0">
                <a:latin typeface="Times New Roman"/>
                <a:cs typeface="Times New Roman"/>
              </a:rPr>
              <a:t>ᵣ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ahoma"/>
                <a:cs typeface="Tahoma"/>
              </a:rPr>
              <a:t>turns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extremely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small,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assume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remaining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terms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zero.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i.e.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not 	</a:t>
            </a:r>
            <a:r>
              <a:rPr sz="1500" dirty="0">
                <a:latin typeface="Tahoma"/>
                <a:cs typeface="Tahoma"/>
              </a:rPr>
              <a:t>necessarily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make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until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reaches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100%.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spc="-114" dirty="0">
                <a:latin typeface="Tahoma"/>
                <a:cs typeface="Tahoma"/>
              </a:rPr>
              <a:t>If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possible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drop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negligible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level,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can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stop.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90195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different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classes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every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also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provide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an 	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those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results.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dirty="0">
                <a:latin typeface="Tahoma"/>
                <a:cs typeface="Tahoma"/>
              </a:rPr>
              <a:t>However,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approximation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suffers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two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issues: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 marL="291465" indent="-278765">
              <a:lnSpc>
                <a:spcPct val="100000"/>
              </a:lnSpc>
              <a:buClr>
                <a:srgbClr val="0070C0"/>
              </a:buClr>
              <a:buAutoNum type="arabicPeriod"/>
              <a:tabLst>
                <a:tab pos="291465" algn="l"/>
              </a:tabLst>
            </a:pPr>
            <a:r>
              <a:rPr sz="1500" spc="-114" dirty="0">
                <a:latin typeface="Tahoma"/>
                <a:cs typeface="Tahoma"/>
              </a:rPr>
              <a:t>It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less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precise.</a:t>
            </a:r>
            <a:endParaRPr sz="1500">
              <a:latin typeface="Tahoma"/>
              <a:cs typeface="Tahoma"/>
            </a:endParaRPr>
          </a:p>
          <a:p>
            <a:pPr marL="291465" indent="-278765">
              <a:lnSpc>
                <a:spcPct val="100000"/>
              </a:lnSpc>
              <a:buClr>
                <a:srgbClr val="0070C0"/>
              </a:buClr>
              <a:buAutoNum type="arabicPeriod"/>
              <a:tabLst>
                <a:tab pos="291465" algn="l"/>
              </a:tabLst>
            </a:pPr>
            <a:r>
              <a:rPr sz="1500" dirty="0">
                <a:latin typeface="Tahoma"/>
                <a:cs typeface="Tahoma"/>
              </a:rPr>
              <a:t>Second,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lost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capability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measuring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difference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methods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low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Tahoma"/>
              <a:buAutoNum type="arabicPeriod"/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70C0"/>
              </a:buClr>
              <a:buFont typeface="Tahoma"/>
              <a:buAutoNum type="arabicPeriod"/>
            </a:pPr>
            <a:endParaRPr sz="1500">
              <a:latin typeface="Tahoma"/>
              <a:cs typeface="Tahoma"/>
            </a:endParaRPr>
          </a:p>
          <a:p>
            <a:pPr marL="288290" lvl="1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spc="-20" dirty="0">
                <a:latin typeface="Tahoma"/>
                <a:cs typeface="Tahoma"/>
              </a:rPr>
              <a:t>Therefore,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different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adopted</a:t>
            </a:r>
            <a:r>
              <a:rPr sz="1500" spc="-20" dirty="0">
                <a:latin typeface="Tahoma"/>
                <a:cs typeface="Tahoma"/>
              </a:rPr>
              <a:t> after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2008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0" dirty="0">
                <a:latin typeface="Tahoma"/>
                <a:cs typeface="Tahoma"/>
              </a:rPr>
              <a:t> VOC.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C9E7D8-E568-0513-0DDA-67F43BDA5117}"/>
                  </a:ext>
                </a:extLst>
              </p14:cNvPr>
              <p14:cNvContentPartPr/>
              <p14:nvPr/>
            </p14:nvContentPartPr>
            <p14:xfrm>
              <a:off x="697320" y="459360"/>
              <a:ext cx="7282440" cy="286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C9E7D8-E568-0513-0DDA-67F43BDA5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7960" y="450000"/>
                <a:ext cx="7301160" cy="28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075" y="295942"/>
            <a:ext cx="8124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11490" algn="l"/>
              </a:tabLst>
            </a:pPr>
            <a:r>
              <a:rPr u="heavy" dirty="0">
                <a:uFill>
                  <a:solidFill>
                    <a:srgbClr val="000000"/>
                  </a:solidFill>
                </a:uFill>
              </a:rPr>
              <a:t>AP</a:t>
            </a:r>
            <a:r>
              <a:rPr u="heavy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(Area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under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curve</a:t>
            </a:r>
            <a:r>
              <a:rPr u="heavy" spc="-2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AUC)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3506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1435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later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Pascal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VOC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competitions,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VOC2010–2012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samples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unique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345" dirty="0">
                <a:latin typeface="Tahoma"/>
                <a:cs typeface="Tahoma"/>
              </a:rPr>
              <a:t>(r</a:t>
            </a:r>
            <a:r>
              <a:rPr sz="1500" spc="-345" dirty="0">
                <a:latin typeface="SimSun-ExtB"/>
                <a:cs typeface="SimSun-ExtB"/>
              </a:rPr>
              <a:t>₁</a:t>
            </a:r>
            <a:r>
              <a:rPr sz="1500" spc="-345" dirty="0">
                <a:latin typeface="Tahoma"/>
                <a:cs typeface="Tahoma"/>
              </a:rPr>
              <a:t>,</a:t>
            </a:r>
            <a:r>
              <a:rPr sz="1500" spc="500" dirty="0">
                <a:latin typeface="Tahoma"/>
                <a:cs typeface="Tahoma"/>
              </a:rPr>
              <a:t> 	</a:t>
            </a:r>
            <a:r>
              <a:rPr sz="1500" spc="-390" dirty="0">
                <a:latin typeface="Tahoma"/>
                <a:cs typeface="Tahoma"/>
              </a:rPr>
              <a:t>r</a:t>
            </a:r>
            <a:r>
              <a:rPr sz="1500" spc="-390" dirty="0">
                <a:latin typeface="SimSun-ExtB"/>
                <a:cs typeface="SimSun-ExtB"/>
              </a:rPr>
              <a:t>₂</a:t>
            </a:r>
            <a:r>
              <a:rPr sz="1500" spc="-390" dirty="0">
                <a:latin typeface="Tahoma"/>
                <a:cs typeface="Tahoma"/>
              </a:rPr>
              <a:t>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…),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whenever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drops.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With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change,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measuring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exact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area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precision-recall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after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zigzags 	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removed.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050" y="2578100"/>
            <a:ext cx="6584949" cy="342264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912" y="244835"/>
            <a:ext cx="53187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</a:t>
            </a:r>
            <a:r>
              <a:rPr spc="-85" dirty="0"/>
              <a:t> </a:t>
            </a:r>
            <a:r>
              <a:rPr dirty="0"/>
              <a:t>(Area</a:t>
            </a:r>
            <a:r>
              <a:rPr spc="-15" dirty="0"/>
              <a:t> </a:t>
            </a:r>
            <a:r>
              <a:rPr dirty="0"/>
              <a:t>under</a:t>
            </a:r>
            <a:r>
              <a:rPr spc="-20" dirty="0"/>
              <a:t> </a:t>
            </a:r>
            <a:r>
              <a:rPr dirty="0"/>
              <a:t>curve</a:t>
            </a:r>
            <a:r>
              <a:rPr spc="-200" dirty="0"/>
              <a:t> </a:t>
            </a:r>
            <a:r>
              <a:rPr spc="-20" dirty="0"/>
              <a:t>AUC)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2840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60" dirty="0">
                <a:latin typeface="Tahoma"/>
                <a:cs typeface="Tahoma"/>
              </a:rPr>
              <a:t>No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approximation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interpolation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needed.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spc="-10" dirty="0">
                <a:latin typeface="Tahoma"/>
                <a:cs typeface="Tahoma"/>
              </a:rPr>
              <a:t>Instead</a:t>
            </a:r>
            <a:r>
              <a:rPr sz="1500" dirty="0">
                <a:latin typeface="Tahoma"/>
                <a:cs typeface="Tahoma"/>
              </a:rPr>
              <a:t> of sampling 11 points, we sample </a:t>
            </a:r>
            <a:r>
              <a:rPr sz="1500" spc="-75" dirty="0">
                <a:latin typeface="Tahoma"/>
                <a:cs typeface="Tahoma"/>
              </a:rPr>
              <a:t>p(r</a:t>
            </a:r>
            <a:r>
              <a:rPr sz="1500" spc="-75" dirty="0">
                <a:latin typeface="Times New Roman"/>
                <a:cs typeface="Times New Roman"/>
              </a:rPr>
              <a:t>ᵢ</a:t>
            </a:r>
            <a:r>
              <a:rPr sz="1500" spc="-75" dirty="0">
                <a:latin typeface="Tahoma"/>
                <a:cs typeface="Tahoma"/>
              </a:rPr>
              <a:t>)</a:t>
            </a:r>
            <a:r>
              <a:rPr sz="1500" dirty="0">
                <a:latin typeface="Tahoma"/>
                <a:cs typeface="Tahoma"/>
              </a:rPr>
              <a:t> whenever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 drops and computes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dirty="0">
                <a:latin typeface="Tahoma"/>
                <a:cs typeface="Tahoma"/>
              </a:rPr>
              <a:t> as the sum of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 	</a:t>
            </a:r>
            <a:r>
              <a:rPr sz="1500" dirty="0">
                <a:latin typeface="Tahoma"/>
                <a:cs typeface="Tahoma"/>
              </a:rPr>
              <a:t>rectangular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blocks.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5100" y="2322511"/>
            <a:ext cx="8832850" cy="3677920"/>
            <a:chOff x="165100" y="2322511"/>
            <a:chExt cx="8832850" cy="3677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100" y="2577751"/>
              <a:ext cx="6584831" cy="3422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49259" y="2328861"/>
              <a:ext cx="2701925" cy="1455420"/>
            </a:xfrm>
            <a:custGeom>
              <a:avLst/>
              <a:gdLst/>
              <a:ahLst/>
              <a:cxnLst/>
              <a:rect l="l" t="t" r="r" b="b"/>
              <a:pathLst>
                <a:path w="2701925" h="1455420">
                  <a:moveTo>
                    <a:pt x="1350665" y="1455233"/>
                  </a:moveTo>
                  <a:lnTo>
                    <a:pt x="1304231" y="1454811"/>
                  </a:lnTo>
                  <a:lnTo>
                    <a:pt x="1258191" y="1453555"/>
                  </a:lnTo>
                  <a:lnTo>
                    <a:pt x="1212568" y="1451477"/>
                  </a:lnTo>
                  <a:lnTo>
                    <a:pt x="1167388" y="1448591"/>
                  </a:lnTo>
                  <a:lnTo>
                    <a:pt x="1122677" y="1444911"/>
                  </a:lnTo>
                  <a:lnTo>
                    <a:pt x="1078459" y="1440451"/>
                  </a:lnTo>
                  <a:lnTo>
                    <a:pt x="1034760" y="1435224"/>
                  </a:lnTo>
                  <a:lnTo>
                    <a:pt x="991605" y="1429242"/>
                  </a:lnTo>
                  <a:lnTo>
                    <a:pt x="949019" y="1422522"/>
                  </a:lnTo>
                  <a:lnTo>
                    <a:pt x="907026" y="1415074"/>
                  </a:lnTo>
                  <a:lnTo>
                    <a:pt x="865653" y="1406913"/>
                  </a:lnTo>
                  <a:lnTo>
                    <a:pt x="824925" y="1398053"/>
                  </a:lnTo>
                  <a:lnTo>
                    <a:pt x="784866" y="1388508"/>
                  </a:lnTo>
                  <a:lnTo>
                    <a:pt x="745503" y="1378290"/>
                  </a:lnTo>
                  <a:lnTo>
                    <a:pt x="706858" y="1367414"/>
                  </a:lnTo>
                  <a:lnTo>
                    <a:pt x="668958" y="1355892"/>
                  </a:lnTo>
                  <a:lnTo>
                    <a:pt x="631829" y="1343739"/>
                  </a:lnTo>
                  <a:lnTo>
                    <a:pt x="595496" y="1330967"/>
                  </a:lnTo>
                  <a:lnTo>
                    <a:pt x="525313" y="1303626"/>
                  </a:lnTo>
                  <a:lnTo>
                    <a:pt x="458615" y="1273973"/>
                  </a:lnTo>
                  <a:lnTo>
                    <a:pt x="395600" y="1242119"/>
                  </a:lnTo>
                  <a:lnTo>
                    <a:pt x="336471" y="1208173"/>
                  </a:lnTo>
                  <a:lnTo>
                    <a:pt x="281427" y="1172241"/>
                  </a:lnTo>
                  <a:lnTo>
                    <a:pt x="230672" y="1134434"/>
                  </a:lnTo>
                  <a:lnTo>
                    <a:pt x="184405" y="1094858"/>
                  </a:lnTo>
                  <a:lnTo>
                    <a:pt x="123860" y="1032418"/>
                  </a:lnTo>
                  <a:lnTo>
                    <a:pt x="89695" y="988897"/>
                  </a:lnTo>
                  <a:lnTo>
                    <a:pt x="60722" y="943988"/>
                  </a:lnTo>
                  <a:lnTo>
                    <a:pt x="37143" y="897798"/>
                  </a:lnTo>
                  <a:lnTo>
                    <a:pt x="19160" y="850436"/>
                  </a:lnTo>
                  <a:lnTo>
                    <a:pt x="6972" y="802011"/>
                  </a:lnTo>
                  <a:lnTo>
                    <a:pt x="782" y="752631"/>
                  </a:lnTo>
                  <a:lnTo>
                    <a:pt x="0" y="727617"/>
                  </a:lnTo>
                  <a:lnTo>
                    <a:pt x="3115" y="677799"/>
                  </a:lnTo>
                  <a:lnTo>
                    <a:pt x="12329" y="628883"/>
                  </a:lnTo>
                  <a:lnTo>
                    <a:pt x="27440" y="580976"/>
                  </a:lnTo>
                  <a:lnTo>
                    <a:pt x="48246" y="534187"/>
                  </a:lnTo>
                  <a:lnTo>
                    <a:pt x="74548" y="488624"/>
                  </a:lnTo>
                  <a:lnTo>
                    <a:pt x="106141" y="444395"/>
                  </a:lnTo>
                  <a:lnTo>
                    <a:pt x="142828" y="401609"/>
                  </a:lnTo>
                  <a:lnTo>
                    <a:pt x="184405" y="360375"/>
                  </a:lnTo>
                  <a:lnTo>
                    <a:pt x="230672" y="320799"/>
                  </a:lnTo>
                  <a:lnTo>
                    <a:pt x="281427" y="282991"/>
                  </a:lnTo>
                  <a:lnTo>
                    <a:pt x="336471" y="247060"/>
                  </a:lnTo>
                  <a:lnTo>
                    <a:pt x="395600" y="213113"/>
                  </a:lnTo>
                  <a:lnTo>
                    <a:pt x="458615" y="181259"/>
                  </a:lnTo>
                  <a:lnTo>
                    <a:pt x="525313" y="151608"/>
                  </a:lnTo>
                  <a:lnTo>
                    <a:pt x="595496" y="124265"/>
                  </a:lnTo>
                  <a:lnTo>
                    <a:pt x="631829" y="111494"/>
                  </a:lnTo>
                  <a:lnTo>
                    <a:pt x="668958" y="99340"/>
                  </a:lnTo>
                  <a:lnTo>
                    <a:pt x="706858" y="87818"/>
                  </a:lnTo>
                  <a:lnTo>
                    <a:pt x="745503" y="76942"/>
                  </a:lnTo>
                  <a:lnTo>
                    <a:pt x="784866" y="66725"/>
                  </a:lnTo>
                  <a:lnTo>
                    <a:pt x="824925" y="57179"/>
                  </a:lnTo>
                  <a:lnTo>
                    <a:pt x="865653" y="48319"/>
                  </a:lnTo>
                  <a:lnTo>
                    <a:pt x="907026" y="40159"/>
                  </a:lnTo>
                  <a:lnTo>
                    <a:pt x="949019" y="32711"/>
                  </a:lnTo>
                  <a:lnTo>
                    <a:pt x="991605" y="25990"/>
                  </a:lnTo>
                  <a:lnTo>
                    <a:pt x="1034760" y="20009"/>
                  </a:lnTo>
                  <a:lnTo>
                    <a:pt x="1078459" y="14782"/>
                  </a:lnTo>
                  <a:lnTo>
                    <a:pt x="1122677" y="10321"/>
                  </a:lnTo>
                  <a:lnTo>
                    <a:pt x="1167388" y="6641"/>
                  </a:lnTo>
                  <a:lnTo>
                    <a:pt x="1212568" y="3755"/>
                  </a:lnTo>
                  <a:lnTo>
                    <a:pt x="1258191" y="1678"/>
                  </a:lnTo>
                  <a:lnTo>
                    <a:pt x="1304231" y="421"/>
                  </a:lnTo>
                  <a:lnTo>
                    <a:pt x="1350665" y="0"/>
                  </a:lnTo>
                  <a:lnTo>
                    <a:pt x="1397100" y="421"/>
                  </a:lnTo>
                  <a:lnTo>
                    <a:pt x="1443141" y="1678"/>
                  </a:lnTo>
                  <a:lnTo>
                    <a:pt x="1488763" y="3755"/>
                  </a:lnTo>
                  <a:lnTo>
                    <a:pt x="1533943" y="6641"/>
                  </a:lnTo>
                  <a:lnTo>
                    <a:pt x="1578655" y="10321"/>
                  </a:lnTo>
                  <a:lnTo>
                    <a:pt x="1622872" y="14782"/>
                  </a:lnTo>
                  <a:lnTo>
                    <a:pt x="1666571" y="20009"/>
                  </a:lnTo>
                  <a:lnTo>
                    <a:pt x="1709726" y="25990"/>
                  </a:lnTo>
                  <a:lnTo>
                    <a:pt x="1752313" y="32711"/>
                  </a:lnTo>
                  <a:lnTo>
                    <a:pt x="1794305" y="40159"/>
                  </a:lnTo>
                  <a:lnTo>
                    <a:pt x="1835678" y="48319"/>
                  </a:lnTo>
                  <a:lnTo>
                    <a:pt x="1876407" y="57179"/>
                  </a:lnTo>
                  <a:lnTo>
                    <a:pt x="1916466" y="66725"/>
                  </a:lnTo>
                  <a:lnTo>
                    <a:pt x="1955829" y="76942"/>
                  </a:lnTo>
                  <a:lnTo>
                    <a:pt x="1994474" y="87818"/>
                  </a:lnTo>
                  <a:lnTo>
                    <a:pt x="2032373" y="99340"/>
                  </a:lnTo>
                  <a:lnTo>
                    <a:pt x="2069503" y="111494"/>
                  </a:lnTo>
                  <a:lnTo>
                    <a:pt x="2105836" y="124265"/>
                  </a:lnTo>
                  <a:lnTo>
                    <a:pt x="2176018" y="151608"/>
                  </a:lnTo>
                  <a:lnTo>
                    <a:pt x="2242717" y="181259"/>
                  </a:lnTo>
                  <a:lnTo>
                    <a:pt x="2305732" y="213113"/>
                  </a:lnTo>
                  <a:lnTo>
                    <a:pt x="2364861" y="247060"/>
                  </a:lnTo>
                  <a:lnTo>
                    <a:pt x="2419904" y="282991"/>
                  </a:lnTo>
                  <a:lnTo>
                    <a:pt x="2470660" y="320799"/>
                  </a:lnTo>
                  <a:lnTo>
                    <a:pt x="2516928" y="360375"/>
                  </a:lnTo>
                  <a:lnTo>
                    <a:pt x="2577471" y="422815"/>
                  </a:lnTo>
                  <a:lnTo>
                    <a:pt x="2611637" y="466336"/>
                  </a:lnTo>
                  <a:lnTo>
                    <a:pt x="2640609" y="511245"/>
                  </a:lnTo>
                  <a:lnTo>
                    <a:pt x="2664189" y="557435"/>
                  </a:lnTo>
                  <a:lnTo>
                    <a:pt x="2682172" y="604797"/>
                  </a:lnTo>
                  <a:lnTo>
                    <a:pt x="2694359" y="653222"/>
                  </a:lnTo>
                  <a:lnTo>
                    <a:pt x="2700549" y="702602"/>
                  </a:lnTo>
                  <a:lnTo>
                    <a:pt x="2701333" y="727617"/>
                  </a:lnTo>
                  <a:lnTo>
                    <a:pt x="2698217" y="777434"/>
                  </a:lnTo>
                  <a:lnTo>
                    <a:pt x="2689003" y="826350"/>
                  </a:lnTo>
                  <a:lnTo>
                    <a:pt x="2673892" y="874257"/>
                  </a:lnTo>
                  <a:lnTo>
                    <a:pt x="2653086" y="921046"/>
                  </a:lnTo>
                  <a:lnTo>
                    <a:pt x="2626785" y="966609"/>
                  </a:lnTo>
                  <a:lnTo>
                    <a:pt x="2595191" y="1010837"/>
                  </a:lnTo>
                  <a:lnTo>
                    <a:pt x="2558504" y="1053624"/>
                  </a:lnTo>
                  <a:lnTo>
                    <a:pt x="2516928" y="1094858"/>
                  </a:lnTo>
                  <a:lnTo>
                    <a:pt x="2470660" y="1134434"/>
                  </a:lnTo>
                  <a:lnTo>
                    <a:pt x="2419904" y="1172241"/>
                  </a:lnTo>
                  <a:lnTo>
                    <a:pt x="2364861" y="1208173"/>
                  </a:lnTo>
                  <a:lnTo>
                    <a:pt x="2305732" y="1242119"/>
                  </a:lnTo>
                  <a:lnTo>
                    <a:pt x="2242717" y="1273973"/>
                  </a:lnTo>
                  <a:lnTo>
                    <a:pt x="2176018" y="1303626"/>
                  </a:lnTo>
                  <a:lnTo>
                    <a:pt x="2105836" y="1330967"/>
                  </a:lnTo>
                  <a:lnTo>
                    <a:pt x="2069503" y="1343739"/>
                  </a:lnTo>
                  <a:lnTo>
                    <a:pt x="2032373" y="1355892"/>
                  </a:lnTo>
                  <a:lnTo>
                    <a:pt x="1994474" y="1367414"/>
                  </a:lnTo>
                  <a:lnTo>
                    <a:pt x="1955829" y="1378290"/>
                  </a:lnTo>
                  <a:lnTo>
                    <a:pt x="1916466" y="1388508"/>
                  </a:lnTo>
                  <a:lnTo>
                    <a:pt x="1876407" y="1398053"/>
                  </a:lnTo>
                  <a:lnTo>
                    <a:pt x="1835678" y="1406913"/>
                  </a:lnTo>
                  <a:lnTo>
                    <a:pt x="1794305" y="1415074"/>
                  </a:lnTo>
                  <a:lnTo>
                    <a:pt x="1752313" y="1422522"/>
                  </a:lnTo>
                  <a:lnTo>
                    <a:pt x="1709726" y="1429242"/>
                  </a:lnTo>
                  <a:lnTo>
                    <a:pt x="1666571" y="1435224"/>
                  </a:lnTo>
                  <a:lnTo>
                    <a:pt x="1622872" y="1440451"/>
                  </a:lnTo>
                  <a:lnTo>
                    <a:pt x="1578655" y="1444911"/>
                  </a:lnTo>
                  <a:lnTo>
                    <a:pt x="1533943" y="1448591"/>
                  </a:lnTo>
                  <a:lnTo>
                    <a:pt x="1488763" y="1451477"/>
                  </a:lnTo>
                  <a:lnTo>
                    <a:pt x="1443141" y="1453555"/>
                  </a:lnTo>
                  <a:lnTo>
                    <a:pt x="1397100" y="1454811"/>
                  </a:lnTo>
                  <a:lnTo>
                    <a:pt x="1350665" y="1455233"/>
                  </a:lnTo>
                  <a:close/>
                </a:path>
              </a:pathLst>
            </a:custGeom>
            <a:solidFill>
              <a:srgbClr val="0070C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49259" y="2328861"/>
              <a:ext cx="2701925" cy="1455420"/>
            </a:xfrm>
            <a:custGeom>
              <a:avLst/>
              <a:gdLst/>
              <a:ahLst/>
              <a:cxnLst/>
              <a:rect l="l" t="t" r="r" b="b"/>
              <a:pathLst>
                <a:path w="2701925" h="1455420">
                  <a:moveTo>
                    <a:pt x="0" y="727617"/>
                  </a:moveTo>
                  <a:lnTo>
                    <a:pt x="3115" y="677799"/>
                  </a:lnTo>
                  <a:lnTo>
                    <a:pt x="12329" y="628883"/>
                  </a:lnTo>
                  <a:lnTo>
                    <a:pt x="27440" y="580976"/>
                  </a:lnTo>
                  <a:lnTo>
                    <a:pt x="48246" y="534187"/>
                  </a:lnTo>
                  <a:lnTo>
                    <a:pt x="74548" y="488624"/>
                  </a:lnTo>
                  <a:lnTo>
                    <a:pt x="106141" y="444395"/>
                  </a:lnTo>
                  <a:lnTo>
                    <a:pt x="142828" y="401609"/>
                  </a:lnTo>
                  <a:lnTo>
                    <a:pt x="184405" y="360374"/>
                  </a:lnTo>
                  <a:lnTo>
                    <a:pt x="230672" y="320799"/>
                  </a:lnTo>
                  <a:lnTo>
                    <a:pt x="281427" y="282991"/>
                  </a:lnTo>
                  <a:lnTo>
                    <a:pt x="336471" y="247060"/>
                  </a:lnTo>
                  <a:lnTo>
                    <a:pt x="395600" y="213113"/>
                  </a:lnTo>
                  <a:lnTo>
                    <a:pt x="458615" y="181259"/>
                  </a:lnTo>
                  <a:lnTo>
                    <a:pt x="525314" y="151608"/>
                  </a:lnTo>
                  <a:lnTo>
                    <a:pt x="595496" y="124265"/>
                  </a:lnTo>
                  <a:lnTo>
                    <a:pt x="631829" y="111494"/>
                  </a:lnTo>
                  <a:lnTo>
                    <a:pt x="668959" y="99340"/>
                  </a:lnTo>
                  <a:lnTo>
                    <a:pt x="706858" y="87818"/>
                  </a:lnTo>
                  <a:lnTo>
                    <a:pt x="745503" y="76942"/>
                  </a:lnTo>
                  <a:lnTo>
                    <a:pt x="784867" y="66724"/>
                  </a:lnTo>
                  <a:lnTo>
                    <a:pt x="824925" y="57179"/>
                  </a:lnTo>
                  <a:lnTo>
                    <a:pt x="865654" y="48319"/>
                  </a:lnTo>
                  <a:lnTo>
                    <a:pt x="907027" y="40159"/>
                  </a:lnTo>
                  <a:lnTo>
                    <a:pt x="949019" y="32711"/>
                  </a:lnTo>
                  <a:lnTo>
                    <a:pt x="991605" y="25990"/>
                  </a:lnTo>
                  <a:lnTo>
                    <a:pt x="1034760" y="20009"/>
                  </a:lnTo>
                  <a:lnTo>
                    <a:pt x="1078460" y="14782"/>
                  </a:lnTo>
                  <a:lnTo>
                    <a:pt x="1122678" y="10321"/>
                  </a:lnTo>
                  <a:lnTo>
                    <a:pt x="1167389" y="6641"/>
                  </a:lnTo>
                  <a:lnTo>
                    <a:pt x="1212569" y="3755"/>
                  </a:lnTo>
                  <a:lnTo>
                    <a:pt x="1258191" y="1678"/>
                  </a:lnTo>
                  <a:lnTo>
                    <a:pt x="1304232" y="421"/>
                  </a:lnTo>
                  <a:lnTo>
                    <a:pt x="1350667" y="0"/>
                  </a:lnTo>
                  <a:lnTo>
                    <a:pt x="1397101" y="421"/>
                  </a:lnTo>
                  <a:lnTo>
                    <a:pt x="1443142" y="1678"/>
                  </a:lnTo>
                  <a:lnTo>
                    <a:pt x="1488764" y="3755"/>
                  </a:lnTo>
                  <a:lnTo>
                    <a:pt x="1533944" y="6641"/>
                  </a:lnTo>
                  <a:lnTo>
                    <a:pt x="1578655" y="10321"/>
                  </a:lnTo>
                  <a:lnTo>
                    <a:pt x="1622873" y="14782"/>
                  </a:lnTo>
                  <a:lnTo>
                    <a:pt x="1666572" y="20009"/>
                  </a:lnTo>
                  <a:lnTo>
                    <a:pt x="1709727" y="25990"/>
                  </a:lnTo>
                  <a:lnTo>
                    <a:pt x="1752314" y="32711"/>
                  </a:lnTo>
                  <a:lnTo>
                    <a:pt x="1794305" y="40159"/>
                  </a:lnTo>
                  <a:lnTo>
                    <a:pt x="1835678" y="48319"/>
                  </a:lnTo>
                  <a:lnTo>
                    <a:pt x="1876407" y="57179"/>
                  </a:lnTo>
                  <a:lnTo>
                    <a:pt x="1916466" y="66724"/>
                  </a:lnTo>
                  <a:lnTo>
                    <a:pt x="1955830" y="76942"/>
                  </a:lnTo>
                  <a:lnTo>
                    <a:pt x="1994474" y="87818"/>
                  </a:lnTo>
                  <a:lnTo>
                    <a:pt x="2032374" y="99340"/>
                  </a:lnTo>
                  <a:lnTo>
                    <a:pt x="2069503" y="111494"/>
                  </a:lnTo>
                  <a:lnTo>
                    <a:pt x="2105837" y="124265"/>
                  </a:lnTo>
                  <a:lnTo>
                    <a:pt x="2176019" y="151608"/>
                  </a:lnTo>
                  <a:lnTo>
                    <a:pt x="2242718" y="181259"/>
                  </a:lnTo>
                  <a:lnTo>
                    <a:pt x="2305732" y="213113"/>
                  </a:lnTo>
                  <a:lnTo>
                    <a:pt x="2364862" y="247060"/>
                  </a:lnTo>
                  <a:lnTo>
                    <a:pt x="2419905" y="282991"/>
                  </a:lnTo>
                  <a:lnTo>
                    <a:pt x="2470660" y="320799"/>
                  </a:lnTo>
                  <a:lnTo>
                    <a:pt x="2516928" y="360374"/>
                  </a:lnTo>
                  <a:lnTo>
                    <a:pt x="2558505" y="401609"/>
                  </a:lnTo>
                  <a:lnTo>
                    <a:pt x="2595192" y="444395"/>
                  </a:lnTo>
                  <a:lnTo>
                    <a:pt x="2626785" y="488624"/>
                  </a:lnTo>
                  <a:lnTo>
                    <a:pt x="2653086" y="534187"/>
                  </a:lnTo>
                  <a:lnTo>
                    <a:pt x="2673892" y="580976"/>
                  </a:lnTo>
                  <a:lnTo>
                    <a:pt x="2689003" y="628883"/>
                  </a:lnTo>
                  <a:lnTo>
                    <a:pt x="2698217" y="677799"/>
                  </a:lnTo>
                  <a:lnTo>
                    <a:pt x="2701334" y="727617"/>
                  </a:lnTo>
                  <a:lnTo>
                    <a:pt x="2700550" y="752631"/>
                  </a:lnTo>
                  <a:lnTo>
                    <a:pt x="2694360" y="802010"/>
                  </a:lnTo>
                  <a:lnTo>
                    <a:pt x="2682173" y="850436"/>
                  </a:lnTo>
                  <a:lnTo>
                    <a:pt x="2664189" y="897798"/>
                  </a:lnTo>
                  <a:lnTo>
                    <a:pt x="2640610" y="943987"/>
                  </a:lnTo>
                  <a:lnTo>
                    <a:pt x="2611638" y="988896"/>
                  </a:lnTo>
                  <a:lnTo>
                    <a:pt x="2577472" y="1032417"/>
                  </a:lnTo>
                  <a:lnTo>
                    <a:pt x="2538315" y="1074441"/>
                  </a:lnTo>
                  <a:lnTo>
                    <a:pt x="2494368" y="1114860"/>
                  </a:lnTo>
                  <a:lnTo>
                    <a:pt x="2445832" y="1153565"/>
                  </a:lnTo>
                  <a:lnTo>
                    <a:pt x="2392907" y="1190448"/>
                  </a:lnTo>
                  <a:lnTo>
                    <a:pt x="2335796" y="1225401"/>
                  </a:lnTo>
                  <a:lnTo>
                    <a:pt x="2274698" y="1258314"/>
                  </a:lnTo>
                  <a:lnTo>
                    <a:pt x="2209816" y="1289081"/>
                  </a:lnTo>
                  <a:lnTo>
                    <a:pt x="2141351" y="1317592"/>
                  </a:lnTo>
                  <a:lnTo>
                    <a:pt x="2069503" y="1343739"/>
                  </a:lnTo>
                  <a:lnTo>
                    <a:pt x="2032374" y="1355892"/>
                  </a:lnTo>
                  <a:lnTo>
                    <a:pt x="1994474" y="1367414"/>
                  </a:lnTo>
                  <a:lnTo>
                    <a:pt x="1955830" y="1378290"/>
                  </a:lnTo>
                  <a:lnTo>
                    <a:pt x="1916466" y="1388508"/>
                  </a:lnTo>
                  <a:lnTo>
                    <a:pt x="1876407" y="1398053"/>
                  </a:lnTo>
                  <a:lnTo>
                    <a:pt x="1835678" y="1406913"/>
                  </a:lnTo>
                  <a:lnTo>
                    <a:pt x="1794305" y="1415073"/>
                  </a:lnTo>
                  <a:lnTo>
                    <a:pt x="1752314" y="1422521"/>
                  </a:lnTo>
                  <a:lnTo>
                    <a:pt x="1709727" y="1429242"/>
                  </a:lnTo>
                  <a:lnTo>
                    <a:pt x="1666572" y="1435223"/>
                  </a:lnTo>
                  <a:lnTo>
                    <a:pt x="1622873" y="1440450"/>
                  </a:lnTo>
                  <a:lnTo>
                    <a:pt x="1578655" y="1444911"/>
                  </a:lnTo>
                  <a:lnTo>
                    <a:pt x="1533944" y="1448591"/>
                  </a:lnTo>
                  <a:lnTo>
                    <a:pt x="1488764" y="1451477"/>
                  </a:lnTo>
                  <a:lnTo>
                    <a:pt x="1443142" y="1453554"/>
                  </a:lnTo>
                  <a:lnTo>
                    <a:pt x="1397101" y="1454811"/>
                  </a:lnTo>
                  <a:lnTo>
                    <a:pt x="1350667" y="1455233"/>
                  </a:lnTo>
                  <a:lnTo>
                    <a:pt x="1304232" y="1454811"/>
                  </a:lnTo>
                  <a:lnTo>
                    <a:pt x="1258191" y="1453554"/>
                  </a:lnTo>
                  <a:lnTo>
                    <a:pt x="1212569" y="1451477"/>
                  </a:lnTo>
                  <a:lnTo>
                    <a:pt x="1167389" y="1448591"/>
                  </a:lnTo>
                  <a:lnTo>
                    <a:pt x="1122678" y="1444911"/>
                  </a:lnTo>
                  <a:lnTo>
                    <a:pt x="1078460" y="1440450"/>
                  </a:lnTo>
                  <a:lnTo>
                    <a:pt x="1034760" y="1435223"/>
                  </a:lnTo>
                  <a:lnTo>
                    <a:pt x="991605" y="1429242"/>
                  </a:lnTo>
                  <a:lnTo>
                    <a:pt x="949019" y="1422521"/>
                  </a:lnTo>
                  <a:lnTo>
                    <a:pt x="907027" y="1415073"/>
                  </a:lnTo>
                  <a:lnTo>
                    <a:pt x="865654" y="1406913"/>
                  </a:lnTo>
                  <a:lnTo>
                    <a:pt x="824925" y="1398053"/>
                  </a:lnTo>
                  <a:lnTo>
                    <a:pt x="784867" y="1388508"/>
                  </a:lnTo>
                  <a:lnTo>
                    <a:pt x="745503" y="1378290"/>
                  </a:lnTo>
                  <a:lnTo>
                    <a:pt x="706858" y="1367414"/>
                  </a:lnTo>
                  <a:lnTo>
                    <a:pt x="668959" y="1355892"/>
                  </a:lnTo>
                  <a:lnTo>
                    <a:pt x="631829" y="1343739"/>
                  </a:lnTo>
                  <a:lnTo>
                    <a:pt x="595496" y="1330967"/>
                  </a:lnTo>
                  <a:lnTo>
                    <a:pt x="525314" y="1303625"/>
                  </a:lnTo>
                  <a:lnTo>
                    <a:pt x="458615" y="1273973"/>
                  </a:lnTo>
                  <a:lnTo>
                    <a:pt x="395600" y="1242119"/>
                  </a:lnTo>
                  <a:lnTo>
                    <a:pt x="336471" y="1208172"/>
                  </a:lnTo>
                  <a:lnTo>
                    <a:pt x="281427" y="1172241"/>
                  </a:lnTo>
                  <a:lnTo>
                    <a:pt x="230672" y="1134434"/>
                  </a:lnTo>
                  <a:lnTo>
                    <a:pt x="184405" y="1094858"/>
                  </a:lnTo>
                  <a:lnTo>
                    <a:pt x="142828" y="1053624"/>
                  </a:lnTo>
                  <a:lnTo>
                    <a:pt x="106141" y="1010837"/>
                  </a:lnTo>
                  <a:lnTo>
                    <a:pt x="74548" y="966608"/>
                  </a:lnTo>
                  <a:lnTo>
                    <a:pt x="48246" y="921045"/>
                  </a:lnTo>
                  <a:lnTo>
                    <a:pt x="27440" y="874257"/>
                  </a:lnTo>
                  <a:lnTo>
                    <a:pt x="12329" y="826350"/>
                  </a:lnTo>
                  <a:lnTo>
                    <a:pt x="3115" y="777433"/>
                  </a:lnTo>
                  <a:lnTo>
                    <a:pt x="0" y="727617"/>
                  </a:lnTo>
                  <a:close/>
                </a:path>
              </a:pathLst>
            </a:custGeom>
            <a:ln w="12699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8982" y="3936652"/>
              <a:ext cx="2228810" cy="74929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74AEAA-E4E9-A19A-5394-E43509156CEC}"/>
                  </a:ext>
                </a:extLst>
              </p14:cNvPr>
              <p14:cNvContentPartPr/>
              <p14:nvPr/>
            </p14:nvContentPartPr>
            <p14:xfrm>
              <a:off x="157680" y="83520"/>
              <a:ext cx="629280" cy="743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74AEAA-E4E9-A19A-5394-E43509156C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320" y="74160"/>
                <a:ext cx="648000" cy="76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00798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11565" cy="208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141605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Latest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research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papers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tend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give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results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only.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mAP,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101-</a:t>
            </a:r>
            <a:r>
              <a:rPr sz="1500" spc="-10" dirty="0">
                <a:latin typeface="Tahoma"/>
                <a:cs typeface="Tahoma"/>
              </a:rPr>
              <a:t>point 	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definition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used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COCO,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(the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minimum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consider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match).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AP@[.5:.95]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corresponds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0.95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step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size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0.05.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competition,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10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80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categories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(AP@[.50:.05:.95]: 	</a:t>
            </a:r>
            <a:r>
              <a:rPr sz="1500" dirty="0">
                <a:latin typeface="Tahoma"/>
                <a:cs typeface="Tahoma"/>
              </a:rPr>
              <a:t>start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step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size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0.05).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DC4DF3-7167-C0CA-B8BA-7EB2B0A62947}"/>
                  </a:ext>
                </a:extLst>
              </p14:cNvPr>
              <p14:cNvContentPartPr/>
              <p14:nvPr/>
            </p14:nvContentPartPr>
            <p14:xfrm>
              <a:off x="5537160" y="1790640"/>
              <a:ext cx="2971440" cy="110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DC4DF3-7167-C0CA-B8BA-7EB2B0A629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7800" y="1781280"/>
                <a:ext cx="2990160" cy="112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22798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61906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following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other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metrics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collected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10" dirty="0">
                <a:latin typeface="Tahoma"/>
                <a:cs typeface="Tahoma"/>
              </a:rPr>
              <a:t> dataset: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2247900"/>
            <a:ext cx="6527799" cy="3333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AD2B45-BC46-E77C-EA70-65FC0EB8D515}"/>
                  </a:ext>
                </a:extLst>
              </p14:cNvPr>
              <p14:cNvContentPartPr/>
              <p14:nvPr/>
            </p14:nvContentPartPr>
            <p14:xfrm>
              <a:off x="1644480" y="2424600"/>
              <a:ext cx="781200" cy="72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AD2B45-BC46-E77C-EA70-65FC0EB8D5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5120" y="2415240"/>
                <a:ext cx="799920" cy="7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BB3769-F156-87EA-A619-0D628AFFC63A}"/>
                  </a:ext>
                </a:extLst>
              </p14:cNvPr>
              <p14:cNvContentPartPr/>
              <p14:nvPr/>
            </p14:nvContentPartPr>
            <p14:xfrm>
              <a:off x="1629360" y="2835720"/>
              <a:ext cx="931320" cy="243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BB3769-F156-87EA-A619-0D628AFFC6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3160" y="2819520"/>
                <a:ext cx="963720" cy="27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32423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4358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Example: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result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YOLOv3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detector: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5040629"/>
            <a:ext cx="4397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clarity,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AP@.75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means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IoU=0.75.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350" y="2178050"/>
            <a:ext cx="6388099" cy="245109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475" y="287998"/>
            <a:ext cx="81070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93075" algn="l"/>
              </a:tabLst>
            </a:pPr>
            <a:r>
              <a:rPr dirty="0"/>
              <a:t>C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902065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mAP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35" dirty="0">
                <a:latin typeface="Tahoma"/>
                <a:cs typeface="Tahoma"/>
              </a:rPr>
              <a:t>(mean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precision)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In</a:t>
            </a:r>
            <a:r>
              <a:rPr sz="1500" spc="1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them.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But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15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they 	</a:t>
            </a:r>
            <a:r>
              <a:rPr sz="1500" dirty="0">
                <a:latin typeface="Tahoma"/>
                <a:cs typeface="Tahoma"/>
              </a:rPr>
              <a:t>mean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thing.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there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no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difference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and 	</a:t>
            </a:r>
            <a:r>
              <a:rPr sz="1500" dirty="0">
                <a:latin typeface="Tahoma"/>
                <a:cs typeface="Tahoma"/>
              </a:rPr>
              <a:t>mAP.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Here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direct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quote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COCO: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6379" marR="31750" indent="-214629">
              <a:lnSpc>
                <a:spcPct val="102000"/>
              </a:lnSpc>
            </a:pPr>
            <a:r>
              <a:rPr sz="1300" i="1" dirty="0">
                <a:latin typeface="Calibri"/>
                <a:cs typeface="Calibri"/>
              </a:rPr>
              <a:t>„AP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averaged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over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all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categories.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spc="-20" dirty="0">
                <a:latin typeface="Calibri"/>
                <a:cs typeface="Calibri"/>
              </a:rPr>
              <a:t>Traditionally,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this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called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“mean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average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precision”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(mAP).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We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make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no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distinction</a:t>
            </a:r>
            <a:r>
              <a:rPr sz="1300" i="1" spc="24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between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i="1" spc="-25" dirty="0">
                <a:latin typeface="Calibri"/>
                <a:cs typeface="Calibri"/>
              </a:rPr>
              <a:t>AP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mAP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(and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likewise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mAR)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assume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the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difference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clear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from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context.“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ImageNet,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AUC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used.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635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To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summarize: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even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follow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principle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measurement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AP,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exact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calculation 	</a:t>
            </a:r>
            <a:r>
              <a:rPr sz="1500" dirty="0">
                <a:latin typeface="Tahoma"/>
                <a:cs typeface="Tahoma"/>
              </a:rPr>
              <a:t>may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vary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according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datasets.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Fortunately,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development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kits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available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calculating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this 	</a:t>
            </a:r>
            <a:r>
              <a:rPr sz="1500" spc="-10" dirty="0">
                <a:latin typeface="Tahoma"/>
                <a:cs typeface="Tahoma"/>
              </a:rPr>
              <a:t>metric.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6242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529" y="192510"/>
            <a:ext cx="2004492" cy="6494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00557" y="4112919"/>
            <a:ext cx="1940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Thank</a:t>
            </a:r>
            <a:r>
              <a:rPr sz="3600" spc="-25" dirty="0">
                <a:latin typeface="Calibri"/>
                <a:cs typeface="Calibri"/>
              </a:rPr>
              <a:t> you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1175" y="645304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88888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25" y="689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36D6FF-32B7-787C-CCF4-596A027A88F4}"/>
                  </a:ext>
                </a:extLst>
              </p14:cNvPr>
              <p14:cNvContentPartPr/>
              <p14:nvPr/>
            </p14:nvContentPartPr>
            <p14:xfrm>
              <a:off x="132840" y="696960"/>
              <a:ext cx="7749360" cy="401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36D6FF-32B7-787C-CCF4-596A027A88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80" y="687600"/>
                <a:ext cx="7768080" cy="403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6273</TotalTime>
  <Words>3638</Words>
  <Application>Microsoft Macintosh PowerPoint</Application>
  <PresentationFormat>On-screen Show (4:3)</PresentationFormat>
  <Paragraphs>701</Paragraphs>
  <Slides>59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SimSun-ExtB</vt:lpstr>
      <vt:lpstr>Aptos</vt:lpstr>
      <vt:lpstr>Arial</vt:lpstr>
      <vt:lpstr>Arial MT</vt:lpstr>
      <vt:lpstr>Calibri</vt:lpstr>
      <vt:lpstr>Cambria Math</vt:lpstr>
      <vt:lpstr>Courier New</vt:lpstr>
      <vt:lpstr>Tahoma</vt:lpstr>
      <vt:lpstr>Times New Roman</vt:lpstr>
      <vt:lpstr>Office Theme</vt:lpstr>
      <vt:lpstr>Session #12:</vt:lpstr>
      <vt:lpstr>Convolutional Neural Network (CNN)</vt:lpstr>
      <vt:lpstr>PowerPoint Presentation</vt:lpstr>
      <vt:lpstr>Now</vt:lpstr>
      <vt:lpstr>Semantic Segmentation</vt:lpstr>
      <vt:lpstr>Semantic Segmentation</vt:lpstr>
      <vt:lpstr>Semantic Segmentation</vt:lpstr>
      <vt:lpstr>Semantic Segmentation</vt:lpstr>
      <vt:lpstr>Encoder-Decoder</vt:lpstr>
      <vt:lpstr>Where Do We Get Parameters?</vt:lpstr>
      <vt:lpstr>Where Do We Get Parameters?</vt:lpstr>
      <vt:lpstr>Where Do We Get Parameters?</vt:lpstr>
      <vt:lpstr>How Do We Upsample?</vt:lpstr>
      <vt:lpstr>Recall: Pooling</vt:lpstr>
      <vt:lpstr>Now: Unpooling</vt:lpstr>
      <vt:lpstr>Recall: Convolution</vt:lpstr>
      <vt:lpstr>Recall: Convolution</vt:lpstr>
      <vt:lpstr>Recall: Convolution</vt:lpstr>
      <vt:lpstr>Transpose Convolution</vt:lpstr>
      <vt:lpstr>Transpose Convolution</vt:lpstr>
      <vt:lpstr>PowerPoint Presentation</vt:lpstr>
      <vt:lpstr>Putting it Together</vt:lpstr>
      <vt:lpstr>Putting It Together – Block Sizes</vt:lpstr>
      <vt:lpstr>Putting It Together – Block Sizes</vt:lpstr>
      <vt:lpstr>Missing Details</vt:lpstr>
      <vt:lpstr>Missing Details</vt:lpstr>
      <vt:lpstr>Missing Details</vt:lpstr>
      <vt:lpstr>U-Net</vt:lpstr>
      <vt:lpstr>Evaluating Pixel Labels</vt:lpstr>
      <vt:lpstr>Evaluating Semantic Segmentation</vt:lpstr>
      <vt:lpstr>Evaluating Semantic Segmentation</vt:lpstr>
      <vt:lpstr>.</vt:lpstr>
      <vt:lpstr>Performance Metrics for Segmentation - see materials</vt:lpstr>
      <vt:lpstr>IoU (Intersection over union) </vt:lpstr>
      <vt:lpstr>mAP for Object Detection</vt:lpstr>
      <vt:lpstr>mAP for Object Detection</vt:lpstr>
      <vt:lpstr>Precision &amp; recall </vt:lpstr>
      <vt:lpstr>Numerical </vt:lpstr>
      <vt:lpstr>Average Precision</vt:lpstr>
      <vt:lpstr>Average Precision</vt:lpstr>
      <vt:lpstr>Average Precision</vt:lpstr>
      <vt:lpstr>Average Precision</vt:lpstr>
      <vt:lpstr>Average Precision</vt:lpstr>
      <vt:lpstr>Interpolated AP</vt:lpstr>
      <vt:lpstr>Interpolated 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Interpolated AP</vt:lpstr>
      <vt:lpstr>AP (Area under curve AUC) </vt:lpstr>
      <vt:lpstr>AP (Area under curve AUC)</vt:lpstr>
      <vt:lpstr>COCO mAP </vt:lpstr>
      <vt:lpstr>COCO mAP </vt:lpstr>
      <vt:lpstr>COCO mAP </vt:lpstr>
      <vt:lpstr>COCO mAP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#12 Semantic Segmentation and CV Metrics.pptx</dc:title>
  <cp:lastModifiedBy>Dhruba Adhikary .</cp:lastModifiedBy>
  <cp:revision>7</cp:revision>
  <dcterms:created xsi:type="dcterms:W3CDTF">2025-08-27T12:33:53Z</dcterms:created>
  <dcterms:modified xsi:type="dcterms:W3CDTF">2026-07-25T07:30:22Z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2025-08-27T00:00:00Z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2025-08-27T00:00:00Z</vt:filetime>
  </property>
</Properties>
</file>