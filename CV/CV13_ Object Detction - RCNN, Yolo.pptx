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1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18" r:id="rId16"/>
    <p:sldId id="270" r:id="rId17"/>
    <p:sldId id="271" r:id="rId18"/>
    <p:sldId id="320" r:id="rId19"/>
    <p:sldId id="319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312" r:id="rId38"/>
    <p:sldId id="313" r:id="rId39"/>
    <p:sldId id="289" r:id="rId40"/>
    <p:sldId id="290" r:id="rId41"/>
    <p:sldId id="291" r:id="rId42"/>
    <p:sldId id="292" r:id="rId43"/>
    <p:sldId id="293" r:id="rId44"/>
    <p:sldId id="315" r:id="rId45"/>
    <p:sldId id="317" r:id="rId46"/>
    <p:sldId id="316" r:id="rId47"/>
    <p:sldId id="314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45DE5B-0CAD-174F-A82D-650B39AEA4F5}" v="4" dt="2026-08-01T07:18:19.8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4"/>
    <p:restoredTop sz="91463"/>
  </p:normalViewPr>
  <p:slideViewPr>
    <p:cSldViewPr>
      <p:cViewPr varScale="1">
        <p:scale>
          <a:sx n="145" d="100"/>
          <a:sy n="145" d="100"/>
        </p:scale>
        <p:origin x="113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hikary, Dhruba" userId="23eb24de-e58c-4ca0-9bd6-9e295a10b516" providerId="ADAL" clId="{11D8458B-F304-5EFB-9AF0-D225AA03FF27}"/>
    <pc:docChg chg="addSld modSld">
      <pc:chgData name="Adhikary, Dhruba" userId="23eb24de-e58c-4ca0-9bd6-9e295a10b516" providerId="ADAL" clId="{11D8458B-F304-5EFB-9AF0-D225AA03FF27}" dt="2026-08-01T07:18:19.861" v="8" actId="767"/>
      <pc:docMkLst>
        <pc:docMk/>
      </pc:docMkLst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56"/>
        </pc:sldMkLst>
        <pc:inkChg chg="del">
          <ac:chgData name="Adhikary, Dhruba" userId="23eb24de-e58c-4ca0-9bd6-9e295a10b516" providerId="ADAL" clId="{11D8458B-F304-5EFB-9AF0-D225AA03FF27}" dt="2026-08-01T04:44:54.015" v="0" actId="33640"/>
          <ac:inkMkLst>
            <pc:docMk/>
            <pc:sldMk cId="0" sldId="256"/>
            <ac:inkMk id="9" creationId="{9F2286B9-FBD9-4D62-DE2A-1B7E0937D090}"/>
          </ac:inkMkLst>
        </pc:inkChg>
        <pc:inkChg chg="del">
          <ac:chgData name="Adhikary, Dhruba" userId="23eb24de-e58c-4ca0-9bd6-9e295a10b516" providerId="ADAL" clId="{11D8458B-F304-5EFB-9AF0-D225AA03FF27}" dt="2026-08-01T04:44:54.015" v="0" actId="33640"/>
          <ac:inkMkLst>
            <pc:docMk/>
            <pc:sldMk cId="0" sldId="256"/>
            <ac:inkMk id="10" creationId="{655FD387-18C6-8689-4E95-B861FD56F83E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56"/>
            <ac:inkMk id="11" creationId="{12225AD5-8B81-D9EF-A894-BAC8A64FEC24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57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57"/>
            <ac:inkMk id="9" creationId="{533FAED4-88CE-A033-2CA3-BE7ADEA5E165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57"/>
            <ac:inkMk id="10" creationId="{49FF13AF-3E98-65A6-F2D5-A043E38DE2EF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57"/>
            <ac:inkMk id="11" creationId="{D5921992-4092-DBD0-4129-9C7D3D261525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58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58"/>
            <ac:inkMk id="8" creationId="{D5076A8A-6433-2872-AD98-B401B6793F58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58"/>
            <ac:inkMk id="9" creationId="{2CA3F322-556C-1EF4-FE86-E4187123F3DB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58"/>
            <ac:inkMk id="10" creationId="{3A5DC177-30FC-514C-4700-9B80E3EF88F9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59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59"/>
            <ac:inkMk id="17" creationId="{BCEAB3CD-6897-5B2C-6D9D-A56CF452EC71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59"/>
            <ac:inkMk id="18" creationId="{A139EA50-E8AC-7702-B2B7-C35C4FB766F1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59"/>
            <ac:inkMk id="19" creationId="{6E985701-8F4F-CC7B-5217-669B8595F9E7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60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0"/>
            <ac:inkMk id="8" creationId="{6D04C4F6-ADEE-89DE-18EA-E1B53354D605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0"/>
            <ac:inkMk id="9" creationId="{DDEC77BD-4D0C-6081-5A5C-545418B100C9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60"/>
            <ac:inkMk id="10" creationId="{89411F1D-CE6F-5079-F785-E94BC19E82C5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61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1"/>
            <ac:inkMk id="9" creationId="{D3D6E3AC-0A03-B6DD-9979-76D9D3DABD41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1"/>
            <ac:inkMk id="10" creationId="{6799E524-C683-9559-E24E-1BF9DAA2AC75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61"/>
            <ac:inkMk id="11" creationId="{4380A8BE-7EC3-26DC-C3C6-FA1191EE578C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62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2"/>
            <ac:inkMk id="10" creationId="{3BF2B34D-4F99-B161-2B43-FD93B800A857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2"/>
            <ac:inkMk id="11" creationId="{31E2C036-1570-A81C-301E-41A2537A0D14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62"/>
            <ac:inkMk id="12" creationId="{C03305DE-CC91-91C1-1B0E-1C07B7500144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63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3"/>
            <ac:inkMk id="6" creationId="{CA9C3930-95DD-4D3D-745F-23FAC43B95B5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3"/>
            <ac:inkMk id="7" creationId="{1FA4BC6A-6F36-FA0A-68DD-528DA06CEA62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63"/>
            <ac:inkMk id="8" creationId="{E08724BC-CA60-05F8-06E7-0A3177698308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64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4"/>
            <ac:inkMk id="21" creationId="{F9662A5F-1E01-44FF-FB81-5F68CF544653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4"/>
            <ac:inkMk id="22" creationId="{324D8233-8E38-3328-1BB4-AFEA4787514E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64"/>
            <ac:inkMk id="23" creationId="{895CED38-3AD4-2FE6-514D-DDB93C8F2671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65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5"/>
            <ac:inkMk id="9" creationId="{FCAF03C0-4BFA-2FEB-D8C8-0300F76549C6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5"/>
            <ac:inkMk id="10" creationId="{D3994BD3-87A7-CC51-BADE-17B35C338191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65"/>
            <ac:inkMk id="11" creationId="{78FC1EA1-14A9-8036-1225-4F3C1BA0C4AA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66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6"/>
            <ac:inkMk id="5" creationId="{ADEBAE60-22AD-DE2B-07D6-AA3C32E4751D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6"/>
            <ac:inkMk id="6" creationId="{B1D5E6FC-BB50-014C-31DB-A2A63ADE8548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66"/>
            <ac:inkMk id="7" creationId="{EC5E7BD2-3E9F-27AA-260C-E34AAE295623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67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7"/>
            <ac:inkMk id="33" creationId="{F7BB4519-E3AB-1003-66E7-35F4F4B6C0B2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7"/>
            <ac:inkMk id="34" creationId="{93CDFCF3-A590-D3BC-8BBA-6CF9D2DD1F3D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67"/>
            <ac:inkMk id="35" creationId="{4126DAE4-8C01-02F0-CD03-22212C65E691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68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8"/>
            <ac:inkMk id="24" creationId="{D5747738-28A7-81C5-55D0-2E56954A3E66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8"/>
            <ac:inkMk id="25" creationId="{D3732D04-3C35-84FC-6158-EDDC49EA61C0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68"/>
            <ac:inkMk id="26" creationId="{1B055893-5286-6448-6A27-D6E5E02C576D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32:39.986" v="2"/>
        <pc:sldMkLst>
          <pc:docMk/>
          <pc:sldMk cId="0" sldId="269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9"/>
            <ac:inkMk id="7" creationId="{CEC25094-26B8-3BCA-FD3D-12CEDE3C96BB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69"/>
            <ac:inkMk id="8" creationId="{02712817-7C16-0AC2-BFAE-E8DD68520A33}"/>
          </ac:inkMkLst>
        </pc:inkChg>
        <pc:inkChg chg="add">
          <ac:chgData name="Adhikary, Dhruba" userId="23eb24de-e58c-4ca0-9bd6-9e295a10b516" providerId="ADAL" clId="{11D8458B-F304-5EFB-9AF0-D225AA03FF27}" dt="2026-08-01T05:32:39.986" v="2"/>
          <ac:inkMkLst>
            <pc:docMk/>
            <pc:sldMk cId="0" sldId="269"/>
            <ac:inkMk id="9" creationId="{7C718358-6253-0348-168B-7FACD21D598E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43:42.705" v="4"/>
        <pc:sldMkLst>
          <pc:docMk/>
          <pc:sldMk cId="0" sldId="270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0"/>
            <ac:inkMk id="5" creationId="{33EF8DE7-757C-FEC6-6632-DB446FBBDE02}"/>
          </ac:inkMkLst>
        </pc:inkChg>
        <pc:inkChg chg="add">
          <ac:chgData name="Adhikary, Dhruba" userId="23eb24de-e58c-4ca0-9bd6-9e295a10b516" providerId="ADAL" clId="{11D8458B-F304-5EFB-9AF0-D225AA03FF27}" dt="2026-08-01T05:43:42.705" v="4"/>
          <ac:inkMkLst>
            <pc:docMk/>
            <pc:sldMk cId="0" sldId="270"/>
            <ac:inkMk id="6" creationId="{EC38706B-E89F-CBE2-766D-C16323D9BD6A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5:43:42.705" v="4"/>
        <pc:sldMkLst>
          <pc:docMk/>
          <pc:sldMk cId="0" sldId="271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1"/>
            <ac:inkMk id="24" creationId="{3424AAD1-EA1F-662C-E041-01EBE6AE7218}"/>
          </ac:inkMkLst>
        </pc:inkChg>
        <pc:inkChg chg="add">
          <ac:chgData name="Adhikary, Dhruba" userId="23eb24de-e58c-4ca0-9bd6-9e295a10b516" providerId="ADAL" clId="{11D8458B-F304-5EFB-9AF0-D225AA03FF27}" dt="2026-08-01T05:43:42.705" v="4"/>
          <ac:inkMkLst>
            <pc:docMk/>
            <pc:sldMk cId="0" sldId="271"/>
            <ac:inkMk id="25" creationId="{53BEFE9C-175D-F844-72DC-CAE3CCEB33E0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72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2"/>
            <ac:inkMk id="6" creationId="{44AA4B26-8953-97C9-DD0F-BBE74E331D87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2"/>
            <ac:inkMk id="7" creationId="{5620703E-59BE-F889-6DA6-7059F1EEAA6C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72"/>
            <ac:inkMk id="8" creationId="{7738BFA3-B5F3-0613-5D58-EDEFB2B94944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73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3"/>
            <ac:inkMk id="15" creationId="{861C42D7-2193-8858-1D3B-32C32C6FBCE9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3"/>
            <ac:inkMk id="16" creationId="{4F2C2182-3127-6A00-2F07-C1F0FB1488F3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73"/>
            <ac:inkMk id="17" creationId="{B7686964-5C8A-6455-7FC9-B1A09E842B0E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74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4"/>
            <ac:inkMk id="14" creationId="{38C6EF06-DC76-3319-A0FB-E83AC06B1F68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4"/>
            <ac:inkMk id="15" creationId="{0F0E5D29-BDFA-A766-9B9C-496EFC4DB678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74"/>
            <ac:inkMk id="16" creationId="{6487E7E8-6AEA-8A52-A44D-A193D9D30969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75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5"/>
            <ac:inkMk id="12" creationId="{E7637201-A6F9-70A5-2581-8C3B6278ECFB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5"/>
            <ac:inkMk id="13" creationId="{7159C6BA-CD8B-BA10-8D44-E8C3F5CBFA20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75"/>
            <ac:inkMk id="14" creationId="{5D75E8DD-9A5E-D459-5E9A-4723EA20685D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0" sldId="276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6"/>
            <ac:inkMk id="7" creationId="{A17C4078-B227-3CFD-B5E4-236A6222A0DF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6"/>
            <ac:inkMk id="8" creationId="{C2F2E759-9E7D-E6B3-D4A5-8951C26CA6D5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0" sldId="277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7"/>
            <ac:inkMk id="7" creationId="{9A9ABD6F-D56F-D461-6B58-7D2889FC0B46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7"/>
            <ac:inkMk id="8" creationId="{B9494BA4-D106-92B1-688F-4567AA2EDC29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78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8"/>
            <ac:inkMk id="11" creationId="{C41524B0-E387-F341-E3A2-69CA39FF4C58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8"/>
            <ac:inkMk id="12" creationId="{21615252-445D-5DFF-D4AD-B986C12EE670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78"/>
            <ac:inkMk id="13" creationId="{71DBD8FB-C70F-7179-B0B0-5356B9FF2EAB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79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9"/>
            <ac:inkMk id="33" creationId="{1888B6B1-EFF7-BEF6-FAA1-3DCE23993EC9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79"/>
            <ac:inkMk id="34" creationId="{7F56CD5B-7B27-C624-58E7-4B13A9E1A1EE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79"/>
            <ac:inkMk id="35" creationId="{D9EAEBB4-1F84-967D-38A0-4D49AD87A201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80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0"/>
            <ac:inkMk id="7" creationId="{EF73CC94-27E0-329A-41E8-8523FF08E5EC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0"/>
            <ac:inkMk id="8" creationId="{AB97FD30-ECA3-B6C0-97BA-F781D60FDB7B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0"/>
            <ac:inkMk id="9" creationId="{BDEAD8B1-CC25-F7B7-A491-1D7033CEC8E6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80"/>
            <ac:inkMk id="10" creationId="{51521B2E-C8C7-66F9-7556-9F8EBC38551D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81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1"/>
            <ac:inkMk id="6" creationId="{EBF0748B-9D89-D910-DED3-7C946805B1D5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1"/>
            <ac:inkMk id="7" creationId="{5A04DAEF-17BF-09F6-FA71-2E32585E4E60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81"/>
            <ac:inkMk id="8" creationId="{A5B608E9-75D7-29C1-BBD5-350948EDE927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82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2"/>
            <ac:inkMk id="65" creationId="{B9B03561-911F-0A02-E9CC-623DC1F915A4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2"/>
            <ac:inkMk id="66" creationId="{64949F8B-70FF-130C-36C5-2D0D2C475F53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82"/>
            <ac:inkMk id="67" creationId="{A6EE596F-A9A1-C97F-432E-D8831200C5BE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83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3"/>
            <ac:inkMk id="5" creationId="{291FB722-A749-62F8-265B-24202A60CC39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3"/>
            <ac:inkMk id="6" creationId="{7289CD32-03E9-3D02-5DCB-71A9069396D2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83"/>
            <ac:inkMk id="7" creationId="{0B37345D-31B2-ADB7-3C70-662CD9BC5630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84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4"/>
            <ac:inkMk id="6" creationId="{45F6A898-E7C3-2213-1A25-817EC9743729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84"/>
            <ac:inkMk id="7" creationId="{28786337-2C0E-B4C2-4335-9ED055A8726B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85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5"/>
            <ac:inkMk id="13" creationId="{88A70776-F036-F28E-7186-AA7692F6B0DB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85"/>
            <ac:inkMk id="14" creationId="{A30FD927-05D5-F758-74DE-27A8C5B5D6DF}"/>
          </ac:inkMkLst>
        </pc:inkChg>
      </pc:sldChg>
      <pc:sldChg chg="addSp">
        <pc:chgData name="Adhikary, Dhruba" userId="23eb24de-e58c-4ca0-9bd6-9e295a10b516" providerId="ADAL" clId="{11D8458B-F304-5EFB-9AF0-D225AA03FF27}" dt="2026-08-01T07:18:12.562" v="7"/>
        <pc:sldMkLst>
          <pc:docMk/>
          <pc:sldMk cId="0" sldId="286"/>
        </pc:sldMkLst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86"/>
            <ac:inkMk id="12" creationId="{BB1091E4-E586-A555-68DF-B7731217F59D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87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7"/>
            <ac:inkMk id="5" creationId="{C0D95068-4A6F-0DA4-F196-5C59801EE8E0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7"/>
            <ac:inkMk id="6" creationId="{21897232-225E-C88E-7604-F49520F8141C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87"/>
            <ac:inkMk id="7" creationId="{C3B150CC-CE3E-3497-AB5A-917C3A7D0483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88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8"/>
            <ac:inkMk id="7" creationId="{AA64AAEF-286D-8DC9-0855-0B8CEA4AD991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8"/>
            <ac:inkMk id="8" creationId="{B97E3591-81B9-A6F0-3AB4-E4FC3981DB33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8"/>
            <ac:inkMk id="9" creationId="{C9A32FDB-9151-7119-8DF3-A704FDB2F144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88"/>
            <ac:inkMk id="10" creationId="{ECFEAC21-ADC8-8CEF-98FB-42C7BDD1F8B2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89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9"/>
            <ac:inkMk id="50" creationId="{06AADBC2-7AF1-2364-9577-CA5C44774473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89"/>
            <ac:inkMk id="51" creationId="{37C65551-0313-CE64-903A-6AA609C097E3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89"/>
            <ac:inkMk id="52" creationId="{949ED474-CE37-878A-5915-63102E8E0E18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90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90"/>
            <ac:inkMk id="27" creationId="{1DAA6E5A-0609-7BCE-BEAB-27D215238891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90"/>
            <ac:inkMk id="28" creationId="{EB50F76F-65D8-8CDD-BC83-5026154B9AD4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90"/>
            <ac:inkMk id="29" creationId="{77BF5908-BE6E-CF25-CA15-FD647E6A93A3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91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91"/>
            <ac:inkMk id="121" creationId="{AFBB5D5B-9AE0-ED81-D764-9C1BD18181A3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91"/>
            <ac:inkMk id="122" creationId="{D9E5DD0B-2108-6BA6-3999-6D6F03F67D84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91"/>
            <ac:inkMk id="123" creationId="{669A12A9-DAC3-2B43-BD8D-28955985F315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0" sldId="292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92"/>
            <ac:inkMk id="122" creationId="{7209C471-D33C-DFBF-9B15-374F7E80BDF8}"/>
          </ac:inkMkLst>
        </pc:inkChg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92"/>
            <ac:inkMk id="123" creationId="{BC3C873A-BCF9-9FC8-E871-4ECB2EA89D72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0" sldId="293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93"/>
            <ac:inkMk id="154" creationId="{D4D8A72E-5BED-E0C3-7F5A-8638E8B4D711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0" sldId="293"/>
            <ac:inkMk id="155" creationId="{C29519A4-3720-82F7-6C5C-8D6E854CA3DA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0" sldId="294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94"/>
            <ac:inkMk id="152" creationId="{8BAE48F4-1A2F-8EFF-BFB7-2EF9827421C5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0" sldId="295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295"/>
            <ac:inkMk id="5" creationId="{4FF9B18A-453C-B22D-5299-6EC1AFD5ACF4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0" sldId="301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301"/>
            <ac:inkMk id="5" creationId="{74032F41-D7A1-9B76-0E58-37D4D1F3F6E2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0" sldId="310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0" sldId="310"/>
            <ac:inkMk id="8" creationId="{4AA81670-507A-A45D-5784-4B8598B673CD}"/>
          </ac:inkMkLst>
        </pc:inkChg>
      </pc:sldChg>
      <pc:sldChg chg="addSp delSp mod">
        <pc:chgData name="Adhikary, Dhruba" userId="23eb24de-e58c-4ca0-9bd6-9e295a10b516" providerId="ADAL" clId="{11D8458B-F304-5EFB-9AF0-D225AA03FF27}" dt="2026-08-01T07:18:12.562" v="7"/>
        <pc:sldMkLst>
          <pc:docMk/>
          <pc:sldMk cId="2394363377" sldId="312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2394363377" sldId="312"/>
            <ac:inkMk id="2" creationId="{7DB5BE21-BB88-C485-73C0-4D58FCDEE6CE}"/>
          </ac:inkMkLst>
        </pc:ink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2394363377" sldId="312"/>
            <ac:inkMk id="3" creationId="{20EA03E4-4569-4A8B-D32F-B78D949D9FE4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3765310410" sldId="313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3765310410" sldId="313"/>
            <ac:inkMk id="2" creationId="{A40FE744-1E61-85F5-A729-184FB85FC790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195969348" sldId="314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195969348" sldId="314"/>
            <ac:inkMk id="4" creationId="{47F58169-3476-9CDE-B5B9-3E7DAE1CA647}"/>
          </ac:inkMkLst>
        </pc:inkChg>
      </pc:sldChg>
      <pc:sldChg chg="addSp modSp">
        <pc:chgData name="Adhikary, Dhruba" userId="23eb24de-e58c-4ca0-9bd6-9e295a10b516" providerId="ADAL" clId="{11D8458B-F304-5EFB-9AF0-D225AA03FF27}" dt="2026-08-01T07:18:19.861" v="8" actId="767"/>
        <pc:sldMkLst>
          <pc:docMk/>
          <pc:sldMk cId="1497149903" sldId="315"/>
        </pc:sldMkLst>
        <pc:spChg chg="add mod">
          <ac:chgData name="Adhikary, Dhruba" userId="23eb24de-e58c-4ca0-9bd6-9e295a10b516" providerId="ADAL" clId="{11D8458B-F304-5EFB-9AF0-D225AA03FF27}" dt="2026-08-01T07:18:19.861" v="8" actId="767"/>
          <ac:spMkLst>
            <pc:docMk/>
            <pc:sldMk cId="1497149903" sldId="315"/>
            <ac:spMk id="5" creationId="{9CC77FFD-A227-470A-BD6A-0E56184C5912}"/>
          </ac:spMkLst>
        </pc:spChg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1497149903" sldId="315"/>
            <ac:inkMk id="4" creationId="{E9C3098A-3881-C505-B1A8-FF1CB78671CB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1025061797" sldId="316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1025061797" sldId="316"/>
            <ac:inkMk id="4" creationId="{F8FC774F-AFCD-A554-DA1C-2CE0BF14281D}"/>
          </ac:inkMkLst>
        </pc:inkChg>
      </pc:sldChg>
      <pc:sldChg chg="delSp mod">
        <pc:chgData name="Adhikary, Dhruba" userId="23eb24de-e58c-4ca0-9bd6-9e295a10b516" providerId="ADAL" clId="{11D8458B-F304-5EFB-9AF0-D225AA03FF27}" dt="2026-08-01T04:44:57.561" v="1" actId="33639"/>
        <pc:sldMkLst>
          <pc:docMk/>
          <pc:sldMk cId="1979990635" sldId="317"/>
        </pc:sldMkLst>
        <pc:inkChg chg="del">
          <ac:chgData name="Adhikary, Dhruba" userId="23eb24de-e58c-4ca0-9bd6-9e295a10b516" providerId="ADAL" clId="{11D8458B-F304-5EFB-9AF0-D225AA03FF27}" dt="2026-08-01T04:44:57.561" v="1" actId="33639"/>
          <ac:inkMkLst>
            <pc:docMk/>
            <pc:sldMk cId="1979990635" sldId="317"/>
            <ac:inkMk id="4" creationId="{05180991-9613-8EBD-1B7A-D2883DAAEE66}"/>
          </ac:inkMkLst>
        </pc:inkChg>
      </pc:sldChg>
      <pc:sldChg chg="addSp new">
        <pc:chgData name="Adhikary, Dhruba" userId="23eb24de-e58c-4ca0-9bd6-9e295a10b516" providerId="ADAL" clId="{11D8458B-F304-5EFB-9AF0-D225AA03FF27}" dt="2026-08-01T05:43:42.705" v="4"/>
        <pc:sldMkLst>
          <pc:docMk/>
          <pc:sldMk cId="2535565549" sldId="318"/>
        </pc:sldMkLst>
        <pc:inkChg chg="add">
          <ac:chgData name="Adhikary, Dhruba" userId="23eb24de-e58c-4ca0-9bd6-9e295a10b516" providerId="ADAL" clId="{11D8458B-F304-5EFB-9AF0-D225AA03FF27}" dt="2026-08-01T05:43:42.705" v="4"/>
          <ac:inkMkLst>
            <pc:docMk/>
            <pc:sldMk cId="2535565549" sldId="318"/>
            <ac:inkMk id="4" creationId="{F15986EF-E218-ED9B-D8C0-2BB5E1C2B5C0}"/>
          </ac:inkMkLst>
        </pc:inkChg>
      </pc:sldChg>
      <pc:sldChg chg="addSp new">
        <pc:chgData name="Adhikary, Dhruba" userId="23eb24de-e58c-4ca0-9bd6-9e295a10b516" providerId="ADAL" clId="{11D8458B-F304-5EFB-9AF0-D225AA03FF27}" dt="2026-08-01T07:18:12.562" v="7"/>
        <pc:sldMkLst>
          <pc:docMk/>
          <pc:sldMk cId="3784043033" sldId="319"/>
        </pc:sldMkLst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3784043033" sldId="319"/>
            <ac:inkMk id="4" creationId="{8A8B979F-55A4-34B6-210E-D8CA1B707FDB}"/>
          </ac:inkMkLst>
        </pc:inkChg>
      </pc:sldChg>
      <pc:sldChg chg="addSp new">
        <pc:chgData name="Adhikary, Dhruba" userId="23eb24de-e58c-4ca0-9bd6-9e295a10b516" providerId="ADAL" clId="{11D8458B-F304-5EFB-9AF0-D225AA03FF27}" dt="2026-08-01T07:18:12.562" v="7"/>
        <pc:sldMkLst>
          <pc:docMk/>
          <pc:sldMk cId="3638116527" sldId="320"/>
        </pc:sldMkLst>
        <pc:inkChg chg="add">
          <ac:chgData name="Adhikary, Dhruba" userId="23eb24de-e58c-4ca0-9bd6-9e295a10b516" providerId="ADAL" clId="{11D8458B-F304-5EFB-9AF0-D225AA03FF27}" dt="2026-08-01T07:18:12.562" v="7"/>
          <ac:inkMkLst>
            <pc:docMk/>
            <pc:sldMk cId="3638116527" sldId="320"/>
            <ac:inkMk id="4" creationId="{4FFCDC55-F1BD-1B73-FCFD-665EBC2A368C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12:42.76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14239 8519 13110,'-6'9'3276,"0"-2"-2711,25-15 1,12-8-476,-5 3 0,5-3-746,2 0 1,8-4-1,3-2 1,-1 0 0,-5 3-20,1 0 1,-4 1-1,5-1 675,-4 2 0,4-3 0,2 1 0,0 0 0,-3 1-315,-1 2 1,0 1 0,-2 2 0,-1 0 314,-2 0 0,-3 1 0,3-1 262,14-4 0,3 0 0,-9 3-442,1 2-269,-1 1-181,-30 13 630,-12 0 0,-5 4 0,5-4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12:58.47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5507 7629 8162,'-14'-4'1080,"4"1"-631,3 0-89,1-1 270,-1 0-360,1 1 90,-2-1-181,2 2 91,0 1 0,0-1-270,14 1 90,9 1 0,28-1-60,-16 1 0,6-1 0,2 0-515,2-1 1,3 1 0,2 0-1,1 0 503,-4 0 0,2 0 0,1 0 0,-1 0 0,-1 0-18,5 0 0,-2-1 0,0 1 0,4 0 15,-9 1 0,2-1 0,2 0 0,0 1 0,1-1 0,-1 0-327,4 1 1,-1-1-1,2 0 1,-1 0-1,2 0 1,1 0 322,-8 0 0,1 0 0,1 0 1,0 1-1,1-1 0,0 1 1,1-1-1,1 0-1,0 0 0,1 1 0,1-1 0,1 0 0,0 0 0,0 0 0,-1 1 0,0-1 0,-2 1 1,0-1 0,-1 1 0,-1 0 1,0 0-1,-1 0 0,0 0 1,0 0-1,0 0-303,3-1 0,1 1 1,-1 0-1,0 0 1,-1 0-1,-2 1 0,-2-1 310,2 0 0,-2 1 0,-2-1 0,-1 1 0,0-1-18,6 1 0,0-1 0,-3 1 0,-3 0-115,-4 0 1,-4 0 0,0 0 114,15 0 0,-1 0 292,3 0 0,-6 1-202,-8-1 665,-4 0 0,1 1-755,-2 1 90,8 0-90,-23 0 2820,1-1-2820,-4 1 1001,-3 1-1001,7 1 816,-6-1-816,2 2 0,0-2 0,-4-1 0,4 1 0,7-2 0,13-2 0,9-1 0,-7-1 0,12-1 0,-3 0 0,-1 1 45,-7 0 0,0 1-45,4 1 0,9 1 0,2 0 0,-6 1 0,-4 0 0,3 0 0,-8-1 0,-2 0 0,-8 0 0,0 0 0,13-1 0,1 1 0,-4-2 0,-2 0 0,-5 1 0,-1-1 0,10 0 0,-4 1 0,-5 0 0,-6 1 0,-10-1-629,-1 1 629,-1-1 0,-4 0 0,-3 0 0</inkml:trace>
  <inkml:trace contextRef="#ctx0" brushRef="#br0" timeOffset="2284">12523 7710 10681,'-6'-5'-180,"-3"-1"360,4 0 180,-6-3 449,1-5-269,0 4-360,2-3 360,0 7-181,4 0-269,12 0 45,24 1 0,13 1-113,-2 0 1,6 0-1,3 0 1,2 0-559,-10 2 1,2-1 0,1 1-1,0-1 1,1 1 0,-2-1 535,-2 1 0,-1-1 0,0 1 0,1-1 0,0 1 0,2-1 12,2 1 1,1 0 0,1 1 0,1-1 0,0 0 0,0 1 0,-1-1-291,-2 1 1,0 1-1,0-1 1,0 1 0,1-1-1,0 1 1,1 0 287,-7-1 0,1 1 0,0-1 0,1 0 0,0 1 0,1-1 0,-1 1 0,2 0 0,0 0-10,-1 0 0,2 0 0,1 0 0,0 1 0,0-1 0,0 1 0,0-1 0,-1 1 0,-1 0 0,-2-1 11,4 1 0,-1 0 0,-2-1 1,0 1-1,0 0 0,-1 0 1,0 0-1,-1 0-113,5 0 1,1 0 0,-1 0 0,0 1 0,-2-1 0,-1 0 0,-3 0 119,2 0 0,-2 1 0,-2-1 0,-2 0 0,-1 0 162,10 0 0,-4 0 0,-7 0-90,6 0 180,-13-1 0,-18-1 1899,-2 1-2079,0-2 2395,-3 2-2575,-2 1 1297,-2 3-1297,-3 2-270,-4 3-539,0 0 359,-1-2-89,0 0-271,2-3-89,0 0-1440,0 0 2429,-3-2 0,0-2 0,-3 0 0</inkml:trace>
  <inkml:trace contextRef="#ctx0" brushRef="#br0" timeOffset="8717">5198 8999 10681,'9'-3'1439,"-2"0"-1349,27 7-90,-2-3 0,-2 0 0,-5-1 0,3 0 0,3 0 0,0 0 0,-2 0 0,4 0-288,12-1 0,6 0 0,-3 0 243,-3 0 0,3-1 63,-9 1 0,6-1 0,3 1 0,-1-1 0,-5 1-18,6-1 0,-3 0 0,1 0 0,0 1 0,2 0 0,-1-1 0,-4 2-26,-6-1 0,-3 1 1,-2 0 25,16 1 0,-3-1 45,-12 1 0,-2 0-45,-4 0 0,-1-1 0,21 1 0,-18-1 946,-6 0-946,-7 0 85,-2 1-85,5-1 90,5 0-180,1 0 90,-4 0 0,-3 0 0,-5-1 0,6 1 0,-2 0 0,12 0 0,2 0 0,0-1 0,-5 0 0,0 1 90,-6-2-180,3 2 90,-3 0 0,-1 0 0,-7 1 0,8 0 90,-6 1-180,3-1 90,-1 0 90,0 0-90,1-1 0,4 1 0,0-1-90,0 1 90,-1 1 0,-4-1 0,-4 0 0,-2-1 0,-3 1 0,-1-2 90,1 2-90,0-2 809,0 1-629,-2-2-90,-2-2 0,-3-3 90,-1-8-90,1-10 0,4-13-90,0 5 0,2-3 45,1-5 0,0 1-238,1 4 1,-1 0 192,-1 4 0,-1-3 0,0 3 0,-1-8 0,0 2 0,0 2 0,-1-3 0,-2 3 0,-1-3 0,-1 4 0,-1 1 0,-2-1 30,0-1 0,0-4 0,-2 3-30,0-3 0,-2 1 0,-2-5 0,0 4 0,-2-2 0,1-6-44,3 12-45,2 6 89,-1-16 0,3 24 0,1-9 0,1 17 0,1-2 0,0 5 379,-1-2-289,1 1-41,0 3-49,-1 3 0,-7 1 0,3 3 0,-29 3 0,-3 5 0,-2 0 0,-11 2 0,1-1-406,6 0 1,0-1 0,-3 1 387,3 0 0,-5 1 0,-1 0 0,2-1 0,4 0 18,-3 0 0,5-1 0,-2 0 0,4 0 0,-2 1 0,-1 0 0,3 0-287,-8 0 1,1 0 0,2 0 286,9-2 0,1 0 0,-1 1-71,-3 0 1,-4 0-1,2 0 1,6-1 70,1 0 0,2 0 0,-8 2 0,2-1 0,5 1 0,0 0 0,7-1 972,2 1-972,-10 0 941,14-1-941,0-1 354,7 0-264,1-1-180,2-2 90,2 1 0,3-2 0,-2 1 90,-1 1-180,0-1 90,-5 4 0,0 4 0,-2 5 0,-9 13 0,10-9 0,-11 17 0,8-7 0,0 0 0,-4 12 0,4-4 0,0 7 0,0 1 0,9-18 0,-2 11 0,6-12 0,-2 3 90,2 3-90,2 0 0,1 16 0,2-23 0,0 2 0,2 7 0,0 1 0,1-6 0,-1 0 0,0-3 0,0 0 0,0 2 0,0-1 0,1 21 0,-2-21 0,-1 1 0,2 2 0,-1-1 0,-1 11 0,3-7 90,-3-8-360,-1-11-90,2-1-1169,-2-6 1529,3-1 0,-3-4 0,1 0 0</inkml:trace>
  <inkml:trace contextRef="#ctx0" brushRef="#br0" timeOffset="10584">8512 8893 9242,'-9'-4'-90,"2"1"270,-2 1 90,0 0-91,0 1 181,-3-1-90,3 1 90,0-1 269,2 1 91,0 0-720,40 3 90,-9-1-462,6 0 0,10 0 1,1 0 400,2-1 1,0 0 0,1-1-30,-2 1 0,-1 1 0,5-1 18,0 0 0,6 0 0,2 0 0,-2 1 0,-8-1-432,-5 0 1,-6 1 0,6-1 413,2 1 0,5 0 0,3-1 0,1 1 0,-1 0-489,-2-1 0,0 0 0,0 0 0,0 1 0,1-1 489,-7 0 0,1 1 0,0 0 0,1 0 0,0 0 0,3-1 11,-3 0 0,3 0 1,2 0-1,0 0 0,0 0 1,-1 0-1,-2 0 0,-4 0-11,4 0 0,-4 1 0,-1 0 0,-1-1 0,2 0 0,5 0 0,2 0 0,-1-1 0,-1 1 0,-3-1-151,9 1 0,-2-1 0,-4 0 181,-7 0 0,-1 1 0,0-1 145,6 0 1,1 0 0,-6 0-86,-12 1 0,-4-1 45,5-1 0,-1 0-135,3 1 901,12-4-811,-19 4 2826,13-3-2916,-11 2 993,7-2-903,-5 3 366,17-3-411,-18 4 0,1-1-45,1 0 0,1 0 0,4 0 0,0 1 0,-4-1 0,-2 1 0,0 0 0,-1-1 0,22 1 0,-22-1 0,-2 2 0,-9-1 0,1 0 0,0 1 0,-5-1-630,-3 2 630,-1-4 0,-4 2 0,0-1 0</inkml:trace>
  <inkml:trace contextRef="#ctx0" brushRef="#br0" timeOffset="13200">4270 9358 10231,'-10'-4'-360,"1"1"360,4-1 90,0 1 270,-6-7 0,1 1 0,-14-9-180,2 3-180,1 2 179,-16 0-179,14 9 45,-14 3 0,-6 6 0,8 3 0,-2 6-1138,-5 5 1,-4 4 0,5 0 1034,2 0 1,3 3 57,1 6 0,0 5 0,6 3-153,13 1 0,6 2 0,2 3 153,0-7 0,1 2 0,1 2 0,4 1 17,4 1 1,2 2 0,3 1 0,2 0 0,2-3-210,2 2 0,2-2 1,4-1-1,2 0 210,1-5 0,4 1 0,1-2 0,1-1 0,0-5-18,2-2 0,0-4 0,1-3 0,3-1-49,4-2 0,2-1 0,1-5 0,0-5 78,8-7 1,0-8 0,-1-5-30,-1-3 0,-2-6 0,-1-6 0,-9-5 0,-1-7 0,-2-1 0,-3 2 0,-4 2 0,-2 2 0,-2-4 0,-3-3 0,0-4 0,-2-1 0,-4 0-364,-4-1 0,-5 0 1,-1 0-1,0 2 364,2-3 0,0 1 0,-3-5-12,-2 13 0,-2-4 0,0-2 0,-2 0 0,-1 1 0,-3 5-11,-5-6 1,-4 4-1,-2 1 1,-1-1 22,3 4 0,0-1 0,-1 0 0,-2 2 0,-4 2-252,-3 2 1,-4 1-1,-2 2 1,1 2 0,2 4 251,-3-1 0,2 4 0,-3 3 0,-9 3 0,-3 4 0,-2 8 69,9 9 1,-1 7 0,0 3 0,1 0-340,4-1 0,1 0 0,1 2 1,-2 2 269,-1 3 0,-2 3 0,0 1 0,2 0 0,5 1 0,-1 7 0,4 1 0,3 1 0,5 1 0,0 0 0,-1-1 0</inkml:trace>
  <inkml:trace contextRef="#ctx0" brushRef="#br0" timeOffset="14067">4416 10798 9512,'-23'-11'-90,"1"2"90,-2 0 359,-6 2 91,-2 1 0,-15 1-360,21 3 0,-1 2 0,-8 4 0,0 2 0,-11 4 0,8 3 0,-1 6-46,7 9 1,2 6-15,8-7 0,0 1 0,3 4-273,3 1 1,2 3 0,2 2 0,5 0 264,4 2 1,4 0-1,2 1 1,2-1-23,1 0 0,1-1 0,2 0 0,4 0 22,5 2 1,5-1-1,2-1 1,1-3 7,9 1 0,3-5 0,1-2-30,2-3 0,2-2 0,2-6 0,-6-10 0,1-3 0,1-3 0,0-4 22,-2-2 1,1-5-1,-1-1 1,-1-3-46,1-1 1,-1-1-1,0-4 1,-2-3 44,1-6 1,-1-5-1,-3-2 1,-5-1-23,-6 3 0,-3-1 0,-4-2 0,-2-2 0,-3-1 0,-3-3 0,-3-2 0,0 2 0,-2 3 0,0-4 0,-2 2 0,-5-1 22,-4-1 1,-4-3-1,-4 2 1,-4 5-23,-11 1 0,-5 7 0,-4 0-23,6 4 1,-3 1-1,-3 1 1,-3 4-23,6 6 0,-4 3 0,-2 2 0,-1 1 0,3 1 0,2 1-23,-2 0 1,3 2-1,0 2 1,-3 3-437,-3 3 0,-3 3 1,-1 2-1,3 1 0,7 1 504,4 2 0,5 0 0,-1 3 0,-10 5 0,-3 2 0,4 1 0,12-2 0,0 0 0,0 0 0</inkml:trace>
  <inkml:trace contextRef="#ctx0" brushRef="#br0" timeOffset="15667">5364 10114 9332,'-9'1'-270,"0"0"450,-1 0-180,0 0 270,-1 1 449,3-1-179,25 2-180,28-4-248,-15 0 0,7 0 1,4-1-1,2 1-495,-2-1 0,2 1 0,3-1 0,1 1 0,1-1 0,1 0 416,-6 1 1,0-1 0,1 1 0,0-1-1,2 1 1,1-1 0,1 1 0,2-1-229,-8 1 1,1 0 0,2 0-1,0 0 1,1 0 0,1 0 0,1 0-1,-1 0 1,2 0 0,-1 0 0,0 0-1,0 0 215,1 0 1,-1 0 0,1 0 0,1 0 0,-1 0-1,1 0 1,0 0 0,1-1 0,-1 1 0,0 0-1,1 0 1,-1 0 0,0 0-135,-3 0 1,1 0-1,-1 1 1,0-1-1,0 0 1,0 0-1,0 0 1,0 1-1,1-1 1,-1 0-1,1 0 1,1 0-1,-1 0 1,1 0 124,-3-1 0,0 1 0,1 0 0,1 0 1,-1-1-1,1 1 0,0 0 0,0-1 1,0 1-1,0-1 0,0 1 0,-1-1 1,0 1-1,-1-1 0,0 1 0,-2-1-91,6 1 1,-1-1-1,-1 1 1,0-1-1,0 1 1,-1-1 0,0 1-1,-1-1 1,0 1-1,0-1 1,0 1 0,0-1-1,-1 0 88,4 0 0,-1 0 0,0 0 0,0 0 1,0 0-1,-1-1 0,0 1 0,-1 0 1,0 0-1,-1 0 0,0-1 65,4 1 1,0 0 0,0 0 0,-1 0 0,-1-1 0,-1 1 0,-1 0 0,-3 0-1,-1 0 35,8 0 0,-2-1 0,-4 1 0,-1-1 0,-1 1 12,12-1 0,-3 0 0,-4 0 764,-1 1 0,-7-1-614,9-1 1882,-7 0-1972,-9-1 2858,-13 3-2948,-1-1 1249,-8 4-1519,4 0-3058,-6 0 3238,-19 5 0,-7-2 0,-18 3 0</inkml:trace>
  <inkml:trace contextRef="#ctx0" brushRef="#br0" timeOffset="17468">5817 11574 10411,'-9'-5'-630,"1"1"630,1 2 90,-1-1 90,1 2-90,-3-2 180,4 2 270,-1 0-450,26 0 90,12-1-113,2 1 0,11-1 1,4 1-1,0 0-587,-8 0 0,1 1 1,1-1-1,3 1 1,3 0 529,-5 0 0,3 0 0,3 0 0,2 0 0,1 1 0,-1-1 0,0 0 0,-3 1 0,-2-1-399,4 1 0,-3 0 1,-1 0-1,0 0 1,1 0-1,3 0 399,-7 0 0,2 1 0,1-1 0,2 1 0,0-1 0,0 1 0,0 0 0,0 0 0,-1 0-189,-1 0 0,0 0 0,0 1 0,1-1 1,-1 1-1,-1 0 0,-1 0 0,0-1 1,-2 1 178,9 0 0,-3-1 0,-1 1 0,0 0 0,3 0 0,4 0 8,-11 0 0,3 0 0,2 0 0,1 0 0,2 1 1,0-1-1,0 1 0,0-1 0,-1 1 0,-2 0 1,-1-1-140,5 1 0,-2 1 0,-1-1 0,-1 1 1,0-1-1,1 0 0,0 1 0,1-1 131,-5 0 0,0 0 0,0 0 0,1 0 0,0 0 0,1 0 0,-1 0 0,1 0 0,-1 0 0,0 0 21,1 0 0,1 0 0,0 0 0,1 1 0,-1-1 0,0 0 0,-1 1 1,-2-1-1,-1 0 0,-3 0 9,10 1 0,-3 0 0,-2-1 0,-1 1 0,-2 0 0,0-1 312,2 0 1,1 0-1,-2 1 1,-4-1-1,-5-1-162,10 4 0,-7-2 1024,-8-1 0,-4-1-934,-7-1 2210,1 0-3199,-10-1 1267,0 0 0,-7-1 1,0 1-1</inkml:trace>
  <inkml:trace contextRef="#ctx0" brushRef="#br0" timeOffset="21934">16154 6886 9242,'-8'-8'1799,"4"-2"-1619,7 5-90,2 0 449,13-4-449,-8 4 270,23-6-180,-1 6 0,13 2-90,-8 2 0,-9 10 0,-1 6-45,-10 5 0,-2 2-45,6-1 0,-2 4-108,-9 7 1,-3 5 0,-4 3 129,-3-5 1,-3 1-1,-1 2 1,-1 3-429,-1 2 0,-1 3 0,-1 2 0,-1 0 0,0-1 460,0 1 0,-1-2 0,-1 1 0,0 1 0,-1-1-10,1-4 1,-2 2 0,0-1 0,0 0 0,0-2 0,2-2-108,-2 6 1,1-3 0,1-2 0,1 0 91,-2 8 1,0-2 0,4-3 60,5 1 0,4-8-90,7-7 90,15-9-90,3-23 388,17-12-388,-3-9 90,-5-4-90,-17 8 2259,-11 8-2259,-12 4 585,-16 15-585,-5 6 0,6 8 0,1 3 0,-2 8 0,9-7 0,4 3 0,6 10 0,5 3 0,1-3 0,1 3 30,1 3 0,2 4 0,0-2-131,-1-8 1,1-1 0,-1-1 100,-2 0 0,0-2 0,-4 1 30,-4 2 0,-4 0 0,0-5-30,0-5 0,-3-2-34,-13 12 1,-3-4 33,-11-5 45,10-12 0,0-2-135,-11 2-450,9-13 1,3-4-360,4-1-2250,-17-9 3149,27-4 0,1-8 0,6-2 0</inkml:trace>
  <inkml:trace contextRef="#ctx0" brushRef="#br0" timeOffset="24984">17299 8141 11850,'3'-7'2069,"-2"0"-1889,2 2-90,0 1 180,2 2-90,5 1 179,21-1-269,0 0 45,14-1 0,5-1-90,-10 0 0,0-1-45,-1 0 0,2 0 0,-3 0-45,-5 0 0,-3-1-180,3 1 0,-4-2-3052,-6-1 2457,-9 0 1,-15 2 0,-18 2 0</inkml:trace>
  <inkml:trace contextRef="#ctx0" brushRef="#br0" timeOffset="25300">17543 7896 12030,'8'-21'2429,"-3"3"-1890,2 8-269,3 9 90,8 25-180,-3 20-90,0 2 0,-10-6 0,-1 3-225,-2-7 0,-1 0-765,4 10 1,0 1-740,-1-10 1,0-3 1400,4 9 0,-3-26 1,-1-10-1</inkml:trace>
  <inkml:trace contextRef="#ctx0" brushRef="#br0" timeOffset="27800">18691 7659 11221,'-9'-3'1349,"2"0"-1259,15 0 270,31-1-271,-15 2 1,3 0-45,15-1 0,1 2-90,-11-1 0,-1 1-720,1 0 1,-2 1 764,0-1 0,-25 2 0,-19 1 0</inkml:trace>
  <inkml:trace contextRef="#ctx0" brushRef="#br0" timeOffset="28100">18815 7683 11041,'7'9'1619,"2"4"-1439,-3-4 359,2 27-269,-7 4-180,1 6 45,-4-15 0,-1 1-135,2-4 0,0 0-405,-1 2 0,1 1-1234,0-1 1,1-2 1580,-1 1 0,0-8 1,0-12-1</inkml:trace>
  <inkml:trace contextRef="#ctx0" brushRef="#br0" timeOffset="28333">18699 8274 12120,'19'2'1709,"9"-3"-1169,20-8-1035,-16 1 0,0 0-1144,5-2 1,-1 0 1124,-9 3 0,-3-1 0,18-9 0,-23 7 1</inkml:trace>
  <inkml:trace contextRef="#ctx0" brushRef="#br0" timeOffset="28800">19306 7799 11580,'-24'-17'2069,"2"3"-1349,-4 5-540,11 8 90,-12 19-91,11 8 1,2 5-90,-2 5 0,0 1-90,1-2 0,3 2 45,4 2 0,7-1-45,7-6 0,5-1-90,0 0 0,5-3-45,11 0 0,3-6 45,9-8 45,-11-13 1,1-8-1,1-17 0,-4-6 45,-6 1 0,-4-4 59,-3-5 1,-3-5 0,-7 2-1274,-12-6 1,-8 2 1213,3 3 0,-6 3 45,-6 8 0,-4 9-314,-17 11-1171,16 12 1,0 4-1838,-12 15 2972,12 11 0,21-1 0,5-5 0</inkml:trace>
  <inkml:trace contextRef="#ctx0" brushRef="#br0" timeOffset="29267">19607 7815 12570,'-4'-15'1439,"-1"-4"0,-1 7-90,1-4-1169,-4 13 270,-6 29-360,2-1 45,2 10 0,2 4-45,5-8 0,2 1-90,2 2 0,2 3 0,0-3 0,0-2 0,2-2-90,7 14 0,6-6-180,16-7 180,-12-15 0,2-3 0,15 0 45,-13-19 0,-1-6 0,-4-7 0,-2-2 45,1 3 0,-1-3-30,-4-9 0,-1-5 0,-4 1-15,-4-5 0,-4-2 45,0 1 0,-1-3 0,-1 2-225,-5-1 1,-1 3 89,0 8 0,-1 4-1394,-4-2 1529,8 21 0,-1 0 0,4 7 0</inkml:trace>
  <inkml:trace contextRef="#ctx0" brushRef="#br0" timeOffset="32083">20159 5418 10951,'6'-9'360,"-1"1"449,-2 2-89,-2 1-450,-3 0-1,-6 0 1,-7 2-90,-18 5-90,-10 8 0,-2 6-90,5 10 0,29 1 0,19-2 0,7 0 0,9 6-90,3-6 0,3 0-45,-3-2 0,-2-1 45,11 10 0,-10-6 0,-7 1-89,-23 8 89,-22 7 45,-11-18 0,-6-5 45,13-5 0,-2-2 0,-12-1 0,2-2-540,-3-2 180,13-3 360,5-2 0,35-12 0,4-2 0</inkml:trace>
  <inkml:trace contextRef="#ctx0" brushRef="#br0" timeOffset="32534">20399 5712 11400,'-13'4'2249,"4"-1"-1799,23-3-270,1-4 90,20-9-270,-18 3 90,-1-9-90,-18-11 0,-7 2 0,-17-9 0,-2 21 0,4 8 0,-1 22-90,18 18 180,9 13-90,11-12 0,8-1-360,2-8 0,4-3-720,4-1 1,-1-4-720,14-5 1799,-7-12 0,-13-6 0,5-2 0</inkml:trace>
  <inkml:trace contextRef="#ctx0" brushRef="#br0" timeOffset="33167">20855 5602 11580,'-29'-21'1889,"-5"1"-1529,4 12-270,4 3 180,-5 16-90,8 15-90,0 9-180,16-11 0,4 1-180,15 15 0,11-8 180,0-15-90,13-15 0,-8-11 180,0 0 180,4-13 0,-18 9 0,4-2-90,-13 23-45,-6 15 0,-2 6-45,-3 15 0,3-10 0,0 5 0,0-1 45,0 4 0,1 2-45,0-3 0,0 2 0,1-1 0,-1 8 0,0-4 45,1-7 0,-3-6-45,-11-4 0,3-24 0,-12-15 0,-7-22 0,10 9 0,2-2 0,3-2 0,9-14-45,8 12 0,6-2-360,14-5 0,7 2 225,-8 9 1,3 3-841,9-2 1,7 0-1,-3 3 680,0 3 1,1 2 0,0-1 0,2-1-1,-1 0 1,-5 5 0,0 0 0,0-1 0</inkml:trace>
  <inkml:trace contextRef="#ctx0" brushRef="#br0" timeOffset="33517">22585 5504 11760,'-3'-19'2429,"1"-1"-1440,1 8-719,5 25-90,-3 28-90,-1-5 0,0 3-225,-2-2 0,0 1-630,-2-1 1,0-3 764,1 3 0,0-13 0,2-18 0</inkml:trace>
  <inkml:trace contextRef="#ctx0" brushRef="#br0" timeOffset="33817">22398 5357 11311,'1'3'1079,"17"7"-944,11 3 0,7 3-45,7 4 0,2 2-1183,-14-6 1,0 1 0,-1-1 578,4 3 1,-4 1 1122,-7 2 1,-10 1-520,-27 20 261,-1-17 0,-5-1-486,-12 3 0,-3-3 0,8-8 1,-1-3-1505,-4-1 1,4-3 1625,13-4 0,-6 1 0,20-6 1</inkml:trace>
  <inkml:trace contextRef="#ctx0" brushRef="#br0" timeOffset="34484">22919 5767 14819,'18'-2'1349,"12"-9"-1259,-8 0-45,-1-5 0,-3-2-135,-9 4-90,3-25 0,-24 19 180,0 0-180,-27 10 135,12 19 0,0 7 0,0-1 0,2 5 45,0 16 0,7 3 0,11-13 0,7-1 0,17 11 0,9-5 0,-3-20 0,4-5 0,6-2 0,6-4 0,-4-2-107,-5-3 1,0-4 106,1-1 0,1-4 0,-1-3-120,-2-10 0,-1-6 0,-3 0 30,-3 4 0,-2-2 0,0-2-73,-2-2 1,1-4 0,-2 0 0,-3 4 117,-3-11 1,-6 4-1,-6 1 0,-2 6-45,-3 10 90,-6 15-90,-6 56 90,9-17 0,1 4 0,-1 3 0,1 5 0,1 0-70,2-7 0,2 0 0,0 0 70,1 4 0,0 1 0,1-5 99,1-3 0,1-4-99,1 2 0,5-3-430,22-4-830,-4-10 1260,22-14 0,-22-18 0,2-10 0</inkml:trace>
  <inkml:trace contextRef="#ctx0" brushRef="#br0" timeOffset="34700">23348 5510 11670,'-12'5'2789,"22"-5"-2429,10-4-136,25-6 1,7-3-540,-18 5 1,0-2-779,10-1 1,4-2 0,-7 2 545,-16 3 1,-1 1 0,7-3 0,-3-1 0,-13 3 0</inkml:trace>
  <inkml:trace contextRef="#ctx0" brushRef="#br0" timeOffset="35684">21195 5999 10861,'-10'0'360,"2"-1"1439,1 0-1170,19 11 181,20 10-720,3 2 89,-1-2 1,5 2 0,-1 0 0,2 1-120,-9-6 0,2 1 0,1 1-1153,8 2 1,2 1 0,-4-2 606,-2-2 1,-3-1 215,8 0 0,-1-2-898,-11-9 1,-3-2 178,14 2-650,-11-4 1,-2-3 1377,-9-2 1,13-6 0,-9-1 0</inkml:trace>
  <inkml:trace contextRef="#ctx0" brushRef="#br0" timeOffset="36018">22667 6008 10861,'5'-14'1439,"0"4"-809,-3 0 899,1 1-1169,-6 2-91,-10 8-134,-15 11 0,-3 5-45,-13 7-30,18-9 0,-4 3 0,1 1-90,1 3 0,0 0 0,1 0-195,-5 3 0,0 2-375,0 1 1,-3 2-1,6-4-300,10-8 1,1-1 899,-4 3 0,3-2 0,6-6 0,4-4 0</inkml:trace>
  <inkml:trace contextRef="#ctx0" brushRef="#br0" timeOffset="36784">22033 6337 15178,'-6'8'360,"1"5"0,3 28-225,0-14 0,0 5-15,-1 7 0,0 5 0,-1-1-271,0-4 0,0 0 0,1 1 218,-1-1 1,0 2-1,-1-1 1,1-2-8,0-1 0,0-2 0,0-1 72,-1 14 1,0-5-88,1-16 0,1-3 45,0 8 0,1-11-90,1-5 0,1-2 457,0-3-3734,0 0 3264,0-4 0,-7-12 1,-1-5-1</inkml:trace>
  <inkml:trace contextRef="#ctx0" brushRef="#br0" timeOffset="37683">21156 7910 12480,'5'5'1349,"-1"-2"-1124,20-3 0,7-2-135,-4 1 0,1 0 0,6-1 0,3-1 0,-2 1-90,7 0 0,-2 0 0,-4 0 0,-3-1-720,14-2-1709,-29 0 2429,-6-6 0,-15 1 0,-12-3 0</inkml:trace>
  <inkml:trace contextRef="#ctx0" brushRef="#br0" timeOffset="37967">21411 7734 10771,'-2'-14'1709,"1"4"450,1-3-1890,7 19 271,2 23-405,-2-2 0,1 5-45,1 4 0,0 3 0,0 0-90,3 7 0,2 1-360,-1-11 0,2 1 0,1-4-854,4-5 0,3-6 1214,10-4 0,2-7 0,-8-7 0,0-3 0,7-4 0,-1 0 0</inkml:trace>
  <inkml:trace contextRef="#ctx0" brushRef="#br0" timeOffset="38884">22274 7958 10591,'-6'-10'1349,"2"-1"-719,1 3-90,1-2 269,6-4-269,5 0-180,3-2-91,6 8-89,-2 16 0,-2 18-180,-7 12 45,-7-11 0,-2 2 45,-4 20 0,-1-7 0,3-16-90,8-26 0,7-19 0,5-14 0,2-4 0,-6 14 0,-1-1 0,4-7 0,2-4 0,-1 3 0,-1 6 0,0 1 0,3-7 0,2 2-90,8-6 90,-3 34 0,-13 22 0,2 23 0,-9-7 90,3-1-90,4-25 0,9-16 0,8-19 0,-10 7 0,0-1 0,5-5 0,3 2-90,-11 21 90,-5 3 0,2 11 0,-11 33 0,0-18 0,-3 0 0,1 2 0,0 14 0,1-13 0,2 11-899,19-21 359,-7-9-270,15-2 810,15-27 0,-15-1 0,-3 2 0,0 0 0</inkml:trace>
  <inkml:trace contextRef="#ctx0" brushRef="#br0" timeOffset="39450">23267 7559 12750,'3'-9'2968,"0"2"-2788,-4 19-90,0-3 135,-7 21 0,-3 10-91,-1-1 1,-1 4-555,-1 2 0,-1 5 0,0-2 450,3-7 0,-1-1 0,2-1 15,-4 9 0,1-4 52,4-7 0,1-7 83,3-9-180,5-5 0,21-53-983,-4 4 0,2-7 0,-1 2 938,4-5 0,0-1 0,-6 9 0,1-2 0,1-2 0,-1 0-26,0 0 0,-1 0 0,0 0 0,-1 2 11,1-2 0,-1 3 0,1-2 51,3-11 1,0-1 0,-1 16-82,0 22 90,-14 39 0,-5 14 0,3-10 0,-1 3-75,-2 0 0,0 5 0,0 1 0,1-1 75,1 2 0,1-1 0,0 0 987,0 4 0,0 0 0,1 0-987,2-4 0,0 0 0,2-6-157,2-4 0,2-7-1372,8-1 1529,-3-39 0,-10-10 0,-7-13 0</inkml:trace>
  <inkml:trace contextRef="#ctx0" brushRef="#br0" timeOffset="39650">23217 7891 11221,'19'-5'2608,"20"-4"-3058,-4 0 1,3-1-46,-9 3 0,-1-1 495,10-3 0,-4 1 0,-1-2 0,-8 3 0,0-1 0</inkml:trace>
  <inkml:trace contextRef="#ctx0" brushRef="#br0" timeOffset="39950">23830 7583 12480,'1'-13'2069,"0"3"-1620,3 18 91,-4 41-450,3-6-127,-4-10 0,-1 5 0,0-1 127,0 6 0,0 0-31,0-2 1,-1 3 0,1-3-105,1-2 1,-1-1-261,1 2 0,1-6-2972,1-17 2457,4-9 1,-2-19 0,4-17 0</inkml:trace>
  <inkml:trace contextRef="#ctx0" brushRef="#br0" timeOffset="40284">23799 7501 12570,'0'-9'1349,"11"0"-899,30 4-360,-8 0 45,2 3 0,2 2-90,-12 3 0,0 1-1,1-1 1,1 1 0,2 6 0,-3 4 45,-6 19-45,-18-4 0,-8 1 0,-9 1 0,-9 0-45,0-7 0,-3-2 0,0-1 0,-1-2 0,1-2-90,-1-1 0,4-3-3187,9-5 2457,17-5 1,9-5 0,18-7 0</inkml:trace>
  <inkml:trace contextRef="#ctx0" brushRef="#br0" timeOffset="40467">24444 7781 21475,'-13'-2'0,"-8"-2"0</inkml:trace>
  <inkml:trace contextRef="#ctx0" brushRef="#br0" timeOffset="44233">18936 8695 9332,'-16'-12'1169,"-1"-1"180,1 1-359,2 0-451,-4-2-89,14 2-360,3 6 360,19-3-270,11 5 0,5 1-135,-6 1 0,5-1-422,1 2 1,7 1-1,6-1 1,3 1-1,-1 1 1,-1-1 421,-1 1 0,0 0 0,-1 1 0,3 0 0,2 0 0,6 1-217,-16-2 1,3 1 0,2 0 0,2 0 0,2 1 0,1-1 0,0 0-1,2 1 1,-1-1 0,0 1 0,-1-1 0,-1 1 0,-2-1 186,1 0 0,0 1 0,-1-1 0,0 0 0,0 0 0,0 1 0,-1-1 0,1 0 0,-1 1 0,0-1 0,0 1 0,0-1-167,4 1 0,-1 0 1,0 0-1,0 0 0,-1 1 1,1-1-1,-1 0 0,1 0 1,-1 0-1,0 0 0,0 0 160,-1 0 0,-1-1 0,1 0 0,-1 1 1,1-1-1,-1 0 0,0 0 0,-1 0 1,0 0-1,0 0 0,-1 0-113,3 0 1,0 0 0,-1 0 0,0 0 0,-1 0 0,0-1-1,0 1 1,1 0 0,0 0 114,1 0 0,1-1 0,1 1 0,0 0 0,-1 0 0,0 0 0,0-1 0,-2 1 0,0-1 92,5 1 1,1-1 0,-1 0 0,-1 0 0,-3 0 0,-1 0 0,-5-1 54,8 0 0,-2-1 1,-6 0-1,-8-1 354,-5 1 0,-8-3-151,-1-7 1396,-18 5-2206,1-4 2447,2 9-4516,5 3 787,-3 8-876,0 0 2608,-9-2 0,-8-2 0,-1 0 0</inkml:trace>
  <inkml:trace contextRef="#ctx0" brushRef="#br0" timeOffset="47717">19814 9733 10231,'2'-9'270,"1"1"360,-2 3 89,1 0 271,-1-1-720,3 30-226,-1 7 1,0 6-15,0-6 0,0 3 0,0 2-933,2 8 1,0 2-1,0-2 903,0 1 0,0-1 30,3-5 0,1 2 0,1-5 15,1-7 0,1-3-45,10 14 0,1-5 0,5-9 0,14-17 45,-16-22 0,0-5-45,10-5 0,-6-3 0,-1-8 0,-12-3 0,-4-6 0,-2 0-30,-2 7 0,-1-1 0,-1-2-119,-1-7 1,0-5 0,-1 0-1,-3 7 149,-3-4 0,-3 4-30,-1 6 0,-2 0 0,0 5-162,-7-9-437,0 1-721,-1 30 1350,7 26 0,-1 13 0,5 5 0</inkml:trace>
  <inkml:trace contextRef="#ctx0" brushRef="#br0" timeOffset="48284">20405 10018 11221,'8'-13'1439,"-1"2"-989,-3 2 89,6 12-269,-4 21-90,1 18-135,-6-10 0,-1 3 45,-3 8 0,1-1-45,0-9 0,1-2-45,-2 5 0,1-5 0,2-9 90,3-8-90,4-22 0,12-24-45,-5 1 0,0-4 0,3-3 0,0 0 0,2-4 0,0 2 45,4-3-90,1 19 90,-8 34 0,-5 13 0,0 6-45,1 12 0,-2 3-395,1 3 0,-1 1 440,-3-9 0,1-3 0,-1-8 0,2-3-900,12 1-1079,4-3 1979,8-18 0,-11-18 0,1-9 0</inkml:trace>
  <inkml:trace contextRef="#ctx0" brushRef="#br0" timeOffset="48950">20885 10192 11490,'8'5'810,"-1"-1"-270,12-6-450,-7 1 269,23-7-89,-13-3-270,5 0 90,-9-9 0,-16-4-90,-6-4-90,-12 1 90,0 16 0,-8 13 0,10 17 0,3 7 0,2-1 0,2 2 0,3 21 0,5 1 0,1-21 0,4-3 0,5 9 0,5-6 0,19-5 0,-8-7 0,22-8-60,-21-20 0,2-9 0,-2-1-60,-2-1 0,-2-2 1,0-4-537,-1-2 1,2-4-1,0-2 1,-2 0 0,-3 3 436,-1-4 1,-3 1 0,-2-3 173,-2-4 0,-1-5 0,-2 0 0,-4 4-71,-3 7 0,-4 3 0,0 1 116,2-3 0,0 0 0,-4 6 180,-16-12-90,10 61 0,1 11-90,1-3 0,1 5-124,1 11 1,2 6 0,2 1 183,2-6 0,2 0 0,0 1-38,0-6 1,-1 1-1,2 1 1,0-1 22,1 0 0,0 2 0,2-3 0,-1-4-45,1 5 0,1-5 1496,3 0 0,3-9-2936,7-22-448,-3 1 1888,7-26 0,-14-4 0,4-11 0</inkml:trace>
  <inkml:trace contextRef="#ctx0" brushRef="#br0" timeOffset="49133">21423 9965 11131,'-8'1'1079,"17"0"-539,19-3-360,1 0-225,0-2 0,3-3-1594,7-3 1,1-1 1091,-9 2 1,1 1 0,13-5 0,-3-1 0,0 0 0</inkml:trace>
  <inkml:trace contextRef="#ctx0" brushRef="#br0" timeOffset="49884">22712 9634 11490,'-7'-9'1530,"-10"1"-1171,-10 9-269,-12 7 45,11 12 0,3 6-90,8-3 0,5 4-15,5 4 0,4 4 0,4-1-30,10 5 0,7 0-968,1-5 0,4 2 0,-1-5 968,-1-3 0,0-3 0,5 3 0,-2 0 0,-5 16 0,-12-7 0,-18 0 0,-7-1 0,-9-3 0,-8-2 0,-4-3 0,15-13 0,0-2-90,-4 2 0,1-1-449,-7 1-1260,17-13-1478,17-15 3129,0 0 0,13-14 1,1 5-1</inkml:trace>
  <inkml:trace contextRef="#ctx0" brushRef="#br0" timeOffset="50734">23260 9612 11131,'1'-8'809,"-2"0"-359,0 3-360,-6 2 90,-5 8 90,-18 22-91,12-2 1,-2 6 0,0 1-120,1 1 0,-1 1 0,2 4-181,0 2 0,0 4 1,1 0-1,4-1 181,2 2 0,3-1 0,4 0-30,3 5 0,4 0 0,3-5 15,2-5 0,5-6 0,12 3 0,5-8-90,-1-18 0,2-6-585,6-2 1,3-5 629,-8-6 0,1-3 0,-3-2 0,0-2 0,-1-2 0,-1-7 0,-1 1 0</inkml:trace>
  <inkml:trace contextRef="#ctx0" brushRef="#br0" timeOffset="50950">23718 10095 14549,'10'0'3148,"-2"0"-3238,-2 1-2429,3 5-758,-5 0 2882,0 1 0,-18 1 0,-5-2 0</inkml:trace>
  <inkml:trace contextRef="#ctx0" brushRef="#br0" timeOffset="51417">21754 10802 12660,'-17'0'2159,"2"0"-720,6-1-630,32-2 1,22-1-595,-11 1 1,6-1 0,5 1 0,-1-1 0,-2 1-800,1 0 0,-2 0 0,2-1 0,6 1 651,-8 0 1,5 0-1,4 0 1,1 0-1,1 0 1,-1 0-1,-1 0 1,-3 1-284,4 0 1,-2 0 0,-1 1-1,0-1 1,2 1 0,2 0 235,-8-1 0,3 0 0,1 1 0,1-1 0,0 0 0,0 0 0,-1 1 0,-2-1 0,-1 1-8,1-1 1,-3 1 0,0 0 0,-2 0 0,1 0 0,1 0 0,2 0-25,3 0 1,2 1 0,2-1 0,1 0-1,-2 0 1,-1 0 0,-4 0 0,-4 0-530,7 0 1,-6 0 0,-2 1-1,3-1 523,-1 0 0,3 1 0,0-1 0,-3 1 0,-6-1-27,17-1 0,-14 0-584,-20-1-451,-16-5-2197,-20 3 3218,-14 0 1,5 2-1,4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14:17.92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8788 5246 6813,'-9'-2'900,"-2"-1"-451,4 1 1530,-1 0-1889,15 0 180,11-1-135,7 1 0,6 0-45,10-1 0,5 1-449,-10 1 0,4 0 1,2 0-1,2 0 395,1 1 0,2-1 0,3 1 0,1 0 0,2 1-371,-9-1 0,1 1 1,2-1-1,1 1 1,1 0-1,0 0 0,0 0 1,0 0 344,-4 0 0,-1 0 0,1 0 0,0 0 0,0 0 0,1 0 0,1 0 0,0 0 0,2 0-3,-5 0 1,1 0-1,2 1 1,0-1-1,0 0 1,1 1-1,1-1 1,-1 1-1,-1-1 1,1 1-1,-2-1 1,-1 1-191,4-1 1,-1 1 0,-2 0 0,1 0 0,-1-1 0,0 1 0,0 0 0,2 0 0,0 0 0,1 0 188,-4 0 1,1 1 0,1-1 0,1 0 0,1 0 0,0 0 0,-1 1 0,1-1 0,-2 1 0,0-1 0,-3 0 0,-1 0 0,-2 0-177,13 1 0,-4 0 1,-3 0-1,-1-1 0,0 1 1,1 0-1,3 0 170,-6 0 0,1 0 0,1 0 0,0 0 0,1 0 0,-1 0 0,-1 0 0,0 0 0,-2 0-64,5 1 1,-1-1 0,0 1 0,-2-1 0,-1 1 0,0-1 0,-2 1 63,6 0 0,-3-1 0,-1 1 0,1-1 0,4 1 84,-4 0 1,4 0 0,1-1 0,0 1-1,1 0 1,-1 0 0,-3-1-55,2 1 0,-1-1 0,-1 0 0,-1 0 0,-1 0 0,-2 0 33,6 0 0,-3 0 0,1 0 0,4 0-38,-8 0 1,5-1 0,2 1 0,1 0-1,-1-1 1,-1 1 0,-3-1-8,3 0 0,-2 0 0,-1-1 0,-1 1 0,0-1 9,-3 1 0,0-1 1,0 1-1,0-1 1,1 0-13,-3 1 0,2-1 0,0 0 0,0 1 0,0-1 0,0 0 0,0 0 0,0 0 0,1-1 0,-1 1 0,0 0 0,-1-1 112,6 1 0,-1 0 1,-1 0-1,3-1 1,1 1-116,-2 0 1,3-1 0,2 1 0,0-1 0,0 1 0,-2-1-1,-4 0-12,3 1 0,-3-1 0,-1 0 0,-1 0 0,2-1 0,-4 1 0,1 0 0,1-1 0,-1 0 0,-2 1 0,-3-1 0,10 0 0,-5 0 0,1 0 0,5-1 0,0 0 0,-1 0 3,-6 1 1,0-1 0,-3 0-4,5 0 0,1 0 0,3 1 0,4-1 0,-10 0 0,5 0 647,-9 1 0,0 0-647,-10 1 0,-1 0 0,20 0 1038,-17 0 1,1 1-1039,1-1 0,-2 0 0,16 0 0,-3 0 0,0 0 0,-17 0 0,-1 0 0,12 0 0,-1 0 90,7 0 1414,0 0-1504,-27 0 0,-2 0 0,-7-1 0</inkml:trace>
  <inkml:trace contextRef="#ctx0" brushRef="#br0" timeOffset="2216">28773 11874 8522,'-10'-4'2159,"1"0"-450,4 2 90,0-1-1529,10-5 0,7 1-180,6-2 44,6 4 1,3 2-45,19-4-45,-8 3 0,0-1 0,-9 2 0,-3 0-45,13-1 90,-10 1 0,-15 2-90,4-1 0,-6 1-90,0 4 180,-8 6-90,-1 15 0,-4-7-90,-3 11-90,-4 11 0,1-3 90,2-8 0,0-1-89,-1 9-1,1-1 90,2-14 90,1-5-90,0-7 90,-13-14 0,-5-3 0,-14-8-90,-5 3 90,15 6 0,-8 1-90,15 3 90,-4 0-90,3 1 90,2 1 0,2-3 0,2 1 0,2-3 0,2-2 0,3-6 0,4 3-90,2-12 90,4-5 0,2-13 0,1-2 0,-2 14-90,1 5-270,-2 13-359,1-1-541,1 5 1260,-1 7 0,1 0 0,0 2 0</inkml:trace>
  <inkml:trace contextRef="#ctx0" brushRef="#br0" timeOffset="3266">28454 11303 11400,'8'-7'540,"1"0"-450,-2 7 90,13-1 0,2-1-90,1 1 0,13-1 0,-15 1 0,9-2 0,-13 2 0,0 0-90,-8 3 0,0 4 0,-3 14 90,-1 11-90,0 9 0,-2-8 0,2 12 0,-4-20 90,2 11-90,-2-11 89,0-11 91,-1 0 0,-2-8-180,-7-7 90,-8-1-90,-8-4 0,-10 2 0,4 3 0,-4 2 0,8 0 0,4 1 90,9-1-90,1-1 0,6-1-90,-2-4 90,5 1 0,1-4 0,2-2 0,1-9 0,3-9 0,5-16 0,-1 16 0,2-7 0,-6 25-180,5-13-1169,-2 12 1349,3-5 0,-5 11 0,0 3 0</inkml:trace>
  <inkml:trace contextRef="#ctx0" brushRef="#br0" timeOffset="40249">579 4709 6633,'-25'-14'1799,"10"6"-1259,-13-5 359,12 9-359,-2 0-270,5 1-180,18 2 0,11 0 0,28 0 0,9 0-45,-20 0 0,4-1-485,0 1 0,7-1 0,5 0 0,3 0 0,-2-1 465,-8 2 1,1-1 0,0 0-1,2 1 1,0-1 0,1 0 0,1 1-306,-4 0 1,0-1 0,2 1-1,1 0 1,-1 0 0,1 0-1,-1-1 1,0 1 0,-1 0 279,2 0 0,-1 0 0,-1 0 0,1-1 0,-1 1 0,1 0 0,0 1 0,1-1-152,-1 1 0,1 0 0,1-1 1,0 2-1,0-1 0,0 0 0,-1 1 0,-1-1 1,-2 1 163,3-1 1,-3 1 0,-1 0 0,0 0 0,0 0 0,3 0 0,1 0-4,-3 0 0,2 0 0,1 1 0,2-1 0,0 0 0,0 0 0,0 1 0,0-1 0,-1 0 0,-2 0-9,5 1 0,-1-1 0,0 0 0,0 0 0,-2 1 0,0-1 0,0 0 0,0 0 12,2 0 1,1 0 0,-1 0 0,-1 1 0,-1-1 0,-3-1 0,-2 1-13,7 0 0,-3 0 0,-4-1 0,-2 0 0,1 0 0,-2 0 0,-7 0 156,15-1-66,-2 1 90,-12 1-90,-21-1 1143,9 0-1143,-9 0 2437,5-1-2527,-4 1 2909,1 1-2999,-5-1-1016,4 1-243,-7 1 1349,1 0 0,-7 4 0,-3 1 0</inkml:trace>
  <inkml:trace contextRef="#ctx0" brushRef="#br0" timeOffset="63215">18756 4570 7353,'-8'4'180,"-2"-1"-90,5-1 90,-8 2-91,0 1 91,-10 2-180,9-2 90,0-1 90,2 0 0,3-1-90,-3 2 720,1-1-181,6-1-179,-2 1 360,2-2-721,9 2 181,7-2 0,34-1-180,-6-2-208,-1 0 0,7 0 163,-10 0 0,4 0 0,1 0 0,-3 0-546,-2 0 1,-2 0 0,5 1 518,4-1 0,5 1 0,3-1 0,1 1 0,-1 0 0,-4 0 0,0-1 0,1 1 0,-1 0 0,2 1-18,-4-1 0,1 0 0,0 1 0,1-1 0,1 1 0,1-1-338,-5 0 1,1 0 0,3 0 0,-1 1 0,0-1 0,-1 0 0,-3 0 0,-3 0 337,13 0 0,-6 0 0,0 1 0,2-1 0,-1 0 0,4 0 0,-1 0 0,-2 0 0,-5 1-151,-1-1 0,-4 0 0,0 0 151,4 0 0,0 1 0,-1-1 129,9 1 1,-5 1 50,4-2 864,-14 2-1044,-7-2 3208,-10 2-3208,-1 0 826,-3-1-826,-5 0-90,0 0-1889,-3 1 1979,-2 0 0,-2-1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15:33.31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9828 8083 8882,'0'-12'1979,"-1"3"-1440,0-1-359,2 4 0,8 7 90,5 5-270,-1 1 180,6 11-90,-6-2 0,0 2 0,5 10-90,-9-12 180,12 13 0,-9-17 90,29-22-181,-18-5 1,4-8 0,5-7 0,-3-4 0,1-6 0,1 1-537,-2 3 1,1 0 0,1-1 446,-7 7 0,1-2 0,2-1 0,-2 1 0,0 3-390,7-8 0,0 2 1,-3 4-16,0-1 0,-1 4 405,1 3 0,-5 6 0,-11 13 0,4-1 0</inkml:trace>
  <inkml:trace contextRef="#ctx0" brushRef="#br0" timeOffset="4417">2422 11905 7713,'7'-11'899,"-2"4"-629,-2-1 360,1 2-181,0-3-269,0 1 90,-1 0-90,7 28-90,-2 7-60,1 12 0,2 12 0,-2-5-476,-1-7 0,-1 1 468,-1-1 1,1 6 0,0 1-1,-1 0-774,-1 2 1,0 0-1,-1 0 1,0-3 751,0 1 0,1-2 0,-1 5 0,-1-9 0,0 3 0,1 2 0,-1 1 0,0 0 0,0-4-230,0 0 1,0-1-1,-1-1 1,1-1 0,0 1 229,0 9 0,0-1 0,0 1 0,0 2-88,0-9 1,0 3 0,0 0 0,-1 0-1,1-3 1,0-4 87,0 6 0,0-4 0,0 0 22,0-1 1,0 1-1,0-1 1,-1-7-23,1-4 0,-1-4 428,2 17-338,0-18 2347,-1-8-2167,2 8 1634,-3-17-1904,2 4 1069,9-12-979,5-2-90,4-3-45,5-2 0,5-2 45,4-1 0,6-1-332,-5 3 0,5-2 0,4 0 1,1 0 346,-6 3 0,2 0 0,2 0 0,1 0 0,1 1 0,0-1-356,-2 2 0,0-1 0,0 1 0,1-1 0,1 1 1,1 1-1,1-1 341,-5 2 0,2 0 0,1-1 0,0 2 0,1-1 0,-1 1 0,-1 0 0,-1 0 0,-3 0-323,7 0 1,-3 0 0,-2 1 0,1 0 0,1 0 0,5 1 322,-8 0 0,2 0 0,3 1 0,1 0 0,1 0 0,0 0 0,0 1 0,-2-1 0,-1 1 0,-2 0 0,5 0 0,-2 0 0,-2 1 0,-1-1 0,1 1 0,3 0 0,3 0 7,-9-1 1,2 0-1,2 1 1,1-1-1,1 1 1,1-1 0,0 1-1,1-1 1,-1 1-1,-1-1 1,0 1-1,-2 0 1,0-1 0,0 1 0,-1 0 1,0 0-1,0 0 0,0 0 0,-1 0 1,0-1-1,0 1 0,0 0 0,-1 0-8,3 0 0,0 0 0,-1 0 0,0 0 0,0 0 0,0 0 0,0 0 0,-1 0 0,0-1 0,0 1 10,4 0 0,-1 0 0,1-1 0,-1 1 0,0 0 0,-1-1 0,-1 1 0,0 0 0,-2-1-139,5 1 0,-2 0 1,0 0-1,-2 0 0,0 0 1,0-1-1,0 1 144,3 0 0,0-1 0,-1 1 0,-1 0 0,1-1 0,-2 1-3,-1-1 1,-1 0 0,0 1-1,-1-1 1,-2 0 0,-1 0-13,4 1 0,-1-1 0,-3 0 0,1 0 448,8-1 0,0 0 1,-5-1-359,5 0 0,-5 0-46,-5-1 1,-4 0 2301,16-2-2346,-8 1 1911,-15 1-1911,8 2 1230,-4 2-1230,6 0 0,-5 2 0,-2 0 0,-10-1 90,-1 0 359,-7-1-179,-1-1-90,-3-2-90,-4-1 0,-2-3 90,-8-12 0,-2-8-135,-2-8 0,0-4 0,3 12 0,0-2-399,-1-12 1,-1-7 0,2-2 375,1 8 1,2-1-1,-1-3 1,1-2-513,1 2 1,-1-3-1,1-2 1,-1-1 0,1 0-1,0 0 490,1 6 0,0 1 0,-1-1 0,1 0 0,0-1 0,1 0 0,-1-2 0,1 1 0,0-1 0,0-1 0,0-1 0,1 0 0,-1 2 0,1 0 0,-1 2 0,1-4 0,-1 2 0,1 1 0,-1 1 0,1-1 0,0 0 0,1 2 0,-1-2 0,1 0 0,0 1 0,0 1 0,-1 2 0,1 4 0,-1-3 0,0 4 0,0 1 0,1-1 0,-1-6 0,2-2 0,-1 2 0,-1 6-15,0 6 1,0 2 14,0-5 0,-1 0 0,-2-12 0,0 23 707,-1 5-707,3 9 3276,-2 2-3193,1 2-33,-2 2-50,-9 4 0,-10 3 0,-9 2 0,-4 1 0,12-2 0,-1 0-170,-8 0 0,-5 2 0,-3-1 170,1 0 0,-2 0 0,-2-1 0,3 1-914,-4 0 1,2-1 0,-4 2 913,4-2 0,-4 1 0,-2 0 0,-2 0 0,-1 0 0,7-1 0,-3 0 0,-1 0 0,0-1 0,-1 1 0,0-1 0,1 1 0,1-1 0,1 0 0,1 0 0,-1 0 0,-1 0 0,-2 0 0,-3 0 0,11-1 0,-2 1 0,-2-1 0,-2 0 0,-1 1 0,0-1 0,0 1 0,0-1 0,0 0 0,1 0 0,1 0 0,2 0-258,-6 0 1,1-1 0,0 0 0,2 0-1,-1 0 1,2 0 0,-1 0 0,2 0-1,-1-1 258,0 1 0,1 0 0,1 0 0,1 0 0,-1-1 0,0 1 0,-2-1 0,-1 1-9,2-1 0,-1 0 0,-2 0 0,-1 0 0,0-1 0,0 1 0,1 0 0,0-1 0,3 1 0,1 0-199,-4-1 1,3 1-1,2 0 1,0 0-1,0-1 1,-3 1-1,-3 0 208,5-1 0,-2 1 0,-2 0 0,-2 0 0,-1 0 0,0-1 0,0 1 0,0 0 0,2 0 0,2-1 0,2 1 0,-4 0 0,2 0 0,2-1 0,0 1 0,1 0 0,0-1 0,0 1 0,-2-1 0,-3 1 0,-2-1 0,-1 0 0,1 1 0,0-1 0,2 0 0,3 0 0,5 0 0,-10 0 0,7 0 0,1 0 0,-1 0 0,-4-1 0,0 0 0,1-1 0,5 1-345,-9-2 1,5 1 344,13-1 0,1 1 424,-12-1 0,3 0-514,2 0 0,-4-1 90,13 3 1718,6 0-1808,10 1 2371,-6 0-2640,-4 0 2410,2 2-2411,-8 3 180,6 1 0,-5 4 0,7-1 90,-5 6 0,7-3 0,-14 14 90,18-12 0,-14 10-90,8-8 90,5-3 0,-7 4 0,2-1 0,3-3 0,-8 4-360,12-8-89,3-2-451,4-2 900,3-3 0,3 1 0,0-1 0</inkml:trace>
  <inkml:trace contextRef="#ctx0" brushRef="#br0" timeOffset="6450">19399 8374 10231,'-3'-10'1439,"0"1"-449,-1 6-720,6-2-1,9-2-179,4-2 90,12-7-180,-6-3 90,3-10-90,-9 9 0,-2-5 90,-5 7-90,-3 5 0,1-2 0,-3 7 0,-10 35 0,1 4 0,-4 16 45,5-18 0,0 2-45,2-4 0,-1 1 0,0 7 0,0 1 0,1-3 0,1-1-135,1-4 0,0-2-45,1 0-359,2-1 539,0-14 0,0-4 0,0 0 0</inkml:trace>
  <inkml:trace contextRef="#ctx0" brushRef="#br0" timeOffset="6717">19393 8721 10411,'3'6'1709,"10"-3"-1259,33-13-360,-16 4 0,2-1-135,8-4 0,1 1-45,-13 3 0,-2 0-360,1-1 0,-2-1 450,-2-6 0,-4 0 0,-1-6 0</inkml:trace>
  <inkml:trace contextRef="#ctx0" brushRef="#br0" timeOffset="7317">19561 7881 10141,'-26'-34'-270,"-3"5"405,6 10 0,-2 2-45,3 5 0,-3 4 0,-17 6 0,-3 8-45,4 10 0,1 10-865,13-2 1,0 5 0,0 2 0,4-2 554,1 0 0,3-1 0,2 4 287,3 8 1,3 6 0,2 0-1,5-2 206,5-1 0,4-2 1,4 3-212,-1-7 1,0 3 0,3 1 0,1-1 0,2-1 4,5 5 1,3 0 0,1-3-1,2-1-515,0-4 1,1-1-1,1-2 1,-1-3 492,1-1 0,0-2 0,2-6 90,17-1 0,2-9-548,-11-10 1,1-4 502,1 3 0,3-4 587,-1-9 1,3-6 0,-3-3-543,-11 3 0,-3-3 0,1-4-23,5-5 1,2-5-1,-2-2 1,-4-1-363,-8 2 1,-4-2 0,-2 0 0,-1 1 294,5-7 0,-2 0 0,-6-2 0,-9 4 0,-3-2 0,-5 1 0,-2 3 30,-7-1 0,-5 4 0,1 0-30,3-3 0,0 1 0,-7 1 194,-7 5 1,-7 1-1,-3 3 1,1 7-225,3 6 0,1 6 0,-5 3-78,3 1 0,-5 1 0,-2 2 0,1 3 0,3 3-459,0 7 0,2 4 0,1 2 1,1 1 326,-8 3 0,1 2 0,4 5 240,10 1 0,3 4 0,2 1 0,3-2 0,-1 11 0,3 0 0,0-1 0,0 1 0,0-1 0</inkml:trace>
  <inkml:trace contextRef="#ctx0" brushRef="#br0" timeOffset="8351">19761 11609 9781,'-6'-10'-90,"1"0"180,6 1 0,0 2 0,8-6 0,7 5 0,4-1-90,4 5 90,-12 14 0,-14 18-90,-6-5 0,-4 2 0,-4 3 0,-1 1 0,-3 3 0,0-1 45,5-6 0,2-2-45,-7 10 0,14-6 0,13-13 0,0 1 90,26-3-90,-1-11 0,-2-1 0,1-1 0,7-3 0,7-6-180,-17 3-1709,-8 0 1889,1-1 0,-16 2 0,-4 1 0</inkml:trace>
  <inkml:trace contextRef="#ctx0" brushRef="#br0" timeOffset="8951">19755 11385 9332,'-26'-35'269,"6"13"1,0 0 0,-10-2-180,6 10 0,-1 2-90,-2 6 90,1 13 0,-1 8-45,-1 16 0,2 6-45,-3-1 0,2 5 22,9-1 1,1 7-1,2 1 1,3-6-803,0 3 0,4 1 802,3-9 1,1 5-1,2 0 1,5-3 7,9 4 0,6-3 0,0-3-30,-2 7 0,5-1 22,0-10 1,5 2-1,2-1 1,2-6-349,5-6 0,1-6 1,3-1 325,4 3 0,2-1 0,3-6-87,-5-6 0,2-3 0,0-5 1,-2-3 220,-5-5 1,-1-4 0,-2-2 0,-1-3-45,2-1 0,-1-2 0,-2-3 0,-3-5 0,-5-3 0,-3-4 0,-2-3 0,-2 0 0,-3 2-60,2-9 0,-4 2 0,-7-5 15,-7 10 0,-3-4 0,-4-2 0,-2 0 0,-2 3 0,-2 6-23,-4 0 1,-3 6-1,-3 1 1,-4 0-380,0 3 1,-5-1 0,-2 0 0,-1 2-1,2 3 1,1 4 356,-7-2 0,1 6 0,-3 5 0,2 4 0,-3 2 0,0 5 0,3 6-68,4 8 1,2 7 0,1 2 0,3-2-203,-4 1 0,3 0 0,0 4 270,-1 8 0,-1 6 0,3 1 0,7-4 0,5 2 0,6 0 0,3-6 0,1 0 0,0 0 0</inkml:trace>
  <inkml:trace contextRef="#ctx0" brushRef="#br0" timeOffset="9984">20079 15532 10231,'-9'-11'720,"-1"-5"-271,3 5-89,-1-5-90,14 4-90,28-3-90,13 3-45,-12 6 0,0 2-45,6 0 0,-3 6 90,-24 13-90,-13 4 90,-12 19-90,-10-6 0,0 8 0,12-20 0,8 4 0,20 3 0,-2-5 0,2 1 0,0 1-90,2 3 0,3 16 90,-17-23 0,-12 7 0,-16-8 0,-6-2 0,-14 10-225,-1-3 0,-2-2-1124,1-4 1349,1-2 0,26-14 0,11-5 0</inkml:trace>
  <inkml:trace contextRef="#ctx0" brushRef="#br0" timeOffset="10584">20082 15245 9961,'-27'-22'360,"-7"-1"0,-8-3-180,17 15 0,-2 3-45,2 6 0,0 6-46,-13 17 1,2 12-60,12-1 0,3 5 0,2 3-182,3-6 1,0 2 0,3 2 0,2 1 169,4 1 0,3 2 0,1 1 0,2-2 0,0-2-344,0 3 1,1-2 0,4 1 347,3 3 1,3 2 0,3 0-1,2-5-22,3-7 0,2-5 0,4 1-93,3 1 1,3 1-1,3-2 1,1-4 114,0-6 1,1-3-1,2-4 1,2-2 44,8-4 1,2-5-1,1-3 1,-2-4-248,-6-3 0,-2-3 1,0-4-1,-1-3 252,-4-2 0,1-4 0,-1-1 0,-2-3 0,-3 1-27,-1-4 0,-2-2 0,-3-1 0,-3-3 9,-3-1 0,-1-3 0,-3-2 0,-3 0 0,-4 1 35,-5 1 1,-3 0 0,-3 0 0,-3 1 0,-1 0-36,-2 0 0,-2 0 0,-3 0 0,-1 2 0,0 3-32,-2-2 1,-1 3 0,-2 2-1,-4 3 0,-8 1 1,-6 3 0,-2 4-1,1 4-332,-8 5 1,-1 5 0,1 1 339,0-5 0,1 0 0,-3 6-84,10 7 0,-4 3 0,0 3 0,2 2 0,5 1-209,2 4 0,4 2 0,0 4-557,-1 0 1,-2 4 0,2 1 0,6-2 450,1 9 1,9 0 0,11 3-1,7-3 1,12 1 0</inkml:trace>
  <inkml:trace contextRef="#ctx0" brushRef="#br0" timeOffset="10817">21000 15570 11670,'-2'-15'1979,"-2"1"-1709,0-3-3547,0 5 2499,-6 8 1,-5 4 0,-8 5 0</inkml:trace>
  <inkml:trace contextRef="#ctx0" brushRef="#br0" timeOffset="23417">23901 8306 9512,'-4'-11'989,"-1"0"-269,1 3-1,-2-2 1,2 2-720,2 13 180,2 19-90,2 16-45,0-11 0,0 0 45,1 7-90,6 8 179,6-24-89,15-10-45,7-23 0,3-10 0,-14 8 0,1-3-278,5-6 0,2-5 0,0-1 263,0-4 0,0-2 0,-3 3-30,-7 9 0,-1 2 0,1-3 22,3-4 1,3-3 0,-1 0-1,-3 5-337,-1-1 1,-1 4-406,1-4 0,-2 3 720,5-4 0,-21 22 0,-5 6 0</inkml:trace>
  <inkml:trace contextRef="#ctx0" brushRef="#br0" timeOffset="31084">22681 16908 7623,'-9'-2'719,"-6"-1"91,-1 1-271,-4-1 991,2 2-1081,35-1-44,24 0 0,15-1-248,-13 1 1,3 0-1,4 0 1,4 0-457,-14 1 0,4 0 1,1 0-1,3-1 1,0 1-1,1 0 1,-1 0-1,-1 0 344,1 0 0,-1 1 0,0-1 0,0 0 0,1 1 0,0-1 0,1 1 0,1 0 0,-3 0 0,0 0 0,2 0 0,1 0 0,-1 1 0,1-1 0,-1 1 0,-1-1 0,-1 1 0,-1 0-12,1 0 1,-1 0 0,-1 0 0,-1 1-1,0-1 1,-1 1 0,-1 0 0,0-1-82,7 1 1,0 0 0,-1 0 0,-1 0 0,-3 0 0,-2 0 159,3 1 1,-2 0-1,-4 0 1,-5-1 21,0 0 1,-7 0 225,6-1-630,-32-7-2428,-2-1-540,-10-3 3238,-2 0 0,-8-4 0,-4-3 0</inkml:trace>
  <inkml:trace contextRef="#ctx0" brushRef="#br0" timeOffset="63967">17240 12888 7982,'1'-15'990,"-1"-5"-900,-2 4 180,0-2 0,1 7-91,0-2-89,4 1 0,3 8-90,3 12 0,-2 0 0,0 13 90,0 7-90,-3-8 0,4 13 0,-1-1 0,1-6 90,3 7-90,3-23 0,21-23 90,-10-2-90,0-3 0,2-5 0,8-10 0,1-3 0,-6 6 0,1-1 0,-4 2 0,1 0 0,-3 2 0,-7 8 0,-2 1-180,10-13 180,-17 20 0,-1 1 0,-3 5 0</inkml:trace>
  <inkml:trace contextRef="#ctx0" brushRef="#br0" timeOffset="64600">17503 12414 8072,'-34'-28'-269,"9"7"269,-10 0 89,-2 9-44,5 10 0,-4 4 15,5 5 0,-1 3 0,-1 3-338,-1 5 1,-1 3-1,0 4 1,2 0 322,0 2 0,2 2 0,1 0 0,0 1-45,-6 5 0,2 0 0,3 3 45,10-5 0,1 3 0,4 1 0,4-2-15,4 0 0,6 0 0,-1 0-30,-3 1 0,0 0 0,6 2 22,8 0 1,5 2-1,3 0 1,2-5-23,4-3 0,3-3 0,4 0 18,-3-2 0,3 2 0,3 0 0,0-3 0,0-3 27,5-2 0,0-4 0,0-2 0,0-2-45,7 4 0,-1-2 0,3-5 89,-2-8 1,4-3 0,-1-4 0,-3-2 30,-2-3 0,-2-3 0,2-4-48,-5 1 0,3-3 0,1-1 0,-2-2 0,-4-2-27,-1-4 0,-2-2 0,-4-2 0,-1-4-170,-5-1 1,-1-4-1,-3-2 1,-2 0 0,-3 0 169,-3-5 0,-5-1 0,-2 1 0,-1 0-355,1 3 1,-2 1 0,-1 1 0,-5-1 331,-4-3 1,-4 0 0,-4 0-1,-3 5 0,-2 7 1,-3 2 0,-3 3-1,-1 0 0,-4-4 1,-2 1 0,-3 2-1,-5 7-142,6 10 0,-3 3 0,-2 3 0,-2 3 0,1 4 1,0 2 119,0 6 0,-1 5 0,0 3 0,1 3 0,0 0 0,1 0 0,2-2 0,2 1 0,-1 0 0,2 1 0,0 2 0,1 1 0,3 5 0,0 0 0,0 0 0,0 1 0,0-1 0,0 0 0</inkml:trace>
  <inkml:trace contextRef="#ctx0" brushRef="#br0" timeOffset="74634">2556 6164 8522,'1'-17'1080,"-1"7"-811,1-3 541,1 5-360,-1 1-91,0-2-269,2 14 0,1 14 0,1 13 0,0 7-60,-1-6 0,-2 3 0,1 2-594,-1 9 0,0 4 0,-1-2 564,0-10 0,-1-1 0,0 2 45,-2 4 0,-1 4 0,0 0 0,0-3-232,0-5 1,0-3-1,0 4 209,0 6 1,0 5-1,-1 0 1,1-5 7,1-5 0,-1-3 0,1-1 0,0 2 0,0-2 0,0-3 60,1-5 0,0-4 0,0 10 180,-1-12 90,2-12 89,-1 0-449,28-7 0,19-5 0,-7-1 0,8 0 0,-2-1 390,1 2 1,4 0-391,-11 0 0,6 1 0,2-1 0,1 1 0,-2 1-163,-3 0 0,-1 0 0,1 0 0,1 1 0,3 0 151,-6 0 1,3-1 0,1 1 0,1 0-1,1 1 1,1-1 0,0 0 0,-2 1-231,3 0 1,0 0 0,1 0 0,-1 0 0,1 1 0,-1-1 0,0 0 0,-1 1 241,-2-1 0,-1 0 0,0 0 0,0 0 0,-1 1 0,1-1 0,-1 0 0,0 1 0,5 0 0,1 0 0,0 0 0,-1 0 0,-2 0 0,-2 0 0,-4-1 0,2 1 0,-5-1 0,-1-1 0,2 1 0,6 1 0,2 0 0,-2 0 0,-6-1-53,-1 0 1,-3-1 52,3 1 0,-1-1 284,-3 1 0,-3-1-284,-4-1 0,8 0 0,-19-1 1224,-1-2-1224,-5 2 2610,3-1-2610,1 1 188,-4 0-188,0 0 0,-5 0 0,0 1 810,2-1-720,-3-3-1,-3-6 1,-2-7 0,-1-20-45,2 7 0,1-1-45,0 2 0,0-1-185,2-8 1,2-6 0,0-1 184,2 3 0,0-2 0,1-1 0,1-3-383,-2 4 1,0-2 0,1-2 0,0 0 0,0-1 0,0 0 367,0 0 0,1-1 0,-1 0 0,1 0 0,0 0 0,-1-1 2,0 5 0,0-1 0,-1 0 1,1-1-1,-1 2 0,0 0 0,0 3-483,-1-4 0,1 1 1,-2 1-1,1 2 0,-1 1 473,1 0 1,0 0 0,-1 3-1,-1 1 23,1-5 0,-2 3 0,0 4-317,-1 6 1,-1 3 316,1-1 0,0 0 255,-2-17-345,0 17 1298,-2-4-1298,0 10 2934,-1 6-2934,-2 9 1202,-4 4-1112,-5 3-90,-6 7 90,-4 0 0,-10 7 0,11-6 0,-13 4 0,1-3 0,-3 1 0,4-3 0,-4 1-297,1-1 1,-6 0-1,-3 2 1,-1-1 0,2-2 296,-1 0 0,2-1 0,-1-1 0,-5 1-415,7-1 1,-3 1-1,-4 0 1,0 0 0,1-1-1,2 1 1,4-2 414,-9 1 0,5-1 0,0-1 0,-2 1 0,7 0 0,-1-1 0,-2 1 0,0 0 0,1 0 0,0 0-370,-6 1 0,0-1 0,1 1 0,1-1 0,2 1 370,1-1 0,4-1 0,-1 1 0,-4 1-131,1-1 0,-4 1 1,-2 1-1,0-1 1,1 1-1,4-1 131,2-1 0,3 1 0,1-1 0,0 0 0,-2 1-14,-4 0 0,-2 1 0,0 0 0,-1-1 0,0 1 14,4 0 0,-2-1 0,1 1 0,0 0 0,2-1 0,5 0 0,-11 1 0,5 0 0,0 0 0,-3 0 0,-1 0 0,7 0 0,7-2 0,5 0 0,-19 3 758,22-5 1,3 1-849,-2-1 1909,5 1-3438,0 1 2432,12 0-4090,3-1 3639,3 1 0,2-3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16:52.59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6377 8790 10681,'0'-10'809,"0"1"-629,3 1 0,2 5 90,6 4 90,1 9-90,4 7-90,-3 10-90,-3-2 0,1 3-1,1-14 1,24-23-90,-9-5 60,-3-3 0,3-6 0,1-2-30,2-4 0,2-4 0,0-1-483,-4 5 0,2-2 1,0 0-1,1-1-203,-1 2 1,1-3-1,0 1 1,-1 1 0,-2 3 367,1-3 1,-2 2-1,0 2 1,2-1 0,0 0-1,-4 5 1,4-2-1</inkml:trace>
  <inkml:trace contextRef="#ctx0" brushRef="#br0" timeOffset="2134">4571 8782 10681,'-1'-19'540,"1"4"-181,8-7-359,-1 10 270,15-10-180,9 5 0,7 1-90,-4 4 90,1 17 0,-25 16-45,-9 3 0,-7 5-45,-7 0 0,-6 3 0,-2 0 0,-3 3 0,-1 0 0,-1 1-964,0 0 1,-1-1 0,3-2 963,-3 0 0,4-4-45,8-6 0,5-2 45,7 3-89,4 1-271,22-10-450,17-20-359,6-12-90,-8-1 1259,-6-7 0,-14 8 0,4-8 0</inkml:trace>
  <inkml:trace contextRef="#ctx0" brushRef="#br0" timeOffset="2601">4873 8789 9691,'-1'-20'1260,"0"8"-900,-1-4 269,1 7-359,-1 2-90,-6 13-90,-1 13-90,-2 6 90,0 21 0,8-1-90,3-16 0,1 0 0,4-3 0,4-3 90,19 11-90,5-22 0,-3-10 0,7-20 90,-8-19-90,-14 14 0,-2-4 0,-6-14 0,-5 0 0,-2 16 0,-2 0 0,-8-8 0,-4 1-180,-17-1 0,8 9-540,-23 9-2557,11 37 3087,4-4 0,12 0 0,3 3 0,2 5 0</inkml:trace>
  <inkml:trace contextRef="#ctx0" brushRef="#br0" timeOffset="4284">6387 11281 10951,'-2'3'1619,"-2"5"-1439,-13 31-135,3-8 0,-1 1-45,5-8 0,0 0 45,-7 13 0,0-1-45,-2 1 0,-2 6 90,9-18-180,0 3 90,15-24 90,3 0-90,13-16 0,-3 1-90,6-4-90,3 5 0,3-2 0,6 1 180,-15 5-180,7-1 180,-15 3-90,16-11 0,-12 2 90,4-10 0,-9 5 90,-4 2-90,-9 34 0,0 16 0,-2 12 0,1 7 0,2-11 0,1 2 0,1-4 0,0 2 0,0-5 0,0-7 0,1-3 0,2 7 0,1-4-1439,5-7-1709,4-5 3148,-1-12 0,2-20 0,-3-2 0</inkml:trace>
  <inkml:trace contextRef="#ctx0" brushRef="#br0" timeOffset="4700">6756 11484 11041,'-1'-12'1529,"-3"10"-1349,0 8 90,-7 18-136,3 3 1,0 4-45,2 4 0,1 3-30,2-3 0,0 2 0,3-2-15,3 6 0,5-4 0,4-2 0,6-8-45,16-10 45,-9-24 0,-1-7-45,7-12 0,-11-11 0,-6-6 45,-13-2 0,-7-1-133,2 12 1,-2-2 0,-4 1 117,-6-4 0,-5 1 0,0 4-30,1 5 0,-3 4-45,-8 2 0,0 10-1125,1 21 1170,5 19 0,16 3 0,16 9 0</inkml:trace>
  <inkml:trace contextRef="#ctx0" brushRef="#br0" timeOffset="4984">7331 11690 11940,'-7'2'-820,"-1"1"1,4 3 0,-2-2 0</inkml:trace>
  <inkml:trace contextRef="#ctx0" brushRef="#br0" timeOffset="6434">6186 11459 9961,'2'-8'90,"4"-4"0,-1 5 180,8-8 270,14-12-180,5 1-181,-6 7 1,1 0 0,16-1-90,-9 6 0,-6 17 0,-16 21 0,0 0-60,-14 6 0,-5 9 0,-2 0-314,0-5 1,-3-1 0,0 4 337,-1-2 0,-1 5 0,0 1 0,-1-1 0,1-4-546,-2 4 0,1-3 1,-1 1 551,-4 7 0,-2 2 0,2-5-15,0 1 0,2-4 0,4-9 0,0 0-45,-3 9 0,4-4 180,7-3-90,5-1 0,20-12-90,-1-14 790,22-10-745,-10-2 0,1-1-45,11-3 45,-2 1 0,2 0-135,-16 3 0,-1 1 452,2 0 1,1 0-2002,-1-1 1,-2 1 1220,-3 0 1,-5 0-1,-12 3 1</inkml:trace>
  <inkml:trace contextRef="#ctx0" brushRef="#br0" timeOffset="7768">4695 8595 11311,'0'20'314,"-7"8"1,-4 6-225,-1 1 0,-1 4 0,-1 1-1183,-2 6 1,-1 2 0,1-1 357,2-4 1,0-1 0,0-1 764,1 2 0,0-1 0,2-4 44,1-2 0,1-3-29,0 1 0,0-1 459,3-5 0,1-2-414,1-1 0,5-2-90,5-13 0,17-23 0,-7 2 0,11-12 0,-15 14 2841,15-12-2841,2 0 1663,9-6-1573,-1 3-90,-13 9 0,1-2 0,-14 8 0,9-15 0,-12 12 0,0-18-90,-9-2 90,-4-5 0,-4-4-90,0 17 90,3 31-45,6 27 0,5 17 67,-3-15 1,2 3-1,0 2 1,0 2-376,0 0 1,0 1-1,0 1 1,0 2 0,1 0 292,-1-2 0,1 1 0,0 0 0,0 1 0,0-1 0,0-2-498,0 1 0,0 0 1,0-2-1,0 0 0,0-1 558,1 6 0,0-1 0,1-2 0,-1-4 0,0-4 0,1-4 0,-1-2 0,2-3 0,-1 0 0</inkml:trace>
  <inkml:trace contextRef="#ctx0" brushRef="#br0" timeOffset="15500">7221 8929 9152,'-6'-13'2159,"3"3"-630,-5 1-540,4 4-989,12 6 180,25 6-90,3-1-45,-1 0 0,6-2-404,-3-2 1,4-1 0,2 0-1,-2 0 359,2 0 0,-1 0 0,5 1 15,-7-2 0,5 1 0,3 0 0,0 0 0,-2-1 0,-6 1-158,9-1 1,-5 0-1,2 0 143,-4 1 0,3 0 0,-2-1 0,-6 1 0,-2-1 0,-4 0 45,-1 1 0,-5 0-45,0 0 0,-3 0 0,4 1 90,-16-1 1247,5 0-1786,-7-1-1546,-3-2-1282,-7-4 3107,0 2 0,-3-1 0,2 3 0</inkml:trace>
  <inkml:trace contextRef="#ctx0" brushRef="#br0" timeOffset="15951">8477 8815 10411,'-8'-10'810,"-1"-1"-541,5 7 181,0-3-360,11 9 0,7 3 0,11 8-90,4 2 0,-8-5 90,8 3-90,-13-5 90,6 2 0,-12-3-90,-6 1 90,-13 4-90,-12 10 90,1-3-90,-4 3 0,0 1-90,-6 8-495,5-5 0,1-1-404,1 1-1889,2-2 2878,15-17 0,-1 0 0,4-3 0</inkml:trace>
  <inkml:trace contextRef="#ctx0" brushRef="#br0" timeOffset="18334">8187 7348 9602,'-16'-5'899,"-1"0"-719,8 2 270,-7 0-270,6 2-1,-11 1-89,12 1-90,-7 2 90,8-1 0,0 0-90,-1 0 0,4 0 270,1 0-90,20 4 0,14 0-180,7 1 90,4-2 0,5-2-410,-12 0 1,2-1 0,-1 0 319,-1 1 0,0-2 0,3 2 36,0-1 0,5 0 0,1 0 0,-1 0 0,-3 0-248,5 1 0,-4-1 0,4 1 234,4 0 1,5 0 0,-1 0-1,-7 0-22,5 1 0,-5-1 45,-2 1 0,-6-1-299,-4 0 434,-10-1 90,5 1 450,-12-1 529,-3-1-889,5 1 511,-11-1-871,2 0 626,-3 3-626,-2 0 90,-1 17-90,-5 19 30,-2-3 0,-1 7 0,1-2-463,-2 1 0,0 1 433,1-7 0,-1 5 0,0 1 0,0-1 22,1-1 1,-1 0-1,1-1 1,-1-2-23,1 1 0,1-2 0,-1 3 0,0-2 0,1 3 0,-1 2 0,1-1 0,0-3 0,0 6 0,1-3 0,0 1 22,1-5 1,-1 1-1,0 0 1,0 0-23,0 0 0,0 2 0,1-2 0,-1-4 0,1 6 0,-1-2-46,-1 8 0,0-5 136,0 1-90,0 0 0,0-4 90,1-2-180,1-7 180,-2 12-90,3-25 858,-1 0-768,1-6 10,-1-2-10,0 1 0,0-4-90,-3-5 90,-4-3-90,0-2 90,-11-7-90,-1 4 0,-20-1 0,-7 3 0,5 2 0,-5 2 0,14 0 0,-1 1 0,-2 0-855,-9 0 0,-2 0 0,3 0 810,-6 1 0,3-1 45,2 2 0,4-1 45,9-1 0,1 0-90,0 1 0,0-1 45,-1 0 0,0 0 0,4 0 0,2 0 90,-5 0-90,10-1 2655,7 1-2655,7-2 90,-3 1-90,3-2 90,-2 0-90,3-5 89,3-5-89,4-14 0,4-18 0,0 1-341,0 14 1,0-5 0,-1 0 310,1-3 0,-1-2 0,0 1 30,1 1 0,-1 1 0,0-6-36,-2 3 0,0-5 0,-1-3 0,0 1 0,-1 3-9,-1-1 0,0 3 0,-2-1 0,0-4-502,1 2 1,-1-5 0,-1-2 0,1 1 0,-1 1 0,1 5 534,-1-3 1,0 5-1,0 1 1,0-2-7,0 4 0,0-1 0,-1 0 0,1 1 0,1 2-298,1-2 0,0 1 0,1 2 1,0 1 285,-1-1 0,1 2 0,0-2-22,0-14 1,0-2 0,1 8 51,1-3-45,1 19 0,-1 3 45,0 4 546,0 3-816,-1 9 2621,1 1-2710,-1-2-56,-1 3 415,0 2 0,0 0 0,1 4 0</inkml:trace>
  <inkml:trace contextRef="#ctx0" brushRef="#br0" timeOffset="20567">9129 7441 11131,'8'10'269,"5"24"-179,-6-6 0,0 7 0,0 9-910,-5-8 1,-1 5 0,-1 1 0,0-3 204,1-2 1,0-1 0,0 4 650,-2-1 0,0 4 0,-1 2 0,-1 1 0,0-1 54,0-1 1,-2 1 0,0-1-1,-1 1 1,1-1-55,1-3 0,-1 0 0,1 0 0,-1 1 0,0 1-6,0 2 0,0 3 0,0 1 0,-1-1 0,1-3 0,0-4-30,0 5 0,0-6 0,1 1 30,0 5 0,0 0 0,1-7 517,2-12 0,-1-2-547,1 7 0,0-2 0,0 5 180,-1-3 0,1-18 2857,0 4-3037,4-20 1615,2-2-1615,9-11 0,-5 8 0,14-4 0,2 2 0,20-4 0,-8 3 0,7 2 0,5 0-307,-9 2 1,3 0 328,-6 3 1,3-1-1,2 0 1,-1 1-23,-1 1 0,-1 0 0,0 1 0,0 0 0,11 1 0,-1 0 0,-1 0 0,-5 1 0,-1 1 0,-5 0 0,-6 0 0,-1 0 0,2 0 0,-3 1 0,1 1 0,15 1 0,-22-2 0,2-1 0,-13-1 793,4 1-613,-8-1 0,3-3 0,-5-3-180,-1-6 90,-7-12 0,-5-11-90,-3-2 0,0-7 0,1 5 0,1-3 0,0-3-525,1 0 0,0-3 0,0-2 0,2 1 525,1 7 0,0 1 0,1-1 0,1-1 0,1-1-15,0 1 0,1-1 0,1-2 0,1 1 0,0 1 0,0 1 15,1-2 0,1 2 0,0 1 0,1 0 0,0-2-18,2-6 0,0-2 0,1 0 0,0 1 0,0 4-355,0 2 1,1 2-1,-1 2 1,0 1 372,2-5 0,-1 1 0,0 3-45,2-6 0,-1 6 45,0-7 0,-4 21 0,-1 1-90,3-10 0,-4 11 0,-4 15 1806,-7 4-1716,1 6 1874,-15 9-1874,0 1 0,-2-1 0,-2 1 0,-2 0 0,-1-1 0,5-1 0,-2 0 0,-7 1 0,-4 1 0,3-2 0,2-1 0,0 0-109,-15 3 0,-3 1 109,10-3 0,-1-1 0,1 0 0,-7 0 0,-1 0-30,2 0 0,-4 0 0,4-1-105,-2 0 0,4-1-675,2 0 1,4-2-1889,3 1 2698,7-1 0,21 0 0,2-1 0</inkml:trace>
  <inkml:trace contextRef="#ctx0" brushRef="#br0" timeOffset="22100">10263 7549 10141,'0'-17'-180,"1"-2"450,-1 5-180,0-1 540,0 5-360,0 1-1,0 0-89,0 2-90,-2 12 90,-3 39-90,0-1-528,1-3 0,-2 10 0,0 1 528,0-10 0,1 1 0,-1 2 0,0 1-37,0 1 1,0 2 0,0 1 0,0 0 0,0-3-32,0 2 1,-1-2 0,1 0-1,0 3 23,2-8 0,-1 2 0,1 1 0,-1 1 0,2-3 0,-1-4-272,1 13 0,0-5 0,1 4 263,-1-8 0,1 4 0,0 0 0,0-1 0,0-4-6,1 6 0,0-5 0,1-1-30,0 4 0,0-4 45,0-14 0,0-3 225,0 4 179,0-1-449,3-21 1585,-2-9-1585,5-13 1041,-3 8-1041,9-4 0,3 3 0,20-8 0,-9 6 0,19-3 0,-14 6 0,-1 2 0,15-4 0,1 0 0,6 1 0,-6 3 0,2 2-177,-10 0 0,1 1 0,2 1 177,-3 0 0,1 2 0,0-1 0,-4 1 0,8 1 0,-2 0 0,7 2 0,-1 0 0,-17 0 0,-3 0 0,15 1 0,-14-1 0,1 1 90,12 1-90,-8 0 270,8 1-270,-24-4 270,-3 0 800,-4 0-800,-1-1-180,-1-2 90,-4-6-90,-6-13-90,1 3 0,-6-19 45,-1-2 0,1-2-45,1 11 0,0-1-133,-1-7 1,-1-5 0,2-3 87,2 0 0,2-2 0,0-1 0,1-1-259,1 10 1,0 1 0,0-1 0,1-2 0,1-2 277,0 1 0,0-4 1,1-2-1,1 0 0,-1 1 1,1 2-1,-1 4-474,2-6 0,0 4 1,0 1-1,1-2 482,0 4 0,0-2 0,1 0 0,-1 1 0,0 4-12,2-8 0,-1 3 0,-1 2 30,2-7 0,-1 1 0,0 7 0,-1-2 0,0 7-89,2-13 89,-1 0 168,-2 12-258,-3 19 1221,-1 4-1220,-2 5 2520,-2 3-2431,-2 0 0,-6 4 0,-25 1 0,2 1 0,0-1 0,-8 2 0,1-1-30,8 0 0,0 0 0,-3 0-216,-8 1 0,-4 1 1,-2 0-1,3-1 201,6 1 0,2-1 0,0 1 0,1-1 15,-6 2 0,1-1 1,0 1-61,-4 0 0,0 1 0,4 0-135,1 1 0,2-1 135,-1 0 0,1 1-585,0 1 1,5 0-765,7 0 1439,-1 1 0,17-4 0,11-4 0</inkml:trace>
  <inkml:trace contextRef="#ctx0" brushRef="#br0" timeOffset="23701">11401 7392 10231,'-1'-11'1439,"1"2"-1349,4 25-90,-2-4 90,1 20 0,0 5 0,-2 5-403,-2-5 1,-1 12 0,-1 3 0,0-2 402,0-7 0,0-2 0,-1 2 0,0 4-412,0-8 0,0 3 1,0 3-1,0 0 0,0 0 1,0-2-1,0-3 344,-1 8 1,1-2-1,-1-2 1,0 1-5,0-5 0,0 1 0,1 0 0,-1-1 0,0-2-282,0 2 1,0-1 0,1-3 0,-1 0 293,1 0 0,0-1 0,-1 2 30,0 12 0,-1 3 0,2-9 30,2 1 727,2 1-727,3-31 2596,3-11-2596,-1-7 2040,2-7-2130,-3 3 0,2-2 0,-1 6 0,13 0 0,-7 2 0,20 1 0,9 3 0,-14-1 0,4 0 0,2 1 0,2 1 0,2-1 0,4 1 0,1 1 0,1-1-1009,5 0 0,0 1 1,-1 0 1008,-9-2 0,-2 1 0,2 0 29,2 0 1,1 0 0,-1 0-223,-5-1 1,0 1 0,1 0 192,2 0 0,2 0 0,-1 0-22,3 1 0,0 0 0,-3-1 112,3 1 0,-3 0 0,-6 0 0,-2-1 180,13 2 2846,-16 0-2846,-6-3 901,-6 0-811,-3-1-168,-3-3-102,-5-6 0,-1-16-90,-4-5 0,-1-6-45,0-8 0,1-6-775,1 7 1,1-5 0,1-2 0,-1 5 660,0 3 1,1 2 0,0-2 122,1 4 0,1-3 0,1-1 0,0 0 0,0 1-576,2-9 0,0 1 0,1 1 0,-1 1 582,1-1 0,-1 2 0,0-4-101,0 5 1,1-4-1,0-2 1,0 2 0,-1 4 70,1-7 0,0 3 0,-1 0-273,0 9 0,-1-2 1,1 1-1,-1 2 303,1-2 0,-1 1 0,0 4 30,2-5 0,-2 7 1156,1 1-1246,-1 1 1994,-2 6-1994,-3 13 804,1-4-804,-3 6 3335,-8 9-3245,3 1 444,-15 8-444,-10-3 0,5-1 0,-2 0 0,2-1 0,-2-1-334,-12 0 0,-7 0 0,3-1 364,11-1 0,1 0 0,-4 0-30,-5-1 0,-6 0 0,-2 0 0,1-1 0,6 1 30,0 0 0,4 1 0,-3-2-30,3 1 0,-4-1 0,-1 0 0,1 0 0,4 0 0,-6 1 0,4 0 0,0-1 0,-4 1 0,0-1 0,3 0 0,-9 1 0,5-1-135,11 1 0,3 0-405,-2-1 270,0 1-1079,1 3-450,18 3 1799,0 5 0,10 2 0,8 1 0</inkml:trace>
  <inkml:trace contextRef="#ctx0" brushRef="#br0" timeOffset="25617">12962 7241 9781,'-5'-10'360,"-1"11"-270,4 5 180,-7 37-150,4-14 0,-1 6 0,0 1 30,-1 9 0,-1 3 0,0 0-864,1-2 1,0-1 0,-1 5 803,1-8 0,0 4 0,0 0 0,0-1 0,1-6-60,1-2 0,0-5 0,-1 5 24,0 4 0,0 6 0,-2 3 0,2-1 0,0-2-129,0 0 1,1-1-1,0 0 1,1 2 109,0-5 1,0 1 0,0 1 0,0 0 0,0-2-109,1 7 1,-1-1-1,1-1 1,1-2 102,0 3 0,1-1 0,0-5 48,1-2 1,0-4 100,0-9 1,0-4 1837,0 9-1747,-2-18 1486,1-4-1756,4-16 743,7 2-833,1-6 214,17 3-124,5 1 0,1 1 0,-4 0 0,5 1 0,8 2 0,4 0 0,-5 1 0,4 0 0,0 1-820,-8 0 1,1 0 0,0 1 0,-2-1 780,2 1 1,-1 1 0,1-1 38,9 3 0,3 0 0,-6 0 0,-8-1 0,-1 0 0,10 2 0,4 0 0,-4 0 45,-9-1 0,-1-1-45,9 2 0,-2-1 0,2-1 0,-14-2 0,-6-1 3276,-9 0-3160,1-1-116,3 2 180,-11-2-90,4 0-90,-8-2 180,-4-22-180,-5-12 0,2 5 0,0-5 0,1-2-486,1-3 0,1-2 0,2-5 450,1 4 0,1-6 0,0-1 0,1 1 1,0 4-316,-1 3 0,1 4 0,0 0 0,1-2 351,0-2 0,2-3 0,0 0 0,0 0 0,0 2-45,1-5 0,0 1 0,0 1 0,-1 3 45,1 0 0,-1 2 0,0-3-18,-2 4 0,2-4 0,-1-1 0,-1 2 0,-1 5-81,-2-1 1,0 5 0,-1 0 98,1-5 0,0-1 0,-1 2-45,0-9 0,-2 7 45,-1 6-90,1 4 0,-1 19 1120,0 1-1120,0 1 1576,-1 5-1486,-2 0 281,-5 1-281,0 1 0,-11-1 0,-14-2 0,-15-3 0,15 4 0,-4 0 0,2-1-285,2 1 0,-2 0 255,-7-1 0,-4 0 0,5 0 30,11 2 0,-2 0 0,-5-1 0,-8-1 0,-2 0 0,3 0 0,-1 1 0,2-1 0,-3 0-207,6 1 1,-3-1 0,-2 0-1,1 1 1,3-1 206,-1 2 0,2-1 0,2 1 0,1 0 0,-3-1 0,3 0 0,1 1-45,-14-1 0,5 2-45,-3 2 0,3-1-270,6 4-719,17 4 1079,3 5 0,9 0 0,11 2 0</inkml:trace>
  <inkml:trace contextRef="#ctx0" brushRef="#br0" timeOffset="28734">14354 7465 9691,'-1'-12'450,"1"3"-90,1 2 90,0 0-1,-1 1 361,1-2-630,-2 22-135,0 10 0,-2 8 0,0 16 0,0 3-566,0-3 0,-1 2 566,1-12 0,0 2 0,0 2 0,0 1 45,0 2 0,-1 0 0,1 2 0,-1 2-60,1-10 0,0 2 0,0 1 0,0 1 0,-1 0 0,1-1-419,0 1 1,-1 0-1,1 1 1,0-1-1,-1-2 1,1-1 388,0 6 0,0-2 0,0-2 0,-1 0 22,1-2 1,0-1-1,0-1 1,0-3-255,-2 12 1,0-3 231,1 1 0,0 0 45,-2-1 0,1-2 0,2-15 0,-1 0 330,0 2 1,0 1-286,-3 19 2497,3-19-2497,1-11 767,1-9-857,1-1 0,0-3 0,0 0 90,-1 0-180,8-6 90,-1-1 0,20-7 0,-7 3 90,20-3-90,7 3 0,7 0 0,-19 2 0,1 1 0,3 0-820,8 0 1,5 0 0,0 0 0,-5 0 750,-7 1 1,-3 1 0,2 0 68,2 0 0,3 1 0,-1 0 0,-2 0-136,-4 0 1,-2-1 0,2 1 135,2 0 0,3 1 0,1-1 0,-2 1 0,9-1 0,-2 1 0,0 0 0,-2-1 0,0 1 0,-2 0 0,6 0 0,-3 0 0,-2-1 0,-5 0 0,7 1 0,5 0 0,-33-1 0,4 0 0,-7 0 3192,-3 0-3102,2 0 786,-6-1-606,0-2-91,1-5 1,1-12-90,0-11-45,-4-2 0,-1-1-45,2-15-174,-4 14 1,-1-5 0,0 0 202,-1 2 1,-2 1 0,1-5-291,-1 4 1,0-3 0,1-2-1,-1-2 1,2 0 260,0 2 0,1-2 0,0 0 0,1-1 0,0 0 0,0-1-228,1 3 0,0 0 0,0 0 1,1-1-1,0 0 0,0 1 1,1 0 227,0-3 0,2 0 0,0 0 0,0 1 0,0 1 0,1 0 0,2-5 0,0 1 0,0 0 0,0 2 0,-1 4-128,2-9 1,0 5 0,-1 2 127,-2 7 0,0 1 0,-2 4 175,0 1 0,-2 5-265,2-6 1155,-4 14-1065,0 6 1767,-1 2-1767,-1 4 347,1-2-347,0-2 0,1-2 0,-2-2 0,1 1-90,-2-2 1,-1 6 89,-4 7 0,-3 8 0,-5 7 0,-8 5 0,-12 1 0,3-8 0,-4-1 0,-7-1 0,-6-2-820,12-2 1,-3-2 0,-1 0 0,2 0 780,2-1 1,2 0 0,-3-1 38,0 0 0,-3-1 0,-1 0 0,-1-1-269,-6 0 1,-2-2-1,-1 0 1,1 0 268,4 1 0,1-1 0,-2 0 0,-1 0-103,6 0 0,-3 0 0,-1 0 0,0 0 0,3 0 0,2 0 103,0 0 0,3-1 0,2 1 0,0 0 0,-10-1 0,1 0 0,5 0-90,7 1 1,4 0-181,-15 0 2194,20 4-3813,10 5-994,0 2 2883,8 1 0,4-4 0,1-2 0</inkml:trace>
  <inkml:trace contextRef="#ctx0" brushRef="#br0" timeOffset="30151">6292 10003 10681,'8'-6'1439,"-1"0"-989,-1 2-270,-1 2-90,1 5 0,1 14 0,-3-1 0,1 20-90,-2 0 89,0 5-89,0-7 90,5-10 0,12-22-90,4-2 90,9-16 0,5-9-500,-5-2 1,2-6-1,3-3 428,-9 9 0,3-2 0,0 0 0,0-2 0,-1 1-54,0 0 0,0-2 0,-1 1 0,0 0 1,-2 1-55,2 0 0,-2 0 0,-1 2 0,-2 1-1003,1-1 1,-1 1 0,-6 5 1004,2 0 1,1-4-1,-17 19 1</inkml:trace>
  <inkml:trace contextRef="#ctx0" brushRef="#br0" timeOffset="37634">17825 5488 8072,'-11'0'1260,"23"3"-1080,2-2-1,28 2 1,8-2-90,-20 0 0,3-2-549,2 1 0,7-1 0,4 0 0,2-1 0,0 1 504,-7-1 0,2 1 0,0-1 0,1 0 0,-1 0 0,1 0-390,-2 0 0,-2 1 0,1-1 1,1 0-1,3 1 0,4-1 367,-8 1 1,2-1-1,3 1 1,2-1-1,1 1 1,2 0-1,0-1 1,0 1 0,0 0-1,-1 0 1,-2 0-1,-2 0-196,2 0 0,-3 1 1,0-1-1,-1 1 0,-1 0 1,1 0-1,1-1 0,1 1 1,2 0-1,3 0 174,-7 0 0,2 0 0,2 0 0,1 0 0,2 0 0,0 0 0,2 0 0,-1 0 0,1 0 0,-1 0 0,0 0 0,-2 0 0,0 0 0,-2 0 0,-2 1 0,-3-1-114,8 0 1,-2 0 0,-3 1 0,-1-1 0,-1 1 0,0-1-1,-1 1 1,2-1 0,1 1 0,2 0 113,-2 0 0,3 0 0,1 0 0,1 0 0,0 0 0,0 1 0,0-1 0,-1 1 0,-1-1 0,-2 0 0,-2 1 0,-4-1 6,15 1 0,-6-1 1,-2 1-1,-1 0 1,0 0-1,3-1 19,-2 1 1,2 0 0,0-1 0,1 1 0,-2 0-1,-2 0 1,-2-1 28,0 1 0,-3-1 0,-1 1 0,-2-1 0,-2 1 216,9-1 0,-3 0 0,-7 0 1376,4 1-1421,-12-2 0,-2 1 1654,-2 0-1789,-4 0 2585,-8 2-3394,-1 3 1712,-7-1-4270,-8 1 3062,-1-3 0,-7-1 0,4-1 0</inkml:trace>
  <inkml:trace contextRef="#ctx0" brushRef="#br0" timeOffset="41334">16197 7320 6993,'5'-11'1349,"1"-1"-539,-1 0-91,-2 0-359,-1 2-270,-8 20-45,0 15 0,0 10 22,-2 3 1,-1 9-1,0 3 1,-1 0-541,1-5 1,1 0-1,-2 2 1,1 1-1,-1 3 495,1-8 1,0 3-1,0 2 1,-1 0-1,0 1 1,1 0 0,0-2-1,0-2-7,-1 6 0,1-3 0,0 0 0,0-1 0,0 2 0,0 1 7,1-6 1,-1 3-1,1 0 1,-1 1-1,1-1 1,0-1-1,1-3 1,1-2-1,-2 11 1,1-4-1,1-1 1,0 2-5,1-1 0,-1 4 0,0 0 0,1-4 0,1-6 5,-2 9 1,2-6 6,1-8 0,0 0 0,1-5 60,-2 7 0,3-14 0,2-14-90,2-8 0,1-3 90,2-3 2349,2-5-2439,6 0 56,16-2-56,16 3 0,1 3 0,5 1-319,-17 1 1,2 1 0,4-1 318,4 1 0,6 1 0,0-1 0,-5 0-531,-6 1 1,-3-1-1,2 1 531,0 0 0,3 0 0,0 1 0,-4-1 0,1 0 0,-3 0 0,-2 1 0,4-1 0,1 0 0,-4 1 0,1-1 0,-5-1 0,8 1 90,3-2 0,-9 0 792,-14 0-792,-5 1 1845,-4-3-1755,-10-8-90,-6-15 0,-11-20-90,9 18 0,1-5 0,0-1-1093,1-6 1,1-3 0,1 0 1103,0 5 0,0 1 0,2-3-34,2-3 1,1-3-1,1-1 1,1-1-249,0 6 1,0 1 0,0-1-1,1-2 1,0 0 255,-1 0 0,0-2 0,0 0 0,0-1 0,0-1 0,-1 1 15,1-2 0,1 0 0,-1-2 0,-1 2 0,1 2 0,-1 2-23,1-6 1,-1 3-1,0 1 1,-1 2 22,-1 2 0,-1 0 0,1 3 0,-1 4 0,-1-6 0,0 4 0,0-1 0,0 1-45,0 9 0,0 3-45,1 2-90,0 0 180,-4 17 2681,1 12-2681,-2 5 2005,-2 5-2005,-7-3 0,-17 4 0,8-7 0,-2-2 0,-20 4 0,12-6 0,-5 1 0,1-2 0,0 1 0,-3 0-36,6-2 0,-5 2 0,-4-1 0,2 1 0,2-1-320,-7 1 1,3 0-1,-2 1 63,2-1 1,-2 1 0,0 0 0,7 1-1238,-6 2 1,7 1 1529,10-3 0,7 2 0,16 5 0,10-4 0</inkml:trace>
  <inkml:trace contextRef="#ctx0" brushRef="#br0" timeOffset="42801">17068 7623 9152,'2'-29'180,"0"1"0,-1 12-90,1 3-90,5 19 269,1 43-179,-4-5 0,-1 9-661,-3-14 1,-1 7 0,-2 2-1,1 0 1,0-4 592,0-4 1,1-3-1,-1 1 1,-1 5 28,0-5 0,-1 4 1,0 3-1,-1 0 1,1 0-1,-1-1 1,1-3-319,0 4 1,-1-2 0,1-1-1,0 0 1,-1 1 296,1-1 0,-1 1 0,0 0 0,0 1 0,1 0 0,-1-1-106,1 0 1,-1 1 0,1 0 0,0-1 0,-1-1-1,2-3 98,-2 9 1,0-3 0,1-1-1,0-2-13,0 6 0,1-2 0,0-3 36,0 4 0,1-5 2344,2 3-2299,0-14 2279,2-16-2459,3-13 1326,-3-4-1236,10-6 144,2 3-144,21 0 0,11 3 0,-1 0 0,-13 0 0,4 1 0,0-1-454,-4 0 1,1-1-1,3 1 431,3-1 1,4 0-1,2 0 1,0 0 22,-5 1 0,1-1 0,0 0 0,1 1 0,-1 0 0,8-1 0,1 1 0,-2 0 0,0 0-736,-4 0 1,0 0 0,-2 1 0,-3 0 735,-2 0 0,-3 0 0,-3 1 0,4 0 0,-7 0 0,-3 0 0,17 0 0,-23 0 910,3 0-910,-11 0 3276,-1 0-3070,-5-2-206,-3-3 90,-4-6-90,-4-15 0,-2-15 0,3-5 0,1-3 0,1 16 0,1 0-108,1-6 1,1-4-1,1-3 85,2 2 1,3-2-1,0-2 1,0-1-388,-1 8 1,1-1 0,0 0 0,0-2 0,1-3 396,-1 2 0,0-3 0,1-2 1,-1 0-1,1-1 0,0 1 1,0 2-423,0-2 0,0 1 1,0 0-1,1 1 1,-2 1-1,1 1 417,0-2 0,-1 2 0,0 1 0,-1 0 0,2-2 3,-2 5 0,1-2 0,0-1 0,0 1 0,0 4 0,-1 4-196,1-4 0,-1 5 1,0-2 210,2-11 0,0-2 0,-1 5 75,-1 5 1,-1 5-166,0-11 1243,1-2-1243,-3 19 3074,-3 15-2984,-5 14 1140,-1 2-1140,-5 6 0,0 1 0,-9 1 0,-7-2 0,-1-4 0,-3-1 0,-10 0 0,-5-1-281,11-1 1,-4 0-1,-3 0 1,0-1-1,1 1 281,2 0 0,1-1 0,0 1 0,-1-1 0,-3 1-200,3 0 0,-3 0 1,-2 0-1,0 0 1,1 1-1,0-1 1,3 1 199,-6 0 0,3 0 0,0 0 0,0 1 0,-1 0-36,-5 2 0,-2 0 0,0 1 0,3 0 0,4 0 6,-1-1 0,5 1 0,0 1-210,-8 2 0,0 2 0,8 1-974,17 0 0,4 0 1214,-22 14 0,29 1 0,19-8 0</inkml:trace>
  <inkml:trace contextRef="#ctx0" brushRef="#br0" timeOffset="44384">18579 7398 8612,'1'-19'540,"0"6"-90,1 0-450,-6 15 179,-5 29-89,-1 7 0,0 4-90,2-6 0,-1 4-304,2-2 0,-1 7 1,0 3-1,0 1 0,1-2 340,1-6 0,0-1 0,1 0 0,-1 2 0,0 4-353,0-5 1,0 5 0,0 1 0,-1 2 0,0 0 0,1 0 0,0-3 0,0-4 316,0 8 0,0-4 0,0-2 0,1 1 0,-1 1 15,1-3 0,-1 1 0,1 1 0,-1-1 0,1-1 0,0-2-439,-1 7 1,1-1 0,0-2 0,0-3 423,0 1 0,1-3 0,-1 2-5,0 0 1,0 3 0,0-1-1,1-3 35,0-4 0,1-2 0,0-3 15,-1 8 0,1 0 388,-1 7 1,1-5-344,1-9 2204,2-11-2204,2-12 3186,4-11-3257,-2-1 273,5-8-292,-6 5 0,12-8 0,0 5 0,27-6 0,-15 8 0,4 0-30,5 0 0,4 0 0,-2 1-376,0-1 1,2 1 405,-5 2 0,4 0 0,2 0 0,-1 1 0,-2 1 0,0 0 0,1 2 0,0-1 0,3 0 0,2 0 0,0 1 0,1 0 0,-4 1 0,3 0 0,0 0 0,-2 0 0,-2 1 30,10 1 0,-4 1 0,-2 0-30,-5-1 0,-1 0 0,-3 0 90,3 1 0,-6-1-90,-5-1 180,-3-1 0,-12 0-90,0 0 90,2-1-90,-6-2-90,-6-9 811,-1 2-811,-12-30 0,8 14 0,0-4 0,1-8 0,0-5 0,1-2-1093,2-5 1,0-2 0,2 0 1053,-1 6 1,0 0 0,1-3 20,1 9 0,1-3 0,0-1 0,1-1 0,0 0-454,2-1 0,-1-2 1,2 1-1,-1-1 1,0 1 471,-1-1 0,0-1 0,0 1 0,0 0 0,1 0-229,0 0 1,0-1 0,0 0 0,0 2 0,-1 3 205,-1 1 1,0 2-1,-2 2 1,1 0-8,1-6 0,-1 1 0,0 1 30,0 2 0,-1 0 0,0-1-23,1 0 1,-1-3-1,1 1 1,-1 1-358,0-1 0,0 1 1,-1 0 379,1 0 0,0-1 0,0 1-30,-2 0 0,0 1 0,-1 6 1169,-1-6-1184,-1 6 0,0 2 1658,-2 8-1613,-6 2 1616,0 21-1616,-12 11 3276,6 1-3160,-5 2-116,10-6 0,-3 1 0,-6 1 0,-22 4 45,10-6 0,-5 1-45,-3-2 0,-5 0 0,1-1-318,-2 1 1,-3-1 317,5-2 0,-6 1 0,-2-1 0,1 0-307,10-1 1,1-1-1,-1-1 1,-1 1-1,0-1 325,-6 1 0,0 0 0,-2 0 0,0 0 0,-2-1-400,9 0 0,-3 0 0,-1-1 0,1 1 0,0-1 0,3 1 0,3-1 382,-7 0 0,5 1 0,1-1 0,-1 0-23,-5-1 1,-1 0 0,1 0 0,7 1-764,-3 0 0,7 1 606,7-1 0,2 1-2571,-17 2 2751,47 4 0,9 1 0,14 2 0</inkml:trace>
  <inkml:trace contextRef="#ctx0" brushRef="#br0" timeOffset="45934">19989 7341 8612,'0'-20'0,"-1"5"90,0-1 90,1 6 90,0-5-180,3 26 0,-2-3 29,-1 23 1,1 15 0,-1-4-75,-1-11 0,-1 1-332,1 3 1,-1 7 0,0 4-1,-1 2 1,0-2 394,-2 2 0,0 1 0,0 0 0,-1 2 0,0 0-525,1-4 1,0 2-1,-1 1 1,1 0-1,-1 0 1,1-2 431,0-2 0,-1-1 0,1-1 0,0 1 0,-1-1 0,1 1 30,-1-1 0,0 1 0,0 0 0,-1-1 0,1-1 0,0-2-214,-1 1 0,0-3 0,0 0 1,-1 0-1,1 0 223,0 4 0,-1 0 0,1 1 0,-1-1 0,1-1-51,-1-1 0,0 1 0,0-2 1,1-1-1,1-3 57,0 5 0,0-4 0,2-2-15,-2 8 0,2-6-45,2 2 1020,0-12-840,2-14 2508,0 2-2688,6-11 2078,-2-1-2078,10-9 592,-7 3-592,9 0 0,18 0-90,6 0 90,3 1 0,5 1 0,0 0 0,2 0-820,-13 0 1,4 0 0,-1 0 0,-3 0 780,-2 0 1,-3 1 0,2 0 38,9-2 0,2 0 0,-1 0-507,-6 1 1,0 1 0,-2-1 506,4 0 0,1-1-17,1 2 1,3-1 0,-3 1 16,2 0 0,-2 1-45,3-1 0,-1 0 45,-7 0 0,-2 1 0,15-1 2615,-26 0-2615,-1 1 2250,1-1-2250,-13 1 365,6 0-276,-7-2 1,-3-2 0,-4-5-90,-2-8 90,1-20-90,0 3 0,1-5 0,3-2 0,2-5 0,1-2-607,-1 2 0,2-2 0,0-2 0,0-1 607,-1 7 0,1-1 0,0-1 0,0 0 0,0-1-15,-1 5 0,0-1 0,0 0 0,1 0 0,-1-1 0,-1 1-161,1-1 0,-1 0 1,-1 0-1,1-1 0,-1 1 1,0 0 160,-1 0 0,-1 0 0,0 0 0,0 1 0,0-1 0,-1 0 15,1-6 0,0-1 0,-1 0 0,0 2 0,-1 1-23,0-2 1,-2 1-1,0 1 1,0 2-52,-1-6 0,0 2 0,0 4 74,-1 0 0,0 4 0,0 4 0,-1 5-90,1-4 2060,-2 4-1970,1 18 1355,-3 0-1355,-4 10 200,-13-1-290,-5 3 90,0 0 0,-4 0 0,-6-2 0,-6 0 0,8 0 0,-4 0 0,-2-1 0,0 1-361,-3-1 0,0 0 0,-2 0 1,-3 0 347,8 2 0,-4-1 0,-1 0 0,-1 0 0,-1 0 1,2 0-1,2 1-345,-6 0 1,2 1 0,1-1 0,0 1 0,-3 1 102,2 0 0,-3 0 0,0 0 1,1 1-1,2 0 0,5 2 255,-10 2 0,6 1 0,3 1 0,-9 2 0,9 2 0,5 10 0</inkml:trace>
  <inkml:trace contextRef="#ctx0" brushRef="#br0" timeOffset="48468">17176 12420 7623,'0'-10'1889,"0"0"-1799,4 29 89,-3-7 46,2 22 0,0 6-45,-2 6-356,0-13 1,1 5 0,-1 3 310,-1 2 0,1 2 0,-1 2 0,0-3-729,0 1 1,0-1-1,0 5 639,-1-7 0,0 4 0,0 4 0,0 0 0,-1 0 0,0-2 30,0-4 0,0-2 0,-1 0 0,1 0 0,-1 0 0,0 1-45,0 3 0,0 0 0,0 1 0,-1 0 0,1 1 0,-1 1-8,0-6 1,0 2-1,-1 1 1,1 1-1,-1-1 1,0-1-1,0-2 1,1-2-5,-2 6 0,0-3 0,0-2 0,0 0 0,-1 2-4,1-2 1,-1 1 0,0 0 0,0 0 0,1-3 0,-1-3 15,-3 10 0,1-4 0,0-2 0,1-3 0,1-1 0,0-4 15,1-3 0,0-3 135,-1 10 474,5-17-564,6-19 2102,2-5-2192,7-9 0,10 0 0,8 0 0,-4 4 0,4 0 0,9-1 0,6 0 0,-6 3 0,4 1 0,1-1-283,0 2 1,2 0-1,1 0 305,-5 2 1,2 0-1,0 1 1,-3 0-23,2 0 0,-2 1 0,-1 0 0,-3 0 0,-1 1 0,-3-1 45,1 0 0,-5 0 135,4 0 0,-9 0 0,-7 1-180,-8 0 90,0 0 848,-10-5-938,-2-6 0,-4-9 0,3-15 0,4-9 0,1 2 0,2-5-30,-2 14 0,1-1 0,-1-2-226,2-5 1,-1-3 0,1-1 0,-1 1 255,1 1 0,-1 1 0,1 0 0,-1 2 0,1-9 0,0 2 0,0-3 0,0 1 0,-1-2 0,1 0 0,0 2 0,-1 1 0,1 2 0,0-4-231,-2 11 0,1-2 1,0-3-1,-1-1 1,1 2-1,-1 1 231,1 0 0,-1 1 0,0 1 0,1 0 0,-1-2 0,0-4 0,0-2 0,0 1 0,-1 0 0,1 3-55,0 2 1,-1 2 0,0 1-1,0 0 55,0-1 0,1-1 0,-1 1 0,0 4 0,0-10 0,0 3 0,0 0 0,0 3 0,1-4 844,-1 1-934,0 18 1584,-1-1-1494,0 13 285,-1-4-375,0 9 90,0-1 0,-3 5 0,0 1 0,-15 4 0,-12 0 0,6 0 0,-3 0 0,-5 0 0,-4-1 0,-2 0-269,2 0 0,-1 0 0,-3-1 1,0 1 268,-6-1 0,-1 0 0,-1 0 0,0 0 0,0 0 0,0-1 0,1 1 0,0 0 0,5 0 0,1-1 0,1 1 0,3 0-90,2 0 0,3 1 0,1 0-270,-10 1 0,6 2-2917,8 3 3264,19 5 0,18-4 1,8 0-1</inkml:trace>
  <inkml:trace contextRef="#ctx0" brushRef="#br0" timeOffset="50517">18420 12268 9781,'1'-13'-1349,"-1"-2"1169,0 0 450,0 3-180,-2 12 270,-8 34-225,2 4 0,0 9-75,1-6 0,0 3 0,0 4-221,2-6 0,-1 2 0,1 3 0,-1 1 0,1 0 251,0-4 0,1 0 0,0 1 0,0 1 0,-1-1 0,1 1-273,-1 3 1,0 0-1,0 1 1,-1-1-1,1 1 1,0 0 220,1-5 1,0 0-1,-1 0 1,1 0-1,0 0 1,0-1-1,0 0-8,0 2 0,1-1 0,-1 0 0,1 0 0,0-2 0,0 0 6,1 4 0,-1-2 0,1 0 0,0-1 0,0 0-18,2-2 0,0 1 0,0-1 0,1-2 0,0-4-18,0 15 0,0-4 0,3 2 0,-1-3-329,-2-15 1,1-4 328,1 14 45,-2-9 0,0 0-45,0 3 90,-1 6-90,0-14 1026,-1-2-1026,1-14 1415,0 4-1415,-1-6 1015,0 3-1015,-1-1 0,0 1 0,0-4 0,1-3 0,-1 0 540,1 0-360,14-8-180,-6 3 90,23-9-90,6 3 45,-9 2 0,1 1-45,20-2 30,-15 3 0,5 0 0,-3 0-30,-3 2 0,2-1 0,13 0 0,6 0 0,-6 0 0,-14 0 0,0 1 0,1 0 0,3 0 0,-4 0 0,-6 0 0,-2 0 45,4 1 0,-1-1-45,11 0 0,-13 0 0,-10 0 0,2 1 0,-3-2 0,-4 2 90,-2-2 0,-2-2-90,-4 0 0,-3-10 0,-3-7 90,-2-17-180,0 4 90,-1-1 0,-1-6-301,2 1 1,0-3 0,-1-2 300,1 6 0,1-2 0,-1-1 0,1-4-260,1 6 0,0-3 0,1-2 1,0 0-1,1-1 0,1 0 260,1 3 0,1 0 0,0 0 0,1-1 0,1 0 0,0-1 0,0-1-197,0 3 0,1-2 0,0 0 0,0 0 0,1 0 0,0-1 0,0 0 0,1 0 197,1-2 0,0-1 0,1-1 0,1 1 0,-1 0 0,1 0 0,-1 1 0,1 1-13,0 0 0,-1 0 0,1 1 0,0 1 0,0 0 1,0 0-1,0 1 13,2-7 0,0 1 0,0 0 0,0 1 0,0 2 0,-1 2-80,0-3 1,0 3-1,0 3 1,-1 0 79,1-6 0,0 3 0,-1 4 238,-1 2 1,-3 7-329,0 3 1293,-3 6-1293,-5 13 2058,-2 3-2058,-4 8 616,-2 4-526,0 4 0,-4 1 0,4-4 0,-27 8 0,13-8 0,-5 0-30,-8 0 0,-6 1 0,3-1-366,-4 0 0,-1 0 396,-1-2 0,-3 0 0,-2-2 18,11-1 0,-1 0 0,-2-1 0,1 0 0,2 0-41,-1 1 1,2-1 0,0 0-1,-5 1-67,1-1 0,-6 1 0,-2-1 0,0 1 1,5 0-1,5 0-893,0 1 0,6 0 1,0 0 982,-6 0 0,1 0 0,9 1 0,9 2 0,17-3 0</inkml:trace>
  <inkml:trace contextRef="#ctx0" brushRef="#br0" timeOffset="61184">8500 8182 8342,'4'-8'1080,"1"1"-361,-2 0-89,0-1-360,0 0-90,0 0 89,0 4-179,-1-1 0,4-3 0,6-9 0,5-7-45,-3-3 0,0-2-45,6-15 0,-5 7 0,0 0 0,-4 6 0,4-15-90,-9 27 0,-1 2 90,4 26 0,-6 21 0,0-1 0,0 2-90,-1 17 90,-2-10 0,1 2 0,1-7 0,-1-1 45,1 6 0,1 1-90,-1-1 0,1-4-45,0 1-1079,0-2 1169,-5-22 0,-3 0 0,-4-6 0</inkml:trace>
  <inkml:trace contextRef="#ctx0" brushRef="#br0" timeOffset="61384">8548 8367 9602,'-2'11'899,"17"-6"-989,6-5-630,10-3 1,6-3 719,-2 0 0,1 0 0,3-1 0,0-1 0,-3 0 0,0 1 0</inkml:trace>
  <inkml:trace contextRef="#ctx0" brushRef="#br0" timeOffset="62617">8841 7812 8342,'-5'-8'180,"1"1"180,-1-1-180,1 2 0,-1-3 359,-1 0-359,2 3 180,-4-4-180,3 6-90,-3 0 0,-1 6 0,-7 12 0,3-1-45,-3 16 0,0 6-45,6-4 0,1 3 30,1 3 0,-1 4 0,3-3-142,0 1 1,3-2 111,2 9 0,4-1 45,3-7 0,2-2-45,-3-8 0,2 0 90,5 12 0,3-5 90,3-12 90,17-10-270,-16-18 45,3-14 0,-2-8 0,-4-1 0,-3-5-15,0-4 0,1-4 0,-3-1-30,-4-3 0,-2-2 0,-2 0-114,-2 1 0,-1-1 1,-3 2 113,-3 2 0,-3 1 0,-2 5 0,-5-1 0,0 6 0,3 8 0,-2 5 0,-20 1-360,0 22 393,-3 3-933,2 13 1,0 6 899,13-3 0,2 1 0,-7 5 0,2 0 0,13-5 0,0 0 0</inkml:trace>
  <inkml:trace contextRef="#ctx0" brushRef="#br0" timeOffset="63334">9363 8098 9422,'-2'-23'1259,"1"-2"-989,0 11 90,-1-2-181,1 8-89,-3 9-90,1 15 90,3 34-90,2-18 0,2 3 30,3-3 0,1 2 0,2-2-30,2 5 0,2-2 45,6 2 0,2-6 45,15-6-90,5-22 45,-16-20 0,-3-10 0,-3-13 0,-4-6-207,-6 10 1,0-2-1,-4-1 192,-5-8 0,-3-3 0,-4 4 0,0 8 0,-3 2 0,-2 1-30,-1 1 0,-2 0 0,-1 5 0,-3 0 0,-1 8-629,-24 7-541,16 30 1170,11 4 0,3 4 0,0 21 0,9-19 0,-1-1 0</inkml:trace>
  <inkml:trace contextRef="#ctx0" brushRef="#br0" timeOffset="63951">10478 8054 10051,'-2'-20'990,"1"4"-631,0 6-269,-3 16 0,1 20-90,2-1 0,1 3 0,3 8 0,4 1 45,6 7 0,2-2-45,-3-13 0,2-2 45,9 5 0,2-6 45,16-6 45,-8-10 0,3-6 0,4-11 0,0-7-45,-3-6 0,-4-5-45,-4 3 0,-6-4 15,-11-5 0,-6-5 0,-4 1-15,-8-9 0,-7-2-203,0 3 0,-3-3 0,-2 3 158,-1 9 0,-2 2 0,-3 3-60,-2 4 0,-2 3 0,0 7-345,-7 7 0,1 8 225,8 1 1,2 6-1460,-4 17 1,4 3 1465,6 0 1,4-1 0,2 0 0,4 5 0</inkml:trace>
  <inkml:trace contextRef="#ctx0" brushRef="#br0" timeOffset="64517">11773 8057 10771,'5'-20'1259,"-2"-1"-989,-4 15-90,-2-2-90,-2 9 0,-5 20 90,-1 26-180,7-12 0,4 2 30,3-3 0,4 1 0,0-3-30,1 1 0,2-1 45,11 9 0,6-6 0,-4-20 0,3-5-45,8 2 0,3-7 29,-2-9 1,2-7 0,-1-4-30,1-8 0,-3-5 0,-1-4-187,1-3 0,-3-4 1,-7-4 208,-11-2 1,-6-4-1,-6-2 1,-3 5-388,-7 0 0,-5 3 0,-6 1 365,2 6 0,-3 0 0,-4 3 0,-2 9-270,-12 7 0,-4 10 1,0 9-824,1 11 1,1 9 0,1 0 727,8-5 1,1 0 0,2 5 0,-2 11 0,3 5 0,5-3 0,5-1 0,0-1 0</inkml:trace>
  <inkml:trace contextRef="#ctx0" brushRef="#br0" timeOffset="65900">17542 13498 13289,'9'-5'270,"3"-2"-180,6-5-90,9-21 45,-12 11 0,1-2-45,3-8 0,-1-2 135,-3 4 0,0 1-45,-3 3 0,0 3 90,4-10-90,-8 20-90,-4 20 0,-3 2 45,-3 15 0,-2 6-45,1-5 0,-2 3 45,-1 12 0,0 3-45,0 5 0,0 0 0,-1-5 0,2 0 0,0-1 0,0-3 0,0-6 0,0-4-90,1 1-180,1-4-1709,4-14 1979,1-2 0,3-3 0,1-7 0</inkml:trace>
  <inkml:trace contextRef="#ctx0" brushRef="#br0" timeOffset="66134">17600 13850 10861,'-4'12'989,"1"-3"-629,7-1 180,16 1-270,25-3-1845,1-4 1,4-2 1164,-6-1 0,1-1 1,-10 0-1,0-1 1,-2 0-1,0-2 0,0 0 1</inkml:trace>
  <inkml:trace contextRef="#ctx0" brushRef="#br0" timeOffset="66917">18374 13424 11850,'19'-9'720,"-5"2"-540,6 0 0,-2-1-90,1 0 0,7-11-1,-1-10-44,-8 5 0,-1-1 0,-1 0 0,-1 0-45,6-15 0,-4 9 0,-9 17 0,4 4 0,-7 31 45,-4 9 0,-2 5 0,-1 8 0,-1 1-226,-1-4 1,1 0 225,-1 7 0,2-2-45,1-16 0,2-2 0,-2 2 0,2 0 45,1-1 0,1-1-674,5 5-2648,6 0 2702,-2-13 0,-2-13 0,-6-6 0</inkml:trace>
  <inkml:trace contextRef="#ctx0" brushRef="#br0" timeOffset="67117">18437 13822 11490,'5'6'1080,"26"-3"-1440,-5-3 0,5-1 360,6 0 0,6-2 0,-2 0 0,4 0 0,-1 0 0,-7-1 0,0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18:10.01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9389 8297 7982,'-11'-4'810,"3"0"-180,0-1-271,3 2 271,-3-1-630,13-1 270,27 3-225,3-1 0,8 0 0,-6 2 0,5-1 0,1 1 0,-3-1-399,1 1 1,-3 0 0,3-1 375,3 1 1,2 0-1,0 0 1,-1 0 7,6 2 0,-2 0 0,-2 0-30,-11 0 0,-2-1 0,1 1 0,14 1 0,2 0 0,-4-1 44,-2 1 1,-4 0 0,-5 0 0,-1-1 90,5 1 0,-4 0-135,-11-1 180,-2 0-90,-11-1-270,1 0 180,-1 0 0,-5-1 0,-4 1 0</inkml:trace>
  <inkml:trace contextRef="#ctx0" brushRef="#br0" timeOffset="467">10547 8150 9871,'-3'-8'180,"0"2"0,1 1-90,12 2 0,7 8-90,15 6 45,-11 1 0,2 1-45,16 10 45,-15-9 0,-1 0-45,9 5 180,-3-3 270,-14-5-360,-15 4 89,-17 7-134,-4-1 0,-4 3 0,2-1 0,0 1-315,-5 6 1,2 0-1370,9-5 1,2-1 1557,-3 8 1,10-4 0,7-15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18:55.44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3318 8050 7173,'-2'-14'899,"-2"-8"-179,3-3 0,-1-4 179,5 2-269,0 8-271,0 4 271,0 6-360,3 45-180,-2 1 0,0 9-54,-3-9 0,1 7 0,-1 3 0,-1 0 0,1-4-826,0-1 0,0-3 0,-1 0 0,0 5 805,-1-3 0,0 3 0,0 2 0,-1 2 0,0 0 0,-1 0 10,0 0 1,-1 1 0,0 1 0,-1 1-1,0-1 1,0-1 0,1-2-26,0 0 0,-1-3 0,1-1 0,0 1 0,0 2 0,-1 4 16,1-8 0,-1 4 1,1 2-1,-1 2 0,0 1 1,0 0-1,-1 1 1,1-2-1,0-2 0,1-3 1,-1-3-2,0 9 0,-1-5 0,1-2 0,0-1 0,0 2 0,-1 3-4,1-2 0,-1 2 0,1 2 1,-1 0-1,0 0 0,0 0 0,1-3 1,-1-1-250,0 0 0,1-2 1,-1-1-1,0-1 1,1 0-1,-1-1 238,0 5 0,-1-1 0,1 0 0,0-2 0,0 0-9,0 5 0,-1 0 1,1-3-1,1-3 9,0-2 0,1-4 0,0-2 0,0 6 0,1-4 180,0 8-90,1-21 2518,2-6-2519,2-8 2053,10-8-2142,3-4 160,9-3 1,2-1-161,-2 2 0,2-1 0,16-2 0,9-1 0,-5 1-434,-6 1 1,2 0 433,-8 2 0,5-2 0,3 1 0,0 0 0,0 0-338,0 1 0,-1 1 0,2 0 0,-1-1 0,3 1 338,-4 0 0,2 0 0,0 0 0,1 0 0,1 0 0,1 1 0,0-1 0,2 1 0,2 0 0,0 0 0,-1 0 0,-1 0 0,-2 1 0,5 0 0,-1 0 0,-2 0 0,-1 1 0,1 0 0,-1 0 0,1 0 0,0 0 0,-3 1 0,-6 0 0,0 0 0,-5 0 0,-1 0 0,12 1 0,-7 0 90,-11-1 360,9 1-270,-11-2-90,-8 0 800,-4-2-800,-8-3 1756,-2-2-1756,-8-14-90,-7-15 0,-1 0-455,0-6 0,-2-6 455,6 14 0,0-1 0,0 1-396,-1 0 0,1 0 0,0-4 396,0-3 0,-1-4 0,1-3 0,0 0 0,1 3-462,2-2 0,0 3 0,2-1 0,-1-5 462,1 11 0,0-4 0,0-1 0,0-2 0,1-1 0,-1 0 0,1 1 0,1 2-302,1-2 0,0 0 0,1 1 0,0 0 0,0 0 0,1 1 0,-1 1 302,1-3 0,-1 1 0,0 1 0,1 0 0,0-1 0,2-1-13,0 1 0,1-3 0,0 0 0,2 0 0,-1 2 1,-1 2-1,1 5-81,0-11 1,1 6 0,0-7 80,-1 12 0,1-6 0,1-2 0,0-2 0,0 0 1,-1 1-1,0 3 13,0 3 0,-1 1 0,0 1 0,0 1 0,0-1 0,0 0 0,0-4 0,0 1 0,1-2 0,-1 1 0,0 1 0,-1 0-18,1-4 0,-1-1 0,-1 1 0,0 3 0,-1 4 18,0-1 0,-2 5 0,0 3 0,-1-4 0,-1 5 582,-3-12-582,2 28 1169,-3-12-1169,1 17 2888,-8 2-2888,-7 11 1522,-14 8-1522,1 1 0,-3-1 0,-3 0 0,2-1 0,-2 0-1093,-8 0 1,-5 0 0,3-1 1034,0 0 1,0 0 57,8-2 0,-5-1 0,-1 1 0,1-1-311,1 0 0,0-2 1,0 1-1,0 0 288,0 0 1,0 0 0,-1 0-1,-3 0-60,6-1 1,-2 0 0,-3 0 0,2 0 0,2 0-1,5-1-7,-6 1 0,5-1 1,-1 0-301,-10 0 0,-2 1 0,9-1-1319,-1 2-90,19 1 2409,16 4 1,6 2 0,-1 3 0</inkml:trace>
  <inkml:trace contextRef="#ctx0" brushRef="#br0" timeOffset="1700">2227 9416 10861,'0'-22'-270,"1"3"900,1-9-361,-1 13-89,1 2 180,-2 8-270,-2 17 0,-5 13 0,-2 8-45,-3 10 0,-2 6-865,4-14 1,-1 3 0,0 1 0,1-4 810,0-2 1,0-2 0,0 1 38,-2 9 0,-1 1 0,3-6-30,-3 12 45,4-17 0,2 0-45,3-2 0,13-19 0,15-28 0,-3 2 0,12-17 0,-8 10 3276,4 0-3250,7 0-116,-9 14-90,5-1 180,-8 2-90,-3-4 90,-3-5 0,-9-1-90,0 1 0,-6 5 90,-3 30 0,-1 23 0,1 7 0,0 4 0,1-4 0,0 0-210,0-10 0,0 1 0,1-3-465,0-2 1,0-4-675,0 12 1349,0-25 0,-1-14 0,0-2 0</inkml:trace>
  <inkml:trace contextRef="#ctx0" brushRef="#br0" timeOffset="2133">2605 9394 9602,'-16'2'719,"-6"12"-539,7 7 0,1 5-90,-1 6 0,1 4-30,4-1 0,2 3 0,1 1-30,4 0 0,2 1 0,2 0 0,1-5 0,1 1 0,4-3-120,9 13 0,6-9 0,0-19 0,2-7 0,21 0 0,-9-27 0,-2-11 0,-10-4 0,-4-7-326,-6 6 0,-1-4 0,-1-2 0,-4 1 416,-4 0 0,-3-1 0,-2 0 0,-2 0 22,-4-6 1,-2-2-1,-3 2 1,-1 3-23,-1 0 0,-3 3 0,-3 5 68,-11-6 0,-3 16-1058,10 29 1,3 9 989,2 9 0,3 5 0,4 7 0,3 2 0,4-4 0,1 0 0</inkml:trace>
  <inkml:trace contextRef="#ctx0" brushRef="#br0" timeOffset="2933">3717 11975 10051,'-2'-24'1529,"7"2"-1169,27-11-270,-8 19 0,2 2 0,2-1 0,1 2-45,2 3 0,-2 7 45,8 20 0,-24 22-90,-21-4 0,-9 5 0,0-11 0,-3 1 0,0 0 0,-1 1 0,0 0 0,0-2 0,-5 11 0,4-2 0,9-14 0,7-2 0,18 8 0,20-17 0,12-9 0,-11-9 0,1-4 0,-5 0 0,1-2-360,13-6 0,-1-1 0,-14 5 1,-1 0-856,4-3 1,-3 1 1214,-4-1 0,-8 4 0,-9 5 0</inkml:trace>
  <inkml:trace contextRef="#ctx0" brushRef="#br0" timeOffset="3416">4347 11777 10591,'-3'-9'899,"-1"0"-359,-1 3-90,-13 12-90,-12 23-315,10-4 0,0 6 15,6-1 0,1 4 0,3 0-60,2-1 0,3 1 0,3 0-60,3 2 0,3 1 0,3-4 15,6 3 0,6-6-45,6-7 0,5-10 45,0-16 0,-2-9 45,0-6 0,-3-6-45,-1-16 0,-8-7 45,-11 12 0,-5-2 0,-3 0-73,-1 1 0,-3 0 0,-5 2 43,-6 0 0,-4 2 0,-2 5-15,-5 4 0,-1 7-90,2 4 0,1 6-1504,-1 15 1,4 5 1333,6-1 0,-15 19 0,22-13 0</inkml:trace>
  <inkml:trace contextRef="#ctx0" brushRef="#br0" timeOffset="3632">4837 11894 12570,'15'-9'1619,"-4"1"-1619,-3 5 0,-6 2 0,1 0 0</inkml:trace>
  <inkml:trace contextRef="#ctx0" brushRef="#br0" timeOffset="5116">6227 8952 10681,'10'-14'360,"9"-1"-270,-5 7-90,13-1 90,6 5-90,-9 3 90,15 7-1,-30 23-89,-10-2 0,-7 5 0,-7 5 0,-6 4 0,0-2 0,4-9 0,1-1 0,-2 1 0,-2 3 0,-1 3 0,1-2 0,3-4 0,4-3 0,3-1 45,1 9 0,7-2-45,22-7-90,5-15 1,4-5-181,14-3-270,-9-6 0,0-3 540,-5-5 0,-1-3 0,-3 3 0,-2-2 0,4-4 0,0 0 0</inkml:trace>
  <inkml:trace contextRef="#ctx0" brushRef="#br0" timeOffset="5516">6798 9001 10141,'-2'-11'1619,"-1"1"-989,-1 1-90,-8 11-450,5 3 89,-15 21-44,7 2 0,1 2-135,-5 10 90,4 0 0,6 1-90,12-13 0,3-2-90,1 3 0,5-2 45,10-3 0,5-6 45,9-4-45,-5-15 0,1-8 0,4-17 0,-3-8 45,-4 1 0,-4-5-246,-6-2 1,-3-5 0,-7 1 200,-12-5 0,-8 2 45,2 4 0,-8 7-270,-16 12 0,-5 12-270,12 15 1,0 8 539,-4 3 0,-3 5 0,4 2 0,-3 12 0,4 4 0,7-5 0,0 0 0,0 0 0</inkml:trace>
  <inkml:trace contextRef="#ctx0" brushRef="#br0" timeOffset="6233">8152 10792 10681,'-2'-19'-270,"0"7"630,-1-8 0,2 8-91,0-6 181,2 4-360,-5 26 90,-3 23-135,1-2 0,1 4-45,0-2 0,1 1-135,1 8 0,2-3-405,1 5 540,3-18 0,2-3 0,0-10 0,4 0 0</inkml:trace>
  <inkml:trace contextRef="#ctx0" brushRef="#br0" timeOffset="6649">8345 10790 10141,'2'-7'900,"-2"16"-720,-5 23-91,0-3 1,-1 2-45,1 2 0,2 0 0,3 5 0,1-3-45,4 3 0,15-1 90,22-35-90,5-17 180,-11-9 0,-3-7 0,-10-2 0,-5-3-135,-1 4 0,-6-2 135,-13-11 0,-8 2-90,-8 8-90,5 6 0,-4 3-180,-23 8-2879,-8 24 3059,3 3 0,21 3 0,3 2 0,-2 12 0</inkml:trace>
  <inkml:trace contextRef="#ctx0" brushRef="#br0" timeOffset="8299">7743 8395 10501,'-1'-19'-630,"3"-7"720,-1 6 90,4-7 180,3 5-180,4 6 0,12 10-45,-8 27 0,-2 10-46,-2-2 1,-2 5 0,0 4-530,-3 0 0,-1 5 0,-1 2 1,-1 3-1,-1 0 470,-2-1 0,-1 2 0,-1 1 0,0 1 0,-1 0 0,0 0-18,0-7 1,0 1 0,0 0 0,-1 0 0,1 0 0,-2 0 0,0 1-1,0 1 1,-2 2 0,1 0 0,-2 0 0,1-1 0,0-2 0,0-2-93,-1 2 1,0-3-1,0-1 1,1-1 0,-1 0 101,-2 9 1,0 1-1,0-3 1,1-5 22,0 5 0,0-5 179,0-3 1,1-7 225,4-15-360,-2-10 0,3-13 2232,2-8-2322,11 1 724,11 4-724,2 5 0,5 1 0,8 1 0,5 2 0,2 1 0,5 1 0,0 1-290,-3-1 1,0 1-1,2 0 290,-3 1 0,2-1 0,0 1 0,-3-1 30,-1 1 0,-3-1 0,0 0 60,-3 0 0,1-1 0,-5 1 135,-4-2 0,-4 1 44,7-1 91,-15-1-270,-5-1 90,-3-2 689,-5-2-689,-5-15-180,1 6 90,-3-21-45,4-1 0,0-5-15,0 6 0,1-3 0,-1-4-481,1 3 0,-1-4 0,1-3 0,0 0 0,-1 1 451,0 1 0,1 0 0,-1 1 0,0-2 0,0-3-13,1 4 0,-1-3 0,1-1 0,0-1 0,0 1 0,-1 2 1,0 4 12,1-7 0,-2 5 0,1-1 0,1-2-15,0 3 0,0-3 0,1-2 0,-1 1 0,1 3 0,0 3-181,0-7 1,1 5 0,1-2 172,-1 1 1,1-1 0,0-1-1,0 4-59,0 0 0,0 3 0,0 2 37,1-4 0,0 6-134,0-1 179,-12 35 2020,-21 1-2020,1 8 0,-6 0 0,-10-5 0,-6-2 0,-3-1-327,13 1 0,-2-2 1,-1 1-1,0-1 1,-1 0 308,-1 1 0,-1-2 0,-1 1 0,1 0 0,-1 0-108,0 0 0,-1 0 0,1 0 0,1 0 0,4 1-268,-7 0 1,4 0 0,4 3-1246,-2 2 1,8 4 1108,9 3 0,36 8 0,7-8 1</inkml:trace>
  <inkml:trace contextRef="#ctx0" brushRef="#br0" timeOffset="11416">8380 13148 9961,'-1'-10'900,"-1"22"-900,0-2 90,0 18 0,0 6-90,1 4 60,1-4 0,-1 7 0,1 2-403,0-7 0,1 2 1,0 0-1,-1 2 365,-1 5 1,0 1-1,0 3 1,-1 0-23,1-1 0,-1 2 0,-1 1 0,0 0 0,0-3 22,-2 3 1,0-2-1,0-1 1,-1-1-23,1-3 0,0 0 0,-1-1 0,1-3 30,-2 4 0,0-2 0,0-5 232,1 0 0,0-5 8,-3 17 270,3-19-360,3-17 90,0-3-91,1-6 1207,0 0-1386,6-2 0,3-2 90,9-1-90,-4 0 0,7-1 0,-2 1 0,-1 0 0,14 0 0,-5 2 0,22-1 0,-16 1 0,9-1 0,-3 0 0,-10-1 0,11 0 0,-8-1 0,-8 1 0,3-1 0,-5 0 0,-3 0 90,17-1-90,-4 2-90,-4 0 90,1 2 0,-7 0 0,-3-1 0,5 2 0,-5-2 90,4 1-90,-1 0 0,-5 0 0,-1-1 0,-5 1 270,3-1 0,-4 0 180,2-1-181,-5 1-179,0-4 0,-3 0 0,-2-9 0,-1-1-90,0-15 0,0 10 0,0-28 0,0 6 0,1-5 0,-1 7 0,1-4 0,0-3-298,0 6 0,0-3 1,-1-1-1,1-1 1,-1 1 297,1 2 0,0 2 0,0-1 0,-1-1 0,1-2 0,0 3 0,-1-3 0,1-1 0,0 0 0,-1 0 0,1 2 0,0 2 0,-1-1 0,1 2 0,-1 1 0,1 0 0,-1-2 0,1-4 0,0-2 0,0 1 0,0 2 0,0 5 0,0-13 0,0 7-45,1 8 0,-1 6-45,-1 4 90,-4 16 0,-2 17 0,1 1 1488,-1 4-1488,4-5 0,-3 2 0,-8 2 0,-9 1 0,-4-3 0,-6 1 0,0-2 0,-4 0 0,-1 0 0,-6 1 0,-1 0 0,-2 0-361,5-1 0,-2 0 0,0 0 1,3 0 90,0-1 0,3 0 0,1-1 90,-9 2 0,6 0-1349,2 5 1529,33 1 0,2 2 0,11 3 0</inkml:trace>
  <inkml:trace contextRef="#ctx0" brushRef="#br0" timeOffset="11999">7981 13877 10861,'-6'-17'270,"3"7"-180,-4-2 0,-3 10-90,-8 4 89,-12 14-89,2 6 0,3 0 90,9 12-90,16-15 0,11 4 0,4 1 90,15 3-90,-3-6 0,-1 0 0,7 3 0,-12-1 0,-27 0 0,-21 1 0,-8-3-809,-3 0 809,16-11 0,9-4 0,8-4 0</inkml:trace>
  <inkml:trace contextRef="#ctx0" brushRef="#br0" timeOffset="12216">7957 13870 9602,'-4'-10'899,"1"-4"-629,11 5 0,18-2-540,4 4 0,2 2-180,17-2-809,-13 4 0,-2 0 1259,-7 2 0,14 0 0,-9 2 0</inkml:trace>
  <inkml:trace contextRef="#ctx0" brushRef="#br0" timeOffset="12766">8546 15211 11311,'-10'-2'539,"-4"11"-449,1 13 0,-2 15 0,10 0-90,2-6-90,17 3 90,-5-19-180,20 16-90,2-5 90,1 5 91,-5 6-1,-28-8 0,-31 9 90,11-22 0,-1-2-450,-7 1 0,1-4 450,-5-7 0,16-12 0,17-14 0</inkml:trace>
  <inkml:trace contextRef="#ctx0" brushRef="#br0" timeOffset="12966">8666 15075 9691,'-22'-19'1799,"7"6"-899,-3-2-270,14 6-540,0-1 269,38-10-854,-9 9 1,4-1 494,5-3 0,5-3 0,-1-1 0,-7 3 0,-1 0 0,1-1 0,6-4 0,-1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18:39.49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15309 13454 7982,'-4'13'1620,"2"-2"-1081,8 0 451,4-3-541,1-4 91,13-6-270,-3-8 0,14-14 0,-8-5-136,-11 7 1,-2-1-45,3-4 180,-1-13 90,-9 17-90,0-2-90,-2 3-180,-4 29 90,-1 12-90,-1 10 0,-1 4 0,0-2 0,-1 1 45,-1 12 0,-1-1-45,2-11 0,-1-1-45,0 3 0,1-4 45,0 2-180,2-4-1439,5-13 1619,-3-4 0,2-2 0,-2-7 0</inkml:trace>
  <inkml:trace contextRef="#ctx0" brushRef="#br0" timeOffset="250">15428 13729 10501,'-10'10'989,"1"2"-179,5 3-180,11-1-271,12-4-1168,25-6-2468,-3-8 2859,-1 0 1,-18 1-1,-14 3 1</inkml:trace>
  <inkml:trace contextRef="#ctx0" brushRef="#br0" timeOffset="2084">17888 14919 9152,'2'-7'1799,"4"-2"-1529,9-2 269,-1-4 1,6-14-270,-6 4-180,-2 2 270,-1-1-270,-6 14 179,3-6-179,-2 27-90,-2 7 0,-1 11 45,-2 2 0,-2 0-45,1 10 45,1 5 0,0 2-45,0-19 0,1-1 0,1 9 0,1-1-90,1 2 0,0-12-899,1-9-2159,-2-13 3148,3 0 0,-4-5 0,0-1 0</inkml:trace>
  <inkml:trace contextRef="#ctx0" brushRef="#br0" timeOffset="2317">17999 15219 10501,'4'7'1979,"3"1"-1349,5-2-91,17 0-809,16-3-1369,1-5 1,3-1 1605,-7-1 0,0 0 0,7-2 0,0 0 0,-16 1 0,0 0 0</inkml:trace>
  <inkml:trace contextRef="#ctx0" brushRef="#br0" timeOffset="3667">21262 15044 11041,'3'-9'359,"-1"1"91,-1 3 180,2 0-90,-1 1 89,3 2-179,0 0-270,2 0 90,-1 1-180,1 0 0,1-1 0,1-2-1,5-6-89,3-10 90,2-11-90,-6 5 0,-1-1 0,3-9 0,-3 5 0,0 2 0,-1 3 0,4-10-90,-7 19 90,-1 16-89,-2 16 89,-4 8 0,-1 5 44,-1 0 1,-1 2-45,-2 14 0,-1 1 0,0-5 0,0-1 0,1-2 0,0-1-135,0-5 1,2-3-1216,1 8-89,2-13 1439,2-12 0,0-8 0,-1-2 0</inkml:trace>
  <inkml:trace contextRef="#ctx0" brushRef="#br0" timeOffset="3917">21312 15228 11400,'-7'7'990,"1"0"-540,7 1-1,7 4-89,19 2-2609,21-3 2249,-20-7 0,0-2 0,0-2 0,-1-1 0,16-6 0</inkml:trace>
  <inkml:trace contextRef="#ctx0" brushRef="#br0" timeOffset="5800">24005 16152 7623,'-10'0'2338,"1"2"-2158,22-5 90,-6 0 0,17-6 0,-7-4-90,0-2 89,10-9-89,-7 2-90,-2 3 90,0-5-90,-10 13 450,9-11-180,-11 28-180,-1 13-1,-5 18 1,-2 8-90,-1-7 0,0 2-60,0-3 0,0 3 0,1-3 15,-1 1 0,0-3 0,1 1 0,0-3 45,0 7-90,2-12 90,2-10-450,3-11-2917,4 0 3017,-2-6 0,-1-2 0,-4 0 0</inkml:trace>
  <inkml:trace contextRef="#ctx0" brushRef="#br0" timeOffset="6050">24102 16588 10591,'-8'11'1889,"5"4"-1259,10-3-1,21 1-719,20-10-135,-24-3 0,2 0-1414,18-6 1,-1-1 982,2-1 1,-10 1-1,0 0 1,1-3 0</inkml:trace>
  <inkml:trace contextRef="#ctx0" brushRef="#br0" timeOffset="49917">2799 4392 6813,'-3'-8'2609,"0"1"-1620,1 2-989,-4 8 0,2-1 0,-2 7 0,3-1 0,-2 2 0,3-2 0,-4 6 0,2 5 0,0-6 0,0 6 0,1-4 0,2-7 0,-1 13 0,2-6 0,1 4 90,2 0-90,-2-5 0,2-3 0,0 2 0,1 0 0,3 4 0,-1-3 0,4 0 0,-5-6 0,2-1 90,-2-1-90,0-2 0,-1 1 0,0-2 0,-1 1 90,3 0 180,4-4-270,-1 1 270,8-8-91,-8 0 1,5-9 0,-3 1-90,-4 1 90,0-5 0,-2 1-90,-1 2 90,0-12 0,-4 7 90,0-17-180,-3 2 0,-2-2-1,-3-2 1,2 19-90,-2-5 90,0 9 0,-2 0 90,-5-6-180,5 13 90,-15-3-450,6 14-2917,-24 7 3264,12 8 0,-5 8 1,11-2-1</inkml:trace>
  <inkml:trace contextRef="#ctx0" brushRef="#br0" timeOffset="52383">3431 4414 10231,'-2'-11'450,"1"2"-270,-3 2-90,-6 9-90,-2 5 0,0 5 90,-1 20-90,7-9 45,3 1 0,3 2-45,9 19 90,6 2-45,-2-23 0,2-3-45,6 2 89,17-9 181,-13-17 90,12-15-90,-12-11-90,-15 3 0,-3-3-90,-1-9 0,-8 6 0,-4-1 44,-7-3 1,-2 2-45,1 3 0,-2 2-45,-8-8 0,-2 4 45,-12 12-225,10 21 0,-2 8-765,0 12 1,2 6 899,-3 6 0,2 1 0,4 0 0,4 0 0,7-6 0,0 1 0</inkml:trace>
  <inkml:trace contextRef="#ctx0" brushRef="#br0" timeOffset="53967">4139 4416 10321,'0'-17'720,"0"0"-271,-1 3 181,-1 2-360,-4 1 0,-12 15-90,-11 19-135,12-5 0,0 3 0,-2 11 0,2 0 45,-3 10-90,12-17 0,1 1 89,7 17-89,4-7 90,11 12-90,3-25 90,13-8-90,-12-11 0,8-7 0,1-18 0,-3-6 0,-9 0 0,-1-4 0,-8 5 0,-2-2 0,-3-10 0,-3-1 0,-2 10 0,-2 1 0,-3-4 0,-2 2 0,-11-8 0,-2 12-359,-8 17-451,1 15 450,3 3-1169,-3 12 1529,14-2 0,-4 5 0,6-2 0</inkml:trace>
  <inkml:trace contextRef="#ctx0" brushRef="#br0" timeOffset="55433">3968 4535 8702,'4'-7'3276,"-1"1"-2864,10 4-322,5-3 0,-4 0-90,9-8 90,-4-7-90,2-9 180,2-12 0,-8 3-1,-3 4 91,-3 9-90,-3 32 90,-3 20-270,-1 14 120,-3-11 0,-1 6 0,0-1-75,-1 7 0,-1 1-99,1 3 0,0 3 0,1-2 99,-2 2 0,2-2 0,0 3 0,1-4-56,1-18 0,1-4 101,0 13-2428,1-16 898,-3-24 1440,-3-4 0,1-5 0,-4 2 0</inkml:trace>
  <inkml:trace contextRef="#ctx0" brushRef="#br0" timeOffset="55684">4014 4988 10411,'-11'5'1349,"3"0"-629,3 0-180,11 2-181,11-4-179,9-4 0,7-2-810,8-4 1,1-3-1010,2 1 1,-1-1 1016,-7 1 1,-4 0 0,4-2-1,-17 5 1</inkml:trace>
  <inkml:trace contextRef="#ctx0" brushRef="#br0" timeOffset="59334">11970 5730 12750,'14'3'449,"-2"-2"-359,-1-5 0,-4 1 90,0-3-90,-2 3 0,2-4 180,1 0-90,0-2 0,4-4 0,-4 3-90,-1-1 0,-2 6 179,0-3-179,-2 4 90,1-2-90,-1 2-90,1 1 0,-6 12-90,2-2 90,-6 15 0,1 5 90,-1 8-90,-1-3 0,-3 13 0,0-9 0,2-2 0,-4 10 0,7-26 0,-3 20 0,2-13 0,1-1 0,1 2 90,2-17-90,1 10-90,1-10 90,-1 3-90,1-4-3187,1-2 0,-8-11 2981,4 4 1,-5-7 0,6 7 0</inkml:trace>
  <inkml:trace contextRef="#ctx0" brushRef="#br0" timeOffset="59567">11927 6087 9871,'-8'3'2339,"8"2"-2159,2-3 360,16 3-1,14-2-269,11 1-1080,-9-2 1,-1 0-1170,8 0 1979,4-3 0,-35 0 0,0-2 0</inkml:trace>
  <inkml:trace contextRef="#ctx0" brushRef="#br0" timeOffset="64400">2302 4621 9242,'-10'10'-570,"-1"4"0,4-2 1</inkml:trace>
  <inkml:trace contextRef="#ctx0" brushRef="#br0" timeOffset="64984">2336 6269 10141,'0'-15'1349,"0"0"-1079,1 5 90,-1 0-900,1 4 540,-1 0 0,-7 10 0,-3 2 0</inkml:trace>
  <inkml:trace contextRef="#ctx0" brushRef="#br0" timeOffset="65517">2361 7356 10411,'0'0'0</inkml:trace>
  <inkml:trace contextRef="#ctx0" brushRef="#br0" timeOffset="66086">2429 8969 10321,'6'5'-930,"-1"0"1,-9 1 0</inkml:trace>
  <inkml:trace contextRef="#ctx0" brushRef="#br0" timeOffset="66916">2484 10351 10321,'-1'-11'1079,"1"-3"-719,0 7-360,1-5 0,-1 9 0,1-3 0</inkml:trace>
  <inkml:trace contextRef="#ctx0" brushRef="#br0" timeOffset="67600">2402 11942 10231,'-1'-9'0,"3"9"0,3 3 0</inkml:trace>
  <inkml:trace contextRef="#ctx0" brushRef="#br0" timeOffset="68317">2210 13451 9062,'6'-10'90,"3"-1"0,-3 4-90,1 1-810,3 0 810,-5 4 0,2 4 0,-3 3 0</inkml:trace>
  <inkml:trace contextRef="#ctx0" brushRef="#br0" timeOffset="68967">2219 15069 8522,'8'-9'630,"-1"1"-540,-1 4-1709,0 2 1619,0 3 0,-2-1 0,-1 2 0</inkml:trace>
  <inkml:trace contextRef="#ctx0" brushRef="#br0" timeOffset="69650">2249 16367 9242,'-4'-8'179,"2"1"1,1 4 0,1 0 0</inkml:trace>
  <inkml:trace contextRef="#ctx0" brushRef="#br0" timeOffset="70450">2283 17665 12660,'-5'-7'-450,"2"2"0,1 4 1</inkml:trace>
  <inkml:trace contextRef="#ctx0" brushRef="#br0" timeOffset="72870">27136 2060 7623,'2'-13'2338,"0"-2"-1258,-1 9 89,-1-3 0,2 4-1169,-1-2 0,-3 18 0,2-2 90,-6 27-90,4-12 0,-2 2 0,0 2 0,-1 6 0,-1 7 0,-2 4 0,1-5 0,0 0 0,1-1 0,-1 1 45,-2 10 0,1-2-45,0 0 0,3-20 0,2 0 0,-1 8 0,3-22 90,-1 7-2608,0-8 2518,-4-13 0,3 3 0,-3-15 0</inkml:trace>
  <inkml:trace contextRef="#ctx0" brushRef="#br0" timeOffset="73534">27469 2107 9781,'1'-15'1170,"-2"-1"-900,-1 11-270,-8 4 269,-20 29-179,11-6 0,-1 2-90,1-1 0,-1 3 90,-1 12 0,2 3-45,9-6 0,3 1 0,-1 5 0,2 0-45,2-9 0,4-1 45,7-2 0,3-4-45,2-4 0,16 14 135,-3-24 0,4-5 45,-2-2 0,2-3 134,19-10 1,-2-6-270,-20 3 0,-2-3 90,7-12 0,-4-6 45,-16-9 0,-4 0-135,0 12 0,-2 0-15,-3-3 0,-2-2 0,-5 2 105,-11-6 0,-2 3-135,6 9 0,-2 1 45,-14-8 0,-1 6-135,5 16-180,-6 8 0,-2 4-450,5 9 1,1 4 719,-11 8 0,2 3 0,9-3 0,4 1 0,5 3 0,0 0 0</inkml:trace>
  <inkml:trace contextRef="#ctx0" brushRef="#br0" timeOffset="73900">27882 2371 11221,'-4'-16'719,"0"3"-89,15 8-450,-2 4 269,32 18-269,-10 2 0,1 4-45,5 3 0,1 2-903,-6-4 1,0 1 0,-3-2 767,-3-2 0,-3-1-90,0 0 0,-3-2-1079,-2-1 1169,-6-6 0,-1-2 0,-10-8 0</inkml:trace>
  <inkml:trace contextRef="#ctx0" brushRef="#br0" timeOffset="74084">28307 2423 10591,'-1'-20'720,"0"-20"89,-1 14-539,0-8 270,-5 20-181,-22 25-134,-8 14 0,-6 7-225,12-10 0,0 3 0,-2 1-820,-1 3 1,-2 2 0,1 1 0,2-3-274,5-4 1,2-2 0,0 0 682,1 2 0,0 0 1,1-2-1,1 0 1,0-2-1,-2 2 0,0 1 1</inkml:trace>
  <inkml:trace contextRef="#ctx0" brushRef="#br0" timeOffset="75333">2953 3966 10141,'2'-10'630,"-1"1"-630,0 4 0,0 0 0,0 2 0,-1 0 0</inkml:trace>
  <inkml:trace contextRef="#ctx0" brushRef="#br0" timeOffset="75717">3304 3909 9781,'7'-7'2159,"-2"0"-5217,-1 4 3058,-2-2 0,1 4 0,-2-1 0</inkml:trace>
  <inkml:trace contextRef="#ctx0" brushRef="#br0" timeOffset="76200">4134 3812 10591,'-8'0'0,"2"0"0</inkml:trace>
  <inkml:trace contextRef="#ctx0" brushRef="#br0" timeOffset="76650">4730 3885 9422,'-7'3'449,"2"-1"1,3-1 0</inkml:trace>
  <inkml:trace contextRef="#ctx0" brushRef="#br0" timeOffset="77100">5384 3947 11490,'4'-6'0,"0"0"0</inkml:trace>
  <inkml:trace contextRef="#ctx0" brushRef="#br0" timeOffset="77517">6018 4007 9781,'10'-2'1799,"-1"-1"-899,-3 1-450,0 1-2609,0-1 2159,-1 0 0,2 1 0,-2 0 0</inkml:trace>
  <inkml:trace contextRef="#ctx0" brushRef="#br0" timeOffset="77950">6790 4096 11131,'7'-7'-820,"5"1"1,-9 5 0,3 0 0</inkml:trace>
  <inkml:trace contextRef="#ctx0" brushRef="#br0" timeOffset="78350">7341 4113 11940,'9'-2'-960,"-3"1"1,-3 1 0</inkml:trace>
  <inkml:trace contextRef="#ctx0" brushRef="#br0" timeOffset="78750">8105 4204 10591,'7'-4'509,"-1"0"1,-1 1 0</inkml:trace>
  <inkml:trace contextRef="#ctx0" brushRef="#br0" timeOffset="79167">8742 4258 9781,'10'0'382,"-1"-1"1,-3 1-1,1-1 1</inkml:trace>
  <inkml:trace contextRef="#ctx0" brushRef="#br0" timeOffset="79567">9474 4288 9871,'9'-2'2879,"1"0"-6156,-5 1 2792,4-1 0,-6 1 0,1-1 0</inkml:trace>
  <inkml:trace contextRef="#ctx0" brushRef="#br0" timeOffset="79951">10215 4270 10321,'0'0'0</inkml:trace>
  <inkml:trace contextRef="#ctx0" brushRef="#br0" timeOffset="80384">10812 4351 11850,'5'4'-1093,"-3"0"1,9-6 0</inkml:trace>
  <inkml:trace contextRef="#ctx0" brushRef="#br0" timeOffset="80800">11496 4402 11041,'10'1'607,"-1"0"0,-5 0 0,-2 0 0</inkml:trace>
  <inkml:trace contextRef="#ctx0" brushRef="#br0" timeOffset="81284">12146 4460 11400,'-9'1'450,"3"-1"0,3 1 0</inkml:trace>
  <inkml:trace contextRef="#ctx0" brushRef="#br0" timeOffset="81784">12689 4422 10951,'14'-3'1259,"-1"0"-719,-7 2 269,0 1-809,0 1 0,-2-1 0,-2 1 0</inkml:trace>
  <inkml:trace contextRef="#ctx0" brushRef="#br0" timeOffset="82533">13482 4444 11670,'-9'-8'1350,"2"0"-181,1 3-719,2 1-2609,-1-1 2159,-2 9 0,4-4 0,-1 6 0</inkml:trace>
  <inkml:trace contextRef="#ctx0" brushRef="#br0" timeOffset="82967">13944 4407 11400,'7'-7'420,"-3"2"0,-2 4 0</inkml:trace>
  <inkml:trace contextRef="#ctx0" brushRef="#br0" timeOffset="83370">14788 4433 9961,'8'-1'1170,"-1"-1"809,-1 0-5256,0 1 3219,-1 0 0,-1 0 0,-2 1 1</inkml:trace>
  <inkml:trace contextRef="#ctx0" brushRef="#br0" timeOffset="83817">15461 4486 11041,'-11'6'269,"5"-2"1,3-3 0</inkml:trace>
  <inkml:trace contextRef="#ctx0" brushRef="#br0" timeOffset="84467">16083 4518 10141,'-7'-6'2339,"-4"-2"-1799,6 4-540,-3-2 0,5 4 0,1 1 0</inkml:trace>
  <inkml:trace contextRef="#ctx0" brushRef="#br0" timeOffset="84867">16620 4511 10771,'6'-1'0</inkml:trace>
  <inkml:trace contextRef="#ctx0" brushRef="#br0" timeOffset="85320">17401 4595 10411,'11'0'-2878,"-2"1"2878,-1-2 0,-5 1 0,2-1 0</inkml:trace>
  <inkml:trace contextRef="#ctx0" brushRef="#br0" timeOffset="85733">18187 4532 10231,'5'-9'0</inkml:trace>
  <inkml:trace contextRef="#ctx0" brushRef="#br0" timeOffset="86152">18753 4516 7533,'7'4'0,"-2"-1"0</inkml:trace>
  <inkml:trace contextRef="#ctx0" brushRef="#br0" timeOffset="86533">19413 4548 11580,'-2'9'-510,"4"-3"1,3-2-1</inkml:trace>
  <inkml:trace contextRef="#ctx0" brushRef="#br0" timeOffset="86984">19951 4521 9602,'12'1'0</inkml:trace>
  <inkml:trace contextRef="#ctx0" brushRef="#br0" timeOffset="87486">20838 4599 9422,'1'6'0</inkml:trace>
  <inkml:trace contextRef="#ctx0" brushRef="#br0" timeOffset="87900">21286 4612 9242,'-7'6'329,"8"-1"1,4-3 0</inkml:trace>
  <inkml:trace contextRef="#ctx0" brushRef="#br0" timeOffset="88317">22042 4677 8792,'-8'2'180,"13"-3"0,5 0 0</inkml:trace>
  <inkml:trace contextRef="#ctx0" brushRef="#br0" timeOffset="88734">22875 4605 10411,'14'4'-720,"-3"-2"1,10-2-1,-3-1 1</inkml:trace>
  <inkml:trace contextRef="#ctx0" brushRef="#br0" timeOffset="89100">23496 4607 9062,'-10'1'-1170,"0"0"811,12 3 359,-1-3 0,5 2 0,-4-2 0</inkml:trace>
  <inkml:trace contextRef="#ctx0" brushRef="#br0" timeOffset="89417">24145 4590 8882,'0'0'0</inkml:trace>
  <inkml:trace contextRef="#ctx0" brushRef="#br0" timeOffset="90534">28774 2058 8522,'11'-1'1979,"-2"0"-1709,-2 0-180,0 0 90,4 2 0,16-1-1,19 2-134,-20-2 0,1 1 0,4 1 0,-1 0-45,1 0 0,0 1 90,-25 0 0,-20 16-90,-21 9 0,12-8 0,0 3 45,1 6 0,4-1-45,2 9 0,16-10 0,8 1 45,18 6 0,6-1-45,-6-4 0,2 1 0,-1-3 0,1 0 0,-2-2 0,-3-3 0,-5-2 90,-2 26-90,-17-22 0,-15 4 0,-6-12 90,-12 5-135,13-8 0,-1 0-45,-13 8-629,-3 3-631,22-11-988,1 1 2338,13-4 0,14-5 0,5 1 0</inkml:trace>
  <inkml:trace contextRef="#ctx0" brushRef="#br0" timeOffset="91134">29692 2220 9332,'-28'-24'1709,"1"0"-1529,14 13 449,-4-3 1,10 6-90,-3-1-540,11 2 179,18 1-89,5 4 0,3 1-90,13-1 0,-8 3 0,2 0 90,14 4-90,-11-1 0,10 4 0,-35-5 0,6 7 90,-18 3-90,-11 13 0,-2-7 0,-12 12 0,6 10 0,6-14 0,6-2 0,2-1 0,5-6 0,6 20 0,3-4 0,0 0 0,6 12 0,-10-28 90,3 12-90,-9-13 0,-5-1 0,-21 11-315,1-16 1,-4-1-1171,-3 1 1,-2 0 1484,-1-4 0,1 0 0,7-3 0,2 1 0,-11 2 0</inkml:trace>
  <inkml:trace contextRef="#ctx0" brushRef="#br0" timeOffset="94834">27331 3807 13110,'-4'-11'1619,"1"3"-1260,3 1 271,9-2-360,10 3-720,27 2-1439,-1 5 1889,3 1 0,-25-1 0,-12-1 0</inkml:trace>
  <inkml:trace contextRef="#ctx0" brushRef="#br0" timeOffset="95067">27130 4094 10771,'14'13'180,"23"-1"-360,-12-7 0,4-2 180,17-3 0,0-3 0,-13 0 0,-1-3 0,4-2 0,0-1 0</inkml:trace>
  <inkml:trace contextRef="#ctx0" brushRef="#br0" timeOffset="95685">28177 3661 10141,'-13'-8'1799,"4"2"-899,4-5-810,6 6 359,17-6-359,-5 8 90,21-3-45,-7 5 0,2 1-45,4 1 0,-1 1-90,0-1 0,-2 1 45,-3 1 0,-4 2-45,-4 10 90,-6-4-90,-14 13 0,-32 10 0,9-11 0,-1 1 0,2-1 0,8-6 0,-8 25 0,23-4 0,2 3 0,12-8 0,5 1-245,-1-6 1,2-1 244,-1 1 0,1 1-661,1 2 0,-2-3 661,-3-1 0,2 14 0,-15-11 0,-2-1 90,-24 12-90,1-24 0,-1-2 0,1 1 0,-2-1 0,-16 0 0,1-3 332,6-4-692,0-3 0,1 0 1,11-4 398,-15 0-39,20-5 0,4 2 0,5-2 0</inkml:trace>
  <inkml:trace contextRef="#ctx0" brushRef="#br0" timeOffset="96300">28876 3803 11400,'3'-17'1260,"4"-4"-810,5 4-361,2 2 181,19 0-180,-7 10 0,3 1 0,10 0 0,3 1-45,0 1 0,0 1 0,0 2 0,-5 4-45,3 11 90,-37 11-90,-19-7 0,-7 0 0,2-4 0,-2 0 45,-19 13 0,2 0-45,5 5 0,11-13 0,4 1 0,13 19 0,32-4 0,2-5 0,4 1 0,-7-9 0,1-1 0,0 0 0,6 3 0,-2 0 0,-2 0 0,-6 0 0,-14-1 90,-21 14-90,-6-23 0,-5-2 0,-14 1 0,-3-2 0,12-5 0,-1-3-270,-7 1 0,3-1 270,3-2 0,6 0 0,10-1 0</inkml:trace>
  <inkml:trace contextRef="#ctx0" brushRef="#br0" timeOffset="96770">30037 3818 11580,'2'-20'1889,"-9"1"-1619,-15 18-90,-10 10 0,-4 8-120,8 5 0,0 5 0,0 2-1153,-3 6 1,1 1 0,1 1 935,6-4 0,2 0 0,5 1 187,4 5 0,5 2 0,5-2 315,12 10 0,7-2-345,-4-13 0,3 1 0,0-2 0,7 9 0,6-5 30,-1-17 0,4-5 0,0-4-30,13-4 0,2-9 22,-9-2 1,3-2-1,1-4 1,-2-4-264,0-5 1,-1-5 0,-2-4 0,-2-3 240,-8 2 0,0-4 0,-3-2 0,-3-2 0,-3 1 0,-1-9 0,-3 0 0,-5-2 0,-8 1-132,-7-1 0,-8-2 1,-4 3-1,-4 6 12,-7 1 0,-5 6 0,-5 7-263,-1 9 1,-6 4 0,-1 5 0,3 7 382,4 7 0,1 7 0,1 3 0,1 0 0,-8 1 0,2 1 0,4 3 0,11 6 0,0 0 0,0-1 0</inkml:trace>
  <inkml:trace contextRef="#ctx0" brushRef="#br0" timeOffset="98454">27393 5122 13379,'30'-4'675,"0"1"0,15-1-563,-11 4 0,8 2 1,4 1-1,-1-1-758,-5 1 1,0-1-1,1 1 1,3 0 0,3 0 684,-9-1 1,3 1 0,2-1 0,2 1 0,0 0 0,2 0 0,0-1 0,0 1 0,0-1-225,0 0 1,0 0 0,1-1 0,1 1 0,0-1 0,1 0 0,0 1 0,-1-1 0,1 0 0,0 0 200,-4 0 0,1 0 1,-1-1-1,1 1 1,0 0-1,0 0 0,0-1 1,0 1-1,0-1 1,0 0-1,0 0-71,1-1 0,2 1 0,0-1 0,0 0 0,0-1 0,0 1 0,-1-1 0,-1 1 0,-2 0 0,-1-1 0,-3 1 55,11-1 0,-3 0 0,-3 1 0,-1-1 0,0 0 0,0 0-36,1 0 1,1-1 0,0 0 0,-3 0 0,-3 1 0,-5-1 215,15-1 0,-9 1-135,-8 0 0,-2-1 90,4 0 0,-6 0-45,-17 1 928,12-3-928,-14 4 2083,4 1-2173,-5 2 3203,-1 1-3113,-4 0 750,1 0 959,-3 1-1440,3-8-269,-4 2 270,3-20-270,-5 7-45,3-8 0,-1-2 45,-1-8-1071,2 2 0,0-7 0,0 3 1026,-1 5 0,0-2-45,1-7 0,1-7 0,2-3 0,0-1-532,1 5 1,1-1 0,0-1-1,1 1 1,-1 1 513,-2 5 0,0 2 0,1 1 0,-1-1 0,1-2-158,2-5 1,0-3-1,2 0 1,-1 2-1,0 4 86,3-7 0,-1 5 1,2-1 21,-3 4 1,1-2-1,0 1 1,0 1 37,0-4 0,1 2 0,-1-2 7,-2 9 1,0-3-1,0 3 1,-1 3-113,0-7 0,-1 5 135,-2 7 0,0 2-45,0-4 0,0 3-135,-3 8 1607,1-2-1697,-1 6 2838,-2 8-2838,-1-1 1854,-2 3-1584,-3 2 0,-11 0 0,-3 3 0,-15-1 0,-5 1 0,12 1 0,-2 0-608,-13-2 0,-5 0 0,2 1 608,3 1 0,-2 0 0,5 0 0,-6-1 0,-3 0 0,-3 0 0,1-1 0,7 2 0,-1-1 0,-2 0 0,0 0 0,0 0 0,1 0 0,1 0-465,-2 0 0,1 0 1,1 0-1,-1 0 1,-1 0-1,-2 0 465,4-1 0,-4 1 0,-1 0 0,0 0 0,0-1 0,1 1 0,3 0 0,2 0-391,-3-1 0,3 1 0,2 0 1,-1 0-1,-2-1 391,0 2 0,-2-1 0,-1 0 0,1 0 0,0 1 0,2-1 0,1 0 0,1 1 0,2-1 0,-1 0 0,-2 1-119,-5 0 1,-1 0 0,-1 1-1,1 0 1,2 0 95,1 1 1,3 0 0,0 0-1,0 1 0,0-1 1,0-1 0,1 1-1,2 1 23,1-1 0,2 1 0,4 0 0,-17 2 707,34-4-707,-12 2 0,17-2 1966,-8 0-2056,9-1 3030,-2 1-2940,3-1 1365,0-1-1365,1 1 0,0-1-90,0 0 90,0 2 0,4 2 0,1 29 0,0-8 0,0 3 0,0 3 0,-2 5-820,-2 0 1,-3 5 0,0 1 0,0-4 761,-3 9 1,-1 3 72,3-13 0,-2 5 0,-1 3 0,-1 2 0,1 0 0,0-4-469,0 3 0,1-2 1,-1 0-1,0 1 0,1 1 469,0-3 0,-1 2 0,1 0 0,0 1 0,0-2 0,1-1-245,0 1 0,0-1 0,0-1 0,1-1 0,1 0 230,1 2 0,0-1 0,1-1 0,0 0-262,1-1 1,0 0-1,0-1 1,1-1 261,-1 3 0,1-1 0,0 1 0,0-2 0,0 2 0,1 0 0,0-2 367,1 4 1,1-2-1,0-2-367,1-2 0,0 0 0,1-2 0,-2 15 0,2-4 45,2-12 0,2-7-45,-2-7 1638,3 13-1548,-1-17 1209,-1-3-2738,3-3 3000,-1-9-3090,0-4 1620,-1-9 1,-1-1 0,-2-6 0</inkml:trace>
  <inkml:trace contextRef="#ctx0" brushRef="#br0" timeOffset="106553">26081 6724 11221,'-6'-6'1619,"-10"6"-900,-23 19-569,15-2 0,-4 4 0,1 3-714,-4 3 1,0 3-1,1 4 618,7-3 0,-1 3 0,1 3 0,2 0 0,2 0-32,2 4 1,3 0-1,2 1 1,1-1-1,0-3 1,0 0-1,3-1 1,5 1-1,6-1 1,5 1-1,3-1 1,3-3 7,9 1 0,4-4 0,3-1-30,5 2 0,2-1 0,-1-2 0,-6-6 0,0-1 0,1-6 0,11-5 0,-3-10 348,-9-11 1,-3-6-304,-4 1 0,-2-2 0,4-1 0,-6-3 135,-17-11 0,-9 0-90,-7 4-45,-7-3 0,-4 2 45,-7 9-45,-8 6 0,-2 2-45,-2 4 45,5 3 0,-2 3-405,6 8 0,2 3 1,-11 1-291,10 3 1,7 3 649,19 5 0,3-1 0,19-1 0</inkml:trace>
  <inkml:trace contextRef="#ctx0" brushRef="#br0" timeOffset="106985">26551 6571 11940,'7'-34'1889,"-1"9"-1079,-3 9-541,-9 27-89,-7 27 0,-2 15-113,5-14 1,-1 4-1,0 2 1,0 0-730,0-3 1,0-1 0,0 2 0,-1 6 694,3-9 1,-1 4 0,-1 3-1,1 2 1,-1 0 0,1 0 0,-1-1-1,2-2-350,-1 4 0,0-1 1,1-1-1,0-1 1,-1 1-1,0 2 317,1-4 0,-1 1 0,0 0 0,0 1 0,0-1 0,1 0 0,0 0-100,0-3 0,1 1 0,1-1 0,-1-1 0,1 1 0,0-2 0,0 0 136,0 8 0,0 0 0,0-1 0,1-2 0,0-2-36,-1 0 0,1-3 0,-1 0 0,1 2 18,0 1 0,0 3 0,1 0 0,-1-3 0,2-8-18,-2 1 0,2-5-900,-3 16 1,4-20-2378,11-49 3103,1-13 1,1-7-1,1-3 1,-3 13 0,0-1-1</inkml:trace>
  <inkml:trace contextRef="#ctx0" brushRef="#br0" timeOffset="107670">26784 7631 11400,'-9'-15'540,"0"1"-90,2 2-270,1 4 180,3 0-180,1 2-1,18-10 1,10-1-180,1-1 180,16-1-180,-20 15 90,7 12 0,-27 24-90,-7 2 0,-16 2 0,-7 1 45,2-7 0,-1-1-15,2-2 0,-1 2 0,1-2-30,-2 3 0,2-2 90,5-1 0,8-2 0,21 7 0,5-9-90,12-7 0,5-1 45,-5-3 0,0 0-45,1 0 0,1 1 45,3 0 0,-4 2-45,1 9 0,-3-4 0,-18 11 90,-35-7-90,3-1 0,-6-6 0,-1-3 90,2-2-90,2-2 0,-1-1-450,-4-4-1079,1-5 359,13-4 1170,23-20 0,8 2 0,10-13 0</inkml:trace>
  <inkml:trace contextRef="#ctx0" brushRef="#br0" timeOffset="108252">27167 7535 11131,'-16'-12'1889,"3"0"-1530,1 2 1,7 1-90,10 0-90,1 3 90,20-9-90,9 3-90,-1-1-45,-7 6 0,-2 2 44,-4 2 1,21 1 0,-17 16-90,-4 7 0,-8 3 90,-26 18-90,-10-4 0,8-12 0,-1 0 0,-6 10 0,5-2 0,21-17 0,15 9 0,-2-10 0,12 1 0,0-1 0,-9-3 0,6 4 0,-2 1 0,-14-6 0,6 19 0,-22-4 0,-7 9 90,-17 3-90,6-17 0,0-2 0,-8 5 0,-9 4-90,29-21-3187,-7 2 2792,23-17 0,2-2 0,19-14 0</inkml:trace>
  <inkml:trace contextRef="#ctx0" brushRef="#br0" timeOffset="108686">27969 7393 12030,'4'-17'990,"-1"1"359,-8-6-989,1 10 179,-12-1 361,-26 31-720,14-3-45,-3 9 0,0 9-1056,14-1 0,4 5 0,1-2 966,-4 0 0,3 2 15,3 4 0,3 3 0,4-6-160,10 4 190,9-2 0,3-1-90,6-2 90,4-6 0,1-3-90,4-10 45,2-7 0,2-4-45,3-5 45,3-9 0,1-7 0,-14-5 0,-3-3-894,2 2 0,-2-2 849,-6-2 0,-5-3 0,-7-21 0,-7 8 0,-7 8 0,-3-4 0,-1 3 0,0 7 0,-3-1-286,-4-6 1,-3-4-1,0 6 286,3 10 0,-3 2 0,-17-11 0,-2 3 0,-3 5 569,-5 11 1,-4 7-1335,9 18 1,0 6 134,10-5 0,-1 0 1,2 4-331,0 4 1,1 4 0,3 2 959,4 2 0,2 3 0,2 0 0,-5 11 0,2 1 0,7-10 0,-1 0 0,0 0 0</inkml:trace>
  <inkml:trace contextRef="#ctx0" brushRef="#br0" timeOffset="110134">25536 9280 11311,'-48'10'209,"0"0"1,19-3 0,0-1 30,-10 2 0,-4 0 0,7-2 30,-4 2 224,6-3 1,3-1 854,13-4-539,34-12-563,9 2 0,11-2 1,5 0-1,3 0-145,-9 3 1,4-1 0,2 0 0,1 0 0,2 0 0,1 0 0,1-1-440,-3 2 0,2-1 0,0 0 0,2 0 0,1 0 0,1 0 0,0 0 1,2 1-1,1-1 364,-8 2 1,1 0 0,3 0-1,0 0 1,1 0 0,1 0-1,-1 0 1,1 0 0,-1 1-1,-1-1 1,-2 1 0,-1 0-1,-2 1-300,10-2 1,-3 0 0,-2 1 0,-1 1 0,0-1-1,0 1 1,2-1 0,1 1 288,-5 0 0,1 0 1,2 0-1,2 0 1,-1 0-1,0 0 0,-1 0 1,-1 1-1,-4 0 1,-2 0-1,-4 1-339,14-2 0,-8 2 0,-1-1 0,6 1 334,-7 1 0,3-1 1,4 0-1,1 1 0,0-1 1,-2 0-1,-2 1 0,-5 0 11,7-1 1,-5 0-1,-1 0 1,6 1-11,-4 0 1,5 0 0,3 1 0,1-1 0,-3 1 0,-3 0 0,-8 0-13,3-1 0,-6 1 0,2-1 22,5 2 1,5-1-1,-2 1 1,-8 0-34,-3 0 1,-5 1 100,1 0 0,-2-1 1979,8 0-990,-25 0 1164,-8-2-2153,-3 0 2464,-8-6-2554,8 0 1187,-1-2-1187,3-12 0,-1 6 0,2-29 0,-2 13-973,0 1 1,-1-6 0,0 2 972,0 3 0,-2-2-18,1 1 0,-2-6 0,0-3 0,0-1 0,-1 1-462,-1 2 1,-1 1 0,0 0 0,-1-2 0,1 0 479,-1 0 0,1-1 0,0-1 0,-1-1 0,0 1 0,-1-1-15,0-2 0,-1 0 0,-1-1 0,1 0 0,-1 3 0,1 1 15,0-4 0,-1 3 0,1 0 0,-2-3-267,1 5 0,0-3 0,-1-1 0,-1 0 0,2 3 0,0 4 267,-1-6 0,1 6 0,-2-5-82,0 1 0,-1-6 0,-1-1 0,1 2 0,1 6 82,-1 1 0,2 5 0,0 0 0,-1 0 0,0 0 0,1 1 0,-2-8 0,2 7 1121,0 4-1211,0-5 1954,5 20-1864,-1 6 3056,-2 10-3056,-7 1 0,-33-3 0,7 1-656,10 1 0,-6 0 0,3 1 656,0 0 0,-3 0-18,4 0 0,-5 0 0,-3 0 0,-2 0 0,2 0-463,-4 0 0,-1 1 0,0 0 1,0 0-1,0 0 481,2-1 0,2 1 0,-1 0 0,-3-1 0,-3 2 0,8-1 0,-5 1 0,-1 0 0,-3 0 0,0 1 0,0-1 0,2 1 0,3-1 0,2 1-205,-8 0 0,6 0 0,1 1 1,-3-1-1,-7 1 205,15 0 0,-5 0 0,-2 0 0,-3 0 0,-2 0 0,-1 1 0,1 0 0,0-1 0,2 1 0,2-1 0,3 0 0,5 0-161,-7 0 1,5 0 0,2 0 0,2 0 0,-2 0 0,-4 1 160,-2 0 0,-5 0 0,-2 1 0,-1-1 0,2 1 0,2-1 0,6 0 0,7 0 0,-2-1 0,7 0 0,-2 1 0,-5-1 0,-4 1 0,1 0 0,6-1 0,2 0 0,3 0 0,-19 1 0,6 0 1052,17-2-1232,-16 0 1853,13 0-1763,-1-1 1836,5 1-1835,16-1 2718,1 0-2719,3 0 90,1 4-89,4 4 89,1 2 0,11 29 0,-3-12-278,0 1 0,1 9 0,0 4 278,-3-5 0,-1 3 0,0 3 0,1 3 0,-1 2-360,-1-8 0,0 3 0,0 2 0,1 1 0,-1 1 0,0 0 1,0 1-1,0 0 370,0 0 0,0 1 0,-1 0 0,1 2 0,0-1 0,-1 0 0,1 0 0,-1-1 0,0-2-281,0 0 1,0-1 0,-1-2 0,0 1-1,1-1 1,-1 0 0,0 1 0,1 0 281,0 5 0,1 2 0,-1 0 0,1 1 1,0-2-1,-1-2 0,1-4 0,-1-4-221,1 3 1,-1-7 0,1 0 0,1 4 209,-1 1 0,0 4 0,1 3 0,1-1 0,-1-1 0,1-3-218,2 6 1,0-3 0,0-1 0,0-2 217,0 4 0,-1-2 0,2 1 0,-1-5 0,1 3 0,1-2 0,-1-7 476,1-1 1,0-5-837,1 3 0,0-4-539,4 4 1293,3-32-1563,-8-10-576,16-24-414,-11 7 2159,-3 2 0,0-1 0,0-10 0,0-9 0</inkml:trace>
  <inkml:trace contextRef="#ctx0" brushRef="#br0" timeOffset="135643">25863 6407 10231,'8'-4'1439,"0"0"-899,-3 2-450,2 6 0,-3 0 0,1 7-90,-3-3 90,4 19 0,-1-2 0,7 17-90,-6-18 0,4 3 539,5-15 1,18-12-300,-1-13 0,8-9 0,-1-1-150,-1-3 0,0-3 0,1-1-432,-6 6 0,1 0 0,0-2 0,0-2 396,-3 0 0,1-3 0,0-1 0,-3 2 0,-2 3-597,-2 2 1,-3 3 0,2-3 564,6-6 1,5-4 0,-2 0-1,-4 6-67,-1 1 0,-1 2-165,3-3 0,2-2 1,-4 5-151,8-7-771,-6 7 0,-4 4 1131,-13 12 0,1 7 0,-11 10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21:05.35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5867 5663 8252,'-25'-6'2069,"3"0"-1349,2 0 89,2 1-179,3 0-360,2 2 179,-2 0-89,9 3-90,-5-1 90,4 1-90,-2 0 90,2 0-181,27-1-179,-7 0 45,21-2 0,5 0-45,0-1-156,3 0 1,9-1 177,-13 3 1,4-1 0,0 1-1,-3 0-348,-3 0 1,-2 1 0,3-1 325,2 0 0,5 0 0,1 1 0,-2-1 0,-6 1 45,6 1 0,-1 0-45,0-1 0,7 1 0,0-1 0,-5 1 0,5 0 0,-1-1 0,-5 1 0,6 0 0,0 0 0,-8-1 0,0 1 0,-2 1 30,7-2 0,4 1 0,-6-1-30,-11 2 0,-2-1 0,4 0 0,3-1 0,-6 1 0,7 0 0,-5 0 0,-1 0 0,-6 0 0,12-1 0,-22 1 0,2 0 0,-5 0 90,1 0-90,-7 0 361,2 0-361,-1 0 1016,0 0-1016,0 1 90,-1-1-180,2-1 90,-3 1 0,4 0 90,0 2-90,2-1 0,3 1 0,-5 0 0,15 0 0,-10-1 0,17 2 0,-14-2 0,23 1 0,-17-1 0,3-1 0,2 0 0,16 0 0,-17 0 0,-1 0 0,0-1 0,-1 1 0,7 0 0,8 0 0,-21 0 0,12 0 0,-19 0 0,8 0 0,-12 0 0,9 0 90,-9 0-90,2 0 0,-2 0 0,-3 0 0,-1 0 0,2-1 0,-2 1 810,0-1-451,-2-1-89,-3-10-180,-3-3 0,-1-3-90,-1-15 90,2 12-90,0-4 0,1-3 0,2-8-1017,0 4 0,0-6 0,0 3 1017,1 3 0,-1 0 30,1-10 0,0-6 0,0 2-340,-2 12 1,0 2-1,0-4 310,-1-4 0,-1-4 0,0 0 0,0 0 0,0 6 0,0 0 0,-1 0 0,1-1-264,-2-5 0,0-1 0,-1-1 0,1 1 264,-1 2 0,-1-1 0,0 2 0,1 3-30,0 1 0,0 3 0,0-2 30,-2-6 0,1-2 0,0 7 0,-2-11 0,2 14 0,0 2 0,0 4 0,-4-18 0,4 24 0,0 0 2195,1 3-2195,1 9 1012,0-3-1012,1 4 1559,1 1-1559,-1 3 0,1 2 0,-5-1 0,-4 3-90,-2 1 90,-23 3 0,8 1-351,-2 1 0,-6 1 1,2-1 305,3 0 0,-3 1 45,-8 1 0,-9 1 0,-1 1 0,5-2-755,11 0 0,4-1 0,-5 1 755,-4-1 0,-6 2 0,-1-1 0,0 0 0,6 0-30,1 1 0,4-1 0,-4 0-348,3 0 1,-5 0 0,-2 0 0,0 0 0,2 0 0,6-1 377,-4 1 0,5 0 0,-4 1 0,0-1 0,-5 1 0,-2-1 0,3 1 0,7-2-131,-4 2 0,1-1 108,0 0 1,-6 1-1,0 0 1,5 0 22,-4-1 0,0 1 0,1-1 0,-3 1 0,5 0-45,6-2 0,5-1 45,-6 2-90,-2 0 90,25-5 451,-11 3-451,14-2 1517,-8 1-1517,12-2 3107,-7 0-3107,7 0 588,-5 1-588,4-1 0,-4 0 0,1 0 0,0-1 0,-1 1 0,0-1 0,-5 0 0,6 1 0,-2-2 0,6 1-90,-4 0 90,2 1 0,-3-1 0,2 0 0,0 1 0,3 1-90,2 6 90,2-1 0,-1 13 0,0 7 45,0 10 0,-1 5-45,2-14 0,-1 3-491,0 5 1,0 6-1,0-3 491,-1 4 0,1 0 0,0-5 0,1 1 0,0-1 0,-1 6 0,1 2-968,1 0 0,0 4 0,1-6 1013,0-7 0,1-1-45,1 9 0,-1 5 0,1-7-180,1-11 0,0-1 180,0 8 0,2 3 0,-1-4 0,-1-9 0,0-1 45,3 23 0,-1-3-45,-1-9 0,0 1 0,0-1 0,0-7 0,-1-5 0,0-1 0,0-1 0,0 3 90,0-6 834,0 3-924,-1-16 3184,1 7-3184,-1-8 628,1 4-628,-1-4 89,0-1-808,0 1-2558,0-2 2522,3-15 0,-1 1 0,4-15 0</inkml:trace>
  <inkml:trace contextRef="#ctx0" brushRef="#br0" timeOffset="7601">24141 5620 10051,'-15'0'-629,"2"0"359,-8-1 180,12 1 90,-12-1 180,10 1 180,1 0 899,0 0-899,39-5-270,-11 4-868,13-1 1,11-1-1,-4 1 823,-6 1 0,3 0-23,-1 1 1,5-1-1,4 1 1,3-1-351,-3 1 1,3-1 0,4 1 0,2 0 0,0-1 0,-2 1 0,-2 0 327,-2 0 0,-2 0 0,-1 0 0,0-1 0,2 1 0,3 0 10,-4 0 0,2 0 0,2 0 0,2-1 0,-1 1 0,1 0 0,-2 0 0,-1 0 0,-3 0-296,6 0 1,0 0 0,-3 0 0,-1 0-1,-2 0 1,-2 0 285,6 0 0,-4 0 0,0 0 0,1 0-211,-3 0 0,3 0 0,-1 0 0,-3 0 0,-5 0 256,5 0 0,-2-1 202,2 0 1,4 0 0,-7 0-114,-12 0 1,-1 0 666,12-1 1,-5 0-532,-12 0 359,11-2-449,-19 1 1952,10-2-1683,-10 1 2290,-1 0-2919,3 1 1389,-6 0-2199,2 3-854,-4 0 1844,1 2 0,-5-1 0,0-1 0</inkml:trace>
  <inkml:trace contextRef="#ctx0" brushRef="#br0" timeOffset="16056">16348 7760 11221,'3'-11'179,"-1"3"181,1-3-180,0 3 180,-1 1-180,1-1 360,-1 2-361,0-1 181,1 0-90,-2 2-180,-4 8-90,0-1 90,-12 20 0,-5 13-45,6-9 0,0 1 0,2 2 0,2 0-45,3 5 0,3-3 0,4 5 0,12 9 45,5-22 0,3-3-90,-2 0 0,2-1 45,10 10 0,0-3 0,1-1-90,-2 3 90,-22-17 0,-3 14 0,-6-11 0,-11 16 0,-10-10 0,-3-1 0,-7 8 0,-6-3 0,1-3 0,11-8-135,0-2 0,2-2-135,8-3-1799,-16-1 2069,20-12 0,-1-6 0,7-8 0</inkml:trace>
  <inkml:trace contextRef="#ctx0" brushRef="#br0" timeOffset="16303">16248 7835 11850,'-2'-17'1619,"15"-6"-1529,0 10 90,11-1 0,3 2-90,5 1-135,8-1 0,2-1-540,-10 4 1,-2 0-1,1 0 0,0 1 585,0-2 0,-3 1 0,-3-1 0,10-4 0</inkml:trace>
  <inkml:trace contextRef="#ctx0" brushRef="#br0" timeOffset="16622">16912 7658 13110,'7'16'224,"-3"10"1,-1 4-135,-2 5 0,-1 1-45,1 2 0,0 2-1138,-2-2 1,0 3 0,-1-5-10,1-10 1,0-1 1101,-3 23 0,1 0 1478,0-6-1433,0-7 0,0 0-45,1-4 772,0 16-861,3-31-631,1 10 180,0-16-1293,3 5 1833,1-15 0,7-6 0,2-5 0</inkml:trace>
  <inkml:trace contextRef="#ctx0" brushRef="#br0" timeOffset="17107">17300 7738 11400,'-4'-7'540,"-1"-1"-90,3 4 0,-1-1-270,9-1-90,-2 2 89,19-1-89,-9 3 0,16 1-90,-14 0 180,18 3-180,-17 0 90,18 9 0,-18 19-90,-2-4 45,-13 2 0,-5 2-45,-7 2 0,-8 10 0,-3 1-155,10-20 0,-2-1 155,-3 9 0,-4 3 0,3-2 0,0 0 0,1-2 0,0-2 0,2 1 45,0 3 0,5-3-45,11 0 0,-2 4 0,16-11 0,2-11 0,10-2 0,-5-3 0,23-6 0,-20-2-90,0 0 0,1-2-90,1 0-360,6-3 1,3-1-721,-10 3 1,1-1 1259,15-3 0,1 0 0,-11 2 0,-1 1 0,0 0 0,0 0 0</inkml:trace>
  <inkml:trace contextRef="#ctx0" brushRef="#br0" timeOffset="17970">19827 7659 11041,'15'-13'1079,"-3"2"-719,-3 3 0,-4 1 449,-2 4-629,-13 12 0,-8 15-90,-3 1-45,8-1 0,3 1-45,7 13 0,1 0 0,8-13 0,6 0 0,9-1 0,3-1 0,0 1 0,0-1 0,2-1 0,0-3 0,11 8 0,-17-10 0,0 4 0,-7-5 0,-9 9 0,-6-12 0,-16 19 0,-4-15 0,-1 0 0,-12 10-102,5-9 0,1-1 102,5-6-270,-19 9 90,21-10-989,-18 6-2108,24-11 2836,-3-1 1,11-7 0,5-2 0</inkml:trace>
  <inkml:trace contextRef="#ctx0" brushRef="#br0" timeOffset="18203">19827 7673 11221,'-2'-9'269,"1"-1"-89,9-1-90,1 2 0,16-4-90,-6 7-45,7-2 0,3 1-135,5-1-683,0 0 1,1 1-487,-2 0 1349,15-3 0,-19 4 0,6-2 0</inkml:trace>
  <inkml:trace contextRef="#ctx0" brushRef="#br0" timeOffset="18541">20445 7625 11490,'12'0'2159,"2"9"-1799,-5 23-270,-5-2 0,0 2-45,-1-4 0,-1 1 45,-1 18 0,-3 2-45,1-14 0,-1-1-45,0-1 0,0 2 45,-1 4 0,0-5-45,1-7-315,0 0 0,1-1-45,2-8-1259,1 15 1619,4-22 0,-2 1 0,1-8 0</inkml:trace>
  <inkml:trace contextRef="#ctx0" brushRef="#br0" timeOffset="19124">20921 7572 11580,'-10'-9'810,"-4"-1"-270,5 4-1,-1 0-179,4 1 90,21 5-360,-6-2 0,23 5 0,-17-2 90,32 5-90,-13 0-90,12 1 89,-18 2 1,-3 0-90,-3 3 0,0 1 0,-1 2 0,-10 3 90,1 27-90,-11-14-187,-4 0 0,-3 0 187,-10 9 45,-7 2 0,-3 0-468,10-19 1,-1 0 422,-13 16 0,0 0 0,12-17 0,2 0 0,-5 6 0,2 0 0,-2 8-440,6 4 440,17-25-50,18 12 50,-2-13 407,24 5-318,-14-12 452,11-3 0,5-2-496,-9-3 0,0 0-45,5 1 0,0 0 45,1-3 0,-6 1 637,-7 0-682,21 0 169,-29 2-79,20 2-90,-21 0-90,22 5-810,-14 1-989,3 1 540,-8-2 1349,-11-2 0,-6-3 0,0-1 0</inkml:trace>
  <inkml:trace contextRef="#ctx0" brushRef="#br0" timeOffset="19704">18721 7964 11221,'-5'-12'989,"-1"-2"-269,1 5-91,-1 0-359,27 35-180,-9-10-90,4 5 0,2 1 90,11 10-90,-7-9-90,0-1 0,0-2-90,-1-2-315,-1-1 1,0-2-2475,1-5 811,0 0 2158,-6-8 0,-4-6 0,0-2 0</inkml:trace>
  <inkml:trace contextRef="#ctx0" brushRef="#br0" timeOffset="19870">19089 7880 10771,'-3'-15'0,"-1"4"90,-4 6 360,-20 30-2089,0 11 1,0 5 1465,5-11 1,0 3 172,-2 7 0,-1 6 0,2-4-1639,1 0 1,3-2 632,-2 2 0,1-2 1006,3-5 0,1-4 0,-2 2 0,0 1 0</inkml:trace>
  <inkml:trace contextRef="#ctx0" brushRef="#br0" timeOffset="21471">17505 9612 8972,'4'-11'1259,"-1"3"-269,2-4-181,0 3-359,5-5-180,6 1 90,22-3-360,-9 6 89,-5 4 1,3 1 0,4 3 0,-2 3-90,10-2 0,-8 4 0,-3 2 90,-13 4 0,4 19-90,-15-9 0,-4 5 0,-6 3 45,-16 12 0,-8 2-45,9-12 0,-1 1 0,0 0 30,0-1 0,-1-1 0,0 1-30,-3 1 0,-2 0 0,6-5 0,1 2 0,2-1 0,4-3 0,12-10 0,11 10 0,2-13 90,26 7-90,12-13 0,-18-2 0,-1-1 0,-3-1 0,-1-2 0,3-1 0,-3 0 0,-2-1-270,2-1 0,0 0-89,-3 0-901,17-5-629,-20 5 1889,12-4 0,-5 3 0,7-3 0</inkml:trace>
  <inkml:trace contextRef="#ctx0" brushRef="#br0" timeOffset="21770">18223 9766 11400,'-15'-17'1620,"2"1"-1171,32 10-449,-7 3 135,18 8 0,5 5-90,-4 1 0,-1 2 0,1-1 0,0 0-45,-2 0 0,-2 1 0,13 9-630,-5-1 271,-4 0 359,-10-3 0,-20-10 0,0 3 0</inkml:trace>
  <inkml:trace contextRef="#ctx0" brushRef="#br0" timeOffset="21971">18558 9696 11131,'-5'-19'0,"0"6"359,-10 7-269,4 11 45,-6 13 0,0 5-45,-2 5-1729,-4 11 1,1 1 844,1-4 794,2 1 0,1-1 679,1-2-1938,3-4 0,2 1-630,0-4 1843,-1 10 0,9-17 0,2-1 0</inkml:trace>
  <inkml:trace contextRef="#ctx0" brushRef="#br0" timeOffset="22507">19044 9493 11580,'-12'-17'2249,"7"-1"-1979,6 10 0,13-5-90,-2 7 90,28-9-181,-15 7 46,9-1 0,2 1-45,-4 2-45,2 1 0,0 2 135,5 8-180,-2 1 90,-11 33-45,-31-9 0,-5 2-45,5-2 0,-3 2-1093,-9 3 1,-7 3 0,3-5 1079,4-8 1,0-2 12,-4 5 0,-2 3 0,3-4-11,-6 9 56,4-4 0,2-1-45,4-2 0,5-6 0,1 0 0,7-7 0,7 11 0,2-15 0,14 6 90,1-11-90,11-1 0,9-6 0,-9-3 0,4-1 0,4-2 0,0 0-45,-5 1 0,-2-1-45,5 0 0,-4-1-180,-4 0-1259,0-1 0,1 0 1529,8-3 0,8-3 0,-21 5 0</inkml:trace>
  <inkml:trace contextRef="#ctx0" brushRef="#br0" timeOffset="22804">20333 10008 13379,'5'-9'270,"0"2"0,-9 3 0,-4 2 0</inkml:trace>
  <inkml:trace contextRef="#ctx0" brushRef="#br0" timeOffset="24974">17231 11144 9602,'-8'-4'1259,"1"-1"-540,3 3 1,1-3-270,1-2-270,3 1 179,4-3-179,1 4 180,13-6-270,-5 6 90,22-7-180,-14 6 90,4 1 0,2 1 90,20 0-180,2 1 45,-19 7 0,-3 4-45,-6 14 0,5 4 45,-31 5 0,-9 3-45,-8 3-417,-6 4 1,-2-1 416,12-20 0,-2 0 0,-7 7 0,-5 4 0,3-4 0,10-8 0,-1-1 0,-16 18 0,2-3 0,15-12 0,-5 15 0,18-8 0,8 2 0,5-8 0,22-9 0,18-11 0,-16-4 0,2 0 371,-4 0 1,0-1-687,8-4 0,-4 1-45,-6 1-540,0-1 1,-2 0-900,-7 2 1799,15-6 0,-17 3 0,6-3 0</inkml:trace>
  <inkml:trace contextRef="#ctx0" brushRef="#br0" timeOffset="25454">18128 11089 11400,'1'-18'900,"1"2"-540,0 3 539,1 4-809,-12 8 0,3 4 0,-16 10 0,0 5 0,-5 6-90,6-3 90,0 13-90,15-16 90,6 22-90,20-11 0,-1 0 0,6-8 0,3-2 0,5-1-45,-7-5 0,-1 1-45,11 7 0,-12 1 90,-7-4-90,-20 13 90,-5-16 0,-23 19 0,10-16 0,-5-1 0,-1-1-90,0 0-180,0-3 0,1-1-179,7-3 449,-12 0 0,21-11 0,-4-3 0</inkml:trace>
  <inkml:trace contextRef="#ctx0" brushRef="#br0" timeOffset="25675">18160 11136 11760,'-13'-21'1709,"2"4"-1259,7 1-90,18 3-270,0 3-90,13 0-540,8-1 180,-11 3-629,21-6-1,-23 7 990,25-8 0,-15 4 0,-8 3 0,-1 0 0</inkml:trace>
  <inkml:trace contextRef="#ctx0" brushRef="#br0" timeOffset="26104">18739 10972 13110,'-10'-4'989,"-11"15"-809,1 8-135,2 3 0,1 1 45,-6 12 0,1 5 0,1 1-811,10-18 1,1 0 765,-8 19 0,2 2 0,10-19 0,1-1-45,2 10 0,1-1 0,3 9-90,14 5 546,-3-28-546,22 7 90,-15-16 147,18 1-147,-2-19 0,-11 2 0,8-17 90,-27 10 0,-6-17-90,-6 17 838,-20-11-838,-1 18-270,-2-1-1259,-2 13 269,20-1 1260,-3 7 0,17-1 0,3 3 0</inkml:trace>
  <inkml:trace contextRef="#ctx0" brushRef="#br0" timeOffset="26404">19223 11226 12210,'-7'-18'2698,"4"4"-2068,34 31-450,-10-3 0,2 2-90,3 3 0,4 2 0,-3-1-45,0 1 0,0 0-45,6 4 0,-4-3-180,-8-6-720,10 6 271,-17-12-1170,4 3 1799,-13-9 0,0-1 0,-5-3 0</inkml:trace>
  <inkml:trace contextRef="#ctx0" brushRef="#br0" timeOffset="26588">19518 11181 11041,'-10'-15'359,"0"1"-89,4 9 270,-12 9-180,-2 12-270,-7 6-1561,3 10 0,1 2 1560,-1 0 1,1 4 0,0-1 0,6-7-270,3-2 1,0 0-181,2 0-1079,-5 15-270,13-27 1709,4 5 0,7-9 0,4 3 0</inkml:trace>
  <inkml:trace contextRef="#ctx0" brushRef="#br0" timeOffset="27056">19856 11047 11670,'-3'-9'1529,"8"-4"-1259,1 5 270,17-5-360,-8 7 180,27-4-90,-2 3-91,9 3-89,-18 4 0,-2 3-45,-4 4 0,-2 2-45,16 7 180,-11 25-180,-27-14 0,-4 1 0,-5 5 45,-17 8 0,-3-1-256,9-9 1,-2 0 210,-2 0 0,-2 0 0,2-3 45,3-6 0,2-1-45,-6 7 0,3-1 0,-6 6 0,7 1 0,15-22 0,4 7 0,3-10 90,10 4-90,-1-8 0,35-3-90,-4-6-45,-6 0 0,2-2-1504,2-3 1,-2-2 936,-10 4 1,-1-1-468,11-4 0,-3-1-661,-4-1 1830,-6 1 0,0-1 0,7-10 0,-12 9 0,0-1 0</inkml:trace>
  <inkml:trace contextRef="#ctx0" brushRef="#br0" timeOffset="27508">20632 11150 11221,'2'-19'1529,"2"-2"-1259,-2 13 449,2-5-359,-3 6 539,1-1-809,-8 9 0,2 2 90,-16 18-180,10-6 90,-11 14 0,13-13-90,-4 16 90,10-9-90,1 8-90,7-12 0,12 7 90,-6-13-180,19 14 90,-7-8 90,1 0-90,-1 8 90,-15-15-90,1 13 90,-8-12-90,-15 22 90,-14-7 0,-5 7 0,4-15 0,-1-2-89,2-3-136,3-1 0,1-3-135,8-3-2917,-13 0 2477,16-8 0,-3 0 0,11-6 1</inkml:trace>
  <inkml:trace contextRef="#ctx0" brushRef="#br0" timeOffset="27738">20584 11085 11940,'-3'-9'1259,"2"3"-809,30-3-360,-9 5 45,8-3 0,5-1-450,-2 1 0,0 0 90,0 0 1,1-1-1415,17-3 1,-2 0 982,-1 0 1,-8 2-1,1 0 1,7-1 0</inkml:trace>
  <inkml:trace contextRef="#ctx0" brushRef="#br0" timeOffset="28158">21603 10926 15718,'-14'5'764,"-6"12"1,-2 4-585,-10 10-339,8-4 0,-4 6 0,2 1 279,5 0 0,1 1 0,1 1-1059,-2 4 1,1 0 0,1 0 968,4-6 0,0 0 0,4-2-30,3 6 0,5-5 692,4-6-827,13 5 0,6-2 45,12-4 45,-9-3 0,4-4-45,5-14 1,2-6 44,-7-2 0,-1-2 45,12-4 0,-1-2 0,-12 2 0,-3-2 45,3-9 0,-5-1-45,-2-1 496,-2-19-496,-19 24 2823,-33-16-2823,2 21-855,-2 7 1,1 5-46,-3 6-739,13 7 1,3 4 1378,7 4 0,1 7 0,8-3 0</inkml:trace>
  <inkml:trace contextRef="#ctx0" brushRef="#br0" timeOffset="28625">18559 12181 12120,'-13'-2'3276,"27"-14"-2774,4 6-8,23-5 1,7 1-1156,-20 7 1,3 1 794,1 0 1,5 0 0,3 0 0,4 0-483,-6 2 0,4 1 0,3-1 0,0 1 1,1 0-1,-2 0 0,-2 0 384,4-1 0,-4 0 0,1 1 0,1-1 0,6 0-122,-8 2 0,3-1 1,4 0-1,2 0 0,1 0 1,0 1-1,-1-1 0,-2 0 1,-4 1-1,-3 0 104,8-1 0,-6 1 0,-2 0 0,3-1 0,9 1-85,-17 0 0,3 0 0,3 0 0,3 0 0,2 0 0,2-1 0,0 1 0,1 0 0,0-1 0,0 1 1,-1 0-1,-2 0 0,-2 0 0,-3 0 87,10 0 0,-3 0 0,-2 0 0,0 0 0,-1 0 0,0 0 0,0 1 0,2-1 0,2 0-89,-3-1 1,1 1 0,1 0-1,1 0 1,0-1 0,1 1-1,-1-1 1,-1 1 0,0-1-1,-2 1 1,-1 0 88,2 0 0,1 0 0,-1 0 0,0 0 0,-2 0 0,-2 0 0,-2 0 0,-4 1 0,-3-1 107,16-1 0,-9 0 0,4 0-109,-5 0 0,4 0 0,1 0 0,-4-1 0,-8 1 628,-4-1 1,-4-1-737,8-4 0,-6-1-180,-13-1 450,-33-14-1819,-21 15 1,-8 4 1406,0-2 1,-1 1 0,10 3 0,-1 1 0,2 1 0,-1 2-1,0 0 1</inkml:trace>
  <inkml:trace contextRef="#ctx0" brushRef="#br0" timeOffset="29591">9514 6929 11311,'-10'-4'1079,"21"9"-629,24 2-211,-2-2 1,8 2 0,7-2-709,-11-3 1,4 0 0,4-1 0,3 0 0,1-1 0,1 1 0,1-1 346,-6 1 1,0-1 0,1 0-1,2 1 1,0-1 0,2 0-1,1-1 1,1 1 0,1 0-1,2 0 85,-12 0 0,1 0 0,2-1 0,1 1 0,2 0 0,0-1 0,1 1 0,0-1 1,1 1-1,-1-1 0,0 1 0,0-1 0,-1 1 0,-1-1 0,-1 1 0,-1-1 1,-1 1 43,5-1 1,-2 1-1,-1-1 1,-1 1-1,-1-1 1,-1 0-1,1 1 1,0-1-1,1 1 1,1-1-1,1 1 1,3 0-18,-6-1 0,3 1 0,2 0 0,1 0 0,1 0 0,1-1 0,1 1 0,0 0 0,-1 0 0,0 0 0,-1 0 0,-2 0 0,-1 0 0,-2 1 0,-3-1 0,-2 0 0,-3 0 35,11 1 1,-5 0 0,-4 0-1,-2 0 1,1 0 0,2 0 0,6 0-81,-5 0 0,5-1 1,2 1-1,2 0 1,2 0-1,0 0 1,0 0-1,-1 0 1,-2 0-1,-2 0 1,-5 0-1,-3 0 91,10 0 0,-6 0 0,-3 0 0,1 1 0,4-1-3,-5 0 1,4 1 0,2-1 0,1 1-1,-1 0 1,-3-1 0,-3 1 0,-5-1 26,11 0 0,-8 0 0,4 1 179,3 0 1,4 0 0,-1 0-1,-9 0-104,-7-1 0,-3 0 693,16 1 1,-5-1-559,-19 0 1597,5 0-2946,-25 6 2657,4-2-4855,-21 15 3008,7-9 269,-13 11 0,1-7 0,-8 4 0</inkml:trace>
  <inkml:trace contextRef="#ctx0" brushRef="#br0" timeOffset="33458">24856 9133 9242,'-7'-12'2428,"0"-1"-1618,0-1-270,2 3 269,1 3-539,6 20 0,1 37-225,-1-24 0,1 2-95,-1 11 1,1 5 0,0-1 109,-1-8 0,0 0 0,0-1-30,1 1 0,-1 0 0,1 1 0,-1 5 0,1 0 0,-1-5-120,1 8-90,-1-6 0,1-2-540,-1-5-1528,2 3 2248,0-13 0,-3-7 0,1-9 0</inkml:trace>
  <inkml:trace contextRef="#ctx0" brushRef="#br0" timeOffset="33888">25260 9198 11221,'2'-23'1169,"-2"7"-360,-2-5-539,-2 12-180,-3 8 180,-4 9 0,-12 27-180,5-5 0,1 3 0,0 3-499,-1 7 469,6-12 0,0 5 0,0-4-15,4-6 0,0 0 0,-6 23 0,3-2-45,6-5 90,6 0 0,2 0-90,3-15 0,2-1 44,6 12 0,4-3-44,1-15 0,2-3 0,15 5-90,8-19 90,-21-7 0,2-9 0,0-1 0,-3-3 0,-3-3 0,-2-2 0,-8 0 0,-8-26 0,-18 10 0,-3-4-45,1 21 0,-4 3 45,-19-3-90,6 4-41,-3 8-319,26 10-2827,-6 5 3242,13-2 0,3 10 1,9-1-1</inkml:trace>
  <inkml:trace contextRef="#ctx0" brushRef="#br0" timeOffset="34173">25466 9552 12030,'-7'-20'720,"3"8"-1,-2-7-449,6 10 360,6 1-450,2 4 269,27 16-314,-10 2 0,0 1-90,-2-1 0,3 2 75,2 4 0,2 3 0,-3-2-321,-7-3 1,0 0 110,11 8 0,-2-1-630,2 4-1169,-11-11-1388,-6-6 2724,-7-14 1,-8-9 0,-2-7 0</inkml:trace>
  <inkml:trace contextRef="#ctx0" brushRef="#br0" timeOffset="34359">25831 9606 10771,'-4'-30'-270,"0"8"630,-4-18-180,3 22 269,-2-13-269,4 21 540,-4-2-540,-3 11 180,-6 9-270,-3 6 179,-6 15 1,-2 5-180,8-10 0,-1 2-45,-6 8 0,-1 2-90,0 8 0,4-4-225,2-3-180,2-1 1,3-2-361,8-15 810,4 9 0,6-14 0,5 6 0</inkml:trace>
  <inkml:trace contextRef="#ctx0" brushRef="#br0" timeOffset="34675">26144 9212 11400,'1'-17'810,"0"5"-450,4 1 90,5 14-91,3 16-269,-2 4 0,-7 3 0,-3 3 0,-2-3 0,-1 3-306,-2 16 1,-1 3 259,1-6 1,0 1 0,-1 3 0,1-1-225,1-7 1,1-4-181,0 11-540,3 0 91,0-29 809,4 6 0,-1-14 0,4 0 0</inkml:trace>
  <inkml:trace contextRef="#ctx0" brushRef="#br0" timeOffset="35108">26643 9076 11311,'-18'-5'1439,"5"3"-1125,-2 19 1,0 6-45,-1 5-90,-2 6 0,-1 3 0,0 6-1273,6-13 1,0 5 0,1-3 1069,3-7 0,2 1 113,-7 23 0,4-1 1038,5-5-1008,5-9 0,3 6 0,1-4-75,4-4 0,1-1 112,0 2 1,2 3 0,2-5-68,11-1 0,2-5-90,9 7 0,-9-18 0,-1-4 90,-2-6-90,4-8 0,1-4 0,1-5 45,3-10 0,-3-5 0,-18 4 0,-6-2 827,2-8 0,-6-1-827,-12 4 0,-5 2-45,1 8 0,-4 2 90,-14-2 0,0 4-90,-1 4 0,4 5 0,2 3 49,8 7-858,-13 10 359,21-2-2319,-3 15 2769,20-1 0,5 4 0,8 0 0</inkml:trace>
  <inkml:trace contextRef="#ctx0" brushRef="#br0" timeOffset="35288">26829 9834 12750,'-9'-6'-90,"7"1"0,-7 6 0,1 3 0</inkml:trace>
  <inkml:trace contextRef="#ctx0" brushRef="#br0" timeOffset="36092">24701 10884 10861,'-8'-10'809,"0"1"181,2-1-361,3 4 181,0-2-270,2 3 449,-1-1-899,0 12 90,-1 7-90,-3 24-1696,0-3 0,0 1 1651,1-8 0,0 0 0,-3 18 0,-1-1-64,0-1 64,0-2 0,-1-1-45,2-3 45,1-7 0,0-2-45,3-8 0,-2 15 90,4-18-90,0 5 0,9-7 0,0-10 0,14 6 90,-3-10-90,13-1 0,3 0 0,9-2 821,-11 1 1,4 0 0,-4 0-822,-4 0 0,0 0 0,10 0 0,6-1 0,-4 1 45,-10 0 0,1 0-45,9-1 0,5 0 0,-8 1 0,4-1-45,-5 1 0,-4-1-45,-13 0-212,8-3 33,-19 1-811,-1-1 541,-9-1-1890,-5-3 2429,-8-2 0,-3-1 0,-3 1 0</inkml:trace>
  <inkml:trace contextRef="#ctx0" brushRef="#br0" timeOffset="36458">25173 11214 11760,'-5'-7'720,"0"-1"-360,4 2 269,5-2-539,1 4 270,10-1-180,-3 4 90,22 4-180,-14 0 90,22 6-90,-21-2-1,3 1 1,3 2 0,15 5-45,-13-5 0,-2 1-45,10 2 90,-2 2-90,-21-8 90,8 4-90,-18-6 0,-10 11 90,-8-3-90,-22 16 0,8-10 45,-5 6 0,-4 2-258,10-5 1,0 1 62,0-1 0,-1 2 0,2-2-30,0 0 0,2 1-1259,-7 8 0,2-2-360,5-3 1799,5-4 0,1 0 0,2-2 0,-2 3 0</inkml:trace>
  <inkml:trace contextRef="#ctx0" brushRef="#br0" timeOffset="37275">25935 11724 11940,'-15'-3'2968,"4"1"-2698,16-3 360,41-2-450,-2 0-646,-7 3 0,5-1 586,-2 3 0,3 0 0,-2 0-962,3 0 0,4 0 878,-11 0 0,6 1 0,2-1 0,-1 0 0,-5 1-595,2 0 1,-4-1 0,7 1 583,-7 0 1,6-1 0,3 0 0,2 0 0,-1 0-1,-2 0 1,-4 1-467,4-1 1,-5 0 0,0 0 0,8 0 450,-9 0 0,4 0 0,4 0 0,1 0 0,2 0 0,1 0 0,-1 0 0,-2 0 0,-3 0 2,4-1 1,-1 1 0,-2 0 0,0-1 0,0 1 0,1-1-1,1 1-139,-1 0 0,1 0 1,1 0-1,0 0 1,0 0-1,-1 0 1,0 0-1,-1-1 139,1 1 1,1-1 0,-1 1 0,-1-1 0,-1 1 0,-3 0 0,-2 0-13,6-1 0,-4 1 0,-2 0 0,1 0 50,-1-1 0,2 0 0,-4-1 1,-5 1 38,-3 0 1,-2 0 601,18-2 1,-3-1-242,-10 1-360,-2-1 1824,-7 4-1914,-14 1 2325,4 1-3674,-5 2 3311,-6 1-2951,-6 1-2288,-21-2 257,0-2 3020,-5-2 0,-2-1 0,-13-2 0,12 2 0,0-1 0</inkml:trace>
  <inkml:trace contextRef="#ctx0" brushRef="#br0" timeOffset="46089">3223 14523 7083,'-8'-1'450,"-6"-2"-1,0 0-269,-1 0 270,-4-1 360,6 0 179,-7-2 90,5 2 91,-2 0-451,7 2-359,0 1 0,3 1-270,15 5 0,-1-2-45,15 1 0,9 0 0,12-3 0,3-1-719,-3 1 0,4 0 674,-4-1 0,5-1 0,4 0 0,1 0 15,-10 0 0,3 0 0,1 0 0,0-1 0,-1 1 0,-1 0-605,1 0 1,-2 1 0,-1-1 0,2 0 0,3 0 601,0 0 1,3 0 0,2 0 0,1 1 0,-2-1 0,-4 0 0,-5 1-378,-2 0 1,-6 0 0,0 1 0,5-1 364,1 1 0,4-1 0,4 1 0,1 0 0,-1 0 0,-3-1 0,-5 1-360,4 0 1,-6 0 0,0-1-1,5 1 360,-3 0 0,4 0 0,3 0 0,1 0 0,-2 0 0,-2-1 0,-6 1 0,10 0 0,-5-1 0,4 1 15,-5-1 0,4 0 0,3 1 0,-1-1 0,-1 0 0,-6 1-15,8-1 0,-5-1 0,3 1 0,1 0 0,3 0 0,-1 0 0,-7 0 147,-1 0 0,-7-1-57,-9 0 0,-3 0 90,9-1-90,-13 0 1837,-1-3-1837,-10 2 1624,2-1-1624,-5 2 3122,2-1-3122,-1 0 311,2 2-581,-4 1-270,2 2-359,-3 0-1260,0 2 2069,-2 0 0,-9 2 0,-3 2 0</inkml:trace>
  <inkml:trace contextRef="#ctx0" brushRef="#br0" timeOffset="50792">24799 10188 10861,'-18'-6'-630,"-10"-3"720,13 4 90,-18-7 0,19 7 360,-17-7-271,18 7 181,-10-5-180,14 6 360,-7-3-450,8 3 449,-8-2-269,10 4-180,27 1-90,2 2-30,12 1 0,10 2 0,-2-1-1206,0 1 1,2 0 1163,-9-1 0,5 0 0,3 0 0,-1 1 0,-4-2-18,3 2 0,-3-1 0,6 0 15,-4 0 0,6 0 0,3 0 0,0 0 0,-2-1 0,-5 1-532,-4-1 1,-4 1 0,0-1 0,6 0 528,0 0 1,6 0 0,2 0 0,3 0 0,0 0 0,-2 0 0,-2-1-13,-1 1 0,-1-1 0,-2 0 0,1 0 0,0 0 0,1 0 0,-4 0 0,2 0 0,0-1 0,0 1 0,-1 0 0,0-1 0,-3 1 0,8 0 0,-1 0 0,-2-1 0,-2 1 0,-2-1 30,13 0 0,-5 0 0,-9-1 60,2 1 90,-9-1 0,-1-1 0,-6 1-90,1 0-1,-7-1 1,-8 2 1516,0 0-1786,-1 0 2300,-2 1-2749,-2 0 629,-1 0 0,-3 0 0,0 0 0</inkml:trace>
  <inkml:trace contextRef="#ctx0" brushRef="#br0" timeOffset="54591">23663 9300 10771,'-7'-10'-630,"-7"-5"630,2 1 270,-11-5-180,10 6 90,-11-1 90,-3 5-180,-9 2 0,5 3 0,-12 9 0,23-1-1,-27 13-89,19 1 0,-3 1 90,7 12-90,19-16 0,4 26 0,22-2 0,-1 1 0,5-10 0,2-1 90,-1-2-90,5 2 0,2 3 0,-12-9 0,0-1 0,0 0 0,0 1 45,-1 3 0,-5 1-45,-7 5 0,0 2 0,-22 7 90,1-24-90,-11 5 0,-3-1 0,-2-5 0,-6 2 0,-3 0 0,-8-3 0,22-6 0,0-1 0,-17 0 90,24-8-90,2-1 0,19-18 0,8 4 45,11-12 0,4-1-45,6-7-175,-6 8 0,4-5 1,-2 0 174,-5 5 0,-2 0 0,0 0-245,0 0 0,1 0 0,-2-2 305,2-6 0,-1-2 0,-6 2 30,-6 3 0,-4 1-45,2-7 0,-4 0-79,-10 8 0,-4 4 34,-11-5 0,-5 14 0,-3 5-719,-16 9-676,13 4 1,1 5-45,-2 8 1448,9 7 1,14-4-1,0 2 1</inkml:trace>
  <inkml:trace contextRef="#ctx0" brushRef="#br0" timeOffset="55389">23159 8869 9781,'-12'-12'-269,"3"4"269,-5-3 0,7 7 90,-8-2-1,7 6 181,-15 12-135,1 10 0,0 6-45,3-7 0,-1 4-418,-2 10 1,-3 10 0,0 2 0,4-3 387,2-1 0,3-2 0,0 3-15,-1-4 0,-1 2 0,1 2 0,3 1 9,4-2 0,1 3 0,2 1 0,1-3 0,1-5-9,1 9 0,1 1-27,2-12 0,0 5 0,1 3 0,0-4 0,2-6 27,3 2 0,3-3-15,6 8 0,4 4 0,-1-6 15,-2-11 0,2-1-15,5 3 0,4 3 0,-1-7-30,15 1 30,-11-15 0,6-1 0,-4-4-30,-6-3 0,2-4 30,8-1 0,5-3 0,-2-2-446,5-6 0,0-7 438,-9 1 1,4-3-1,-1-2 1,-2 1-23,-2 0 0,-2 2 0,1-5 0,1-4 0,2-5 0,-2 0 0,-5 3-430,2-3 1,-4-3 451,-3-1 1,2-7-1,-1-1 1,-3 5 6,-6 8 1,-3 3 0,1-4 15,1-8 0,0-6 0,0 0 0,-5 6 0,-1-1 0,-7-2 45,-3 7 0,-3-6 0,-2-3 0,-3 1 0,-3 4-23,-4 1 1,-3 3-1,-3 1 1,-2-3-408,1 4 0,-2-3 0,-1 0 0,-3 0 0,1 3 0,-2 4 358,-1 3 0,-1 3 0,-2 2 0,0 3 0,-1 1 4,-10-1 1,-2 3-1,0 3 1,4 4 55,3 2 0,4 3 0,-3 5-236,1 4 1,-2 5 0,1 1-1,5 0-67,-3 3 1,2 4-646,-5 7 1,-3 5-1,8-1-434,12-4 0,5 1 1183,-4 9 1,3 3 0,6 0-1,3 2 1,1 3 0,-1-1-1</inkml:trace>
  <inkml:trace contextRef="#ctx0" brushRef="#br0" timeOffset="56392">22088 9589 10951,'9'-7'180,"5"-5"539,-4 2-179,2-4-360,-9 5 270,-11-3-91,-20 1-179,-1 1-1015,-17 3 0,-4 2 880,20 2 0,-3 1 0,-10 0 0,-10 1 0,-2 0 0,7 0-15,10 1 0,4-1 0,-6 1-15,-1 0 0,-5 0 0,-4 1 0,-1-1 0,1 1 0,4-1 3,3 1 0,1-1 0,1 0 0,1 1 0,-1-1 0,-1 1 0,-1-1 0,1 1 0,-1 0 0,0 0 0,-6 0 0,-1 1 0,0 0 0,3 0 0,6 0-58,5 0 1,4 0 0,-1 1 9,-13 1 0,-3 0 0,9 1-510,-4 3-359,35 5 539,14-7-539,13 2 359,-8-6 540,11-2 0,-3-3 0,9-3 0</inkml:trace>
  <inkml:trace contextRef="#ctx0" brushRef="#br0" timeOffset="56807">20919 9343 10591,'2'-11'-90,"-2"-4"360,-1 4-180,-1-1 449,-1-4-449,0 8 360,-2-6-180,-9 7-90,-6 8-180,-6 1-1606,-12 17 0,-3 5 1651,19-12 0,0 1-45,-12 6 0,-4 3 0,4-2-118,9-6 0,1 0 118,-9 4 0,-3 1 0,3-1 45,6-3 0,1 0-45,-3 2 0,-2 0 0,4-1 0,-9 6-4,11-3 1,3 1 3,9 1 0,3 11 0,49-6 90,-6-7-90,2-6 0,2-1 2785,6 0-2785,-10-5 0,5 1 0,-3-1-310,-5-1 1,1 0 189,9 2 0,5 0 0,-6 0-60,-10-2 0,-1-1-780,7 3 1,4 0 0,-5 0-840,14 3 1551,-12-2 0,-3-1 0,2 2 0,-2 0 0</inkml:trace>
  <inkml:trace contextRef="#ctx0" brushRef="#br0" timeOffset="62439">20736 14471 8162,'-35'-17'270,"12"6"0,-2-2-135,0 2 0,1 0-135,-19-9 45,15 7 0,2 1-45,6 3 270,-14-6-180,19 8 269,-10-4-179,15 7 900,-12-6-271,11 5-539,-6-3 720,9 3-811,10-2 1,2 0 180,37-9-180,-11 8-90,6 0 0,2 0 0,7 3 0,0 5 0,-1 2-90,1 4 90,-2 8 0,-4 4-90,-14 3 45,-9 13 0,-6 2-45,-15 7-960,-5-11 0,-3 4 0,-1-2 960,-2-1 0,-5 0 22,-2 3 1,-6 5-1,-1 0 1,3-5-23,5-7 0,2-3 0,-4 4 0,-2 2 0,-4 5 0,-1 2 0,1-2 0,5-6 0,-3 3 0,1 0 0,-1 3 0,-2 3 0,6-3-117,11-9 1,3-3 116,-1 0 0,4 0 0,10 20 0,13-25 0,5-3 0,11 10 45,4-11 0,3-4-45,4-6-504,-10-5 1,4-2 0,-4 0 503,-6 0 0,1-2-90,6-1 0,3-1 0,-4 0-180,13-6-360,-2-1 1,1-2 993,-18 3 1,0-1-365,15-8 0,-1-1 0,-18 6 0,-3-1 0,2-2 0,-1 0 0</inkml:trace>
  <inkml:trace contextRef="#ctx0" brushRef="#br0" timeOffset="62708">21256 14720 11580,'-5'-12'720,"-1"-2"-450,3 4 539,-2-2-629,3 5 180,-1 0-270,4 1 720,26 5-451,12 8-269,-7 0 0,3 3-1225,11 8 1,-2 2 1179,-14-7 0,-1 1 0,13 9-1,-3-1-44,-8-1-360,-7-3 1,0 0-91,-4-1-899,3 9 270,-20-17 1079,-9 6 0,-6-11 0,-7 2 0</inkml:trace>
  <inkml:trace contextRef="#ctx0" brushRef="#br0" timeOffset="62908">21588 14664 11490,'-8'-24'540,"-3"-2"360,-5 16-271,-12 12-449,3 9 45,-3 17 0,0 5-554,-2 6 419,11-11 0,-3 4 0,3-4-90,4-5 0,1 0-210,-2 6 0,-1 3 0,2-3-885,-7 16 375,5-4 1,1-1-1260,4-7 1979,-1 14 0,9-21 0,0 4 0</inkml:trace>
  <inkml:trace contextRef="#ctx0" brushRef="#br0" timeOffset="63573">22198 14303 12480,'13'-28'1079,"-1"2"-809,-9 19 270,2-3 89,-2 4-179,-10 33-360,0-7-45,-6 13 0,-4 8 45,-1-6 0,-2 2 0,0-2-496,0 4 1,-2 1 435,-1 3 0,-3 2 0,5-6 15,7-15 0,1-1-90,-8 15 0,1-1-45,2-5-126,6-8 1,2-3 125,3-7-427,9 3 427,2-12-180,25-6-90,11-17 270,1 1 1,-2-1 774,-10 5-775,-12 7 458,4-1-458,4 5 0,-13 1 166,13-1-76,-15 1 0,15-5 0,-11 1 0,16-8 0,-15 4-90,23-20 180,-18 10-90,12-14 90,-15 13 0,-7 6 90,0 1-180,-7 16 90,-1 1 0,-8 28-90,0-4 60,-1 4 0,-1 9 0,0-1-30,2-7 0,1 0 0,0 3-75,0 6 0,-1 5 0,1 0 0,1-5-435,1-5 0,1-4 0,0 0 210,1 15 0,3-7-3007,6-9 287,-2-19 2990,3 0 0,2-12 0,3-3 0</inkml:trace>
  <inkml:trace contextRef="#ctx0" brushRef="#br0" timeOffset="63756">22828 14881 12300,'0'-12'-2159,"-1"3"2159,-8 22 0,-5-4 0,-9 17 0</inkml:trace>
  <inkml:trace contextRef="#ctx0" brushRef="#br0" timeOffset="64608">20531 16740 11400,'-9'-13'180,"0"0"0,5 6 270,1 0 90,1 1 179,6-7-89,11-3-360,2 0-45,9 2 0,2 3-136,2 1 46,2 1 0,-1 1-45,-1 4 45,-1 4 0,0 1-135,5 3 90,-3 4 0,-2 3-90,0 6 90,-8 8 0,-5 5-45,-11-4 0,-3 1 0,-3 17 0,-4 1-348,-3-12 1,-4-1 332,-5 3 0,-5 3 0,2-4-30,4-7 0,-2 0 30,-3 6 0,-3 3 0,3-5-30,-6 9 0,5-3 0,3-1 0,4-7 0,5-4 0,2-1 90,6-7-90,14 14 0,8-13 0,7 4 0,13-8 0,8-8-90,-8-1-135,-10-4 0,-2-2-135,-2-1-585,1-3 1,0-1-135,-1-1-450,-2-2 0,-1-2-360,-3-1 1777,5-4 0,-8-5 0,1-1 0</inkml:trace>
  <inkml:trace contextRef="#ctx0" brushRef="#br0" timeOffset="64876">21138 16769 11400,'-6'-14'1799,"1"4"-1439,6 1 0,2 5 180,12 0-270,0 5 44,12 4 1,2 2-135,10 5 0,2 2 0,1 1-135,-19-5 0,0 1 75,6 6 0,4 2 0,-3 1-390,0 2 0,-2 1 45,5 2 0,-1 1-720,-10-2 1,-6-1-2333,-7-1 618,0 0 2659,-9-9 0,-1-10 0,0-1 0</inkml:trace>
  <inkml:trace contextRef="#ctx0" brushRef="#br0" timeOffset="65042">21595 16955 10681,'-16'-36'809,"6"13"181,-10-18-181,8 21-629,0 0 360,-7 16-315,0 20 0,-2 10-315,-7 6 0,0 3-273,0 0 1,0 2-298,5-3 0,-1 3 1,5-5-1320,-5 10 1979,5-7 0,3-1 0,6-2 0,0 4 0</inkml:trace>
  <inkml:trace contextRef="#ctx0" brushRef="#br0" timeOffset="65657">22211 16566 12750,'-14'-13'809,"1"2"-449,1 8-270,3 3 270,-14 11-90,-10 18-136,14-9 1,0 3-45,-1 8 0,5 3-45,8 1 0,8 2 0,13 5 0,9 0-744,5-4 1,5-3 728,-5-9 0,2-1 0,-1-3-30,4 1 0,-1-1 0,-3-3 0,1 1 0,-4-2 0,13 9 45,-6-2 0,-6 2 224,-21 11 1,-13-13 0,-8 0 0,-13 1 0,-6-3-135,-4-3 0,-2-2-208,0-3 1,2-2 162,-8 1 89,1-2-89,28-7 1332,-8-3-1601,40-33-1,2 1 0,6-5-590,0 1 0,3-3 0,0-1 740,-1 0 0,1 0 0,-1-1-30,-1 0 0,0-1 0,-4 3-88,-2 1 1,-4 0 57,-1-13 0,-5 3 90,-7 1 0,-5 5 0,-4 0 0,-7 7 0,-6 5 0,-3 3 0,-1 4 140,-2 4 0,-3 4-769,-17 12 89,22 2 0,-1 3-584,-1 3 0,3 3-945,-3 8 2069,1 8 0,12-1 0,-2 8 0</inkml:trace>
  <inkml:trace contextRef="#ctx0" brushRef="#br0" timeOffset="66357">21085 18266 11490,'-2'-8'-179,"-2"-5"628,1 4-269,-1-4 90,2 5 90,4-4-180,0 6 180,6-7-181,-2 8 181,13-8-270,-6 7 90,17-6-90,-9 6 0,2 1 0,3 0 0,10 1-45,-9 1 0,-1 2-45,3 2 90,0 12 0,-18-3-90,-1 18 90,-14-5-90,-10 10 0,-2 2-122,-6 7 122,-3 2 0,-1-2 0,2-4 0,2-2 0,2-1 0,2-4 45,4-2 0,2-1-45,6-10 0,7 14 0,6-21 0,17 4 0,-6-10 0,31-2-90,-21-3-45,2-2 0,2-1-1214,15-4-180,-22 2 0,0-1-990,11-4 2520,-16 2 0,-8 0 0,1 0 0</inkml:trace>
  <inkml:trace contextRef="#ctx0" brushRef="#br0" timeOffset="66609">21650 18242 12570,'-16'-10'1079,"6"3"-629,27 3-360,-1 4 45,21 4 0,4 1-135,1 3-240,-9 0 0,4 1 0,-1 1-1399,3 6 1,-3 1 1221,0-1 1,-2 0-1,-5 1 1,-6 1 0,-9 0-1</inkml:trace>
  <inkml:trace contextRef="#ctx0" brushRef="#br0" timeOffset="66824">22057 18176 11311,'-11'-15'539,"5"8"-269,-11 0-90,6 11 180,-26 20-270,15-4 0,-2 4 0,0 2 0,1 5-225,2 4 0,1 1-225,1 1-405,2-2 1,2-1-855,5-6 1619,-4 13 0,9-17 0,-1 5 0</inkml:trace>
  <inkml:trace contextRef="#ctx0" brushRef="#br0" timeOffset="67126">22250 18035 11041,'3'-8'180,"0"2"-90,11 4-90,-4 2 89,12 10-89,-10-1 90,6 15-90,-11-7 0,3 29-90,-7-19-45,-1 0 1,-1 1-46,-1 0-1125,1 3 1,-1 0 495,1-4 809,3 18 0,3-26 0,2 0 0</inkml:trace>
  <inkml:trace contextRef="#ctx0" brushRef="#br0" timeOffset="67541">22710 18020 10231,'-10'-5'1709,"-5"-2"-1259,3 7-180,-1-1 269,-2 16-269,5 5-90,-7 17 0,6-5-90,2-1 0,1 2 0,2 0-45,2 0 0,0-1-45,5-3-90,3-4 0,2 1 0,4-2-270,13 15 90,-6-26-179,22-1 269,-14-12 90,-1-5 0,2-5-90,8-18 225,-13-1 0,-1-3 0,-8 10 0,-2-1 90,-4-16 0,-4 0 135,-7 1-1,-8-1 1,-2 1-90,-5 2-45,-2 6 0,-2 4 45,0 10-225,-1 8 0,-1 4-495,1 5-1708,-20 12-1029,23 6 3151,1 1 1,5 9 0,6-6 0</inkml:trace>
  <inkml:trace contextRef="#ctx0" brushRef="#br0" timeOffset="67822">23559 18124 14459,'-6'-11'270,"2"2"-3149,4 3 2879,3 2 0,-1 1 0,0 2 0</inkml:trace>
  <inkml:trace contextRef="#ctx0" brushRef="#br0" timeOffset="70726">26956 15003 8702,'4'-15'1889,"-1"3"-1439,-2 5 359,0 1 1800,0 1-2429,0 13-90,0-3 89,1 21-179,-1-9 90,1 9 0,-1 3 0,-1 7-45,0 8 0,-1 7 45,-2-3 0,-1 0-264,1-7 1,0 1 173,0-8 0,-1 2 0,0-6 0,-1 5 45,0 0 0,0 1 45,-1 1-90,-1 12 0,3-12 90,2-19-90,-1 8 437,1-15-257,1-3 360,-1-1-450,21-6-90,13 0 0,7-3 0,-3 1 0,0 2 0,-12-1 0,3 0-820,9 1 1,9-1 0,1 0 0,-5 1 761,2 0 1,1 1 57,-2-1 0,6 0 0,2 0 0,-4 0-114,3 1 1,-3 0-1,-1 0 114,-7 0 0,-2 0 0,1-1 30,6 0 0,0 0 0,-8 0 60,3 0 270,-11-3-270,-17 3 270,4-2-180,-5 0 3096,0-1-3059,-1 0 472,-2 2-510,2-1-89,0 1 0,-2-2-90,-2 0 90,-1-9-90,-1 3 0,-2-14 0,0 6 0,1-21 0,-1-5-221,1 17 0,-1 0 221,1-14 0,0-5 0,0 4-345,-1 8 0,0-1 345,0-10 0,0-5 0,-1 4 0,0 11 0,1 1 0,-2-8 0,0-4 0,0 7 0,-1-11-81,-1 3 1,0 0-10,-2 1 90,3 16 0,0 0 0,-2-4 0,3 19 0,-3-9 0,1 16 314,-8-3-314,2 6 708,-16 1-708,7 2 0,-9 1 0,-3 1 0,-8 1 0,-3 0 0,-4 2-709,5-1 0,-1 1 709,6-1 0,-2-1 0,0 1 0,-10 1 0,-2 1 0,12-3 0,-3 0 0,0 0 0,4 0-45,-4 0 0,1 0 45,2-1 0,-6 1 0,2 0 0,6-1-45,6 0 0,2 0-135,-16 1 0,5-1 1,13 0-1171,-6 4 721,20-2-1440,0 2 540,12 2 1529,13 3 0,1 3 0,10 3 0</inkml:trace>
  <inkml:trace contextRef="#ctx0" brushRef="#br0" timeOffset="71789">27519 14877 10681,'6'-1'1169,"-2"0"-899,-1 17-90,-2-5 0,0 22-90,-1-15 90,0 29-180,-1-24 90,1 21-90,0-24 90,0 18 0,1-19-90,0 13 179,-1-15-2157,0 0-631,-7-19 2609,5 1 0,-7-15 0,7 10 0</inkml:trace>
  <inkml:trace contextRef="#ctx0" brushRef="#br0" timeOffset="72074">27513 15169 9332,'-15'9'2698,"-6"13"-2518,-7 10 0,-2 2-135,14-14 0,-1 0 0,-11 12 0,2-5-45,14-14 90,-6 9-90,11-14-1619,-4 6 989,20-19-359,6-8-181,8-6 1170,7-11 0,-13 11 0,6-7 0</inkml:trace>
  <inkml:trace contextRef="#ctx0" brushRef="#br0" timeOffset="72307">27472 15225 8702,'8'-12'0,"0"0"450,-3 5-90,1-1-1,-1 3 181,4 3-450,-5 2 450,9 11-91,-1 8-359,0 0 180,4 12-90,-3-6 90,10 16-180,0 0 0,-4-7-90,2 1-180,-14-23-809,6 7-720,-7-13 1709,-1 1 0,0-3 0,-1 0 0</inkml:trace>
  <inkml:trace contextRef="#ctx0" brushRef="#br0" timeOffset="74141">20371 15591 10141,'11'-1'1979,"12"1"-1799,14 0 60,1 0 0,8-2 0,3 0-1060,-4-1 1,2 0 0,2-1 0,0 1 468,-10 0 0,0 1 0,1 0 1,2-1-1,3 0 396,-2-1 0,2 1 0,3-1 0,2-1 0,0 1 0,1-1 0,-2 1 0,0 0-158,-3 0 1,1 0 0,-1-1 0,0 1 0,0 0-1,0 0 1,0-1 0,-1 1 123,0 0 0,-2 0 0,1 0 1,-1 0-1,1 0 0,0 0 1,2 0-1,1 0-11,-2 0 1,2-1-1,1 1 1,2-1 0,0 1-1,-1-1 1,0 1 0,-2 0-1,-2-1 1,-3 2 14,8-2 0,-4 1 0,-2 1 0,0-1 0,-1 0 0,2 0-15,0 0 0,1 0 0,0 0 0,0 0 0,-2 0 0,-1 0 90,2 1 0,1-1 0,-3 1 0,-3 0 0,-5 0 359,5 0 1,-6 0-360,0 1 0,-3-1 900,3 0-1800,-28 8 570,-1 0-2369,-3 6 847,-4-1 1762,-1-3 0,-3-1 0,0-4 0</inkml:trace>
  <inkml:trace contextRef="#ctx0" brushRef="#br0" timeOffset="78989">27082 16533 10321,'9'-5'720,"-2"0"-450,-4 1-1,0 1-179,5 5 0,-4 1 90,5 9 0,-6-2 90,3 26-180,-4-6 45,-2 7 0,-1 5-571,-1-1 1,0 3 495,-1 2 0,0 5 0,0 1-16,1-6 1,0 2 0,1 1 0,-1-1 0,1 1 0,-1 0 0,1 1 0,1-1-23,-1 2 1,2 0 0,-1-1-1,0-4-22,1-6 0,-1-3 0,1 0 30,1 3 0,0 0 0,0-3 60,-2 2 0,0-2-45,1 2 0,-1 0 45,0-4 0,-1-5-90,0-3 90,-1-4-90,1-14 90,0 7 1051,0-9-1141,0 5 90,0-6-90,0 1 0,0-1 90,-1-1-90,1 1 180,-1-1 179,1 0 631,-1 0-810,0-1-270,2 3 180,-1-2-90,4 5 0,-2 7 0,0 7 0,-1 13 0,0-9 0,-1 17 0,0-5 0,0-5 90,-1 7-90,2-22 270,0 2 179,0-2 91,1-8-270,0-2-90,0-3-90,0-1 0,-3-1-180,1 0 90,-4-2 0,6 2 90,-1-3-180,6 2 90,-2-1 0,5-1 90,3-1-90,10 0 0,9-1-45,3-1 0,2-1 90,-8 0 0,0 1-45,5-1 0,3 0 0,5 0 0,1 0 0,-6 0 0,0 0-799,0 0 1,2 0-1,-3 0 799,0 1 0,-2-1-45,8 0 1,0 1 44,-7-1 0,0 0 44,9 0 1,1 0-45,-2 0 0,-1-1 0,-3 1 0,-3 0 0,9 0 0,-16 0 0,1 0 0,-3 1 0,-1-1 0,6 0 0,-1 0 0,20-1 0,-2 0 0,-29 2 0,13-1 0,-19 2 2306,8-1-2216,-12 0-180,9-1 180,-10 2-90,2-1 0,-2 0 0,-2 0 0,2 1 0,0 0 0,2-1 0,-2 0 0,9 1 0,-5 0 0,8 0 0,4 1 0,7 1 0,-4 0 0,14 0 0,-8 1 0,4 0 0,-10-1 90,-10-2-1,-10 0-89,3-2 90,-4 1-90,0-1 90,0 1 0,-1 0-90,-1-2 0,-5-9 0,-3-3-90,-4-24 90,2-7 0,4 8 0,1-2-151,1 11 0,-1-1 151,3-18 0,0-1-808,-1 6 0,1 0 808,0 5 0,1-1 0,-1 0 0,0-9 0,1-3-23,-1 8 1,2-5-1,-1-1 1,0 2-1,-1 9 1,1 0-1,-1 0 1,1-2 4,0-6 0,1-4 0,0 0 0,1 0 0,-1 5 18,0-6 0,0 3 0,1-1-23,1 5 1,1-3-1,0 1 1,0 5 22,-1 5 0,0 4 0,1-1 0,0-6 0,0-1 0,0 3-163,1-3 1,-2 5 162,1-2 0,1-4-90,-4 19 339,1-6-339,-4 13 1529,0 6-1529,-1 1 196,0 1-196,-1 1 0,0-1 90,-1 2-90,-2 2 90,-2 1 0,-1 2 0,-12 2 0,6-1 0,-19 1 0,-1-1 0,1 0 0,-4 0 0,-12-1 0,-2 0-493,9 0 0,-3 0 493,9-1 0,-3 0 0,-1 0 0,0 0 0,1 0 0,0 0 0,0 1 0,-1-1-23,-7 0 1,-1 0 0,-1 0-1,-2 1 23,3 0 0,-2 0 0,0 1 0,0 0 0,4 0 0,0 0 0,3 1 0,1 0 0,-1 0-789,-4 1 0,-1 0 1,1 0-1,5 0 744,-7 2 0,4 0 0,0 0 0,4 0-45,6 1-90,-1-2 0,0 1-179,-12 1-91,9-1 0,1-1-179,-2-1-181,8 0 974,17-2 1,10 0 0,-2 0 0</inkml:trace>
  <inkml:trace contextRef="#ctx0" brushRef="#br0" timeOffset="81124">27911 16976 10681,'2'-19'630,"0"2"-181,-3 5-269,0 0 360,-1 7-270,0-3 90,-3 3-1,-18 9-359,8 0 180,-20 19-180,19-5 45,-1 5 0,2 1 45,0 4-90,4-1 0,1 0 90,7-1-45,3 0 0,2 1-45,4 4 45,6-1 0,3 0-45,3-7 45,7-2 0,1-4-45,-2-8 0,5-5 0,2-3 0,-6-11 0,0-3 0,-1 4 0,0-2 0,4-12 0,-5-1 0,-4-5 0,-4-3 0,-4-7 0,-8 6 0,-4-3 0,0 1 90,1-12 0,-3 1-30,-6 9 0,-3 0 0,-3 7-150,-22 1 0,-8 20-450,13 21 0,3 5-497,-7 6-267,6 3 0,1 2-1305,4 2 2609,10-9 0,2 0 0,-7 14 0,1 2 0</inkml:trace>
  <inkml:trace contextRef="#ctx0" brushRef="#br0" timeOffset="81543">27827 17334 11131,'3'-10'1349,"1"-2"-989,-1 3 89,1 1 181,4 21-540,-4-5 180,4 25-180,-8-11 45,-1 13 0,-1 4-509,0 10 434,0-14 0,-1 5 0,1-4-15,0-8 0,1 1-15,-1 8 0,-1 4 0,1-5 15,1-10 0,-1 1 15,0 11-1,0 6 1,0-6-15,1-8 0,-1-2 0,1 16 0,0-3-225,0-2-539,1-12-630,-4-18-1889,-6-17 3238,0-3 0,-5-11 0,4 1 0</inkml:trace>
  <inkml:trace contextRef="#ctx0" brushRef="#br0" timeOffset="81859">27813 17512 10951,'-1'-19'90,"0"-5"449,0 12-269,-1-4 0,1 5 90,1 4-180,-8 13-90,3-2 90,-17 26-180,8-11 45,-1 1 0,0 1-45,-4 5 45,1-1 0,0 1-225,1 0-495,-1 0 0,2 1-2602,6-5 3084,-2 5 1,11-15-1,4-9 1</inkml:trace>
  <inkml:trace contextRef="#ctx0" brushRef="#br0" timeOffset="82341">27848 17569 9871,'1'-11'450,"0"-4"-90,0 9 90,0-5 89,1 3 1,4 2-90,10 10-360,-3 2 90,15 17 0,-14-8-91,5 6 1,1 3 0,-5-4 0,0 1-135,2 1 0,0 0-225,-2 1 1,-2-1-3008,-2 3 1247,-1-3 2030,-7-5 0,-5-12 0,-1-1 0</inkml:trace>
  <inkml:trace contextRef="#ctx0" brushRef="#br0" timeOffset="82692">27737 18148 13379,'-24'26'630,"2"2"-540,3 2-90,1 8-180,11-21-450,-6 14 181,8-18-2789,-1 6 3238,3-10 0,2 3 0,2-7 0</inkml:trace>
  <inkml:trace contextRef="#ctx0" brushRef="#br0" timeOffset="82959">27872 18149 11221,'-1'-17'2158,"-1"-2"-1258,2 12-271,0-4 91,5 6-540,5 7-90,1 1 180,21 23-90,-4-5-180,11 8-90,-12-12 0,0-1-810,9 4-269,-11-5 0,0-2-181,2 1 1350,4-2 0,-14-7 0,7 0 0</inkml:trace>
  <inkml:trace contextRef="#ctx0" brushRef="#br0" timeOffset="89089">3282 16007 6543,'-23'-3'810,"-2"0"-181,-14-2-179,5-1 180,-5 0-270,20 3-1,1 0 271,7 2-270,2 0 359,-3 1-629,16-2 270,12-1-45,20-2 0,8 0-225,-13 0 0,7 0-325,-8 1 0,8-1 0,6 0 1,6-1-1,3-1 0,2 1 0,0-1 1,0 0-1,-3 1 0,-5 1 0,-4 0 265,4 0 0,-6 0 0,-3 1 0,1 0 0,4 0 0,6-1-170,-11 1 1,4-1 0,3 1 0,3-1 0,2-1-1,2 1 1,1-1 0,0 1 0,0-1 0,-1 1-1,-1 0 1,-2 0 0,-2 1 0,-4 0 0,-3 0 151,8 0 1,-5 1 0,-3 0 0,-1 0 0,1 1 0,3-1 0,5 0-109,-6 1 1,2-1-1,4 1 1,2-1-1,2 1 1,2-1-1,0 0 1,0 1-1,0-1 1,-1 1-1,-2-1 1,-1 1-1,-3 0 1,-3 0 106,8 0 0,-4 0 0,-4 0 1,-1 1-1,1-1 0,3 0 0,3 1 1,6-1-50,-18 1 0,1 0 0,3 0 0,2-1 0,2 1 0,1 0 0,2 0 0,0-1 0,2 1 0,0 0 0,1 0 0,1-1 0,-1 1 0,0 0 1,1 0-1,-2 0 0,0-1 0,-1 1 0,-1 0 0,-1 0 0,-2 0 0,-1 0 44,7 0 0,-1 0 0,-2 0 0,-1 0 0,-1 0 0,-1 0 0,0 1 0,1-1 0,-1 0 0,1 0 0,1 0 0,1 1 0,1-1 0,2 0 0,2 0 1,-11 0 0,2 0 0,1 1 0,0-1 1,2 0-1,1 0 0,0 1 0,1-1 0,1 0 1,0 0-1,0 0 0,0 0 0,1 1 0,0-1 1,-1 0-1,1 0 0,-1 0 0,-1 0 1,1 1-1,-2-1 0,0 0 0,0 0 0,-2 0 1,-1 0-1,0 0-2,5 0 0,0 0 0,-1 0 0,-1 0 0,0 0 0,-1 0 0,0 0 0,-1 0 0,0 0 0,0 0 0,-1 0 0,1 0 0,-1 0 0,1 0 0,0 0 0,0-1 0,0 1 0,1 0 10,0-1 0,1 1 0,1 0 0,-1-1 0,2 1 0,-1-1 0,0 1 0,0-1 0,0 1 0,0-1 0,-1 0 0,-1 1 0,0-1 0,-1 0 0,-1 1 0,-1-1 0,-2 0 0,0 0 17,8 0 1,-1 0 0,-2 0-1,-1-1 1,-1 1 0,-1 0 0,0-1-1,-1 0 1,-1 1 0,1-1-1,0 0 88,6-1 0,1 0 0,0-1 0,-1 1 0,0-1 0,-3 1 0,-1-1 0,-3 1 0,-3 0-30,14-2 0,-5 1 0,-3-1 0,-3 1 285,6-2 0,-3 0 1,-8 0 74,5-3-270,-26 7 1483,12-5-1573,-18 6 2308,8-4-2308,-10 5 3186,4-2-3146,-5 2-352,3 0-318,-1 0-359,1 1-1530,-4 1-449,-1 1 2878,-2 0 0,-1 1 0,-2-1 0</inkml:trace>
  <inkml:trace contextRef="#ctx0" brushRef="#br0" timeOffset="101307">9234 6950 7263,'13'1'1619,"-4"2"-1529,29-7-90,-12 3 45,14 1 0,7-1-512,-7 1 1,7-1 478,-9 1 1,7 0 0,6-1 0,3 0 0,-1 1 0,-3-1 0,-5 1-522,1-1 1,-6 1 0,1 0 0,6-1 508,-6 1 0,6-1 0,4 1 0,1-1 0,-1 1 0,-2-1 0,-5 1 0,-6 0 30,4 0 0,-6 0 0,4 0-30,0 0 0,5 1 0,2-1 0,2 1 0,-4-1 0,-5 1 0,6-1 0,-5 1 0,6-1 15,-6 1 0,5-1 0,3 1 0,0-1 0,-2 1 0,-6-1-15,4 0 0,-5 0 0,7 0 12,-7 0 1,6 0 0,4 0 0,1 0 0,-1-1 0,-3 1-1,-5 0-12,-1 0 0,-5-1 0,0 1 0,6 0 0,-4-1 0,4 1 0,3 0 0,2-1 0,1 1 0,-1 0 0,-2-1 0,-3 1-126,9-1 0,-4 0 1,0 0-1,1 0 0,4 0 136,-11 0 0,3 0 0,3 0 0,0-1 0,1 1 0,0 0 0,-1 0 0,-2 0 0,-3 0-10,5-1 0,-2 1 0,-2 0 0,0 0 0,-1 0 0,2 0 0,2 0 0,1-1 0,0 1 0,-1 0 0,-3 0 0,-5 0 0,5 0 0,-5 1 0,-6 0 0,14 0 30,-8 0 0,7-1 0,-9 1-30,-5 0 243,8-1 1,2 1-244,3-1 1093,-18-1 0,2 1-1093,6 0 0,0-1 1012,13-2-1012,2 0 0,-25 2 90,-2-1-90,-12 2 0,16-2 0,-8 2 0,6-1 0,4-1 0,-16 3 0,16-3 0,-9 2 0,0 0 90,-1-1-90,-9 1 0,2 0 0,9-1 0,9-1 0,-5 0 90,1 1-90,-14 1 0,8-2 0,-9 3 0,13-3 0,0 2 0,6 0 90,10 1-90,2 0 0,-6 1 0,-5 0 0,-5-1 0,-11 0 0,11 0 0,-11 0 0,-1 1 0,-2-2 90,1 0-90,-3-1 540,13 0 0,-8-7-450,3 4 89,-5-9 271,-5-9-450,-2 8 720,4-29-270,-5-4-406,-2 25 1,1-4-213,1-13 0,-1-6 1,1 3 212,0-2 0,1-1-337,-2 5 0,2-2 0,-1-1 322,3-2 0,1-2 0,-1 6-30,-1 6 0,0 0 30,3-10 0,0-5 0,-1 3-30,-2 4 0,-1 2 0,1 2 0,-2-2-899,-4 5 0,-1-1 1,-1 7 898,-1 0-45,-2-5 0,0 0-45,0 11 0,1 6 518,-2-3-518,5 16 705,-5-4-705,-1 6 3366,-2-1-3263,-15 6 0,-7 4-13,-1-1 0,-2 1-354,-8 1 0,-6 1 354,4-3 0,-6 1 0,-1-1 0,6 0-437,12-2 1,2 0-1,-5 0 424,1-1 0,-4 1 0,-4-1 0,-3 1 1,-2-1-1,-1 0 0,0 0-269,5-1 1,-2 0 0,-1 0-1,-3 0 1,1-1 0,-1 1 0,1-1-1,0 1 1,3-1 0,1 1 281,-5 0 0,3-1 0,2 1 0,0 0 0,-1 0 0,-3 0 0,-5-1-131,12 1 1,-3-1 0,-2 0 0,-3 1 0,-2-1 0,0 0 0,-1 0 0,0 1 0,0-1 0,2 0 0,1 0 0,3 0 0,2 0 0,3 0 117,-11 0 0,5 0 0,3-1 0,1 1 0,0 0 0,-2-1 1,-5 1-75,10 0 1,-3-1 0,-1 1 0,-2 0-1,-1-1 1,0 1 0,-1-1 0,1 1-1,1 0 1,0-1 0,3 1 0,1-1 74,-7 1 1,0-1 0,3 0 0,0 0-1,1 1 1,1-1 0,0 0 0,1 1 1,-8-1 1,1 0-1,2 0 1,0 1 0,1-1-1,1 0 10,2 0 0,1 0 0,0 0 0,1 0 0,4 0 0,3 0 0,-2 1 0,5-1 0,-3 1 0,-13-2 0,-2 1 0,2 0 323,12 0 1,1 1-1,3 0-323,-3 0 0,1 2 0,1-1 0,-1 1 0,1 0 0,-4 1 0,3 1-45,0 2 0,3 0 45,-12 1-45,11 0 0,2 1-45,0-1 948,-3 1 0,-2 0-903,11-2 0,0 0 45,-5 1 0,-2 0 1305,-8 2 0,-1-1-1350,-7 2 0,0 0 45,14-3 0,-1 0 544,-12 3 1,3-2-545,13-2 235,-14 3 0,-4 0-235,17-2 0,2-1 0,-9 1 0,3 0 0,-8 3 0,27-6-90,3 0 90,0 0 350,8-2-350,3 4 0,2 2 0,4 8-90,0-2 180,4 24-90,-4-7 0,-1 5 0,0 2 0,1 4 0,1 2 0,-1 4-656,-1-9 1,0 3-1,-1 1 1,1-1 0,-1-2 616,1 7 1,-1-3 0,1 2 60,-1 0 1,1 3-1,0 0 1,-1-4-749,2 2 0,-1-2 0,0-1 726,1 1 0,-1 0 0,2 1 0,0-3 0,0 1 0,2 1 0,1-3 30,4 4 0,2-2 0,-1-1 0,-2-1 0,1 0 0,0-3-30,7 13 0,0-8-450,4-14 450,1-11 0,-8-4 0,3-3 0</inkml:trace>
  <inkml:trace contextRef="#ctx0" brushRef="#br0" timeOffset="143459">28353 4544 7892,'1'-8'1530,"0"0"-1081,0 2-179,-1-1 0,0 0 0,0 1 0,0-1 0,1 1 89,-1 0-179,-1-1 90,1 0-180,-1 0 540,0 2-630,-2 8 0,-2 2 0,-1 14 0,2-7 0,1 7-90,5 0 90,1-6 0,6 8-90,8-8 180,3-4 0,14-9 90,-9-16 359,3-18-449,-14 9 270,-5-15 0,-13 17-90,-28 4-270,-2 19-90,-12 16 0,17 16 0,23-6 90,10-4 0,21-13 0,1-11 90,7-11-90,-12-5-90,-6 0 90,-11 5 0,-8 7-180,-7 9 90,5 4 0,-1 5 90,10-3 0,8-1 0,2-7 180,2-5 0,-7-9-180,-9-1 90,-8 0-540,-8 6-539,0 10-2288,1 7 2747,8 0 0,4-2 0,4-4 0</inkml:trace>
  <inkml:trace contextRef="#ctx0" brushRef="#br0" timeOffset="144109">28472 4156 10411,'-6'-7'720,"0"1"89,-1 2-179,-1-1-360,-2 1 269,-5-1-179,-4 5 0,-15 3-270,7 3 45,-7 9 0,-2 5-90,10 0 0,1 4 15,-4 3 0,-1 4 0,3 1-30,7-1 0,4 1 0,2 2-60,2 2 0,2 1 0,5 0-15,4 12 0,8-3 0,12-2 0,7-4 0,1-11 0,5-4 45,10-3 0,4-6 0,-13-12 0,2-3 0,0-4-168,-2 0 0,1-4 0,-1-2 168,1-5 0,1-3 0,-5-1 45,1-1 0,-4-4 45,-6-7 0,-1-6 0,-6 0 0,-5-3 0,-5-3 29,-1-2 1,-2-5 0,-5 4-60,-3 9 0,-4 2 0,-1 2-60,-4-10 0,-4 5 90,-13 2 0,-6 8-675,-2 16 1,-1 5 359,6-5 0,-1 3-1169,-12 13 0,5 9 1394,12 19 0,14-14 0,1 2 0,0 21 0</inkml:trace>
  <inkml:trace contextRef="#ctx0" brushRef="#br0" timeOffset="145342">30471 4531 10231,'-9'-12'1080,"2"4"-721,1 4 1,0 2 180,-10 4-450,7 0 180,-12 7-270,15-4 359,-12 23-269,13-12 90,-4 18-90,12-22-90,7-5 180,4-16-90,1-5 180,-2-8 0,-4 1-360,-8 18 90,3 1 0,-6 15 90,6-7 0,2-7 90,-1-5-90,-2-2-90,-3-2 0,-5 2-450,-4 4-1889,-4 6 2339,3 2 0,3 5 0,7-3 0</inkml:trace>
  <inkml:trace contextRef="#ctx0" brushRef="#br0" timeOffset="145941">30532 4218 10771,'-16'-10'180,"0"1"269,4 4-359,0 1 270,-9-1 180,-18 10-450,13-1 0,-11 10 0,-1 6 0,14-1 0,1 3-60,-4 4 0,-2 4 0,3-2 15,3 0 0,2 0 0,-4 16 0,5 1-45,15-14 0,4 0 44,1 8 1,5 2 0,10 3 0,11-3 15,2-17 0,6-3 0,-2-1-15,-1 3 0,1-3 0,14-5 0,1-9 180,-10-14 0,-3-4-180,-10 6 0,0-2 45,8-8 0,3-5 0,-5-4-353,-7-3 0,-5-3 0,0-1 382,2-3 1,-1-1 0,-2-3-53,-6 3 1,-1-4-1,-3 1 1,-1 4-23,0-7 0,-7 1 105,-10-3 0,-7-3 0,1 10-150,-9 0-60,1 10 0,-8-1 0,0 8-480,-10 15 1,-3 10-331,7-1 1,-1 1-1,1 3-136,5 0 0,2 1 1,1 3 1005,-1 5 0,1 2 0,3 0 0,7-2 0,1-1 0,-5 6 0,-1 0 0</inkml:trace>
  <inkml:trace contextRef="#ctx0" brushRef="#br0" timeOffset="147274">28438 7618 11311,'-25'6'1349,"10"-4"-989,-14 17-360,20-11 90,-14 18-1,20-5 1,-3-3 0,14 2-90,9-23 90,-4 2-90,8-15 90,-16 7 0,4-10 90,-9 2-180,1 2 90,-5 3-90,-3 11 0,1 10-90,2 2 90,9 3 90,8-7-90,-1-4 180,7-11 0,-9-3 180,-1-15-450,-6 12-990,-8-4-2197,-13 20 2612,9 0 0,-7 2 0,13-2 1</inkml:trace>
  <inkml:trace contextRef="#ctx0" brushRef="#br0" timeOffset="147842">28413 7389 10501,'-10'-12'1079,"-6"-1"-899,6 8 360,-13 1-90,-8 12-180,-13 11-151,13 4 1,-4 6 0,5-2-75,5-5 0,1 1-15,-6 12 0,-1 6 0,8-4-30,15-12 0,3 1-45,-2 17 0,5 1 0,9-14 0,4-2 45,-2-2 0,5-3-45,14 0 0,5-6 45,9-3 0,6-6 0,1-3 0,1-7 0,-20-4 0,5-2 0,-4-4 45,6-11 0,-4-6-15,-6 6 0,-1-1 0,-2-5-86,1-12 1,-3-5 0,-7 1 115,-7 9 0,-4 1 0,-4-1-30,-3-5 0,-4-2 0,-4 6 60,-15-2 0,-4 6-90,8 11 0,-2 3-45,-9 5 0,1 4-45,4 8-270,-4 3 0,-3 4-1279,6 8 1,2 2 1569,0-2 1,2 2-1,0 4 1,6 2 0,5 7-1</inkml:trace>
  <inkml:trace contextRef="#ctx0" brushRef="#br0" timeOffset="149009">30395 7667 10141,'-8'-3'2609,"-4"5"-2519,6-1 90,-10 17-90,12-11-90,-7 16 89,10-16-89,0 6 90,4-6-90,2-4 90,4-5-90,-1-8 0,-1-3 0,-2-1 0,-6 4-90,-5 10 0,0 2-179,-2 8 179,9-4 0,1-2-270,6-7 0,-2-1-180,-1-4-2737,-6-1 3107,-2 3 0,1 0 0,0 4 0</inkml:trace>
  <inkml:trace contextRef="#ctx0" brushRef="#br0" timeOffset="149659">30444 7488 9961,'0'-10'1619,"-3"-2"-1169,-9 9-90,-10 4-270,-1 4 90,-2 7 0,-3 4-90,5 0 0,0 3-45,-12 15 0,1 4-1,9-8 1,6 4 15,9 1 0,3 3 0,3-3-60,3 13 45,9-8 0,7-4 45,12-11-90,0-2 45,-1-12 0,2-4-45,15-6-1639,0-8 1,1-3 1625,-17 2 1,-1-1 12,12-12 0,-2-4-120,-14 4 0,-2-2 165,9-14 0,-1-1-45,-9 10 0,-1-1 0,5-10 0,-3-2 45,-6 2 0,-3 2 0,-2 11 0,-1-1 0,1-10 0,-5-1 45,-11 9 0,-4 2-90,-4-12 44,-8 3 1,-7 4-45,3 14 0,-3 5 0,-10-3 0,-1 2 0,8 5 0,-2 4-77,-3 9 0,-4 4 0,3 3-148,-5 8 0,-1 4-113,13-4 1,-3 1 0,0 2 0,4 0-491,1 4 0,3 2 1,2-2-118,-3 8 1,5-2 944,10-8 0,4-2 0,1 5 0,2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23:55.13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6897 6236 7623,'-9'-3'719,"2"-1"-179,-1 0 0,3 0 539,-3-2-180,3 2-359,-1-1-450,27 5 0,10-2 0,4 0-45,-7 2 0,4 0-364,1-2 0,6 1 1,3-2-1,1 1 373,2 0 0,1 0 0,3 0 0,1-1 0,2 1-453,-7 0 0,0 0 1,1 1-1,1-1 1,3 0-1,1 0 1,3 0 413,-11 1 0,3-1 0,1 1 0,2-1 0,1 1 0,1-1 0,0 1 0,1 0 0,0-1 0,-1 1 0,1 0 0,-2 0-157,-3 1 1,-1-1 0,0 1 0,0-1-1,1 1 1,-1 0 0,0-1 0,1 1-1,1 0 1,0 0 0,1 0 0,1 1-1,1-1 152,-6 0 0,1 0 0,1 1 0,1-1 0,2 0 0,-1 1 0,2-1 0,-1 1 0,1 0 0,-1-1 0,0 1 0,0 0 0,-1-1 0,0 1 0,-2 0 0,0 0 0,-2-1 0,-2 1-118,7 0 1,-3 0 0,-1 0-1,-2 0 1,-1-1 0,0 1 0,0 0-1,0 0 1,2 1 0,2-1-1,2 0 1,3 1 111,-10-1 0,2 1 0,3 0 0,1 0 0,2 0 0,2 0 0,0 0 0,1 0 1,1 0-1,0 0 0,0 1 0,0-1 0,-1 1 0,0-1 0,-2 0 0,0 0 0,-3 1 1,0-1-1,-3 0 0,-3 0 0,-2 0 0,-2-1-62,15 2 0,-6-1 0,-4 0 1,-3 0-1,0 0 0,2 0 0,3 0 1,6 1 57,-11-1 0,2 0 0,2 0 0,3 0 0,2 1 0,1-1 0,1 1 0,1-1 0,0 1 0,1 0 0,-1-1 0,0 1 0,-1 0 0,-1-1 0,-2 1 0,-2 0 0,-1-1 0,-4 0 19,15 2 1,-3-1 0,-3 0 0,-2 1 0,0-1 0,-2 0 0,2 0 0,0 1 0,1-1-11,0 0 0,0 0 0,1 0 0,0 0 0,0 0 0,0 0 0,0 0 0,-1 0 0,-1 0 0,-1 0 23,4 1 0,-1-1 0,-1 0 1,-1 0-1,0 1 0,0-1 1,0 0-1,0-1-21,-1 1 0,2 0 0,-1-1 1,0 1-1,0-1 0,-3 0 1,-2 0-1,-2-1 147,10 1 1,-4-1-1,-2-1 1,5 0-144,-4 1 0,4-1 0,1 0 0,1 0 0,-3 0 0,-3-1 7,2 0 1,-3 0-1,-2-1 1,2-1-1,3 0 1,2 0-1,-2-1 1,-2 0-23,-1 1 0,-2-1 0,0 0 0,-4 1 0,2 0 0,-2 0 0,-3 1 0,9-2 0,-2 2 0,-7 0 0,1 1 0,0-1 85,1 1 0,1 1 0,-3-1-85,4 0 0,2 0 228,-6 1 0,3-1 0,2 0 0,-3 0-228,3 0 0,-1 0 0,0 1 0,6-1 0,1 0 0,-2 0 0,-7 1 0,-2-1 0,0 0 0,16-1 0,-6 0 90,2-1 355,-12 0 0,-1 0-265,7-1 2296,-2-3-2387,-14 3 2707,0 0-2796,-6 2 331,-1 0-241,-8 1-3367,2-1 2882,-22-1 0,-2-3 0,-18-1 0</inkml:trace>
  <inkml:trace contextRef="#ctx0" brushRef="#br0" timeOffset="8352">27567 5155 10501,'1'-14'720,"-2"-3"-1,-12 10-629,2 5 0,-13 15 0,-5 14 18,7 1 0,-1 8 0,0 4 0,1 3 0,2 0-655,4-3 1,2 3 0,2 1 0,0 0 0,-1 0 0,-1-2 443,-2-2 1,-2-1-1,-1 0 1,2 0-1,3-1 1,4 2 120,4 8 0,5 3 0,3-1 0,3-6 0,4-9 456,6-8 1,5-5-475,9 11 0,5-7 90,-5-19 0,1-9 0,2-15 0,-3-7 0,5-10 45,-19-3 0,-11-4 45,-19 10 0,-9 1-135,1-1 0,-6 3-180,-12 3 0,-2 10 1291,10 11 1,2 9-1157,-10 22 0,32-2 0,22 4 0</inkml:trace>
  <inkml:trace contextRef="#ctx0" brushRef="#br0" timeOffset="8718">28431 5163 12210,'5'-33'1259,"-1"8"-539,0 5-540,-6 26 89,-13 31 1,-9 17-180,8-21 0,-2 3 0,-1 2 0,-1 2 0,-1 0-597,1 1 0,-1 2 1,-1 0-1,-1 2 1,0 0-1,-2 2 527,5-9 0,-1 1 0,-1 2 0,0 0 0,0 0 0,-1 0 0,1 0 0,0-1 0,2-2 5,-3 5 1,0-1 0,1-2-1,1 1 1,-1-1 0,1 1 0,-1 0-78,0 2 1,-1 1-1,-1 0 1,2 0 0,0-1-1,1-1 1,3-3-333,-5 10 0,2-2 0,3-2 0,1-3-709,1 2 1,2-3 0,4-5 506,3-6 0,7-8 0,17-12 1,0-16-1</inkml:trace>
  <inkml:trace contextRef="#ctx0" brushRef="#br0" timeOffset="9250">28400 6031 11670,'-11'-17'2069,"2"1"-1439,6-1-360,19 3-136,6 6 1,5 1-45,2 0 0,1 1-45,-1 1 0,0 2-45,0-1 0,-3 3 0,-4 3 90,4 10-90,-22 0 0,-16 18 0,-4-10 0,-12 8 0,-2 2 0,1 0 0,-1 0 0,0 3 0,15-9 0,3 0-90,-8 13 45,12-10 0,6 2 0,14 3 0,5-1 0,-8-3 0,0 1 0,5 10 1,-5-1 44,-14-12 0,-7-2 0,-19 6 0,-7-1-90,1-3 0,-2-2-1003,7-5 1,0 0 0,2-3 1045,3-2 1,4-1 0,-6 4 0,27-14 0</inkml:trace>
  <inkml:trace contextRef="#ctx0" brushRef="#br0" timeOffset="9784">28999 6023 10861,'-9'-15'1079,"3"3"-179,8-9-451,10 7-269,3 0 180,15 3-90,0 4-180,-1 2 90,19-1 0,-18 5-90,17 6-90,-21 8 0,-24 24 45,-17-13 0,-5 1-45,3-2 0,-4 0 0,-5 2 0,-5 2 0,4-4 0,8-5 0,2 0-45,-14 22 0,7 2 45,24 7-45,11-10 0,6-2-45,8 2 45,-3-16 0,-2 0-45,-3 3 90,-6-7 0,-9 7 0,-26-11 0,-9-2 0,7 0 0,-2-1-180,-16 6 0,2-2-180,-1-1-2917,17-3 2589,29-8 1,8-4 0,9-1 0</inkml:trace>
  <inkml:trace contextRef="#ctx0" brushRef="#br0" timeOffset="10217">29659 6143 11940,'6'-24'2429,"0"1"-1620,-2 6-539,-12 10 90,-21 27-270,2 1 0,6 2 0,-4 5 0,4 1-90,1 3 0,5 3 0,2 5 0,3 5 0,7-4-45,10-4 0,8-5 45,13 2 0,7-9 0,-7-19 0,3-8-98,0-6 0,2-7 1,-3-3 142,7-12 0,-3-4-240,4 4 1,-3-6 284,-12-5 0,-4-7 0,-7 1-60,-10 13 0,-6 2 0,-2-2-30,-4-12 0,-4-2 0,-2 6-45,-3 2 0,-6 8-225,-11 8 0,-6 13-823,9 22 1,-1 11 0,1-1 347,-1-4 0,0 3-75,5 2 1,-4 4 0,2 1 0,4-3 446,4 1 0,2-1 0,-4 3 1,-1 3-1,0-1 0,-6 7 1,0 0-1</inkml:trace>
  <inkml:trace contextRef="#ctx0" brushRef="#br0" timeOffset="10534">27237 7260 12840,'-27'1'1638,"-1"-1"0,-12 2-327,53-5-1131,11 1 0,13 1 0,7-1 0,3-1-590,-6 1 0,5 0 1,3-1-1,4 0 1,0 0-1,0 0 0,-1 0 1,-3 0 158,0 0 0,-3 1 1,0-1-1,0 0 1,0 0-1,3 1 1,2-1 160,-8 0 0,3 1 0,1-1 1,1 0-1,1 1 0,1-1 0,0 0 1,0 1-1,-1-1 0,-1 1 0,-1 0-9,1-1 0,1 1 0,-1 0 0,-1 0 0,1 0 0,-1 0 1,-1 0-1,-1 0 0,0 0 0,-2 0 14,7 0 1,-2 0 0,-3 0 0,1 0 0,0 0 0,2 0 0,3 0-162,-7 0 1,2 0 0,2 1-1,2-1 1,0 0 0,1 1 0,-2-1-1,-1 0 1,-3 0 0,-3-1-1,-3 1-410,8-2 1,-5 0-1,-3 0 1,0-1 0,1 1 290,2 1 1,1 0 0,-1 1 0,-1-2 0,-6 0 0,22-7 0,-19-3 0,-30 1 0</inkml:trace>
  <inkml:trace contextRef="#ctx0" brushRef="#br0" timeOffset="11451">27528 4272 10771,'-29'-23'-720,"-1"0"540,17 15 450,-6 8 450,2 42-421,8-10 1,-2 8 0,0 4-738,0-2 1,-1 5 0,-1 2 0,0 3-1,-1-1 502,3-10 0,0 1 1,-1 0-1,0 1 0,0 1 1,-1 2-1,0 1-220,1-4 1,-1 2 0,-1 1 0,0 1 0,0 2-1,0-1 1,0 1 0,0-1 0,1-1 0,1-1 184,0 1 1,0-2 0,1 0 0,0 0 0,0-1 0,1 1 0,0 1 0,1 0 0,0 2-6,0-2 1,1 0-1,0 2 1,0 0 0,0 1-1,1 1 1,0-1-1,1-1 1,0 0 0,2-1-1,0-2-147,1 3 1,1-1 0,1-1 0,0-1 0,1 1 0,1-2 0,0 1 0,0-1 0,1 0 122,0 4 0,1 0 0,0 0 0,1 0 0,0-2 0,1 0 0,0-2 0,-1-2-117,3 10 1,1-2 0,0-2-1,0-3 1,0-2-214,1 8 0,0-5 1,-1-7-2640,4 9 3228,-5-42 1,-4-29 0,2-19 0</inkml:trace>
  <inkml:trace contextRef="#ctx0" brushRef="#br0" timeOffset="12217">27433 4030 11221,'17'-17'0,"-2"4"224,16 3 1,9 3-90,-5 2 0,4 1 0,3 1 0,3 0-682,-7 0 1,1 0 0,3 1 0,1 0 0,1 0 0,3 0 459,-4 1 1,2 0 0,3 0-1,0 0 1,2 0 0,0 1-1,-1 0 1,1 0 0,-2 0-64,0 1 1,-1-1-1,-1 1 1,1 0-1,0 0 1,1 1-1,0-1 1,1 1-1,1 1 165,-6-1 0,2 0 0,1 0 0,1 1 0,1 0 0,-1 0 0,1 0 0,-2 0 0,0 1 0,-2-1 0,-2 0 0,-1 0-30,7 0 0,-1 0 0,-4 1 0,0-1 0,-1 0 1,1 1-1,1 0 15,4 1 0,1-1 0,0 2 0,1-1 0,-3 0 0,-3 0 0,-5 0 90,14 1 0,-7-1 0,-3 1-46,6 0 1,-2-1 180,4 1 0,-7-1 135,-22 0 1111,-1 4-1291,-15 24-180,-8-1 30,0-2 0,-2 6 0,0 4-8,1-5 1,-2 1-1,0 4 1,-1 2 17,0-3 0,-1 2 0,-1 3 0,-1 1 1,0 2-1,-1 1 0,-1 0-30,0-3 0,-1 1 0,-1 2 0,-1 0 0,0 1 0,0 1 0,-1-1 0,1 1 0,0-1-85,1-4 0,0 0 0,1 1 0,-1 0 1,0 0-1,0-1 0,0 1 0,-1-2 1,1 0-1,0-1 75,-2 5 0,-1-1 0,0-2 0,1 1 0,-1-2 0,1 1 0,0 0 0,1 0-23,1-1 1,1 0-1,-1 1 1,1-1-1,1 0 1,0-1-1,2-2 1,0-2-329,1 5 0,2-1 1,1-3-1,0 0 1,-1 1 350,-1 2 0,-1 0 0,1 0 0,0 0 0,2-1-88,2 0 0,2 1 0,0-1 0,0-2 0,1-3 58,1 0 0,0-3 0,0-1 30,0 3 0,1 0 0,-1-1-45,4 12 0,0-8 45,-2-15 1248,2 16-1248,-5-22 2018,-3-2-2018,0 2 3018,-4-5-3018,-1 2 1129,0-1-1489,-4 5 180,4-8-719,0 0-1980,3-6 2879,0-2 0,1-1 0,1-1 0</inkml:trace>
  <inkml:trace contextRef="#ctx0" brushRef="#br0" timeOffset="17650">24570 5531 8432,'3'-10'810,"5"-7"-361,4-2 181,20-17-405,-8 15 0,3-1-90,1 1 0,2 0 0,12-3 0,2 1-46,-7 7 1,0 1-45,-1 1 0,0 3 0,-4 4 0,-5 8-45,0 27 45,-20 3 0,-7 7-15,-6 6 0,-4 4 0,-1 3-271,1-7 0,0 1 1,-1 1-1,0 0 263,0 1 1,0-1-1,0 0 1,1 1-1,2-1 1,0 1-1,2-2 1,2-2 7,2 0 0,3-3 0,1-2-30,1 13 0,4-5 135,2-12 0,2-5 315,8-5-91,-3-17 1,-5-20-90,-8-5 873,-5-1-1053,-15 28-45,9 16 0,2 8-45,-3 13 0,3 6-262,4-10 1,2 5 0,2 1-1,0-1 284,2-4 1,0-1 0,1 1-1,1 1-4,0-1 0,0 2 0,1 1 0,-1-3 0,1-3-18,0 1 0,1-4 0,-1 1 0,2 5 0,0 2 0,-3-8 45,-3-10 0,-3-3-45,0 5 0,-6 0 0,-16 1 0,-6-4 0,-10 2 0,9-15 0,-5 0 0,2-3-90,2-3 0,0-1-720,-11 3 1,0-1 809,15-5 0,3 0 0,-7 2 0,21-6 0</inkml:trace>
  <inkml:trace contextRef="#ctx0" brushRef="#br0" timeOffset="17950">25551 7040 11850,'2'-20'720,"-1"4"-630,-1-2 0,0 7-90,-1 1 0,1 5 0,0-1 0</inkml:trace>
  <inkml:trace contextRef="#ctx0" brushRef="#br0" timeOffset="25217">25023 11300 10051,'-3'-35'359,"-1"0"1,1 0 0,-1 5 0,2 0 45,1-12 0,2 2 494,4 3-269,-1-2 0,0 10-270,-5 63-226,0-2 1,-2 8 0,0 4 0,0 2-742,-1 0 1,1 2 0,-1 3-1,0 0 1,0-1 636,1-9 0,0 1 0,0-1 0,0 1 0,0 1 0,-1 1 3,1-2 1,-1 2 0,1 1 0,-1 1-1,0 0 1,0 0 0,1-2 0,1-1-353,0 7 1,1-2 0,0 0 0,0-1 0,0 0 0,0 0 333,0 0 0,-2 0 0,1 0 0,0 0 0,1 2 0,0 1 18,2-4 1,-1 2 0,2 0 0,0 2 0,-1 0-1,2-2 1,-1 0 0,0-3 11,0 4 0,0-1 0,1-2 0,0 0 0,-1-1 0,1 1-234,0 1 0,0-2 0,-1 1 0,1 0 1,0 2-1,1 1 222,-2-4 1,2 4 0,-1 1 0,0 1-1,0-2 1,0-1 0,0-5 0,-1-5-34,2 10 0,-2-8 0,1 6 15,-1-7 0,1 5 0,-1 2 0,1 0 0,-2-1 0,-2-5 7,-1 3 1,-3-4-1,0-1 1,1-2-23,0 2 0,1-2 0,-3 3 22,-1 1 0,-3 4 1,-1-2-1,0-6 23,-4-1 0,0-3-45,-4 8 0,-1-3 0,-3 1 1708,1-15-1619,13-20 2464,-8-3-2553,-2-10 2624,2 0-2444,-7-6-180,13 9 90,-4-1 89,6 3-179,11-3 90,41-10-90,0 5-450,-11 5 0,6 0 0,5 0 468,-3 2 0,6 1 0,1 0 0,0 0 0,-4 0-429,-2 0 1,-4 1 0,1 0-1,6-1 411,-6 2 0,5-1 0,2 0 0,2 0 0,1 0 0,0 0 0,-1 1 0,-2 0-382,0 0 1,1 1-1,-1 0 1,-1 0-1,0 0 1,-1 1 0,0-1 381,3 0 0,-1-1 0,-2 1 0,1 0 0,1 0 0,0 1-108,-2-1 0,2 1 0,0-1 0,0 1 0,0 0 0,-2 0 0,-3 1 90,3-1 0,-3 1 0,0 1 0,-2-1 0,2 0-27,9 0 0,1 0 0,-1 0 0,1 0 22,-1 0 1,1 0-1,-2 0 1,-2 0 22,3 0 0,-2-1 0,-7 1 0,-9 0 0,-4 0 324,4 0 0,-2 0-234,2 0-90,-4 0 1295,0 0-1205,-14 1 2898,1-1-2898,0 0 2027,-8 1-2027,-4-5 0,-6-3 0,-10-10-90,3 3 45,-5-9 0,-1-7 0,1-3 0,0-5-865,3 2 1,-2-6 0,1 0 0,1 2 780,2 2 1,0 3 0,1-6 38,1-2 0,1-5 0,0-3 0,1-1 0,2 3-375,1 5 0,1 3 0,1-1 0,0-2 0,0-4 365,1 8 0,-1-3 0,1-2 0,0-2 0,-1-1 0,1 0 0,0 2 0,0 1 0,0 3 10,0-6 0,0 3 0,0 1 0,1 0 0,-1-2 0,1-3-10,0 4 0,1-2 0,-1-3 0,1 0 0,0-2 0,0 1 0,-1 0 0,1 1 1,-1 2-14,0 1 1,0 0-1,0 1 1,0 0-1,0 1 1,0 0-1,0 0 1,0 1 22,0-2 0,1 1 0,-1 1 0,1 0 0,-1-1 0,1 0 0,-1-1-12,0 0 1,0-2 0,-1 0 0,1-1-1,-1 1 1,0 0 0,0 3 0,0 3-343,-1-7 1,0 2-1,-1 2 1,0 2-1,0 1 331,1-1 1,0 2 0,-1 0 0,0-1 22,-2-7 0,0-2 0,0 2 0,-1 5-347,-4-6 0,0 6 302,3 10 0,1 0 712,-4-5 0,1 4-847,2 9 1419,-1-1-1419,2 5 2608,-2 12-2428,-1 5 2007,-3 9-2097,-5 8 0,6-4 90,-5 5-90,-12 0 90,6-4 0,-11 1 0,-9 0-30,2-4 0,-3 0 0,-5-1-342,8-1 1,-3 0-1,-1 0 1,-2 0-1,-1-1 372,2 0 0,-2 1 0,0-1 0,-1 0 0,-1-1 0,-1 1-397,2-1 0,-2 0 1,-1-1-1,0 1 1,1-1-1,2 1 1,3-1 414,-2 0 0,3 0 0,2-1 0,0 1 0,-2 0-18,-4 0 0,-1-1 0,0 1 0,1 0 0,2-1-465,-1 1 1,1-1 0,3 0 0,2 0 464,-1 1 0,4-1 0,-4 0-40,-3 0 1,-5 0 0,1 0-1,7 0 40,-1 0 0,5 0 398,-6-1 0,0 1-623,10-1 0,4 1 1679,-1 1-4513,9 3 2981,13 1 78,8 1 0,2-1 0,1-3 0</inkml:trace>
  <inkml:trace contextRef="#ctx0" brushRef="#br0" timeOffset="48934">25037 10784 6903,'9'4'1439,"-2"0"-1259,-3 1 0,-3 1 0,-2 7-90,0-3 0,-3 10 0,2-7-90,-1-1 90,1-2 90,1-4 89,8-6-179,-4 0 90,9-13 90,-8-4-180,-1 2 90,-4-9-90,-3 10 0,-1 0 0,-1 5-90,-15 15 0,4 12 90,-9 13-90,13 3 90,13-3 0,6-15-90,10-10 90,2-13-90,-4-3 0,2-17 0,-11 15 0,2-15 0,-11 9 0,1 6 0,-8-2 0,-1 17 0,-3 6 0,4 1 0,6 13 0,5-13 0,3 10 180,7-9-91,-2-4 1,7-2 180,-2-11-180,-4 0 90,1-9-180,-8 6 180,-6-18-90,0 15 0,-5-11-90,-6 10 0,2 11-810,-6 5 361,9 6-2828,5 13 3196,5-14 1,2 10 0,0-7 0</inkml:trace>
  <inkml:trace contextRef="#ctx0" brushRef="#br0" timeOffset="49451">24948 10559 9781,'-16'-10'90,"5"4"180,-12-1 90,-9 11-270,6 0 45,-1 7 0,0 7 0,7 2 0,1 3-90,-1-2 0,-1 3 44,-2 15 1,3 3 0,10-5 0,3-1-283,-3-1 1,2 1 282,5 11 0,8 1-45,9-13 0,2-3 0,-5 0 0,3-2 0,12 2 0,6-8 0,-7-16 0,2-4-45,-2 1 0,2-1 45,17-9 0,3-6-1171,-4-7 1,-1-3 1170,0 4 0,-1-4-45,-6-5 0,1-4 0,-6-4-109,-9 2 1,-4-3-1,-2-3 109,2-6 0,-3-2 0,-4-1 0,-7 2 0,-4-1 0,-3 5 0,-5-5 0,-9 8 0,-18 6 0,-6 10 0,3 16 0,0 5 0,2-5 0,-2 6-240,0 9 0,-1 7 1,5 2-1021,5 6 1,4 2 1259,-11 8 0,4 1 0,17-6 0,6 0 0,6 16 0</inkml:trace>
  <inkml:trace contextRef="#ctx0" brushRef="#br0" timeOffset="50401">27061 10750 9871,'3'-7'1080,"-11"16"-1080,5-6 90,-9 20 0,10-17 0,0 9 89,4-6 1,1-2 0,10-9 90,2-14-180,0 2 0,-2-7 180,-7 3-270,-1 6 90,-2-3 0,-5 10-90,-4 6 0,-2 7 0,0 0-180,3 2-540,4 0-89,1-4-1260,1 3 2069,4-6 0,2-3 0,2-2 0</inkml:trace>
  <inkml:trace contextRef="#ctx0" brushRef="#br0" timeOffset="50917">27133 10546 9422,'-13'-19'539,"-7"-4"-269,10 15 270,-11-6-270,-2 18-46,0 12 1,-1 4-135,-9 10 0,7 3 0,2 5 45,10 5 0,4 1-527,0-12 0,3 0 422,1 1 0,2 3 0,4-2 60,10 7 0,4-3-45,-6-9 0,2-2 0,14 16 0,8-6 0,-1-20 0,5-6 0,10 1 0,1-3-302,-6-4 0,0-5 287,-4-6 0,1-4 0,-3-4-536,6-10 1,-3-2 549,3 2 1,-1-4-15,-10-4 0,-3-6 0,-5-1-30,-9 6 0,-4-1 0,-1 0 0,4 0 0,0-1 0,-5-1 0,-7-3 0,-4-4 0,-3 1 0,-3 6 117,-12-7 1,-9 5-118,5 12 0,-6-1 0,-1 3 0,1 6 0,-11-2 0,-4 13-45,7 10 0,-5 7 0,-1 5 0,4 2-495,-1 5 1,4 5-1,-2 3 371,3-2 0,-3 1 0,2 2 0,1 1 1,7-3-1,1 1 0,1 0 0,2 0 1,-2 9-1,-1 0 0,1-1 0</inkml:trace>
  <inkml:trace contextRef="#ctx0" brushRef="#br0" timeOffset="52184">24939 14669 10141,'-5'-7'360,"-3"-1"-180,-1 9 629,-15 17-719,10-6 90,-14 25 0,16-8 0,0 5-90,7 9 0,7-21 0,10 3 0,7-21 0,4-8 90,3-13 180,-3-19-181,-11 5 1,-3-2-90,-11 18-90,-8 16 90,4 6 0,0 11-90,10-6 90,6-6-90,4-15 90,-3-5-90,-3-4-180,-10 1-360,-2 8-2737,-10 3 2679,7 7 1,-2 0 0,7 0 0</inkml:trace>
  <inkml:trace contextRef="#ctx0" brushRef="#br0" timeOffset="52700">24960 14399 11041,'-9'-9'539,"-17"-7"1,0 9-315,1 3 0,-2 2-90,2 7 0,-1 4 0,-14 15 0,0 4-135,14-9 0,0 3 29,2 2 1,-1 5 0,3 2 30,3 7 0,3 3 0,3 1-328,2-5 1,2 1-1,3 2 268,3 4 0,3 5 0,3-1 0,4-4 0,8-3 0,5-4 0,5-1 0,2-6 0,5 0 0,1-3 0,-2-4 0,11 5 0,2-8 30,2-8 0,6-5 0,-3-6-207,-8-7 0,-3-5 1,1-2 236,4-2 0,1-2 0,-3-6-16,-9-1 1,-1-5 0,-3-2 0,-5-1-15,-3-9 0,-6-3 0,-7-3-614,-7 10 0,-4-4 0,-3-1 0,-1 1 0,-1 4 584,0-5 0,-2 4 0,-4-1 22,-3 1 1,-3-2-1,-4 3 1,-3 5-135,-3 8 0,-3 5 0,-2 3 0,0 2-8,-7-1 0,-1 5 1,-2 4-534,-2 4 1,-5 3 0,2 5 0,7 6 652,5 9 0,6 7 0,3 1 0,2 0 0,3 1 0,5 1 0,10 7 0,1-1 0</inkml:trace>
  <inkml:trace contextRef="#ctx0" brushRef="#br0" timeOffset="53651">27494 14672 10231,'3'-8'1349,"-1"0"-359,-1 3-810,-4 0-90,-3 6 90,-10 9-90,-1 6-1,-4 10 1,8-4 0,5-2 0,7-10 0,12-9-90,-3-4 0,7-10 0,-11 6 0,3-9 0,-4 6-90,0-2 90,-5 4 0,-8 11-90,2 2 90,-2 5 0,6 1 0,5-2-180,2 4 91,2-5-91,3 0-1170,3-4-1348,2-3 2698,0-1 0,-2-3 0,-5-1 0</inkml:trace>
  <inkml:trace contextRef="#ctx0" brushRef="#br0" timeOffset="54183">27594 14480 9871,'-3'-16'900,"-3"0"-91,-9-8-449,-9 8 90,-25 10-315,11 17 0,-1 7-75,10-2 0,0 3 0,1 3 0,-6 11 0,1 5 0,5 3-262,7 0 1,4 2 0,5 0 261,2 1 0,4 1 0,7-1-30,8 0 0,7 0 0,3-4-118,1-11 1,3-3 0,3-3 116,9 2 1,5-2 0,2-7-30,1-8 0,2-6 0,0-4 60,3-3 0,0-3 0,-3-3-306,-7 2 0,-2-1 1,-2-6 275,3-8 0,-1-6 0,-6-2 30,-9 2 0,-5-2 0,1 0-60,1 2 0,1 0 0,-4-3 0,-1-11 0,-4-4 0,-8 3 0,-8 8 0,-6 2 0,0 1 0,4 0 0,1 0 0,-9 1 0,-15 0 0,-11-1 0,-3 3 0,6 7-45,0 4 0,-3 6-113,1-1 1,-7 0 0,-2 3-1,2 7-662,6 9 1,1 6 0,1 3 0,1-2 491,0-3 0,2 0 0,-3 3 1,-2 5-1,-3 2 0,1 2 1,5-1-1,-3 7 0,-1-1 1</inkml:trace>
  <inkml:trace contextRef="#ctx0" brushRef="#br0" timeOffset="58167">24728 10117 7803,'7'-16'1079,"-2"6"-359,4-8-1,-2 4-269,5 0 0,14 11-181,17 18-134,-5 5 0,0 2-90,-10-6 0,0 1-45,9 8 0,-1 1-405,-13-8 1,-2-2-2873,11 7 3219,-1-2 0,-26-19 0,-2-4 1</inkml:trace>
  <inkml:trace contextRef="#ctx0" brushRef="#br0" timeOffset="58333">25239 9883 9512,'-34'8'89,"-1"0"1,1 6 0,-3 5 0,-2 3-126,4 2 0,-4 3 0,0 3 0,0-1 0,2-1-784,1-1 1,3-2 0,-1 1 0,0 3 817,-2 3 0,-3 4 0,1 1 0,3-2 0,5-4 0,4-4 0,5-2 0,-1 1 0,-8 11 0,-1 0 0,1-1 0</inkml:trace>
  <inkml:trace contextRef="#ctx0" brushRef="#br0" timeOffset="63400">22055 11005 7353,'3'-10'809,"-1"2"-539,1 2 810,-1-1-631,1 0 181,-2 0-630,-1 15 90,1 1-90,-2 6 90,5-3-90,0-9 90,2 0-90,2-8 0,-2-5 0,-4-2 0,-5-5 0,-3 8-90,-2 0 90,-3 7 90,6 3-90,-4 5 0,9 6-90,1 1-270,3-1 360,-1-5 0,-2-5 0,-1 0 0</inkml:trace>
  <inkml:trace contextRef="#ctx0" brushRef="#br0" timeOffset="63901">21981 10778 8342,'-31'-12'-180,"-4"4"180,14 8 90,-7 7 180,-8 24 0,7 8-135,9 0 0,4 2-449,9-14 1,3 0 403,2 12 0,6 1-45,10 2 0,3-3 0,-7-10 0,3-1-15,4 3 0,5 1 0,2-4-144,6-6 1,3-5 158,3 4 0,4-5 15,-7-9 0,2-5 0,-1-5-15,14-12 0,-4-9-45,-14 6 0,-1-3 0,-4-4 60,-1-10 0,-3-5 0,-5 2-15,-1 1 0,-7-1-15,-6-3 0,-4-3 0,-5 3-30,-12-3 0,-6 2 0,6 10 0,-2 1 0,-3 3-120,-10 2 0,-3 5 0,1 4 30,0 4 0,0 6-315,-14 9 1,2 9 404,12 8 0,3 5 0,3-4 0,1 1 0,0 8 0,0-1 0</inkml:trace>
  <inkml:trace contextRef="#ctx0" brushRef="#br0" timeOffset="66167">24728 14723 8612,'-13'-14'270,"0"1"90,-9-9-90,-1 2-91,4 2 1,-2 0 0,-2-3 0,-2-2-30,-1-3 0,-3-4 0,0 0-120,3 1 0,0 0 0,-1-4-673,3 3 1,-3-3-1,1-1 1,0 1 0,3 2 672,-3-4 0,3 3 0,-2-4-30,-1-1 0,-1-3 0,-1-1 0,0-1-436,4 7 0,0-1 1,0-1-1,1 2 0,1 1 436,0 0 0,1 3 0,0-1 0,-2-2-110,1 2 0,-1-2 0,0-2 0,-2 0 1,0-1-1,-1 2 125,-1-3 0,-1 1 0,-1-1 0,0 0 0,0 1 0,0 0-15,1 2 0,0 0 0,1 1 0,-2 0 0,0-2 0,-3-1-155,4 4 1,-2-2 0,-1-1 0,-1-2-1,-1 1 1,1 0 0,1 2 0,1 2-1,3 3 155,-5-4 0,3 3 0,2 2 0,-1 0 0,-2-1 0,-5-5 0,-1-1 0,-1 1 0,1 0 0,2 3 0,2 1 0,1 3 0,2 0 0,0 2 0,-2-3 0,1 2 0,-1-2 286,2 2 1,-2-2 0,1 1 0,1 0-287,-3-6 0,1 1 0,2 0 0,3 3 0,2 1 0,-2-2-218,1-1 1,-1-4 0,1 2 0,4 3 217,1-1 0,2 2 0,-2-7 0,1 0 428,5 9 1,2 3-429,-11-17 974,9 15 1,-2 0-975,0 1 0,0 2 0,-4-6 118,4 6 1,1 0-119,1-6 0,3 7 2895,-1-11-2895,5 4 0,2 9 1223,-2-17-1133,0 9-90,1-3 0,-4-3 0,5 17 0,-2 0 0,4 6 90,0 1-180,-1-2 90,1 4 0,1 1 0,-1 1-90,0 2-810,1 0-989,-3 4 1889,0 2 0,1 0 0,2 1 0</inkml:trace>
  <inkml:trace contextRef="#ctx0" brushRef="#br0" timeOffset="66567">21923 11015 8612,'8'-6'180,"1"-1"-90,1 2 90,12-1-180,-5 3 180,18 0-31,-4 2 1,7 1 0,-3 1-105,-2-1 0,2-1-325,0 1 1,6 0-1,2 0 1,1 0 333,-3 0 0,1 1 0,1-1 0,0 0 0,-3 0-502,0 1 0,-2-1 0,0 0 1,5 0 461,0 1 1,4-1 0,2 0 0,2 0 0,1 1 0,-2-1-328,-4 0 0,1 0 1,0 0-1,0 1 1,0-1-1,-2 0 1,-1 0 312,5 0 0,-4 1 0,1-1 0,0 0 0,5 0-109,-8 0 1,4 0-1,1 0 1,1 0-1,1 0 1,1 0 0,-1-1-1,0 1 109,-5 0 0,0 1 0,1-1 0,0 0 0,0 0 0,-1 0 0,1 1 0,-1-1 0,-1 0-45,2 0 0,-2 0 0,0 0 0,0 0 0,0 0 0,1 0 0,1 0 0,1 0-162,0 0 0,3 0 0,2 0 0,1 0 1,0 1-1,-1-1 0,-1 0 0,-2 0 0,-4 0 1,-3 0-99,7 0 0,-5 1 0,-3-1 0,-1-1 0,0 1 305,7 0 0,-1 0 0,-3 0 0,-6-1 0,-6 0 0,-3 0 0,-1-1 0,0 1 0</inkml:trace>
  <inkml:trace contextRef="#ctx0" brushRef="#br0" timeOffset="69301">23411 12720 7892,'3'-12'2069,"3"-4"-1529,-1 2 90,7 4-540,-4 9 179,7 14-89,-1 15 0,-2 4-90,4 9-30,-4-5 0,3 8 0,-2-2-132,-1-5 0,-1 0 0,0 0 42,1 3 0,0 1 0,1 0-390,1-1 0,-1 0 1,-1-5 59,-3-8 0,0-4-2338,8 9 2698,-11-28 0,4-4 0,-2-5 0</inkml:trace>
  <inkml:trace contextRef="#ctx0" brushRef="#br0" timeOffset="69467">23814 12929 9691,'-4'-47'630,"-3"12"-450,-1-4 180,-10 23-135,-10 28 0,-4 9-136,-11 2-520,8 2 0,-5 8 1,2-1-663,8-4 1,2-1 0,-1 1 745,1-2 1,1 1-1,-1 0 1,-3 3 0,0 0-1,2-2 1,2-2 0,0 1-1</inkml:trace>
  <inkml:trace contextRef="#ctx0" brushRef="#br0" timeOffset="69967">23416 10532 9422,'-5'-8'899,"-6"24"-629,10 16-90,8 14 0,5 4-180,-3-19 0,3 0-93,4 3 0,2 3 1,2-1 122,4 2 0,2-1 0,-1-1-240,-5-7 0,0-1 0,1 0-780,6 9 1,2 1 0,-5-7 989,7 3 0,-8-18 0,-15-14 0</inkml:trace>
  <inkml:trace contextRef="#ctx0" brushRef="#br0" timeOffset="70117">23899 10901 9152,'-7'-29'539,"-12"-4"-89,-27 24-300,9 22 0,-5 12 0,2 0-1063,11-7 0,2 1 1,-2 5 624,1 1 0,-3 5 0,-1 3 1,0 0-1,3 0 96,-2 6 0,2 0 0,1 1 0,-1-1 0,-1 1 0,1-1 0,-1 0 1,0 2-1,2-4 0,0 1 0,1-1 0,-1 0 0,0 1 0</inkml:trace>
  <inkml:trace contextRef="#ctx0" brushRef="#br0" timeOffset="74500">15344 11626 7443,'-8'-3'629,"1"0"1260,0 1-1799,12 1 270,16 2-270,4 0 90,17 1 0,10 0-920,-17-1 0,2 0 0,4 0 1,4 0 772,-5 0 1,2 0 0,3 0 0,3 0-1,1 0 1,3 0 0,0 0 0,2 0-163,-10 0 0,1 0 0,2 0 0,0 0 0,2 0 0,0 1 0,1-1 0,2 0 0,-1 0 0,2 1 0,0-1 0,0 1 0,0-1 139,-7 1 0,1-1 0,0 0 0,1 1 0,1-1 0,0 1 0,0-1 0,1 1 0,0-1 0,1 1 0,-1 0 0,1-1 0,0 1 0,0 0 0,0-1 0,-1 1 0,1 0 0,-1-1-96,-1 1 1,0 0 0,1 0 0,-1-1 0,0 1 0,1 0 0,-1 0 0,1-1-1,0 1 1,-1 0 0,1 0 0,0 0 0,0 0 0,0 0 0,0-1 0,0 1 0,0 0-1,0 0 1,0 0 89,-2 0 1,2 1-1,-1-1 1,1 0-1,1 0 1,0 0-1,0 0 1,-1 1-1,1-1 1,0 0-1,-1 1 1,-1-1 0,1 0-1,-2 0 1,0 1-1,-2-1 1,0 0-1,-1 0 1,-2 0-1,-1 0-108,13 0 0,-2 1 0,-3-1 1,-1 0-1,-1 1 0,-1-1 0,-1 0 1,1 0-1,0 0 0,1 1 0,1-1 104,-1 0 0,1 0 0,2 0 0,1 1 0,-1-1 0,0 0 0,-1 0 0,0 0 0,-3 0 0,-2-1 0,-2 0 0,-4 0 164,15 0 0,-5-1 0,-4-1 0,-1 0 0,3 1-74,-5-1 0,1 1 0,1 0 0,-1-1 0,-2-1 0,-3 1 67,6-3 0,-2 0 1,-4 0-1,-7-1 23,17-6 1325,-20-4-1145,-19 6 1711,-1 2-1981,-1 1 2963,5 10-3323,-2 5 1386,1 1-2016,-1 6-1168,-9-3 449,-1 1 1619,-11 0 0,-9-4 0,-7 1 0</inkml:trace>
  <inkml:trace contextRef="#ctx0" brushRef="#br0" timeOffset="77117">27039 7343 9961,'2'-11'-449,"0"-1"539,-1 0-90,-1 0-90,-1 0 180,-8 17-90,0 4-90,-7 19 90,7-5 90,8 5-90,2-14 0,8-1 179,5-11-89,-4 0 180,8-10 90,-10-10-180,-1-5 0,-8-7-180,-2 13 90,-5-1 0,1 11-90,-5 6 90,4 7-90,2 3 0,6 3 90,4-8-90,2-7 90,-5-9-1,-4-9-89,-6 1-719,-5 5 359,5 11 360,3 8 0,4 5 0,3 2 0</inkml:trace>
  <inkml:trace contextRef="#ctx0" brushRef="#br0" timeOffset="77667">27051 6987 9512,'-12'-18'90,"-10"-4"179,-7-1-134,4 11 0,-3 3-45,4 6 0,-2 5-45,-13 12 0,-1 7-45,9 6 0,3 6-964,5 2 1,1 5 0,4-3 963,2-2 0,5 1 45,1 13 0,10 1-109,16-6 0,8-3 64,0-5 0,4-2 0,3-6 0,3 0 0,-1-6 0,-2-7 0,0-5 0,8-5 0,3-6 0,-2-10 0,-2-4 45,-9 4 0,1-1-45,-1-2 0,3-4 0,-4-3-30,-6-8 0,-4-4 0,-2 0 60,-2 2 0,-3 0 0,-2-4-598,-3-2 0,-3-3 0,-2-1 0,-3 5 568,-4-7 0,-9 4 0,-6 4 0,-8 0 0,0 7-46,-7 9 0,-2 6 46,1 4 0,-2 1 0,2 3 0,-3 3 0,1 7 0,1 12 0,-1 7 0,7 4-315,8 7 0,3 3 745,1-11 0,-1 1 1,6 3-431,10 7 0,7 2 0,4-3 0,4-1 0,4 0 0,0 0 0,0 1 0,-1-1 0</inkml:trace>
  <inkml:trace contextRef="#ctx0" brushRef="#br0" timeOffset="79550">29671 7219 9152,'8'-8'360,"0"1"-360,-3 8 0,-1 0 0,1 6 0,-4-3 0,2 1 90,1 0-90,4-1 89,3-1 1,-1-1 180,6-7 90,-2-5-90,5-10-90,-4-1 0,-5-4-90,-5 6-180,-6 6 90,-6 9 0,-4 13 0,1 2 0,1 2 90,6-2-90,2-2 0,3-3 90,5-5-90,-1-7 0,1-9 0,-6 4 0,-4 0 0,-8 15-540,3 9-629,2 10-810,10-2 1979,3-5 0,-2-10 0,-3-5 0</inkml:trace>
  <inkml:trace contextRef="#ctx0" brushRef="#br0" timeOffset="80083">29767 7062 8882,'-15'-19'1079,"-4"-1"-809,3 7 0,-17 4-180,12 7-45,-6 9 0,-2 5 0,2 6 0,0 2-431,-1-2 0,0 4 416,3 3 0,-2 4 0,5 2 15,0 14 0,5 0-45,-4-6 0,4 2 0,10-4 0,5 3 0,5-4 0,11-2 0,5-2 0,-6 2 0,5-1 30,5-9 0,6-1 0,1-6-30,7-3 0,2-5 0,-1 4 0,4-5 30,3-9 0,4-6 0,-3-4-30,-12-3 0,-1-4 0,0 0-153,5 2 0,2-1 0,-3-5 153,-8-2 0,0-5 0,-3-1 0,-4 0 0,-3-7 0,-5 0 0,0 0-282,4 1 1,-1 0-1,-4-3 327,-7 2 0,-2-3 0,-4 0 0,-5 4-15,-7-1 0,-6 4 0,0 0 0,5-2 0,-1 1 0,-5 2-30,-14-4 0,-8 4 0,-1 8 30,4 13 0,0 6 0,0-1-60,4-3 0,1-1 0,-2 5-240,-8 10 0,-1 6 0,7 5-1349,11 6 0,5 3 1619,-6-1 0,4 1 0,11 2 0,6-1 0,7 5 0</inkml:trace>
  <inkml:trace contextRef="#ctx0" brushRef="#br0" timeOffset="82001">30429 4129 9512,'-11'13'0,"5"-6"0,-1 2 0,3 2 0,2-1 0,1 5 90,1-7-90,3-3 0,2-7 89,3-3-89,-2-4 0,-1-3 90,-5 2-180,1 0 180,-5 3-90,-1 7-90,-2 5 90,2 7 0,5 2 0,4-2 90,2-4 0,4-7-90,-4-5 90,1-6-90,-6-2 0,-8-1 90,-2 3-90,-11 5 0,11 5-90,-6 5 0,10 3 0,0-2 0,3 4-2068,2-5 2158,-2 1 0,2-3 0,-3-1 0</inkml:trace>
  <inkml:trace contextRef="#ctx0" brushRef="#br0" timeOffset="84667">27416 4070 9242,'-4'-9'1259,"-1"1"-989,3 3-270,-6 6 90,4-1-90,-10 10 90,4 2-90,0-1 90,-1 8-180,7-9 180,0 7-90,5-9 0,5-4 0,4-7 180,5-12-180,-3-1 179,-2-5-179,-9 4 90,-2 7-269,-8 7-361,4 9-629,0 10-900,11-3 2069,1-1 0,5-6 0,-6-5 0</inkml:trace>
  <inkml:trace contextRef="#ctx0" brushRef="#br0" timeOffset="85184">27302 3882 8792,'-13'-22'540,"5"7"-181,-7-4 1,-4 11-90,-16 8-180,2 15 0,-2 5-90,12-7 0,1 2 0,-13 17 0,3 7 90,12 7 0,5 1-90,1-13 0,2 0 30,3 3 0,1 3 0,5-1-30,8-1 0,4-1 0,1-3-45,-3 1 0,3 0 45,3 1 0,3 2 0,4-7-1059,11-8 0,0-6 1059,-9-2 0,1-2-45,12 2 0,4-7 45,1-13 0,-2-5 0,-10 5 0,0-4-30,8-5 0,3-6 0,-4-4-877,-10-5 0,-4-5 1,-1 2 906,11-7 0,-3-3 0,-10 2 0,-3-5 0,-7-1-577,-10 0 1,-7-1 0,1 2 576,3 10 0,1 3 0,-3-3 132,-3-2 0,-2-4 1,-4 1-1,-3 4-102,-15-1 0,-5 4 0,2 3-30,10 6 0,3 1 0,-7 1 0,-2 5 0,-5 0 0,-4 1 0,0 4 0,1 6 0,-7 7 0,1 8 0,0 3 0,0 1-416,-2 0 1,1 2 0,1 1-1,1 2 348,2-2 1,0 2 0,3 1 0,7 6-773,3 12 1,7 5-1,8-3 874,8-11 0,4 2 0,3 4 1,3 5-1,1-3 0,8 4 1,0-1-1</inkml:trace>
  <inkml:trace contextRef="#ctx0" brushRef="#br0" timeOffset="89601">30328 4198 7982,'-1'-11'-539,"1"-2"629,2 4 90,2-2 179,0 2-179,2 1 360,-2 1-270,0 2 180,0-1-450,-6 15 90,4-3-90,-4 9 179,9-13 271,0-8-270,-2-2 0,-1-6-180,-5 7 90,-2-1-180,-8 9-180,2 5-449,-3 7-91,7 3 810,5-3 0,0-4 0,2-5 0</inkml:trace>
  <inkml:trace contextRef="#ctx0" brushRef="#br0" timeOffset="90100">30384 3870 8342,'-13'-17'-90,"-3"1"180,-8 7-90,5 2 90,-19 5-45,10 14 0,0 4-45,-10 6 30,13-3 0,-2 5 0,4 3 15,0 17 0,5 2-45,-2-10 0,4 3 22,8-3 1,2 4-1,3 1 1,3-6-219,5 5 1,4-1 225,3 5 0,2 5 0,1-7-30,0-7 0,5-4 0,4-1 0,4 1 0,1-6 45,6-6 0,1-4-45,0 6 0,2-4 90,11-9 0,0-10 90,-10-6 0,-1-8-60,1-6 0,1-6 0,-2 0-392,1-1 0,-4-4 332,-7-2 0,-3-5 0,-6-4 29,-11 6 1,-6-3 0,-3 0 0,-1 0-60,-3-6 0,-3 0 0,-5-1-12,1 10 0,-3-3 0,-2 0 0,-3 4 0,-1 6-108,-11-1 0,-4 7 1,-5 10-631,0 12 0,-6 9 1,1 5-1,5 1 720,7-2 0,4 3 0,0 5 0,-3 7 0,-2 6 0,3 1 0,4-2 0,0 8 0,0-1 0</inkml:trace>
  <inkml:trace contextRef="#ctx0" brushRef="#br0" timeOffset="195334">2285 11454 15628,'5'9'0,"1"-2"-90,-3-4 90,3-1 0,8-13 0,-3-3-3277,3-16 3252,-9 12-65,-4-5 90,-6 6 0,0 5 0,-2-1-90,-6 15 90,7 0 3276,-11 11-3250,12-5-206,-3 13 0,6-5 180,1-1-269,5 0 179,3-9 0,9-6 90,-2-7-90,3-13 90,-9 6 0,-4-6 0,-6 8 0,-2 4 0,-10 8-90,6 9 90,-3 8 0,8-5 0,4-1 0,1-5 0,4-5 0,2-5 90,0-5-90,-5-6 90,-4 3-540,-3 4-719,-6 7 1169,3 6 0,-1 1 0,5 2 0</inkml:trace>
  <inkml:trace contextRef="#ctx0" brushRef="#br0" timeOffset="195967">2227 11121 10681,'-8'-9'809,"-1"-1"181,2 5-630,-3 0 89,-8 6-89,-4 6-180,1 6 0,0 4-90,-3 11 0,1 4 0,-1 1 0,3 4-60,9-5 0,2 3 0,3-4 15,1-1 0,3-1-45,5 8 0,7-1 45,10-3 0,3-3-45,-7-8 0,1-1 0,19 10 0,4-6 45,-3-18 0,1-6-45,11-1 0,0-2-179,-8-2 0,-1-4 179,6-8 0,-3-6 0,-16 1 0,-3-2 0,3 2 0,-3-3 60,-6-6 0,-3-5 0,-5 1-15,-7-6 0,-6-2 105,-2-4 0,-4-4 0,-4 4-61,-1 11 1,-4 3 0,-4 1 30,-12-4 0,-6 3 0,3 5-120,3 6 0,-2 5 30,4 6 0,-3 3 0,1 4-30,-11 12 0,4 4-45,10-6 0,2 3-285,-2 4 0,-2 5 1,7 3-1310,7 5 1,5 2 533,-2-5 0,3 1 1105,4 7 0,6-2 0,9 1 0,3 10 0</inkml:trace>
  <inkml:trace contextRef="#ctx0" brushRef="#br0" timeOffset="198484">7976 11314 10771,'1'-9'2428,"0"0"-2428,-1 24 90,1-9 0,3 22-90,3-19 90,5 0 0,4-13-90,-6 1 270,1-9-180,-9 4 180,-8-10-180,-2 8-90,-9 3 90,7 10-90,-1 6 0,6 4-90,3 1-180,9 4 180,0-8 90,13-7-90,-10-5 90,5-9 0,-12-5 0,-1 5 0,-4-7 0,-6 11 0,1 1 0,-7 5-540,3 11 271,3-2-721,2 4 990,7 1 0,0-9 0,1 5 0</inkml:trace>
  <inkml:trace contextRef="#ctx0" brushRef="#br0" timeOffset="199151">8025 11065 10321,'-14'-17'1079,"3"6"-359,-4 0-270,-3 9 90,-18 10-451,9 2 1,5 2 0,-2 5 45,-1 7 0,1 2-90,6-8 0,1 2 45,-12 18 0,4 3-45,15-12 0,5 0 0,-3 7 0,4 1 0,9 2 0,4-2-45,7 6 0,-1-20 0,5-2 0,8-8 0,3-4 0,-2-1 0,2-3 30,2-1 0,2-2 0,-2-3 15,4-4 0,-2-4 90,7-10 0,-4-2-45,2-5-45,-19 2 0,-5-5 134,-8-5 1,-5-2 0,-1-1 0,-4-2-60,-4 3 0,-2-2 0,-3 3 15,-6 0 0,-5 4-45,-13 3 0,-3 6-45,14 13 0,-1 5-45,-11 5 0,-3 6-570,5 5 0,-2 6 1,1 0-524,4-2 1,2 0 0,-1 2 682,-10 5 0,-1 3 1,5-2-1,3 2 1,4-1-1,7-3 0,-1 0 1</inkml:trace>
  <inkml:trace contextRef="#ctx0" brushRef="#br0" timeOffset="201301">8044 13683 13829,'-6'15'180,"1"-4"-90,5 1-90,1-6 0,3-1 90,4-8-90,-4 0 0,3-5 90,-6 0-90,-1 1 0,-4 0-90,-6 9 90,0 4 0,-2 8 0,6-2 0,9 2 0,2-8 0,10-7 0,-7-5 90,4-12-90,-10 8 0,-4-5 0,-7 14-90,-5 8-90,1 4-630,2 6-179,8-7-2288,7-3 2927,1-5 0,4-4 0,-4-2 0</inkml:trace>
  <inkml:trace contextRef="#ctx0" brushRef="#br0" timeOffset="201901">8043 13520 10501,'-4'-8'540,"-5"-7"-1,0 5 181,-9-7-180,-1 7-91,-14 8-179,-5 17-90,6 13 0,0 9-135,9-2 0,2 4-419,5-4 0,1 2 0,4-1 374,4-2 0,4 1 45,6 8 0,6 1-40,6-7 1,4-2 39,1 5 0,4-3-45,10-1 0,5-7 45,5-14 0,2-8-45,3-6 0,-1-5-166,-7 0 0,-2-5 166,6-9 0,-3-7 45,-12-5 0,-4-5-45,-6 8 0,-1-2 0,-4-2 90,-2-9 0,-5-3 0,-7 1 0,-9 1 0,-7 1 0,-5 2-30,-2 2 0,-3 2 0,-2 3-60,2 6 0,-1 2 0,-2 4-120,-8 5 0,-2 5 0,-1 5-973,5 6 1,1 4 0,0 0-141,-15 0 1,-1 2 1232,11 4 0,-2 3 0,5 2 0,-1 4 0,2 2 0,5-5 0,0 1 0,-1 0 0</inkml:trace>
  <inkml:trace contextRef="#ctx0" brushRef="#br0" timeOffset="204467">2362 13637 11850,'-7'4'630,"1"3"-450,5 12-90,1-4 90,4 17-90,-1-21-90,4 9 90,-3-14-90,1 0 89,1-1 1,6-11 0,-5-4 90,3-6 0,-8 1-90,-4 0 0,-2 5-90,1 10 0,2 2-90,6 11 90,-1-7-90,4 2 90,-4-6 90,5-5 0,-4-3 0,1-3 0,-7 0-90,-2 1-810,0 2 1,-2 7-2468,5 6 2859,0 2 1,4 1-1,0-7 1</inkml:trace>
  <inkml:trace contextRef="#ctx0" brushRef="#br0" timeOffset="205134">2487 13444 10231,'-16'-17'1080,"-1"1"-631,-3 1 91,-10 3-450,11 6 90,-13 2 90,-16 13-180,12 0-45,-3 3 0,-2 6 44,7 6 1,1 5-60,9-6 0,-1 3 0,3 4-201,5 1 1,2 4-1,2 2 1,4 0 200,1 10 0,6 2 0,3 1-8,4-3 1,3 2-1,3 0 1,2-3 22,1-6 0,2-2 0,2 0 0,1-3-45,7 9 0,2-2 0,4-7 30,1-8 0,4-5 0,1-8-1,-2-8 1,2-6 0,-2-3-30,10 0 0,-1-6 30,-5-7 0,0-6 0,-4-3 0,-9 1 0,-4-2 0,1 1-30,1 1 0,1 1 0,-3-5 22,-3-6 1,-1-5 0,-3-3-1,-4 3 8,-4-1 0,-6 1 0,-2-4 24,-2 5 0,-1-4 0,-2-1 0,-3 1 0,-3 3-793,-6-1 0,-4 3 0,-2 1 0,-1 2 769,-3-6 0,-2 1 0,-6 7-8,0 11 1,-5 3-1,-1 5 1,0 4-842,-7 9 0,1 6 0,0 0 669,-1-5 0,1 0 0,-2 9-506,7 7 1,-3 8-1,0 3 1,2 1 0,8-3 381,6-3 1,4-2 0,0 5 0,-2 1 0,-3 5 0,0 1 0,2 0 0,4-3 0,6 1 0,0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25:50.43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23957 3860 10231,'1'-14'810,"-1"1"-271,0 7-449,3 38 90,-4 14-90,-1 0 0,-2 3-45,0-8 0,-1-2-45,0-6 0,0-2-270,0-5 0,0-2-3007,0 4 3084,2-3 1,3-7-1,3-14 1</inkml:trace>
  <inkml:trace contextRef="#ctx0" brushRef="#br0" timeOffset="416">24176 3903 10231,'0'-16'990,"0"3"-1,-2-2-719,-8 33-180,1 11-45,-1 2 0,1 5 45,1 3 0,1 1-90,2 0 0,2-1 0,3-4 0,1-3 0,6 9 0,10-16-90,9-23 90,7-8-45,-10-13 0,-4-6 45,-6-9 0,-6-3 0,-3-5 0,-6-1 0,-2 9 0,-5 2-45,-9 2 0,-6 8-135,0 15 0,-2 7-495,-6 2 1,0 6 674,3 7 0,3 5 0,6 0 0,5 2 0,1 19 0</inkml:trace>
  <inkml:trace contextRef="#ctx0" brushRef="#br0" timeOffset="883">24504 3939 10591,'-13'-12'809,"-9"13"-629,3 14-90,3 5 0,0 4 0,3-1 0,3 1-45,-1 9 0,2 0-45,1 5 90,9 6 0,21-13-90,3-10 90,21-5-90,-18-18 0,5-15 270,-15-17-180,-7 9 0,-5-23 0,-16 25 0,-6 2-180,-12-12-225,3 15 0,-1 6-45,-1 8-809,0 15 1169,23 6 0,3 3 0,6 3 0</inkml:trace>
  <inkml:trace contextRef="#ctx0" brushRef="#br0" timeOffset="1350">24835 4018 10681,'-5'-7'540,"-2"-2"179,-6 2-539,-3 5 180,-18 22-270,15-4 0,-7 23 90,15 4-180,6-13 90,1 20-90,19-12 0,-5-12 0,18 8-90,17-27 90,-2-11 0,-8-12 0,-2-5 0,-1-9 0,-15 2 0,-6-2 0,-12 2 0,-5 2 0,1-12 0,-9 9 0,-5 4-360,-26 13-495,19 8 1,-2 4 854,1 6 0,2 4 0,-6 17 0,13 1 0</inkml:trace>
  <inkml:trace contextRef="#ctx0" brushRef="#br0" timeOffset="3483">25843 4124 10681,'7'-5'1529,"-2"0"-809,-3 1-630,-19 24 89,-3 12-179,-5 7 0,14-10 0,5 0-180,10-5 1,5 0 89,1 2 0,3-2 0,13 17-90,11-21 90,-9-22 90,-2 0-90,3-23 180,-19-14 0,-10 10 0,-3-2-45,-3 1 0,-3 1-45,-1 5 0,-1 2 90,-11-9-90,13 21-90,17 2 90,11 4 0,26-2-90,-1-12 135,-17-2 0,-2-4-90,-3-3 0,-2-4 135,-3 1 0,-2-2 0,-1 0 0,1-1 0,-2 0-45,0-6 0,-1 5 45,-1 8-1,5 21-89,-8 12 90,8 30-45,-8 8 0,-3 6 0,0-4 0,-2 4-865,-1-11 1,-1 3 0,0 1 0,-1-6 761,-1 7 1,-2-3 102,-1 9 0,-2-3-443,0-22 0,0-3 398,-3 14 90,-2-1 0,5-23-90,6-29 0,6-7 0,3-16 1499,1 15 0,1 2-1499,7-4 0,1-1 1190,11 11-1190,-6 22-90,13 16 90,-15-1 0,-4 15 0,-21-8 0,0-8 90,-16 7 180,-25-16-180,4-3-180,9-7 0,2-1-180,4-4-719,6-7 989,30-4 0,1 2 0,14-6 0</inkml:trace>
  <inkml:trace contextRef="#ctx0" brushRef="#br0" timeOffset="3883">26704 4278 11490,'-4'-21'1979,"1"6"-1439,0 3-270,-2 29 0,-2 25-270,0 6-136,2-17 0,-1 4 0,0 0 196,0 0 0,-1 0 0,0-1-60,-2 11 0,-1 1 29,1-5 1,-2 0 0,2-5 60,-7 11-90,7-20 0,1-3 54,-10 5-504,3-23 181,-1-2-316,-5-14 0,-2-7 90,2-2 1,0-5-599,-2-6 1,0-4 0,1 1-466,1 1 0,3-1 1558,4 1 0,2-4 0,3 6 0,1-14 0,3 15 0,1 0 0</inkml:trace>
  <inkml:trace contextRef="#ctx0" brushRef="#br0" timeOffset="4266">26859 3845 11221,'1'-21'3058,"0"5"-2968,-5 18 90,0 3-180,-5 11-450,3-6 270,8-7-1259,3-9 1439,3 0 0,-7 12 0,-6 11 0</inkml:trace>
  <inkml:trace contextRef="#ctx0" brushRef="#br0" timeOffset="4717">26894 4384 12930,'6'-7'1889,"6"-2"-1710,-6 4 1,12-3 90,8-3-180,-6 3 0,17-14-90,-15-5-90,-2-6 90,-7 4-90,-14-2 0,-10 16 90,1-1 0,-21 18-45,7 13 0,1 8 0,-2 5 0,2 4-1594,0 4 1,3 1 1490,9-8 1,6 0 57,8-3 1,6-2-541,18 6 270,0-1-405,-3-17 1,3-4 764,17-10 0,-18 1 0,0-2 0,-1-4 0,1 1 0</inkml:trace>
  <inkml:trace contextRef="#ctx0" brushRef="#br0" timeOffset="5033">27514 4236 11850,'-7'-7'720,"-1"0"-180,-1 2-271,0 2 1,-9 6 180,-11 16-315,10-2 0,0 3-90,-1 3 0,2 1 45,-7 17 0,13-1 0,16-14-180,1-1-360,23-2-1439,13-21 1889,-11-6 0,1-5 0,-2 0 0,-1-3 0,-1-6 0,0 0 0</inkml:trace>
  <inkml:trace contextRef="#ctx0" brushRef="#br0" timeOffset="5333">27814 3646 11400,'-1'-10'900,"1"1"-270,-12 49-316,4-6 1,0 7-165,-1 2 0,0 5 0,1 1-486,1-1 0,1 0 0,2 1 381,1-8 0,1 1 0,2 0 0,0-4-195,1-1 0,2-3 1,1-1-959,4 16 1,3-7 1107,8-8 0,2-22 0,-3-15 0</inkml:trace>
  <inkml:trace contextRef="#ctx0" brushRef="#br0" timeOffset="5524">27737 4050 10501,'-11'-8'540,"2"3"-360,8 10 179,13 2-269,3 2 270,32-2-585,-19-6 0,1-2 45,-2 2 1,1-2 179,22-5 0,-2-2 0,-2-2 0,-8 1 0,0 0 0</inkml:trace>
  <inkml:trace contextRef="#ctx0" brushRef="#br0" timeOffset="5933">28299 4008 10681,'-6'9'2069,"-8"5"-1350,-1-3 1,-25 13-360,-2 1-136,11-4 1,1 3-135,10-6 0,4 2-45,2 8 0,6 1-45,17 11 45,7-16 0,3-2-45,13 9 0,5 1 0,-19-15 90,-8 4 90,-19-4-90,1-1 0,-19 6-180,4-7-90,0 1-1079,-1 1-2018,16-6 2457,4 0 1,14-5 0,8-4 0</inkml:trace>
  <inkml:trace contextRef="#ctx0" brushRef="#br0" timeOffset="6133">28812 4464 12660,'15'3'2069,"-2"-1"-1800,-4 1-3147,-5 0-399,-14-1 2949,-2-1 1,-28-7-1,2-1 1</inkml:trace>
  <inkml:trace contextRef="#ctx0" brushRef="#br0" timeOffset="6650">23812 4610 11670,'-25'-6'270,"-10"-2"450,7 1-450,1-1 899,8 3-899,24 4 449,31 1 1,17 2-518,-19-1 1,3 0-1,3 0 1,5 1-493,-5-1 1,4 1 0,4 0 0,2 0 0,1 0 0,-1 0 0,-2-1 0,-3 1 319,0-1 0,-2 1 0,-1-1 0,-1 0 0,3 0 0,4 0-221,-7 0 0,1 0 0,3 1 0,0-1 0,2 0 1,1 1-1,0-1 0,1 0 0,0 0 0,0 0 228,-2 0 1,0-1-1,2 0 1,0 1-1,0-1 1,1 0-1,0 0 1,-1 0-1,0 0 1,-1 0-1,-2 1 1,-1-1-187,4 0 0,-2 0 1,-2 1-1,-1-1 1,0 0-1,1 1 1,1-1-1,3 0 1,3 0 159,-9 0 0,2 1 0,2-1 1,2 0-1,1 0 0,2 0 0,0 0 1,0 0-1,1 0 0,-1 0 0,0 0 1,-1 0-1,-1 1 0,-2-1 1,-2 0-1,-1 1-104,7-1 1,-1 1-1,-2-1 1,-1 1-1,-2 0 1,1 0 0,-1 0-1,0-1 1,1 1-1,1 0 109,-3-1 0,2 1 1,0-1-1,0 0 1,1 1-1,-1-1 1,-1 0-1,0 1 0,-1-1 1,-1 1-1,-2-1 72,12 1 1,-1 0 0,-2 1-1,-1-1 1,-1 0 0,-3 0-1,-3-1-21,11 0 1,-2 0-1,-6-1 1,-7 0 638,-9-1 0,-3-1-976,12-1 0,-7-2-2161,-20-7-846,-33 2 3064,-2 3 0,-4 1 0,-4 1 0,-1 0 0,0-1 0,0 0 0</inkml:trace>
  <inkml:trace contextRef="#ctx0" brushRef="#br0" timeOffset="13516">5150 7492 7982,'-4'-7'1799,"0"1"-1619,7 4 0,1 0 360,35 0-450,-7 2 0,10-1 0,10 1-746,-14 0 1,6 0-1,2 1 1,0 0 0,-4 0 523,-2-1 1,-4 1 0,1-1 0,5 1 156,-3 0 1,2 0 0,3 0 0,1 1-1,2-1 1,0 1 0,0 0-125,-1 1 1,1 0 0,2 0 0,0 0 0,0 1 0,0 0 0,-1-1-1,0 1 110,-3-1 0,-1 1 1,-1-1-1,0 1 0,1-1 1,0 1-1,2 0 0,3 0 5,-4 0 0,3 0 1,2 0-1,1 1 1,1-1-1,0 1 1,0 0-1,-2-1 0,0 1 1,-3-1-1,-3 0-4,6 0 1,-2 1 0,-3-1 0,0 0 0,-1 1 0,0-1 0,1 0-1,3 0 1,0 1 0,1-1 0,0 0 0,-2 0 0,-2 0 0,-3-1-102,8 1 0,-5-1 0,-1-1 0,0 0 134,-2 0 0,0 0 0,-2-1 0,-3 0 38,13-1 0,-7 0 52,-9-1 0,-3 0-45,6 0 2441,-14-1-2172,-9 2 2714,3-1-2803,-4 1 646,-3-2-736,-2 2 236,-3-2-236,-2-2 90,-1-1 270,-5-14-450,2 6 90,-1-36-90,6 3 0,3-5-1183,-2 7 1,1-2 0,0 0 1113,0 3 1,0-1-1,1-3-44,0 3 1,0-2 0,0-2 0,-1 3-613,-2 5 0,0 1 1,-1 1-1,0-1 635,1 1 0,0 1 0,0-1 0,-1-2-113,-1 1 1,0-2 0,-1-1 0,-1 1 0,0 4 52,-1-5 0,-2 4 0,1-1 60,0-1 0,0-1 0,-1 1-60,-2 1 0,-1 0 0,0 6 60,-7-11 0,6 17 0,0 2-90,-5-5 0,6 19 2170,-2-1-2080,1 11 3109,-5 8-3199,-3 7 90,-4 4 0,3-4 853,-14 3-853,-18-5 0,0 0-154,17-7 1,-6 0-1,-1-1 154,1-2 0,-3 0 0,-1-1 0,3 0-463,-4 2 1,1-1-1,-4-1 463,1 0 0,-5 0 0,-2 0 0,-1-1 0,4 0 0,5 1 0,2-1 0,0 1 0,0-1 0,1 0-464,-7 1 1,0-1 0,0 0 0,-3 0 448,5 1 0,-3-1 0,-2 1 0,1 0 0,1-1 0,3 1 15,-4 0 0,2-1 0,2 1 0,-1 0 0,-2 0 0,0-1 0,-1 1 0,0 1-18,6-1 0,-2 0 0,1 0 0,0 1 0,3-1-123,1 1 0,1 0 0,1 0 0,-1 0 118,-6 0 1,-2 1 0,0-1-1,3 1-604,-9 0 0,3 1 1,4-1 581,4 0 0,3 0 0,7 1 0,3-1 373,-7 2-328,-1 0 1189,-5 2-1279,0-1 318,16-3 0,0-1-228,-1 2 0,2-1 0,-8 0 3049,3 0-3049,13-2 765,-7 1-765,5-1-90,-6 3 90,5 0 0,1 0 0,-4 4 0,3-1 0,0 0 0,-11 6 0,3-3 0,2 1 0,-8 1 0,13-5 0,0 1 0,-4 1 0,5-2 0,2 0-90,-4 1 90,8-3 0,-5 3 0,8-4 0,-2 2 0,7-3 0,1 3 0,1 7-90,3-4 180,-2 21-90,2 13 0,0-10 0,0 2-274,1-4 1,-1 2 273,1 4 0,1 4 0,0 0-484,2-1 0,1 1 0,-1-1 484,0 0 0,-1 0 0,2 2 0,0 0 0,2 2 0,1 1 0,0-2-189,2 3 1,2-2-1,-1 1 211,-1-5 1,1 1 0,0 0-1,0-3-22,2 6 0,0-2 0,-1-5 0,1-1 0,-2-5 90,4 1-630,-9-21-561,3-1-158,-4-11 1638,0-10 0,-3-6 0,-2-4 0</inkml:trace>
  <inkml:trace contextRef="#ctx0" brushRef="#br0" timeOffset="24767">12424 6747 8162,'-16'-4'540,"5"1"-90,-6-2 0,11 3-1,-7-2 361,2 1-540,0 0 809,-6-2-179,8 3-181,-5-2-449,39 7-180,4-1 0,4 0-45,-1 0 0,4 1-203,1-2 1,6 1 0,2-1-1,-4 1 188,-2-1 0,-2 0 0,3 0-850,8 0 1,5 0 0,-1 0 0,-5 1 770,-11-2 0,-2 1 1,-1 0-12,3 0 0,-1-1 0,-4 1-636,12-1 696,-13 0-270,2-3-719,-23 0 448,-4-4 541,-13-1 0,-4 0 0,-6-1 0</inkml:trace>
  <inkml:trace contextRef="#ctx0" brushRef="#br0" timeOffset="25233">13097 6619 10681,'-11'-11'1979,"3"2"-1529,3 3-361,9 9 91,8 6 0,27 20-180,-11-8 45,1-1 0,2-1 45,8 3-90,2 1 0,2-4 90,-20-8-90,1-2 180,-5 0 0,-12-6-90,-15 11-90,-27 8 90,-1 1-135,0-1 0,1 1-180,12-6 0,1 0 0,-1 0 0,1 0-1414,0 3 1,4-3 995,8-6 1,-5 10 0,12-15 0</inkml:trace>
  <inkml:trace contextRef="#ctx0" brushRef="#br0" timeOffset="27133">10726 6541 10681,'-1'-11'540,"-1"1"269,2 3-719,-2 23 0,-1 28-45,0-10 0,-1 2-45,1-5 0,0 1 0,-1 5 0,-1-1 90,-3 8-180,1 0-630,-3-1-2557,-1-20 3084,3-3 1,-1-7-1,5-11 1</inkml:trace>
  <inkml:trace contextRef="#ctx0" brushRef="#br0" timeOffset="27516">10562 6562 10051,'-3'-16'900,"1"3"-451,0 4-359,4 4 180,22 5-270,-8 1 0,29 7 45,-18 1 0,-1 1 45,12 3-90,-6 0 0,-1 3 90,2 15-90,-6-6 0,-4 14 0,-30-6 45,-3-10 0,-4 0-45,-12 15-45,2-14 0,-4-1-405,5-5 1,-1-2-1190,-1 2 1,1-1 1557,-14 10 1,15-11 0,11-7 0</inkml:trace>
  <inkml:trace contextRef="#ctx0" brushRef="#br0" timeOffset="28667">11034 6819 10411,'-3'7'1619,"-3"-3"-1529,-2-4 90,-9 0-90,-1 5-90,-7 10 0,10-4 0,-1 10-360,13-5 90,3 1 0,6-2 180,4-8 1,2-5-91,8-13 90,-2-2 90,5-11 0,-11 8-90,-1 0 90,-6 8-90,0 1 90,4 12 0,-3 5 0,7 12 0,-7-9 0,4 1 0,3-8 0,-3-3 0,7-4 0,9-19 0,-3-7 0,-5-2 0,-1-2 0,-1-7 45,-7 10 0,-3-1 225,-1-12-270,-2 11 179,-1-7-179,-5 53 90,4 6-90,0 12 0,1 4 90,3 8-90,0-15 0,0-1 0,5 8 0,-3-11-180,4 7-1349,-6-26-809,5-6 2338,-6-6 0,3-14 0,-5 2 0</inkml:trace>
  <inkml:trace contextRef="#ctx0" brushRef="#br0" timeOffset="28867">11218 6728 9062,'3'2'989,"11"-6"-809,24-5-1079,-2-3-181,-6 2 1080,-12 3 0,-13 6 0,-1-1 0</inkml:trace>
  <inkml:trace contextRef="#ctx0" brushRef="#br0" timeOffset="29367">11419 6733 11311,'-11'1'269,"-2"3"-89,0 8-180,4-3 90,-5 10-90,7-1 0,2-6-180,4 6 0,9-10 90,0-2 1,12-8-1,-12-3 90,6-7-90,-8 0 90,-2 2 0,1-2 0,-1 21-90,2 4 90,3 11 0,3 0-900,5-9-1708,4-10 2608,-4-5 0,1-12 0,-6 2 0</inkml:trace>
  <inkml:trace contextRef="#ctx0" brushRef="#br0" timeOffset="29800">11661 6541 9961,'-3'-12'1529,"-4"3"-1259,-9 9 0,-11 11-90,0 9-135,10-2 0,2 3 45,1 19-180,14-12 0,4-1-180,14 17 135,0-19 0,1-3 45,9 12 90,-8 2 90,-28-3-90,-23 3-45,12-19 0,-1-2-1214,-2 2 0,3-2 1259,0 2 0,11-3 0,9-8 0</inkml:trace>
  <inkml:trace contextRef="#ctx0" brushRef="#br0" timeOffset="30484">11724 6962 10591,'3'-9'1169,"3"0"-899,6 1-180,2 2 0,20-9 0,-11 1 0,12-14-90,-19 11 0,-2-8 90,-12-1-90,-2 8 0,-5-10 0,-9 14 0,1 9-90,-10 21 90,12 2 0,-1 23-270,12 2 180,1-13-90,5 15-270,14-20 181,2-11 179,3-15 0,1-5 0,2-9 90,-4-5 0,-2-5-90,-9-6 0,-3-1 45,0 8 0,-1-1 45,-1-16 0,-4-3 45,-5-4 0,-3 3-45,2 16 0,0 1 45,-3-16 0,0 7-45,1 24 90,-3 10 0,0 37-90,3 10 30,4-12 0,0 5 0,2-3-30,-1-7 0,0 1 0,3 20 0,1-2 0,2-1 0,1-2-540,6-2-2428,-1-24 2968,-1 0 0,1-11 0,-6-7 0</inkml:trace>
  <inkml:trace contextRef="#ctx0" brushRef="#br0" timeOffset="30682">12026 6674 9602,'-10'1'989,"3"1"-719,16 5-540,12-4 270,24-1 0,-8-6 0,5-2 0</inkml:trace>
  <inkml:trace contextRef="#ctx0" brushRef="#br0" timeOffset="32467">10715 7356 9961,'1'-11'630,"0"-1"0,0 4-361,0 0 91,10-4-270,-2 8 90,34-3-120,-12 5 0,5 2 0,2 0-880,0-1 1,4 0 0,0 0 0,0 0 812,-3 1 1,-1-1 0,2 1 0,3-1 21,0 1 0,3-1 0,2 1 0,1-1 0,-1 1 0,-3-1-418,-1 1 1,-1-1 0,-1 1 0,-1 0-1,2-1 403,2 1 0,1-1 0,0 1 0,0-1 0,0 1-83,3-1 0,1 1 0,0-1 0,-2 1 0,-5-1 113,3 0 0,-4 0 0,1 1 100,5-1 1,2 0-1,-5 0 50,2-1 0,-8 0 1893,-6 0-1713,-16-1 2470,-12 2-2650,5-3 940,-4 3-1120,3-1 484,-4 0-484,-7-8 0,-3-5 0,-11-24 0,8 13 0,0-4-30,0-4 0,-1-4 0,2 2-266,-2-4 1,2 0 295,0 1 0,0-3 0,1-2-45,2 5 0,1-2 0,0 0 1,0 1 14,1-6 0,0 1 0,0-2 30,0 1 0,1-4 0,-1 1 0,2 8 0,0-1 0,1 7-45,0 4 0,0 4 45,0 1 0,0 9 0,1-2-90,-3 6 0,1 5 90,-1-6 590,-3 9-590,-15 4 90,-16 2-90,-8 3 0,-3 1-300,11-2 0,0 0 300,-4 0 0,-5 1 0,-1-1-799,3 0 1,-3 0 0,0-1 0,3 1 798,0-1 0,3 0 0,-4 1 0,5-1 0,-3-1 0,-2 1 0,-1 0 0,2-1-178,-8 1 1,0-1 0,1-1 0,1 1 177,5 0 0,2-1 0,-1 1 0,-2-1 0,-1 1 0,-3-1 0,-1 0 0,3 1 0,6-1-45,-10 0 0,6 0 45,-2-1 0,2 1-90,15 0 0,2 0 90,-14 1-45,12-1 0,-1 1-90,-2-1 0,3 0 135,-11 0-45,6 1 0,1-1-45,-11 1 90,12 0 268,-10-1-268,17 0 0,7 0-90,-2 0 3109,4 0-3019,6 0 1126,-6 0-1126,2 0 0,6 0 0,-4 1 0,5 0-90,0-1 90,1 1 0,0 0 0,1 2 0,-1 2 0,-1 6 0,-3 15 0,4 2 0,0 7 0,1 3 0,1 4 0,-1 3-358,2-7 0,0 1 1,1 2-1,0 2 376,1 0 0,0 2 0,1 1 0,0-1 0,1-1-18,1 4 0,1-2 0,0-1 0,1 0 22,1 2 1,0 0-1,0-2 1,1-5-23,3 7 0,0-5-90,-2-5 0,0-6-3187,-2-11 2724,3-8 1,-1-13-1,0-14 1</inkml:trace>
  <inkml:trace contextRef="#ctx0" brushRef="#br0" timeOffset="32867">10250 7368 10231,'22'8'-180,"5"0"360,-2-4 0,2-1-180,15 2 90,-4-5 0,6-1-682,-4-2 0,4-1 0,3-1 0,-1 0-16,-3 0 1,1-1 0,0 0 0,2 0 384,0 0 0,3-1 0,0 0 0,0 0 0,-3 0 0,1 0 0,-2-1 0,-1-1 1,-1 1-1,5-2 0,1 0 0,-1 0 0</inkml:trace>
  <inkml:trace contextRef="#ctx0" brushRef="#br0" timeOffset="42150">14382 6336 9332,'-20'-9'1349,"7"3"-360,-11-5 451,6 4-451,-2 0-180,4 1-719,20 3 90,19 1-360,6 0 1,3 1-91,13-1-495,-8 0 1,-3 1 764,-7 4 0,0-4 0,-16 5 0</inkml:trace>
  <inkml:trace contextRef="#ctx0" brushRef="#br0" timeOffset="42416">14428 6336 12930,'2'28'119,"1"0"1,-3 4 0,0 4-90,1 7 0,1 7 0,-2-5-538,0 0 0,-1-1 388,-1-6 0,0 2 0,0-3-870,-1 2 1,-1-4 179,2-8 1,0 0 809,-1 5 0,1-5 0,0-7 0,0 4 0</inkml:trace>
  <inkml:trace contextRef="#ctx0" brushRef="#br0" timeOffset="42633">14231 7071 10591,'3'8'1259,"15"-6"-1169,7 0 0,11-6 0,6-2-945,5-4 1,2-2 489,-11 4 1,2-1 0,-1-1 0,-5 1 0,0-1 0,-3 0 0,2-2 0,0 0 0</inkml:trace>
  <inkml:trace contextRef="#ctx0" brushRef="#br0" timeOffset="43299">14868 6825 11131,'0'-9'2068,"-1"-1"-898,1 1-1080,-1 26 180,-6 30-225,2-17 0,0 2-1,-3 8 1,-1-3-45,-3 1 0,1-5 0,9-22 0,3-13 0,12-32 0,-3 4 0,0-2 0,0 2 0,0 0 0,2-8 0,0 3-89,1-2-1,3 3 90,6 26 0,-12 14 0,11 25-90,-9 2 90,2 4 0,-2-6 0,-2-18 0,2-10 0,21-29 0,-10 7 0,-1-1 0,1-1-90,7-8 90,-7 9 0,2 0-90,-8 23 90,-6 0 0,5 17 0,-11 19 0,1-9 0,-3-2 0,0 2-540,4 7 270,0-4-539,5-3-2468,4-24 2769,-4-1 1,10-9-1,-7-2 1</inkml:trace>
  <inkml:trace contextRef="#ctx0" brushRef="#br0" timeOffset="43783">15710 6805 11490,'-28'-16'2159,"0"5"-1799,0 6 0,0 2-270,-7 3 45,10 4 0,-1 2 44,1 8 1,2 2-180,-9 6 45,8-3 0,5 4 45,10 18-90,10-4-90,19 5 0,-2-27 90,15-9-90,1-21 0,-9 4 90,-2-4 0,-2-4-89,1-13 89,1-3-90,-6 5 90,-8 28-90,0 17 90,7 26 0,-6-11 0,15 13-450,1-22-809,6-3 1259,11-15 0,-13-11 0,2-8 0</inkml:trace>
  <inkml:trace contextRef="#ctx0" brushRef="#br0" timeOffset="45166">15974 6788 12030,'4'-10'1709,"-2"1"-989,-7 2-271,-7 1-359,1 1 270,-12 7-180,1 7-90,2 2-90,-10 18-270,19-6-90,-1 13 91,21-13 89,8-8 90,13-15 90,-12-4-90,3-9 90,-5-4-90,-6 5 0,3 3 90,-12 21 45,-5 24 0,-2 8-45,2-16 0,-1 3-199,-1 3 1,-2 7 0,0 1 0,0-1 198,-1 4 0,-1-2 0,1 2 30,-2 2 0,1 2 0,0-4-30,1-8 0,2-1 0,-1-5 45,1 2 0,1-7 45,-1-8-90,-6-7 90,-9-42-90,5 1 0,1-4 0,0-1 0,1 0 0,2 5 0,2 1-90,0-10 883,23 8-793,1 11 0,4-1-45,16-7 0,5 0 45,-5 6 0,2 0 0,1-3-248,-4 3 1,0-2-1,1 0 1,-1-1 269,-1 1 1,0-1-1,-1 0 1,-1-1-23,0-3 0,-1-2 0,-1 0 0,-2 4 0,5-8 0,-4 2 0,-2-1 0,-6 1 0,-8-5 90,-3 8-90,-10 1 0,-14 30 0,4 5 0,-12 26 0,12 2-90,-1 1 540,8-5 0,3 0-630,7 11 180,0 5-90,17-5 0,0-19 0,2-2 90,11-7-90,0-17 90,-10-2 0,0-4 0,1-6 0,-2-3 0,1-8 0,-4-1-90,4-13 90,-12 14 0,-3 2 0,0-1 0,-1-2 0,0 18 0,-5 28 0,-2 18 0,-4 2 45,0-11 0,-1-1-45,-4 9 0,2 1 0,-3-1 90,5-19-90,11-17 0,13-34 0,2 2 0,-5 4 0,1 0 0,13-5 0,-7 8-90,13 3 90,-16 31 0,-2 11 0,-5 3 0,-12 24 0,-2-4 0,1 6-90,9-1-629,5-28-2558,10-15 3219,-6-17 0,-2-11 0,-8-1 1</inkml:trace>
  <inkml:trace contextRef="#ctx0" brushRef="#br0" timeOffset="45817">17007 6834 10771,'2'8'1799,"5"1"-1259,1-6-1,14 0-359,-8-4 0,13-4 180,-2-11-360,-8 3 180,8-13-90,-20-7 0,-7 6-90,-18 2 0,2 19 0,-19 30 0,15 16-45,11-9 0,1 0 45,0 17 0,11-20 0,5-2-90,17 1 90,10-4 0,-1-10 0,-7-16 0,3-7-45,5-8 0,1-4 0,-4 5 0,1-3-217,2-6 1,3-6 0,-5-1 51,-6-2 0,-5-2 1,0-1 89,1-5 0,-1-1 0,-2 0 90,-4 4 0,-1-1 0,-4 5 30,-5-1 0,-4 7-90,-4 4 90,-4 39 0,2-2 0,0 16 0,1 8 0,2 7 0,1 2 30,1-7 0,-1 2 0,1-1-215,1 0 1,1 0 0,0-3 184,0 3 0,0-4-45,4-6 0,3-3-1215,9 0-2017,5-5 3107,-3-11 0,0-19 0,-7-2 0</inkml:trace>
  <inkml:trace contextRef="#ctx0" brushRef="#br0" timeOffset="46016">17550 6566 10231,'-6'9'900,"9"0"-631,15-1-179,1-3-269,27-5-2160,-2-4 900,3 0 1211,-3-2 1,-11 3 0,1-1 0</inkml:trace>
  <inkml:trace contextRef="#ctx0" brushRef="#br0" timeOffset="46250">18299 6804 11760,'11'28'1260,"-4"-8"-901,-6 23-898,-11 5 539,-1-18 0,-2-1 0,1-2 0,-2-1 0,-2-7 0,-1 1 0</inkml:trace>
  <inkml:trace contextRef="#ctx0" brushRef="#br0" timeOffset="46666">19231 6340 11940,'10'-18'2879,"-2"2"-1980,-4 6-539,-15 10 0,-26 26-241,14-4 1,-2 4 0,1 0-812,-5 3 0,1 2 752,4-1 0,0 3 0,5 0-105,6 8 0,5-2 0,0-11 0,2 0-90,2 11 0,6-1-376,13-8 1,5-4-210,-3-5 0,4-3-919,14 5 1,2-6 1052,6-11 0,-16-9 0,-1-3 1,3-6-1</inkml:trace>
  <inkml:trace contextRef="#ctx0" brushRef="#br0" timeOffset="47133">19679 6555 11670,'-18'-5'1529,"1"0"-989,-4 8-360,8-1 90,-18 17-90,4 13-90,5 1 0,1 4 0,5 1 0,3 2-225,2 7 0,7 0 45,5-13 0,7-2-45,6-5 0,4-4 45,17-2 45,-9-20 0,-1-5 45,4-6-45,-8-7 0,-4-7 45,-9-3 0,-4-4-45,0-7 0,-5-3 45,-6-3 0,-5 3 0,4 12 0,-3 5-90,-20-9-1169,-4 38 539,10-1 720,1 8 0,3 2 0,3 5 0,-5 10 0</inkml:trace>
  <inkml:trace contextRef="#ctx0" brushRef="#br0" timeOffset="47500">20074 6657 11400,'8'-11'3276,"-3"1"-2774,-6 3 38,-20 12-450,7-1 90,-21 16-45,18-1 0,3 2-45,-8 7-45,5 1 0,5 3-45,13 13-135,1-19 0,3-1-540,9 1 1,3-4 134,6 0-899,14-8 1439,-5-18 0,-2-5 0,8-7 0</inkml:trace>
  <inkml:trace contextRef="#ctx0" brushRef="#br0" timeOffset="47983">20564 6663 13289,'-18'-7'1799,"-10"6"-1619,7 3 0,-14 12 45,9 7 0,1 2-225,-6 6 45,3 1 0,3 3 135,9 10-180,5-10 0,7 7-180,17-16 90,-4-7 90,18 3-90,4-23 90,7-12 0,-4-3 0,-17-2 0,-3-4 0,-5-1 0,-4-2 0,0-3 0,-3-2-45,-5-3 0,-7 3-315,-22-1-1439,-13 25-1478,7 24 3062,10 11 0,15-1 0,9-3 0</inkml:trace>
  <inkml:trace contextRef="#ctx0" brushRef="#br0" timeOffset="48633">17996 7522 10501,'-13'-3'1079,"3"1"1620,0-2-2429,13 1 269,9-2-179,25 0 0,18 1 0,-4 0-1060,-3-1 1,3 0 744,-15 2 0,5-1 0,2 0 0,4 0 0,0-1 0,0 1-348,-5 0 1,1-1-1,2 1 1,0-1 0,1 1-1,-2-1 1,0 0 0,-3 1 317,4 0 0,-3 0 0,-2 0 0,1 0 0,2 0 0,4-1-6,-5 1 0,2 0 0,3 0 0,1-1 0,1 0 0,0 0 0,0 1 0,-2-1 0,-3 1 0,-2 0-314,6 0 0,-4 0 0,-1 1 0,-2-1 1,2 1-1,3-1 316,-5 1 0,1-1 0,2 1 1,0-1-1,0 0 0,1 1 1,-1-1-1,1 1-161,0-1 1,2 1 0,0 0 0,1-1 0,-2 1 0,0 0 0,-3 0 0,-1 0 149,6 0 0,-4 0 0,0-1 0,-1 1 0,3 0 110,2 0 0,3-1 0,1 0 0,-1 1 0,-6-1 0,-6 1 69,7-3 1,-5 1 316,-2 0 0,2-1 1,-9 1-1936,-3-4 417,-22 13-2255,-15 5 3137,-1 4 0,-9-2 1,4-8-1</inkml:trace>
  <inkml:trace contextRef="#ctx0" brushRef="#br0" timeOffset="72667">28590 8771 8702,'-9'-18'1439,"2"3"-1259,1 3 810,2 2 269,0 0-180,1 2-539,4-2-270,11 4-180,4 0 0,17 3 0,10 1-31,2 2 1,4 1 0,5 0-385,-12 0 1,2 0 0,2 0 0,1 0 0,0 0 294,-5 0 0,1 1 0,0-1 0,1 1 0,0-1 0,1 1-506,3-1 0,3 1 0,-1 0 1,0 0-1,-2-1 0,-5 1 513,1-1 1,-5 0 0,0 0-1,0 0-22,7 0 0,2 0 0,-3 0 0,-7-1-7,-6 0 1,-4-1 6,10 0 0,-3-1-45,3-1-90,-2-2 0,-24 2-3097,3-6 618,-16 2 2929,0-1 1,-16-1-1,-2 3 1</inkml:trace>
  <inkml:trace contextRef="#ctx0" brushRef="#br0" timeOffset="74183">4024 9760 10051,'5'0'720,"8"-2"-540,16-1 0,12-1 0,-3 0-91,-4 0 1,3 0-852,1 0 0,7-1 0,4-1 1,3 1 839,-13 1 1,2 0 0,2 1-1,2-1 1,1 0 0,0 0-1,1 0 1,-2 1-346,3-1 1,-1 1 0,0 0 0,0 0 0,2 0 0,1 0 0,3 1 0,3-1 282,-15 1 1,2 0 0,2 0 0,2 0 0,0 0 0,2 0 0,1 0-1,0 1 1,0-1 0,1 0 0,-1 1 0,0-1 0,-1 1 0,0 0-1,-2 0 1,-2 0-73,8 0 0,-2 1 1,0 0-1,0 0 1,-1 0-1,-1 0 1,0 1-1,0-1 1,0 1-1,0-1 0,-1 1 1,1-1 55,2 0 0,0 1 0,-1-1 0,0 0 0,0 1 0,0-1 0,0 1 0,-1-1 0,1 1 0,-1 1 0,0-1 16,0 1 0,0 0 1,1 0-1,-1 0 0,1 1 1,-1-1-1,-1 1 1,-1 0-1,0-1 0,-3 1 1,0 0-5,7 0 1,-2 1 0,-3-1 0,0 1 0,0-1 0,0 1 0,1-1-140,2 1 1,0-1 0,1 1 0,-1-1 0,1 0 0,0 1 0,0 0 137,-5-1 0,2 1 0,1 1 1,0-1-1,-2 0 0,-1 0 0,-3-1 1,-4 1 71,7-1 0,-6 0 1,-1 0-1,3-1-47,3 2 0,2-1 0,1 1 0,-2-1 0,-6 0 99,15 0 0,-8 0-90,-15-1 0,-5-1 1817,4 1-1682,-14-1 2292,1 1-2472,-2-2 1842,-4 2-2111,0 0-2572,0 3 2841,-11 4 0,-6 2 0,-8 3 0</inkml:trace>
  <inkml:trace contextRef="#ctx0" brushRef="#br0" timeOffset="99950">5405 10997 7353,'-7'-9'2069,"1"2"-1440,5-3-269,0 4 360,3-2-271,2 0-89,2 1 0,12-4 0,1 5 0,22-5-181,4 3-119,-14 4 0,4 0 0,1 1-30,-3 0 0,0 1 0,4-1-250,1 1 0,5 0 1,0 1-1,-2-1 220,7 1 0,-2 0 0,2 0 22,-3-1 1,1 1 0,1 0-1,-2-1-22,4 1 0,-3 0 0,3-1-147,-5 1 0,2-1 0,0 0 0,-2 0 147,1 1 0,-2 0 0,2-1 0,-3 1 0,1 1 0,0-1 0,-1 0 30,3 0 0,-2 1 0,1-1-30,-6 1 0,2 0 0,-1 0 0,-3 0 0,8-1 0,-2 1 0,-8 0 0,1 1 0,1 0-130,1-1 1,1 1 0,-1-1 129,2 1 0,-1-1 0,3 1 0,3-1 0,4 1 0,-1-1 0,-5 1 0,8-1 0,-3 0 30,-7 1 0,1-1 0,0 1-30,-4-1 0,0 0 0,-3 1 0,4 0 0,0 0 0,-2 0 0,2-1 0,-1 0-14,13 1 0,-2 1 14,-8-1 0,1 0 0,2 1 0,2-1 0,-5 0 422,-10 0 1,-2 1-423,7-2 0,1 1 0,-3 0 0,-3-1 0,16 1 352,-13 0 1,3 0-308,-2 1 0,0-1 183,-4 1 0,1 0-228,16 0 0,-1 0 147,-3-1-147,-17-1 0,0 0 0,19-1 0,-11 0 0,-9 1 0,3 1 0,3-1 0,1 1 0,-3-1 0,2 1 0,16 0 0,1 0 0,-14 0 0,-2-1 0,-5 1 0,-1-1 0,2 0 0,-2 0 0,11 0 0,2 1 0,-13-2 0,1 1 45,2 0 0,0-1-45,-4 1 0,1 0 0,15-1 0,3 0 0,-6 1 0,-1 0-159,-3 0 1,1 0 158,16 0 0,-2-1 0,-16 1 0,-2 0 0,0 0 0,2 0 0,10-1 0,0 0 0,-11 0 0,2-1 0,4 1 0,4 0 0,-1-1-1026,-4 0 1,-1-1-1,-1 1 1026,12 0 0,0 0 0,3 0 0,0 0-284,-8-1 1,-2 1 283,-2 1 0,1-1 57,-4 0 1,2 0-1,0 0-12,12 0 0,1 1-45,-7-1 0,2 0 0,-1-1-275,1 1 1,0 1-1,-3-1 275,4 0 0,-1 1 0,-10-1 0,1 0 0,0 1 762,-1 0 1,-1 1 0,2 0-733,12-1 0,2 0 0,1 1-30,-13 0 0,0 0 0,0 0 0,0 0 0,3 1 0,2-1 0,-2 0 0,0 1 0,7 0 0,-2 0 0,0 0 0,-3-1 0,-1 1 0,0-1 30,-1 1 0,0 0 0,-2 0-30,10-1 0,0 1 0,-9 0 0,2 0 0,0 0 0,-5 0 0,-1 0 0,2 0 82,9 1 0,2 0 1,-2 0-83,-7 0 0,-1 0 0,0 0 0,8 0 0,0 0 0,-3 0 0,-3-1 0,-1 1 0,8 0 0,-1-1 17,-14 0 1,-1-1-18,8 1 0,-1-1 600,-8 0 1,0 1-556,0-1 0,-1 1-45,7 0 89,3 0 288,1 2-197,-9-2 187,-7 0 1,1-1-323,1 0 0,0-1-45,17 0 45,-13 0 0,2 0-45,-4 1 0,0 0 0,0 0 0,0 0 45,12 0 0,-1 0-45,-11-1 0,-1 1 0,8-1 0,0 0 45,-8 0 0,0-1-45,18-1 0,-23 1 0,2 1 0,-9-1 0,-4 1 0,6 0 0,-8 1 0,1-1 0,4 1 0,-6 0 0,5 0 0,-2 0 0,5 0 0,-1-1 0,2 2 0,-4-2-3277,-3 2 3264,-23-3 0,-3-1 1,-21-1-1</inkml:trace>
  <inkml:trace contextRef="#ctx0" brushRef="#br0" timeOffset="106633">15520 10913 9422,'7'-4'1439,"-1"0"-720,-2 1-179,0 1-270,2-1 90,6 0 89,19-1-269,3 1 0,6 1-120,-6 0 0,2 0 0,5 0-703,-1 2 1,5-1 0,3 0-1,-1 1 1,-3-1 642,-3 1 0,-2-1 0,0 1 0,4 0 15,-2 0 0,3 0 0,2 0 0,1 0 0,1 1 0,1-1-241,-6 1 0,1 0 1,1 0-1,1 1 1,1-1-1,-1 0 1,0 1-1,-1-1 226,5 0 0,-2 1 0,0-1 0,0 0 0,1 0 0,1 1 0,3-1 8,-10 1 0,2-1 0,2 1 1,0-1-1,2 1 0,-1 0 0,0-1 1,0 1-1,-2-1 0,-1 1 0,-3-1-243,9 0 1,-2 1 0,-1-1-1,-2 0 1,-1 0 0,0 0 0,-1 0 234,0 0 0,-1 1 0,-1-1 0,0 0 0,-1 0 0,0 0 0,5 0 0,1-1 0,-1 0 0,-2 0 0,-3 0-160,5-1 1,-3 0 0,0 0 159,2 1 0,0 0 0,0-1 430,0-2 1,-1 1-1,-5-1-385,-10 2 0,-2-1 772,14-2 0,-2 1-817,7-1 2764,-11 0-2674,-10 3 1225,-6 2-1225,-4-1 401,-3 1-401,-2-1 90,-3 0 89,-1-2-89,-5-5-180,-2-1 90,-7-11-90,-5-10 45,1 1 0,-3-5-45,1 0 0,-1-5 0,1 0-374,-1-6 0,2-1 1,0-4 373,5 10 0,0-4 0,1-1 0,1 2 0,0 2 0,1-5 0,1 3 0,1-4 0,2 8 0,1-4 0,1-1 0,1 1 0,-1 3-30,2-7 0,1 4 0,-1-1-977,2-5 0,-1 0 0,0 3 1007,0-7 0,1 6 0,-2 15 0,0 4 0,-1 2 0,0 0-90,-1 7 90,-3 7 750,-7 3-750,-4 2 0,-12 7 0,8 1 3276,-7 1-3160,-10 1-116,8-1 0,-2 0 0,-6 0 0,-7-1 0,-6 0 0,11-1 0,-3 0 0,-3-1 0,-1 1-441,3 0 1,-1-1-1,-1 1 1,-2-1-1,-1 1 441,-2-1 0,-2-1 0,-2 1 0,0 0 0,0-1 0,2 1 0,3-1 0,1 1 0,0-1 0,0 1 0,0-1 0,-3 1 0,6-1 0,-3 1 0,0-1 0,-1 0 0,0 0 0,2 0 0,1 1 0,4-1 0,-14 0 0,5 0 0,1 0 0,-4-1 0,6 1 0,-2 0 0,-2 0 0,0 0 0,1 0 0,3 0-213,3 0 1,1 0 0,2 0 0,-1 0 0,0 0 212,-5 0 0,0 0 0,0 1 0,0-1 0,2 0 0,-3 0 0,1 0 0,1 1 0,1-1-30,-7 1 0,2-1 0,4 0 30,0 1 0,4-1 0,-2 0 0,0 1-45,-2-2 0,2 1 0,9-1 0,1 1 45,4-1 0,-2 0 0,-11-1 0,1 0-45,12 0 0,1 0 45,1 1 0,-1-1 0,-7-1 0,2 0-90,-10-2 90,0 1 1913,-2 0-1913,15 2 1352,-4 0-1442,6 1 90,8 0 0,6 3-90,3 0 90,3 3 0,4 4 0,2 11 0,4 3 0,0 20 0,1-15 0,-2 17 0,-1 0 0,0 6 0,-1-13 0,0 2 0,0 4-307,1-2 1,0 3 0,0 3 0,0 0-1,1-2 307,-1 6 0,0-1 0,1-1 0,0-1 0,0-4 0,0-2 0,0 0 0,0 0 0,1 1 0,1 2 0,-1-3 0,1-2 30,-1-4 0,1-3 0,-1 0-30,0 3 0,1 0 0,-1 0 0,0 0 0,0-1 0,0-4 90,2 16-90,-3-14 0,1-1 0,2 1-90,-2-11-3187,0-9 2769,0-11 1,0 2 0,0-5-1</inkml:trace>
  <inkml:trace contextRef="#ctx0" brushRef="#br0" timeOffset="117917">12772 17563 9512,'0'-13'1709,"2"1"-1170,3-1 91,5 0-360,4 1 90,8-1-91,-2 6-179,7 6 90,-7 22-90,-5 18-90,-6 1 45,-9-4 0,-3 1 0,1-10 0,-1-1-45,0 2 0,1 1 0,-2 3 0,2-3 90,1-1-90,7 12 0,6-26 0,0-5 90,8-20-90,-6-5 90,0-1 270,0-9 179,-7 12-359,2 4-90,0 23-90,-1 6 90,8 12 0,5-14-90,6-8 90,-6-9-90,6-18 0,-10-8 90,1 0 0,-4-16 0,-9 5 0,-1-8 0,-4 7-90,-3 16 0,3 10 0,0 3 0,3-1 0,10-6 0,15-9-45,-5 5 0,0-2-61,-4 4 1,1-2 60,9-16 0,-2-4 45,-10 7 0,-2 1-45,3 0 0,-3-1 45,-1-2 0,-4 2 0,-2-3-90,0-1 90,-9 52 90,-4 32-90,0-13 0,0 5 0,-1 0 0,0 0 0,0 1 0,-1-1-229,1-4 0,0 0 0,0-3 229,-1 6 0,-1-5 195,-2 12-15,5-24-90,0 0 0,2-8-90,8-17 90,22-32 351,-11 16 1,2 0-442,7-11 0,-1 2-90,5-2 90,-6 12 0,-13 24 0,-3 0 90,-3 21-90,-5 4 0,-3 3 0,3-5 0,0 2 0,2 16 0,3 0-225,3-18 0,3-5-855,8 2 1,5-7-2198,24-6 3105,-21-13 0,1-5 0,16-14 0,-7-7 0</inkml:trace>
  <inkml:trace contextRef="#ctx0" brushRef="#br0" timeOffset="118616">13956 17600 12030,'-4'-9'2699,"-1"-1"-2160,1 5 271,-10-1-630,5 5 90,-13 2 89,-12 14-269,11-4 0,-18 16 0,26-5 0,3 2-270,-6 17-45,10-11 1,6-1-136,13-1-90,19-14 180,6-27 270,-2-11 180,-4-11-180,-17 13 180,-3 3-180,-3 19 90,1 7-90,2 4 0,8 20 90,0-9-90,18 4 0,-14-13 0,16-16-135,-9-14 0,-1-5 135,-7 8 0,-1-2-162,4-5 1,1-4 0,-2-3 101,-5-7 0,-4-3 0,0 2 60,4-2 0,-1-3-23,-6 5 1,1-6 0,-2 0-1,-1 5 23,-1-11 0,-2 4 0,2 0 0,-2 3 45,-1 4 0,-2 15 45,-4 27 0,-7 44-90,0-1-119,2-15 1,0 6-1,0 2 1,0-4 148,1-2 0,1-2 0,0 3-8,0 5 1,1 5-1,0-1 1,2-5-113,0 11 0,3-5-1344,3-3 1,4-10-1625,10-20 3058,0-26 0,-3-20 0,-4-7 0</inkml:trace>
  <inkml:trace contextRef="#ctx0" brushRef="#br0" timeOffset="118817">14232 17420 11400,'-8'1'1979,"-1"-1"-1349,36 6-360,6-5 0,3 0-180,-3 1 0,2 0-281,3-2 0,5-1 0,1 0-679,5-2 1,2 1 0,-2-1-224,-11 1 1,-2 0 0,3 1 1034,5-1 0,3 0 0,0 0 0,-4 1 1,-6 0-1,-4 1 0,2 0 0,10 0 1,-1 1-1,1-1 0</inkml:trace>
  <inkml:trace contextRef="#ctx0" brushRef="#br0" timeOffset="119067">15795 17617 13020,'-21'-7'3276,"40"3"-2685,26 3-771,-2 2 0,9 1 1,-2 0-760,-11-1 1,0 0 0,0 0-155,12-1 1,2-1 0,-8 0 436,-16-1 1,-4-2-1,19-8 1,-30 3 0</inkml:trace>
  <inkml:trace contextRef="#ctx0" brushRef="#br0" timeOffset="119434">16264 17419 12390,'13'5'3276,"17"9"-3025,-5 0 0,1 2-161,8 3 0,-1 0-180,5 2 0,3 5-90,-19-12 90,-6-2 0,-1 6 270,-29 2 90,-19 11-180,1-3 0,-2 0-329,10-11 1,1 1 238,-9 8 0,3-1-989,-2 9 359,5-8-2647,-5 9 3241,22-19 1,0 3 0,9-3 0</inkml:trace>
  <inkml:trace contextRef="#ctx0" brushRef="#br0" timeOffset="120566">17067 17451 12210,'-4'-15'2249,"2"6"-180,-2-6-1800,1 21 91,-4 9-225,1 7 0,0 5-135,0-1 0,1 1-315,0 9 0,2-1-90,6-8 1,2-4-46,12 11 360,2-19-180,10-24 180,-4-10 270,2-2 90,-2-2-270,-12 17 90,-1 8-90,-1 17 0,-3-5-90,5 7-90,3-13 90,-5-1-90,14-8 0,-3-17 91,4-8 178,-3-17-89,-10 16 90,-6-4 90,-5 12-180,0 1 90,2 1-90,6 6 0,-1 7 0,13-3 0,5-3 0,-1-2 0,1-1 0,2-6 0,3-11 0,-2-3 0,-1 8 0,-1-2-78,-1-5 0,0-6 1,-3 3 122,-3 0 0,-3 1 90,6-9-1,-1 1-89,-10 16 0,-1 3 315,1-5-180,-16 47-45,-8 16 0,-3 8-75,1-5 0,-1 3 0,-1 1-867,3-7 1,-2 2 0,1-1 0,0-2 836,-1 4 0,1-3 0,-1 0 15,-6 13 0,0-5-382,9-19 0,1-1 427,-2 1 0,0 0 584,-5 9-224,12-24-270,12-14-90,21-26-90,4-7 45,1 5 0,4-2-90,-8 10 0,0 2 45,1-1 0,0 1 0,1 4 0,-2 7 2913,6 19-2913,-3 20 0,-23-1 0,-5 4 0,-4 12 0,-4 0 722,0-14 0,-1-1-677,0 5 0,1-3-225,7 1 0,1-9-719,17-2-226,2-22 1,5-7-515,5-2 1,3-3 1609,-6 1 0,2-1 0,-3-1 0,4-3 1,-2-1-1,-4 3 0,-1-1 0</inkml:trace>
  <inkml:trace contextRef="#ctx0" brushRef="#br0" timeOffset="121350">18348 17515 11490,'-13'-4'2969,"1"1"-2609,20 2 179,8-3-269,12-1-90,9-10-90,-16 5 0,3-10 0,-15-1-90,-2 5 0,-3-7 90,-18 19-90,-12 18 0,0 8 0,-2 6 0,2 4 0,2 2 0,1-3 0,3 1 0,5 0 0,5-2 90,9 4-180,0-2-180,27-12 90,21-28 90,-16-3 0,3-3 0,0-2-1003,-1-2 1,0-2 0,-1-1 1021,-1 2 0,-2-1 1,-1-1 25,9-14 0,-7 0 46,-5-5-1,1-1 180,-15 8 0,-13 16 0,-3 2-180,-2 8 3267,0 8-3357,9 8-90,17-2 180,-4 0 41,19-4-221,5-2 90,1 1 90,0-1 0,-8 6 90,-20 5 0,0 0 180,-14 18 270,-13 13-315,5-14 0,-1 2-91,0 0 1,0-2-45,-3 14-90,9-12-809,10-16 359,2 1-2827,27-11 3193,15-13 1,-20 3-1,0-1 1,3-4 0,1 1-1</inkml:trace>
  <inkml:trace contextRef="#ctx0" brushRef="#br0" timeOffset="121733">19370 17538 12210,'-19'-9'3276,"3"4"-2504,20 9-592,-1 0-270,36-3-180,-9-13 180,-7 2 0,-2-4-90,1-21 180,-13 11-90,-13-1 180,-19 22-90,5 4 135,-6 11 0,-2 7 90,7 8 0,1 4-91,-1 2 1,4 2 0,7 10 0,7-2-45,10 1-135,3-20 0,7-3-765,12-9 1,3-4-360,9 4 76,-7-9 1,8-4 0,-5-2 623,-2-5 1,-1-1 0,12-2 0,1-1 0,-11 1 0,-1-1 0</inkml:trace>
  <inkml:trace contextRef="#ctx0" brushRef="#br0" timeOffset="122100">20678 18097 16258,'-5'11'1439,"-17"-2"0,-11-1-960,-7-3 1,-8-1 0,-7-1-890,14-1 0,-5-1 1,-4-1-1,-2 1 1,-2-1-1,0 1 0,2-1 1,4 0 325,1 1 1,3-1-1,1 1 1,0-1 0,-1 0-1,-3 0 1,-3-1 30,7 0 1,-2 0 0,-1 0-1,-2-1 1,-1 0 0,-2 0 0,0 0-1,-1 0 1,0 0 0,-1-1-1,0 1 1,-1-1 97,8 1 0,-2-1 0,-1 1 0,-1-1 0,-1 0 0,0 0 0,0 0 0,-1 0 0,1 0 0,0 0 0,0 0 0,1 0 0,0 0 0,1 0 0,2 0 0,0 0-67,-3 0 0,1 0 1,2 0-1,1 1 0,0-1 1,1 0-1,-1 0 1,0 1-1,-1-1 0,-2 0 1,-2 0-1,-2 0 31,10 0 0,-2 1 0,0-1 0,-2 0 0,-1 0 0,0 0 0,-2 1 0,0-1 0,0 0 0,-1 0 0,0 0 0,0 0 0,-1 0 0,0 0 0,1 0 0,-1 1 0,1-1 0,0 0 0,1 1 0,0-1-78,0 1 0,0 0 0,0 0 1,0-1-1,0 1 0,0 0 1,-1 0-1,1 0 0,0 0 1,0 0-1,-1 1 0,1-1 1,0 0-1,0 0 0,1 1 1,-1-1-1,1 0 0,-1 0 0,2 1 1,-1-1 6,0 1 0,2-1 1,-1 1-1,2-1 1,-1 1-1,1-1 1,-1 1-1,1-1 1,0 1-1,0 0 1,0-1-1,-1 1 1,0 0-1,0 0 1,-1-1-1,-1 1 1,0 0-1,-1 0 0,0 0-39,4 0 0,-1 0 0,-1 0 1,0 0-1,-2 0 0,0 1 1,-1-1-1,0 0 0,0 0 0,-1 0 1,0 0-1,1 0 0,-1 1 1,0-1-1,1 0 0,0 1 1,1-1-1,0 1 0,1 0 0,0-1 1,2 1-1,1 0 0,0 0 1,2 1-1,2-1-131,-14 1 1,2-1 0,1 1-1,1 1 1,1-1 0,1 0 0,1 1-1,1-1 1,0 1 0,2 0 0,-1 0-1,1 0 1,1-1 0,-1 1 69,-7 0 0,1 0 0,1 0 0,0 0 0,1 0 0,1 0 0,1 0 0,1 1 1,0 0-1,1 0-248,-3 2 0,0 0 1,-1 0-1,2 1 1,2-1-1,3 1 0,3-1 1,4 0 81,-9 1 0,8 0 0,-4 0 1,-6 2-1,-4 0 0,0 0 1,6 0-1,-4 1 0,1 0 1</inkml:trace>
  <inkml:trace contextRef="#ctx0" brushRef="#br0" timeOffset="125016">5295 7287 7173,'4'-7'630,"-1"0"-271,0 2 631,0 2-630,0-1-270,3 2 179,20 1-224,3 1 0,4 0-461,-3-1 1,3 1 437,2 0 1,4-1-1,4 1 1,-1-1-773,3 1 1,2 0 0,0 0 0,0 0 749,-1-1 0,0 1 0,0 0 0,5 0 12,-10 0 1,3 1 0,2-1 0,2 1 0,-1 0 0,1 0 0,-2 1-308,0-1 0,-1 1 0,0 0 0,1 0 0,0 0 0,0 0 1,1 0 282,-3 0 1,1-1 0,0 1 0,1 0-1,0 0 1,0 0 0,0 0 0,-1 0-173,2 0 0,1 0 0,0 1 0,0-1 1,-1 1-1,-2-1 0,-3 0 0,-2 0 206,10 1 1,-5-1 0,-3 0-1,0 0 190,10 1 0,-2-1 0,-10-1 237,-1-1 1698,2-4-1877,-22-3 2268,-7-2-2448,-4 2 3186,0 3-4149,7 3-477,-7 2 1350,4 3 0,-10 0 0,0 1 0</inkml:trace>
  <inkml:trace contextRef="#ctx0" brushRef="#br0" timeOffset="127000">24686 10726 9512,'-7'-17'269,"3"3"361,-1-7 449,4-1-449,-1-1-270,2 4 180,1 8-450,1 18 44,-3 19 1,-3 7-45,-1 7 0,-2 4-60,-1 1 0,-3 4 0,-1-1-426,0-3 1,-3-2 0,1-1-235,1-5 1,-1-2-1,1-1 630,-4 4 0,2-6 0,1-3 0,8-14 0</inkml:trace>
  <inkml:trace contextRef="#ctx0" brushRef="#br0" timeOffset="127300">24991 10878 10591,'6'-12'720,"1"1"-91,-2 1-539,-5 15 90,-12 14 0,-4 6-90,-10 18-440,5-14 0,-5 5 0,-4 4 1,0-1 403,1-4 0,-1 1 0,-1 1 0,-2 1 0,-1 1-242,4-3 1,-1 0 0,-2 2 0,0 0 0,0 0 0,0-1 0,1 0 174,2-2 0,0-1 0,0 1 0,0-1 1,0-1-1,2 0 0,0-2-23,-4 5 0,1-2 0,1-1 0,1-1 0,2-2-294,-6 8 0,3-2 1,5-4-1310,5-6 1,2-3 595,-1 4 0,1-3 1043,3 0 0,12-15 0,2-1 0</inkml:trace>
  <inkml:trace contextRef="#ctx0" brushRef="#br0" timeOffset="127616">24560 11810 10321,'6'-13'1799,"0"0"-1169,-3 4-450,1 10 0,-4 16-91,0 4 46,-5 12 0,-1 5-90,-1-6 0,-1 2-75,0 0 0,0 3 0,0-3-60,-1-2 0,1-1-450,-2 2 1,2-3-2738,1-6 2927,2 0 0,2-12 0,3-10 0</inkml:trace>
  <inkml:trace contextRef="#ctx0" brushRef="#br0" timeOffset="128017">24815 11887 11221,'-1'-14'809,"-4"7"-269,-10 19-450,2 1 45,-2 8 0,0 5 45,-7 18-46,8-10 1,2 2-90,5-3 0,3 0-45,6-3 0,4-3 0,16 6 0,19-28 0,-20-16 0,-1-7 0,3-15 0,-5-5 45,-7-1 0,-5-1-45,-5-1 0,-7 3-45,-5 13 0,-6 8-1304,-25 13-1928,10 25 2949,6 3 1,14 6-1,9-9 1</inkml:trace>
  <inkml:trace contextRef="#ctx0" brushRef="#br0" timeOffset="128450">25167 12007 10951,'3'-31'2698,"-2"4"-1978,-3 8-1,-11 12-449,-9 17-45,-3 16 0,-1 6-180,7-4 0,2 2-45,2 1 0,0 3 0,4-2-90,6-1 0,5-1 45,6 2 0,4-4-45,5-2 90,15-10-45,-7-25 0,-1-8 45,-4 1 0,-1-5 45,7-16 0,-4-4-45,-10 15 0,-5 0 0,-2-8 0,-5 0 0,-10-12 0,3 14-90,-10-2-1079,-4 37 629,6 0-2737,-13 23 3241,21-6 1,-2 11 0,9-5 0</inkml:trace>
  <inkml:trace contextRef="#ctx0" brushRef="#br0" timeOffset="128867">25541 12021 11850,'-4'-13'720,"-4"-1"-540,2 3 539,-15 1-359,-3 15-135,0 7 0,-2 6-135,3 4 0,1 2-90,1-1 0,3 2 90,2 6 0,5 0 0,7 12-90,1 0 0,13-16 0,6-3 0,17-3 0,1-10 0,5-7 0,-4-11 0,-1-6 0,-2 2 0,-2-5 0,3-14 0,-8-6-201,-14 8 0,-4-1 201,5-2 0,-6 0 45,-16-8 0,-8 4-225,-11 7-1459,-12 12 1,-1 5-1639,3 11 2621,8 6 1,3 2-1,2 5 1,0 2 0</inkml:trace>
  <inkml:trace contextRef="#ctx0" brushRef="#br0" timeOffset="130767">26177 10820 9602,'2'-18'1798,"1"-2"-628,-1 9-810,1 0 269,13 3-539,-6 8 180,19 8-135,-3 10 0,0 3-45,10 6-30,-13-6 0,4 4 0,-2 0-465,-2 0 0,-2 0-360,3 2 1,-2 0 764,-4-4 0,-3-3 0,-4-2 0,-7-8 0</inkml:trace>
  <inkml:trace contextRef="#ctx0" brushRef="#br0" timeOffset="130950">26588 10866 10411,'2'-29'540,"-1"9"-360,-1 3 89,-31 27-179,10 1-45,-14 12 0,-5 7-900,4 3 1,1 3 444,7-9 0,1 1 1,0 0-1,-8 10 1,4-2-1,11-10 0,0-1 1</inkml:trace>
  <inkml:trace contextRef="#ctx0" brushRef="#br0" timeOffset="131367">27786 10285 9422,'24'-28'1259,"2"1"-540,-4 8-89,1 16 0,-16 44-450,-2-3-308,-8-3 1,-4 6 0,0-1 217,0-5 0,0-1 0,-1 3-23,0 1 1,-2 3-1,1 1 1,1-1-38,-1 4 0,1-1 0,1-1-180,1-6 0,1-2 0,4-3-807,3 0 1,5-7 956,6-5 0,5-13 0,-6-10 0</inkml:trace>
  <inkml:trace contextRef="#ctx0" brushRef="#br0" timeOffset="131750">27207 11091 10501,'-9'7'1079,"2"-3"-539,10 6 270,27-2-720,0 1 89,6-4 1,9-1-609,-5-1 0,7-1 1,4 0-1,1 0 1,0 0 472,-9-1 1,0 0 0,0 1 0,1-1 0,3 0 0,3 0-217,-10 0 1,3 1 0,2-1 0,1 0 0,2 0 0,0 0 0,0 1 0,0-1 0,-1 0-1,-2 0 1,-1 0 171,6 0 0,-1 0 0,-1 0 0,0 0 0,-1 0 0,-1 0 0,0 0 0,0 0-168,1 0 0,0 0 0,0 0 0,-1 0 1,-1-1-1,-1 1 0,-1 0 150,7 1 0,0-1 0,-2 1 0,-5-1 0,-5 0-538,7-1 1,-6-1 420,5 2 1,-4-1-1935,-8-2 2301,-52-4 0,-1 5 1,-24-4-1</inkml:trace>
  <inkml:trace contextRef="#ctx0" brushRef="#br0" timeOffset="132283">27650 11786 10681,'-5'-13'-270,"0"-1"810,0 1-91,2 3-89,-2-2 540,3 5-630,-4 22-90,-4 14-91,1 13 1,0-4 0,0 3 0,-1 2 0,0 1-210,3-10 0,0 1 0,0 0-375,-3 11 1,2-3 224,3-15 0,2-3-3007,2 7 3062,3-22 0,4 6 0,1-9 0</inkml:trace>
  <inkml:trace contextRef="#ctx0" brushRef="#br0" timeOffset="132700">27857 11932 10501,'3'-10'720,"1"-2"-91,-2 4 1,1-2-360,-15 24 0,-11 22-180,1 1-46,7-9 1,1 1 45,7 4 0,2 0-45,2-6 0,2 1 0,2 9 0,6-2 45,23 4-90,-7-20 0,25-16 0,-27-15 0,0-4 0,17-11 45,-11-7 0,-5-6 0,-12 1 0,-5-2 15,-1 7 0,-2 0 0,-2 0-15,-4-10 0,-6 4-180,-10 13 0,-2 6-225,-6 8-629,-14 22 989,6 23 0,7-4 0,12-7 0,0-1 0</inkml:trace>
  <inkml:trace contextRef="#ctx0" brushRef="#br0" timeOffset="133200">28365 12016 11311,'1'-13'629,"-1"-7"1,-1 7-360,0-4 179,-1 6-89,-9 6-270,3 2 180,-25 21-90,-2 15-90,8 2 0,0 3-90,8-9 0,3 1 45,0 13 0,6-2-45,8-8 0,10 9 0,16-22 0,6-13 0,-4-14 0,0-6 0,5-11 0,-11-3 0,-3-4 0,-8-1 0,-3-2 0,-3-4 0,-2 0 0,-4-2 0,-3 3 0,-9-6-90,-10 25-990,-6 32 541,11-4-990,-13 17 1529,20-1 0,4 1 0,2 6 0</inkml:trace>
  <inkml:trace contextRef="#ctx0" brushRef="#br0" timeOffset="133667">28635 12031 10771,'7'-25'2339,"-2"1"-1620,-7 15-359,-17 10 0,-22 23-225,12 2 0,0 4-135,3 1 0,3 2-225,4 8 0,6 1-45,10-13 0,5-1 0,4 2 0,6-4-179,21 0 269,7-18 180,-15-21 0,-1-9 90,-6-4 0,-3-3-45,0 3 0,-2 0 45,-5-8 0,-5 1 89,-7-8-358,-9-2-721,-7 18-2377,-8 24 2927,11 8 0,-1 9 0,10-4 0</inkml:trace>
  <inkml:trace contextRef="#ctx0" brushRef="#br0" timeOffset="134133">28987 12076 10321,'2'-16'1709,"-2"6"-90,3-7-1349,-6 11 0,-11 6 0,-13 15-180,-1 3 45,1 7 0,1 4-91,11-8 1,2 2-45,-7 15 0,4 0 0,4 4 0,14 5-179,23-19 179,-7-8 0,22 0-45,-14-21 0,1-3 45,13-2 0,-1-9 0,0-8 0,-11-8 0,-5-5-167,4-5 0,-5-4 167,-11 8 0,-4-2 0,-5 3-180,-6-4 1,-9 6-1460,-15 4 1,-7 10 1549,4 13 0,-1 8 1,-5 4-1,1 5 1,9 3-1,0-1 0</inkml:trace>
  <inkml:trace contextRef="#ctx0" brushRef="#br0" timeOffset="134550">27267 12843 11400,'13'-18'720,"-3"5"-180,33 0-390,-12 8 0,7 2 0,2 1-965,-4 0 0,3 0 1,1 0-1,5 1 840,-4-1 1,4 1 0,3 0 0,2-1 0,-1 1-1,-2 0 1,-4 0-298,3 0 0,-4 1 0,-1-1 0,1 1 0,3-1 246,-1 0 0,2 0 1,1 0-1,2 0 1,0 0-1,1 0 0,-1 0-199,-5-1 0,1 1 0,1 0 0,0 0 1,-1 0-1,0 0 0,-1-1 0,-1 1 160,5 0 0,-2 0 0,0-1 0,-1 1 0,1 0 0,1-1 0,-1 1 0,2 0 0,2 0 0,-2 0 0,-1 0 0,-4 0 0,-5 0 0,3 0 0,0 1 0,0-1 0</inkml:trace>
  <inkml:trace contextRef="#ctx0" brushRef="#br0" timeOffset="137633">16455 12370 8972,'8'-7'899,"2"0"-89,3 4-360,1-1-1,4 2-179,2 0-45,5 0 0,5-1-135,14-1 0,10-1-561,-14 2 1,6 0-1,5-1 1,1 0 0,0 0-1,-4 0 486,-6 1 0,-3 0 0,0 0 0,2 0 0,2 1 0,5-1 0,-7 1 0,4 0 0,2 0 0,3-1 0,2 1 0,1 0 0,0 0 0,1 0 0,-2 1 0,0-1 0,-2 1 0,-3 0-265,4 0 0,-2 0 0,-1 0 1,-1 1-1,-1 0 0,1 0 1,2 0-1,2 0 0,3 0 250,-10 0 0,3 0 0,2 0 0,1 0 0,1 0 0,2 1 0,0-1 0,0 1 0,-1-1 0,1 1 0,-2-1 0,-2 1 0,-1-1 0,-2 1 0,-3-1-164,7 1 0,-3 0 1,-3 0-1,-1 0 0,-1 0 1,0 0-1,1 0 0,1 0 1,2 0 163,-1 0 0,0 0 0,2 0 0,0 1 0,1-1 0,0 0 0,0 1 0,0-1 0,-1 0 0,0-1 0,-1 1-96,1-1 0,0 0 1,0 0-1,-1-1 1,1 1-1,-1-1 1,-1 1-1,0-1 1,-1 0-1,-1 0 108,8 1 1,-2-1 0,-1 0 0,-1 1 0,2-1 0,1-1 0,3 0 14,-7 0 0,4-1 0,2 1 0,1-2 0,2 1 0,-1-1 0,-1 1 0,-3-1 0,-2 1 0,-4-1 0,-6 1 18,11-1 0,-7 0 0,-3 0 0,3-2 208,1 1 0,3-2 0,-1 0 1,-3 0-1,-9 1 17,-2 0 0,-5 1-180,15-4 1643,-1 0-1464,-19 3 2009,-2 2-2637,3 0 3271,-11 4-6189,0 1 0,-19 3 3162,6-1 0,-22 1 0,9-3 1</inkml:trace>
  <inkml:trace contextRef="#ctx0" brushRef="#br0" timeOffset="146083">16096 14414 6813,'-19'-28'0</inkml:trace>
  <inkml:trace contextRef="#ctx0" brushRef="#br0" timeOffset="146115">16081 14354 7032,'30'-26'11,"1"0"0,-1-1 0,1 1 1,1-6-1,-2 4 0,3 6 1,-1 0-1</inkml:trace>
  <inkml:trace contextRef="#ctx0" brushRef="#br0" timeOffset="156948">3804 13812 8882,'6'-10'720,"0"1"-271,1 6 1,17-1-180,14 1-180,4 1-779,4 1 0,7 2 749,-10-1 0,3 0 0,0 1-678,2 0 0,0-1 1,6 1 629,-17-1 1,4 1 0,1-1 0,3 0 0,1 0 0,1 0 0,1 0 7,-3 0 0,0 1 0,2-1 0,1 0 0,0 0 0,2 0 0,2 1 0,0-1 0,2 0-157,-11 0 0,0 0 0,2 0 0,1 0 0,0 0 1,2-1-1,0 1 0,0 0 0,1 0 0,0 0 0,0 0 1,0 0-1,0-1 0,-1 1 0,0 0 143,2 0 0,-1 0 0,1 1 0,1-1 0,-1 0 0,0 0 0,1 0 0,-1 0 0,1 0 0,-1 1 0,-1-1 0,1 0 0,-2 0 0,1 0 0,-2 0-121,3 0 0,-2 0 0,1 0 0,-1 0 1,0 0-1,-1 0 0,0 0 0,0-1 0,-1 1 1,1 0-1,-1 0 0,0 1 0,0-1 122,2 0 1,0 1-1,0-1 1,0 1-1,-1 0 1,0-1-1,0 1 1,0 0 0,-2 0-1,0 0 1,-2-1-1,0 1-88,8 0 1,-2 0 0,-1 0-1,-1 0 1,-1 0 0,0 0 0,0 0-1,0 0 81,-1 0 0,-1 0 0,0 1 0,0-1 0,0 0 0,0 0 0,0 0 0,2 1 36,-2-1 1,2 0-1,0 0 1,1 1-1,0-1 1,-1 0-1,-1 1 1,-1-1-1,-2 0-36,6 0 0,-3 1 0,0-1 0,-2 0 0,0 0 0,0 0 0,7 1 0,-1-1 0,0 1 0,-1-1 0,1 1 18,-1-1 0,2 0 0,-2 0 0,-3 0 0,-6-1-18,4 1 0,-5-1 0,3 0 0,-1 1 714,-11-1 0,-3-1-534,1 1-180,0-1 2046,3-1-1866,-13 1-180,16-1 90,-14 1 2700,9 0-2700,10 1-90,-10-1 908,3 1 1,3-1-909,0-1 0,0 1 0,7-1 0,1 0 29,-7 1 1,2-2 0,-3 1-30,-4 1 0,-1-1 0,5-1 0,-2 0-269,13-1 179,-14 1-270,9 0-2917,-15 0 3264,-7 2 0,-1-1 0,-13 2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28:40.0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2956 11914 6453,'-2'-8'450,"-1"1"-450,-1 11 0,1 0 0,-2 24 0,3-9 0,-1 12 0,0 6 0,0 5 0,1 0-461,0 0 0,0 3 461,0 1 0,1 6 0,0-2-714,1-5 1,0-1 0,0-1 653,0 1 0,-1 0 0,1 0-199,0-1 0,1-1 1,-1-1-1,1-5 1,0-2-1,0 1 1,0 2-1,0 1 0,0 0 1</inkml:trace>
  <inkml:trace contextRef="#ctx0" brushRef="#br0" timeOffset="5300">3057 9450 7173,'-9'-2'1259,"3"1"-809,-1-2 1169,2 1-1529,6-3 180,4 0 0,23-6-136,-5 5 1,4 0-45,12-1 0,7 0 0,-2 0-636,2 0 1,3 0 567,-8 2 1,3 0-1,3-1 1,2 2-499,-7 0 1,2 1 0,2 0 0,-1 0 0,0 1 0,-3-1 475,5 0 0,-3 0 0,1 0 0,5 0 12,-6 0 1,3 1 0,2-1 0,2 0 0,2 0 0,-1 1 0,0 0-255,-3 0 0,0 1 0,2-1 0,-1 1 0,1 0 0,-1 0 0,-1 0 0,-1 0 254,-1 0 1,-2 0 0,-1-1 0,0 1 0,2 0 0,2 0 0,4 0-118,-9 0 1,4 0 0,3 0 0,2 0-1,2-1 1,0 1 0,1 0 0,-1 0-1,-1 0 1,-3 0 0,-1 0 0,-4 0-1,-4 0 120,8 0 0,-5 0 0,-3 1 0,-1-1 0,2 0 0,4 0-69,-2 0 1,3 0 0,3 0 0,0 0-1,1 0 1,0-1 0,-1 1 0,-2 0-1,-2 0 54,6 0 0,-2 0 0,-1-1 0,-2 1 0,-1 0 0,-1 0 0,-2 0 0,-2 0 0,-1 0 0,0-1 0,3 1 15,3 0 0,3 0 0,1-1 0,0 1 0,-1 0 0,-3-1 122,1 1 1,-2-1-1,0 1 1,-2-1 0,0 1-138,3-1 0,-2 1 0,1-1 0,1 0 0,1 1 0,4-2 0,-1 1 0,-3 0 0,-7 0 44,7 1 1,-6-1-45,-2 0 0,-2 0 1088,4-1-1088,-12 1 1440,9-1-1350,-10 1 710,-4 0-710,9 0 3017,-16 1-3107,-1 0 952,-7 0-952,1 1 180,-3-1 629,0 2-449,-1-3-90,-9-11-180,-4-3-45,-4-9 0,-2-2-45,-3-7 0,4 1 0,2-5 30,5 5 0,3-3 0,1 1-406,-2-3 0,2-2 376,1-4 0,1-6 0,3-2-23,2 5 1,3-3-1,0 0 1,0 1-213,-2 10 0,-1 1 0,1 0 1,1-5 234,-1 2 0,2-4 0,0-2 0,0-2 0,1 2 0,-1 2 0,-2 5 0,1-4 0,0 6 0,-1 0 0,0-2 0,0-3 0,1-2 0,-1-1 0,0 4 0,-1 5 0,0-7 0,-1 5 0,-2 2 0,0 4-124,-2 3 34,1 8 90,-1-2-90,-1 10 757,-2 6-667,-3-1 1000,-2 10-1000,-3 2 148,0 1-148,-3 3 0,-2 0 0,-18 3 0,-12-1 0,7-4 0,-7 0 0,-1-1-417,10-2 1,0 0 0,-1 0 0,-5 0 416,4 0 0,-2-1 0,-4 1 0,0-1 0,-2 0 0,1 1 0,1-1-365,1-1 1,0 1-1,1 0 1,-1-1 0,-1 0-1,-1 1 1,-3-1 355,6 0 0,-1 1 0,-3-1 0,0 0 0,-1 0 0,0 0 0,0 0 0,0 0 0,1 1 0,2-1-211,-2 0 1,1 0-1,1 1 1,0-1-1,0 0 1,0 0-1,-1 1 1,-1-1-1,0 0 220,-2 0 0,-2 0 0,0 0 0,-1 0 0,0 0 0,0 0 0,0 0 0,1 0 0,0 0 0,2 0 0,1 0 0,1 0 0,0 0 0,1 0 0,0 0 0,1 1 0,-1-1 0,1 0 0,0 0-168,-5 0 0,0 0 1,-1-1-1,1 1 1,1 0-1,1 0 1,1 0-1,3 0 168,-8 0 0,2 0 0,2 0 0,1 0 0,-1 0 0,1 0 0,0 0 0,0 1 0,1-1 0,2 1 31,1 0 1,2 0 0,1 0 0,-2 0-10,-4 1 1,-1-1 0,0 0-1,0 1-22,3-1 0,-1 1 0,2-1 0,2 1 340,1-1 1,3 1 0,1-1-341,-10 1 0,5 0 0,13 0 0,3-1 1925,-16 1-1925,17 0 2908,1 0-2908,-5 0 0,3 1 0,3-1 927,-12 2-927,11-1 534,-1-1-534,-3 1 0,8-1 0,1-1 0,-2 1 0,10-2 0,-6 2 0,4-2 0,2 1 0,2-1 0,0 1 0,-7 1 0,5-1 0,-12 2 0,5 0 0,1 0 0,-10 1 0,7-2 0,0 0 0,-3 0 0,9-1 0,-9-3 0,5 0 0,-7-5 0,11 3 0,-8-4 0,1 2 0,5 1 0,-13-4 0,2 1 0,5 1 0,-6-2 0,5 3 0,7 2 0,-8-2 0,4 2 0,6 0-90,-8 0 0,9 2 0,-1-1 90,2 2-270,0-1 180,2 2 0,-5-1 0,1 3 90,2-1-90,0 1 90,5-1-90,-1 1 90,2 1 0,1 0-90,0 13 90,7 16 0,1 3 0,1 6 0,0-7 0,0 3 0,1 3-332,-1 4 0,0 5 0,0 1 1,0 0 353,0-2 0,0 0 1,1 1-1,-1 3-22,-1-6 0,0 3 0,1 2 0,-1 0 0,0-1 0,0-3 0,0-3 0,0-2 0,0-1 0,-1 0 0,2 1 18,0 7 0,1 2 0,0 0 0,-1-2 0,0-5-18,1 5 0,0-5 0,-1-1 30,1-2 0,1-2 0,-2-4-30,1-2 0,0-3 0,-1-3 0,-1-4 0,2 1 0,0 0-359,-3-15-112,2 5 471,-1-6 0,-1 0 0,0-1 0</inkml:trace>
  <inkml:trace contextRef="#ctx0" brushRef="#br0" timeOffset="7884">7165 7338 8972,'14'20'1169,"2"21"-989,-9-8 0,-1 2-135,0-4 0,0 4-467,0 6 0,-1 6 1,0 0 481,-3-3 0,0-1 0,0 1-365,1 0 0,-1 0 0,-1 3 395,-1-3 0,0 4 0,-1 1 0,-1 1 0,0-4-207,0-1 1,-1-2-1,0 0 1,0 4 176,-1-2 0,1 4 0,0 2 0,-1-1 0,0-1 0,1-5-38,-1 1 1,1-3-1,-1-2 1,0 1-1,0 4 0,0 2 1,0-2-1,0-3 38,1-4 0,1-3 0,-1-2-15,0 6 0,0-1-45,0 6 0,0-2 270,1 0 90,0-8 647,0 1-917,6-34 958,2-3-1048,15-17 0,23 3 0,-10 6 0,5-1 204,-2 3 1,2-1-1,4 1-204,2 0 0,2 0 0,3 1 0,2-1-15,-11 3 0,1-1 0,1 0 0,1 1 0,0-1 0,1 1-420,-3 0 1,1 0-1,0 0 1,1 1-1,-1-1 1,-1 1-1,-1-1 435,6 0 0,-2 1 0,-1-1 0,1 1 0,1 0-15,-2 0 0,2 0 0,0 0 0,0 0 0,-1 1 1,-3 0-395,6 0 1,-3 0 0,0 1-1,0 0 409,3-1 0,-1-1 0,1 1 0,1 1-90,-4 0 1,0 0-1,1 0 1,0 1-1,-2 0 90,5 0 0,-2 0 0,0 1 0,-1 0-35,-5-1 1,-1 1-1,1-1 1,1 1 34,0 0 0,3 0 0,0 0 0,-2 0 0,-3 0 353,2 0 0,-4 0 0,0 1-353,2-1 0,-1 0 0,2 1 0,5-1 0,1 0 0,-4 1 556,0-1 0,-2 1-556,2 0 0,1-1 334,0 0 0,-2 1-334,-11 0 0,-2-1 0,-3 1 0,0-1 526,5 1 0,-3 0-526,-2 0 0,0 1 1446,0-1-1446,-14 0 891,7 0-891,-6 0 0,-1 1 0,-4-1 360,-1 0-360,-3-4 90,-1 0 0,-3-12-90,-1-2 0,0-1 90,0-13 0,0-8-90,-1-3 0,0 3 0,0-6 0,1 10 0,1-3 0,0-2-288,0-3 1,0-2-1,1-3 1,0 1 287,0 6 0,1 0 0,0-1 0,0 1 0,0 1-338,0-2 1,0 1-1,0 0 1,0 0 337,1-8 0,0 0 0,1-1 0,-1 4-30,1-4 0,1 3 0,-1 0 30,-1-1 0,0 1 0,1-1 0,0 7 0,0 0 0,1 0 0,-1 3 0,-1 2 0,0 3 0,0 1 0,1-13 0,0 2 0,-1-1 0,0 5-90,-3 9 90,1-1 0,-3 4 0,1 15 0,-1-4-90,0 8 1069,0 2-979,-5 6 1521,-1 2-1521,-2 2 0,0 1 0,-13 0 0,6-1 0,-20 2-1639,-11-1 1,-2-1 1580,17-1 1,-1 0 57,0-1 0,-4 1 0,-3-1 0,-1 0-590,-5-1 1,-2-1-1,0-1 1,2 1 589,-2 0 0,1 1 0,-4-1-137,13-1 0,-3 1 0,-2-1 0,-2 0 0,0 1 0,1-1 107,-2 0 0,-2 1 0,1-1 0,-1 0 0,3 1 0,1-1-125,2 0 1,4 0-1,0 0 1,-1 0 0,-5 0 154,3 1 0,-3-1 0,-3 0 0,-2 0 0,0 0 0,1 0 0,2 0 0,3 0-18,-7 0 0,3 0 0,1 0 0,-1 0 0,-4-1 18,8 1 0,-3 0 0,-1 0 0,-1-1 0,-1 1 0,2 0 0,1-1 0,4 1 93,-8 0 1,3 0 0,2-1 0,-1 1 0,-2 0-107,7-1 0,-3 1 0,-1 0 0,1 0 0,0-1 0,3 1 1,3-1 12,-5 1 0,3-1 0,1 0 0,0 0 0,-1 0 0,0 0 0,0 0 0,-2 1 338,-5-1 1,-3 0 0,2 1 0,2-1-339,0 0 0,2 1 0,0 0 0,4 0 0,-1 1 0,0 0 0,2-1 123,-5 1 1,2-1 0,4 1-124,2 0 0,3 1 673,4 1 1,3 0-764,-7 1 2086,-2 1-1996,1 0 0,12 0 0,3 0 180,1 3-540,10-1 277,-1 5-366,4-3-1530,5 5 1979,6-4 0,6 3 0,3 0 0</inkml:trace>
  <inkml:trace contextRef="#ctx0" brushRef="#br0" timeOffset="9734">9823 7395 9691,'-2'-11'720,"1"-2"-450,2 6 539,3-5-629,4 18-90,1 17 0,1 9-45,-6 12 0,-3 9-292,0-16 0,-1 2 0,0 2 0,-1 2 277,1-4 0,-1 3 0,-1 1 0,1 1 0,0 0 0,0 0-474,1-1 0,-1 2 0,1-1 0,-1 0 0,1-1 0,-1-1 444,0 2 0,-1-1 0,1-1 0,0-1 0,0 0 22,2 6 1,-1 0 0,1-2-1,1-1-116,2 1 1,1-2 0,-1 1 93,1 3 0,-1 0 0,1 0 30,1-5 0,1-1 0,0-4 15,0-2 0,0-5 811,3 14-856,-4-22 3016,0-8-3016,0-12 600,1-2-600,3-5 0,5-2 0,-2 3 0,25-2 0,-7 4 0,3 1 0,-2-1 0,3 0-342,5 1 0,7-1 0,3 1 0,-2 0 364,-6 1 1,-2-1-1,2 0 1,4 1-443,-6-1 0,5 0 0,1 1 0,2-1 1,-1 1-1,-1-1 0,-5 1 420,10-1 0,-4 1 0,-1 0 0,2-1 0,1 1 0,1 0 0,1 0 0,0 0 0,-2 0-393,-6 1 0,0-1 0,-1 1 0,-2 0 0,-1 0 393,12 0 0,-4 0 0,4 0-78,-9 0 1,2 0-1,2 0 1,0 0-1,-1 1 78,-3 0 0,-1-1 0,1 1 0,-2 0 0,0 0 22,6 0 1,-2 1 0,1-1-1,2 1-22,1-1 0,4 1 0,0 0 0,-1 0 0,-6 0 0,3 1 0,-5-1 0,-1 1 0,7 0 0,-3-1 0,-9 1 0,-5-2 230,9 1-230,-1 0 1978,2-1-1799,-15 0-89,-3-1 2823,-2 0-2823,-11 0 921,-1-1-921,0 1 708,-2 0-798,-3 0 360,2 0 539,-1-1-629,-3-6-180,-1-4 0,-4-12 0,-1-23-45,3 13 0,-1-6-45,0 0 0,0-7 0,0-2 0,1 2-395,0 3 1,1 0-1,0 0 1,0-4 394,0 2 0,1-2 0,-1-3 0,0 0 0,1 1 0,1 2-18,-1 1 0,1 1 0,1 1 0,-1 0 0,1-3 18,0-1 0,1-3 0,0-1 0,0 1 0,0 1 0,-1 4-166,1-4 0,0 4 0,0 0 0,0 0 143,0-4 1,1-2 0,-1 2-1,-1 8 23,0 5 0,-1 5 0,0 4 0,0 2 0,-1 1 0,-1 6-90,1 0 0,-2 5 1548,0 6-1458,-3-4 784,-4 10-784,-11 3 0,4 0 0,-15 1 0,-10-1 0,-4-2 0,14 0 0,-2 0-439,-11 0 1,-7 0 0,-3-1 438,12-1 0,-4 0 0,-1 0 0,1-1 0,3 1-425,1 0 0,3 0 0,-1 0 1,-3 0 409,-2 0 0,-3-1 0,-3 1 0,-1-1 0,1 0 0,0 0-389,1 1 0,-1-1 0,1 0 0,0 0 0,1 0 1,2 0 403,3 0 0,1 1 0,2 0 0,-2 0 0,-2-1-112,0 1 1,-2-1 0,-2 0-1,-1 0 1,0 1 0,2-1-1,2 1 112,-4-1 0,1 1 0,1 0 0,2 0 0,1 0-110,-1 0 0,2 0 0,0 0 0,-3 0 110,4 0 0,-4 1 0,0-1 0,-1 0 0,2 0 0,4 0 0,0 1 0,2-1 0,1 1 0,1 0-30,-10-1 0,1 0 0,1 0 0,3 1 0,1 0 0,5-1-299,-13 0 59,15 1 1158,-7-2-3137,27 4 2503,-2 0 1,9 0 0,3 1 0</inkml:trace>
  <inkml:trace contextRef="#ctx0" brushRef="#br0" timeOffset="10867">5205 6311 9422,'5'-13'-180,"3"-7"360,-4 11-90,4-7 89,-2 7-89,-1 3-90,1 7 90,-2 10 0,2 25-90,0 6 0,-1 1 0,-2-18 0,0 1 90,0 12-90,0-1 0,-1 4 90,-1-16 0,0-3-180,-1-3-2069,0-13 2159,-6-10 0,-1-7 0,-5-11 0</inkml:trace>
  <inkml:trace contextRef="#ctx0" brushRef="#br0" timeOffset="11384">5033 5984 8702,'-6'-13'540,"-4"9"-270,-3 20-136,2 14 1,1 8 0,2 4 0,2 6-661,4-11 1,1 4-1,1 1 1,0-4 525,1 12 0,3 0 45,2-14 0,1 4 0,2-1 0,1-4-146,6 8 1,2-4 145,-1 3 0,2-1-86,8 0 1,3-6 85,-10-18 0,1-3 0,-1 3 0,3-3 0,6-6 0,2-9 0,4-12 0,-1-5-45,-5 7 0,0-2 379,2-11 0,1-5 0,-5-3-350,-10 2 1,-5-1 0,1 0-10,2 1 1,1 0-1,-3-3-20,-4-3 0,-2-3 0,-2-1 0,-3 2-30,-4-3 0,-3 1 0,0 0 30,2 0 0,1 0 0,-5 0 0,-5 2 0,-4-3 0,-2 4 0,-1 5-1359,-12 2 1,-1 4 1358,-1-12 0,-4 6-135,-11 24 0,-2 15-1094,10 12 0,2 5 1004,-2-4 0,1 3 118,9 6 0,2 6 0,5-2 0,10-7 0,2 0 0,-5 14 1,0 0-1</inkml:trace>
  <inkml:trace contextRef="#ctx0" brushRef="#br0" timeOffset="12251">7537 6388 8972,'20'-11'540,"-8"4"-540,0-1 449,1 0-359,-4 2 0,8-2 180,0 4-180,-4 1 0,10 1 90,8 2-180,-8 1 0,18 2 90,2 8-90,-15-3 0,14 11 90,-30 6-90,-5-5 0,-10 17 0,-12-10 0,-3-2 0,-6 11 45,-2-2 0,0 0-45,-3 0 0,1 5 0,13-16 90,18-8-90,13-11 0,0 1 0,18-6 0,6-5-360,7-1-1709,-3-4 2069,-19 3 0,-15 3 0,-8 3 0</inkml:trace>
  <inkml:trace contextRef="#ctx0" brushRef="#br0" timeOffset="12800">7513 5951 9242,'-25'-34'360,"-10"2"-181,3 12 1,6 18 0,0 10-45,1 20 0,5 13-45,5 1 0,4 6 0,2 2-512,4-8 0,2 1 0,2 1 0,4 1 458,2 0 0,4 1 0,2 2 0,1-2 0,2-3-14,2 1 1,2-2-1,2-2 1,3 1-23,-1-6 1,3 2 0,2-2 0,0-1 0,2-5 44,2-2 0,1-3 0,2-3 0,1-3-23,4-2 1,3-2-1,0-4 1,0-4-23,-4-4 0,-1-4 0,0-4 0,0-3-181,6-5 0,1-6 0,-2-3 0,-2-2 181,-6 1 0,-3-3 0,-1-2 0,-2-4 0,-3-1 0,-1-3 0,-2-2 0,-2-1 0,-4 1 0,-1-4 0,-4-1 0,-5 0 0,-5-2-18,-6-1 0,-5-3 0,-4 0 0,-4 2 0,-1 4-5,-4 4 1,-2 4-1,-4 2 1,-3 3-104,0 4 0,-4 0 0,-3 3 0,1 4 0,1 8-174,-11 7 0,1 9 1,4 9 299,6 8 0,5 8 0,6 2 0,5 14 0,12 3 0,15-12 0,-1 0 0,0 0 0</inkml:trace>
  <inkml:trace contextRef="#ctx0" brushRef="#br0" timeOffset="13617">10843 6277 8882,'13'-7'1169,"14"0"-809,12 0-225,-14 5 0,0 1-45,7 3 0,0 1 0,13 9 0,-7 12-90,-25-7 90,-17 15-90,-19 0 90,-5 5-90,12-15 0,1 1 0,2 8 0,21 7 0,3-17 0,22 9 0,-11-8 0,-2 2 0,-18 7 0,-8-15 0,-19 5-180,-11-5-2159,-10-1 2339,0-1 0,7-7 0,15-7 0</inkml:trace>
  <inkml:trace contextRef="#ctx0" brushRef="#br0" timeOffset="14134">10913 5940 9781,'-19'-20'540,"-7"-2"-180,0 17 0,-15 16-181,17 9 1,-1 7 0,2 0-135,0 0 0,2 3-162,4 2 0,-1 5 0,2 3 0,4-4 177,6-1 0,5-2 0,1 2-15,2 4 0,1 4 0,3 0 0,3-3 0,4-3 0,3-1 0,2-2 0,2-1-23,3 0 1,2-1-1,2-3 1,1-3-23,5 1 0,1-5 0,3-6 0,5-7 0,3-6 0,-4-4 0,-5-2 0,-1-4 0,-1-3 0,2-4 0,-3-4 60,2-13 0,-3-8 0,-2 0 0,-3 1 0,-4-2 0,-1-4-648,-7 6 1,-1-4-1,-1-1 1,-3 0-1,-2 5 588,-2-4 0,-4 5 0,-4-2 0,-6-7 0,-6-1 0,-6 8-721,-15 7 0,-3 6 676,13 3 0,-2 3-90,-14 1 0,1 11-1504,12 23 1,5 5 1627,-5 10 1,11-2 0,8 1 0,19 11 0</inkml:trace>
  <inkml:trace contextRef="#ctx0" brushRef="#br0" timeOffset="14317">12231 6435 11490,'10'0'450,"-1"0"-630,-1 3 180,-1 5 0,-2 2 0,-2 3 0</inkml:trace>
  <inkml:trace contextRef="#ctx0" brushRef="#br0" timeOffset="19984">21349 8245 8792,'-7'-8'1709,"2"0"180,3 3-1709,2 19 0,0-1-180,2 11 180,0 12-180,4-10 90,14 17-90,-6-21 90,14 0-1,9-25-89,-7-1 0,-3-6 0,4-6-30,1-8 0,2-7 1,-1 0-215,-3 1 0,-1 0 0,2-2 208,-4 5 0,3-3 0,0-1 0,-2 2 0,-3 2 6,-1-1 0,-3 3 0,1 0-240,11-12 1,-1 5-2970,10 7 1620,-14 9 1494,7 5 1,-15 14 0,1 1 0</inkml:trace>
  <inkml:trace contextRef="#ctx0" brushRef="#br0" timeOffset="20768">21272 11051 11041,'1'-10'359,"1"-1"181,0 4-360,2 2 0,2 10-90,-3 10 0,1 5 0,-4 23 0,1-12-90,1 8 0,5-7 0,7-19 90,1-1-90,32-23 0,-7-10 0,4-7-144,-11 6 1,1-1-1,3-3 126,-6 2 0,2-3 0,1 0 0,-1-1 1,-3 3-163,5-6 0,-4 3 0,1-2-913,5-3 1,-1-1 0,-6 7-308,5-2 1386,-15 14 1,-16 15 0,-2-1 0</inkml:trace>
  <inkml:trace contextRef="#ctx0" brushRef="#br0" timeOffset="21551">21420 14059 10411,'3'-21'1349,"0"16"-1169,-2 7 0,-1 42-180,-1-24 0,0 8 0,3 1 90,6 1 0,11-1 0,29-20-90,-8-15 45,-2-8 0,5-6-1138,-3-2 1,2-3 0,-3 2 1083,-9 6 1,-2 1 0,2-2 30,9-6 1,4-2-1,1-1 1,-5 4-157,-6 5 1,-3 1 0,1 0-287,2-2 1,-1 1-1,0 1 420,7-1 0,-6 7 0,-3 9 0,-11 11 0</inkml:trace>
  <inkml:trace contextRef="#ctx0" brushRef="#br0" timeOffset="22234">21406 16895 11131,'-11'-10'269,"2"1"271,1 1-180,0 21-180,-5 6-180,2 11 90,-1-5 0,-1 0 0,-7 14-90,-1 2 0,2-1 90,21-25-270,43-26 30,-16-4 0,2-5 0,1 0-348,0 0 0,-1 0 0,3-3 426,-3 0 0,1-1 0,2-2 0,-1 0 0,-2 2 12,8-6 0,-2 2 0,0-1 30,2-1 0,-1 1 0,0-1-30,0 2 0,-1 0 0,-4 3-345,-6 3 1,-3 2 44,0 1 0,-1 0 166,9-10 0,-22 18 0,5-3 0</inkml:trace>
  <inkml:trace contextRef="#ctx0" brushRef="#br0" timeOffset="23117">26436 8822 9691,'12'-6'1709,"-4"2"-1259,1 1-90,-5 12 0,-12 21-270,-3 11-45,1-10 0,0 0 45,-3 5-90,5 3 90,23-16-90,14-14 45,5-11 0,3-7-45,-9 0 0,0-5-248,2-2 0,2-5 0,-1-1 248,3-6 0,0-3 0,-2 2 0,4-2 0,0-1-60,-3 2 0,1-2 0,-4 3-570,-5 6 1,-3 3-1,12-9 504,5 7 0,-28 31 1,4 5-1</inkml:trace>
  <inkml:trace contextRef="#ctx0" brushRef="#br0" timeOffset="23667">26692 11558 10681,'2'-15'180,"5"-10"539,2-3-449,0 2 630,6-10-361,-7 19 181,3-8-630,-2 26 90,-5 13-180,0 7 90,-2 13 0,4-13-90,-1 0 0,14-3 0,17-19 0,1-1 0,-3-10 0,8-6 0,0-3-639,-10 3 0,1-1 1,0-1-1,0 0 616,1 0 1,0 0 0,1-1-1,1-1-85,0-2 0,3-2 0,-1 0 0,-1 0 1,-3 2-599,4-4 0,-3 2 1,-1 0 555,2-1 0,1 0 0,-3 2-1489,9-8 1,-8 7 1635,-15 13 0,1-1 0,-18 13 0</inkml:trace>
  <inkml:trace contextRef="#ctx0" brushRef="#br0" timeOffset="24317">26828 13816 10861,'10'-16'90,"-3"6"180,3 1 89,-2 7 1,3 13-270,-2-2 0,-1 20 180,-6 17-270,0-11 45,-2-7 0,1 2 0,0-4 0,1-2 45,8 15-45,4-18 0,7-7-45,13-16 0,4-10-488,-6 4 0,2-4 488,-1-4 0,3-4 0,3-3 0,-1 1-321,2-3 0,2-1 0,-1-1 0,2-1 303,-8 6 0,1-1 0,0 0 0,1-1 0,-1 1-270,3-2 0,1-1 0,-1 0 1,-2 2-1,-3 2 184,-1 1 1,-4 3-1,-2 1 1,2-2 0,-6 5-1,-13 8 1</inkml:trace>
  <inkml:trace contextRef="#ctx0" brushRef="#br0" timeOffset="24901">26519 16448 12390,'4'13'1709,"-7"5"-1439,-12 19-270,2-10 45,1-2 0,-1 2 45,2-3 0,1-1-90,-6 14 0,-3 8 0,25-25-90,33-22 30,-2-12 0,8-8 0,-3 0-331,-10 5 1,-1 1 0,2-3 367,4-5 1,4-2-1,0-1 1,-3 1-98,2-4 0,-2 0 0,-2 3 30,2-2 0,-1 1-150,-4 3 0,1-2 0,-6 5 58,5-3 0,-6 4 0,-6 4 0</inkml:trace>
  <inkml:trace contextRef="#ctx0" brushRef="#br0" timeOffset="35100">21457 8945 10141,'26'12'630,"-9"-6"-450,9 13 90,10 7-91,-1 0-134,-11-8 0,-1 0-45,0-1-359,-2-1-2160,-12-7 2519,0-4 0,-3 0 0,-3-4 0</inkml:trace>
  <inkml:trace contextRef="#ctx0" brushRef="#br0" timeOffset="35368">21832 8953 9512,'9'-18'1349,"-2"5"-810,-4 5-359,-3 20 90,-7 7-180,0 8 90,-12 17-90,8-21 0,-1-1-90,-5 16-180,3-13 0,2-2-809,-1-1-271,0 1 1260,3-8 0,7-11 0,1-2 0</inkml:trace>
  <inkml:trace contextRef="#ctx0" brushRef="#br0" timeOffset="35600">21708 9164 9242,'-2'-8'1619,"4"14"-1529,-1 0 180,4 23-91,-1 6 1,-2 5-495,0-14 1,0-2-226,0 2-2338,0 1 2878,0-20 0,1 4 0,1-3 0</inkml:trace>
  <inkml:trace contextRef="#ctx0" brushRef="#br0" timeOffset="36383">21996 9337 12210,'10'3'450,"5"-1"-360,-7-2 270,19-4-181,-6-2 1,11-11-180,-16 5 90,-6-8-90,-16-4 0,2 9 90,-13-11-90,-11 18 0,7 4 0,-28 14 0,28 6 0,1 3 0,-16 10 0,17-7 0,4 3 0,9 14 0,4-11 0,12 14 90,30-15-90,-14-9 0,1-7 0,2-5 0,20-14 0,-14 0 0,-5-2 0,-1-5 45,-8-9 0,-2-2-45,13-10 0,-13 0 0,-4-1-90,-5-7 90,-5 18 0,0 1-90,0-11 90,2 27 0,4 26 0,1 2 0,15 23 0,-8-20 0,2 1 0,2 2 0,1 2 0,5 5 0,-1-1 0,3 2 0,-5-1 90,-17-13-90,-5-6 0,-17 8 0,-21-7 0,4-2 0,-10-1-2249,16-6 2249,6-1 0,3-2 0,12-2 0</inkml:trace>
  <inkml:trace contextRef="#ctx0" brushRef="#br0" timeOffset="36551">22950 9404 11760,'9'-7'-3277,"0"1"3039,-22 13 1,-2-1-1,-17 10 1</inkml:trace>
  <inkml:trace contextRef="#ctx0" brushRef="#br0" timeOffset="60867">21853 11710 7623,'8'-4'629,"-1"0"-179,-2 1-180,0 0 90,0-1-180,0 3-1,1-1-89,1 3 90,4 2-180,-4 0 90,4 3 0,-3 1 0,1 6-90,-1-2 180,1 14-180,-5-13 0,5 13 90,0-1-90,-1-7 90,2 9-90,3-5 0,-5-7 0,8 9-630,-5-13 181,0-1-181,1-4 630,-1-9 0,-1-4 0,3-4 0</inkml:trace>
  <inkml:trace contextRef="#ctx0" brushRef="#br0" timeOffset="61734">22197 11791 7982,'11'-16'0,"1"0"270,-7 6 90,0-2-180,-2 4 180,0-3-90,-2 5 89,0-3 91,-1 3-270,0 0-90,-4 2-90,-2 1 0,-1 3 0,0 0 90,0-2 0,1 3-90,-2 6 0,-4 8 0,-5 15 0,-4 3 0,7-10 0,1 0 0,-4 4 0,-3 7 0,5-9 0,6-8 0,-7 10 0,8-12 0,0-2 0,2 0 90,1-3-90,3-5-180,-4 6-720,3-6-899,-2-1 1799,-2-1 0,4-2 0,-1-2 0</inkml:trace>
  <inkml:trace contextRef="#ctx0" brushRef="#br0" timeOffset="62684">21966 12056 8072,'4'-10'180,"1"0"0,-2 7 180,1-1-90,5 8 0,-1 2-180,1 4 90,-2 5 89,-1 8 1,-1 13-180,-1 6 0,-4-7 0,-2 8 0,-2-3-90,0 8 45,2-21 0,0-2-45,0 3 0,2 4 90,1-19-360,0 6 270,-1-7 0,5-13 0,0-5 0</inkml:trace>
  <inkml:trace contextRef="#ctx0" brushRef="#br0" timeOffset="65317">22240 12277 8612,'14'1'630,"-3"1"-360,-4-2-180,0 0-1,-1-1-89,3-2 180,-3-2-180,3-2 0,-1-3 0,-3 2 90,1-3-90,-3 5 0,0-2 0,0 1 0,-2 0 0,2-4 0,-2 4 0,0-2 0,-1 3 90,0-1-90,-1 0 0,1 1 0,-3-4 0,1 3 0,-1 0 0,-2 0 0,0 0 0,-1 1 0,1 0 0,-1 4 0,1 0 0,-6 1 0,-1 1 0,-5 4 0,5-1-90,-3 5 180,6 0-90,-1 1-90,0 9 90,2 7 0,-2 12 0,3 4 90,1 6-90,5-20 0,2 10 0,4-15 0,8 10 0,3-9 0,10 0 0,-11-12 90,10-2-90,-1-6 0,5-1 0,9-7 0,-5-7 0,3-12 0,-6-11 0,-13 9 0,-1-1 0,-3 3 0,-1-1 0,3-5 0,-1 1 0,2-2 0,3-8 90,-8 17 0,1-4 90,-2 3-90,-4 10-90,-2 2 180,-1 2-180,-1 3 0,1 7 0,1 3-90,-1 7 90,1-1 90,0 1-90,0-3-90,2 4 180,-1 4-90,3 5 0,-3-5 0,0 4 0,0-1 0,-2-5 0,1 8 0,-1-3 0,-2-5 0,1 9 0,-3-4 0,1 1 0,0-2 0,-1-2 0,0-4 0,-1 3 90,-3 0-90,-4-5 90,-4 0-90,-3-4 90,0-1-90,2-1 180,4-2-1,1 0-89,16-11-90,5 0 0,6-5 0,15-8 0,4-5 0,-2 2 0,1-1 0,-11 7 0,-1 0 45,8-5 0,-1-1-90,-12 5 0,-3 1 45,12-9 0,-12 7 0,-2-1 0,4-17 90,-7 13-90,1-16 90,-12 19-90,1 5 0,-2-5 90,-1 9-90,1 3 0,-1-5 0,2 9-90,2 10 180,0 0-90,1 15 0,-2-9 0,0 2 0,-1-4-539,0-2-361,0 1 900,-3 1 0,-3-1 0,-3-1 0</inkml:trace>
  <inkml:trace contextRef="#ctx0" brushRef="#br0" timeOffset="67600">27670 16956 9781,'-2'-10'2339,"0"0"-1619,1 1 1259,0-3-360,0 5-1260,0 38-1920,-2 11 0,-1 4 1606,2-6 0,0 3-15,-1-2 0,0 4 0,-1-2-603,0-6 1,1-1 0,-1-3 572,1 4 0,-1 0 45,-1 10 0,0-2 135,-1 1-180,2-17 90,0 3-180,2-27 2543,1-13-2543,1-8 45,3-24 0,1-7 0,-1 19 0,1-2 800,0-10 1,1-5-1,0 0-785,0 7 0,1 1 0,-1 1-15,1-4 1,0 0-1,2-13 0,0 7 45,0 17-90,-1 3 90,7 20 0,5 31 0,1 1 0,2 12 0,3 6 0,-7-14 0,2 1 0,-1-1-166,6 11 0,0-1 166,-2-6 0,2 0 0,-3-5-360,8 7 90,2 2-346,-8-13-1723,-13-19 990,1-1 1349,-3-21 0,-4-6 0,1-13 0</inkml:trace>
  <inkml:trace contextRef="#ctx0" brushRef="#br0" timeOffset="67867">28201 16793 11041,'-4'-12'989,"-1"-1"-359,2 4-450,2 10 359,4 37-449,0-1 0,-2 0 0,0 7-195,-2-2 1,-1 5 0,-1-1 104,1-8 0,0 0 0,0 2-203,-1 0 1,1 4 0,-1-2 0,0-4-698,0 6 1,0-4 899,2-6 0,1-4 0,5 4 0,4-10 0</inkml:trace>
  <inkml:trace contextRef="#ctx0" brushRef="#br0" timeOffset="68251">28494 17347 11760,'-17'-12'1350,"6"6"-721,-14 1 630,-9 24-1169,11-6 90,4 3 0,2 4 180,3 23-225,10-19 0,3 2-90,2 7 0,5 0-90,4-9 0,5-4 45,5-3 0,2-5 0,8-4 0,-5-16 0,-2-7-45,-9-7 0,-4-2 45,3 3 0,-2-3-45,-5-19 0,-8-3 45,-8 14 0,-4 1 0,4-3 0,-2 1-135,-10 3 0,-4 5-1484,-12 4 630,3 4 989,0 11 0,24 6 0,-3 2 0</inkml:trace>
  <inkml:trace contextRef="#ctx0" brushRef="#br0" timeOffset="69118">28470 14540 10411,'-5'-18'630,"1"6"-271,4 0 181,2 2-180,2 3-90,13 16-45,-2 18 0,-2 10-136,-3-5 1,-1 2 0,0 1-355,1-1 0,-1 0 0,-2 2 325,-1 12 0,-2 2 0,-1-2-15,0 2 0,-1-3 0,-1 3 0,1-1 0,-2 3 0,0-5 47,-1-6 88,1 6-180,5-42 0,1-30 0,-1-15 0,1 14 0,-1-2-213,1-11 1,0-6 0,0-2 189,-1 4 1,-1-3-1,1 0 1,-1 2-8,1-5 0,0 2 0,0-2 7,0 2 1,0-3-1,0 2 1,-1 8-23,1 1 0,1 9 870,11 7-825,6 52 0,-5 2 0,2 8 0,1 0 0,-2-3 0,0-1 0,2 2-139,0 1 0,1 2 0,1-1 0,-1-4 169,-1-2 0,0-4 0,0-2-210,11 9 0,-1-6-809,7-9-2288,-6-39 2943,-18-8 0,-8-1 0,-3-2 0,-4-17 0</inkml:trace>
  <inkml:trace contextRef="#ctx0" brushRef="#br0" timeOffset="69384">29093 14412 9961,'-13'-23'810,"2"2"-720,3 22 0,3 17 0,2 5 0,5 10 0,1 6-1,1 6 1,0 4-30,0-7 0,-1 2 0,1 1-288,-1-2 1,0-1-1,-1 0-282,1-4 1,-1-1-1,0-3 510,0 0 0,1-4 0,3 15 0,0-21 0</inkml:trace>
  <inkml:trace contextRef="#ctx0" brushRef="#br0" timeOffset="69800">29291 14869 9691,'-7'-19'1530,"-1"-2"-1261,4 16 1,-8 11 0,3 15-270,-2 4 180,1 18-90,6-5-90,-1 1 45,5-13 0,3 0 135,12 16-180,-3-5 90,17-2 0,-4-35-90,1 0 0,-6-15 0,-2-8 0,-3-9 0,-5-6 60,-3-2 0,-2-4 0,-2 2-305,2-6 1,-6 0 274,-7 6 0,-5-2 0,-4 8 15,-8 6 0,-5 7-219,-1 0 0,-3 5-366,-7 11 1,1 8-181,-5 14 720,18 4 0,4 3 0,3 5 0,-5 11 0</inkml:trace>
  <inkml:trace contextRef="#ctx0" brushRef="#br0" timeOffset="72600">22605 14679 10141,'11'-2'0,"-1"0"0,-4 5 0,-1 0 90,4 7 0,0 8 0,1 6 0,-3-3-90,-1 3 90,1-9-90,1 0 0,8-7 180,26-32-120,-17 5 0,1-5 0,-1 1-721,8-6 0,0-2 690,-3 0 1,1-4 0,-3 1 0,-4 5 0,-2 0 0,-1 2-30,2-3 0,0 1-180,6-9 1,-3 6-3098,-5 16 3263,-6 7 0,1 12 1,-9 9-1</inkml:trace>
  <inkml:trace contextRef="#ctx0" brushRef="#br0" timeOffset="73334">22993 16880 10411,'-1'9'720,"1"6"-720,5 9 90,-2 0-90,1-5 90,2-8-90,32-24 0,-13-8 0,6-8 0,5-9-820,-11 9 1,2-5 0,-1 1 0,-1 1 780,-2 4 1,-2 2 0,2-4 38,2-1 0,2-4 0,1-2 0,0 0 0,-4 4-313,1-6 0,-2 2 0,0-1-497,-3 6 1,0 0 0,0-1-1,-1 2 650,1-4 0,-2 1 0,-1 2 1,0-4-1,-4 3 0,2-6 1</inkml:trace>
  <inkml:trace contextRef="#ctx0" brushRef="#br0" timeOffset="74168">27489 8825 10141,'7'-7'810,"0"1"-720,1 5 0,0 6 0,8 10 0,2 8-1,0 1-89,5 0 90,-2-16-180,-2-3 180,21-20 0,-10-2 0,3-4 30,-4 2 0,3-2 0,-1 0-90,2-3 0,1 0 0,-1 0-240,-1 0 0,-1 0 0,-3 3 75,-4 2 1,-3 2-676,13-4 810,-27 43 0,-3 9 0,-3-4 0,0 1 0</inkml:trace>
  <inkml:trace contextRef="#ctx0" brushRef="#br0" timeOffset="74784">28243 11789 9602,'-4'-28'719,"0"4"-89,1-3-450,2 12 89,-1 2-179,-7 27 0,-7 25-45,8-12 0,0 2-45,-1 8 0,3-1 90,5 12 0,21-16-90,10-34 0,8-14 0,-3-3 0,3-6 0,1-1-354,-5 2 0,0-1 1,1-2-1,-1 0-466,4-5 1,1-2 0,-2 1 0,-3 2 389,-5 5 0,-2 1 1,-2 1-1,11-10 0,-5 5 1,-12 9-1</inkml:trace>
  <inkml:trace contextRef="#ctx0" brushRef="#br0" timeOffset="100336">22284 10710 9242,'-5'-17'1979,"2"4"-810,8-7-629,10 6-1,24-9-404,-15 14 0,1 2-90,-1 0 0,0 1 45,7 0 0,-1 1 0,12 0-180,-1-1-809,2 2 899,-29 4 0,-4 5 0,-18 2 0</inkml:trace>
  <inkml:trace contextRef="#ctx0" brushRef="#br0" timeOffset="100601">22550 10634 10141,'-3'11'450,"1"9"-180,6 14-225,-2-9 0,2 1 0,-1 3 0,0 0-45,2 18-720,-2-3-2068,-3-15 2788,-1-3 0,-3-1 0,0-10 0</inkml:trace>
  <inkml:trace contextRef="#ctx0" brushRef="#br0" timeOffset="100834">22393 11074 9961,'9'4'630,"6"-1"-450,-4-3 270,23-4-181,9-2-179,0 0-630,-8-1 1,-2-1 539,4-6 0,-13 4 0,-1 0 0,3-9 0</inkml:trace>
  <inkml:trace contextRef="#ctx0" brushRef="#br0" timeOffset="101251">22837 10716 10231,'-2'-10'2159,"0"0"-1889,-4 14 0,-9 33-90,1 8-91,9-1 1,3 0-45,1-18 0,3-2-45,4 8 0,5-3 180,19 5-180,-8-12 90,22-1-90,-4-33 90,0-15-90,-5-3 0,-26 2 0,-7-3 45,-7 1 0,-3 1 0,3 1 0,-3 0 0,-9-10 0,-5 4-45,-14 3-495,12 15 1,0 4-2565,-13 9 631,13 11 2428,15 5 0,7 1 0,2 0 0</inkml:trace>
  <inkml:trace contextRef="#ctx0" brushRef="#br0" timeOffset="101717">23177 10672 11131,'-1'-8'809,"-2"-2"-629,-6 19 0,4 14-90,-3 4 0,8 21-45,8-16 0,2 1 0,1-4 0,1 1-45,0 2 0,2-1 45,2-10 0,1-4-45,8-7 0,2 0 90,11-18 269,-12-15-269,2 0 135,-13-9 0,-5-5-135,-7 6 0,-3-1 0,0-17 0,-2 0-45,-4 13 0,-2 3-135,-7-13-360,-2 24-719,5 21 449,-1 1 720,-1 13 0,6 1 0,-4 5 0</inkml:trace>
  <inkml:trace contextRef="#ctx0" brushRef="#br0" timeOffset="102267">23589 10438 10861,'-8'-17'1709,"2"3"-1529,9 9-90,3 6 180,20 21-270,-8-2 89,5 5 1,2 5 0,-4-1 0,0 1-45,2 2 0,-1 1 0,2 2 0,-4-2-45,-3-1 0,0-4 180,-9-16-180,-1-2 0,-8 7 0,-13 7 90,-3 3-90,-1 2 0,1 4 0,2-1 0,1 1-270,-2 6 0,2 1-225,2-6 1,4-1-2783,2 12 2882,6-24 0,4-9 0,1-9 0</inkml:trace>
  <inkml:trace contextRef="#ctx0" brushRef="#br0" timeOffset="102751">24114 10610 10951,'-6'-9'899,"-1"-1"-359,2 5-90,-8 5-270,3 5-90,-1 6 179,2 21-134,4-8 0,2 4-45,2 7 0,1 2-90,-2-6 0,2-1 45,4 0 0,2-2 45,12 6 0,-5-9-90,12 3 90,1-25-90,-7-1 0,17-20 45,-23-5 0,-3-4-1684,1-8 1,-3-1 1580,0 2 1,-5-1 57,-7-8 0,-5 2-76,-9-2 76,-1-2 0,-7 22-360,-1 26-1259,-5 12-1658,2 11 2904,14-1 0,10 1 1,6-10-1</inkml:trace>
  <inkml:trace contextRef="#ctx0" brushRef="#br0" timeOffset="103034">24317 10705 11400,'5'-12'2159,"0"0"-1979,-1 17-90,-2 1-360,2 5-269,-2 0-181,0-7-2338,1 1 1349,3-6 1709,-2-1 0,2-3 0,-3 1 0</inkml:trace>
  <inkml:trace contextRef="#ctx0" brushRef="#br0" timeOffset="103501">24501 10547 10231,'5'-7'1259,"1"-4"1,-1 4-451,0-2-449,-11 18-90,-6 12-270,-1 4 180,-2 20-90,13-14-45,5-6 0,1 1-45,4 3 90,13 5-90,5-8 0,-7-6 0,9 9 90,-13 3-90,-12-1 0,-8-6 0,-3-1 0,-10 1 0,-14 5-990,6-15 540,7-3-2698,-6-2 3148,14-12 0,0-4 0,1-4 0</inkml:trace>
  <inkml:trace contextRef="#ctx0" brushRef="#br0" timeOffset="103700">24474 10610 11041,'3'-22'1529,"8"2"-1169,6 5-270,1 4 0,13 0-2069,-4 3 360,0 1 1619,-1 0 0,-16 4 0,1-1 0</inkml:trace>
  <inkml:trace contextRef="#ctx0" brushRef="#br0" timeOffset="112367">22076 12725 9781,'-17'0'-359,"-8"-3"359,15 2 269,-17-3 181,1 1-270,5 0 90,-8-1 360,8 1-451,6 2 271,-10-1 90,14 1-90,-1 0-360,20-5 44,31-4 1,14-1-105,-10 2 0,3 0 0,5-1-566,-9 2 1,6-1 0,2 0 0,1 0 0,-2 0-1,-4 1 536,2 0 0,-4 1 0,0-1 0,2 1 0,2-1 0,3 0 0,0 0 0,0 0 0,-2 1-128,-7 1 0,0 0 1,-1 1-1,-2 0 0,0-1 128,2 1 0,-2-1 0,1 1 0,0-1-485,10 0 1,3-1 0,-2 0 0,-9 2 484,-5 0 0,-7 1 180,13-1 180,-21 3 1847,-5 0-2117,6 1 369,-15 2-2798,3 6 3842,-11-1-1503,-3 3 0,-8-3 0,-4 0 0</inkml:trace>
  <inkml:trace contextRef="#ctx0" brushRef="#br0" timeOffset="114451">20513 14744 10501,'-7'-11'-360,"-1"-1"450,2 2 180,1-1 450,-1-3-451,4 6-89,-3-3 270,4 5-360,9 13 0,3 8 0,5 5-90,10 16-180,2-6-360,-10-12 1,0 0-811,14 10 91,-12-13 1259,-10-10 0,0-8 0,0-2 0</inkml:trace>
  <inkml:trace contextRef="#ctx0" brushRef="#br0" timeOffset="114734">20800 14613 9242,'3'-14'0,"-2"-6"270,-2 4-180,0 1 359,-2-2 1,0 9-360,-5 8 0,0 13 0,-1 5-90,-5 24 90,2 0-90,-2 4-90,6-15 0,0 1-360,2-6 0,0 0 450,0 4 0,0-1 0,-3 16 0,5-13 0</inkml:trace>
  <inkml:trace contextRef="#ctx0" brushRef="#br0" timeOffset="114984">20712 14921 8792,'1'5'180,"0"6"-90,-1 29-90,2-3 0,7 12-810,-2-14 810,7-3 0,0-14 0,4-5 0</inkml:trace>
  <inkml:trace contextRef="#ctx0" brushRef="#br0" timeOffset="115734">21018 15033 8972,'-4'-8'1169,"3"-3"-629,14-1-450,-3 3 180,20-7-90,0 0-1,5-8-134,-15 7 0,-4-1 45,1-15 0,-14-6-90,-8 19 0,-19 9 0,-16 39 0,17-8 0,0 4 45,-5 15 0,2 3-45,10-8 0,5 2 0,7 5 0,5-2 0,5-2 0,8-15 0,6-6 45,8-14 0,3-7-45,10-4 0,3-5 0,-3-7 0,3-5 0,-3-3-194,-5 1 0,-3-2 0,-1-2 194,1-6 0,-2-2 0,-5 3 45,-5 2 0,-5 3 0,-5 2 0,-6 2 135,-11 0-90,-2 11 0,-5 8 0,8 22-90,13 21 90,15 4 156,-6-14 0,2-1-246,0-3 0,0-1 0,15 18 0,-16-9 0,-18 7-450,-15-5 450,-13 5 0,11-16 0,3-3 0</inkml:trace>
  <inkml:trace contextRef="#ctx0" brushRef="#br0" timeOffset="115917">22016 14846 11850,'-3'-18'2969,"0"1"-6246,1 8 2949,2 9 0,-8 7 1,0 9-1</inkml:trace>
  <inkml:trace contextRef="#ctx0" brushRef="#br0" timeOffset="116984">21857 17605 7623,'3'-9'809,"4"5"-809,3 11 90,8 11 0,-3 2-45,-1 1 0,1 1-45,6 10 45,-3-7 0,0 1-225,7 3-1259,4-9 1439,-14-17 0,2-11 0,-6-5 0</inkml:trace>
  <inkml:trace contextRef="#ctx0" brushRef="#br0" timeOffset="117467">22157 17583 7623,'-1'-16'989,"1"4"-359,-3-3-360,0 8-180,-6 13 89,3 9-89,-3 17-90,6-7 0,3 15-269,1-17-271,1 10 180,-2-14 90,1-7-359,-2-6 808,-3-3 91,-2-2-90,0 1-90,-2 7-90,5 0 90,-2 20 0,4 13-45,3-13 0,2 1-45,0 1 0,1-1-180,6 15-1439,6-10 1619,-8-23 0,8 6 0,-4-10 0</inkml:trace>
  <inkml:trace contextRef="#ctx0" brushRef="#br0" timeOffset="118201">22337 17960 8612,'-6'-7'1349,"2"-1"-899,12-6-180,8 1 0,22-12-90,1-2-90,-2-4-90,-14 7 90,-15-5-1,-14 7-89,1 0 0,-17 0 0,-9 21 0,8 9 0,-1 7 0,2 2 0,3 4 0,1 14 0,7 3 0,8-6 0,7 0 45,7 5 0,6-4-45,2-9 0,3-4 0,8-4 0,2-5 0,8-4 0,-7-14 0,-1-7 45,-9-4 0,-3-2-45,3 3 0,-1-4 0,1-16 0,-6-3-45,-9 9 0,-3 1 90,2-1 0,-1 0 0,-5-5 0,-4 4 45,-3 7-90,-2-6 90,-7 27-90,8 23 90,10 30-45,6-19 0,5 2-45,10 10 0,4 1 45,-2-7 0,-1-1-45,-4-3 0,-3-1 0,-2 6 45,-26-14 0,-7-2-45,-6-3 0,-2-2-45,3 1 0,-1 1-675,-9-1 1,2-3 719,6-4 0,0 0 0,15-8 0</inkml:trace>
  <inkml:trace contextRef="#ctx0" brushRef="#br0" timeOffset="118384">23116 17864 11221,'-18'-28'2788,"1"1"-3328,9 7 540,9 2 0,0-2 0,0 0 0</inkml:trace>
  <inkml:trace contextRef="#ctx0" brushRef="#br0" timeOffset="122384">27282 7966 7982,'-3'-17'1260,"-1"-1"-451,-1-6-89,0 5-91,1-1-539,5 27 90,0 18-180,3 8 45,-1 3 0,-1 2 0,0-7 0,-1-1-45,0 2 0,1 1 0,-1 5 0,0-3 90,1 7-90,0 0 90,-1-4 90,0-20-180,2-21 0,0-33 0,1-9 0,-3 7 0,0-3 0,-1-5 0,0 1 0,0 10 0,0 0-45,-2-9 0,3 8 45,7 20 0,17 42 0,-5 1-45,-1 2 0,3 4 45,6 4 0,1-1 0,-2-3 0,1 0-1093,-3-4 1,1 0 0,-2-4 1079,-5-6 1,-2-3-258,13 8-1259,-17-21 90,-3-2 1439,-2-9 0,-9-8 0,-2-5 0</inkml:trace>
  <inkml:trace contextRef="#ctx0" brushRef="#br0" timeOffset="122684">27604 7833 9602,'-4'-11'1079,"1"2"-809,6 45-180,-1-12 0,1 2-45,2 6 0,-1 4 14,1 0 1,0 3 0,0-2-15,1 1 0,0 0-15,0-1 0,0 2 0,-1-3-30,0-5 0,0-4-359,5 22-2160,-1-29 1350,-1-6 1169,3-3 0,0-13 0,1-1 0</inkml:trace>
  <inkml:trace contextRef="#ctx0" brushRef="#br0" timeOffset="123101">28006 8096 9691,'-4'0'2069,"3"1"-1619,-18 23 0,0 16-360,10-15 0,1 2 45,3 8 0,5 1-46,7-7 1,5-1-90,2-3 0,4-4 90,7-8 0,1-5-90,7-5 0,10-18 45,-23-8 0,-3-4-45,6-6 0,-7-7 0,-7-4 0,-16 10 0,-5 2 0,7 4 0,-2 1 0,-9-4 0,-4 7 0,-20 15-180,12 3-449,-18 15-2648,26 17 2792,5-6 0,10 13 0,12-15 0</inkml:trace>
  <inkml:trace contextRef="#ctx0" brushRef="#br0" timeOffset="123284">28779 8184 11580,'10'-16'1260,"-2"4"-1260,-4 5 0,-1 4 0</inkml:trace>
  <inkml:trace contextRef="#ctx0" brushRef="#br0" timeOffset="125434">28170 10659 7533,'6'-8'719,"-2"2"-269,1-2 90,-2 3-1,3-5-269,-2 4-270,2 8 180,0 15-180,-1 0 90,2 18-45,-4-8 0,-1 0 0,1-2 0,-1 1-45,1 2 0,-1 1 90,2 16-90,0-18 0,0 0 0,0-2 90,-1-13 0,0 2-90,-1-27 0,0-13 0,1-10 0,1-6 0,-1 5 0,1-2 30,0 4 0,0-2 0,-1 3 15,1 0 0,-1 2 0,0-1 0,0 4 45,-1 6-90,11 12 90,3 22-90,0 5 0,1 5 45,4 9 0,0 2-45,0 0 0,0-1 0,-4-3 0,-1-2 44,0-4 1,-2-2-45,1 1 90,1 1-3328,-3-7 3238,-14-24 0,-1 1 0,-7-16 0</inkml:trace>
  <inkml:trace contextRef="#ctx0" brushRef="#br0" timeOffset="125701">28480 10514 8792,'1'-20'899,"-1"5"-629,0 6 180,0 3-360,6 7 180,4 13-90,2 9 0,1 6-90,-1 8 0,0 2-1729,0 5 1,0 0 1670,-4-8 0,-2-2 13,-1-1 0,-2-2-854,2 8 630,0 1-1081,2-5 1260,2-19 0,5 1 0,6-9 0</inkml:trace>
  <inkml:trace contextRef="#ctx0" brushRef="#br0" timeOffset="126134">28853 10713 9602,'1'-10'1978,"0"1"-1708,-6 16 0,-1 17-135,1 0 0,1 1-45,1 3 0,3 2 0,4 4 0,1-1-90,5 5 0,11 1 180,13-24-180,-5-7 45,1-15 0,-1-6-45,-6-6 0,-4-3 0,-4-4 45,-12 0 0,-4 0 44,3-11-89,-5 8 0,-6 2 90,-22-5-90,9 10 0,-18 3-719,-5 32-1260,6 10 1979,13-5 0,1 3 0,-2 15 0,8-2 0</inkml:trace>
  <inkml:trace contextRef="#ctx0" brushRef="#br0" timeOffset="126567">28292 11465 10141,'-16'4'1259,"1"0"-449,1 0 629,4-1-899,55-13-405,-9 2 0,8-1-90,-2 0 0,7-2 0,1 0 0,-3 1-450,-2 1 1,-2-1 0,3 1 426,1-1 1,2-1 0,2 1-1,-3-1 0,-5 0 1,0 1 0,-2-1-1,-2 1 8,0 0 0,-1 1 0,1-1-30,-1 0 0,4-1 0,-2 0 0,-5 1 45,6-3 0,-6 1-315,-7 2 1,-2 0-1261,1 0 1,-6 1-180,-18 1 1709,-11 7 0,-11 1 0,-2 1 0</inkml:trace>
  <inkml:trace contextRef="#ctx0" brushRef="#br0" timeOffset="129584">23336 16490 10411,'-6'-12'989,"0"2"-269,1 2 270,0 0-451,1 0 361,1 0-541,5 2 181,16 3-450,-3 1 180,32 6-180,-13 1 0,2 0-225,9 1 0,2 1-958,-7-2 1,2 0 0,-3 0 491,-1 0 0,-1-1 16,3-1 0,-2-2 415,-12-2 0,-1-1 0,18-1 0,5-2 1</inkml:trace>
  <inkml:trace contextRef="#ctx0" brushRef="#br0" timeOffset="130784">27367 13618 12300,'8'-7'1799,"5"2"-1439,-2 7 179,17 11-359,-6 2 0,2 3-90,5 6 0,2 2-1183,-4-3 1,3 1 0,-3-1 605,0 2 0,0-1 127,11 8 0,-2-4-939,2-4 1299,-11-9 0,0-3 0,7-5 0,-4-9 0</inkml:trace>
  <inkml:trace contextRef="#ctx0" brushRef="#br0" timeOffset="131400">26954 10971 10321,'18'6'720,"4"10"-450,-2 0 134,-2 6 1,2 5 90,3 10 0,2 5-567,-2-3 0,3 4 0,-1 0 162,-4-9 0,0 1 0,0-1 0,-1-1-30,1 3 0,0-1 0,1-1-120,3 2 0,1-2 0,-1-3-660,1-2 1,-1-3 89,2 4 1,-1-1 629,-3-6 0,-3-5 0,-6-5 0,2-1 0</inkml:trace>
  <inkml:trace contextRef="#ctx0" brushRef="#br0" timeOffset="132184">27564 8701 10051,'17'14'720,"-5"-4"-540,14 19 0,-9-4 0,1 2-91,6 9 1,1 2-467,-2-3 1,1 1 286,-2-4 0,1 2 0,0-1-1003,-1-4 1,-1-1 0,0 0 1008,7 9 1,0 0-1,2 1 1,-3-5 0,-4-7-1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31:07.36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7389 13680 5914,'-9'1'90,"-4"1"359,-2 1 541,-3-1-451,3 1 901,-1-2-1,8 0-1259,7 5-90,4-1 90,10 11-180,-4-8 89,6 11 1,-4 0-90,3 3 0,-4-3 90,-1-3 0,-3-9 0,8-9 90,17-36-120,-12 10 0,2-5 0,1-2-529,-3 3 1,1 0 0,0-2 0,-1 2 468,4-8 0,0 1 0,1-1 22,-4 5 1,2-1-1,-1 1 1,0 4-503,7-10 1,-1 3 389,1-3 0,0 1-450,0 6 1,-2 5 539,4 4 0,1-1 0,-7 12 0</inkml:trace>
  <inkml:trace contextRef="#ctx0" brushRef="#br0" timeOffset="9217">11996 17422 9422,'-12'-8'-180,"1"-3"360,4-4 179,8-1-269,3 2 270,9-2 90,7 3 0,23-5-316,-11 9 1,5 1 15,7 0 0,7 1 0,2 0-643,-8 2 1,1-1 0,3 1 0,5-1 548,-14 2 0,3 1 1,3-1-1,1 0 0,1 0 1,1 1-1,0 0 0,0 0-304,-1 1 0,1 1 0,0-1 0,0 1 0,2 0 1,-1 1-1,1-1 0,0 1 0,1 0 264,-7-1 0,0 1 1,1 0-1,-1-1 1,2 1-1,-1 0 0,0 0 1,1 1-1,0-1 1,0 1-1,1 0-1,-2 1 0,1 0 0,2 0 0,-1 0 0,1 1 0,0 0 0,-1 0 0,0-1 0,-1 1 0,-2 0 0,-2 0 0,-2-1-250,9 2 0,-3-1 1,-2 0-1,-1 0 0,-1 0 1,1 0-1,1 0 247,3 1 1,2 0 0,1 0 0,-1 0 0,-2 0 0,-2 0 0,-3-1-280,6 1 0,-4-1 0,-3 0 0,-1 0 267,2 0 0,-3 0 0,0 0 241,5 1 0,0-1 0,-7-1 29,7 1 89,-17-2-371,-8-2-2956,-13 9 3535,-8-6 0,10 10 0,-5-8 0</inkml:trace>
  <inkml:trace contextRef="#ctx0" brushRef="#br0" timeOffset="15084">18622 17302 10771,'-9'-7'90,"2"2"270,0-1 179,1 0-269,21-10 0,25 2-158,-11 6 1,8 0-1,4-1 1,1 1-604,-3 2 1,1 0-1,3 0 1,1 0 0,1 0-1,0 0 516,-1 0 1,1 1 0,1-1 0,1 1 0,-1 0 0,0 0-1,-1-1-325,2 1 0,-1 0 0,-1 0 1,0 0-1,1 0 0,2 1 325,-4 0 1,3 1 0,-1 0 0,1 0 0,0 0-1,-2 1 1,-1 0 10,7-1 0,-1 1 0,-1 1 0,-1-1 0,1 0-36,-2 1 0,-1-1 0,0 0 0,1 1 0,2-1 25,-7 1 1,2-1 0,1 1 0,0-1-1,-1 1 1,0-1 0,-3 1-143,4-1 1,-2 0-1,-1 1 1,1-1-1,1 0 207,-2 0 0,2 0 0,0-1 0,1 1 0,-2-1 0,-2 1 33,11-1 1,-3 0-1,-2 0 1,-3 1 175,-2-1 1,-3 0 0,-6 0-30,4 0 2146,-10 0-1966,-17 1 2081,2-1-2621,-2 1 591,0-1-2480,-5 2-258,-1-3 2237,-9-3 0,1 2 0,-5-1 0</inkml:trace>
  <inkml:trace contextRef="#ctx0" brushRef="#br0" timeOffset="17418">26047 13730 9961,'10'-1'1439,"-1"-1"-1259,-5 5 0,-1 1-180,-2 4 90,-1-1 90,0 15-90,-1 0 0,0 19-90,2-8 0,0-6 90,4-5 180,7-13-180,-1 0 180,26-16-46,-8-8 1,4-5-105,-1-2 0,3-3 0,0-1-1161,4-3 1,1-3-1,-2 1 1041,-6 4 0,-2 0 0,1 0 60,2-2 0,1-1 0,-4 3-410,-3 4 1,-1 1 349,2-1 0,-2 1-180,13-6-180,-20 18 1,-1 3-811,1 4 1170,-1 12 0,0 4 0,2 7 0</inkml:trace>
  <inkml:trace contextRef="#ctx0" brushRef="#br0" timeOffset="18868">24835 17249 10591,'-13'-2'-810,"-11"-3"810,12 3 270,-16-3 270,11 3-90,-4 0-91,6 0 1,4 2 0,37-3-210,8-2 0,13-1 0,3 0-78,-8 1 0,3 0 0,3-1 0,-1 1 0,0 0-728,-1-1 1,-1 1-1,0-1 1,3 1 0,4-1 679,-13 1 0,3 1 1,2-1-1,1 0 1,2 0-1,0 0 1,0 0-1,0 0 1,-1 1-1,-2-1-246,2 1 0,0 0 0,-1 0 0,0 0 0,-1 0 0,1 0 0,0 1 0,0-1 0,1 0 232,1-1 0,0 1 0,-1-1 0,1 1 0,0-1 0,1 0 0,1 1 0,1-1 0,1 1-113,-6 0 0,1 0 0,2 0 0,2 1 0,0-1 1,0 0-1,0 0 0,0 1 0,-1-1 0,-2 1 0,-1 0 1,-3-1-1,-2 2 128,7-2 1,-4 1 0,-3 0-1,-1 1 1,1-1 0,2 0 0,4 0-96,-6 0 0,4-1 1,2 1-1,2-1 1,1 0-1,0 1 1,0-1-1,-1 0 1,-2 1-1,-3-1 1,-3 2-1,-4-1 70,19-1 0,-9 1 0,-2 1 0,3-2 231,1 1 0,3-2 0,-1 1 0,-5 0 0,-9 1 129,-6 0 0,-7 2-90,15-2 1633,-1 0-1184,-20 0 1814,0 2-2443,-1-1 3186,-2 1-3123,-7 1-1521,2 0-1909,-5-2 2457,-13 5 1,4-3 0,-13 3 0</inkml:trace>
  <inkml:trace contextRef="#ctx0" brushRef="#br0" timeOffset="33600">26886 17773 8252,'-2'-12'1619,"1"2"-989,0 1-360,1 2 359,-1 0 271,-1-3-1,0 0 91,-5-7-810,2 6 180,-6-2 269,-9 7-539,5 2 90,-16 2-45,5 10 0,-1 5-45,2 4 0,0 5-60,0 3 0,0 4 0,4-1-30,1 0 0,5 1-90,2 14 0,6-1-180,15 5 90,1-18 0,2-1 90,8 9-270,19-8 91,6-32 179,-4 1 45,-7-14 0,0-10-15,-12-2 0,-3-5 0,0-2-176,3-4 0,-1-3 0,-1-3 218,-6 6 0,0-3 0,-2-3 0,0 1 0,-2 1-183,0-7 1,-2 1 0,-1 0 0,-1 2 177,0 3 1,-1 1-1,0 1 1,-2 2 52,0-4 0,-1 3 0,-2 11 60,-3 12-1,-1 46 1,0 23-45,2-13 0,1 5 0,0 3 0,0 1-255,0-1 1,1 3-1,1 1 1,-1 0 0,1-1 227,1-2 0,0 1 0,0-1 0,1 0 0,1-1-18,2 6 0,1-1 0,1-2 0,0-5 12,0-5 1,1-3-1,1-4-1406,4 8 0,2-10 1394,5-20 0,-5-17 0,-3-19 0</inkml:trace>
  <inkml:trace contextRef="#ctx0" brushRef="#br0" timeOffset="33800">27465 17920 12480,'4'-9'2608,"-1"1"-2158,0 12-810,1 5-1798,-2 6 808,0-1 1350,-10 2 0,-6-8 0,-8 5 0</inkml:trace>
  <inkml:trace contextRef="#ctx0" brushRef="#br0" timeOffset="35200">26484 18528 10501,'-14'0'810,"1"0"269,0 0-719,3 0 269,0 0 631,2 0-811,27 1-269,10-1-30,7-1 0,10-1 0,1-1-384,-10 1 0,0-1 1,3 0-1,2 0 279,2-1 0,4 1 0,3-1 0,-1-1 0,-1 1 0,-4 1-477,3-1 1,-5 0-1,0 1 1,4-1 446,-5 1 0,4-1 0,2 0 0,-1 0 0,-3 0 0,-5 1 15,6-1 0,-5 1 0,2 0-60,-2-1 0,2 1 1,-1-1-1,-4 0 30,13 0 0,-6-2 135,-12 1 0,-5 0 45,-8 0 878,-9-2-968,-8 1 1792,-1 1-1792,-1-1 199,1-7-289,0-9 0,-1-8 0,-2-3 0,2 8 0,0-1-485,-1-17 0,1-7 0,0 0 425,2 5 0,1 0 0,1-4 42,-1 8 0,1-4 0,0-1 0,0 1 1,0 2-6,0 3 1,0 3-1,0 0 1,1-4-8,0 1 0,2-3 0,-1-2 0,1 1 0,0 1 0,-1 3 7,0-2 1,-1 4-1,1 0 1,0-3 22,0-5 0,0-4 0,1-1 0,-1 2 0,-1 5-30,1 0 0,-1 5 0,0 1 30,-2-13 0,0 7-454,-2 11 454,0 10 0,-1-4 0,-5 16 0,-5 4 90,-20 10-90,9 4 1296,-20 7-1296,10-5 0,0-1 89,-15 3-89,17-6 0,-5 2 0,-1-1-30,-10-1 0,-4-1 1,-2 0-315,13 0 0,-1 0 1,-1 0-1,-2 0 0,-2 1 331,2-1 0,-3 1 0,-1 0 0,-2 0 1,2 0-1,1 0 0,3-1-446,-2 1 1,3 0 0,1 0 0,1 0 0,-3 0 458,-5 1 0,-3 0 0,1 1 0,1-1 0,3 1 0,3-1 0,3 0 0,1 0 0,2 0 0,-2 0 0,3-1 0,-2 1-90,-12 2 0,-3 1 0,10-2-1082,-6 1 1082,4 0-90,16-3-179,14-1 1665,3-1-1395,-1 1 2561,6-1-2562,-1 0 1296,1 1-1206,1-2-90,0-1 90,1 3 0,1 5 0,1 26 45,4 0 0,0 8 22,1-7 0,0 4 1,1 4-1,-1 1-372,1-6 0,0 2 0,0 1 1,0 1-1,1 1 0,-1 1 356,1-1 1,-1 1-1,1 2 1,-1 0-1,1 0 1,-1 0-1,1-1 0,-1-2 0,0-1 1,0 0-1,0 0 1,0 0-1,0 0 1,0 1-1,0 1 0,0 1 1,1 0-1,-1-1 1,0 0-1,0-1 1,0-2-207,-1 3 1,1-3 0,-1 0 0,0-1-1,0 1 191,1 2 0,1 0 0,-1 0 0,0-2 0,0-4-36,0 1 0,-1-4 0,0-1 0,2 13 0,-1-9 0,-2-18 0,0 3 0</inkml:trace>
  <inkml:trace contextRef="#ctx0" brushRef="#br0" timeOffset="35267">26294 19035 11940,'-3'-46'0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31:49.05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2992 11878 9242,'-1'-11'1619,"1"0"-990,-2 5-539,3 0 90,17 1-90,24-2 0,-6 1 0,7 0 0,3 0-559,-1 0 0,2-1 0,2-1 0,3 1 484,-10 1 0,2 0 0,1 0 0,1 0 0,-1 0 0,1 0 0,-1 0 0,-1 0 0,1 0 0,0 0 0,0 0 0,1 1 0,1-1 0,2 1 0,0 0 0,0 0 0,-2 0 0,-3 0-15,7 0 0,-3 0 0,-2 0 0,1 1-54,-2 0 1,0 0 0,-1 1-1,-6 0 54,6-1 0,-7 2 135,-6 0 0,-4 0 45,-1 0-360,0 0-449,-15 2 1107,5-1 1,-6 1 0,5-1 0</inkml:trace>
  <inkml:trace contextRef="#ctx0" brushRef="#br0" timeOffset="950">5197 10752 9871,'-16'9'-809,"2"-1"899,2 0 0,6-1 180,2 0 269,20 5 1,18-3-360,-2-6 0,7-1 0,2-1-594,-5-1 0,1-1 0,2 0 0,4-1 503,-2-1 1,5 0 0,2-1 0,2 0 0,-1 0 0,-1 0 0,-4 1-504,2-1 0,-4 0 0,-1 1 0,2-1 0,4-1 436,-6 2 0,2-2 1,2 1-1,2-1 1,0 1-1,1-1 1,0 0-1,0 1-209,-2 0 1,0-1-1,1 1 1,1-1-1,-1 1 1,0-1-1,0 1 1,-2 0-1,-1 0 199,3-1 1,-3 1 0,-1 0 0,0 0 0,1 0 0,3-1 0,3 0 2,-7 1 0,2 0 0,3-1 0,1 1 0,2-1 0,0 0 0,1 0 0,0 0 0,-1 0 0,-1 0 0,-1 0 0,-3 0-128,2 1 1,-2-1 0,-1 0-1,0 1 1,-1-1 0,0 1 0,0-1-1,0 1 1,1-1 0,1 0 128,-1 1 0,1-1 1,-1 0-1,1 0 0,0 0 1,1 0-1,-1 1 1,1-1-1,0 0 0,0 0 1,0 0-45,1-1 1,3 1-1,-1-1 1,2 1 0,-1-1-1,0 1 1,-1-1 0,-1 1-1,-2 0 1,-3 0-1,-2 0 28,10-1 0,-5 1 0,-2 0 0,-1 0 0,-1 0 0,2 0 104,0 0 1,2-1 0,0 0 0,-2 1 0,-3 0 0,-4 0-15,3-1 0,-5 1 0,-2 0 0,9-1 0,-3 1 45,1-1 0,-5 1 1870,-4 1-1735,-7 2 2058,4-1-2238,-14 1 2718,-2 0-4247,-3 0-1838,-2 0 2737,-11 6 0,-5 0 0,-9 5 0</inkml:trace>
  <inkml:trace contextRef="#ctx0" brushRef="#br0" timeOffset="2216">5354 12623 9871,'-20'-7'-449,"-1"-2"539,5 2 89,3 1 91,-2-3 360,4 2-90,-5-3-181,5 3-269,10-1 0,22 2 0,2 1 0,6 2 30,8 0 0,6 1 0,-1 0-701,4-1 1,3 1 634,-12 1 0,5 0 0,3 0 0,0 0 0,0 0-596,2 1 1,0-1-1,1 0 1,-1 0-1,0 1 560,-2-1 0,-2 1 0,1 0 0,2-1 0,3 1-8,-8 0 0,3-1 0,2 1 0,1 0 0,1 0 0,1 0 0,-1 0 0,0 0 0,-1 0 12,2 0 1,1 0-1,0 0 1,-1 0-1,0 0 1,1 0-1,-1 0 1,-1 0-272,-1 0 0,-1 1 0,-1-1 0,0 0 0,1 0 0,1 0 1,1 0-1,4 0 262,-10 0 1,3 0 0,2 0 0,1-1 0,2 1 0,0 0-1,0 0 1,0 0 0,-1 0 0,-1-1 0,-1 1 0,-2 0 0,-2 0-3,8-1 0,-3 1 0,-2 0 1,-1-1-1,0 1 0,1 0 0,1-1 1,4 1-5,-6 0 1,3-1-1,2 1 1,1 0-1,1 0 1,1-1-1,-1 1 1,-1 0-1,-1 0 1,-1-1-1,-4 1 1,-2 0-137,6-1 0,-3 1 1,-2 0-1,-2-1 1,-1 1-1,0 0 1,2-1 143,6 1 0,2 0 0,-1 0 0,-1-1 0,-4 1 0,-5 0 104,3-1 1,-5 0 0,-2 1-30,9-1 0,-3 0 352,4 0 0,-7 1 188,-11 0-360,-2 0 1940,0-1-2120,-15 0-3367,4-1 2618,-15 3 0,-9 0 0,-11 3 0</inkml:trace>
  <inkml:trace contextRef="#ctx0" brushRef="#br0" timeOffset="9017">11651 6118 6903,'7'-9'1169,"-1"-2"-269,-4 2-540,-1 0-270,-13 10 0,-11 15-45,6 5 0,0 5-1,0 8 1,2 2-45,4-6 0,3 0 45,2 9 0,4 1 0,7-12 0,2-2-45,3 22 45,2-18 0,4-3-45,15 1 0,-5-1 0,13-10 90,-16-20-90,1 0 0,-1-14 0,-12-3 90,-1 2-180,-5-13 90,-6 16 0,-5-16-90,2 16 90,-1-3 0,5 10 90,11 1-180,13-2 90,12-1 0,2 1 0,-9 3 0,-3 5 0,-15 9-90,1 0 90,-9 20 0,-7 11 45,2-12 0,0 2-45,1-1 0,1 1 45,4-2 0,3-3-315,11 5-1978,12-13 2248,-9-15 0,4-14 0,-11-2 0</inkml:trace>
  <inkml:trace contextRef="#ctx0" brushRef="#br0" timeOffset="9316">12164 6010 8612,'-12'-7'360,"0"-1"-270,2 2 0,9-2 0,25-2-45,5 2 0,4 1-45,-6 1 0,1 0-135,18-3 0,-2 1 135,-6 4 0,-1-2 0,-27 5 0</inkml:trace>
  <inkml:trace contextRef="#ctx0" brushRef="#br0" timeOffset="9583">12323 5948 7982,'-9'4'180,"3"-1"0,5 8-90,1-2 270,3 27-180,3 3-90,1-1 0,2 2-45,2-4 0,0-3-45,-1-2 0,1-2 0,2 1 0,1-2-630,10 7-269,-2 0 899,4-4 0,-11-17 0,4 3 0</inkml:trace>
  <inkml:trace contextRef="#ctx0" brushRef="#br0" timeOffset="9783">12852 6222 8972,'6'-9'-1439,"2"4"1439,-3 5 0,3 4 0,-3-1 0</inkml:trace>
  <inkml:trace contextRef="#ctx0" brushRef="#br0" timeOffset="12781">13919 9945 10591,'2'-23'1799,"6"-6"-1529,0 10 180,8-10-271,-7 16 1,7 4-180,-6 16 90,8 36 0,-9-13-90,-2-2 0,1 4 0,0 3 0,1-2-135,-3-6 0,1 0 0,2 5 1,0-2-856,0 2 990,-6-21 0,0 2 0,-3-9 0</inkml:trace>
  <inkml:trace contextRef="#ctx0" brushRef="#br0" timeOffset="13132">14015 9798 10681,'-4'-11'180,"1"0"0,4-8-90,9 4-90,1 1 90,22 0 0,-7 8-90,6 4 0,1 1 89,8 9-89,-16 1 0,-2 3 0,-8 5 0,-18 10 0,-14-9 0,-4-1 0,-6 8-315,2-4 1,1-1-136,7-8 450,0 3 0,14-12 0,0 0 0</inkml:trace>
  <inkml:trace contextRef="#ctx0" brushRef="#br0" timeOffset="13683">14419 9892 9871,'7'3'1170,"0"0"-990,3-4-1,3-3-89,0-1 90,7-8-90,1-10 0,0-10-45,-8 7 0,-3-1-45,-4 0 0,-2 0 0,-2-1 0,0 2 0,-5-13-90,-3 16 90,4 24 0,0-1 0,9 13 0,11-3 0,3 0 0,2 1 0,3 2-90,-9 0 90,-1-1 0,-2 9 0,-6 5 0,5 10-360,6 5-2068,3-10 2428,3-9 0,-2-12 0,-2-5 0</inkml:trace>
  <inkml:trace contextRef="#ctx0" brushRef="#br0" timeOffset="14100">14984 9799 10951,'6'3'1079,"-2"0"-899,10-12 0,3-1 0,8-11-180,-7 5 90,2-14-90,-17 9 0,-4-3 90,-3 6-180,-11 11 90,-6 18 0,1 0 0,2 8 0,2 5 0,-1 20 0,0 1 45,15-9 0,7-1-45,18 7 0,-13-17 0,2-1-45,10-3 0,5-7-1440,0-9 1,2-5 1484,3 1 0,0-3 0,2-4 0,-2-2 0,-8-3 0,-1 0 0</inkml:trace>
  <inkml:trace contextRef="#ctx0" brushRef="#br0" timeOffset="14634">15497 9760 11400,'-10'-2'1260,"1"0"-900,3 0-91,-2 2 1,-5 9-90,0 10-90,-5 23-45,14-17 0,1 1 0,1 0 0,3 0-45,15 17 0,-3-23 0,11-10 0,-3-20 0,2-8 0,2-5 0,0-5 0,-3 2 0,3-4 0,0-2 0,-2-1-820,-3 0 1,-2-2 0,-1 0 0,0 1 780,6-7 1,-2 0 0,-1-2 38,-5 4 0,-1-3 0,-1 2 0,-3 5 0,-1 3 0,0 1-30,1-9 0,2-3 0,-7 23-60,-13 57 90,1-8 0,0 3-98,-1 0 1,0 2-1,0 3 120,1 0 1,-1 2-1,0 1 1,3-4-23,1 11 0,2-1-60,1-3 0,1 3 0,4-4-1579,13 6 1,3-6 1149,-7-15 1,3-5 0,8-4 0,2-6 0,2-8 0</inkml:trace>
  <inkml:trace contextRef="#ctx0" brushRef="#br0" timeOffset="14816">16456 9626 13110,'-3'-1'-1093,"-9"-3"1,-17 0 0</inkml:trace>
  <inkml:trace contextRef="#ctx0" brushRef="#br0" timeOffset="15800">11351 8653 10951,'-10'-3'-630,"-7"-3"720,9 3 0,-8-3 90,10 3 180,-3-2-1,17-3 1,14 1-270,5-2 90,7 4 0,6 1-45,7 1 0,2 1-787,-2-1 1,4 0 696,-10 1 0,4 1 0,2 0 0,0 0 8,-7 1 1,1-1 0,-1 1 0,1 0 0,-2 0-387,4-1 0,-1 1 0,0-1 1,3 1 350,3 0 0,4 0 0,0 0 0,-1 1 0,-6-1 12,2 0 0,-5 0 0,0 1-30,2-1 0,0 1 0,0 0 30,0-1 0,-1 1 0,-6-1 60,10 2 44,-8-2 1,-3 1 45,-5-1-90,0 1 1259,-13-1-1349,-8 0 1736,0 1-1736,-4-1-630,1 0-2647,-1 2 2567,-7 2 0,-1-2 0,-7 2 1</inkml:trace>
  <inkml:trace contextRef="#ctx0" brushRef="#br0" timeOffset="19399">11072 7164 9152,'-7'-10'-1349,"2"1"1169,1 1 270,2 1 179,0 0-179,8 12 90,-1 1-90,8 14 180,4 22-135,-7-14 0,2 4 45,0 3 0,1 3 0,-1 1-352,1-1 1,-1 1 0,0 2 328,-1 2 1,1 4-1,-1-1 1,-2-4-128,0-4 0,-1-4 0,0 3 60,0 5 0,-1 3 0,-1 2 0,-1-1 22,-2-6 0,-1-1 1,-2 1-1,2 0-45,-1 4 1,1 1 0,0 1-1,0 0-634,-1-3 1,-1 2-1,1 0 1,-1-2-1,1-5 597,-1 2 0,0-4 0,0 1 0,2 3 0,0 1 0,1-4-385,0 1 0,1-4 400,-1-7 0,0 0-45,2 11 0,1-1 90,1 7 209,-3-19 1,0 1-300,-1 1 0,0-2 0,0 2 3049,-2 1-3049,-1-9 1308,0-6-1308,0 6 0,0-6 90,1 2-90,-1 5 0,0-3 0,-1 2 0,0-4 0,0-1 0,-1-1 0,1-3 0,-1 0 0,2-4 90,-1 0-90,0-1 0,-1 0 0,-3-2 0,0 0 0,-1-3 0,0 2 0,15-2 0,13-1 0,7 0 0,10-1 0,4-1 0,-4 1 0,3-1-211,-7 1 0,4 0 1,2 0-1,-2 0 241,8 1 0,0 1 0,-1-1-30,-6 1 0,0-1 0,0 0 0,6 2 0,0 1 0,-1 0 0,-9-1 0,-2 0 0,1 1 0,-1-1 0,1 0 0,2 1 22,-1 0 1,4 0 0,-1 0-1,-3 0-129,6 1 1,0-1 106,2 1 0,4 0 0,-4-1 0,-1 1 0,-4 0 0,-8-1 0,-2 0 45,-2-1 0,-1 0-135,14 0 135,-13-1 0,-1 1-45,20-1 823,-7 1-823,-15-1 0,-7 1 233,0-1-233,-5 0 0,9 0 0,-1 0 0,3 1 0,-2 0 0,-7 0 0,3 0 0,-4-1 0,-1 1 0,3 0 0,-4-1 0,1 1 0,2-1 0,-5 1 0,0-1 90,-2 0 0,-1 0-90,1 0 89,-2-2-89,0-1 90,-4-1-90,0-3 90,-4-5 180,-3-8-180,-5-10 0,2 4-45,0 1 0,0-5-45,0-9 0,0-3 30,2 8 0,0-2 0,0-2-270,2 0 0,-1-3 1,1-1-1,1 0 240,1 0 0,0 0 0,2-1 0,-1 0 0,-1 0 0,1-1 0,1 0 0,-1 3 0,1-3 0,0 2 0,0-2 0,-1 6 0,0-3 0,0 2 0,-1 4 0,0-4 0,-1 0-189,0-1 0,-1-6 0,0-1 0,1 4 189,0 7 0,0 3 0,0-3-75,0-2 1,0-3 0,0 1 0,1 2 29,-1-12 0,1 3 45,1 6 0,0 2 0,1 2 0,0 3 860,-1-1-860,1 1 0,0-1-90,-1 2 800,0-5-710,-1 9 0,1 10 0,-1-4 352,1 6-352,1 2 0,1 5 0,-1-7 0,1 10 0,0-2 0,-1 3-90,-1 0 90,-1 1 0,0 1-90,-1 0 90,-1 1 0,0 1 0,-1 1 0,-5-1 0,2 1 0,-10-1-90,1-1 90,-9 0 0,-18-2 0,6 3 0,-5 0 0,-1-1 0,-4 1 0,-1 0-352,9 0 0,-1 0 1,-2 1-1,0-1 352,-1 1 0,-1-1 0,-1 1 0,1-1 0,1 0 0,0 1 0,2-1 0,0 0 0,-1 0-84,-5 0 1,-1 1-1,1-1 1,3 1 83,0-1 0,2 1 0,0 0 0,6 1 0,-1-1 0,-1 1 0,3 1-30,-5 0 0,2 1 0,-2 0 30,-6 0 0,-1 2 0,2-1 0,8 1 0,1-1 0,0 1 0,2 0 0,-1 0 0,3 0 0,-5 0 0,3 0 0,6-1 0,3 0 0,-1 0 0,3 0 1268,14-2-1268,-2 0 383,4 0-383,-2 0 0,0 1-90,1-1-89,2 1-1710,2-1 1889,8 10 0,-1-6 0,7 7 0</inkml:trace>
  <inkml:trace contextRef="#ctx0" brushRef="#br0" timeOffset="27199">17736 9710 6363,'-5'-10'630,"0"-2"-450,1 6 270,-2-4-270,3 5-91,6-2 1,11 2-90,0 1 90,13-1-45,2 2 0,2-1-45,-7 1 0,3 0-341,7-1 0,5 0 1,6 0 355,-7-1 0,4 1 0,3-1 0,2 0 0,0 0 0,-1 0-449,-2 1 0,-1 0 1,1 0-1,0 1 0,3-1 1,2 0 433,-6 0 0,3 0 0,2 0 0,1 0 0,2-1 0,-1 1 0,-1 0 0,-1 0 0,-2 0 0,-4 1 0,6-1 0,-4 1 0,-2 0 0,-1 1 0,2-1 0,1 0 0,1 1 0,2-1 0,1 0 0,0 0 0,-1 1 0,0-1 0,-1 1-214,2-1 0,-1 1 0,-1 0 0,0 0 0,-1-1 0,-1 1 214,3 0 0,-2 0 0,-1 0 0,0-1 0,2 1 56,-3 0 1,2 0 0,1 0 0,-2-1-1,-3 1 1,-5 0 258,17-1 0,-9 0-135,5 0 819,-22 1-729,-16 0 1984,3 1-1985,-3-1 1666,-3 0-1755,4-1 2,-5 2 1,-8 3-1,-6 3 1</inkml:trace>
  <inkml:trace contextRef="#ctx0" brushRef="#br0" timeOffset="31200">25832 15363 9602,'-11'-2'1619,"8"-3"-1440,24-2-89,1 1-45,12 1 0,6-1 45,6 0 0,0 1-1060,0 0 0,2-1 992,-10 3 1,2-2-1,2 1 1,-1 0-23,0 0 0,-1 1 0,1-1 0,0 0 0,3 0 0,0 0 0,0 0 0,0-1 22,4 0 1,1 0-1,-2 0 1,-5 1 278,2-1 0,-5 0-436,1-1 0,-7 0-537,-15-2-1667,-6-3 2339,-14 2 0,-16 0 0,-3 3 0</inkml:trace>
  <inkml:trace contextRef="#ctx0" brushRef="#br0" timeOffset="31617">26730 15108 9242,'4'-14'539,"8"3"-449,18 10 90,14 7-135,-11 2 0,2 1-45,-1 2 0,-1 1 45,-1-1 0,-2 1-45,8 3 0,-11-3 90,-13-6-90,-1 0 0,-10 4 0,-6-4 0,-28 23 90,13-11 0,-2 4-30,-8 8 0,-5 5 0,4-1-150,-1 1 0,2 2-660,2-2 1,-1 4-1,6-7-1839,4 4 2589,6 0 0,17-24 0,1 0 0</inkml:trace>
  <inkml:trace contextRef="#ctx0" brushRef="#br0" timeOffset="32100">27596 15126 9691,'-3'-7'810,"0"-1"0,0 0-631,4 0 91,13-1-90,8 0 0,22-5-135,-16 1 0,0-4 0,6-10 0,0-4-45,-5 3 0,-2-3 30,-5 0 0,-2-2 0,-2 2-30,-4 5 0,-1 3-45,3-7 0,-3 13 45,-5 35 0,-7 20 0,-2 10 0,1-6 0,-1 4 0,1 1 0,-1-10 0,1 1 0,0 0 0,1 0 0,1 12 0,2-1 0,1-4-187,0-7 0,1-4 52,1-2 0,2-5-2880,7-4 1306,-5-7 1709,4-5 0,-11-10 0,-2-1 0</inkml:trace>
  <inkml:trace contextRef="#ctx0" brushRef="#br0" timeOffset="32299">27920 15517 10501,'-5'14'899,"8"-3"-449,24-3-360,17-6-1729,-3-5 1,2-3 1449,-14 2 1,-2 0 0,11-5-1,-3-1 1,-3-4 0</inkml:trace>
  <inkml:trace contextRef="#ctx0" brushRef="#br0" timeOffset="33382">23604 15291 10051,'-1'-13'-360,"5"-8"630,7-3-180,2 2 90,15-5 0,6 8-180,-2 0 90,-5 9 0,3 1-45,-5 4 0,-1 2-45,22-5-405,-20 6 0,-2 1-1933,-4 4 2338,0 0 0,-10 2 0,-9-1 0</inkml:trace>
  <inkml:trace contextRef="#ctx0" brushRef="#br0" timeOffset="33633">23778 15274 8972,'9'0'540,"4"12"-1,-1 22-449,-5-8 0,-1 1-45,-1-2 0,-1 1 45,1 15 0,-2 1-357,1-11 1,0 0 266,-1 3 0,0 0-180,2 0 0,0-2-1805,0 2 1355,0 0 630,-3-14 0,-3-11 0,0-2 0</inkml:trace>
  <inkml:trace contextRef="#ctx0" brushRef="#br0" timeOffset="33834">23796 15836 9242,'-7'8'539,"6"-1"-449,16-3-90,1-2 45,14-4 0,5-2-720,0-3 1,1-2 303,0-1 0,3-2 0,-3 0 0,6-4 0,-2-1 0,-5-2 0,1-1 0</inkml:trace>
  <inkml:trace contextRef="#ctx0" brushRef="#br0" timeOffset="34250">24391 15222 8882,'-8'-23'1889,"-6"12"-1439,-1 26-271,-1 3 1,-3 14 0,1 6-90,7-14 0,2 1-90,-7 10 0,2 2 135,6 2 0,5 0-1774,7-6 1,2 0 1670,-3 0 1,4 0 12,10 2 0,5-5-612,15-4 567,2 0 45,-8-21 0,0-8 45,11-20-90,-10-3 0,-4-6 45,-12-7 0,-8-5-676,-8 4 1,-4-2 0,-3 2 630,0 0 0,-5 2 0,-9-7 0,-4 7 1673,-11 13-1763,8 8 293,-12 17-3480,8 35 3015,12-13 0,6 0 0,3 1 0,7-2 0</inkml:trace>
  <inkml:trace contextRef="#ctx0" brushRef="#br0" timeOffset="34717">24793 15276 10141,'-1'-19'360,"1"6"450,-3-9-1,1 10-719,-1 11 90,0 20-90,1 7 0,0 4 0,0 4-45,3 3 0,1 2 0,0 6 0,0 0-45,1-7 0,2-2 45,2-3 0,3-3 45,14 0-90,-3-2 0,9-15 90,9-40-90,-14 6 0,-2-7 0,-1-7-699,-11 2 0,-4-3 0,-1 1 699,4 0 0,-1-2 30,-3-8 0,-2-7 0,-2 5-1379,-3 2 1,-2 3 1303,2 3 0,-1 1 45,-1 1 0,-2 6-540,-1 13-269,-3 9 809,-2 20 0,4 11 0,3 11 0</inkml:trace>
  <inkml:trace contextRef="#ctx0" brushRef="#br0" timeOffset="34917">25277 15204 11041,'-3'-17'719,"0"4"-449,1 2-810,2 5-269,6 7 809,-4 6 0,-2 6 0,-7 5 0</inkml:trace>
  <inkml:trace contextRef="#ctx0" brushRef="#br0" timeOffset="35450">22075 15900 9961,'-23'-19'450,"6"3"90,10 0-91,21 2-224,13 2 0,8 2-90,8-1 0,8 2-467,-10 3 1,5 0-1,2 0 1,-2 1 376,-3 1 0,-1 1 0,1 1 0,2 0-171,2 0 0,2 1 0,2 0 0,-2 1 0,-4 0-384,7-1 1,-5 2-1,1-1 510,4 1 0,-1 0 0,-7-1 0,-13 0 0,-4-1 0,16-3 0</inkml:trace>
  <inkml:trace contextRef="#ctx0" brushRef="#br0" timeOffset="35850">22850 15616 9691,'4'-5'810,"24"8"-720,2 3 0,4 4-60,-2 0 0,2 1 0,-1 0 15,2 1 0,0-1 0,5 4 0,-3-1-45,2 0 0,-13-4 0,3 0 0,-22-10 0,-11-5-90,-11-2 90,-1 1 0,-12 5 0,1 13 0,-3 6-45,4-1 0,-1 3-675,-3 4 1,-2 3-1,2 0 173,2 1 1,3 1 0,-1 0 0,3 0 0,-6 5 0</inkml:trace>
  <inkml:trace contextRef="#ctx0" brushRef="#br0" timeOffset="36383">20954 15925 9602,'-27'-24'539,"5"0"-359,-1 1 270,4-2-180,11 14 89,-4-5-179,-1 16-90,-5 24 0,8 2 0,2 4-90,0-5 0,3 2 45,2 11 0,8 2 0,16-1 0,4-2-45,-11-11 0,4 0 30,8 1 0,6 1 0,-1-7 15,2-9 0,3-5-148,5-2 1,4-3 0,0-4 132,-2-7 0,-1-4 0,0-2-454,-1-5 0,-1-2 0,-4-1 469,5-6 0,-9-5-45,-13-11 0,-13-5-114,-13 13 0,-8 0 0,-4 0 114,1 5 0,-3 1 0,-2 0 0,-2 2-23,-2-1 1,-1 2 0,-3 2-1,-2 6-22,-5 6 0,-5 5 0,0 4 0,5 2-478,-7 2 0,3 9 223,5 5 0,1 5 0,6 4 300,6 16 0,7 3 0,-1-8 0,2 1 0,4 11 0,0-1 0</inkml:trace>
  <inkml:trace contextRef="#ctx0" brushRef="#br0" timeOffset="37683">20415 16769 9422,'-16'0'0,"5"1"359,10 2-89,32-3-30,1-3 0,6-1 0,-1-1-604,3 1 1,3-1 453,0-2 0,6-1 0,3-1 0,-1 0-616,-9 2 0,1-1 0,-1 0 0,0 1 1,-1 0 547,2-1 1,-1 1-1,0 0 1,2 0-5,1-1 0,2 0 0,0 0 0,0 1 0,-2 1-144,-2 0 1,0 1-1,-3 1 1,-1 0 155,1 0 0,-3 0 0,3-1-15,-2 1 0,4 0 1,-3 0-1,-8 1 75,10 1 362,-1-1-452,-22 3 2970,-6 0-2700,0-1 1132,-6-1-1312,-3-4 0,-8-10-90,-1 4 52,-4-15 38,2-20-90,3 9 0,1 1 0,1-6-829,1 5 1,0-2 0,1 1 828,-2-3 0,0-1 0,1 7 0,0-6 0,-1 2 0,0 5-279,0 1 0,-1 0 279,-1-6 0,-2-6 0,0-3 0,0 3 0,-2-3 0,-1 1 0,0-1-235,2 8 1,1-2 0,-2 1 0,1 0 256,-3-1 1,0-1-1,0 3 1,1 4-23,-3-7 0,1 4-45,-1-4 0,0 1 45,3 13 0,2 5 0,2 8-90,-1 0 2162,5 18-2072,-1 17 648,2-4-648,-4 12 1350,-6-5-1350,2-6 89,-13 8-89,-11-12 0,-9-2 0,8-2 0,-2-1 0,-5 1-366,0-2 0,-3 1 0,-4 0 0,0 0 1,1-1 365,-1 0 0,1-1 0,0 0 0,-2 0 0,-2 1 0,8-2 0,-3 1 0,0 0 0,-1-1 0,0 1 0,0 0 0,3 0-15,-4 0 0,1 0 0,1 0 0,1 1 0,0-1 0,2 0 15,-4 0 0,1 0 0,2 0 0,1 0 0,2 0-30,-13 1 0,3 1 0,9-1 30,14-2 0,4 0 0,-7 2 0,21-1 0,2-1 0,0 1 0,4-2 1650,-2 3-1650,1-3 0,2 8 0,10 19 0,0-2 0,2 3 0,1 6 0,-2 4 0,1 4 0,-1-3-412,1 3 1,0 3 411,-3-11 0,1 4 0,-1 3 0,1 0 0,-1-2-780,1 5 0,0-2 0,-1 0 1,1-1 779,-2-4 0,0-2 0,1 1 0,0 2 18,1 1 0,0 2 0,0 0 0,1-1 0,-1-3-457,3 4 0,-1-4 0,1 1 439,-1 0 0,0-1 0,0 1 30,1-1 0,1 0 0,-1-6-30,4 8-105,-2-5-615,-4-32 1390,-4-23 1,0-6 0,-1-12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33:04.00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1295 541 10321,'8'-8'3276,"-2"0"-2234,-8 3-862,-5 4-91,-2 1 91,-3 5 0,-7 7-90,1 3 0,-18 19-45,20-15 0,0 2-860,-3 6 0,0 1 860,5-5 0,1 1-212,-1 12 1,3 0-14,1 8 90,4-16 0,3-1-201,10 15-69,8-12 91,10 4 179,-1-13-180,7-5 1757,-5-10-1577,7-2 0,-9-6 0,10-9 0,-18 3 381,11-15-291,-20 12 26,1-12-26,-10 7 0,-6-4 0,0 4 0,-8-3 0,3 7 0,-3-2 0,5 4 0,0 2-90,6 3 90,-2-1 0,11 0 0,5 0 0,5-2-90,10 1 90,-1 0 0,9 0 0,-3 3 0,-8 3 0,0 6 0,-8 5 0,-2 8 0,-8 9 0,-6 9 0,-4-1 0,1-10 0,-1 1 0,-4 13 45,5-14 0,0-1-135,-1 7 0,2 6 1,4-21-271,2 10 90,2-17-810,8 2-1078,-1-10 449,3 1 1709,-2-7 0,2-4 0,1-2 0</inkml:trace>
  <inkml:trace contextRef="#ctx0" brushRef="#br0" timeOffset="300">1715 583 11041,'-11'1'2248,"1"0"-2068,14 4 90,0-3-90,9 1 90,5-5 0,8-1-180,-2-1 0,10-1-810,-3 1 270,-6 1-809,4 0-2018,-16 3 2927,-1 1 0,-6-1 0,-4 1 0</inkml:trace>
  <inkml:trace contextRef="#ctx0" brushRef="#br0" timeOffset="543">1899 568 11760,'-8'-5'1260,"1"1"-541,1 1-449,-1 7-90,2 12-90,-1 1 90,1 22-45,2-4 0,1 2-90,1-1 0,-1 1-45,1 5 0,-1 0-45,2-7 0,-1-3-405,1 11-360,0 4 271,0-17-2070,3-2 2609,1-12 0,3 1 0,1-4 0</inkml:trace>
  <inkml:trace contextRef="#ctx0" brushRef="#br0" timeOffset="1076">2514 973 15268,'19'-7'720,"21"-1"-630,-6 4-45,0 0 0,1 0 45,12 0-1622,-16 0 0,0 1 1442,10-1 520,0-1-1149,-16 3-181,3-2 361,-11 2-2400,-3-1 2939,-8 1 0,-1 0 0,-4 1 0</inkml:trace>
  <inkml:trace contextRef="#ctx0" brushRef="#br0" timeOffset="1510">2897 835 12120,'-9'-8'2519,"16"6"-2250,10 9-179,12 5 0,4 6 0,-1 0-90,-6-3 90,9 5-90,-10-5 0,7 2 90,-11-5-90,1-1 90,-10-4-90,2-2 540,-4-1-450,-14-6 0,-8 4-90,-9 0 90,-20 15-90,-1 7-1111,10-4 1,0 2 1065,8-6 0,1 1-180,-5 6 0,1 2-923,6-3 0,3 0 23,0-1 1,1 0-765,-9 18 1889,15-13 0,5-7 0,0 3 0</inkml:trace>
  <inkml:trace contextRef="#ctx0" brushRef="#br0" timeOffset="3959">4645 477 10951,'-2'-10'449,"1"4"-269,15 0 0,5 2-90,6 0-90,5 2-90,-6 1-359,4 2-271,-9-1-1259,3 1 1979,-8-1 0,-3 1 0,-6 0 0</inkml:trace>
  <inkml:trace contextRef="#ctx0" brushRef="#br0" timeOffset="4193">4785 460 11760,'1'11'360,"0"2"-180,-1 4 0,-3 21-90,1-12 0,-1 1-396,0 10 1,0 1 350,0-7 0,1 0-90,0 7 0,1-1-135,0-12 0,2 0-84,0 4 0,0 0-995,2 15-1709,2-11 2899,0-11 1,4-1-1,0-6 1</inkml:trace>
  <inkml:trace contextRef="#ctx0" brushRef="#br0" timeOffset="5110">5127 877 10951,'-6'-9'1529,"-1"4"-1349,-1 8 90,-4 7-1,-2 12-269,5-6 180,-2 13-90,8-10-90,0 1-180,4 1-89,4-3 179,-1-5-90,3-1-180,-1-8 270,4-5 0,-1-3 90,0-5-90,-3-6 90,-2-2 90,-3-6-90,-1 5 0,-2-4 90,-1 5 0,-1-5-90,1 7 90,0-2-90,2 9 90,2-7-90,5 5 0,7-4 0,9 2 0,-3 4 90,10-3-90,-3 2 0,5-3 0,-8 4 180,1-1 90,-9 4-91,1-1 1,-2 3-180,-3 2 90,-2 6 0,0 8 0,-4 3-90,0 17 90,-6 11-444,-1-9 0,0 2 354,1-5 0,-1 2 30,0 1 0,-1 3 0,1-2-30,0 3 0,1-1 0,-1 5 0,1 0-45,0-9 0,0-4 45,0 8-90,0 0 90,0-15 0,-2-5 0,1-12 0,-1-8 0,-1-14 0,1-17 0,2 7 0,0-2 0,0-6 0,1-2-409,-1-6 1,2-2 408,-1-2 0,0 2 0,1 8 0,0 1 0,2-6 0,2 0-245,0 12 1,2 1 244,4-5 0,1 1 0,7-10-90,12 11 90,-7 20 0,15 12 0,0 19-883,-19-4 0,-1 2 883,7 14 344,-10 6-344,-13-10 0,-6 8 0,-7-6 0,-13 5 0,-3-8 0,-7 2 0,10-11 0,-2-3-450,7-7-269,3-3-360,1-4-720,11-6 2618,3-6 0,5-6 0,3-3 0</inkml:trace>
  <inkml:trace contextRef="#ctx0" brushRef="#br0" timeOffset="5417">6086 575 11131,'6'-9'1439,"1"-6"-899,-3 7 1888,3-10-1079,-5 12-1079,2 5 90,-3 16-90,-1 18-90,-1 4-90,1-8 0,-1 1-135,1 2 0,0-1-268,1-4 1,-1 0 222,1 0 0,-1-1-1080,4 20 1,1-12-1979,7 12-129,1-25 2926,2-8 1,4-9 0,-2-3 0</inkml:trace>
  <inkml:trace contextRef="#ctx0" brushRef="#br0" timeOffset="6483">6495 826 11850,'-12'2'2159,"1"-1"-1080,4 0-989,11 3 90,-1-2 0,13-1 0,-1-2-90,1-3 0,6-2 0,-5-4 0,4-6-90,-7 2 90,-2-13-90,-10 1 0,-6-12 0,-3 12 0,-11 0 0,0 23 0,-11 13 0,6 7 0,-5 22-429,13 2 429,8-15 0,1 0 0,1 16-279,7 5 189,7-13-180,7 5 90,7-11-89,7-11 89,6-11 0,-1-10 90,-11-3 0,0-5 0,1-3 0,0-3-1134,5-8 1,0-2 1178,-5 4 0,-2-3 0,2-11 0,-2-4-797,-9 11 0,-2-2 0,-1 2 797,3-7 0,0-1 75,-5 6 0,0-2 0,-2 6 185,-1-4-125,1-14 101,-4 28-102,-4 6 1525,-4 27-1524,-7 29-90,1-1 1098,1-2 1,1 3-1099,0-2 0,1 0 0,-1 1 0,0 3 22,3-9 1,-1 4-1,0 0 1,1-4-23,-1 6 0,-1 1 22,1 1 1,0 9-1,-1-1 1,2-7-23,1-2 0,0-2 0,-1 7 0,1 4 0,0-5 0,3-11 0,1-2 0,-1 4 0,1-3 90,2 8-90,3-13 0,1-16 0,1-4 0,5-9 0,4-21-90,3-13 1375,0-6-1285,-8 10 0,-2 1-90,0-14-493,-4 15 1,-2 1 582,-1-10 0,-5-3 90,-3 12 0,-2-3-90,3 10 180,-1-3-180,3 10 89,0-4-89,4 6 1165,4-2-1075,8-4-90,15-10 0,0 1 0,-3 5 0,3 0-486,-3 1 0,1-1 486,8-8 0,0 1 0,-6 5 0,-1-1-226,-1-1 1,1-3 0,-2 2 225,-1-3 0,-1 1 0,4-6 0,-1 0 0,-7 2 0,-4 2 90,0-11-90,-1-6 0,-6 18 90,-4 3-90,-2 11 90,-2 2-90,-6 20 0,-2 24 0,1-2 0,0 4-115,-1 9 1,2 3 114,-1 2 0,1 1 0,1 2 0,1-3-45,1-11 0,0-2-45,1 2 0,1-2 460,0 8-640,1 3 0,2-19-359,3-7-271,0-13-1888,6-5 2788,0-11 0,6-11 0,-2-7 0</inkml:trace>
  <inkml:trace contextRef="#ctx0" brushRef="#br0" timeOffset="6661">7403 702 13739,'10'0'630,"6"1"-900,1-1-180,4-1-1709,15-4-1118,8-5 2735,0-1 0,-16 3 1,0-1-1,13-6 1</inkml:trace>
  <inkml:trace contextRef="#ctx0" brushRef="#br0" timeOffset="8915">9093 280 11400,'-10'3'540,"-6"10"-360,2 6-896,-3 4 1,-2 5 805,0 2 0,0 3-60,3-4 0,-2 2 0,2 0 30,-1 2 0,2 0 0,0 1-938,2 1 0,1 0 1,1-2 922,-1 5 0,2 0 0,4 6 0,3-2 199,4-12 0,4-1-244,1 6 0,3 0-90,4-4 0,1-4 0,13 13-269,8-8-271,-3-18-180,7-3-1348,2-10 2158,-2-7 0,-3-6 0,-3-2 0</inkml:trace>
  <inkml:trace contextRef="#ctx0" brushRef="#br0" timeOffset="9416">9374 707 10681,'0'-10'989,"2"-1"-719,5 4-90,1 1 0,5 0 90,17-3-90,0 3-90,8-2 0,-1 4 0,-7 4 89,1 2-179,-10 3 90,-7 7 0,-15 7-90,-14 15 0,-4-1 45,0-10 0,-2 1-291,3-4 0,0-1 246,-4 4 0,-1 1-68,5-4 1,0 0 67,-7 13 0,11-8 0,8-10-90,6 1 90,6-6 0,4 0 0,1-4 485,6-2-575,7-5-90,5-1 143,3-3-908,-4-1 1,1-2-2333,17-6 2941,-18 6 0,0 0 1,18-6-1,-14 4 0</inkml:trace>
  <inkml:trace contextRef="#ctx0" brushRef="#br0" timeOffset="9661">10053 886 11400,'8'2'2159,"-1"1"-1799,-7 6-90,-2 6-180,-1 2 180,-6 12-180,-7 13-270,3-8-90,-5 7-809,4-14-1710,1-4 2789,-1 4 0,2-7 0,3-3 0</inkml:trace>
  <inkml:trace contextRef="#ctx0" brushRef="#br0" timeOffset="10309">10501 574 11490,'0'-10'1709,"0"0"-989,1 5-90,1-1-360,6 0 89,5 1-179,3 1 90,9 1 0,-1 1-90,9 2-90,-7 0 0,5 5 90,-5 7-180,-4 1 180,-3 12-91,-19 2-89,-12 16 90,-5-6-429,1-9 1,-3-1 383,2-4 0,-2 0-45,-3 4 0,0 0-131,3-5 1,1-1 130,1-1 0,1-1 0,-4 6 0,1 1 0,8-10 0,6 2 659,7-9-659,6 2 279,2-7-279,8-3 0,1-2 0,3-1-269,17-4 89,-16 1-360,21-6-450,-17 2-449,4-4-1799,-5-1 3238,-3 0 0,-5 0 0,-2-1 0</inkml:trace>
  <inkml:trace contextRef="#ctx0" brushRef="#br0" timeOffset="10932">11068 280 10771,'10'-4'360,"0"3"-270,-3 3 89,4 5 1,0 6 0,1 3 0,3 22-90,-4 7-1403,-7-11 1,-1 1 1357,0-7 0,-3 1 0,-2 8 0,-3-1 102,0-6 1,-2 0-58,-8 15 0,-5 1-135,-5-5 0,-3-2-90,-2-1 0,-1-3-464,-3-6 0,0-6 149,-7 1-1709,1-3 2159,16-12 0,-1 0 0,4-4 0</inkml:trace>
  <inkml:trace contextRef="#ctx0" brushRef="#br0" timeOffset="11133">11519 724 11400,'13'-3'1710,"5"-1"-901,-2 1-179,3 1-91,-1 1-179,-3 1-900,0 0-1708,-5 1-1029,-1 2 2814,-13-1 1,-9-2-1,-10-1 1</inkml:trace>
  <inkml:trace contextRef="#ctx0" brushRef="#br0" timeOffset="12011">4747 1662 10861,'7'15'1079,"0"7"-899,-1 1 0,0 3 0,2 12-537,-1-10 0,-1 1 537,1 20 170,-2-15-305,-2-8 0,0 0 45,1 7-47,-1 4-492,0-7-2828,0-7 1768,-1-8 1577,-1-4 1,-1-7 0,0-1 0</inkml:trace>
  <inkml:trace contextRef="#ctx0" brushRef="#br0" timeOffset="12516">4743 1698 9871,'-5'-14'270,"2"3"90,2 2-270,4 3 90,0 0 180,7 1-91,3 0 91,10-1-180,7 0 0,6 1 0,5 1-90,-9 3 0,5 5 0,-10 5-90,2 7 90,-9 0-90,-6 10 90,-12 0-90,-6 10 90,-7-5-90,-3-7 0,-3-1 0,-9 6 0,-5 5 90,8-13-90,11-8 0,0 1 0,11-2 0,8-3 0,8 0 0,5-2-90,2 1 90,-3 2 0,-5-1-90,-1 4 90,-8 1 0,-4 5 0,-5-3 0,-10 8 0,-6-3 0,-7 6 0,4-7-90,-8 6-360,14-10 90,-2 1-449,7-5 809,8-7 0,3 1 0,4-3 0</inkml:trace>
  <inkml:trace contextRef="#ctx0" brushRef="#br0" timeOffset="13716">5246 2088 11760,'-5'4'2069,"4"-5"-1889,-13 19-90,5-4 0,2 0-90,1 5 0,3-5 0,3 4-90,2-6-90,7 2 90,-2-8 0,9 1 0,-3-8 0,5-2 90,-2-5 0,-4 0 0,-2-5 0,-6-3 0,-3-6 0,-3 2 90,-9-11 0,2 11-90,-7-6 0,6 11 0,1 3 0,5 6 0,0-1 0,6 2 0,3 0-90,4-1 90,6-2 0,4-2 0,14-14 0,-7 4-197,-7 1 1,0-1 196,2-13 0,-9 8 0,-2 0 0,1-11 11,-6-9-11,-5 14 0,-2-3 0,0 9 90,0 5-90,2 26 0,1 30 0,0-7 0,1 2-213,0 2 0,-1 2 213,2 5 0,-1 0 45,0-8 0,0 1-90,0 8 0,0 0 0,-1-11 0,0-1-131,-1 1 1,1-1-5,2 7-90,0 3 181,1-15-271,6-2 90,-1-14 900,2 0-899,2-11 167,-2-7-257,2-8 269,-2-2-180,-1-14 0,-3-1 0,-2-12 90,-2 2 0,-4 4 0,-1 9 90,0 10 1,0 2-1,2 7 90,-2-2-90,1 4 90,1 2 0,1-2 0,0 1 0,1-3 90,0 0 0,0-3 89,1-1-179,0 2 90,-1 0 0,0 4-90,0 0 180,0-1-180,-1 6 180,1-7-180,-2 2 90,1-5-90,-1 2 0,-1 3 90,-2-1 0,0 2 0,-2-3-90,0 4 90,-2-2-90,1 4 0,0-1 0,0 1 0,3 3 0,-2-2 0,1 2 90,1 0-180,8 7 90,-2 0 90,5 4-90,-5-2-90,-1-2 90,1 3-90,-1-2-2249,0 1 2339,-3-1 0,1-1 0,-2-1 0</inkml:trace>
  <inkml:trace contextRef="#ctx0" brushRef="#br0" timeOffset="14044">5507 1631 9961,'10'-4'990,"1"3"-630,2 13-91,0 7-179,1 3 180,0 17-90,-4 2-90,-1 4 0,-4-14 0,0 0 0,-1 16-558,-2-16 0,1-2 558,0 13-241,1 3 151,-1-12-180,5 9-270,1-10 0,4-6-89,3-13 1188,-4-9-1459,4-6-1360,-1-3 2170,-1-3 0,3-8 0,-4-1 0</inkml:trace>
  <inkml:trace contextRef="#ctx0" brushRef="#br0" timeOffset="14333">5315 1780 9332,'-10'2'180,"0"-1"89,4 0 721,0 2-720,7 3 269,6 1-179,12 0 0,9-3-90,10 0-90,-4-3-135,-1-1 0,0-1-225,4-2-135,-4 1 0,2 0-2473,14-3 81,-12 3 2707,2-1 0,-20 4 0,3 0 0</inkml:trace>
  <inkml:trace contextRef="#ctx0" brushRef="#br0" timeOffset="15349">5936 2100 14998,'-3'12'450,"-4"5"-360,0-6 0,-6 12-360,2 5 0,2 2-449,3 7 269,9-12 270,3-6-90,6-6 0,1-9 1,6-1 179,-4-3 0,3-7-90,-1-7 180,-3 1 0,-2-5 0,-11-5 0,-7-6 90,-7-8-90,1 10 0,-2 5 0,8 14-90,-1-3 90,7-1 0,3 3 0,9-5 0,0 10 0,5-5 0,-3 2 0,3 0 0,-6 2-90,0 2 90,-3 2 0,1 3 0,0 6 0,-1 4 0,0 7 0,-3-3 0,-1 8 0,-3-4 90,-1 8-90,-1-8 0,-1 4 0,-1-9 0,1 2 90,0-6-90,8-10 0,0-9 0,7-11 0,-3 2 0,4-10 0,-2 3 0,3-4 0,-5 6 0,1 3 0,-4 9 0,-1 0-90,6 15 90,-6 4 0,2 6 0,-4 4 0,-3-4 0,2 3 0,-1-4 0,1-3 0,0-5 0,5-3 0,1-4 90,1-3-90,5-9 0,0 0 0,1-3 90,2-1-90,-4 5 0,0-1-90,-1 5 90,-4 3 0,3 9 90,-5 0-90,2 4 0,-1 9 0,-3-1-90,2 5-90,-2 0-270,0-5-359,0 1 179,0-5-2428,0-3 3058,-2-5 0,8 2 0,1-3 0</inkml:trace>
  <inkml:trace contextRef="#ctx0" brushRef="#br0" timeOffset="16194">7079 2293 10861,'-10'1'2608,"0"0"-1348,4-2-901,3-3-269,3-1 0,5-4 0,2 0 0,0-3-90,0 1 0,2-10-90,-2-4 0,0-8 90,-2 4-90,-3-4 0,-6 3 0,1 7 90,-6-3-90,2 19 1,-5 3 89,2 8 0,2 3-90,3 6-90,5 0 180,1 1-180,8 2 90,5-5-90,7 0 90,5-4 90,-4-4-90,15-7 0,-11-1 90,6-4-90,-6-1 90,-9 1-90,1 1 90,-6 2 0,-4 3-90,-1 5 90,-1 3 0,1 8 0,-4 0 0,1 15 0,-2-12-90,3 18 90,-2-11 0,2 4 0,-1-7 0,3-1 90,-1-8-90,3 1 0,-1-7 0,7-6 0,-2-6 0,2-2 90,0-9-90,-5 0 0,3-6 0,-4 3 0,-1-3 0,-2 5 0,0-1 0,-1 7 0,-2 4 0,0 5 0,-1 14 0,1 2 0,0 15 0,-1 0 0,0-5 0,1 3-90,1-7-270,1 1 91,0-7-721,0-4-2287,-1-6 2994,0-5 1,-2-6-1,-2-5 1</inkml:trace>
  <inkml:trace contextRef="#ctx0" brushRef="#br0" timeOffset="16433">7482 1832 11041,'4'-8'1979,"-2"1"-1080,1 2-719,-1 1-1080,2 6-629,-2-1-1748,3 6 3062,0-4 0,2 3 0,3 0 0</inkml:trace>
  <inkml:trace contextRef="#ctx0" brushRef="#br0" timeOffset="17694">7828 2175 12660,'-1'-13'989,"-1"1"-449,-4 5-270,1 2 90,-8-2-91,0 4-89,-1 2 0,-5 7 0,3 5-180,-2 5 0,5-1-90,4 5-270,8-2 180,3 0 90,3-3-89,6-6 89,1-6-90,4-2 180,-2-4-90,4-6 0,-4-1 90,2-3-90,-1-2 90,-3 1-90,-2 4 90,0 14 0,-6 11 0,1 9 0,-4 21 0,-1-19 0,-1 2-599,0 8 1,-1 1 598,1-6 0,-1 0 0,-1 6 0,-2-1 0,0-11 0,0 0-45,-1 5 0,-2 0 0,-2-6 0,-1-2-45,-4 5 0,-4-11 90,10-15-90,-2-4 90,1-6 1197,2-1-1287,1-13 90,5 8 0,2-15 0,6 7 0,3-6 0,5-3 0,4 0 0,1 3 0,9-7-357,1 3 357,-10 13 0,1-1 0,11-12 0,-11 12 0,1 0 0,-4 0 0,2-1 0,5-8 0,1-2 0,-3-2 0,-1-1 0,0-2 0,-3-1-1106,-3 1 0,-2 1 1106,-4 7 0,-1 1 45,0-5 0,-1 0-6,2-11 6,-4 19 0,0 1 45,1-5-90,-1 5 180,-3 14 89,1 13-269,-2 5 2430,-2 27-2385,-3-6 0,-1 1-45,-3 19-280,1-9 1,-1 1 279,2-15 0,1-1-90,-2 5 0,1-2 0,-3 13-90,1-6 0,4-15-90,1-1 90,4-7 90,10-15 840,-3-3-840,14-19 90,-5-4-89,6-7 89,-5 6-90,-1 4 90,-6 12-90,2 2 90,-3 6 0,1 9 0,0 12 0,-1-1 0,4 11 0,-4-4 0,3 0 0,-1-4-90,2-3 90,-2-6 0,6-1 0,-5-4 0,6-9 0,7-18 0,3-10 0,-14 14 0,-1-2-1031,5-13-1,-4-1 1032,0-5 0,-1 1 0,-2-1-136,-4 3 181,-3 11 0,0 0-45,0-4 180,0 4-180,-7 51 90,0-3-90,-4 16 0,0 6 0,1-12 0,0 1-733,-2 10 1,1 0 732,2-11 0,0 0 0,1 1 0,1-2 1613,2 9-1613,2 0 0,1-15 48,4-6-948,0-12-269,7-8-540,-4-4 1709,2-20 0,-7-1 0,-1-13 0</inkml:trace>
  <inkml:trace contextRef="#ctx0" brushRef="#br0" timeOffset="17867">8588 1850 10051,'-1'10'1260,"4"-2"-1171,3-3 91,10-5-90,-3-1-719,30-11-1,-14 3-1009,5-2 1,2 0 1616,9-5 1,-5 3-1,3 0 1,-5 1-1,0 0 1</inkml:trace>
  <inkml:trace contextRef="#ctx0" brushRef="#br0" timeOffset="18210">9559 1502 10591,'4'-12'2159,"0"1"-1260,-2 3 810,0 2-1079,-26 25-450,8-4-1819,-10 13 1,-2 3 1375,13-11 1,0 1 382,-7 12 0,-2 6 0,3-3 184,4-6 0,1 1-304,-2 7 0,-2 5 0,4-3-45,4-2 0,3-1-709,-1 10 0,3-2 754,3-11 0,3-2-45,4 4 0,5-2-88,2-9 0,3-1 133,4 4 0,4-1-45,4-4 0,1-3 0,-3-5 0,1-3-180,9 1 0,3-4-765,8-3 1,0-2 224,-8 0 1,2-2 302,-4-2 0,2-2 1,-3-3 461,-3-3 0,-3-3 0,2-1 0,-2-3 0,-5-1 0,-1 0 0</inkml:trace>
  <inkml:trace contextRef="#ctx0" brushRef="#br0" timeOffset="19283">10084 1836 10861,'0'-10'1259,"1"1"-809,-2 0-90,-5 0-180,2 3 89,-9-2 1,0 7-90,-5 2-90,2 1 0,-4 9 0,4 2 0,0 7-90,7-2 90,10 6 0,11-3-90,5-2 0,4 0 0,10 6 0,-4-7 0,0-2 0,6 0-90,1 3 0,-10-5 0,-3 1 0,-8-2 90,-3 3 0,-6-3-90,-11 5 90,-1-8-90,-13 8 90,1-9 0,-5 2 0,4-4 0,2-3 0,6-3 0,1-2 0,6-3 0,7-7 0,19-22 0,-3 6 0,3-3 0,0-2 0,-4 7 0,0-1-522,1-7 0,0-1 522,-2 2 0,-3 1 45,-4 4 0,-2 1-45,-1-12 0,-11 3 0,-8 15 90,-8 0-90,0 11-90,-9 12-630,-5 19-449,3 3-810,3 5 1979,17 1 0,10-8 0,3 7 0</inkml:trace>
  <inkml:trace contextRef="#ctx0" brushRef="#br0" timeOffset="19527">10584 2093 12300,'8'-3'1619,"0"5"-1529,-5 0 90,-2 5 0,-3 5-90,-1 4 0,-3 8-360,-1 2 0,2-5-719,-1 1-1800,3-7 2789,0 1 0,4-6 0,1-4 0</inkml:trace>
  <inkml:trace contextRef="#ctx0" brushRef="#br0" timeOffset="20134">10988 1723 12390,'8'-7'2518,"-1"0"-2248,-12 4 0,0 0 90,-14 4 0,-2 3-90,-8 4-180,4 0 89,-2 5-89,7 4-90,5-2-90,2 3-89,17 4-181,6 1 180,6 6-180,15 3-90,-3-6-456,-7-10 0,1 0 726,9 6-209,5 3 119,-12-5 0,-1 4 90,-10-3 90,-9 0 0,-13-3 90,-3-6 1448,-12 1-1448,-14-2 90,8-2 90,0-3 0,2-2-90,8-3 90,-15 1-90,26-4 124,-1-9-124,13-5-90,4-8 90,17-16-90,-8 15 0,2 0-407,3-8 0,1-1 407,0 0 0,-1 0 0,-5 7 0,-2 0-50,-1-1 0,-3 1 50,-2-9 0,-7-5 0,-8 14 0,-23 1-90,2 15-90,-16 2-90,15 10-450,-2 6 346,12 2-2903,-1 2 2979,9-3 0,6-3 0,5-4 1</inkml:trace>
  <inkml:trace contextRef="#ctx0" brushRef="#br0" timeOffset="20428">11306 1388 12750,'18'1'449,"1"3"-269,12 17-45,-10-5 0,2 4-858,7 8 1,0 3 767,-5-3 0,-1 2 15,-5-4 0,-1 4 0,-4 1 0,-3 4 0,-4 2 0,0-1-15,4 8 0,-5 3 0,-10-5 0,-6 5 0,-2 0 0,-2-7-45,-8 4 0,-3-3 0,4-1 0,-2 2 0,-2-5-225,-6-2 0,1-6-405,7-9 1,0-2-900,-1 2 0,1-3-630,-8 3 2280,13-10 0,12-8 0,1-1 0</inkml:trace>
  <inkml:trace contextRef="#ctx0" brushRef="#br0" timeOffset="20617">12252 1927 13469,'12'0'1529,"-1"0"-449,-6 1-361,2-1-1888,0 1-2108,0-2 2457,-21-1 1,-10-4 0,-21-3 0</inkml:trace>
  <inkml:trace contextRef="#ctx0" brushRef="#br0" timeOffset="22859">1010 3120 9242,'6'-15'1799,"-2"3"-1080,-1 4 91,0 1-360,0 0 269,-1 0-629,4 9 0,-3 2 90,4 20-90,-5 2 0,0 2 0,1 18-45,-1-5 0,0 0-198,-1-15 0,0-2 63,-1 5 0,0 0-270,-1 15 90,0-15-629,-4-3-360,-2-10 1259,-1-3 0,-6-10 0,-1-6 0</inkml:trace>
  <inkml:trace contextRef="#ctx0" brushRef="#br0" timeOffset="23176">944 3092 10771,'0'-9'-180,"4"-7"360,-1 8-90,2-7 449,10-1-179,0 1-270,7-3 180,8 1-90,-1 3 0,10 1-90,-9 5 0,6 10 0,-20 4 0,8 9 0,-18-3-90,-6 18 90,-9-5-90,-11 11 90,-3-11-90,-8 1 0,2-7-90,-1-2-90,9-6-3097,5-5 2769,18-10 1,5 1-1,14-5 1</inkml:trace>
  <inkml:trace contextRef="#ctx0" brushRef="#br0" timeOffset="23750">1299 3544 10231,'-3'8'360,"1"0"180,1-3-91,0 1 91,2-1-180,3 0-90,1-4-180,3-2 180,2-5-181,-2 0 1,5-7 90,1-3-90,2-11-90,-3 3 90,1-22-90,-9 23 0,0-24 0,-8 20 0,-5-4 0,-3 5 0,1 11 0,-4 4 0,7 8-90,-5 4 90,7 2-90,1 5-90,11 1 180,1-1-90,13 2 1,-1-6-1,7-1 90,-5-2-90,3-1 90,-8 0 0,2 1 0,-7-1 0,0 9 0,-7-1 0,1 15 0,-4-7 0,3 23 90,0-10-90,1 13 0,-2-17-90,0 1-270,0-10-450,0 3 271,1-8-2738,-1-3 3174,2-5 0,0-3 0,2 0 1</inkml:trace>
  <inkml:trace contextRef="#ctx0" brushRef="#br0" timeOffset="24160">1802 3458 10771,'-8'8'2069,"2"-2"-1799,8-3-91,3-3-89,7-3 0,-2-3 90,7-5 0,-3-1-90,3-5-90,-2-2 90,-5-2-90,-5-2 0,-4 6-90,-7-3 90,-3 9 0,-6 2 0,1 7 0,-7 12-90,0 12 90,-3 13 0,5 8 0,8 1-180,9-5 0,8-4 0,1-10-269,9-2-271,2-11 270,-1-3-1798,11-5 2248,-4-8 0,10-4 0,1-4 0</inkml:trace>
  <inkml:trace contextRef="#ctx0" brushRef="#br0" timeOffset="24683">2162 3417 14099,'-6'-9'1349,"-3"3"-1169,-2 6 90,-6 5 0,0 3 0,-6 7-270,2 4-90,4 4 0,6-5-270,4 4-360,10-1 450,3-6 91,5-1-91,5-14 90,3-7 0,10-10 90,-4-2 45,-7 0 0,-1-3-45,0-8 0,-1-2 90,-3 6 0,-1-2-45,2-15 0,-2-2-554,-8 12 0,-1-1 599,-2-11 0,-2 0 0,0 10 0,-1 1 45,-5-6 0,0 2-166,-3-5 211,-4-1-90,7 23 0,1 19 0,4 22 45,1 10 0,2 5-45,0-10 0,0 2-335,1 6 0,1 5 0,1-2 335,0-1 0,0-1-45,3 13 0,1-2 252,-3-13 1,0-2-298,3 4 0,1-3-49,3 9-221,6 2-180,-2-15 181,-1-13-1171,5-6-1528,-1-9 3058,0-1 0,8-7 0,-4-1 0</inkml:trace>
  <inkml:trace contextRef="#ctx0" brushRef="#br0" timeOffset="24934">2790 3329 11221,'-8'5'1529,"0"-1"90,4-1-990,17-3-179,9-2-270,11-2 90,5 0 0,3-1-1876,-9 2 0,1-1 1606,9 0 0,1 0-225,-5 0 0,-2 1-953,13-2 144,-23 1 0,-1 1-406,7-2-1837,-9-3 3129,-14 2 1,-1-8-1,-6 0 1</inkml:trace>
  <inkml:trace contextRef="#ctx0" brushRef="#br0" timeOffset="25300">2941 3020 11850,'-8'-5'2879,"16"10"-2700,-1 0 181,21 12-180,9 1-45,-13-6 0,1 0-90,-1-1 0,1 1 45,5 2 0,0 0 0,-6-2 0,1 0-886,5 2 1,1 0 705,12 6-90,1-2-90,-16-7 180,-6-1-89,-2-2 89,-16-3 90,-4 0-90,-11 4 1590,-5 1-1500,-21 13 0,17-9 0,-1 1-291,-8 7 1,0 0 290,7-4 0,1 0 0,-4 6 0,2-1-1639,5-2 1,2-1 697,-11 12-659,4 3-1458,18-21 3058,4 0 0,5-3 0,3-1 0</inkml:trace>
  <inkml:trace contextRef="#ctx0" brushRef="#br0" timeOffset="26483">4770 3139 10321,'-13'3'810,"4"-1"-271,1 2 541,4-1-810,4 3 269,4-1-359,5 1 180,12-2 0,10-3-180,14-2 0,-1-1-415,-17-1 1,1-1-216,15-1-359,3-3 269,-16 2-2737,-1-2 2747,-19 5 0,1-1 0,-9 3 0</inkml:trace>
  <inkml:trace contextRef="#ctx0" brushRef="#br0" timeOffset="26716">5019 3124 13289,'-4'28'720,"-2"14"-630,1-1 0,0-7 0,-1 1-444,0-3 0,0 0 264,-3 16 0,0-2-45,2-15 0,1-1-270,-1 5 1,1-2-1125,4-3-1748,3 0 3149,2-10 0,8-4 0,0-4 0</inkml:trace>
  <inkml:trace contextRef="#ctx0" brushRef="#br0" timeOffset="27627">5327 3531 11580,'-1'-12'2069,"-1"4"-1799,-5 9-90,-1 6 0,-4 10-90,-1 4 90,0 3-90,5-5 0,0 5-90,6-8 0,2 4-270,10 0 180,1-10-90,7-1 180,-7-9-90,3-5 0,-3-4 0,-1-7 90,-3 1 0,-6-7 90,-6 1 0,-4-5-90,1 6 90,-6-3-90,7 10 0,-1-2 0,5 6 0,4 3 0,7-1 0,1 2 90,11-4-90,3 0 0,8-4 0,-4 1 0,3-4 90,-2-1-90,-7 3 90,3-4 0,-11 8-90,-1 0 90,-4 4-90,2 10 0,-6 10 0,2 5 45,-5 6 0,-1 6-45,-1 15 0,-2 2-906,1-8 0,0 1 906,-1 0 0,-2 2 0,0-4 0,0-4 0,-1-3-180,-2 8 1,1-2 179,1-12 0,1-1 90,-6 21-90,4-21 90,-1 1-90,3-10 1999,1-7-1909,-2-16-90,3-6 90,0-26-880,6 13 0,1-1 790,0 0 0,2-3 0,2-6 0,3-4 0,-1 3 0,1 5 0,-1 0 0,3-7 0,2-3 0,-2 5-70,-3 12 0,0 3 70,5-12 0,2 2 0,10-4 0,-4 6-90,4 14 90,-10 20 0,-2 3 0,6 20 0,-14-9-90,2 20 90,-14-8 0,-5 6 1986,-2-8-1986,-9 2 175,-1-10-175,-7-1 0,0-5-180,5-8-269,4-4-1,8-4-989,5-6-1619,11-3 3058,7-7 0,9-4 0,6-2 0</inkml:trace>
  <inkml:trace contextRef="#ctx0" brushRef="#br0" timeOffset="27944">6398 3202 11041,'2'-14'1079,"1"1"-359,-1 3-1,1 1 720,-2 4-1259,0 13 90,-2 11-135,-2 10 0,1 4-314,-3 13 224,1-14 0,1 1 45,1-1 0,1-1-180,0 18 45,1-21 0,0 0-315,5 14-359,2-13-451,5 1-1168,3-8 629,-2-12 1709,6-5 0,-1-6 0,5-1 0</inkml:trace>
  <inkml:trace contextRef="#ctx0" brushRef="#br0" timeOffset="28977">6606 3532 13649,'12'-4'450,"-2"1"-360,0 0 180,7-2-90,2-2 0,6-5-91,0-2 1,-7 1 0,0-10-90,-11 11 0,0-12 0,-7 12 0,-11-9-90,2 12 90,-11-1 0,2 14 0,-5 10 0,0 12 0,5 4 0,11-5 0,2 1-90,3 13 90,3 5-89,9-7-1,-2-17 0,14 12 90,-7-19-90,13 3 90,-2-15 0,12-8 0,-3-4-45,-5-6 0,0-6-219,0-9 0,-2-5 264,-6 10 0,0-2 0,-1-2-333,0-5 0,0-3 0,-3 1 333,-3 3 0,-2 1 0,-1 1 0,3-7 0,-2 0 0,0-3 0,-3 3 0,-3 14 0,-2 2 0,6-24 0,-5 23 0,-7 28 0,-7 37 45,-1-3 0,-2 5-855,2-4 1,-1 3 0,-1 1 831,1-6 1,-1 2 0,1-1-1,-1 0-22,-1 5 0,1 0 0,-2 1 22,1-3 1,0 2 0,-1 0-1,1-2 8,2 1 0,0-2 0,0 2-30,2-4 0,-1 2 0,0 1 0,2-2 30,0 8 0,2-2 0,0-2-25,1 6 0,2-2 25,3-9 0,1 0 0,1-5-30,5 8 45,1-8 0,3-5 605,8-14-650,12-12-180,8-21 90,-5-7 0,-12-1 0,-1-2 90,-1-7-90,-3-8 0,-1-3-178,-11 19 1,-1 1 222,3-8 0,-3 0 90,-8 0 0,-3 4-45,-1 3 45,-2 3 0,-1 1 2558,-2 3-2513,-1-1 480,4 5-570,3 5 0,2 4 0,4 1 747,6-6-747,1 2 0,17-15 0,3-3-150,-7 7 1,1-3 59,3-5 0,-1-2-455,0-5 0,-1-2 455,1-3 0,-1-1 45,-6 2 0,-1 0 0,-1-5 0,-1 1 45,-6 14 0,-2 1 0,1 0 0,-2 2-363,-1-6 273,-1 17 90,-2 16 0,-2 28 0,-2 2 0,0 3 0,1-3 0,1 2-129,-3 3 0,0 4 159,1-4 0,0 2 0,-1-1-1112,0 8 1,-1 0 1081,1-7 0,0 2 0,1-2 0,-1 8 0,2-2-32,2-10 1,0-1 31,1 0 0,0 0 90,6 16-180,-1-21-360,11-5-269,-2-16 502,6-3-772,-5-7 989,9-25 0,-8 2 0,-3 4 0,0 0 0</inkml:trace>
  <inkml:trace contextRef="#ctx0" brushRef="#br0" timeOffset="29169">7478 3436 10591,'-9'2'2339,"19"-1"-2159,-4-1 179,23-3-359,18-8-359,-10 3-1081,-2-1 1,1-2 1439,-9 3 0,-2 0 0,2-2 0,0-1 0,-2 1 0,0 0 0</inkml:trace>
  <inkml:trace contextRef="#ctx0" brushRef="#br0" timeOffset="30666">8680 3014 11400,'-9'-3'270,"-3"8"-90,-10 22-45,2 7 0,-1 6-1590,2 2 1,0 4 1484,4-6 0,-1 2 0,3 2 30,3 5 0,2 1 0,2-3-30,1-12 0,1-2 0,2 2 0,1 12 0,1 2 0,3-4 15,4 1 0,2-3-15,0-9 0,1 1 0,1-2-30,2 5 0,3-3-45,5 1 0,3-4 89,-4-11 0,1-3-449,5 1 0,0-1-135,13 1-2737,3-11 3174,-21-8 1,11-7-1,-7-2 1</inkml:trace>
  <inkml:trace contextRef="#ctx0" brushRef="#br0" timeOffset="31343">9183 3450 11041,'1'-11'1259,"0"-4"-539,1 4 269,-1-1-809,-3 26 0,-9 20-90,2-7 0,0 0-45,-1-1 0,0-1 0,-2 3 0,0-2 45,-6 12-1,-2 5-89,6-15 0,2-2-89,5-11 89,0 1-90,8-7 90,7-10 0,6-4 0,2-6 0,5-3-90,-3 2 90,6-3 0,-5 4 0,5-1-180,1 3 90,-3 1-180,11 0 0,-9 5 0,10-3 180,-9 3-180,6-3 181,-9 1-91,5-3 90,-8 2 90,2-6-90,-7 0 180,1-5 90,-2-2-1,-4-1 1,-1 2 0,-2 2 90,-3 7-180,3 14-90,-5 2 90,0 29 0,-2-14-90,-3 26 0,1-23 45,1 0 0,0 0-45,0 5-90,-1 6-270,3-13-449,1-9-2340,3-2 3149,2-5 0,7-9 0,3-4 0</inkml:trace>
  <inkml:trace contextRef="#ctx0" brushRef="#br0" timeOffset="31585">9898 3597 13829,'-16'24'720,"-1"3"-540,0 5-90,2-6-225,2-2 0,0-1-585,-4 5 180,-6 8-179,11-17-2558,0-1 2837,6-9 0,-3 4 0,5-8 0</inkml:trace>
  <inkml:trace contextRef="#ctx0" brushRef="#br0" timeOffset="32254">10291 3213 11670,'8'-2'1529,"4"-1"-719,-1 9-90,0 6-181,-7 17-269,-12 1 0,-4 2-135,-1-1 0,-2 2 0,-6 8 0,-1-2-135,6-13 0,1-3 0,-9 17-270,14-24 180,16-12 90,-2-5-90,20-15 0,-7 4 90,7-3-90,7 2-90,0 6-90,11 0 180,-16 3 0,5-2 0,-8-6 0,-7 3 90,3-5 0,-4-6-89,-3 1 178,10-17 1,-10 15-90,-2 26 90,-12 19-90,-5 20 0,0-18 0,0 2 45,2 5 0,0 1-45,1-6 0,0 0 0,0 4 0,3-1-180,3-3-2338,3-7-450,7-17 2968,2-12 0,5-17 0,-1-7 0</inkml:trace>
  <inkml:trace contextRef="#ctx0" brushRef="#br0" timeOffset="32530">10826 3018 10861,'12'-22'629,"2"4"271,3 13-270,8 20-181,5 18-134,-8 5 0,-2 4-225,-6-13 0,-2 1-1041,-1 8 0,-1 4 1,-3-4 1039,-3-9 1,-4 1 30,-4 11 0,-3 6 0,-6-2-194,-8-5 1,-7-3 0,-1 1 5,6-5 1,-1 0 0,-1-1-1,-1-1-652,-4 0 1,-2-1-1,0-2 1,3-3-810,-10 4 0,4-5 1529,11-7 0,4-4 0,11-9 0,7-4 0</inkml:trace>
  <inkml:trace contextRef="#ctx0" brushRef="#br0" timeOffset="32714">11303 3525 13559,'8'3'1080,"0"-1"-900,-2-1-270,3 1-1260,-3 0 1350,3 0 0,-24-4 0,-5-1 0</inkml:trace>
  <inkml:trace contextRef="#ctx0" brushRef="#br0" timeOffset="33416">5050 4644 10681,'-17'-10'90,"0"0"90,4 2 180,-2-3 179,4 2 1,-2-3 90,2 1-451,4 3 451,0 0 180,2 3-720,4 12 0,0 0 89,5 21-89,-3 4 90,-1 17-180,-1-6 45,-1-15 0,0 0-135,-2 16-449,0 4-271,0-7-449,0-10 179,3-12 1080,2-5 0,0-10 0,0 0 0</inkml:trace>
  <inkml:trace contextRef="#ctx0" brushRef="#br0" timeOffset="33909">4960 4582 11131,'-5'-11'1259,"3"1"-1169,4 4 90,1 0-90,4 1 180,11-4-91,3 2-89,5-3 0,6 1 0,-7 6 0,8 1-90,-10 3 0,3 8 90,-14-2-90,4 10 0,-14-6 90,-6 15-90,-8-3 0,-9 10 0,2-10 0,-3 1 0,8-9 0,0 3 0,7-6 0,7 3 0,4-7 0,4 3 0,7-2-270,8 4 90,1 5 180,-1-1-90,-8 4 1,-12-3 89,-5 6 0,-6-3 179,-17 11-179,-5-5 45,11-10 0,-1-1 45,-11 7-90,3-4-539,9-7-631,5-3 1170,3-1 0,17-12 0,2-2 0</inkml:trace>
  <inkml:trace contextRef="#ctx0" brushRef="#br0" timeOffset="34860">5500 4807 11670,'-2'-8'2249,"0"2"-2069,-11 5 0,4 2 90,-8 6-90,3 3-1,-3 5 1,-1 5-180,7-4 180,1 5-90,8-3-180,1-2-90,7 1 90,0-11-449,14 1 359,-7-6-90,12-1 0,-6-5 90,3-3 0,-4-4 90,-5 0 0,-3-4 1,-7-1 89,-1 2-90,-7-3 90,1 10-90,-7-5 90,6 7 0,2-8-90,5 8 180,10-6-180,13-1 180,-4 1-180,19-14 90,-17 9 45,0-6 0,1-2-45,0-5 0,-2 1 0,-1-3 0,-4-1 0,-2 0-115,-3 11 1,-2-1 114,5-9 0,-3 4 90,-5 9 0,2-4-90,-3 11 90,-2 9-90,-3 27 0,-1-1 45,-1 5 0,0 3-297,0-4 0,0 0 252,-1 10 0,-1 1 0,2-8 0,0 0 45,-1 6 0,0 1-45,1-9 0,1 0 0,-1 5 0,1 0 45,0-4 0,2-1-45,2 15 0,2-13 0,6-5 0,1-12 0,7-2 822,2-8-822,4-9 0,0-8 0,4-15 0,-2-11 0,-5 0 0,-11 12 0,-2-2 0,-3 2 0,-1-1-384,1-1 1,-1-2 383,0-8 0,-2-1 0,-1 6 0,0-1-45,-1-5 0,1 1 45,-2 5 0,1 2 0,0-12 0,-1 11 0,0 19 0,-1 27-90,2 16 135,-1 9 0,0 6-45,-1-7 0,1 1-406,-1 9 0,0-2 406,0-9 0,-1-3 701,-1 17-701,-1 0-180,1-18-269,0 4-541,0-11 990,2-7 0,-1-9 0,2-3 0</inkml:trace>
  <inkml:trace contextRef="#ctx0" brushRef="#br0" timeOffset="35104">5707 4622 10771,'-14'-2'270,"5"1"629,-1-2-359,32-2-450,-7 0 135,29-5 0,8-1-136,-19 5 1,1-2-417,10-1 1,5-2-1,-4 0 12,1 2 0,-2-1-195,-10 2 1,0 0-1,-1 1 510,6-1 0,-2 2 0,-9 1 0,0 1 0,-3 1 0,1 0 0</inkml:trace>
  <inkml:trace contextRef="#ctx0" brushRef="#br0" timeOffset="36121">6582 4700 12030,'-33'11'2069,"-2"7"-1844,13 1 0,1 3-135,4-1 0,1 2-45,0 12 0,5 1-225,12 10-270,22-2 90,9-32 90,10-22 270,-17-3-180,-1-16 90,-20-14 0,-7 4 45,-3 12 1,-1 2 44,-6-3-90,0 10 90,20 2 0,-3 9 0,12-5 0,6 0-90,5-2 90,-1 1 0,4 2-90,-19 11 90,5 8 0,-10 2 0,-3 20 0,-3-12 0,-1 11 0,-2 19 0,0-8 0,1-13 0,-1-1 0,0 7 0,1-14 90,0-8-90,8-20 0,4-12 0,2-5-45,1-1 0,1-1 0,7-13 0,-1 2 45,-6 15 0,-1 2-90,10-9 90,-8 31-90,-6 19 90,1 9 90,-4 3 0,-1-13-90,9-13 90,-5-8-90,7-6 0,-2-4 0,18-14-90,1 3 90,7-4 0,-8 20 0,-16 18 0,-3 4 0,-13 20 0,-3-2 0,1-6 0,0 1-45,1-1 0,0 0-450,2 2 0,2-2-2113,9 9 2608,5-15 0,9-16 0,2-8 0</inkml:trace>
  <inkml:trace contextRef="#ctx0" brushRef="#br0" timeOffset="36897">7501 4951 11131,'-9'8'3276,"1"-2"-2864,14-7-323,5-6 1,5-2-90,6-14-359,-6-13-1,1-10 180,-12 14 0,-3 1 0,-5-13 0,-7 10 0,-8 25 180,7 12-180,0 15-89,16-1-1,6 3 90,9-9-90,9-6 180,-9-4-90,19-4 90,-22 1 0,22-5 90,-20 3 90,12 1 0,-15 6 0,1 13-90,-11-4 90,-2 26-90,-3-22 90,2 25-90,2-10 90,2 1-90,5-6 0,11-18 90,3-14-90,4-7 0,6-19 180,-9 1 0,2-5-90,-13 16 0,-8 27-90,-5 15 90,-3 5-90,2 19-90,-1-28-450,7 16-2737,5-26 2882,-2-2 0,8-9 0,-6-5 0</inkml:trace>
  <inkml:trace contextRef="#ctx0" brushRef="#br0" timeOffset="37107">8048 4549 11131,'-3'-9'809,"0"-1"361,0 1-541,0 1-989,0 1-1259,2 11 1619,-1 1 0,3 9 0,-1-3 0</inkml:trace>
  <inkml:trace contextRef="#ctx0" brushRef="#br0" timeOffset="38602">8352 4895 12300,'9'-9'1349,"-2"2"-989,-3 0 1079,-2-3-719,-5 2-91,-7-1-359,-8 12-270,-3 7-360,0 15-89,9-4 269,3-1-90,6-7-630,7-3 361,-1-4 269,8 0-180,-1-10 0,6-4 181,3-7 89,3-7 90,-4 3 180,5-10 0,-9 12-90,0-1 90,-7 9 0,-3 6 0,-4 12-90,0 0 89,-4 24 1,-3 11-1088,2-12 1,0 0 997,1-4 0,0 2-507,-2 16 1,1 1 551,2-16 0,0-1-90,-1 12 0,0-1-45,-1 2 0,1-13-360,-3-7 90,-1-10 270,-1 2-179,-3-13 89,-2-8 1729,-12-10-1369,-6-7 89,-1-3 1,4 3-90,12 9 1280,6 3-1190,5-1-90,8 0-180,1-1 179,16-3-89,5 2-90,16-11 45,-19 11 0,1 0 0,3-4 0,0 0-315,0-3 1,0-1 314,1-5 0,-1-1-45,-6 7 0,-1-1 0,6-12 0,-3-1-45,-5 8 0,-2 0 45,3-11 0,-1 0 0,-3 9 0,-2 2 0,-1-7 0,-1 2 0,4-10-90,-1-3 90,-4 15-90,-4 15 90,-2 18 0,-2 5 0,0 13 0,-7 24 0,0 1 45,2-17 0,-1 1-45,0 2 0,0-1 0,0-5 0,1 1 0,-3 10 0,1 0 269,1-12 1,1-1-270,-2 13 0,2-2 0,1-5 0,-1 10 90,4-18-90,1-9 0,1-2 0,2-2 0,0-7 0,7-4 0,-1-1 0,1-4 0,2-5 0,-4 0 0,3 0 0,1-4 0,-1 1 0,4-6 0,-1 0 0,-3 2 0,2-2 0,-2 2 0,0 3 0,-2 0 0,-1 5 0,-2 3-90,2 0 90,0 6 0,3 3 90,0 2-180,0 1 90,1 2 0,0 3 0,-3-2 0,2 3 0,-1 3 90,0-1-90,2 7 0,1 0 0,-3-3 0,1 1 0,-5-8 0,3 0 0,0-4 0,4-2 0,-2-2 0,9-6-90,-5-2 0,9-9-90,0-17 91,-1-8 44,-11 12 0,-2 0-445,5-18 445,-9 16 0,0-2 0,-1-4 0,0 0 45,-1 7 0,0 0 0,0-5 0,-1 2 90,0-12-90,-1 15 90,0-5-90,-5 32 0,-2 14 0,-4 14 90,-3 22-468,6-21 0,0 2 378,-1 6 0,-1 3 45,1 1 0,1 0-45,0-1 0,2-2 0,0-4 0,2-1 0,1 19 3,7-9-903,1-16-2377,3-6 3017,-1-18 0,0-9 0,-2-6 0</inkml:trace>
  <inkml:trace contextRef="#ctx0" brushRef="#br0" timeOffset="38778">9095 4787 10771,'5'-9'1349,"2"2"-1079,11 3-135,6-1 0,4 0-1035,18-5 315,-14 3 1,1-1-945,-3 0 0,-2 0 1450,8-4 0,-10 3 0,1 0 0,13-6 0</inkml:trace>
  <inkml:trace contextRef="#ctx0" brushRef="#br0" timeOffset="39105">10233 4340 11221,'4'-15'3058,"-2"0"-2608,-21 21-226,-5 20 1,-4 11-135,6-6 0,-1 3 0,1 2-352,3-4 0,-1 1 0,1 1 0,2 2 329,-1 8 0,3 2 1,1 0-1,4-1-67,3 3 0,3-1 0,2-1-327,-2 0 1,1-1 0,4-2 236,7-6 0,3-2 0,0-6-180,10 11-1369,13-7 1,6-3-1,-14-17 1,1-3 1304,11 6 1,-1-3 0,-7-11 0,-3-3 0,16-1 0</inkml:trace>
  <inkml:trace contextRef="#ctx0" brushRef="#br0" timeOffset="40049">10694 4611 11580,'5'-9'630,"-1"0"-450,-1 5 270,0-1 359,1 1-629,4 10 0,-2 6-90,2 6 90,-2 20-90,-3-16-45,0 6 0,0 0 45,-1-2-135,1-1 0,0 0-315,1 3-270,3 3 91,-3-11-2250,2-2 2789,-1-8 0,2-2 0,1-2 0</inkml:trace>
  <inkml:trace contextRef="#ctx0" brushRef="#br0" timeOffset="40450">11101 4624 12930,'-7'-7'1169,"-1"5"-1079,-3 8 180,-6 9 0,0 5-180,-3 4 89,-1 11 1,4 8-180,6 0 0,6-2-180,10-7 1,9-12-91,8 1 180,-1-9-90,8-7 90,-4-11 0,8-6 90,-7-8-90,2-15 90,-11-6 0,-8 6 0,-3 0 0,0-15 45,-5 20 0,-3-1 45,-7-16-90,-3 12 0,-3-1-270,-22 31-629,4 20-1,-8 6-739,23-3 1,4 1 1310,2 3 1,0 14-1,7-10 1</inkml:trace>
  <inkml:trace contextRef="#ctx0" brushRef="#br0" timeOffset="40733">11429 5093 12930,'9'-12'1529,"1"0"-540,-3 3-629,-1 3 1349,0-2-1349,-9 19 0,-1 1-450,-10 20-270,-5 4 90,3-5-899,-2 9-1080,6-13-629,3 2 1169,3-13 1709,5-5 0,3-7 0,1 0 0</inkml:trace>
  <inkml:trace contextRef="#ctx0" brushRef="#br0" timeOffset="40995">11777 4659 11940,'1'-11'1349,"0"0"270,0 5-1529,-4 23 0,0-6 90,-3 31-450,1-8-315,2-7 1,1 1-1305,-1 16-1388,5 4 2856,3-22 1,7-1 0,0-8 0</inkml:trace>
  <inkml:trace contextRef="#ctx0" brushRef="#br0" timeOffset="41389">12230 4612 12750,'-3'-15'2878,"0"-1"-2428,-1 9-180,-3 3 269,-14 19-314,3 5 0,0 2-180,1-2 0,1 2-225,-3 9 0,5 2-585,13-7 1,6-2-45,11 11 359,17-10 90,15-37 360,-21-9 0,-3-6 180,-2-1 0,-3-3 134,-5-14 1,-7 1-225,-6-5 0,-8 22 0,-3 4 0,1 11-180,-10-2-359,4 12-721,-4 2-89,7 5 1259,1 3 0,10-1 0,0 1 0</inkml:trace>
  <inkml:trace contextRef="#ctx0" brushRef="#br0" timeOffset="41688">12661 4138 12930,'-1'-24'1529,"6"9"-1169,7 16-181,14 22-44,0 6 0,0 8-473,-6-7 0,-1 3 0,-1 4 405,0 3 1,-1 3-1,-2 3 1,-3-1-46,-3-3 1,-4 1-1,-2 1 1,-4 0-5,-3-1 0,-2 1 0,-3 1 0,-2-2 0,-3-2-221,-6 2 1,-4-2 0,-1-2-1,-1-2-617,3-4 1,-1-1 0,0-2 0,1-3 485,-14 8 0,9-8 0,20-16 0,25-18 0</inkml:trace>
  <inkml:trace contextRef="#ctx0" brushRef="#br0" timeOffset="41872">13354 4886 16348,'-14'-11'-1093,"-9"-3"1,8-6 0</inkml:trace>
  <inkml:trace contextRef="#ctx0" brushRef="#br0" timeOffset="44277">21636 585 7713,'10'-9'2068,"-2"1"-1888,-4 11 180,-1 2 90,0 7 269,2 12 1,5 17-495,-4-17 0,0 1-195,2 9 0,0-1 105,-3-9 0,1 2 134,-1 9 1,0 5 0,0-4-811,-2-5 1,1 2 719,-1 12 1,1 7 0,-1-6-90,-1-9 0,0 1 45,0 0 0,0 6 0,0 1 0,1-2-45,-1 4 0,1-1 0,0 3-413,0-10 1,0 1 0,0 2 0,0-1 0,0-3 344,1 1 1,-1-2-1,1 0 1,0 1-409,1 5 0,0 2 0,1 0 1,0-2 430,0-5 0,0-1 0,0 0 0,1 2 22,1 8 1,0 2-1,0 0 1,0-2-24,-1-9 1,0-2 0,-1 0 0,2 3-254,-1 3 1,2 5 0,-1 0-1,1-2 1,-2-4 268,0 0 0,0-5 0,0 4 30,0 1 0,2 6 0,0 0 0,-1-1 0,-1-6 5,0-4 1,-1-5-1,0 4 40,3 10 0,1 5 0,0 2 0,0-5-16,-2-3 1,0-2 0,1 0-98,-2-5 1,1 0 0,0 1-1,-1-1 68,2 8 0,-1-1 0,0-2 0,-1-7 0,0-1 0,-1 1 37,2 7 0,-1 2 0,1-1-67,-2-1 0,1-1 0,-1-1-15,1 6 0,-1-1 44,-2-6 1,1 1 0,-2-5-90,0-7 0,0 0 45,2 21 0,-1-2 1327,0-4-1327,2 0 0,-1 1 0,-1-15 0,-1 0 1142,3 11 0,-1-2-1187,1 7 0,0-1 90,-1-13-90,2 6 902,-3-9-812,0 4 1666,-2-8-1756,-2 10 47,0-10-47,-4 15 0,2-13 349,-2 10-349,2-14 0,0 0 0,1-6 0,0 4 0,0-6 0,0 5 0,0-9 0,1 8 0,-1-10 0,1 6 0,0 0 0,0-3-360,0 7-2917,0-11 0,2-5 0,-2-12 2457,0-11 1,-6-13 0,0-2 0</inkml:trace>
  <inkml:trace contextRef="#ctx0" brushRef="#br0" timeOffset="46633">20407 4046 8252,'-13'-2'1080,"2"0"-631,3 1 271,0-1-270,0 2 89,1 0 181,-1-1 90,2 2-720,17 0 89,2 0-89,14 0 0,4-1-90,13-2-711,1 0 1,5 0 755,-5 0 0,3 1-979,-4 0 0,3 0 1,-2 0 933,-6 0 0,-2 0 0,3 0 22,-2 1 1,2 0-1,1-1 1,-1 1-584,9-1 1,0 0-1,2 0 561,-11 1 0,1-1 0,2 1 0,-1-1 0,-1 1 22,2-1 1,-2 1 0,0 0-1,3-1-22,-1 1 0,1 0 0,1 0 0,1 0 0,-1-1-276,0 1 1,-1 0 0,1 1 0,0-1 0,0 0 275,1 0 0,1 0 0,0 0 0,0 0 0,-1 0 8,-3 0 1,-1 0 0,-1 0 0,1 0 0,-2 0-9,7 0 0,0 0 0,-1-1 0,-2 1 0,4 0 0,-2 1 0,2-1 0,-1 0 0,2 0 0,0 0 0,-2 1 30,1-1 0,-2 0 0,1 1-30,-5-1 0,2 1 0,0-1 0,-3 1 90,2-1 0,-2 1 0,2-1-90,-4 1 0,2-1 0,0 1 0,-2 0 0,2 0 0,-1 0 0,1 1 22,2-1 1,2 0-1,1 0 1,-4 0-23,-1 0 0,-2 0 0,1 0 0,7 0 0,2 0 0,-1 0 0,-5 1 0,-1-1 0,-1 1 381,7-1 0,1-1-381,-8 1 0,2 1 0,-1-2 0,-3 0 0,0-1 0,0 1 30,4-1 0,0 1 0,-3-1-30,5 0 0,-2 1 0,-6 0 0,0-1 0,-2 1 289,6 0 1,-2 0-290,-6-1 0,1 1 0,0-1 0,15 1 0,0 0 716,-1 0 1,0 1-717,0 0 0,-2 0 0,-9 0 0,0-1 45,6 1 0,1 0-45,-8-1 0,0 1 0,8-1 0,1 0 0,-10 1 0,-1 0 0,6-1 0,0 0 0,-6 0 0,-1 1 0,9-1 0,1 0 0,0 0 0,-2 0 712,-10 0 0,0 0-712,14-2 0,-2 1 0,-12 0 0,-1 1 0,7-1 0,0 0 0,0 0 0,0 1-45,-4-1 0,-1 0 90,9 0 0,2 0-90,-1-1 0,-2 1 45,-8-1 0,0 1 0,15 0 0,-2 0 0,5-1 316,-1 1 1,-1 0-317,2-1 0,-17 1 0,4-1 0,-4 1 0,-5-1 0,-1 1 0,6-1 0,4 1 0,-2-1 0,1 1 0,-1-1 0,11 0 0,3 0-433,-1-1 0,0 1 433,-13 0 0,0 0 0,-2 0 0,7 0 0,0 1-8,8-2 1,0 0 7,-10 2 0,-1-1 0,9-1 0,2-1 0,-2 0 0,0 0 0,-1 1 0,0-1 0,-1-1 0,0 1 0,-1 0 0,-2 2-123,-10-1 0,-1 1 123,5-1 0,0 1 45,-6 1 0,-1-1-45,8 0 0,1 0 0,-7 0 0,1 0 0,11 0 0,-1 1 0,3-2 0,0 1 0,0-1 0,-7 1 0,-1-1 0,0 1 0,10 0 0,-15 0 0,1 1 452,12 1-452,-17-2 0,0 1 90,19-1-90,-17 0 0,0 0 579,-4 1 0,0 0-579,3-1 0,1 1 0,18-2 0,-16 2 0,0 0 0,9-1 0,-14 1 0,0 0 0,8 0 0,12-1 1056,-12 1-1056,12-2 0,-8-1-268,-13 2 0,0 0 268,13-1 92,6 1-92,-9-1 0,9-1 0,-1 0 0,-3 0 0,-3 1 0,0 0 0,-9 1 0,8-1 0,-7 1 0,19-1 0,-9 0 0,5 0 0,-5 0 0,-13 0 1143,6 0-1143,-12 3 167,2-2-167,0 1 0,-5 0 0,6 0 0,0 1 0,12 1 0,-6 0 0,14-1 0,2 2 0,1-1 0,-5 1 0,-10-2 0,-11 1 0,4-1 0,-8 1 0,1-2 0,-3 0 0,3 0 0,1-1 0,-3 1 0,8-1 0,-10 1 0,14 0 90,-16 0-90,10 0 0,-8 0 0,4 0 0,-4-1 0,7 1-90,-9-1 90,10 2 0,-5-1 0,0 1 0,7-1 0,-8 0 0,4 1 0,-4 0 0,-3 0 0,5-1 0,2 0 0,-4 0-90,4 0 0,-4-1 0,3 1 0,-4 0-360,3-1 180,-6 1-359,1 0 629,-3-1 0,-14-4 0,-2-2 0</inkml:trace>
  <inkml:trace contextRef="#ctx0" brushRef="#br0" timeOffset="49093">22978 3909 9602,'4'-7'2878,"-1"2"-1979,-10 0-899,3 8 90,1 0-90,0 5 0,1 2 0,0 7 90,1 8-90,-2 8 0,2 5 0,0-8 0,2 7-180,1-3 0,0-6-449,1 4 269,-1-20-2428,3 8 2788,-2-13 0,3 3 0,-1-7 0</inkml:trace>
  <inkml:trace contextRef="#ctx0" brushRef="#br0" timeOffset="49487">23506 3963 10321,'13'-6'1439,"0"-1"-1079,-5 3 0,7 12-90,-5 7-180,4 11 90,-6 9-180,-7 8-1170,0 6 1170,0-1 0,2-14 0,1-10 0</inkml:trace>
  <inkml:trace contextRef="#ctx0" brushRef="#br0" timeOffset="49909">24265 3981 10231,'-7'-8'810,"1"2"-91,2 1-179,0 2-450,0 9 90,0 1-90,1 12 0,2-4 90,0 11-90,0 9 0,0-6-90,1 15 89,1-24-538,2 21-361,-1-17 181,0 6-2648,2-10 3151,-2-10 1,5 5 0,-1-3 0</inkml:trace>
  <inkml:trace contextRef="#ctx0" brushRef="#br0" timeOffset="50303">24758 4010 10501,'3'-11'1169,"-1"2"-269,-1 4-810,1 8 0,-1-1 0,1 14 0,-1 7 90,1 18-180,-1 7-450,1 1-630,-1-10-2197,2-11 3084,-1-8 1,1 1-1,-1-5 1</inkml:trace>
  <inkml:trace contextRef="#ctx0" brushRef="#br0" timeOffset="50765">25383 3945 10231,'3'-8'990,"2"7"-811,-3 4-89,2 7 90,-1 4 0,-1 7 0,1 9-90,0-4 0,0 10-90,3 1-90,-2-6-630,4 7-1438,-3-18 2158,2 3 0,1-5 0,0-2 0</inkml:trace>
  <inkml:trace contextRef="#ctx0" brushRef="#br0" timeOffset="51161">26038 3923 11131,'6'16'719,"-1"1"-449,-5 4 0,2 12-90,-2 8-90,1-15 0,0 1-540,1 3 0,1 0-1888,1 14 2338,2-2 0,-1-19 0,0-2 0</inkml:trace>
  <inkml:trace contextRef="#ctx0" brushRef="#br0" timeOffset="51606">26561 3940 10411,'-2'-9'2609,"3"24"-2430,2 8-89,2 9 0,0-3 0,1 0-449,4 12-1261,-3-7 1,1-1-719,1 3 2338,-1-5 0,-3-17 0,1 1 0</inkml:trace>
  <inkml:trace contextRef="#ctx0" brushRef="#br0" timeOffset="52000">27094 3891 10951,'2'-11'989,"-2"2"-899,-1 25 0,0-10 90,1 28-90,-1-12-90,1 1 90,0 8 0,3 3-630,1 2 180,0-2-1888,2-7 2248,-1-9 0,2 5 0,1-1 0</inkml:trace>
  <inkml:trace contextRef="#ctx0" brushRef="#br0" timeOffset="52439">27720 3873 10591,'-1'20'809,"-1"7"-629,0 4-90,-1 5 0,2-11 0,-1 7-360,2-8-899,0 11-270,2-13 1439,1 4 0,1-11 0,1 3 0</inkml:trace>
  <inkml:trace contextRef="#ctx0" brushRef="#br0" timeOffset="52844">28493 3825 10231,'6'-5'1709,"0"7"-1529,-4 1 90,-2 11-3547,0 4 2572,0 1 1202,2 22-407,-2-17-269,4 24-541,-2-18-1709,3 9 2429,0-4 0,2-3 0,-2-1 0</inkml:trace>
  <inkml:trace contextRef="#ctx0" brushRef="#br0" timeOffset="56443">21960 3706 10051,'-10'-1'2969,"21"-2"-2879,-4 2-90,20-1 179,11-2-179,0 1-90,9-1 1,-10 2-721,11-3 0,-9-1 181,6 0-2648,-12 0 3264,-18 2 0,6-2 0,-7-1 1</inkml:trace>
  <inkml:trace contextRef="#ctx0" brushRef="#br0" timeOffset="57079">21998 3304 9961,'-9'2'2699,"0"-1"-2609,25-6 0,0 1-405,10-1 0,4-1-944,15-3-380,-19 5 1,-2-1 818,7-1 1,-9 0 0,-6 1 0</inkml:trace>
  <inkml:trace contextRef="#ctx0" brushRef="#br0" timeOffset="58699">21877 2955 9602,'-10'1'1798,"20"-2"-1798,-3 0 90,19-2 0,0-1 0,4 2-180,12-4-90,-10 3-359,6-2-1710,-4 0 2249,-4-1 0,-2-1 0,-12 0 0</inkml:trace>
  <inkml:trace contextRef="#ctx0" brushRef="#br0" timeOffset="59230">21813 2521 9961,'19'5'630,"8"-2"-630,13-9-225,-10 1 0,0 1-854,10-3 1079,-12 3 0,0-2 0,-1-2 0,2-2 0</inkml:trace>
  <inkml:trace contextRef="#ctx0" brushRef="#br0" timeOffset="59845">21782 2115 8522,'-10'1'1979,"25"-5"-1979,2 1 0,11-2 0,4-1-675,-5 1 1,-1 0-406,22-4 1080,-9 0 0,-30 6 0,1 0 0</inkml:trace>
  <inkml:trace contextRef="#ctx0" brushRef="#br0" timeOffset="60507">21750 1723 8702,'-2'-8'1259,"6"0"-1259,-2 6 0,8 0 0,4 0 0,5-1-359,8 0-1,-3-1-1079,6 0 1439,-7 0 0,4-3 0,-3 0 0</inkml:trace>
  <inkml:trace contextRef="#ctx0" brushRef="#br0" timeOffset="61177">21687 1377 8522,'5'-7'270,"1"1"-270,2 5 180,12-3-180,-5 2 90,18-5-45,-7 3 0,1-1-135,9-1-90,-5 1 0,-2-1-90,-9 2 270,15-4 0,-17 2 0,6-3 0</inkml:trace>
  <inkml:trace contextRef="#ctx0" brushRef="#br0" timeOffset="61726">21685 925 7892,'-9'-8'810,"3"2"-180,0 1-1,1 2-539,7-1 0,6 0 0,26-3-90,-6 3-180,-2 0 0,2 1-1349,12-1 1529,-15 2 0,0-1 0,20-1 0,-4 0 0</inkml:trace>
  <inkml:trace contextRef="#ctx0" brushRef="#br0" timeOffset="65376">22036 4172 10771,'-9'-8'719,"-2"0"-539,6 6 180,-11 0-90,3 1-90,-10 3-90,7 1 0,-9 7 0,3 4 0,-9 11 0,5 0 0,-2 12-90,9-6 90,1 9-90,9-13 89,7 10-89,8-13 0,1 3 90,7-5-90,3-10 0,6-2 0,-1-5 90,7-7-90,-4-6 0,8-8 0,-8-1 90,6-17-90,-19 12 0,-3-2 45,2-1 0,-1 0-45,-3 0 0,-2 1 0,-6-21 0,-7 10-90,-7-5 0,0 11-539,-12 7-631,-1 16-2017,-15 10 3107,7 5 0,-6 12 0,11-1 0</inkml:trace>
  <inkml:trace contextRef="#ctx0" brushRef="#br0" timeOffset="83776">23537 4492 9602,'1'-12'1709,"0"2"-1530,0 3 1,1 3 0,1-1-180,2 1 90,1 0 0,0 0-90,3 0 90,3 0 0,4-2-90,-3 2 90,5-2-90,-9 5 0,5-1 0,-8 3 90,1 4-90,-6 3 0,-1 3 0,-8 7 0,-6 2 0,-4 7 0,-4 3-90,6-8 90,-1 3-90,7-9 0,1 2 0,4-6 90,5-1-270,6-4 270,0-2-90,7-1-90,0-4 1,3 0-181,0-2 90,-4 1-450,0-2 271,-4 1-1530,3-2 1979,-5 0 0,4-1 0,-3 0 0</inkml:trace>
  <inkml:trace contextRef="#ctx0" brushRef="#br0" timeOffset="87543">21614 3288 8882,'-6'-6'2339,"1"0"-1890,0 4-359,12-1 0,-2 0 0,19-1-90,-13 1 0,5 1 0,-7 2 0,1 0 90,1 2-90,-1 2 0,-5-1 0,-2 4 0,-4 4 0,-3 6 0,-2-1 90,-9 13-90,5-13 0,-12 21 0,11-20 0,-7 11 0,8-12 0,-2 1 90,5-5-90,1 0-90,3-6 180,0 2-90,3-2 0,3-1 0,4-2 0,5-2 0,5-4-90,-1 0 90,15-5 0,-9 2-90,5-1-360,-5 0-269,-8 3-2558,0 0 3264,-3 0 0,-5 2 0,-3 1 1</inkml:trace>
  <inkml:trace contextRef="#ctx0" brushRef="#br0" timeOffset="89487">23365 3198 10231,'4'-7'2429,"0"1"-1979,-1 2-450,-1 7 0,1-1 89,-1 6-89,0-4 0,0 1 90,0-1-90,2 0 0,-1-6 90,1 0-90,-2-6 0,-2 2 0,-2 1 0,-4 1 0,0 5-90,0 1 0,6 1 90,3-9 0,1 1 0,-4-5 0,-12 13 0,8 0 0,-6 10 0,9-4 0</inkml:trace>
  <inkml:trace contextRef="#ctx0" brushRef="#br0" timeOffset="90285">23310 3068 9242,'-5'-7'1979,"0"0"-1080,1 4-719,-2 2-90,-1 3 0,-3 6 0,3-1 0,-2 6 0,2 1 0,-4 11-90,6-7 90,-2 10-90,5-7 90,0 4-90,2 1 0,3 4 90,2-5-90,5 3 0,-2-11 0,7 0 0,5-2 0,-2-4 0,11 0 0,-14-8 0,11-1 0,2-3 0,-5 0 0,6-4 0,-13 0 0,3-4 0,-5 1 0,-1-6 0,-5 1 0,0-8 0,-3 3 0,-3-9 0,-3 3 89,-6-16 1,1 14-90,-9-11 90,4 16 0,-6-5-90,3 9 90,-6 2-90,3 6 0,-7 1-90,-2 6-539,-1 4 269,0 4-809,0 3-540,8-1 1709,-2 4 0,7-1 0,-3 2 0</inkml:trace>
  <inkml:trace contextRef="#ctx0" brushRef="#br0" timeOffset="101942">24186 4192 9512,'-3'-5'0,"1"0"0</inkml:trace>
  <inkml:trace contextRef="#ctx0" brushRef="#br0" timeOffset="102454">24755 4171 9062,'2'-5'0,"-1"1"0</inkml:trace>
  <inkml:trace contextRef="#ctx0" brushRef="#br0" timeOffset="103132">25441 4119 7982,'-7'-6'0</inkml:trace>
  <inkml:trace contextRef="#ctx0" brushRef="#br0" timeOffset="103655">26113 4136 8432,'-8'-1'0,"2"1"0</inkml:trace>
  <inkml:trace contextRef="#ctx0" brushRef="#br0" timeOffset="104081">26637 4144 7982,'0'0'0</inkml:trace>
  <inkml:trace contextRef="#ctx0" brushRef="#br0" timeOffset="104519">27093 4137 7263,'6'-2'0</inkml:trace>
  <inkml:trace contextRef="#ctx0" brushRef="#br0" timeOffset="116059">6205 862 6543,'-10'-3'-90,"1"0"90,4 1 0,0-1 0,-1 1 0,0 1-180,0 0 180,-2 1 0,5 0 0,0 1 0</inkml:trace>
  <inkml:trace contextRef="#ctx0" brushRef="#br0" timeOffset="122222">8462 2245 6183,'-26'2'-54,"1"0"0,-22 4 0,12-2 0,0 0 1</inkml:trace>
  <inkml:trace contextRef="#ctx0" brushRef="#br0" timeOffset="132966">23345 3228 8972,'12'-3'630,"0"0"-541,-4 3-89,0 0 90,3-1 0,-1 0 0,6-1 0,2 0-90,5 1 90,-4-2-90,8 1 0,0-1 90,9 0-90,-6 0 0,12-2 90,-4 2-90,-13 0 0,2 0 0,-1 1 0,1 0 0,0-1 0,-1 1-584,2 0 0,-2-1 584,15-1-152,7 0 152,-8 0 0,8 0 0,-8 1 0,7-1 0,-6 0 0,-9 0 0,1 1 0,10-2 0,-13 1 0,0 1 0,9-1 0,11-1 1137,-13 1-1137,7-2 0,-8 1-410,6-1 410,-9 1 0,3-1 0,-7 2 0,13-3 0,0 0 0,-2 2 0,-3 0 0,-14 3 0,6-1 773,-3-1-773,10 0 0,-7 1 0,8-1 0,4 2 0,-8 0 0,5-1 0,-4 2 0,-5-1 0,3 1 0,-1 1 0,-7-1 0,8 2 0,0-2 0,-7 2 0,12 0 0,-17-1 0,18 0 0,-20 0 90,20 1-90,-11 0 0,7-1 90,-4 1-90,1-1 0,-6 1 0,2 0 0,-7 0 90,1-1-90,8 0 0,-9 0 0,1 1 0,0 0 0,-2-1 0,3 1 90,-1-1-90,-3 1 0,3 0 0,-5 0 0,4-1 0,-4 0 0,5 1 0,-1-1 0,-5 1 0,6 1 90,-6-1-90,1-1 0,2 1 0,-5-1 0,6 1 0,-4 0 0,3 0 0,-2 0 0,4-1 0,0 2 0,1-1 90,2 1-90,-1 0 0,-3 0 0,1 0 0,-1-1 0,2 1 0,0 0 0,-5-1 0,2 1 0,0 0 0,-3-1 0,1 1 0,-2-1 0,-2 0 0,8 1 0,-5-1 0,-2 1 0,-1 0 0,-3-2 90,8 2-90,-5-1 0,3 1 0,-4-1 0,-2-1 0,-1 1 0,-1-1 0,4 0 0,-1 1 0,2 0 0,0 0 0,0 1 0,2-1 0,-2 1 0,5-1 0,-10 0 0,11 0 0,-8 0 0,2 0 0,1 0 0,-4 1 0,1-1 0,-1 1 0,0-1 0,1 1 0,3 0 0,-4 0 0,1-1 0,-4 0 0,1 0 0,-2 0 0,2-1 0,-1 2 0,-1-1 0,2 0 1169,-2 0-719,1-2-270,-2-1 0,-1-3 89,-3-1-89,1-1-90,-2 0 180,1-3-90,-2-1-180,0-1 180,0-6-90,0 3 0,1-5 0,-1-2-90,1 2 90,-1-4 0,1 5-90,-1 2 90,-2-9-1,1 6-89,-2-10 0,2 10 90,0-5-90,0 5 0,0-7 0,1 6 90,0-7-90,2 5 0,0-9 0,2 0 90,1-4-90,2 2 0,0 1 0,-1 8 0,2-4 90,-2 7 0,1-6-90,0 3 90,-2 7-90,2-2 90,-2 4-90,0-2 0,0 1 0,0 0 90,0 0-90,1 1 0,-2 3 0,0-1 90,0 1-90,0-3 0,0 3 0,-1-4 90,-1-3-90,2 3 0,-3-9 90,1 8-90,-2-7 0,1 0 0,0 5 0,0-3 0,-1 3 0,-1-6 0,-1 0 0,1 5 0,-1-5 0,1 4 0,-5-16 0,0-7 0,-2-1 0,5 20 0,0 2 0,-2-9 0,0-8 0,2 6 0,-2-9 0,3 9 0,-2-4 0,2 9 0,-1-13 0,-1 2-90,1 3 90,1 6 0,2 13 0,0 0 0,-1 3 0,1-2 0,0 3 0,0 0 0,1 2 0,0-5 0,0 0 0,-1 1 0,2 3 0,-1 4 0,1 3 0,0-4 0,-1 3 0,1-2 0,0 3 0,0 1 0,0-1 0,0 0 0,-1-1 0,1 1 0,0 0 0,-1 1 0,0-1 0,0 2 0,0-3 0,0 3 0,-1-2 0,0 2 0,1-1 0,-1 0 0,-1 1 0,0 1 0,-5 3 0,2-1 0,-6 4 0,-1-2 0,0 0 0,-17 2 0,11-1 0,-6 0 0,-3 0 0,-5 1-362,0 0 0,-2-1 362,3 1 0,0 0 45,-10 1 0,-1-1-45,5 0 0,-1 0-491,5 0 0,-2 0 1,1 0 490,-14 2 0,-1 0 0,14-2 0,-3 0 0,0 1 0,0 0-667,-1 0 1,1 1 0,-1 0 0,2 0 666,-5-1 0,2 1 0,-2-1 0,4 1 0,-2 0 0,2 0 0,5-1 0,1 0 0,2 0-215,-8 0 0,-4 1 0,4-1 215,1 1 0,1-1-37,0 1 1,-3 0 0,2 0-9,-9 1 0,2 0 45,11-1 0,0 0 0,1 0 0,-10 2 0,4-1 423,12-1 1,0-1-424,-5 1 0,1-1 0,-10 2 1355,11-1 0,-3 0-1355,0 0 0,1 1 0,5-2 0,1 1 513,-15 0 0,0 1-513,14-2 0,1 0-1225,-14 1 0,0-1 1225,-6 1-47,-1-1 47,16-2 0,-8 0 0,-1-1 0,8 1 0,-8-1 0,4 1-90,-9-1 90,8 1 0,-6-1 0,7 2 0,-8-1 0,2 1 0,3 0 0,3-1-90,3 0 90,9-1 0,-6 0 0,2 2 0,-7-1 0,5-1 0,-2 1 0,-1-1 3276,7 1-3184,-8-1-21,15 1-71,-5-1 0,2 1 0,6-1 0,-3 0 0,3 0 0,-4 1 0,0-1 0,5 1 0,-8-1 0,12 0 0,-10 0 0,7 0 0,-4 0 0,0-1-90,0 0 90,4 0-180,-12-1 180,8 0-90,-6 1 0,-1 0 90,13 1-90,-14 0 90,8-1 0,-1 1-90,2 0 90,5 0 0,3-1 0,-2 1 0,5 0-89,-2 0-1,2 1 90,3 3-90,3 8 90,4 6 0,0 1 0,1 7 0,1-2 90,1 12-90,1 5 0,-2-10 0,1 1 0,-1-4 0,0 0-731,1 5 0,-1 0 731,4 12-58,-4-20 0,0 1 58,2 3 0,1 1 45,-1 1 0,2 3-45,3 9 0,0 1 0,-3-11 0,1-1 0,0 4 0,0 0 45,0-2 0,0-2-45,-3-7 0,0 1 0,1 2 0,0-1 0,3 14 0,-3-9 0,1 12 0,-3-15 0,0 5 1442,-2-2-1442,-1-7 225,0 7-225,-2 5 0,1-6 0,-2 4 0,0-7 0,0-7 0,1 10 0,1-9 0,1 10 0,-1-10 90,1 8-90,-1-13 0,2 12 0,-3-15 0,3 9 0,-2-5 0,3 10 0,1 1 0,-3-5 0,3 8 0,-5-17 0,3 11 0,-2-8 0,0 4 0,-1-4 0,2 9 0,-1-5 0,2 9 90,-3-13-90,3 6 0,-3-14 0,1 9 0,-1-7 0,1 4 0,-1-4 0,1 1 0,-1-3 0,1 2 0,-1-2 0,2 3 0,-1-4 90,0 2-90,-1-3 0,0-3 0,1 4 0,-1-3 90,2 4-90,-2-5 90,1 2-3367,-2-3 0,-2-11 2936,-1 4 1,-8-12 0,1 8 0</inkml:trace>
  <inkml:trace contextRef="#ctx0" brushRef="#br1" timeOffset="152159">22604 1910 9152,'2'7'989,"2"-1"-899,1-4 90,1-1-90,5 0 90,0 0-90,6 0-90,-4 1 90,3-1-90,12-1 90,-10 0-90,24 0 90,2-2-90,-17 2 0,2-1 0,9-1 0,0 0 0,-6 1 0,0-1 0,7 1 0,0 0 45,-3 0 0,-1 1-45,1 0 0,0-1 0,6 1 0,0 0 0,-9-1 0,1 1 0,14-2 0,-2 1 0,2-1 0,-20 1 0,0-1 0,-2 0 0,-1 0 90,1 0-90,3-1 0,1 0 0,16-1 0,-12 1 0,-8 1 0,1 0 0,18 0 0,-12 0 0,-5 2 0,0-1 0,18-2 0,-18 2 0,1 0 0,11-2 0,-1 1 0,9-2 45,-16 2 0,3-2-45,-1 2 0,0-1 0,15-1 0,-11 2 0,2-1 0,-3 0 0,-1 1 0,-4 0 0,1 0 0,12 0 0,0-1 44,-16 2 1,-1-1-45,6 1 0,0-1 0,-8 0 0,1 1 45,9-2 0,0 1 0,-4 0 0,-1 0-90,1-1 0,0 1 90,0 0 0,-1 0-45,15 0 0,-10 0 0,-2 1 0,-3 0 0,14 0 0,3 0 90,-12 0-90,12-1 0,-7-1 0,0 1 0,9-1 0,-15 2 0,7 0 0,-7 0 0,-9 1 0,-8-1 0,-5 0 0,-2 1 0,5-2 0,-4 0 90,5 0-90,-4-1 0,1 1 0,0-1 0,-4 1 0,2 0 90,-5 0 90,2 0 90,-4 0 899,2 3-899,-2-4-270,0 7 0,-2-4 90,0 8-90,-1-2 0,-1 2 0,2 5 0,-2-5 0,1 9 90,0 4-90,-2-7 0,2 12 0,-1-2 0,-1 2 90,1 14-90,1-7 0,-1-6 0,1 6 0,0-4 0,-1-3 90,2 11-90,0-14 0,1 12 0,0-4 0,-2-7 0,2 6 0,-1-10 0,1 17 0,-2-17 0,1 6 0,-1-3 0,-1-6 0,0 10 0,0-3 0,-1-7 0,2 15 90,-1-7-90,1 7 0,0 7 0,1-2 90,0 0-90,0-1 0,1-1 90,0 2-90,1 2 0,-3-13 90,3 12-90,-2-18 0,2 25 0,-1-17 0,1 14 0,-3-22 0,0 4 0,-1-2 0,0-7 0,0 10 0,-1 0 90,0 1-90,1 13 0,-1-18 0,0 6 0,1-5 0,-1-5 0,1 8 0,-1-4 0,0-5 0,0 10 0,0-7 0,-1-3 0,0 3 90,0 0-90,0 0 0,1 9 0,0-7 0,1 3 0,-1-6 0,0 3 0,0-6 0,-1 1 0,1-2 0,-1-2 90,2-3-90,-1 0 1079,0-4-989,-3-8 0,-2 0 90,-9-9-90,-3 5-90,0 1 0,-11 0 0,-3 1 90,1 0-90,6 2 0,-2 0 0,1 0 0,-1 1 0,-18-2 0,8 2 0,0-1 0,-14 1 0,7-1 0,-2 1 0,5 0 0,-1-1-30,8 2 0,-2-1 0,1 1 30,-10-1 0,1 0 0,2 1 0,0 1-45,-2-1 0,4 1 45,-6-1 0,13 1 0,0 0 0,-11 1-45,3 1 0,-4 0 45,2 0 0,-1 0 0,9 0 0,-2 1 0,2-1 0,-12 1 0,1 0 0,8-1 0,2 0 0,-12 1 0,7 0 0,13 0-90,-1 0 90,-17 1 0,10 0 0,-7-1 0,15 0 0,0 0 0,-20 1 0,0 0 0,11 0 0,0-1 0,0 0 0,-5 0 0,-1 1 0,-7 0 0,10 0 0,1-1 0,2 1 0,-13 0 0,2 2 0,12-2 0,7-1 0,-2 1 0,-1 0 0,-1 0 0,3-1 0,-1 0 0,-14 1 0,0 1 0,14-2 0,1 0 0,-6 0 0,1 0-90,-4 1 90,-7 0 0,10 0 0,10-2 90,-16 2-90,27-3 0,-15 1 0,9-1 0,1 1 0,-5-1 0,12 0 0,-11 0 0,12-1 0,-6 1 0,6-1-90,-1 1 180,-3-1-90,7-1 0,-2 2 90,3-1-90,10-1 0,1-1 0,7-2 0,-3 1 0,3 0 0,-6 1 0,7-3 0,-4 0 0,4-1 0,-2 2 0,3-1 0,-4 1 0,1 1 0,-3 0 0,-2 1 90,0 1 0,-5-5 0,1 2 90,-9-13-180,4 8 90,-3-11-90,4 10 89,-6-21 1,0-6-90,1-1 45,0 6 0,0-2-45,2 5 0,-1-2 0,-4-14 0,1-2 0,0 1 0,1 1-203,2 9 0,0 1 203,0-8 0,0-1 0,1 7 0,1 0 0,-2-6 0,0-2 0,0-3 0,1 1-45,1 12 0,0 2 45,1 6 0,1 0 0,0-4 0,0 1 0,0-10 0,0 7 0,1-1 0,0 6 0,0 0 0,1-2 0,0 1-90,0-19 586,1-2-496,1 13-90,0-11 90,-1 21 0,0-10 0,-1 9 0,0-3 0,-1-6 0,0 9 0,1-3 0,0 13 0,0-5 0,-1 5 0,1-2 0,-1-1 0,1 5 0,0 3 0,1 2 0,-1 0 0,-1 1 0,1-1 0,-1 2-89,0 3-3188,0 1 2457,-4 6 1,1-1 0,-3 4 0</inkml:trace>
  <inkml:trace contextRef="#ctx0" brushRef="#br1" timeOffset="153676">26075 3318 10591,'8'6'720,"2"0"-1,19 5-494,-5-4 0,4 0-45,12 2 0,7 0 0,-3 0-787,3-1 1,1 1 673,-10-3 0,3 0 1,2 0-1,-1 0 45,4-1 1,1-1-1,-1 0 1,-2 0-83,0 0 0,-2 0 0,5 0 15,-7-1 0,5 0 0,3 1 0,0-2 0,1 0 0,-2-1-347,-2-1 0,-1-1 0,0 0 1,0-2-1,1 1 0,1-1 327,-3 1 1,1-1 0,0 0 0,1 0 0,1-1-1,0 0 1,0-2-4,1 0 1,1-1-1,1 0 1,0-1-1,0-1 1,-2 0 0,-1-1-1,-2 0-356,0-1 1,-1-1-1,-2-1 1,-1 0-1,-2-1 1,0 1 355,12-3 1,-3-1-1,-2 0 1,-2-3 111,-7-1 1,-2-3 0,-3 0 0,-5 2 0,0-6 0,-4-1-15,0 3 0,0-2 0,-4 1-30,-5 1 0,-5 1-90,1-6 262,-4 8-1072,-3 12 23,0-5-2002,-3 7 3608,-2 2 0,-4 6 0,-1 1 0</inkml:trace>
  <inkml:trace contextRef="#ctx0" brushRef="#br1" timeOffset="154459">29293 2726 11041,'10'-16'1799,"-3"-1"-1350,-4 8 181,-5-1-360,-3 6 90,-24 14-270,13-2-45,-3 5 0,-1 5 0,3 5 0,3 1 44,-7 10-89,7-6 0,4 2 0,8 15 0,2-12-45,5-6 1,4-1-46,15 3 90,7 0 0,-5-10-90,-1-13 90,-10-8 0,-2 0 0,-4-8 0,-12-3-90,-4-4 90,-1 4-90,0 2-270,5 4 360,4 1-90,2-2-180,21-6 270,-4 6-90,24-9 0,-26 10 90,8-1 0,-17 10 90,-7 13-90,-7 11 0,-8 16 0,1-11 0,2 18 0,7-30 0,2 15-989,13-19 449,-3-5-2158,12-4 2698,-2-12 0,7-6 0,3-3 0</inkml:trace>
  <inkml:trace contextRef="#ctx0" brushRef="#br1" timeOffset="154726">29653 2754 13110,'-2'-12'2158,"14"0"-1978,0 6 360,26-4-270,3 1-180,-10 2 0,0 0-180,16-3-720,-15 3 1,-3 0 89,-10 1-2557,10-5 2477,-30 5 0,-6 0 0,-7 0 1</inkml:trace>
  <inkml:trace contextRef="#ctx0" brushRef="#br1" timeOffset="154959">29851 2650 13829,'-6'13'2069,"4"21"-1799,3 0 0,1 4-91,0 1 1,1 2-150,-1-4 0,0 1 0,1-2-660,1 1 1,1-3-1010,1-5 1,2-4 818,4-7 1,-2-24 0,-1-11 0</inkml:trace>
  <inkml:trace contextRef="#ctx0" brushRef="#br1" timeOffset="156043">26956 1385 9062,'-11'1'3276,"0"0"-1875,5 0-1221,7-6 0,1 3 540,34-19-541,-12 8 1,4-2-60,9-4 0,6-2 0,3 0-619,-7 2 1,2 0 0,1 0 0,1 1 515,-5 2 1,0 1 0,1 0 0,1 0 0,0 1 0,2-1 0,3 1 0,-1 1 0,-1 0 0,-1 3-73,0 0 0,-2 3 0,-1 0 1,1 2 54,2 1 0,1 1 0,-3 1 0,-3 1-45,5 3 0,-4 1 0,2 1 0,-3 2-315,5 3 180,-13-3-360,11 3 271,-29-7-991,10 1-2017,-5-5 2973,-1 1 304,1-3 0,-3-1 0,2-1 0</inkml:trace>
  <inkml:trace contextRef="#ctx0" brushRef="#br1" timeOffset="156443">28719 870 11580,'2'-20'2789,"0"3"-2070,0 8-629,2 8 270,3 33-270,-3-3 0,2 3 0,-1 7-30,-1-4 0,-1 4 0,0 0-346,0-5 0,1 0 0,-1 0 256,1 10 0,0 2 1,0-6 108,-1-7 1,0-5-800,1 19 270,-2-32 450,1 5 0,-5-25 0,-1-4 0</inkml:trace>
  <inkml:trace contextRef="#ctx0" brushRef="#br1" timeOffset="156809">28651 922 11580,'-16'-14'2069,"3"3"-1529,10 5-180,13-2-270,-2 3 179,27-5-89,1 7-90,0-1 0,-7 4 0,0 3-90,5 9 90,7 11-90,-30 7 0,-11-6 90,-29 7-90,1-12-90,-1 1-809,-2-1-2378,19-11 2457,4 1 1,14-5 0,9 0 0</inkml:trace>
  <inkml:trace contextRef="#ctx0" brushRef="#br1" timeOffset="157376">29098 1524 12030,'-7'4'3276,"0"-1"0,7-12-2272,9-9-1004,0-2-270,13-18-45,-13 15 0,-1-1 90,4-9 1,-1 0 134,-2 6 0,-1 0-180,-1-7 0,-3 3 0,-6 4-90,-8-7 270,-4 25-179,-1 11 89,15 13 90,15-2 0,4-1 90,17-6-90,-7-1 0,0-2 0,2 7 90,-18 6 0,1 0 0,-14 31 0,-4-3 0,2-8 0,-1 0 0,1 8-270,7 2-2069,17-24-719,-3-8 3058,15-5 0,-9-17 0,1-4 0</inkml:trace>
  <inkml:trace contextRef="#ctx0" brushRef="#br1" timeOffset="157793">29533 1410 13919,'1'7'2878,"9"-6"-2518,10-10-90,7-11-180,-10 5-180,0-13 0,-16 9 0,1-2-90,-11 1 90,-6 14 0,-1 1 0,-16 19 90,8 14-90,-1 0 90,14 1 0,6 0 0,6-3-45,1 0 1,6 0 44,10-5 0,3-4 0,6 9 0,-1-8 0,3-5-360,-2-7 0,-1-4-270,15 2-1009,-5-5 1,1-6 1605,-13-5 0,-2-3 0,1 2 0,0-2 0,-5-4 0,1 0 0</inkml:trace>
  <inkml:trace contextRef="#ctx0" brushRef="#br1" timeOffset="158309">30039 1361 17697,'-13'7'2339,"-18"12"-1800,-6 10-449,17-11 0,0 3-225,3 2 0,4 2-224,7 10 89,26-10 180,3-26 0,4-9 45,8-12 0,0-4-337,-3 2 0,-2-4 352,-4-5 0,-1-7 0,-4 1 0,-8 6 0,-3 0 0,0 0 30,2 1 0,0-1 0,-3-1 0,-2-7 0,-3-3 0,-2 5-45,-3 3 0,-1 3 0,1-5 0,-2 6 45,-5 17 0,5 37 0,2 17-45,1 4 0,1 5-45,4-2 0,0 4 0,2-5-112,-1-3 1,2-2-69,3-7 0,2 1 0,3-7-1369,6-9 1,4-5-1,10 0 1,2-4 1091,-7-6 1,-1-4 0,4-8 0,-3-4 0,7-9 0</inkml:trace>
  <inkml:trace contextRef="#ctx0" brushRef="#br1" timeOffset="158476">30993 1178 21745,'6'6'-810,"-1"1"-1169,-6-2 180,-2 0 1799,-36 7 0,9-6 0,-4 0 0,1 0 0,0 0 0,0-1 0</inkml:trace>
  <inkml:trace contextRef="#ctx0" brushRef="#br1" timeOffset="164693">22930 3767 11400,'-3'9'90,"2"-1"-90,3-3 0,4-2 0,0-1 0,4-2 0,-1-3 90,-1-2 90,-2-6-90,-5 0 0,-2-3 0,-5 5-90,-3 2 0,2 4 0,-10 4 0,9 1 0,-8 6 0,11 0 90,1 5-90,8-2 0,6-3 90,9-5-90,-7-5 0,3-3 180,-6-5-180,-2 2 90,-5-6 0,-5 6-90,-4 3 0,-4 7 0,0 6 0,2 7 90,12-4-90,5-3 90,10-12-90,-7-1 180,0-5 89,-7 1-179,-4-2 0,-1 2 0,-11 6-90,7 4 0,-8 8 0,10-3 0,3 6 0,4-7 0,10-2 90,-6-4-90,4-3 0,-4-2 0,-2 0 90,1-2-90,-7 1-90,-7 5 90,0 3 0,-4 8 0,13-2 0,2-4 0,8-6 90,-2-4-180,-2-2 0,-11 1 0,-2 3 90,-5 4 0,1 2 90,3 1-90,3-6 0,2-1 0,3-2 0,-2-1 0,-2 4-539,-6 2-541,1 2 1080,-2 4 0,7-3 0,0 0 0</inkml:trace>
  <inkml:trace contextRef="#ctx0" brushRef="#br1" timeOffset="166176">4560 908 11131,'-1'-5'1709,"2"2"-1350,23-4 1,16 0-240,-2-2 0,6 0 0,1 1-624,-4 0 0,2 1 0,1 0 0,1 1 486,-3-1 0,3 1 0,1-1 0,-2 2 0,-3 0-162,9-1 0,-4 2 0,-2 1-913,-3 1 1,-2 1 0,-9 2 984,-8 2 0,-14 1 0,-23-2 1</inkml:trace>
  <inkml:trace contextRef="#ctx0" brushRef="#br1" timeOffset="166726">3543 471 10501,'-8'-8'2249,"1"0"-2159,5 13 90,6 13-90,3 16-270,-2-9 0,1 1-405,-1-1 0,-1 1-674,2 18-180,-4-16 1439,-4-10 0,1-11 0,-2 0 0</inkml:trace>
  <inkml:trace contextRef="#ctx0" brushRef="#br1" timeOffset="167226">3468 540 9422,'-10'-33'899,"0"5"-179,3 1-181,7 6-89,9 7-90,15-4-270,-4 7 0,13-2 0,-18 9 0,18-3 0,-12 7-90,13 7 90,-17 7-180,-3 13 90,-10-4-90,-3-3 90,-2-3-90,2-6 90,-1-1-180,4 2 0,7 0 180,-2-2-90,8 11 0,-8-3 0,-6 18 0,-17 9-450,-7-2-180,7-21 1,1-2 719,-1-1 0,6-6 0,7-11 0</inkml:trace>
  <inkml:trace contextRef="#ctx0" brushRef="#br1" timeOffset="167960">3904 560 12660,'-4'9'270,"0"4"-270,4-6 90,0 13-270,4 0 0,3 0-180,7 1 180,2-15 180,1-6-90,-7-5 90,-3-11-90,-8 5 90,-10-16-90,0 10 0,-7-5 0,10 12 90,4-1 0,11 0 0,13-9 0,10-7 0,0-5 0,-6 5 180,-8-6-90,-11 6 0,0 1 90,-7-7-90,0 15-90,0-1 90,0 6-90,6 24 90,11 30-90,-4-3 0,1-4 0,1 2 45,-2 0 0,1-1-45,-2-6 0,2 0 0,2 7 0,2-3-180,6-7-810,4-19-1348,-7-20 2338,-5-12 0,-10-9 0,-7 0 0</inkml:trace>
  <inkml:trace contextRef="#ctx0" brushRef="#br1" timeOffset="168176">4063 406 10861,'15'-18'360,"-5"6"-720,11-2-1889,-5 4 2249,1-2 0,-3-1 0,-5 2 0</inkml:trace>
  <inkml:trace contextRef="#ctx0" brushRef="#br1" timeOffset="168443">4200 260 9961,'1'-9'2519,"0"0"-2339,7 15 180,7 26-271,-4-5 1,1 3-45,2 12 0,0 1-315,-1-3 1,0-1-226,-2-7 0,1-3 495,12 5 0,-7-27 0,3-9 0</inkml:trace>
  <inkml:trace contextRef="#ctx0" brushRef="#br1" timeOffset="168659">4330 430 9871,'-7'-4'900,"7"-3"-720,6 1 0,16-9-810,1 2 630,7-6 0,-9 6 0,-2 1 0</inkml:trace>
  <inkml:trace contextRef="#ctx0" brushRef="#br1" timeOffset="169676">4501 320 13379,'-9'33'450,"3"-12"-450,2 13-360,7-4 270,-2-9-269,6 9-181,10-19 360,1-7 0,10-15 90,-14-15 0,-7-6 0,-18-5 90,-5 12 0,0 6-90,-2 7 90,11 7 0,-6-3-90,8 2 90,1-2 90,17-8-180,7-1 90,19-6 0,-15 10-90,5 1 90,-11 8 0,-1 4 90,1 9-90,-8 12 0,-4 5 0,-5-3 0,0 3 90,-1-11 0,0 5-90,7-19 90,1-7-90,3-9 0,2-8 0,-1 3 0,-1 2 0,2-1-90,-4 14 90,5 5 0,-1 7-90,3 8 90,-5-1 0,1-2 90,6-14-90,0-7 0,15-16 0,-2 1 0,8-3 0,-14 12 0,1 9 90,-11 26-90,-2 5 0,-5-1 0,-2 0 0,0 5 0,0 4-809,1-14-451,-3-7 1260,13 2 0,-5-15 0,9-1 0</inkml:trace>
  <inkml:trace contextRef="#ctx0" brushRef="#br1" timeOffset="169860">5540 333 10951,'9'3'2518,"0"-1"-4137,2 1-1658,-3 2 3017,2-1 0,-6 3 0,-4-2 0</inkml:trace>
  <inkml:trace contextRef="#ctx0" brushRef="#br1" timeOffset="170693">4762 2207 10501,'-28'-1'1439,"3"1"-809,10 0-360,24 3 0,26-2-158,1-1 0,11 0 1,5-1-1,-2 1-650,-11-1 0,0 0 0,0 0 0,2-1 0,3 1 560,-3-1 1,4 0-1,1 0 1,2 0-1,0 0 1,0 0 0,-2 0-1,-2 1-7,4-1 0,-2 0 0,-1 0 0,-1 1 0,1-1 0,0 0 0,1 0 0,2-1 0,0 1 0,-2-1 0,-1 1 0,-4 0 147,13 0 1,-5 0 0,-3 0 151,6 0 1,-7-1 315,1 1-270,-21 0-450,-7 0 90,-3-1 0,-7 2 0,-3 0 0</inkml:trace>
  <inkml:trace contextRef="#ctx0" brushRef="#br1" timeOffset="171742">3974 1848 11221,'-14'-3'449,"-1"1"271,2-1-270,2 1-270,12-3 89,17-3-179,3-1 0,7 0 0,3-1-90,15-3-540,-12 2 1,0 1 539,8 0 0,-17 4 0,-17 5 0</inkml:trace>
  <inkml:trace contextRef="#ctx0" brushRef="#br1" timeOffset="171993">4119 1765 10411,'-7'4'450,"7"19"-360,9 10 0,0-1 0,1 3-90,-1-3 0,-1 0-45,0-4 0,0-1-405,-1-1 0,1-2 450,4 6 0,1 1 0,0-5 0</inkml:trace>
  <inkml:trace contextRef="#ctx0" brushRef="#br1" timeOffset="172392">4439 2056 10231,'-3'-12'3276,"-1"3"-2954,-4 7 308,1 18-450,3 7 89,8 16-269,8-9-89,11-3-1,1-19 90,5-21-90,-15-26 90,-11 15 0,-3-2 0,-8-19-45,-4 21 0,-3 3-315,-8 1 90,-1 0-2069,-5 18 2339,16 13 0,-3 5 0,10 3 0</inkml:trace>
  <inkml:trace contextRef="#ctx0" brushRef="#br1" timeOffset="172809">4567 1953 10861,'-2'-11'1349,"0"1"-1349,10 18 180,6 24-135,-2-4 0,1 4-15,-2-2 0,1 4 0,-2-3-30,1 3 0,-1-2 0,3 8 0,-1-2 0,-4-13 0,0-2-90,3 9-270,3 6-2917,-8-26 2949,-1-10 1,-3-9-1,-4-13 1</inkml:trace>
  <inkml:trace contextRef="#ctx0" brushRef="#br1" timeOffset="173126">4546 1879 9781,'4'-7'1530,"15"2"-1261,22 6-179,5 5-45,-20 4 0,-4 2 45,4 15 90,-24 23-90,-9-20-90,-6-7 0,-4-1-270,-11 8-90,6-7 360,-4 3 0,22-19 0,-1 1 0</inkml:trace>
  <inkml:trace contextRef="#ctx0" brushRef="#br1" timeOffset="174759">4705 3612 7533,'-15'5'1709,"-3"1"-1529,4-2 539,-4 2 1,8-3 179,-1 1-719,19-3 0,19-4 0,7-1-135,-9 1 0,3 0-191,7-1 0,6-1 0,2 0 213,-1 1 0,3-1 1,1 1-1,-1 0-382,-3 1 1,0-1 0,1 1 0,2-1 260,1 0 0,4 0 0,1-1 0,-2 1 1,-5 0-157,6 0 0,-5 1 0,-1-1-210,-4 0 0,0-1 1,-6 1 419,-5-2 0,-5 1 0,6-2 0,-16 0 0</inkml:trace>
  <inkml:trace contextRef="#ctx0" brushRef="#br1" timeOffset="175426">5027 2692 9422,'-6'4'1978,"1"0"-1798,4 9 90,0 7-180,2 2 180,-1 27-180,1-19-360,1 2 0,0 1-2248,0 0 2518,1 5 0,-3-24 0,-1-6 0</inkml:trace>
  <inkml:trace contextRef="#ctx0" brushRef="#br1" timeOffset="175912">4905 2803 10411,'2'-12'270,"11"-2"-90,9 3-90,11 0-90,-7 2 90,5 3-90,-13 7 0,-1 1 0,-8 10 90,-13 4-90,-1 0-90,-10 7 90,3-8 0,1 0 90,2-2-90,11 0 0,-1-4-180,19 10 90,-10-11-90,13 8 0,-7 5 0,-10 8 90,-10 11 45,-12-16 0,-3-1-225,1-5 1,-1 0 269,-2-1 0,2-2 0,1-2 0,10-7 0</inkml:trace>
  <inkml:trace contextRef="#ctx0" brushRef="#br1" timeOffset="176643">5237 3025 9602,'7'-7'1709,"-1"1"-270,-3 2-1259,-4 11 89,-1 8-269,-2 8-269,6 3 179,2-9-450,13-1 180,-3-12-90,13-4 271,-10-13-1,-6-7 180,-14-5 0,-6 7-180,-14-3 90,8 9 90,-6 0 0,9 5-90,13 0 180,13-4-90,15-13 0,2-4 0,-7 2 90,-3-8 0,-12-4 180,0-9-91,-5 4 1,-1 16-180,2 27 180,3 39-180,-1-2 0,-3-1 0,2 3 45,3 8 0,0-1 0,0-9 0,0-1-180,6 13 0,2-6-404,8-14-901,6-20 181,-14-13 1259,1-15 0,-13-1 0,1-8 0</inkml:trace>
  <inkml:trace contextRef="#ctx0" brushRef="#br1" timeOffset="176876">5355 2827 10141,'30'-5'990,"-13"3"-810,22-9-1080,-1-2 91,-11 3-1260,11-4 2069,-26 7 0,4-4 0,-3 0 0</inkml:trace>
  <inkml:trace contextRef="#ctx0" brushRef="#br1" timeOffset="177127">5589 2662 10051,'0'-10'2879,"8"14"-2520,3 20-269,3 6 45,-4 3 0,-1 4-90,-3-6 0,0 0-90,-1 0 0,1 0-270,1 6 1,0-3-1036,4-3 1350,10 7 0,-3-27 0,2-10 0</inkml:trace>
  <inkml:trace contextRef="#ctx0" brushRef="#br1" timeOffset="177359">5687 2852 10411,'-7'4'2159,"8"0"-1799,22-10-360,-3 2-360,18-8 360,-3-2 0,-9 4 0,7-3 0</inkml:trace>
  <inkml:trace contextRef="#ctx0" brushRef="#br1" timeOffset="178376">5882 2878 12300,'-4'21'899,"0"4"-809,-3 19-539,3-3-361,2 9 180,8-17 361,3-12 359,10-22 269,-3-17-269,-4-2 270,-8-14-90,-9 6-180,1 1 90,-9-4-90,6 14 0,-3 0-90,5 5 0,7 6 0,12-4 90,6-3-180,15-5 90,-7 2 0,-5 5 0,-8 4 0,-4 15 0,-2 7-180,0 17 180,-6-8-270,-3 12 180,0-16 0,-2 1 90,1-7 90,7-25 0,0-7 0,3-10-90,4-10 0,-3 12 0,0-2 0,2 6 0,-3 18 0,-1 0 0,5 17 0,-3 12 0,3 8 0,-2 0 270,-3-7-180,-3-14 0,5-10 0,0-10 0,6-8-90,-2-2-90,4 0 90,-7 9-90,3 12 90,-7 2-270,1 19-180,-3-1-180,7 15 91,3-4-990,9 1 359,-9-17 1170,1-5 0,-10-10 0,2 0 0</inkml:trace>
  <inkml:trace contextRef="#ctx0" brushRef="#br1" timeOffset="178660">6628 2964 10411,'-1'-11'1529,"2"2"-4806,3 7 2994,4 4 1,-3 3-1,-1 2 1</inkml:trace>
  <inkml:trace contextRef="#ctx0" brushRef="#br1" timeOffset="179460">4891 5074 10501,'-13'-10'810,"4"4"89,-3-4 90,4 5 720,-5-2-1529,12-2 0,19-3 0,12 0-60,13-2 0,7-1 0,1 1-1044,-7 0 1,0 1 0,6-1 948,-12 5 1,4-1 0,2 0-1,3 0 1,0 0 0,1 1-1,-2 0 0,1 1 1,1 1 0,0 0 0,0 1 0,0 0-1,-1 0 1,0-1-424,2 0 1,-1 0 0,-1 0 0,0 0-1,1 0 1,1 1 397,-1 0 0,1 0 0,2 1 0,0 0 0,-2 0 0,-2 1 0,-4 0 22,8 1 1,-4 0-1,-2 0 1,-2 1-213,2-1 0,-3 0 0,1 0 190,5 1 0,-1 0 0,-10 0-2069,-5 2-1208,-22-4 2789,-4 2 0,-28-5 1,8 1-1</inkml:trace>
  <inkml:trace contextRef="#ctx0" brushRef="#br1" timeOffset="179926">4095 4220 10951,'9'-8'539,"-2"2"91,27-1-540,-12 3 45,14-3 0,6-1-270,-10 2 0,0 0-630,5-2 1,0 0 764,-9 3 0,-3 0 0,-3 0 0,-13 4 0</inkml:trace>
  <inkml:trace contextRef="#ctx0" brushRef="#br1" timeOffset="180176">4308 4222 10951,'12'-2'1079,"4"15"-989,-7-1 0,0 10 0,1 4-45,-1-1 0,-1 0-90,0-2 0,0 2-540,4 10 1,0-2-1485,2-7 2069,7 12 0,-2-22 0,2-3 0</inkml:trace>
  <inkml:trace contextRef="#ctx0" brushRef="#br1" timeOffset="180893">4677 4371 13289,'-4'10'720,"4"10"-630,9 4-90,5 0 0,0-6 0,6-10 0,-2-14 0,1-15 90,-9-12 0,-15-14-45,-5 21 0,-2 1-45,-5-7 90,-7 1-90,9 20-90,4 2 90,13-1-180,27-3 180,16-5-45,-11 3 0,0-1 45,9-5 0,-16 6 0,-3 2 0,-9 5-90,3-3 90,-7 14 0,-2 7 0,7 21 0,-3 13 0,-4-8 0,0 0 0,1 12-45,-2-13 0,-1-1 45,2 1 0,1 2-270,-1-6-2428,-2-17 719,-2-13 1979,-6-8 0,-6-21 0,-4 0 0</inkml:trace>
  <inkml:trace contextRef="#ctx0" brushRef="#br1" timeOffset="181193">4927 4121 9781,'-1'-12'1260,"4"-1"-541,3 7-89,14 0-270,3 5 0,21 2-271,-18 3 1,13 5 90,-15 10-180,-7-5 90,-4 18 0,-22-5-90,1-1-360,-19 12-269,12-22 629,-7 8 0,15-17 0,1-3 0</inkml:trace>
  <inkml:trace contextRef="#ctx0" brushRef="#br1" timeOffset="181376">5281 4204 11940,'16'-8'3276,"-2"2"-2144,-7 2-4409,-1 3 0,-7 6 2711,-1-1 1,-13 8 0,-3-3 0</inkml:trace>
  <inkml:trace contextRef="#ctx0" brushRef="#br1" timeOffset="188926">9167 833 8252,'-29'-3'1619,"-5"0"-719,10 5-360,-4-2 89,6 2 1,38 2-360,23-6 0,10-2-1266,-5 3 0,7-1 1073,-13-2 0,7 0 0,5-2 0,3 0 0,1 0 1,0 0-1,-4 0-425,-2 1 1,-1 0-1,-1 1 1,1-1-1,0 0 1,0 1-1,2-1 359,-4 0 0,1 0 0,0 0 1,1 0-1,0 0 0,0 0 1,1 0-1,1 0-152,-1 1 1,2 0-1,0 1 1,2-1 0,-1 0-1,-1 1 1,-1 0 0,-2 0-1,-3 1 126,5 0 0,-3 0 0,-2 1 0,-1 0 0,0 0 1,1-1-1,2 0 0,-1 1 0,1-1 0,0 0 0,-2 0 0,0 1-57,4 1 0,0-1 0,-1 1 0,-5 0 0,-7 0-77,-3 1 0,-4 0-1245,15-1 0,-14 3-850,-30 3 2244,-4-2 0,-24 4 0,7-2 0</inkml:trace>
  <inkml:trace contextRef="#ctx0" brushRef="#br1" timeOffset="189410">9708 2088 10411,'-14'-6'989,"-2"-1"361,-7-3-541,6 2 1,1 2-630,16 1 44,18-1 1,14 0-113,7-1 1,8-2 0,6 1-1,1-1-633,-11 3 1,2-1 0,2 1 0,0 0-1,0-1 1,0 1 535,0-1 0,-1 0 0,0 0 0,1 0 0,2 0 0,1 1-204,-8 1 0,1 1 1,2 0-1,1 0 1,0 0-1,0 0 1,-1 0-1,-1 1 1,-2 0 213,3-1 1,-1 1 0,-1 1-1,0-1 1,-1 1 0,0-1 0,1 1-26,0-1 0,1 1 0,-1 0 0,0-1 0,1 1 0,0 0 0,0 0-39,2 1 0,3-1 1,0 0-1,-1 1 1,-1-1-1,-2 1 1,-3 1-315,6-1 0,-4 1 0,-2 1 0,1-1 195,2 1 1,0-1-1,-2 0 1,-3 1-936,0 0 1,-4-1 0,-11 3 831,-15 4 1,-29-2 0,-21 3 0</inkml:trace>
  <inkml:trace contextRef="#ctx0" brushRef="#br1" timeOffset="190093">8510 3763 11670,'-14'3'1080,"-1"2"-720,4-2 89,12 3-89,32-7 0,23-7-256,-23 4 1,5-1 0,4 0 0,2 0 0,2-1 0,2 1-433,-8 0 0,2 0 0,1 0 1,2-1-1,1 0 0,1 1 1,0-1-1,0 0 0,1 1 1,-1-1 303,-2 1 1,0 0 0,0-1 0,1 1 0,0 0 0,0-1 0,1 1 0,0 0 0,0 0 0,1 1 0,0-1 43,-2 1 1,1 0 0,0 0 0,2 0-1,0 0 1,0 1 0,0-1 0,-1 0-1,0 1 1,-1 0 0,-1 0 0,-1 1-1,-2-1-57,6 1 1,-2-1-1,-1 1 1,-2 0-1,0 1 1,0-1-1,-1 1 1,1 0-1,0 1 59,5-1 1,1 1-1,0 1 1,0-1-1,-2 1 1,-1 0-1,-3 0 1,-3 1-1,9 0 1,-4 0-1,-3 1 1,-2 0-23,3 1 0,-3 0 0,-8 0-3277,6 4 2882,-31 5 0,-15-3 0,-16 6 0</inkml:trace>
  <inkml:trace contextRef="#ctx0" brushRef="#br1" timeOffset="190760">9796 5198 10501,'-19'-10'540,"6"1"-181,15-1 721,38-13-810,-5 6-509,3 3 1,9-2 0,5-1 372,-16 7 1,3-1 0,2 1 0,1-1 0,2 1 0,1-1-380,-3 1 1,1-1-1,1 1 1,1-1-1,1 1 1,2-1-1,1 1 1,1-1 285,-8 3 1,1 0-1,2-1 1,1 1-1,2-1 1,0 0-1,0 1 1,0-1-1,-1 1 1,0 0-1,-2 0 1,-1 1-1,-2-1-288,9 0 1,-3-1 0,-2 1 0,-1 0 0,0 1 0,2-1-1,1 1 1,3-1 268,-6 2 1,3-1-1,2 1 1,1-1-1,2 1 1,-1-1-1,1 1 1,-1 0 0,-2 0-1,-1 1 1,-2-1-1,-3 1-159,7 0 0,-3 0 0,-2 0 0,-2 1 0,0 0 0,3-1 0,2 1 155,-5 0 0,2-1 0,2 1 0,1-1 0,0 1 0,0 0 0,-1-1 0,-1 1 0,-3 0 0,-3 0-3,7 0 0,-3 0 0,-1 0 0,-3 0 0,0 1 0,1 0 164,6-1 1,2 1 0,-1-1 0,-6 2 0,-8 0 863,-3 0 0,-6 1-593,3 0 0,-3-1 977,1 0-2506,-20-2-2018,-4 0-180,-1-1 3436,-3-2 0,-3-2 0,-2-1 0</inkml:trace>
  <inkml:trace contextRef="#ctx0" brushRef="#br1" timeOffset="192578">22957 3770 10771,'-5'10'90,"2"-2"0,0 2-90,2-5 270,0 5-1,6-16-179,-3 4 0,-1-14-90,-3 9 0,-8-1 0,3 7-90,-2 5 90,10 4-90,4-1 90,6-2 0,1-5 180,-1-5-180,-4 0 180,-1-5-90,-8 1-90,-3-1 0,-3 3 90,-1 4-180,-4 7 0,6 0-449,-4 7-2738,10-2 3151,0-1 1,2-3 0,1-4 0</inkml:trace>
  <inkml:trace contextRef="#ctx0" brushRef="#br1" timeOffset="196916">12784 252 9691,'-5'6'2429,"-3"9"-2339,-5 15 0,-1 6-45,4-4 0,4 3-15,2 1 0,3 4 0,1-4-413,1-4 1,2 0 382,6 11 0,3-2 90,9-3 27,7 2-117,-4-14 0,15-1-180,-13-14 0,7 3-270,-5-12-449,-10-3-2378,4-4 3402,-8 1 0,1-6 0,-6 2 1</inkml:trace>
  <inkml:trace contextRef="#ctx0" brushRef="#br1" timeOffset="197509">13182 315 9961,'-1'-10'360,"-1"0"90,1 4 269,0 0-629,-2 9 270,5 20-270,-3-5-90,5 12 270,2 13-270,-3-22 45,1 4 0,-1 0 45,-1-10-90,5 16 90,-3-11-90,2 7 0,-2-11-270,2 1 90,-4-10-360,3 3-719,-2-6-1529,1-3 2788,1-2 0,1-2 0,-2-2 0</inkml:trace>
  <inkml:trace contextRef="#ctx0" brushRef="#br1" timeOffset="197943">13601 433 9871,'3'-8'2249,"-1"1"-2159,-6 20 90,0 6-90,-6 16-90,2-2-90,3-10-90,2-7-360,2-7-269,-1-3-2468,0 2 3264,0-3 0,1-1 0,0-2 1</inkml:trace>
  <inkml:trace contextRef="#ctx0" brushRef="#br1" timeOffset="198410">13933 229 11041,'8'30'449,"-2"-10"-359,-1 8 90,-2 1-180,0-9 0,0 11-539,0-6-181,-2-10-1079,2 6 1799,-2-16 0,0-1 0,-1-2 0</inkml:trace>
  <inkml:trace contextRef="#ctx0" brushRef="#br1" timeOffset="198750">14058 223 9961,'6'-7'1350,"7"1"-991,3 7 91,21 7-315,-15 2 0,0 4-45,1 3 0,-3 4-45,-3 11 0,-6 3-90,-9 1 0,-7 0-540,-7 8 0,-4-3 225,3-14 1,-2-2-406,0-3 1,-1-3 764,-1-2 0,1-2 0,-4 4 0</inkml:trace>
  <inkml:trace contextRef="#ctx0" brushRef="#br1" timeOffset="199693">12935 1687 10411,'4'-7'3276,"0"0"-2684,-12 20-412,-2 7 0,-2 7-90,-4 17 0,0 5-177,5-12 0,0 2 0,3 2 109,3-4 1,2 3-1,1-1 1,0-4-446,1 10 1,2-2 422,3-7 0,3 1 0,2-4-270,9 1 1,1-3 134,-7-8 0,1-2-540,12 8 1,3-7 674,12-15 0,4-2 0,3-10 0</inkml:trace>
  <inkml:trace contextRef="#ctx0" brushRef="#br1" timeOffset="202209">23034 4215 11131,'-9'-2'0</inkml:trace>
  <inkml:trace contextRef="#ctx0" brushRef="#br1" timeOffset="202578">23466 4183 8072,'6'-4'0</inkml:trace>
  <inkml:trace contextRef="#ctx0" brushRef="#br1" timeOffset="203026">24104 4144 8882,'0'0'0</inkml:trace>
  <inkml:trace contextRef="#ctx0" brushRef="#br1" timeOffset="203493">24796 4135 7533,'8'0'0,"-2"1"0</inkml:trace>
  <inkml:trace contextRef="#ctx0" brushRef="#br1" timeOffset="203893">25499 4144 8792,'8'2'449,"-3"-1"1,-2 0 0</inkml:trace>
  <inkml:trace contextRef="#ctx0" brushRef="#br1" timeOffset="204226">26128 4148 10321,'5'5'0,"-1"-2"0</inkml:trace>
  <inkml:trace contextRef="#ctx0" brushRef="#br1" timeOffset="205543">25925 1835 9062,'1'-10'2788,"0"0"-1349,-2 4-1349,-2 8-180,2 0 180,4 5-90,-1-7 0,5-3 0,-8-7 0,-3 2 0,-4-2-90,0 6-89,-2 7-91,5 1-1349,1 4 809,10-9 810,-2-2 0,4-4 0,-5-1 0</inkml:trace>
  <inkml:trace contextRef="#ctx0" brushRef="#br1" timeOffset="206143">25857 1665 9602,'-7'-13'899,"2"4"-269,-5-1-450,4 7-1,-8 1 1,-2 7-90,1 1 180,-13 18-180,15-5-45,3 9 0,3 3 45,9 18-45,8-9 0,2 0-45,8 2 45,-1-16 0,0-5-45,-1-8 45,3-2 0,4-1-45,14-2 45,-6-6 0,1-4-45,-7-5 0,-2-2 0,18-11 45,-24 2 0,-4-4-45,-3-16 0,0-1 45,-11 10 0,-4 0-45,-9-13 0,-1 0 45,-2 18 0,-3 4-45,-15 4-180,5 6 0,-3 3-405,3 6 0,0 3 585,-5 4 0,2 3 0,-10 6 0,3 4 0</inkml:trace>
  <inkml:trace contextRef="#ctx0" brushRef="#br1" timeOffset="207442">22147 3669 10411,'-2'-13'0</inkml:trace>
  <inkml:trace contextRef="#ctx0" brushRef="#br1" timeOffset="207842">22086 3280 8612,'-5'-3'0</inkml:trace>
  <inkml:trace contextRef="#ctx0" brushRef="#br1" timeOffset="208326">22022 2917 8252,'2'7'0</inkml:trace>
  <inkml:trace contextRef="#ctx0" brushRef="#br1" timeOffset="208792">21881 2558 8522,'1'9'809,"-1"-1"1</inkml:trace>
  <inkml:trace contextRef="#ctx0" brushRef="#br1" timeOffset="209476">21837 2098 8072,'5'8'-359,"1"-2"-361,-2-3 720,1-1 0,-3-1 0,0-1 0</inkml:trace>
  <inkml:trace contextRef="#ctx0" brushRef="#br1" timeOffset="212076">13502 1794 7892,'5'-14'2699,"-2"4"-2339,-3 1-90,-3 6-91,-9 6-89,3 0 90,-17 15-90,3 3-90,1 1 0,0 4 45,3 3 0,1 2 0,0 3 0,3 2-45,7 4 0,7 0 0,3-8 0,5-1 45,9 3 0,3-4-45,7 1 0,-3-16 0,2-6 0,9-9 45,-9-4 0,0-2 45,12-13-90,-12-14 90,-30 1-90,-15 5-90,-4 9-720,-23 20-539,11 13 1349,12-4 0,0 2 0,-8 13 0,9-1 0</inkml:trace>
  <inkml:trace contextRef="#ctx0" brushRef="#br1" timeOffset="212393">13975 2188 12120,'1'19'2069,"-2"0"-1979,-4 11 0,-2 3-630,-6 9-1099,3-15 1,-1-2 1535,0-1 0,2-9 1,7-12-1</inkml:trace>
  <inkml:trace contextRef="#ctx0" brushRef="#br1" timeOffset="212860">14439 1799 11221,'7'-9'719,"2"-2"-269,-5 5 809,1-1-989,-15 14 0,-14 23-270,1-6 45,5-1 0,1 2 45,3 4-180,4 3-90,23-1-90,13-13-180,20 0 360,-18-8-179,4 5-91,-22 4 180,-9 5 0,-17 13 0,0-15-180,-15 3-2428,1-11 1349,10-5 1439,-8 0 0,19-8 0,0-1 0</inkml:trace>
  <inkml:trace contextRef="#ctx0" brushRef="#br1" timeOffset="213093">14342 1932 10411,'-11'-8'1709,"2"2"-1619,9-2 360,19-6-450,-1 4-180,4-1 0,1-1-3097,14-6 2904,-5 1 1,-1-2-1,-17 9 1</inkml:trace>
  <inkml:trace contextRef="#ctx0" brushRef="#br1" timeOffset="213409">14620 1524 11131,'2'-11'1529,"1"0"-990,1 0-89,11 4-225,8 10 0,5 6-105,1 6 0,2 5 0,0 4-53,-5 1 1,-1 4-1,0 2 1,-2 1-314,0 4 0,-1 1 0,-3 2 0,-5 3 246,-6-4 0,-2 2 0,-4 1 0,-2 0 0,-3-1-180,-5 4 0,-4-1 0,-2 0 0,-2-3-225,1-2 0,-2-1 1,-1-1-1,-2-4 405,-5 2 0,-2-2 0,1-7 0,5-5 0,1-6 0,-7 0 0</inkml:trace>
  <inkml:trace contextRef="#ctx0" brushRef="#br1" timeOffset="213610">15735 1976 11221,'-13'8'-820,"-1"-1"1,-8 3 0,-4 1 0</inkml:trace>
  <inkml:trace contextRef="#ctx0" brushRef="#br1" timeOffset="216444">23397 3212 9332,'-7'-7'2248,"0"1"-2068,0 4-180,2 3 90,-1 2 0,0 5 0,1-1 0,0 4 0,5-3-90,1-2 0,4-6 90,0-6-180,-1-1 90,-2-2-90,-5 2 90,-6 7 0,3-1 0,-3 7 0,8-4 0,-1 0 0</inkml:trace>
  <inkml:trace contextRef="#ctx0" brushRef="#br1" timeOffset="218210">12687 3277 9781,'1'-7'1350,"-2"-5"-721,3 3-179,2-5 0,13-2-90,17 1-181,14 3-134,-22 10 0,-1 4 135,18 22-180,-27 15 0,-19-1 0,-6 3 0,-3-10 0,-2 0 0,-6 7 0,1-1-90,-1 6 90,18-11-90,24-15-180,3-13 1,5-4-451,2-1 1,1-3-920,2 0 1,-1-1 1256,12-3 1,-15 1-1,-15 2 1</inkml:trace>
  <inkml:trace contextRef="#ctx0" brushRef="#br1" timeOffset="218493">13247 3432 10411,'3'-9'2159,"-1"-2"-1979,-5 14-90,-2 9 0,-3 7 0,-4 14-270,-3 10 0,3-13-495,2-5 1,1-1 674,3-5 0,-1-1 0,4-9 0</inkml:trace>
  <inkml:trace contextRef="#ctx0" brushRef="#br1" timeOffset="218895">13506 3211 11311,'3'-8'2068,"0"0"-1528,18-1-270,4 1 0,22-1-180,-10 10 0,-4 24-90,-30 14 0,-15-2 0,-7 3 0,-1-8 0,-2-1-45,-4 6 0,0-4 45,2-1 0,10-8-90,21-14-360,10-3 180,2-1-989,26-13 1259,-20-1 0,-1-1 0,1 0 0,0 0 0,2-3 0,-1 0 0</inkml:trace>
  <inkml:trace contextRef="#ctx0" brushRef="#br1" timeOffset="219195">13934 3036 11850,'-3'-18'1260,"5"7"-1081,14 15-89,7 12 0,3 7 0,-1 8 0,0 3-90,2-4 0,-4 5-127,-11 5 1,-7 5-1,-4-2 67,-7-10 0,-3-2 1,-3 3-346,-2 4 0,-2 3 0,-2-1 1,-2-2 57,-7 0 1,-3-4 0,-1-2 0,3-3 0,-2-2 0,1-4 0,-6-3 0,-1-1-1</inkml:trace>
  <inkml:trace contextRef="#ctx0" brushRef="#br1" timeOffset="219659">12336 3114 11490,'-3'-18'360,"0"8"90,-2-10 449,-7 5-449,-6 8-270,-7 15 0,-1 7-180,-8 12 60,14-5 0,-2 5 0,3 3 0,4 15 0,4 4 0,1-2-1580,-2-1 1,2 1 1519,1-2 0,3 4 0,7-2 30,14-3 0,7-1 0,2-5-267,-3-10 1,2-4 0,3 2-169,5 4 0,5 3 1,0-3-1,-2-6-608,8-3 1,1-8-81,-8-7 1,3-4 0,-6-2 991,9-8 1,-12 1 0,-1-2 0,11-9 0</inkml:trace>
  <inkml:trace contextRef="#ctx0" brushRef="#br1" timeOffset="223259">26849 965 9871,'2'-9'270,"0"2"540,-1 0 179,-1 2-719,-1-1-180,-2 8 0,-1 1-90,-1 9 90,2 2-90,2-3 0,2-1 0,8-7 0,-4-4 90,7-8-90,-6-1 0,0 2 90,-2-8-90,-4 8-90,-1-4-360,-6 10-2827,-2 5 1967,0 4 1310,1 0 0,1 2 0,0-2 0</inkml:trace>
  <inkml:trace contextRef="#ctx0" brushRef="#br1" timeOffset="224376">24226 4551 10141,'7'7'-652,"0"-1"0,-5-4 0,0-2 0</inkml:trace>
  <inkml:trace contextRef="#ctx0" brushRef="#br1" timeOffset="224826">24747 4545 9062,'3'-5'0</inkml:trace>
  <inkml:trace contextRef="#ctx0" brushRef="#br1" timeOffset="225326">25493 4515 9871,'5'-3'0,"-1"1"0</inkml:trace>
  <inkml:trace contextRef="#ctx0" brushRef="#br1" timeOffset="225825">26125 4532 10951,'5'2'0,"0"0"0</inkml:trace>
  <inkml:trace contextRef="#ctx0" brushRef="#br1" timeOffset="226325">26654 4520 7533,'6'-2'0,"0"1"0</inkml:trace>
  <inkml:trace contextRef="#ctx0" brushRef="#br1" timeOffset="226807">27198 4447 10681,'-4'7'0,"0"-2"0</inkml:trace>
  <inkml:trace contextRef="#ctx0" brushRef="#br1" timeOffset="228538">26969 554 8972,'1'-13'2159,"-2"1"-1620,-2 2-179,-9 2 0,-4 5-360,0 2 180,-9 7-90,7 6 0,1-2 0,4 13-90,20-3 90,22 19-90,-8-20 0,3 0-45,10 6 0,2 0-90,-9-6 0,0 0 0,0 3 0,-3 0-45,-8 10-90,-19-3 0,-32-3 180,6-12 45,4-6 0,-2-4-44,-4-5 178,0-7 1,20-22-90,13 6 45,7-1 0,5-2 90,2-6 0,0 0-135,-4 9 0,0 0 90,6-11 0,-2 1 270,-5-9-270,-10 7-270,-20-5 0,-2 25-719,-19 5 899,-7 14 0,4 1 0,15 0 0,0 1 0</inkml:trace>
  <inkml:trace contextRef="#ctx0" brushRef="#br1" timeOffset="230153">22070 3325 9781,'-2'-5'0</inkml:trace>
  <inkml:trace contextRef="#ctx0" brushRef="#br1" timeOffset="230985">21958 2968 7803,'-4'8'0</inkml:trace>
  <inkml:trace contextRef="#ctx0" brushRef="#br1" timeOffset="231535">21845 2528 8612,'-6'1'180,"-1"0"0,6 1 0,-1-1 0</inkml:trace>
  <inkml:trace contextRef="#ctx0" brushRef="#br1" timeOffset="232051">21768 2133 7892,'-8'6'0</inkml:trace>
  <inkml:trace contextRef="#ctx0" brushRef="#br1" timeOffset="232601">21747 1734 8162,'0'0'0</inkml:trace>
  <inkml:trace contextRef="#ctx0" brushRef="#br1" timeOffset="233616">21787 1360 7982,'-8'6'202,"2"0"1,3-5-1,1 0 1</inkml:trace>
  <inkml:trace contextRef="#ctx0" brushRef="#br1" timeOffset="235066">27314 721 8792,'7'-10'3058,"-1"1"-1798,-1 2-1171,-5 12 181,-8 14-270,-2 8-1169,-8 12 719,9-17-2827,-3 2 3017,8-17 0,-2 2 0,2-6 0</inkml:trace>
  <inkml:trace contextRef="#ctx0" brushRef="#br1" timeOffset="235531">27543 368 10681,'15'-10'719,"12"0"-629,8 5-45,-6 1 0,0 1 45,8-1 0,13-1-90,-26 4 0,-3 6 0,-9 1 90,-23 20-90,0-6 0,-3 1 0,-2 3 0,-4 7 0,-1 0 0,6-8 0,1 0 45,-7 10 0,2 0-135,1 12-270,6-10-2428,7 5 2788,9-28 0,10-8 0,0-9 0</inkml:trace>
  <inkml:trace contextRef="#ctx0" brushRef="#br1" timeOffset="235831">27991 331 9871,'18'-4'990,"4"4"-900,-4 3 90,13 15 179,-3 19-269,-16-4 0,-4 5 0,-6 6 0,-8 4-150,-8-9 0,-7 2 0,0-4-578,-1 1 0,-3-5 248,0-6 0,-3 0 0,1-6 390,-3-5 0,0-3 0,2-1 0,0 0 0,-3-1 0,0 0 0</inkml:trace>
  <inkml:trace contextRef="#ctx0" brushRef="#br1" timeOffset="236314">26616 263 10681,'-15'34'449,"0"-1"1,-1 8 0,1 1-360,0 4 0,3 2-315,2 2 0,8-3-1414,12-12 1,4-4 1448,9 13 0,0-25 0,3-6 0,8-2 0</inkml:trace>
  <inkml:trace contextRef="#ctx0" brushRef="#br1" timeOffset="237363">13558 4129 9242,'7'-5'2518,"2"0"-1618,-4 1-1,1 0-269,-1 1-180,-3 22-316,-3 11 1,0 7-75,2-3 0,0 3 0,1 1-243,0 7 1,2 0-1,2 1 205,3-8 1,2 0-1,1-2 1,-1-3-23,5 9 0,3-5-90,7 4 0,3-8-675,-6-18 1,-1-5-135,12 8-740,-7-13 1,-2-4 1175,-8-6 0,14-10 1,-14 0-1</inkml:trace>
  <inkml:trace contextRef="#ctx0" brushRef="#br1" timeOffset="237930">14183 4232 11580,'-16'-21'2609,"-4"1"-2339,8 11 179,-4 0 1,-5 15-180,-1 11-180,-4 24-135,19-17 0,7 2-180,11 14 0,6-2 135,-5-15 0,2-1-45,14 9 1,4 0-181,-3-8 0,0-2 225,-9-5 0,0 0-90,10 7 0,-6 2-90,-18 3 91,-12 8 223,-13-16 1,-5-2 135,-10 4-45,4-11 0,1-3 225,-6-10-270,6 0 0,4-13-180,25-12 0,5-5 0,-1-12-17,3 10 0,3-5 1,0 2 16,1-2 0,0 2 45,-1-12 0,-1 3 45,-2 17 0,-4 3 0,-21-17-90,-20 39-540,-11 7-1009,19 9 1,2 3 1130,-2 8 1,10 9 0,18-15-1</inkml:trace>
  <inkml:trace contextRef="#ctx0" brushRef="#br1" timeOffset="238196">14653 4543 11400,'14'3'1889,"-4"0"-1259,1 5-540,-8-3 180,0 11-90,-13 23-630,-2-6-1189,-5 4 1,-3-1 998,2-5 0,2-8 0,0-1 0,3-7 1</inkml:trace>
  <inkml:trace contextRef="#ctx0" brushRef="#br1" timeOffset="238629">14876 4176 13379,'0'-14'2879,"7"1"-2340,34-8-404,-13 11 0,5 1-75,3 1 0,4 1 0,-2 0-60,5 0 0,-2 3 0,7 3 0,-8 8 0,-17 18 0,-28 11 0,-7 2 0,3-13 0,-2 0-30,-6 8 0,-4 4 0,3-3 75,4-3 0,2 0-135,-6 10 0,3 1-495,7-10 1,3-2-1755,7 10 2339,20-26 0,2-18 0,7-12 0</inkml:trace>
  <inkml:trace contextRef="#ctx0" brushRef="#br1" timeOffset="238962">15532 3862 12660,'-9'-5'1529,"29"29"-1304,13 7 0,5 5-180,-9-7 0,1 3-131,2 1 0,2 3 0,-6 2 205,-11-1 1,-5 2 0,-1-2-597,4 4 1,-6 2 521,-7-6 0,-5 3 0,-3 2 0,-6-5 22,-7-5 1,-5-3-1,-3 0 1,3-1-425,-1 6 0,2 0 0,-4-1 334,0-5 1,-4 0 0,1-2-1,3-4-1281,-3 0 0,3-4-135,-13 11 1439,6-9 0,36-29 0,2-4 0</inkml:trace>
  <inkml:trace contextRef="#ctx0" brushRef="#br1" timeOffset="239146">16412 4493 16438,'7'-7'3276,"2"-3"-166,-5 5-6387,1-3 0,-12 6 3211,-39-3 0,10 4 0,-4-1 0,3 0 0,1 0 0,-1-1 0</inkml:trace>
  <inkml:trace contextRef="#ctx0" brushRef="#br1" timeOffset="254129">22032 3290 8162,'5'-9'-390,"-1"3"1,-3 4-1</inkml:trace>
  <inkml:trace contextRef="#ctx0" brushRef="#br1" timeOffset="254603">22017 3023 7443,'-5'-12'0</inkml:trace>
  <inkml:trace contextRef="#ctx0" brushRef="#br1" timeOffset="255213">21970 2543 9242,'-3'8'149,"1"-3"1,1-3 0</inkml:trace>
  <inkml:trace contextRef="#ctx0" brushRef="#br1" timeOffset="257119">23097 1944 10321,'-4'11'360,"1"-1"-270,4-3-90,0-1 90,0 0 180,0-1-90,4-7-180,-1 0 179,1-4 91,-2-3-180,-1 3 0,-1-3 0,-1 2 450,-1 0-540,2 1 0,-2 3 0,4 1 0</inkml:trace>
  <inkml:trace contextRef="#ctx0" brushRef="#br1" timeOffset="257851">23100 1836 9422,'-8'-5'359,"0"1"1,2 0 0,1 2 0,-1-1-180,-1 3-90,1 2-90,-5 6 90,4-1-90,-2 4 90,0 6-90,1 0 0,-2 5 89,1 4-89,3-3 0,0 6 0,3-6 90,0 3-90,4-5-90,5 10 1,-1-11-91,10 6 90,-2-13 0,8 3 0,-3-6-90,5-2 90,-3-5 90,6-1 0,-5-2-90,4-5 90,-5-1 90,9-8 0,-3-9 90,-5-5-90,-6-9 0,-10 10 90,-5-10-1,-7 7-89,-9-10-90,-1 9 90,-9-2 0,3 14-180,-7 1-90,3 10-449,-5 4-1260,-1 8 1889,1 4 0,0 2 0,2 2 0</inkml:trace>
  <inkml:trace contextRef="#ctx0" brushRef="#br1" timeOffset="258667">21433 2108 9781,'3'-9'1170,"0"1"-91,-2 2-809,-4 1 0,0 2-90,-6 4-90,-3 5 90,-3 6-180,2-1 179,-3 7-179,6-2 90,-1 4-90,6-5 0,4 3-90,8-5 90,4 2-89,6-3-1,2-2 90,0-2-90,-2-1 90,-6-2 0,-1 1 0,-6-3 0,-3 8-90,-3-5 90,-6 8 0,-2-3-180,-6 5-270,-2 0 180,1-2-2428,-5 1 989,11-8 1709,-5 1 0,9-5 0,1-2 0</inkml:trace>
  <inkml:trace contextRef="#ctx0" brushRef="#br1" timeOffset="258897">21349 2140 11041,'12'-17'1169,"22"-6"-1439,-13 10 0,3 1 270,4-2 0,0 1 0,11-8 0,-12 6 0</inkml:trace>
  <inkml:trace contextRef="#ctx0" brushRef="#br1" timeOffset="260142">23396 1537 10681,'-10'-3'630,"1"3"-630,2 5 89,3 1-89,-1 1 90,1 0-90,1 1 90,0 0-90,1-3 0,2 3 90,-1-2-90,3 0 0,-2 0 90,2-1-90,0-1 0,0 0 0,2-1 0,-1 0 0,3 1 0,0 0 0,3 2 0,-2-2 0,3 4-90,-3-1 180,2 3-90,-2-2 0,0 3 0,-3-1 0,-1 3 0,-2-3 0,-2 2 90,0-3-90,-3 2 0,-2 0 0,-1-1 0,0-1 0,1-2 0,-1-1 0,3-3 0,-4 2-270,2-3-899,-2 1 1169,1-3 0,4 0 0,-1-2 0</inkml:trace>
  <inkml:trace contextRef="#ctx0" brushRef="#br1" timeOffset="261201">23422 1536 10681,'23'-8'719,"6"-1"-539,-7 3-180,9-2-90,-6 1-719,3 0-1260,-9 2 990,-2 2 1079,-4 1 0,-7 3 0,-1 0 0</inkml:trace>
  <inkml:trace contextRef="#ctx0" brushRef="#br1" timeOffset="263184">22672 1629 9332,'8'-7'809,"0"1"-719,-1 2 270,5-1-270,-3 1 0,6-1 90,-3 2-90,4 0 0,-1 0-90,-4 2 90,3 2-90,-5 1 90,3 2-90,-3 1 89,-2 4 1,-6 4-90,-2-1 0,-7 8 0,-2-4 0,-4 5 90,1-4-90,0 0 0,3-4-90,0 2 90,3-4 0,3-3 0,4 1 0,3-3 0,4 0 0,5-4 0,2-2-90,5-3-89,-3 0-271,3-1-180,-5 1-989,1-1 1619,-5 1 0,-1 0 0,-3 1 0</inkml:trace>
  <inkml:trace contextRef="#ctx0" brushRef="#br1" timeOffset="263567">23160 1650 8882,'12'-4'450,"0"-1"269,-4 3 541,1-1-361,-3 2-719,-1 3-90,-3 1 90,0 3 0,-5 7-90,-1-1-90,-2 4-270,-4 3-360,0-5-2068,-8 8 899,6-8 1799,-1 1 0,4-5 0,0 0 0</inkml:trace>
  <inkml:trace contextRef="#ctx0" brushRef="#br1" timeOffset="263965">23661 1374 10231,'12'-3'900,"2"1"-271,7 5-359,-3 5-180,0 4 90,-5 8 90,-5 11-225,-6-6 0,-5 3-540,-6 15 0,-7 0-1144,-3-2 1,-3-2 1348,1-1 0,-2-4 1,1-10-1,0-3 0,-5 4 1</inkml:trace>
  <inkml:trace contextRef="#ctx0" brushRef="#br1" timeOffset="264462">22485 1402 10501,'2'6'1259,"-9"16"-1169,-5 10 0,-1 3-45,4-11 0,0 0 0,-2 13 0,3 3-45,10-4 0,5-1-405,3-2 1,3-1-1235,8 9 1,3-3 1479,-4-16 1,2-5-1,4-4 1,0-4-1,12 1 1</inkml:trace>
  <inkml:trace contextRef="#ctx0" brushRef="#br1" timeOffset="267010">26053 3032 14729,'-7'3'90,"2"2"-90,7 1-90,0-1 0,3-2 90,-1-7 0,0 2 0,0-6 0,-4 2 0,0-1 0,-2 0 0,-2-1-90,0 4 90,-5 1-90,1 6 90,0 1-90,3 2-90,2 0 90,3 0 0,1 0 0,3-3 90,2-1 0,0-3-90,8-9 180,-7 4-90,6-5 0,-11 6 0,1 0-630,-1 0-2518,-5 1 3148,-5 8 0,-2 3 0,-3 7 0</inkml:trace>
  <inkml:trace contextRef="#ctx0" brushRef="#br1" timeOffset="268007">24281 4548 11580,'-2'-8'0</inkml:trace>
  <inkml:trace contextRef="#ctx0" brushRef="#br1" timeOffset="268449">24800 4486 9961,'-2'-8'0,"-1"2"0</inkml:trace>
  <inkml:trace contextRef="#ctx0" brushRef="#br1" timeOffset="269011">25420 4499 10321,'8'2'270,"-3"0"0,-3-1 0</inkml:trace>
  <inkml:trace contextRef="#ctx0" brushRef="#br1" timeOffset="269410">26055 4513 9961,'8'-5'-270,"-3"3"0,-4 0 1</inkml:trace>
  <inkml:trace contextRef="#ctx0" brushRef="#br1" timeOffset="272217">25805 1232 10321,'-13'6'270,"1"-1"-180,-2 11 0,2 2 0,-4 10-90,5-5 90,0 7-90,6-4 0,2 6 0,3-7 90,6 8-90,2-12 0,4 7 0,-2-14 0,5 0 90,-1-7-90,4 1 0,-3-4 0,0-2 0,-3-2 90,0-3-90,-3 0 0,-2-6 90,-4 0-90,-3-4 0,-2 4 0,-6-2 0,-2 3 0,-4-1 0,2 3-90,-3 4-270,1 3 90,2 0-450,-3 4-1618,7 0 2338,0 0 0,3 0 0,2-1 0</inkml:trace>
  <inkml:trace contextRef="#ctx0" brushRef="#br1" timeOffset="272541">26056 1458 10141,'0'-10'1709,"-1"21"-1619,-1-6-90,-2 23 90,0-13-360,-2 5 0,0-6-449,-1 1-2519,-1-4 3238,2-2 0,0-1 0,5-7 0</inkml:trace>
  <inkml:trace contextRef="#ctx0" brushRef="#br1" timeOffset="273007">26222 1316 10501,'6'-9'3058,"-8"17"-3058,-1-3 180,-7 18-180,6-13 90,-1 8 0,3-4-90,1 4 0,3-5 0,5 5 0,0-7 0,1 2-90,3-2 90,-2-4-90,2 4 0,-4-4 90,-1 1-90,-3 0 90,-3 2 0,-1 1 0,-4-2-180,-6 5-179,-1-3 89,-4 2-450,0-3-449,4-2-2108,-4-1 3264,7-3 0,2-2 0,5-2 1</inkml:trace>
  <inkml:trace contextRef="#ctx0" brushRef="#br1" timeOffset="273233">26189 1376 10411,'1'-10'360,"1"3"-270,4 2-90,0 2 90,6-3-450,2 0-270,6-3-719,-4 3 1349,1-2 0,-3 0 0,2-2 0</inkml:trace>
  <inkml:trace contextRef="#ctx0" brushRef="#br1" timeOffset="273531">26388 1182 9871,'6'-12'990,"-1"3"-451,13 5-89,5 12 90,19 19-405,-24-4 0,-1 2-90,-2-4 0,-4 3 0,-7 24 0,-10 4-405,-5-16 0,-5 0-733,-2 3 1,-2 3 0,0-5 642,-1-3 0,-1-4 0,-5 1 0,1-6 0,1-4 0</inkml:trace>
  <inkml:trace contextRef="#ctx0" brushRef="#br1" timeOffset="273963">25417 1185 11311,'-11'17'449,"-2"18"-404,6 4 0,3 2 0,0-5 0,2 0 0,0 12 0,3 1-315,8-7 0,4-3-1079,1-8 0,1-2 1349,5 2 0,2-4 0,19-2 0,-2-11 0</inkml:trace>
  <inkml:trace contextRef="#ctx0" brushRef="#br1" timeOffset="277776">26271 2571 10411,'-14'11'270,"0"4"-270,-1 4 0,2 0 90,0 6-90,3-2 90,2 7-90,3-7 0,3 5 90,4-6-90,2 4 0,1-5 90,9 3-90,-3-12 0,4 3 0,2-9 0,-4-5 90,5 0 0,-2-6 0,-4 0 89,-1-5 1,-4 2-90,-3-4-90,-2 2 90,-4-2 0,-4 2 0,-4-1-90,-3 4-90,-3 2-180,-4 6-179,2 2-271,-1 3 270,7-1-2068,-1 3 2518,7-3 0,1 1 0,2-1 0</inkml:trace>
  <inkml:trace contextRef="#ctx0" brushRef="#br1" timeOffset="278049">26500 2835 10141,'8'-3'1080,"-1"1"-1080,-2 4 90,-1 0 89,-1 7-89,-2 0 0,0 5-90,0-2 90,-3 5-90,-1-2-270,-3 4-809,1-1-1799,-2-4 2878,3-4 0,0-3 0,2-2 0</inkml:trace>
  <inkml:trace contextRef="#ctx0" brushRef="#br1" timeOffset="278614">26686 2666 9602,'-5'-7'1798,"1"-1"-1618,4 2-90,2 2 0,2-1 0,1 3 0,6 3-90,-2 1 90,8 9 0,-7 9-90,-5 9 0,-10 9 90,-11 1-90,-6 4 0,3-9 0,7-7 0,9-13 0,6-7-90,4-5 0,3-1-360,13-3 181,-7-1-361,10-5 630,-2-3 0,-3 1 0,5-4 0</inkml:trace>
  <inkml:trace contextRef="#ctx0" brushRef="#br1" timeOffset="278980">26786 2568 10141,'-4'-12'1170,"17"16"-1081,3 16 1,1 3 0,0 4 0,-3 8 0,-2 2-90,-2 0 0,-5 1-225,-6 11 1,-8 0-541,-5-15 0,-3-3 54,2-2 1,-3-2 710,-2-10 0,0-3 0,-5-2 0,-8 3 0</inkml:trace>
  <inkml:trace contextRef="#ctx0" brushRef="#br1" timeOffset="279461">26153 2457 9242,'-2'-7'809,"-10"19"-629,-6 16-90,4 6 0,0 4-45,5-12 0,2 0 0,-1 12 0,3 3 0,9-2 0,3-1-135,0-8 0,1 0-180,5 10 0,3-3 270,7-13 0,1-6 0,10 6 0,-10-13 0,0 0 0</inkml:trace>
  <inkml:trace contextRef="#ctx0" brushRef="#br1" timeOffset="280524">23569 2806 9152,'7'-4'90,"1"0"0,-3 2 0,2-2 0,0 1 0,4-1-1,1 1-89,-2 1 90,4 0 0,1 3 0,-1 1-90,-1 2 90,-5 3-90,-5 3 90,-4 5-180,-4 0 180,-7 7-90,-5 0 90,-4 5-90,2-5 0,2-1 0,5-6 0,2 2 0,7-6 0,10-5 0,8-6 0,1-3 0,7-4 0,-3-1-180,5-1 0,-6 1-539,0-1 719,-5 2 0,1-1 0,0 0 0</inkml:trace>
  <inkml:trace contextRef="#ctx0" brushRef="#br1" timeOffset="280775">23877 2918 11041,'0'11'270,"0"-2"-270,-8 6-90,3-6-360,-7 8-360,4-5-1618,-2 2 2428,2-4 0,3-2 0,1-2 0</inkml:trace>
  <inkml:trace contextRef="#ctx0" brushRef="#br1" timeOffset="281233">24034 2761 10051,'4'-9'810,"2"0"-720,-3 5 180,2 1-180,0-2 179,6 0-179,0-2 0,4 1 0,-5 3 0,2 2 0,-4 5-90,1 3 90,-3 1-90,-4 8 90,-8 8-90,0-5 90,-16 21-90,10-22 0,-11 17 90,10-16-90,2-2 0,2 0 0,6-7 0,4 0 0,1-4 0,9-3 90,1-3-180,8-4 0,-4 1-360,4-4-719,-2 0-360,-4 1 1529,4-3 0,-9 1 0,2-1 0</inkml:trace>
  <inkml:trace contextRef="#ctx0" brushRef="#br1" timeOffset="281544">24243 2622 10411,'13'11'1169,"-6"8"-1079,3 8 0,-1 5-90,-9 0 0,-5 2-405,-7 11 1,-5 1 404,-2-8 0,-3-2 0,1-3 0,-1-4 0,3-10 0,0 0 0</inkml:trace>
  <inkml:trace contextRef="#ctx0" brushRef="#br1" timeOffset="282027">23394 2701 9691,'10'-5'720,"-2"1"-720,-3 7 270,-5 12-135,-4 13 0,-2 6-90,2-2 0,0 3 15,2 1 0,1 4 0,2-3-330,3 5 0,6-3-1304,9 2 0,3-5 1574,9-1 0,-8-21 0,2-5 0,3-3 0</inkml:trace>
  <inkml:trace contextRef="#ctx0" brushRef="#br1" timeOffset="284976">1740 6902 10051,'4'-12'900,"0"1"-361,-2 1 181,1-1 90,0-1-361,0 1 271,0-2-1,-1 3-89,0-2-90,0 3 539,-1 0-899,-1 36 0,-2 8-90,-1 0 0,0 2-343,0-8 1,-1-1 297,-1 7 0,0 0 0,1-10 0,-1 0-45,0 4 0,0-2 90,-4 16-90,2-12-180,3-12 90,2-18 0,4-21 90,2-11-90,2 0 0,2-5 0,0 0 0,0-3-485,0 5 1,0-1 0,0-2 514,1 0 0,0-2 0,-1 3 15,3-8 0,0 1-76,-1 9 1,0 0 0,0 4-60,9-16 180,-9 20 0,1 4-180,5 7 180,-4 22-90,4 20 90,-3 6 0,-6 1 0,0 3-45,-1-1 0,0 2-612,-1-6 0,1 2 0,-1-1 657,1 5 0,1-1 0,1 5 0,2-1 377,-1-8 1,0-3-423,0-2 0,0-1 45,8 18 217,-6-27-847,-1-14-359,0-6 269,-2-5 74,-4-14 646,-11-11 0,-5-5 0,-7-8 0</inkml:trace>
  <inkml:trace contextRef="#ctx0" brushRef="#br1" timeOffset="285167">1749 6914 11580,'-5'9'1170,"8"-4"-990,2-4-90,15-7-180,4-1-810,11-6-269,-5 3-2108,8-1 3264,-17 6 0,13 0 0,-6 1 1</inkml:trace>
  <inkml:trace contextRef="#ctx0" brushRef="#br1" timeOffset="285726">2236 7172 12570,'-8'3'3276,"0"0"-2055,11 0-1401,0 0-179,9 1 179,0-3 0,-1-6 0,-2-3 0,1-11 0,-1-7 0,0-12 90,-3 3-90,-4-10 90,-4 12 90,-2-6-90,0 13 90,-1 1-179,-2 10 89,5 13 90,9 5 0,10 13-90,13-3 90,2-5-90,-6-3 90,10 3 0,-14-1 0,5 7-90,-15-2 90,-5 9 90,-7 3-90,-3 12 0,-2-4-90,-1 11 90,3-10-270,3 6 0,3-11-539,7-1-2468,9-10 3264,3-4 0,8-6 0,-3-8 0</inkml:trace>
  <inkml:trace contextRef="#ctx0" brushRef="#br1" timeOffset="286134">2731 7107 11670,'-7'4'2519,"14"-1"-2339,-1-3 0,19-5 0,-9-1-1,10-6-89,-3-2 90,0-5-180,-7 3 0,-6-5 90,-11 2-90,-6-4 0,-11 4 0,-7 9 0,-9 10-90,-7 18 90,8 3-158,13 0 1,2 1 157,0 15 0,3 9-69,11-11 69,10 3 0,6-10 0,6 4-90,4-8-270,5-9-136,1-9-854,3-8 73,-6-3-2000,5-8 3174,-13 3 0,11-10 0,-6 1 1</inkml:trace>
  <inkml:trace contextRef="#ctx0" brushRef="#br1" timeOffset="286608">3114 7028 12300,'-10'-10'1799,"-1"-1"-990,1 7-359,-5-1 90,-5 5-450,3 1 0,-2 5 270,-5 10-360,5 0 0,-4 6-180,7 2-90,8-5 0,2 5-90,5-3 180,5-7-179,9-2 269,-4-8-90,9 0 90,-4-7-90,4-3 90,-1-3 90,-3-1-90,0-3 90,-4 3-90,1-2 90,-2 3 0,-1 4 0,5 10 0,-3 1 0,8 13 0,-2-1 0,6 6 0,-2-4 0,6 0 90,-4-8-360,7-1 0,-7-5-629,7-5-2378,7-11 2814,-4-1 1,13-7-1,-12 1 1</inkml:trace>
  <inkml:trace contextRef="#ctx0" brushRef="#br1" timeOffset="287476">4160 6938 12660,'-4'-11'1619,"1"3"-1349,-5 3 179,-3 4-89,-5 4-90,-6 6-90,4 2 0,-7 11 0,8-2-90,-1 7-90,7-6-90,4 3-90,6-8 0,4 4-90,5-7 0,5-4 90,4-7 0,2-4 91,-4-4-1,1-4 0,-6-2 0,-1-5 180,-4-1-90,-3 4 90,-2-2 89,-4 4-179,0-2 90,0 4 0,0-2-90,7 5 90,0-1-90,12 1 0,6-1 0,14-7 0,-1-1 0,-9 2 0,1-1 0,-5-1 0,0-3 0,7-10 0,-1-2-198,-10 9 0,-2-1 198,2-11 0,-4-1 0,-8-7 45,-3 16 0,-2 1-45,-2-8 90,-4 2 0,1 19-90,-4 10 0,1 15 45,0 12 0,0 7-45,-2 12 0,0 7-593,1-7 0,0 5 0,-1 2 1,2-4 592,1-9 0,2-2 0,-1 0 0,0 3 0,0 5 0,-1 4 0,-1 1 0,2-1 0,1-4 0,1-4 0,1-3 0,0-1 0,1 2 22,-1 6 1,0 2-1,0 0 1,0-2-425,1 0 1,1-2 0,1 0 401,1 1 0,2 0 0,1-4-223,2-1 1,1-2 222,3 3 0,2-4 0,7 3 0,4-21 90,-1-22 1020,-3-11 0,0-8-1155,0-16 0,-4-4 45,1-3 0,-4-1-333,-7 9 0,-2-1 1,-3 3 332,-1 3 0,-4 3 45,-5-7 0,-4 2 48,1 13 0,-3 1-49,-3-3 1,-1 2-45,-12-7 90,3 8-90,14 11 90,1 1-90,14-1-90,11 1 0,9-3-179,18-9-451,2-4 463,-12 8 1,0-2-284,-6 4 1,0 0-954,4-4 1,-1-1 1492,7-10 0,-14 14 0,0-1 0,11-12 0</inkml:trace>
  <inkml:trace contextRef="#ctx0" brushRef="#br1" timeOffset="287776">5335 6471 11400,'-5'-9'2159,"9"-3"-1529,11 2-90,27-4-495,-18 8 0,2 1-585,5-1 0,0 0 540,10-3 0,-16 4 0,-16 3 0</inkml:trace>
  <inkml:trace contextRef="#ctx0" brushRef="#br1" timeOffset="288043">5409 6521 11580,'7'5'900,"-1"0"-360,-1 4-91,1 11-179,-1 4 0,0 5-180,-1 6 0,-1 4 0,0-6 0,-1 3 0,0-2-45,-1 8 0,-1-2-180,-1 2 0,-1-3-585,0 2-2557,-5-1 3241,-1-19 1,-3-3 0,-1-7 0</inkml:trace>
  <inkml:trace contextRef="#ctx0" brushRef="#br1" timeOffset="288239">5305 7133 11670,'-7'5'1709,"2"0"-1439,12-2 270,9-1-180,24-6-810,-15-1 0,1-2-495,4 0 1,0-1-695,-2-1 1,-2 0 1091,11-5 0,-2-1 0,-10 3 0</inkml:trace>
  <inkml:trace contextRef="#ctx0" brushRef="#br1" timeOffset="288767">5780 6903 11940,'-2'-10'2339,"0"2"-540,1 0-990,1 2-179,2 1-90,7 8-360,-3 1-1,6 13 91,-9-1-90,0 9-90,-2-4-90,-3 8 0,-1-6-90,-2 4 90,1-7-90,1-3 0,1-6-180,-1 0 181,8-18 89,3-8 0,6-12-90,9-15 45,-10 21 0,1-1-809,5-4 0,2 0 854,-6 6 0,2 1-145,7-2 1,0 2 54,3 2 0,10-1 90,-19 17-90,0 9 90,-5 8 0,-1 10-90,-6-1 1599,-2 9-1509,-2-5 128,0 5-128,1-3-270,1-5 0,-1-9-1169,5-1 630,-3-10-1800,8 2-668,1-10 2972,1-2 0,8-4 0,-2-2 0</inkml:trace>
  <inkml:trace contextRef="#ctx0" brushRef="#br1" timeOffset="288960">6820 6868 12570,'0'12'2159,"0"-1"-1710,-1-1-1618,-1-1-1619,0-4-489,-5-2 3174,1 0 0,-11-2 0,-1 0 1</inkml:trace>
  <inkml:trace contextRef="#ctx0" brushRef="#br1" timeOffset="295325">23706 2012 8612,'10'-7'1619,"-2"0"-450,-4 4-1079,-10 17 0,-2 1 0,-6 9 0,-4 6 0,-8 11 0,0 3-454,3-7 0,0 1 424,0 1 0,-2 3 0,3-4-60,5-8 0,0 1-30,-4 7 0,-3 5 0,2-4-689,2-1 1,1-2 538,-5 8 1,1-1-811,9-12 1,2-5 902,3 3 0,0-1 1,7-13-1</inkml:trace>
  <inkml:trace contextRef="#ctx0" brushRef="#br1" timeOffset="295661">24205 1950 10051,'1'-8'540,"0"0"-540,-7 21 90,-7 9 0,-6 11 0,-3 6-60,6-11 0,-1 1 0,0 2-437,-1 0 0,-1 1 1,-1 3-1,-1 0 425,1-1 0,-2 1 0,0 2 0,0 0 0,0-1-556,-1 3 0,0 0 1,-1 0-1,1 0 1,0-2 492,-1 3 0,0-2 0,1 0 0,-1 2-603,2-4 0,-1 3 1,0-1-1,2-3 0,4-5 536,1-3 1,1-1 0,-1 5-1,-3 2 1,5-5 0,-1 1-1</inkml:trace>
  <inkml:trace contextRef="#ctx0" brushRef="#br1" timeOffset="295982">24456 2019 9871,'9'-11'810,"-2"1"-180,-4 6-541,-29 43 1,9-13-633,0 0 1,-2 5 0,0 0 587,-2 6 0,1 1-45,1-5 0,0 3 0,0 0 30,0 2 0,0 2 0,-1-1-90,2-1 0,0 0 0,0 0-60,-1 1 0,1-1 0,1-2-15,-2 5 0,0-2-315,-1 2 1,2-2-811,6-12 1,1-3 1259,0-1 0,1 0 0,-5 12 0,5-13 0</inkml:trace>
  <inkml:trace contextRef="#ctx0" brushRef="#br1" timeOffset="296310">24906 1973 10141,'16'-15'990,"-2"3"-91,-7 7-449,-6 19-270,-12 16 0,-6 9-120,2-5 0,-2 4 0,-2 3-716,-2-1 1,-2 5-1,-2 1 1,-1 0 0,3-2 532,3-8 0,1 0 0,0-1 0,0 0 0,-1 1 105,-3 5 0,-1 1 0,0 0 0,1 0 0,0-2-134,-1 3 0,1-1 0,1-1 1,1-1-419,-2 1 0,2-1 1,0-1 569,0 2 0,0 0 0,3-6 0,3-8 0,5-4 0,1 0 0</inkml:trace>
  <inkml:trace contextRef="#ctx0" brushRef="#br1" timeOffset="296638">25588 1794 10411,'1'-9'-90,"-5"7"90,-5 10 0,-5 11 0,-2 4 45,1 3 0,-1 3-331,-6 12 1,-1 5 375,7-10 0,-1 4 0,-1 1 0,-1 1-278,2-6 0,-1 0 0,-1 1 0,1 1 0,-1 0 242,-1 4 0,0 1 0,0 0 0,0 0 0,-1 0-162,-1 1 0,-1 0 0,0 0 0,1-2 0,2-3-672,-2 6 1,2-4 0,1-1 779,2-5 0,1-2 0,4-4 0,-2 8 0,11-23 0</inkml:trace>
  <inkml:trace contextRef="#ctx0" brushRef="#br1" timeOffset="296931">25772 2163 9602,'-2'10'899,"-1"-3"-719,-16 37-135,7-20 0,-3 2-1684,-6 12 1,-1 0 929,2-4 0,-1 1 739,3-5 0,-1 2 0,1-2 2,-6 9 0,1-1-92,3-5 0,0 0 0,1-1-75,-3 5 0,0-1-885,5-5 1,-1 1 0,2-4 1019,-6 14 0,6-11 0,1 0 0,2-2 0</inkml:trace>
  <inkml:trace contextRef="#ctx0" brushRef="#br1" timeOffset="297193">25935 2365 9781,'7'-10'854,"-18"29"1,-8 13-765,0-2 0,-4 5-270,4-7 0,-4 6 0,-2 2 1,1 0-1,2-3-913,-6 11 1,2-3 0,-1 0 623,-1 1 1,-1 0 0,4-4 0,4-2 0,4-6 0,3 2 0</inkml:trace>
  <inkml:trace contextRef="#ctx0" brushRef="#br1" timeOffset="302686">6431 6455 10051,'0'-13'1529,"0"1"-719,2 7 719,1 0-1349,-3 15 0,-1 13-90,-1 5-45,0 1 0,-1 0 45,1 9-911,-1-7 0,0 6 0,0-4 821,0-7 0,1 1 30,-1 6 0,0 4 0,0-3-176,1-4 0,0-1 146,1 4 0,0-1 0,1-6 0,1-2-90,1 6-180,3-4-269,3-15 2065,4-3-4224,7-11-91,-3-5 2789,2-7 0,-1-8 0,0-2 0</inkml:trace>
  <inkml:trace contextRef="#ctx0" brushRef="#br1" timeOffset="302897">6396 6769 11041,'18'-5'180,"4"-3"-180,-5 0-630,14-6-1349,-4 0 1979,7-2 0,-5 0 0,-4 2 0</inkml:trace>
  <inkml:trace contextRef="#ctx0" brushRef="#br1" timeOffset="303738">6752 7009 12930,'10'-3'629,"4"-3"-359,2-1-90,5-3-90,-1 0 90,4-5-180,1-7-90,-6 5 0,5-12-90,-15 8 90,-1-3 0,-6-1 90,-4 8-90,-6-2 0,-1 8 0,-6 1 90,3 5 0,-7 8-90,1 7 90,-4 8 0,0 8-90,5 6 90,5 4 0,9 2 0,4-7 0,11 4 0,6-10 90,9 4-90,-2-10 0,10-5 90,-4-9-90,16-9 0,-21-1 0,0-3-242,2-5 1,-1-2 241,1-3 0,-2-3 0,0-4 0,-2-3 0,-7 6 0,-1-1 0,2-8 0,-2-1 0,-8 7 0,-1 0 44,0-4 1,-1 1-45,-2-11 22,-8 4 68,-5 12-90,-7-2 0,3 11 0,-6 6 90,8 10-90,-2 5 0,5 0 570,3 4-570,7-2 72,5 1-162,6 0 90,1-4 0,7-2 0,-3-4-90,6 0 90,-2-1 0,-1 0-90,-5 2 90,-2 2 0,-5 0 0,-2 7 0,-3 3 0,-3 8 0,-1-1 0,0 14 0,-2 1 0,3-6 0,-1 1 0,1 12 45,0-14 0,3-1-45,4 5 90,6 2-90,-1-10-270,8-6-269,-1-10-721,7-2-629,-2-5 1889,4-7 0,-6-5 0,7-3 0</inkml:trace>
  <inkml:trace contextRef="#ctx0" brushRef="#br1" timeOffset="305125">7871 6734 10681,'-2'-8'0,"-2"-2"180,0 1 0,1 1 179,-3-1 1,1 2 90,0 2-180,-2-3 90,3 4-90,-6 0 89,-9 7-179,-7 6-90,-1 4 0,-2 2-45,5 0 0,0 0-118,-3 1 0,2 1 163,-13 15-1,19-8-89,5 4 90,11-7-90,16 0-179,14-3 44,-5-8 0,3 0 0,2 0 0,1-1-45,18 3-45,-18-4 0,-2 0-45,1 2 180,5 4-89,-19 0 505,-14 1-236,-9 8-90,-8-4 90,-16 10 0,3-9 0,-4 3-180,12-9-450,4-2 540,10-5 0,2-2 0,4-2 0</inkml:trace>
  <inkml:trace contextRef="#ctx0" brushRef="#br1" timeOffset="305556">8180 6918 12210,'-6'-10'1799,"-1"0"-630,6 2-809,9-1-90,15-8-270,-1 6-90,4-1 0,0-3-270,5-10 90,0-9 91,-30 1 89,-14 13 0,-19 3 90,3 13-90,-8 8 0,-5 13 90,11 4 0,12-2 0,3 3 0,3 22 0,10-19 0,2 0 0,7 20 0,19-3-272,3-15 361,12 1-89,-9-14-269,12-7-541,-5-10-225,-11-1 1,1-2-675,16-6 1709,-15 0 0,-1-3 0,7-9 0,-13 7 0,0 0 0</inkml:trace>
  <inkml:trace contextRef="#ctx0" brushRef="#br1" timeOffset="305842">8855 6677 13020,'-16'1'1349,"-3"1"-630,4 1-269,-8 5-180,2 1 90,-13 13 0,2 6-827,11-7 1,1 2 556,-8 14 49,14-15 1,2 1-50,2 11 90,4 5-180,13-2 0,5-12-270,15-1-179,3-13-316,-2-7 0,1-3-134,13-3-321,-9-5 1,-2-4-2058,9-14 3176,-2-2 1,-20 8 0,-2 0 0,6-14 0</inkml:trace>
  <inkml:trace contextRef="#ctx0" brushRef="#br1" timeOffset="306143">9102 6268 11580,'-1'-12'3276,"1"-2"-1874,3 34-953,-2 10 1,-1 9-270,0-1 0,-1 5 0,0 2-1000,-1-3 1,0 3 0,-1 0 0,0-1 710,0-4 0,0 0 1,-1 0-1,1-1 139,-1 12 0,0 0 0,1-5 220,1-2 0,2-4-790,3-4 0,2-5 1,4-7-1890,15-17 990,-10-13-1619,16-25 3058,-14-9 0,-7 15 0,-1-1 0,-4-2 0,0 0 0</inkml:trace>
  <inkml:trace contextRef="#ctx0" brushRef="#br1" timeOffset="306305">9095 6716 11131,'-10'1'2608,"28"-2"-2248,14-4-945,5-3 1,3-2-1055,-9 2 1,-1-1 1214,-1 0 0,-2 1 0,4-1 0,-16 6 0</inkml:trace>
  <inkml:trace contextRef="#ctx0" brushRef="#br1" timeOffset="306523">9407 6723 12300,'1'8'2339,"0"0"-1980,0 0-89,0-1 90,0 2 90,1 6 0,0 6-271,-1 1 181,1 11-360,-2-4-270,1 7 1,-1-9-901,-1 0-1258,0-10 2428,0 1 0,0-10 0,0-3 0</inkml:trace>
  <inkml:trace contextRef="#ctx0" brushRef="#br1" timeOffset="306733">9440 6373 11850,'-3'-14'1439,"0"3"-719,1 2-90,0 2-1,1 1 361,-1 0-1350,7 11-2339,-2 4 2699,3 5 0,-2 12 0,-2-3 0</inkml:trace>
  <inkml:trace contextRef="#ctx0" brushRef="#br1" timeOffset="307532">9926 6770 13020,'-15'-3'2068,"2"0"-1168,-3 1-1,-1 3-269,-7 5-360,3 1 449,-13 24-449,14-1-180,7-6 0,0 0-90,3 10-90,4 6-90,8-9-90,4 5 91,4-9-271,6-4 90,4-11 0,6-5 0,4-10 271,-7-5-271,5-20 270,-15 0 90,2-6 180,-15-6 0,-8 8 89,-6-7-89,-4 7-90,3 12 90,-1 3 0,8 10-180,6-2-90,11 4 0,19-1 0,20-5 90,-4 1-45,-10 1 0,0-1-205,-7 1 0,0 0 250,3-1 0,0 1 0,-6-1 0,-1 2 0,5-2 90,-8 3 90,-10 8-180,-4 2 90,-5 6-90,-9 22 90,-2 12-133,3-10 1,0 0 42,2-5 0,0 0 0,0 6 0,-1 0 0,2-9 0,0 0 45,-1 3 0,0-1-45,-1 10 0,0-8 0,2-13 90,0-3-90,8-20 0,7-16 0,3-4 0,3-1-284,-3 3 1,1 0 238,10-15 0,1-1-160,-3 10 1,-1 1 204,5-4 0,0 2-45,-3 7 0,0 4 45,7-3 0,3 17 0,-15 17 0,6 14 0,-12 6-90,-2 15 90,-8-1-371,0-18 0,0 0 371,0 12 839,6 5-839,2-17-450,7 0-719,9-12-1530,13-16 1080,-12-5 0,1-5 1283,5-5 1,-1-3-1,3-6 1,-1-2-1,-1-4 1,-1 0 0</inkml:trace>
  <inkml:trace contextRef="#ctx0" brushRef="#br1" timeOffset="307726">11186 6782 17517,'13'-6'360,"6"1"-1619,-1 3-2018,5-2 2544,-10 5 1,-3 1-1,-9 4 1</inkml:trace>
  <inkml:trace contextRef="#ctx0" brushRef="#br1" timeOffset="307893">11202 6937 12660,'-16'12'3238,"6"-1"-1709,8 6-360,31-7-1034,-5-7 0,5-2-765,2-2 1,4-2-1,1-1-463,5-4 1,0-1 0,-1-1 545,9-2 1,-2-2 0,-3-3 0,-6-2 0,-11-7 0</inkml:trace>
  <inkml:trace contextRef="#ctx0" brushRef="#br1" timeOffset="313158">13299 6408 9422,'7'-8'1349,"0"2"-809,-1 0-181,-1 1 451,2-3 269,-2 1-449,1 2-450,1 3 180,-2 7-181,-1 3 91,-2 12 0,-4 7 0,-5 23-180,0-19 0,-1 1-178,0-3 1,-1 2 177,-6 14 0,0-2 0,-3 3 0,-1-1 0,0-1 0,0-1-90,6-15 0,2-2 90,0-1-90,13-19 0,0-6 265,12-12-265,-8 6 0,17-15 0,0 6-90,20-7 0,2 4 45,-19 10 0,-2 1 45,10-3 0,-1 0 0,-19 4-90,10-7 90,-8 2 0,5-10 0,-8-1 270,-4 0-91,-3 0-179,-5 23 90,-8 48-90,3-11 0,0 5 30,0 1 0,0 3 0,1 0-214,1-9 1,1 0 0,0-1 213,1-1 0,0-1 0,1-3-75,1-5 0,0-4-314,6 8 89,-4-22-1259,4 0-540,4-15-1208,7-15 2814,-1-4 1,5-16-1,-6 6 1</inkml:trace>
  <inkml:trace contextRef="#ctx0" brushRef="#br1" timeOffset="313421">14061 6669 12120,'2'-10'1439,"0"2"-449,3 0-451,7 8-89,10 5 0,5 3-315,-4 2 0,2 1 45,17 8 0,2 4-315,-6 2 0,-2 0-45,-9-8 0,-2 1-360,2 3 0,-5-4-359,-10-7-2378,3 4 2477,-8-9 0,-1 1 0,-5-5 1</inkml:trace>
  <inkml:trace contextRef="#ctx0" brushRef="#br1" timeOffset="313621">14435 6531 11041,'-14'-20'2158,"-12"23"-1663,2 20 0,-2 10-256,4-3 1,-1 3 0,-1 1-466,1 0 1,0 1 0,1 1 45,-4 5 0,1 2 0,3-5-90,6-10 0,1-1-764,-4 6 0,2-2 1034,5-8 0,2-4 0,3-5 0</inkml:trace>
  <inkml:trace contextRef="#ctx0" brushRef="#br1" timeOffset="319057">15281 6111 11131,'14'-3'629,"3"0"-269,7 0-90,3 0-270,3 0 180,5 1 0,-4 6-90,8 2-90,-8 5 90,7 12 0,-15 2 0,2 15-1,-14 2-89,-8-7 45,-10-3 0,-4 1-301,0-10 0,-2 0 256,-6 11 0,-1 0 90,-9 5-181,-3-3 91,14-15 90,0 2-90,10-9 0,5 1 0,10-1 597,14 10-597,12 6 0,2 4-154,-4 2 154,-15-10 90,-10 7-90,-13 2 0,-12 10-213,4-21 0,-2-1 303,-13 13-90,9-17 0,0-1 0,-5 4-270,-5 2-540,12-10-2467,8-7 2874,11-8 1,8-8-1,8-6 1</inkml:trace>
  <inkml:trace contextRef="#ctx0" brushRef="#br1" timeOffset="319321">16378 6528 12840,'-5'-11'2698,"0"0"-1978,4 0-181,11 0-449,2 2-180,34-4-269,-20 7-496,5 0 1,1 1-2423,0 3 0,2 0 3116,-19 5 1,-16 5-1,-3 2 1</inkml:trace>
  <inkml:trace contextRef="#ctx0" brushRef="#br1" timeOffset="319520">16356 6716 12390,'1'8'1259,"5"-3"-809,24-10-450,-4 0 0,2-1-135,-3 0 0,0 1-540,12-3 1,-1-1-855,-12 3 0,0 1 1529,4-2 0,-1 0 0,-2 0 0,-1 0 0,19-6 0</inkml:trace>
  <inkml:trace contextRef="#ctx0" brushRef="#br1" timeOffset="319831">17880 6163 12210,'-3'-10'1619,"0"1"-1169,0 2-90,1-1 359,1 3-539,8 15 0,1 9-90,0 4 0,-1 4-329,-3 5 1,-2 2 283,1-2 0,-3 3-594,-3 13 1,-2 2 593,-1-7 0,-1 0-45,2-8 0,-2 1 0,1-3-45,0 6 0,-1-2-180,2-2 1,0-3-676,3 5-719,2 0 180,3-16 1439,9-11 0,2-15 0,9-5 0</inkml:trace>
  <inkml:trace contextRef="#ctx0" brushRef="#br1" timeOffset="320239">18141 6193 12210,'1'-10'630,"0"2"-271,1 0 361,12 0-630,-2 2 135,14 0 0,2 2-135,1 1 0,5 0 0,1 1 0,-3 4-1,2 3 1,0 2-90,-3 3 90,-1 7 0,-5 5 0,-19 21 30,-14-8 0,-8 5 0,-3-1-378,-4-3 1,-4 0 0,-3 1 346,5-8 1,-2 2 0,-1 1 0,-1-2 0,2-1-30,-8 5 0,1-2 0,2-1 0,4-5 0,0-1 0,7-2 120,3 19-90,39-18-45,13-16 0,8-4-315,4-3 0,5-4-550,-13-2 1,2-1 0,1-2 0,-2 1-274,0-2 1,-3 1 0,1-1-1,-1-1 1,0 0 0,-4 1 878,-5-1 1,-2 1 0,13-6-1,0-1 1</inkml:trace>
  <inkml:trace contextRef="#ctx0" brushRef="#br1" timeOffset="320404">19335 6632 13559,'8'1'-820,"-15"3"1,-12-2 0,-16 2 0</inkml:trace>
  <inkml:trace contextRef="#ctx0" brushRef="#br1" timeOffset="323257">1956 9130 9781,'2'-9'1350,"1"0"-631,-3 4-89,1-1-540,-6 27 90,-2 14-135,0 0 0,0 3-154,0-6 0,1 0 154,-1 14 0,-1 2-538,3-13 0,-1 0 0,0 0 523,0 0 0,1 1 0,-1-1-30,-2 14 0,0-2-210,1-8 1,0-4 209,-1 10 0,-2 3 90,4-18 32,2-8 328,2-13-279,6-13-81,0-6 0,5-18 0,1-9-90,-1 2 0,-1-1 71,4-9 0,-1-3-71,-2 10 0,-1-3 0,0 2-333,-1 4 1,0 0 0,0 0 332,1-8 0,1 0 0,-1 1 0,0-4 0,-1 2-45,1 1 1,-1 5 95,-1-1-51,3 5 0,-4 19 0,4 17 0,9 35-45,-8-14 0,0 2 408,2 6 0,0 1-318,0 3 0,-1 0-45,-2-2 0,1 0-39,2 4 1,-1-1 38,-2-5 0,-1-1-51,1 0 0,0-2 141,2 9-90,3 8 89,-3-14-3366,-3-9 2473,-12-16 1,-5-11 0,-10-10-1</inkml:trace>
  <inkml:trace contextRef="#ctx0" brushRef="#br1" timeOffset="323455">1939 9620 11580,'-8'5'900,"20"-13"-810,-3 4-90,18-10 0,5-2-720,3 1 360,-9 3 1,2 0 359,11-3 0,-16 5 0,8-1 0</inkml:trace>
  <inkml:trace contextRef="#ctx0" brushRef="#br1" timeOffset="324054">2420 9777 13020,'5'6'1888,"2"-1"-1708,-1-5-90,3-2 0,2-2-90,-1-1 90,4-7 0,0-3-180,2-12 90,-4 2-180,1-20 90,-9 5-732,-2 10 0,-2 1 822,-1-13-90,-5 3 0,-8-2 0,5 22 90,-11-12-90,13 26 90,-8 5 0,10 4 1465,-4 6-1465,10 2 0,4 5 0,9 2 0,0-4-90,11 1 90,-1-5 0,16 3 0,-13-5 0,7 0 0,-16-2 0,1 2 0,-6-1 0,-3 6 0,-6 1 90,-2 7-90,-2 6 0,-1 0 0,1-5 0,3 14 0,1-19 0,4 11-630,7-10-179,2-9 89,2 2-2557,4-11 2882,-9-3 0,12-6 0,-5-1 0</inkml:trace>
  <inkml:trace contextRef="#ctx0" brushRef="#br1" timeOffset="324475">2948 9694 12480,'3'7'1259,"2"-2"-1079,4-6-90,0-1 180,8-3-180,-5 0 90,8-2-90,-4-1 0,2-3-90,-5 2-90,-2-4-90,-8-2 0,-6-2 90,-2 0 0,-10 3 0,-1 6 0,-6 1 0,3 5 90,-5 10-90,5 8 90,-4 12-90,8-2 90,6 11 0,13 7 0,5-1 0,4-1 0,8-10 90,2-14-90,7 1-180,-5-10-539,7-7-1980,-2-8 2699,9-9 0,-2-4 0,-1-5 0</inkml:trace>
  <inkml:trace contextRef="#ctx0" brushRef="#br1" timeOffset="324955">3459 9601 12210,'-7'-9'1799,"-12"-3"-1259,3 7-1,-20 5-269,5 13-90,-6 19-180,15-3 0,7 2-90,14-9-90,3-9-90,9 9 91,2-10-181,15-1 180,-1-15 0,12-15 90,-10-9 180,-3-4-90,-12 11 0,1 25 90,-8 5-90,6 11 0,2 3 0,6 1 0,1-2 0,4-2-495,4-9 0,0-5 90,-4 1 1,0-3-271,4-4 1,1-3 674,6-6 0,0-3 0,-3-1 0,1 0 0,-1-1 0,0 1 0,1-1 0</inkml:trace>
  <inkml:trace contextRef="#ctx0" brushRef="#br1" timeOffset="325805">4667 9507 11940,'-15'-3'1080,"-1"-1"629,-14 3-1350,12 0 361,-23 2-540,23 1 539,-21 11-629,18-2 270,-15 14-270,21-9 180,-6 28-270,15-23-90,2 22 0,8-27-540,20 13 271,-1-18-91,24-7 270,-11-28-1459,-16 1 1,-2-3 1253,2-13 26,-13 13 0,-3 1 269,-3 4 90,-8-25 0,4 28-90,-5-20 90,10 29 3081,5-5-3081,4 6-2543,33-12 2453,-17 7-397,5-2 0,0-1 487,0-1-45,-1-4 0,0-1 45,0-3-297,-4 0 0,-2-2 207,-5 0 100,-7 3 1,-1-1 78,0-4 2582,1-10-2581,-8 21 1292,-5 21-1292,-7 35 30,-1 3 0,-2 10 0,1-3-202,3-13 1,-1-2 0,1 5 126,-1 2 0,-1 6 0,-1 5 0,1-1 0,0-3 0,2-7-15,0-1 0,2-5 0,-1 4-30,0 4 0,0 6 0,0 1 0,1-2 0,1-8 45,1 3 0,3-2 0,3 2 0,1 6 0,2 0 0,-1-8-45,-1-3 0,2-1 30,3 8 0,2 4 0,3-11-94,20-5-206,-2-14 181,4-19-226,-14-28 0,-4-10 180,-8 10 0,-1-2 90,7-9 0,-4-5-15,-10 6 0,-5-3 0,-2 5 60,-1 7 0,-3 0 60,-2-4 0,-1-4 0,-1 8 30,-18-6 0,-5 6 0,19 18 1374,1-1-1464,17 3 90,25-10-135,10-4 0,7-3-375,-13 9 0,1-1 1,1-2 219,0-2 1,3-3-1,-1 0 1,-4 2-1,9-5 1,-5 0-1,-1-5 1,-1 0-1</inkml:trace>
  <inkml:trace contextRef="#ctx0" brushRef="#br1" timeOffset="326274">6411 9132 12120,'-2'-14'1169,"0"-2"-809,0 5 630,-1-3-361,1 10-269,-11 1-180,0 8 180,-24 19-270,17-4 0,-1 2-1215,-6 10 0,0 2 1170,5-4 0,1 1 0,-2 11 0,5 1-337,7-11 1,4 1 246,-1 7 0,5 0 0,5-5 0,4-3-245,6-3 0,3-3 200,4-5 1,3-4-1,1-5 0,1-3 0,17-3 45,-13-9 0,0-5 0,-4-2 0,0-4-266,7-7 1,0-4 265,-6-3 0,-3-2 45,-5 3 0,-3-2 0,-5-7 0,-5-3 0,-6 2 0,-4 0 606,-4-10 1,-3 1-562,1 8 0,-5 1-15,-1 9 0,-3 0 0,-1 4 15,0 4 0,-2 3-45,-7-3 0,0 4 618,-7 7-1068,2 18-346,14 8-1902,1 10 1716,10-1 982,13 14 0,8-9 0,5 12 0</inkml:trace>
  <inkml:trace contextRef="#ctx0" brushRef="#br1" timeOffset="326687">6731 9423 12030,'8'-13'1080,"-1"2"-631,1 0 1530,4-9-1169,-4 8 359,10-4-719,-8 18 179,16 35-539,-13-11 0,1 2-45,2 6 0,1 2-135,4 8 0,-1-4 0,2 2-45,-7-15 1,0-4 44,-4-12-180,19-2 90,-3-23 180,6-3-45,-11-14 0,-3-4-45,-1-5 90,-3-2 0,-1-2-45,-8 6 0,-1 2 0,-1 9 0,-1 1-180,0-6 0,-1 5-45,-1 15-2788,-1 0-219,6 24 2567,-2-3 0,7 21 0,-2-7 1</inkml:trace>
  <inkml:trace contextRef="#ctx0" brushRef="#br1" timeOffset="327438">7390 9502 12930,'-1'-13'1619,"5"2"-1260,10 0-89,11 1-180,-4 3 90,17-9-180,-22 8-90,14-11 90,-19 8-180,2-16 90,-10 11 0,-8-12 90,-2 15-179,-25-6 89,6 18 90,-13 2-45,10 21 0,4 5 45,1 3 0,1 2 0,3 1 0,12-6-90,4 22 90,11-16 0,3 4 0,12-15 0,6-4 0,6-5 45,-8-1 0,3-3-45,7-14 0,-1-7 0,-13 1 0,0-2 0,6-4 0,2-4 0,-4-3-30,-7-4 0,-5-4 0,-1 0 0,-2 0 0,-1-1 0,-3 0-15,-1-15 0,-6 3 45,-5 15 0,-3 6-90,-5 2 90,-8 19-90,14 11 90,3 8 0,14-1 0,6-1 0,31-4 0,-24-6 0,11 3 0,-1 0 0,-12-1 0,20 18 0,-30-9 0,-3 10 0,-3 4 0,-5 10 0,1-12 0,-1 1-1639,-1 2 1,0-3 1613,1 3 25,3-1 0,1-1 90,1-6-90,10 11-90,-5-22-720,17 2 271,-12-11 539,31-12 0,-22-6 0,16-13 0</inkml:trace>
  <inkml:trace contextRef="#ctx0" brushRef="#br1" timeOffset="327842">8239 8959 11580,'-7'-7'90,"1"0"270,3 3 0,2-1-270,3-1 90,1 2-90,6 0 90,3 2-90,5 2 0,5 5-90,-2 2 179,12 28 1,-13 10-282,-6-18 0,-3 3 147,-6 13 0,-4 2-715,-5-2 0,-1 1 730,-1-6 0,0 3 0,-1-2-60,-3 8 0,-1-1 30,3-10 0,-1 1 0,1-1-400,-1 4 1,2 0 414,-1 4 0,3 0 0,3-9 0,4-3-135,12 15-360,13-18-359,9-15 404,-1-10-945,-5-9 1,0-4 1349,-1-3 0,0-3 0,10-6 0,1-2 0,-1-3 0,0 0 0</inkml:trace>
  <inkml:trace contextRef="#ctx0" brushRef="#br1" timeOffset="328520">8866 9498 14729,'-28'1'719,"-14"4"-629,21 0 45,-4 1 0,-2 4-45,4 3 0,2 2-45,-3 2 0,1 2 0,5 8 0,4 0-45,2 5-90,20 11 0,14-25 90,9-3-90,16-22 90,-9-19-45,-18 1 0,-2-1 45,0-8 0,-4-9 0,-12 30-90,1-6 90,-1 12 0,10 9 0,3 7 0,19 9 0,-11-10 0,25-9 0,-21-9 0,0-4 0,5-2 0,0-3 90,2-3 0,-3 0-90,5-9 180,-12 7 0,-18 28-180,-1-1 135,-10 21 0,-6 12 14,0 1 1,-1 5 0,1 3-83,3-6 1,1 2-1,0 1 1,2 2-578,0-2 1,0 3 0,1 0 0,1-1 0,3-2 531,1 1 1,2-1 0,1-2-1,2 1 0,3 0 1,1 0 0,1-1-1,1-4-946,9 10 0,0-6 744,-3-6 0,1-8-1889,18-15 430,-21-32 1,-3-8-1,0 8 1,0-3 1297,0-13 1,-3-4-1,-4 1 1,-2 0 0,0-5-1,0 1 1</inkml:trace>
  <inkml:trace contextRef="#ctx0" brushRef="#br1" timeOffset="328827">9417 9562 12030,'-7'-26'2339,"3"4"-1800,3 4-89,6 5-270,2 3 180,20-3-90,-2 5-135,5 2 0,4 4-90,-3 5 0,1 4-90,4 6 0,-2 5 0,-8 1 0,-9 4 0,-22 17 0,-14 2 45,-2-14 0,-5-3-30,0-2 0,-3-1 0,2-4-555,0-3 0,5-8-2692,6-13 2871,35-13 0,17-12 0,-13 15 0,0 1 0</inkml:trace>
  <inkml:trace contextRef="#ctx0" brushRef="#br1" timeOffset="329048">10505 9431 15538,'10'-3'3276,"0"0"-2774,0 0-232,1 0-270,6-1-360,-3 2-809,10-2-1530,-2 0-359,3-1 1079,-7 2 1979,-6-1 0,-8 3 0,-2 0 0</inkml:trace>
  <inkml:trace contextRef="#ctx0" brushRef="#br1" timeOffset="329215">10532 9576 12120,'-9'12'720,"0"1"-1,3-1 271,4 2-91,9-1-179,10-3-91,15-2-539,0-3-270,-7-3 1,2-1-1620,17-4 160,-16 1 1,-1-1-1639,17-9 3038,-16 1 1,-9-8-1,-11 1 1</inkml:trace>
  <inkml:trace contextRef="#ctx0" brushRef="#br1" timeOffset="332448">22926 3861 7083,'0'0'0</inkml:trace>
  <inkml:trace contextRef="#ctx0" brushRef="#br1" timeOffset="336082">12215 9120 7982,'1'-6'1889,"0"-5"-1169,0 5-180,0-3 1079,0 3-1439,-6 7 179,-3 12-89,-13 23-180,3-2 0,0-2 0,-2 1-354,6-8 0,0 0 309,-5 8 0,0 0 0,6-6 0,1-2 45,-4 11 0,11-4 0,10-11-90,10 3 0,2-7 90,27 3-90,-7-9-125,-7-2 1,0 0 124,7 1-90,5 6 780,-19-1-780,-2 6 90,-11-4 0,-11 9 90,-14 2 0,-13 11-90,10-18 0,-3 0 45,-2 0 0,-1-2-191,0-1 1,0-2 100,2-2 0,0-2 214,-10 3-799,2-6-359,9-7-1890,-4-7 2879,4-12 0,5-10 0,3-9 0</inkml:trace>
  <inkml:trace contextRef="#ctx0" brushRef="#br1" timeOffset="336308">12124 9119 11940,'3'-8'1349,"1"1"-1259,0 3 90,2-1 0,14-3 90,17-7-180,7-3-679,-5 2 1,3-2 498,-3 2 0,1 0-180,-7 2 0,2-1 0,0 1-1169,11-4 0,0 1 1439,-4 3 0,-2 1 0,-11 5 0,-1 2 0,19-1 0</inkml:trace>
  <inkml:trace contextRef="#ctx0" brushRef="#br1" timeOffset="336722">13091 9291 11940,'-19'-4'540,"2"0"-180,9 2 89,0 0-179,2 1 180,0-1-270,7 6 0,3 2-90,5 4 90,4 4 0,4 3-1,8 10 1,10 6-180,-5-5 90,-2-5 0,0 0-433,-7-7 0,0 0 388,4 3 0,0 1-45,-2-3 0,-2-2 0,9 7-539,2 1-271,-8-7 270,-9-6 540,-4-3 0,-8-5 0,0 0 0</inkml:trace>
  <inkml:trace contextRef="#ctx0" brushRef="#br1" timeOffset="336904">13434 9480 11311,'-13'-44'809,"-2"-3"-269,2 14-360,1 6 0,5 14 629,-18 30-584,2 10 0,0 5-420,1-6 0,-1 4 262,4-1 0,0 5 1,-1 1-1,2-2-835,0 2 0,1-1 0,1 1 468,0-2 0,0 1 1,1 0-794,0 2 1,2-1 0,2-5 607,1 0 0,0 13 0,7-24 0</inkml:trace>
  <inkml:trace contextRef="#ctx0" brushRef="#br1" timeOffset="342040">14112 8946 10681,'-1'-11'1349,"-1"2"-629,2 1 359,-1 2-989,-3 10 0,2 2 0,-5 20-90,3-3 45,0 0 0,0 3-318,0-1 1,0 0 317,-2 9 0,1 1-45,1-8 0,0 0 45,-3 8 0,0-1-45,-1 6 0,2-14 0,0-1 90,-1-1-90,2-4 90,1-8-90,0-1 635,2-4-635,9-21 0,-1 8 0,8-15 0,-4 17-90,2 0-90,1 3 0,5 0 0,3 0 90,-3 1-180,5 0 90,-3-3 0,12-5 90,-11 0 1,6-9-1,-12 0 180,1-7-90,-5 5 89,-2-6 1,-3 7-90,-1-4 90,-2 4-90,0 8 0,1 10 0,-2 26 0,0 0 45,-2 4 0,-1 4-435,0-6 1,0 1 389,0 11 0,0 1 0,0-9 0,0-1 45,0 2 0,0 0-230,2 12 185,1 3 90,0-11-180,0-15-1529,4-5-270,-1-15 1889,6-9 0,-3-14 0,1-7 0</inkml:trace>
  <inkml:trace contextRef="#ctx0" brushRef="#br1" timeOffset="342356">14571 8587 12210,'-10'-3'450,"0"1"-450,12 6 0,2-1 90,14 9 0,22 12 0,-3 4 0,3 4-698,-13-8 0,0 0 0,-1 2 608,2 0 0,0 2 0,-3 2 30,-3 2 0,-2 3 0,-3 0 0,-5-3 0,-3 2 0,-1 1 0,0 11 0,-3 3 0,-3 1-448,-3-9 1,-3 0 0,-2 0-1,-1-2 418,-1 6 0,-3-2 0,-3 1 22,-2-4 1,-2 0 0,-3 0-1,0-3-22,-5 3 0,-2-3 0,-2 1-113,3-4 1,-2 0 0,-1 0 0,2-3-8,-2 1 0,2-2 0,-2-2-480,-7 4 0,-1-1 1,1-4-1040,-3-2 1,0-2 1617,-2 2 1,0-2 0,3-6 0,2-4 0,10-6 0,0 0 0</inkml:trace>
  <inkml:trace contextRef="#ctx0" brushRef="#br1" timeOffset="342888">11876 8825 10501,'-1'-10'360,"-1"2"-90,-2 3-90,-4 2 359,-3 1-179,-16 10-180,5 10 0,0 5-135,3-5 0,-1 5-781,1 10 1,-2 9-1,2 2 1,2-4 794,5-8 1,1-3 0,0 5-24,-1 4 0,-2 6 0,1 3 0,0-2 0,3-4-251,1-3 1,2-4-1,2 6 260,2-2 0,1 6 0,1 2 0,1 2 0,2-1 0,1-5 0,3 7 0,2-5 0,2 1 0,4 2-438,0-4 1,3 3-1,1 0 1,2 0-1,0-3 1,0-4 279,-1-3 1,-1-2 0,2-4-1,7-4-543,9-4 1,9-3-1,2-4 1,-1-3 0,-7-4 357,6-3 0,0-6 0,-9-1 0,5-1 0,2-1 0,-1-1 0,-4-1 0,1-3 1,1-1-1,-1 1 0</inkml:trace>
  <inkml:trace contextRef="#ctx0" brushRef="#br1" timeOffset="343455">15894 9158 11490,'-25'2'810,"-2"1"-630,11-2 989,-14 2-449,12 0-1,-5-1-359,31 2-270,2-3 0,18-1 0,5-2 0,-6-1 0,3-1-240,9-2 0,7-1 0,-3 1-930,7-1 1,-1-1 610,-9 1 1,2 0 0,-5 0 0,-7 1 0,-3 0 0,14-6 0</inkml:trace>
  <inkml:trace contextRef="#ctx0" brushRef="#br1" timeOffset="343688">16227 8924 11940,'-7'-8'720,"-1"-1"-270,2 5 179,-9 4-449,7 4 450,-24 33-450,16-9-399,3 3 0,-2 6 0,2-2 264,4-8 0,2 2 15,-3 9 0,-1 4 0,3-4-15,2-11 0,2 0-285,0 10 0,0 3 0,1-4-390,0 8-674,1-3 0,3-5 1287,5-16 1,4-9 0,4-11 0</inkml:trace>
  <inkml:trace contextRef="#ctx0" brushRef="#br1" timeOffset="346649">16996 8448 9691,'-14'4'1170,"1"5"-631,-10 30-449,7-7-446,5-8 0,-1 4 581,-5 18 0,1 2-710,6-17 1,0 4 574,-1 4 0,0 8 0,0 0 0,2-5-599,2 1 1,0 0 553,3-4 0,-1 5 0,1 0 0,1-2-15,3-3 0,0-2 0,1 1 0,1 8 0,1 3 0,0-4 0,1-9 0,0-2 0,1 0-292,2 3 0,1 1 0,2-4 307,6 3 0,2-3 0,3 5 0,2-4-45,-3-10 0,1-4-212,7-4 0,2-6-688,20-12-314,-16-4 0,-1-3 179,-8-2 1,-1-2 963,-1-3 1,-2-3 0,-1-4 0,-1-1-1,2-4 1,0-1 0</inkml:trace>
  <inkml:trace contextRef="#ctx0" brushRef="#br1" timeOffset="347116">17672 8762 11311,'-5'-3'1439,"-4"9"-1349,-12 13 0,4 2 0,1 4-45,-3 2 0,0 4-1684,-4 10 1,-1 1 1627,5-7 1,1 1 55,-3 9 0,3 1-9,7-13 1,1 0 8,0 8 0,1 0-145,5-8 1,2-2 99,5 18 0,8-20 0,3-2 90,13 3-102,-7-10 1,2-4 101,7-5-90,10-11 0,-8-7 90,8-6 2291,-12-2-2291,-5-8 867,-14 0-867,-6-10 522,-12 2-522,-12 1 0,-10 8-90,-6 10 36,7 8-126,-6 9-450,12 4-359,-2 6-2378,10 0 2747,13-3 0,13-2 0,8-2 0</inkml:trace>
  <inkml:trace contextRef="#ctx0" brushRef="#br1" timeOffset="347397">17994 9115 12390,'-3'-10'989,"1"0"-539,4 5-180,3 3-90,2 3 0,5 4 90,11 6-180,-1 2 44,-2-1 1,3 3 45,17 12-135,-15-8 0,1-1-257,-4-1 1,-1-1-328,15 14-541,-8-9-1078,-10-4 449,-6-8 1709,-4-2 0,-6-5 0,-1-1 0</inkml:trace>
  <inkml:trace contextRef="#ctx0" brushRef="#br1" timeOffset="347571">18345 9070 11580,'-8'-19'1440,"-17"23"-1081,-8 22 1,-4 11-338,13-12 1,-2 3-1,0 1 1,1 0-173,-5 4 0,1 0 0,-1 2-670,1 0 1,-2 3 0,2-2 0,6-6 272,6-8 1,1-2 0,-13 16 0,2-1 0,5-9 0</inkml:trace>
  <inkml:trace contextRef="#ctx0" brushRef="#br1" timeOffset="350673">18768 8825 7443,'3'-9'809,"-1"2"-539,2 0-90,-1 3 0,0-1 540,3-1-1,-2 0-359,3-1 0,-3 1 539,-1 2-809,-9 18 0,2-5-45,-7 12 0,-2 3 45,-8 11-211,5-9 1,1 1 210,-6 8-90,1 2 90,10-11-90,1 4 0,5-9 0,7-1 90,17-3-90,-2-3 0,13-2 0,-3-7 0,2-1 0,-5 0 0,2 0-427,11 1 1,-1 1 426,9 2-59,-5 4 149,-18 3-90,-4 6 0,-14 7 0,-10-4 0,-18 15 0,-7-5 291,7-12 1,-1 0-292,4-6 0,-1 0-111,-8 3 1,1-2-160,-7 1-180,-8 3 90,22-14-1798,4-6 2158,8-5 0,1-8 0,3-4 0</inkml:trace>
  <inkml:trace contextRef="#ctx0" brushRef="#br1" timeOffset="350905">18811 8922 10771,'1'-10'270,"0"1"-180,4 4 269,12-6-269,4 1 0,6-2-90,9-2-539,-4 3-1530,6-5 540,-8 3 1529,-7 0 0,-3-1 0,0-2 0</inkml:trace>
  <inkml:trace contextRef="#ctx0" brushRef="#br1" timeOffset="351228">19299 8258 10591,'-10'1'539,"31"8"1,11 4-450,1 6-746,-4 3 1,8 8-1,4 6 1,-2 1 0,-8-2 624,-2 4 1,-7-1-1,1 7 56,-4-12 1,2 4 0,1 2 0,-1 2-1,-1 1 1,-5 0 0,-4-2 19,-6 5 0,-5 2 0,-4-1 0,-1 0 0,-2-1 0,3-2-27,2-1 0,1-2 0,-2-2 0,-1 2 0,-5 2-83,-4 0 1,-5 4 0,-2 1 0,-3 1-1,1-3 1,0-4 0,2-6-951,-6 5 1,1-7 0,-2 1 609,-1 4 0,-2 3 1,0-2-1,2-6 405,-8 1 0,4-8 0,-6 1 0,16-12 0,0 0 0</inkml:trace>
  <inkml:trace contextRef="#ctx0" brushRef="#br1" timeOffset="353740">10989 8878 9242,'-11'-2'1259,"2"1"0,2-2-359,2 1-91,-1-1-719,9 0 90,1 0-90,17 0 0,6 0-90,15 0-270,3-1-539,2 2 269,-15 2-2737,-1 3 2904,-20-1 1,1 5-1,-12-2 1</inkml:trace>
  <inkml:trace contextRef="#ctx0" brushRef="#br1" timeOffset="354214">10955 8932 11041,'-9'0'359,"2"0"-269,4 7 0,3 2 90,1 17 0,0 1 0,0 4-1092,-1 16 0,0 2 1002,1-1 0,0 3-23,-1-14 1,0 2-1,1 2 1,-1-1-352,1-3 1,-1 0 0,1 1 0,1 3 343,-1-2 0,1 5 0,0 0 0,1 2 0,-1-2 0,0-3-552,0 6 0,0-3 0,0 1 0,1 1 537,0-5 0,0 1 0,1 2 0,0 0 0,0-3 0,-1-2 14,3 11 1,-1-3 0,0 1-262,0-6 1,0 2-1,0-1 1,0-2 231,0 0 0,1-1 0,-1-1 23,1 2 0,0 0 1,0-3-9,1 5 0,0-3 0,1 6 0,1-2-45,-4-14 0,1-3 1167,5 18-898,-3-17-89,-1-3-90,-3-7 2258,-1-10-2078,-2-3 1502,0 0-1682,4-3 1454,12-4-1544,9-6 90,8-2-225,4 0 0,5-1-789,-7 1 0,3 0 684,-1 1 0,3-1 0,-2 1-75,2 0 1,1 1-466,-7 0 1,2 1-1,-1 0-859,12-1 1,-1 0 1273,1-1 1,2-1 0,-10 2 0,3 1 0,-2-1 0,-7 1 0,1 0 0,0 0 0</inkml:trace>
  <inkml:trace contextRef="#ctx0" brushRef="#br1" timeOffset="355458">19981 8212 7713,'-15'-4'1169,"4"0"-809,1 1 269,5 1 271,0-1-630,7-1 0,2 0 269,13-2-89,7-1 0,13-3-270,1 0-46,-11 4 1,1-1 0,-1 1 0,0 0-45,5-2 0,1 1 0,-4 0 0,-1 1 90,18-4-90,-13 4 0,-8 4-90,-9 3 90,-3 9 0,-9 8 0,-3 23-90,-4 0-739,-3 0 1,-1 4 783,1 2 0,0 2-1013,1-5 1,0 4-1,1-1 998,0-6 0,0-1 0,1 4-12,1-3 0,1 5 0,0 1 0,1-1 0,-1-6-389,0 0 0,1-4 1,0 6 384,0 0 1,0 6 0,1 5 0,-1-1 0,1-3 0,-1-7-15,0-1 0,1-5 0,-1 4 18,0 1 0,1 5 0,-1 1 0,0 0 0,0-5 12,0 5 0,-1-4 0,-1 1-401,1-5 1,-1 2-1,1-1 1,-1-2 400,0 2 0,0-1 0,-1 0-30,0 4 0,-1 2 0,-1-3 89,-2 5 0,0-1-89,1-13 0,0 1 0,-2-1 45,-3 9 0,0-4 763,3-13 1,-2-3-764,-3 1 0,-1-3 45,-5-3-90,-3 1 1233,0-12-1233,2-6 90,-11-3-90,5-2 0,-11-3 0,4 0-180,-10-1-179,2 0 2623,5 3-3703,6-1-1709,10-1 809,10-1 2339,8-3 0,10-11 0,3-4 0</inkml:trace>
  <inkml:trace contextRef="#ctx0" brushRef="#br1" timeOffset="355825">21231 9095 11490,'-10'1'1080,"1"-1"89,3 2-899,8 0 0,1 0-90,7 0 269,3-1-269,-2-1 90,12 1-90,0-1 0,9 1-360,9 0-450,8-1-90,-22 0 1,1-1-920,1 2 1,-1 0-1639,15-1 3104,-8 1 0,-8-1 0,0-1 1</inkml:trace>
  <inkml:trace contextRef="#ctx0" brushRef="#br1" timeOffset="357448">22437 8945 11041,'-7'-24'180,"2"3"269,0 3-269,2 6 270,0-1 0,1 6-90,-1-4 89,1 6-269,1 12-90,0 1 0,-1 27 0,-3 7-1119,0-10 0,-2 1 1029,1-2 0,-1 0 45,-4 12 0,-2 0-453,0-1 1,-2-1 407,1 0 0,1-1-123,0-6 0,1-1 213,-4 9-90,7-19 0,-1-1 90,4-9 1752,7-27-1842,2 1 45,4-11 0,0-4-45,2 1 0,0-2-694,4-7 1,1-4 0,-1 1 693,2-3 0,-1 0 0,2-1 0,2-4 0,-1 4-293,0 1 0,0 2 293,2-6 0,1 2 0,-6 12 0,1 2 0,-3 6 0,1 5 0,4 2 0,3 12 0,-1 31 0,-5 6 0,-6 0 0,-2 5 73,-4-4 1,-1 3 0,0-2-74,0 8 0,0 0 0,-2 2 0,0 3 0,-1-4 52,-1-3 1,-1-2-53,0 8 0,1 1-60,-1-12 1,1-3 59,0 13 0,2-10 0,3-19 2537,2-1-3077,6-15 497,0-11-3234,0-23 2747,-6 7 0,-5-19 0,-5 12 1</inkml:trace>
  <inkml:trace contextRef="#ctx0" brushRef="#br1" timeOffset="357639">22273 9142 11041,'-7'2'449,"16"-1"-359,10-2 180,21-4-180,-15 1 0,1-1-45,2 0 0,1-2-360,4 0 0,-1-1-1324,-3 0 1,-1 0 1468,15-4 0,-7 3 0,-14 4 0</inkml:trace>
  <inkml:trace contextRef="#ctx0" brushRef="#br1" timeOffset="358247">22854 9404 10951,'-5'9'1799,"1"-1"-1529,4-2-91,2-1 91,0-1-180,3 0 90,-2-2 0,3 1-90,-1-2 90,4-3-180,-2-1 90,6-8 0,-3-4-90,4-11 0,-2-2 45,-4 5 0,-1-2-45,5-21-1639,-6 18 1,-1 1 1523,1-14 64,-5-6 51,-4 20 0,-3-7 0,1 18-90,-1 5 90,0 16 0,4-3 0,6 10 3276,10-4-3185,9 1-105,-1-2 14,16-1 0,-13-3 0,11 3-90,-16-2 90,-1 3 0,-10 5 0,-4 7 0,-5-1 0,-8 15 0,-4 2 0,-2 9 0,1 3 0,5-7 0,4-5-90,6-6 0,1-10-180,8-2-270,3-8-539,7-3 90,0-6-2288,8-8 3196,-10-1 1,14-9 0,-7 0 0</inkml:trace>
  <inkml:trace contextRef="#ctx0" brushRef="#br1" timeOffset="358666">23371 9387 10861,'-7'4'3276,"1"1"-2864,18-9-142,2-1-91,7-3 91,5-4-90,-6 2-90,5-5 0,-7 3-90,0-4 0,-11 5-180,0-17 0,-16 7 90,-3-4 0,-13 12 90,5 11-90,-9 9 0,-2 13 90,-5 13 0,7 0-89,4 10 89,16-11 0,3 4 0,9-4 0,7-5-90,8-5-180,6-6 90,-2-7-450,9-5-539,-2-7-1799,11-3 989,-7-2 1766,1-4 0,-6-2 1,4-2-1</inkml:trace>
  <inkml:trace contextRef="#ctx0" brushRef="#br1" timeOffset="359171">23935 9374 11670,'-13'-17'1440,"-1"0"-1171,3 6 901,-13-7-631,1 9-269,-8 0-90,0 14 0,3 11 0,-2 12-90,4 6 0,7 10-180,12-5-90,13 5 90,3-20 0,12 2 0,-9-18-90,24-3 90,-4-14 0,5-1 90,-3-14-90,-6-15 0,0-2 0,-6 5 90,-3 31-89,-6 35 89,4 4 0,2 7 0,0-17 0,-4-7 0,7-4-360,-2-8-2917,28-9 0,-15-2 3149,-8-1 0,-1-1 0,7-9 0,0-2 0</inkml:trace>
  <inkml:trace contextRef="#ctx0" brushRef="#br1" timeOffset="361031">24975 9148 12840,'-15'7'270,"1"1"-181,0 10 91,-14 22-90,6-8-45,3-4 0,1 1-45,-3 8 90,0 5 0,7-4-90,9-14 0,8 1 0,6-9 0,8 1 0,-1-7 90,15-5-90,-6-9 0,11-6 0,-11-1 0,0-10 90,-10 1 0,0-9 0,-9 5-90,-5-9 90,-5 7 0,-4-6 0,-2 4-90,0 5 0,1 5 90,4 4-90,4-1 0,8 1 0,11-6 0,11-3 0,-1 1 0,-7 5 0,1 0-208,-3 1 0,0-2 208,5-5 0,0-1 0,0 0 0,-2-1 0,-2-1 0,-1 0 0,-3 3 0,-2 2 90,6-16 0,-9 16-90,-3 2 90,-4 12 0,-9 29-90,0 1 0,-2 5-503,-5 17 0,-1 5 503,4-12 0,-1 2 0,0 1-409,1-5 0,-1 0 0,1 2 1,0-1 408,0 0 0,0 0 0,1 1 0,-1 0 0,1 2 0,-1 0 0,1 0 0,1-2 0,-1 2 0,1-3 0,0 2 29,2 4 1,0 1 0,2-3-484,2 6 1,1-1 453,0-11 0,1 1 0,1-2 0,1 3 0,1-3 6,1-4 1,1-3-7,5-1 90,5-5-90,-3-14 693,6-16-693,-5-10 0,2-19 0,-5 5 0,-8 6 0,-2-2 0,-10-20 747,1 18 1,-2 0-748,-4 0 0,-1 3 0,-11-14 421,10 20 0,-1 3-421,3 3 113,-4-11-113,16 19 0,6-8 90,17 3-90,21-8 0,-2 3-19,-8 5 1,1 0-72,-3 2 0,0-1-180,6-3 0,1 1 45,-7 1 0,0 0-1414,12-8 1,-2 0-1,-17 8 1,-2 1 1410,10-7 0,0-1 0,4-8 0,-4 0 0</inkml:trace>
  <inkml:trace contextRef="#ctx0" brushRef="#br1" timeOffset="361288">26041 8866 12750,'-15'-10'1529,"2"-2"-900,25-1-179,23-5-270,-3 7 0,4 1-495,1 0 0,0 2-540,-3 2 1,-2 1-2294,4 0 3148,-22 5 0,-18 5 0,-2 3 0</inkml:trace>
  <inkml:trace contextRef="#ctx0" brushRef="#br1" timeOffset="361546">26179 8887 13559,'-4'10'630,"0"4"-540,2-4 180,0 18-180,-5 12-486,2 4 531,-2-1 0,-1 3-90,3-13 0,1 0-406,-3 14 0,0 0 271,2-15 0,1-2-360,0 18 488,2-19-1117,1-4-2198,1-12 3196,1-1 1,-1-8 0,1-2 0</inkml:trace>
  <inkml:trace contextRef="#ctx0" brushRef="#br1" timeOffset="361731">26027 9443 10411,'-9'6'360,"1"1"180,5-3-91,6 3-179,6-2-180,3 0 180,13-5-90,4-2-180,19-3-270,-4-1-225,-13 1 1,0-1-1145,-4 0 1,-2 0 818,23-7 1,-2-6 0,-17 3 0</inkml:trace>
  <inkml:trace contextRef="#ctx0" brushRef="#br1" timeOffset="362425">26535 9218 11131,'-10'-10'1259,"2"3"-719,2 1 269,1 4-629,0 3-90,2 2 90,-1 6 0,1 7 90,-1 7-180,-2 3 0,-3 13 89,-3 2-89,-2 6-45,5-23 0,1 0 45,-5 13-90,2-7 90,4-9-90,3-9 90,6-5-90,8-16 0,1 0-90,15-26 45,-11 13 0,0-1 0,6-7 0,0-2 0,0 0 0,1-1-249,-3 5 0,0 2 204,9-15 90,-5 15-90,-11 13 90,-1 10-90,-5 11 90,-1 10-90,-3 2 499,-4 13-409,1-2-90,1 16 90,2-15 0,6 7 0,5-21 0,7-1 0,-1-7-90,13-11 90,4-12 0,-11 0 0,0-4 0,-2 2 0,-1-3 0,4-10 0,-1-4-623,-4-6 1,-3-2 622,0-4 0,-2 0 0,-3 2 0,-4 0-373,-4 0 1,-4 2 417,-1 11 0,-1 0-45,0-3 0,0 2 90,-1-11-391,-1 13 301,2 18 0,-3 6 0,0 12 0,-6 28 0,3-11 0,-1 3 9,-1 5 0,-1 4 1,0-1-10,-1 3 0,-1 0 30,1-1 0,-2 3 0,2-3-30,0-5 0,1-1-45,-2 8 0,1-2-45,-1 10 540,7-5-1080,10-20-360,8-2 181,3-11-2468,12-10 3039,-8-4 0,15-12 1,-6-1-1</inkml:trace>
  <inkml:trace contextRef="#ctx0" brushRef="#br1" timeOffset="362630">26944 9141 10771,'-8'4'1079,"0"0"-899,15 0-90,-2-2 180,17-2 0,0-4-270,9-3-180,-4-1-1169,7-1-1928,-6 2 3196,-3 1 1,4 1 0,-8 1 0</inkml:trace>
  <inkml:trace contextRef="#ctx0" brushRef="#br1" timeOffset="363365">27260 9419 12390,'4'3'3276,"2"-2"-2864,11-4-322,-1 0 180,10-5-270,-4 1-90,5-2-90,-4-4 0,-8-1-90,1-5 0,-7 0 90,-5 5 0,-7-1 0,-4 8 1,-7 3 89,-9 10-90,-5 13 90,-5 14 90,7-2-90,1 9 90,12-10-90,3 6 90,8-6 0,5-8 0,10 0 0,13-6 0,-2-4 0,8-5 0,18-14 0,-3-8-365,-13 1 0,1-2 365,-10 2 0,-2-3-45,3-9 0,-2-1 0,-7 2 0,-1 0 0,1-7 0,-3 0-33,1-11-11,-10 0 89,-8 19-90,-3-2 90,-2 9-90,1 7 90,-2 6 544,4 6-544,6 5 83,4 0-83,5 0 0,6-3 0,1-2 0,5 3 0,1 0 0,-3 4 0,-4 3 0,-7 6 0,-4-1 90,-8 12 90,-2 2-90,-5 12 0,2-7 0,-1 7 0,4-5 0,2-1 0,4-7-90,6-10-360,4-9-629,7-2-91,-2-6-2197,11-8 3017,-9-2 0,14-10 0,-5-1 0</inkml:trace>
  <inkml:trace contextRef="#ctx0" brushRef="#br1" timeOffset="363747">28180 9219 12120,'-5'-8'2069,"-3"1"-1709,-3 8 89,-6 3 1,-4 6-270,2-1 180,-7 9 0,0 7-270,5-4 0,-2 5 0,13-2-180,6-4 0,-1 4-180,8-2 90,2-4 0,5 6 90,0-5 0,4 6 0,-2-2 0,0 7 90,-3-4 270,-8 10 0,-9-9-90,-8 10 0,-1-16-90,-5-1 0,7-8-360,-3 1-3007,7-6 0,12-12 1106,5-3 2171,12-11 0,5-2 0,5-4 0</inkml:trace>
  <inkml:trace contextRef="#ctx0" brushRef="#br1" timeOffset="364141">28362 9540 18237,'9'-7'539,"1"0"-359,-2 2-360,4-5 90,-1 2-359,7-11-1,-6 1-90,2-8 0,-7 0 361,-3 5-271,-8 0 180,-4 11 0,-9 3 90,-11 15 90,-8 15-735,16-4 1,0 1 824,-11 16-127,15-12 0,2 1 217,-1 12 70,1 7 20,12-9-90,4-13 90,12 0-91,5-9-268,1-3 948,15-5-2838,-3-11-1169,15-9 1309,-10-1 1929,0-6 0,-9 1 0,0-1 0</inkml:trace>
  <inkml:trace contextRef="#ctx0" brushRef="#br1" timeOffset="364432">28744 9481 12660,'-12'-4'2878,"-2"-1"-1798,6 2-811,-4 0 181,-4 5-90,-3 7-90,-5 6 0,-2 8-180,-4 7-1,9-4 91,-2 10-180,12-9-180,2 4 91,6-8-271,10-2-360,5-7-179,9-1 449,0-7-1079,10-6-1748,11-13 3032,0-8 1,-18 6 0,-2-1 0,10-19 0</inkml:trace>
  <inkml:trace contextRef="#ctx0" brushRef="#br1" timeOffset="364725">29002 8917 11400,'4'-14'720,"0"-1"-180,0 3 1349,-1 2-1709,-11 40 89,-4 9-179,3-8 0,-1 3-413,-2 7 0,-1 3 443,2-9 0,0 1 0,1-1-75,-4 10 0,1 0-15,2-4 0,-1 3 0,1-5 60,3-3 0,2-3-45,-2 9 0,1-1 0,3-15 0,1-2-135,1 24-90,5-25-540,4 1 181,1-12-990,9-9-1748,7-18 2657,-5 0 0,6-19 0,-11 5 0</inkml:trace>
  <inkml:trace contextRef="#ctx0" brushRef="#br1" timeOffset="364889">28887 9409 11041,'-9'-4'2518,"-1"0"-2248,24 6-180,4-3-270,9 3-809,3-5-1980,-7 1 2969,6-1 0,2 0 0,0 0 0</inkml:trace>
  <inkml:trace contextRef="#ctx0" brushRef="#br1" timeOffset="365131">29256 9443 12210,'-9'-2'3276,"1"0"-2864,2 4-232,3 3 90,-1 8-90,1 3-1,-4 13 1,-2 2-90,-3 16-270,-1-3 1,3-5-721,2-6-809,3-11-1568,2-2 2949,4-10 1,5-12-1,3-6 1</inkml:trace>
  <inkml:trace contextRef="#ctx0" brushRef="#br1" timeOffset="365333">29266 9051 11311,'-5'-22'1169,"1"4"-360,1 7-1168,4 20-631,-1-3-2287,2 11 2994,-2 0 1,2-4-1,1 7 1</inkml:trace>
  <inkml:trace contextRef="#ctx0" brushRef="#br1" timeOffset="366173">29433 9520 13110,'-1'11'2068,"-3"1"-1888,-5 0 90,-9 7-90,1 3 0,-6 8-90,7-2-90,-1 5 0,9-6-90,0 5 0,5-6 0,4-8 0,7-3 0,2-10 90,3-1-90,2-10 0,1-5 90,3-9 0,-4 2 0,2-10 0,-9 6 0,3-6 0,-6 5 0,-1 8 0,-2 0 0,0 5 0,0 1-90,0 0 90,1 1 0,1 0 0,5-4 0,-2 5 0,12-6 0,-1 2 0,9-5 0,-5 4 0,3-2 0,-7 4 0,5-1 0,-9 6 0,-1 2 90,-8 10-90,-1 5 0,-3 2 0,-7 12 0,-1 3 0,-8 18 0,3-9 0,4-14 0,-1 1 0,-6 14 90,2-5 0,3-7 360,4-12-360,16-22-90,5-7 0,19-22-90,-7 5-12,-8 10 0,1 0 12,6-6 0,8-6 90,-15 15-90,-2 6 90,-11 13 0,-3 8-90,-3 3 294,-5 13-204,-4 9 0,-1 8 0,1-3 0,-1 10 0,5-21 90,0 4-180,5-12-180,5-9-629,5-2-1350,5-6 180,-2-6 2069,5-9 0,-5-3 0,4-6 0</inkml:trace>
  <inkml:trace contextRef="#ctx0" brushRef="#br1" timeOffset="376008">22155 10272 8702,'-8'-5'360,"1"1"90,0-1-91,2 1-89,-2-2 360,3 3-540,5-4 270,10 3-1,15-5-179,0 5 0,2 1-657,-1-1 1,3 1 596,3 0 0,4 0 0,3 0-717,4 1 0,5 0 0,1 0 1,-2 1 641,-7-1 0,-2 1 0,2-1 0,4 1-7,-6 1 1,4-1-1,1 1 1,2-1-1,1 1 1,-1 0-1,-1 0-330,4 0 1,-1 1 0,-1-1 0,2 1 0,0 0 0,4 0 321,-9 0 0,1 0 0,1 1 0,1-1 0,2 0 0,-1 1 0,2-1 0,-1 1 0,0-1-137,-4 1 1,-1-1 0,2 1-1,0 0 1,0-1 0,1 1 0,-1 0-1,0 0 1,0 0 0,-2 0 0,1-1 116,3 2 0,-1-1 0,0 0 0,-1 0 0,0 0 0,0 1 0,1-1 0,1 1 0,2 0-56,-3-1 1,1 1 0,2 0 0,0 0 0,0 0 0,1 0 0,0 1 0,-1-1 0,0 0 0,-1 0 0,-1 1 54,-1-1 0,0 0 0,-2 0 0,1 1 0,-1-1 0,0 1 0,0-1 0,1 1 0,1-1 0,1 1-2,-1-1 1,0 1-1,2 0 1,0 0-1,1 0 1,0 0-1,0 0 1,0 0-1,-1 0 1,-1 0-1,0 0 1,-2 0-8,1 0 0,-1-1 0,-1 1 0,0 0 0,-1-1 0,0 1 0,0 0 0,0 0 0,1 0 0,1 0 8,-1 0 0,1 0 0,1 0 0,1 0 1,-1 1-1,1-1 0,-1 0 0,0 1 0,-2-1 1,-1 0-1,-1 0 3,4 1 0,-2-1 0,-2 0 1,0 0-1,-1 0 0,1 1 0,1-1 1,3 1-12,-2-1 0,3 1 0,1 0 0,1 0 0,0 0 0,0 0 0,-1 0 0,-1 0 0,-2 0 0,-2 0 0,8 0 0,-3 0 0,-2 0 0,-1-1 0,1 1 0,2 0 12,-2 0 1,2 1 0,0-1 0,1 0 0,-3 1 0,-2-2 0,-5 1-13,14 1 0,-7-1 0,0 0 45,-7-1 0,0 0 0,-1 0 0,-4-1 44,10 2 1,-6-1 581,-9-2 1,-3 0-402,1-1 1501,-1-1-1591,-10-3 2245,-6 0-2245,-2-2 3096,-4 1-3284,1-1-427,-2 1 435,0 0 0,-14 8 0,-5 3 0</inkml:trace>
  <inkml:trace contextRef="#ctx0" brushRef="#br1" timeOffset="377390">10800 12380 12030,'2'-9'1439,"0"2"-1169,4 2-180,6 1 180,11-1-90,18-3-90,-1 1-45,2-1 0,4 0-180,-13 3 0,0-1-1142,12-2 0,-2 1 647,5-1-2584,-13 3 3214,-23 4 0,-1 3 0,-9 2 0</inkml:trace>
  <inkml:trace contextRef="#ctx0" brushRef="#br1" timeOffset="377574">11035 12526 10951,'-4'10'719,"5"0"-539,8-5 90,13-3-180,1-3-90,3-2 0,2-1-801,-1-1 0,2-1-413,10-2 0,1 0 404,-8 1 1,-2 1 809,-2-1 0,-2 1 0,14-2 0,-1 0 0</inkml:trace>
  <inkml:trace contextRef="#ctx0" brushRef="#br1" timeOffset="381791">12355 11956 9242,'-1'-12'809,"0"2"-359,3-4-270,-1 7 270,4-8-91,3 0-89,10-4-90,13-4-90,-9 11 0,2 1-305,6 0 0,1 1 260,2 1 0,-1 2 0,-6 2 0,-2 1 0,3 2 0,-2 2 44,10 8-89,2 9 90,-13 4-90,-12 22 0,-13-18 0,-5 3-615,-3 11 0,-5 2 615,1-10 0,-2 0 0,-2 0 0,-3 2 0,-1 0 0,0 0 0,-2-1 0,-1 0 0,0-2-729,0 0 0,1-1 0,0-2 729,-1 3 0,1-2 0,0 1 0,3-2 394,1 3-394,3 2 90,13-10-90,7-8 1057,22-3-1057,4-9 0,20-1-45,-17-6 0,2-3-180,-5 2 1,-1 0 1090,6-3 1,-3 0-1587,8-2-2557,-1-4 3241,-18 8 1,14-7 0,-10 3 0</inkml:trace>
  <inkml:trace contextRef="#ctx0" brushRef="#br1" timeOffset="382292">13250 11950 10591,'2'-27'720,"0"10"-181,-1-2-89,0 12 90,-4-4-91,-16 18-359,2 0 0,-5 9 0,-3 7 30,0 8 0,0 6 0,2-3-75,0-3 0,1 2-357,4 2 0,0 6 0,2 1 1,7-7 311,7-5 0,6-1 0,1 4 0,3 3 0,1-6 0,17 13 45,3-20 0,1-5-279,1-9 234,-1-4 0,5-5 0,2-10 0,2-5 0,-2-3 30,-4 1 0,-3-1 0,2-4-741,2-4 1,1-5-1,-1 0 1,-7 1 710,2-7 0,-8-2 0,-8 5 0,-5-2 0,-6 0-309,-10 1 1,-8 1 0,1 2 308,3-3 0,-3 1 43,-6 0 0,-6-1 1,3 8-44,-12 3-909,-7 13 1,-1 6 728,2 6 83,11 9 1,-4 6-1,9 2 97,6 24 0,5-12 0,4 1 0,25 15 0</inkml:trace>
  <inkml:trace contextRef="#ctx0" brushRef="#br1" timeOffset="382599">14350 12091 13199,'2'-11'1350,"0"1"-1080,3 7 179,8-2 91,21-1-315,-4 1 0,3-1-135,5 1 0,1-1-1206,6-2 0,-2 1 1071,-12 2 0,-2 0-221,2-1 1,-2 0-545,10-1-809,-2-2 180,-14 3-1838,-7-2 2927,-11 3 0,0-3 0,-4 1 0</inkml:trace>
  <inkml:trace contextRef="#ctx0" brushRef="#br1" timeOffset="382848">14641 11721 11670,'-10'-4'630,"1"1"-360,2 4 270,2 0-271,-1 9 361,3 7-180,0 14-90,0 17-600,2-5 375,0-10 0,1 0-331,1-4 0,-1 0 286,0 9 0,-1-1-45,2-7 0,-1 0-90,0 12 0,0-1-315,4 7 225,-2-18 1,1-1-946,5 6-868,3-16-1329,7 1 3062,-2-11 0,12-5 0,-4-4 0</inkml:trace>
  <inkml:trace contextRef="#ctx0" brushRef="#br1" timeOffset="386197">15345 11873 11041,'2'-11'449,"-1"-1"-89,0 2 180,3-6-360,1 5 180,7-5-91,5 2-89,14-5-90,-8 7 0,1 1-618,22-8 573,-9 8 0,2 0-413,-5 2 0,1 2 413,8-2 0,0 1-45,-11 2 0,-2 2 0,-1 0 0,-2 2 90,8 7-90,-8 6 650,-11 3-650,-26 16 0,-4-11 0,-4 1-605,-7 6 1,-2 0 604,2-3 0,0 0 0,-5 2 0,1-2-114,9-5 1,2-1 113,-1 1 0,2 0 90,-5 13-90,13-11 0,20 5 0,15-7 0,-4-4 0,2-1 1846,18 4-1846,-14-6 0,-1 1 0,8 8 0,4 8 0,-17-4 280,-8 8-190,-16-2-90,-13 13 0,1-20 0,-4-1 45,-5 2 0,-3-2-384,-2 0 1,-2-2 382,0-2 1,1-1-90,3-3 1,2-1-46,-9 4-360,11-5-2249,16-8 1255,7-4-535,7-4 1979,10-5 0,9-6 0,5-2 0</inkml:trace>
  <inkml:trace contextRef="#ctx0" brushRef="#br1" timeOffset="386642">16646 11854 11041,'7'-33'2428,"-10"0"-1618,-12-3-91,-32 29-449,9 25 0,-1 11-180,5-2 0,3 4-30,6-3 0,2 4 0,5 1 30,4 13 0,10 1-169,6-12 1,6 2-1,1-2 79,2-1 0,2-1 0,6-2 0,9 1 0,6-3 0,2-7 30,-2-8 0,1-6 0,2-6-30,1-7 0,4-5 0,-2-5 0,-3-1 0,-1-5 0,-3-2 0,-3-6 0,-3-4 0,-1-5 0,-4-3 0,-9 1 30,-11-9 0,-10-1 0,-5 1-284,2 11 1,-3 1 0,-3 1 0,-3 3 253,-11-7 0,-6 5 0,0 5 0,6 11 0,0 4 0,-1 6-180,-17 8 1,5 14-859,14 12 0,9 9-601,8 6 1,10 2 1463,9 3 1,10-2 0,13-5-1,8-4 1,-1-8 0,1 1-1</inkml:trace>
  <inkml:trace contextRef="#ctx0" brushRef="#br1" timeOffset="386900">17680 12034 11670,'-1'-11'2879,"1"-2"-1710,-1 1-359,2-3-451,1 4 271,9-1-360,-1 6 359,28-7-449,-13 7-45,5 0 0,4 0-270,8-1 0,0 1-90,-12 2 1,0 1-856,20-4 1,-3 0-2069,-13 3-1,13-5 991,-21 3 2158,-4-2 0,-2-3 0,1 0 0</inkml:trace>
  <inkml:trace contextRef="#ctx0" brushRef="#br1" timeOffset="387232">19025 11559 11850,'-12'-19'990,"4"4"-1,3 3-449,4 3-360,2 1 179,1 2-179,5 5 90,1 6 0,3 9 0,-3 11-90,-4 18-90,-4-15 0,-2 1-471,-2 7 1,-1 1 425,0 3 0,-1-1 0,1-7 0,1 0-45,0 5 0,1 0-241,3-11 0,0 0 151,1 5 0,0-1-180,4 10-540,6-1-719,1-16-1748,7 0 3264,2-11 0,5-7 1,2-5-1</inkml:trace>
  <inkml:trace contextRef="#ctx0" brushRef="#br1" timeOffset="387665">19488 11469 12120,'-3'-19'1079,"0"5"-629,1 4 0,3 4-180,2 1 180,10 0-91,13 1-269,2 0 45,-1 2 0,3 0-479,8 0 1,1 2 433,3 0 0,1 1-90,-2 0 0,0 1-217,-4 4 0,-2 2 262,-9 1 0,-1 3-45,2 4 0,-2 3 90,5 12-460,-20 18 370,-18-22 0,-5 1 45,-7 9 0,-5 1-321,4-9 1,-3 0 0,0 0 275,-2 0 0,-1-1 0,0 0 30,1-1 0,0-2 0,1 1-30,-7 7 0,3-1 0,8-9 0,3-1 841,-9 16-841,16-17 678,7 3-678,11-10 488,5-4-488,19-7 0,15-7-553,-12-2 1,3 0 507,-3-1 0,2 0-15,-3-1 0,1-1 0,1 0-784,4-2 1,1-1 0,1 0 243,0 0 0,0-1 1,-1 1 119,0-1 0,-1 1 1,-1-1-614,-2 1 1,-1-1 0,-4 2 828,-2 0 1,-2 1 0,9-4-1,0 0 1,9-4 0</inkml:trace>
  <inkml:trace contextRef="#ctx0" brushRef="#br1" timeOffset="387842">20862 11891 16078,'10'-2'-3277,"-7"2"0,-7 6 2779,-11 1 0,-14 0 0,-8 3 1</inkml:trace>
  <inkml:trace contextRef="#ctx0" brushRef="#br1" timeOffset="388382">11578 13789 11760,'5'-8'990,"2"-1"-451,7 4-89,5-1-90,12-3 0,8 0-360,-6 3-270,10 1-989,-13 3-1890,4 1 901,-12 2 2248,-8 3 0,-8 0 0,-2 0 0</inkml:trace>
  <inkml:trace contextRef="#ctx0" brushRef="#br1" timeOffset="388571">11805 13963 11760,'12'6'1260,"-1"-2"-811,28-9-314,-15 1 0,2-2-1122,13-2 1,1-1 896,-8 2 0,2-1-360,12-3 1,0 0-946,-7 1 1,-1 1 1091,-4 1 1,2-1 0,0 0 0,-2 1 0,1-1-1,0 1 1,0-1 0,0 1 0,-1-1 0</inkml:trace>
  <inkml:trace contextRef="#ctx0" brushRef="#br1" timeOffset="389038">14112 13301 12660,'-18'-18'2069,"1"0"-1170,8 12-719,-1 3 180,-2 10 90,-21 30-450,12-11 89,0 1 1,0-1 0,3 0-45,-2 4 0,1 1-45,2 11-45,6-10 0,4 0-45,11-1 0,28 3 1,-7-19-1,4-2 0,1 0 0,0-3-45,-1 0 0,0 0-135,3 8 180,-9 11 0,-21 2 90,-33 5-45,2-15 0,-2-2 45,8-6 0,0 0-90,-8 3 0,0-1-3187,-16 3 3196,14-11 1,0-7 0,24-14 0</inkml:trace>
  <inkml:trace contextRef="#ctx0" brushRef="#br1" timeOffset="389247">14042 13434 11490,'-5'-16'1080,"2"5"-540,0-5-1,6 5-179,6-5-180,3 2 90,24-10-90,5 4-822,-11 6 1,2 0 461,0 2 0,0 1-45,-6 2 0,-1 1-557,2 0 0,0 0-2495,8 0 2972,-2 1 0,0-1 0,-5 3 0</inkml:trace>
  <inkml:trace contextRef="#ctx0" brushRef="#br1" timeOffset="389665">14764 13319 12840,'-11'0'1529,"1"1"-720,-3 5-359,2 1 180,-15 13-91,-3 7-224,6 0 0,-1 1-337,7-7 1,0 1 201,-6 12 0,3 1-382,9-9 0,2-1 292,0 8 0,2 0 0,-1 14-247,10-20 1,4-1 156,13 10-45,-2-14 0,2-2 0,2-3 0,1-3-45,18 2 45,-12-13 1,1-4 44,-2-4 0,1-2-45,10-4 0,0-3 0,-2-4 0,-2-4-301,-3-1 0,-3-2 346,-4-4 0,-5-2 0,-6-2 0,-4 0-197,-2 6 1,-5-1 196,-5-8 0,-6 0-45,-3 9 0,-4 1 45,-5-5 0,-4 3 0,5 8 0,-3 3-90,-5 5 1,-1 4-271,-21 8-225,14 8 0,1 3-44,-9 7-171,18-2 1,5 2-2439,11 3 3311,4 5 1,14-3 0,5-2 0</inkml:trace>
  <inkml:trace contextRef="#ctx0" brushRef="#br1" timeOffset="389938">15705 13563 13110,'-22'-8'3276,"0"-3"-1965,20 3-1041,-1-1 449,52 1-809,-22 5-270,9 0 1,1 1-181,-7 1-1099,2 0 1,0 0 58,1-1 1580,0-1 0,2-1 0,0-3 0,-11 1 0,1 1 0</inkml:trace>
  <inkml:trace contextRef="#ctx0" brushRef="#br1" timeOffset="390396">16597 13242 11850,'2'-10'1349,"-1"2"-179,0 2-990,6 17 90,-4-2 89,6 28-89,-7 10-180,-1-17 0,0 1 0,-2-2 0,1 0 0,-1 5 0,0 1-135,0-4 0,1-1-251,1 2 0,0-1 161,-1-5 0,1-2-854,5 11-1170,-1-16-1118,4-2 2949,-2-9 0,0-6 1,-1-2-1</inkml:trace>
  <inkml:trace contextRef="#ctx0" brushRef="#br1" timeOffset="390808">16901 13194 11850,'-2'-13'1349,"8"3"-899,8 0 90,27 2-270,2 2-474,-13 3 1,0 1 293,-3 0 0,-1 1 165,15 2-166,5 4 1,-16 7 0,3 12 0,-16 10-45,-15-9 0,-6 2-45,-6 5 0,-5 0-559,-5 6 1,-2-1 558,2-6 0,-1 0 0,-4 3 0,0-1 8,8-9 1,1-1-9,0 2 0,0 1 90,-4 14-90,11-15 0,11-2 90,21-7-90,-1-3 0,1-6 0,3-3 0,22-3 154,-14-1 1,1-2-245,3 0 0,0-2-45,-6 2 0,0-1-315,6-2 1,0-1-766,-6 1 1,-1-2-425,10-1 1,0-1 1449,-9 1 1,-2-1 0,3-1-1,-1 0 1,14-7 0</inkml:trace>
  <inkml:trace contextRef="#ctx0" brushRef="#br1" timeOffset="391055">18957 13320 13110,'-18'-11'2968,"20"-5"-2788,6 9 0,24-2 0,6 1-450,-5 3-135,8 0 0,-2 1-404,-11 1-2468,19-2 0,-28 4 3116,5-2 1,-19 2-1,-2 1 1</inkml:trace>
  <inkml:trace contextRef="#ctx0" brushRef="#br1" timeOffset="391246">18933 13537 12300,'-17'10'1619,"5"-2"180,2-3-540,4-2-899,15 1-630,8-3-719,23 0-181,-7-3-1798,13-1-309,-14-3 2868,-1 1 0,-6-4 1,-7 0-1</inkml:trace>
  <inkml:trace contextRef="#ctx0" brushRef="#br1" timeOffset="392649">20046 13190 9871,'-3'-13'1170,"1"-2"-990,0 5-1,3-5 1,6 2 90,29-13-270,-6 9-336,4 2 1,4 2 380,-9 6 0,0 2 0,6-2 0,-1 2-136,14 0 181,-5 5-90,-22 7 90,0 5-90,-14 2 0,-17 13 0,-23 8-94,-2-5 1,-2 1 93,11-9 0,-1-1 45,-13 9 0,2-2-194,5 2 149,1 5 0,14-10 90,16 1-90,18-2 0,17 7 0,3-5 0,-11-11 0,2 1 0,12 12 0,-5 1 0,-12-3 1194,-23 1-924,-20 2-180,4-9 0,-2-1-45,-2 0 0,-1-2 45,-8 4 0,0-1-60,6-6 1,1 0-31,-2 2 0,1-2-90,-5 4-359,9-4-2790,20-8 3239,13-5 0,17-8 0,11-6 0</inkml:trace>
  <inkml:trace contextRef="#ctx0" brushRef="#br1" timeOffset="393254">21181 13059 11490,'8'-33'1889,"-3"2"-899,-20 15-540,-10 6-181,-12 4-44,3 17 0,0 6-135,9 4 0,1 2-210,-3-1 1,4 2 164,10 2 0,8 3 0,12-1 0,5 0-45,-1 0 0,4 0-60,6 1 0,5 2 0,0-3-30,6 4 0,2-2 45,2 0 0,-1-1-45,-6-6 0,-6-1 0,-7 8 90,-8-8 90,-33 6 0,-12-11-90,-5-3 0,-2 0 45,8-4 0,1-2-45,-10 1 0,3-3 0,4-10 0,18-3-90,33-27 45,2 12 0,5-2-141,4-7 0,3-3 0,1-2 163,-3 3 1,2-2-1,-1 0 1,0 2 22,1-4 0,0 1 0,-1-1-30,2-3 0,0-1 0,-9 4 30,-11 7 0,-4 3-3098,2-16 3188,-17 5-261,-23 20 81,-15 9-45,1 9 1,-2 5-181,14 2 0,1 2-827,-7 6 0,6 3-208,9 6-1927,19 4 3231,11-13 0,14 9 0,3-4 1</inkml:trace>
  <inkml:trace contextRef="#ctx0" brushRef="#br1" timeOffset="393438">22147 13218 12480,'13'-7'3276,"1"-2"-2414,-1 1-4139,-2 1 1516,-7 10-38,-6 0 1799,-23 16 0,-1-7 0,-6 0 0,-10 5 0,1 0 0</inkml:trace>
  <inkml:trace contextRef="#ctx0" brushRef="#br1" timeOffset="394280">4369 15831 9332,'-6'-12'1619,"0"2"-810,0 1-89,1 2 359,2 3 181,-1 0-991,6-1-89,2 3 180,20-4-90,20-3-135,-8 2 0,3 0-254,-6 1 0,0 0 74,12-2 0,-1 0-225,-12 3 0,-1 0-630,5-1 1,0 0-90,8-1 989,-14 3 0,-39 12 0,-7 2 0</inkml:trace>
  <inkml:trace contextRef="#ctx0" brushRef="#br1" timeOffset="394561">4522 15994 14099,'9'17'1169,"-2"2"-899,-3 24-270,-2-13 90,-1 5 0,0 2-180,-1-7 0,-1-1-540,0 10 1,-1 0-1010,1-5 1,-1-2 1400,-1 12 0,-1-12 1,1-12-1</inkml:trace>
  <inkml:trace contextRef="#ctx0" brushRef="#br1" timeOffset="394781">4427 16488 11580,'-8'3'990,"0"0"-1,3-1-809,10 2 360,14-4-450,5 0 45,2-3 0,3-3-90,-3 1 0,1-1-607,10-3 0,1 0 247,-8 2 0,-2 0-1304,7-2 0,0-1 1619,-8 1 0,-1 0 0,1-2 0,1 0 0,-3 0 0,0 0 0</inkml:trace>
  <inkml:trace contextRef="#ctx0" brushRef="#br1" timeOffset="395200">5266 16024 12300,'-12'-9'720,"0"0"449,-3-1-809,6 4 269,-8-3-89,6 9-180,-2 5-180,2 4 90,-1 18-1,2 13-179,5-12 0,1 2-253,2-5 0,0 1 253,3 7 0,1 0-90,7 14 45,-2-19 0,2-1-176,13 16 41,5-15 0,8-14 0,-5-9 45,-5-9 0,1-4 45,-4-3 0,0-3-914,7-7 0,-1-2 914,-8 4 0,-2-3-11,1-8 1,-5-4 10,-7-3 0,-5-1 0,-2-3 0,-3 0-329,-3 0 0,-4 2 329,-5 4 0,-4 5-45,0 9 0,-2 3-32,-3 0 0,0 2-103,-15 0-360,-5 17-449,15 12-900,-10 13 450,16-2-1838,5 11 3129,14-15 0,7 14 1,3-7-1</inkml:trace>
  <inkml:trace contextRef="#ctx0" brushRef="#br1" timeOffset="395625">5807 15883 11400,'-5'-14'1080,"0"-3"-271,0 2-359,1 1 270,1 0 629,1 7-989,3 20-180,-2 10-90,2 3 0,1 6 44,0 9 1,1 1-90,0-1 0,3 1-666,3 8 1,2-2 664,-3-19 1,2-1-45,6 3 0,2-3-65,14 4 65,8-4 0,-6-15 0,9-16 0,-17-9 0,0-5 0,1-2 0,-1-4-30,-5-3 0,0-5 0,-4 1-385,-1-9 1,-4-1 414,-5 7 0,-2-2 0,-1 3 0,-3 0 0,-3 2 331,-3-6 0,-3 3-331,-8-11-118,-6 1-62,6 18-989,-6 15-270,9 14-415,-4 9 145,9 1 1828,4 10 1,7-1-1,0 6 1</inkml:trace>
  <inkml:trace contextRef="#ctx0" brushRef="#br1" timeOffset="395876">7053 15909 12660,'-6'-11'3276,"2"1"-2145,12-2-771,5 3-990,27-8 91,-15 9-1440,15-2-989,-23 6 2968,-1 5 0,-8-2 0,-5 4 0</inkml:trace>
  <inkml:trace contextRef="#ctx0" brushRef="#br1" timeOffset="396087">7055 16112 12840,'1'8'3276,"16"-7"-2505,6-4-996,6-5 1,0-1-496,0 2-629,-3-1 0,0 1-1800,0 1 3149,0-3 0,-6 3 0,-3-1 0</inkml:trace>
  <inkml:trace contextRef="#ctx0" brushRef="#br1" timeOffset="397414">9247 15198 10501,'-4'-17'1619,"1"2"-270,3 8-899,9 17 0,0 10-360,5 14 90,-7-9 0,0 2-91,-1 0 1,0 0 0,0 8 0,0 1 0,-1-1 0,-1-1-329,-2-2 1,1-1 193,-2-4 0,0-1-585,-1 16 319,0-15-1038,0-2 1349,0-14 0,5-8 0,3-8 0</inkml:trace>
  <inkml:trace contextRef="#ctx0" brushRef="#br1" timeOffset="397870">9565 15108 11221,'4'-8'1079,"8"-2"-629,13 3-226,2 1 1,4 1-135,-1 2 0,1 3 45,10 4 0,-3 9-45,-13 12 0,-8 9-45,-11 12 0,-11 5-238,-5-15 0,-6 3 0,-4 0 1,-1-1 326,-4 3 1,-3 0 0,-1-1 0,0 0-68,2-3 1,-1 0-1,1-2 1,1-1-8,-4 3 0,2-2 0,4-4-15,4-1 0,8-5 135,8 6 0,15-12-90,15-4-45,11-13 0,4-5 0,-7 1 0,2-3-864,4-2 0,4-1 0,-5-1 864,-6 1 0,-1-1-225,1-1 0,1 0 0,-5 1 619,5-3-1069,-7 4 0,-1 0-2647,-1 0 2499,-8 4 1,0-2 0,-12 5 0</inkml:trace>
  <inkml:trace contextRef="#ctx0" brushRef="#br1" timeOffset="398438">10984 14997 11221,'0'-15'1259,"0"2"-719,0 6-361,-5 9 181,-3 11-180,-6 10 45,-1 6 0,-3 4-105,4-5 0,-1 2 0,-2 2-604,1 0 0,-2 1 0,0 1 0,-1 1 574,-2 4 0,-1 2 0,-1 0 0,0 1-475,3-7 0,-1 1 0,1 0 1,-2 0-1,1 0 439,-1 3 0,0 0 0,0 0 0,-1 0 0,1 0-393,-2 2 0,1-1 0,-1 1 0,1-1 0,1-1 383,-1 1 1,1-1 0,1 0 0,-1 1-200,2-4 1,1 1-1,-1 0 1,1-1-1,1-1 185,-5 11 0,2-2 0,0 1-8,4-8 1,0 1 0,1-1-1,0-1 5,-1 7 1,0-1 0,3-3 17,1 0 0,1-4 513,3-2 1,2-3-469,2 2 1863,1-1-2312,4-13 1713,3-7-2164,3-14 2037,-2-1-2396,2-12-306,-2 2-1802,2-9 3151,1 3 1,4-8 0,-1 3 0</inkml:trace>
  <inkml:trace contextRef="#ctx0" brushRef="#br1" timeOffset="399203">10794 16232 10951,'-11'-10'180,"3"4"449,-3-11-359,8 9 180,-1-10-270,5 9 539,16-17-539,-6 12 90,25-18-45,-11 18 0,0 1-135,10-7-45,-7 7 0,-3 3 45,-10 6 90,12 5-180,-15 4 90,5 11-90,-11-1 0,-5 26 0,-4-16-1639,-4 8 1,-1 2 1523,-2-7-274,-2 6 1,0-2 388,3-10-148,-6 16 148,11-24 0,-1 10 0,6-12 2934,5 7-2934,1-11 0,24 10 0,-15-11 1132,22 10-1222,-8-2 1,-7 3 89,-2 0 250,-23 7-250,-5-13-45,-10 6 0,-2 1 45,-2-3 0,-2-1 0,-1 1 0,5-5-270,-13 7 270,15-9 0,12-15 0,12-9 0</inkml:trace>
  <inkml:trace contextRef="#ctx0" brushRef="#br1" timeOffset="399806">11560 16094 11400,'-10'-11'630,"-2"-2"0,-1 2-1,-3-2-89,0 3-180,-3 3 0,-4 5-90,-4 5-91,4 4 1,-12 11 0,5 4-90,-4 7 0,9 3 0,12-9 0,15 13-90,4-17 90,19 23-270,5-15 45,-9-9 0,0 0-1083,19 11 1038,-11-8 0,-2 1 0,-9-5 0,1 5 90,-6-1 0,-6-6 0,-5 4 1129,-5-4-1129,-6 5 90,-7 0 0,-6-2-90,-6-2 90,-3-4 0,4-4 90,-7-2-90,9-5 0,-6-3 0,10-4 0,0-17 90,14 7-90,7-14 0,3-3 0,5-2-468,4-6 1,4-3 467,-4 15 0,1 0 0,4-7 0,0-1-181,-5 11 0,0 1 181,0 0 0,-2 2 0,-1-7 90,-4-3-90,-7 12 90,-17-2-1,3 13-89,-19-3 899,6 11-989,-8 6-141,2 4-1298,8 5-450,9-2 1979,10 3 0,10-5 0,3 2 0</inkml:trace>
  <inkml:trace contextRef="#ctx0" brushRef="#br1" timeOffset="400122">12600 15582 12570,'-7'-16'2069,"2"2"-1170,1 7 1,3 0-271,-1 1-359,9 0 0,5 1-270,21 1-180,-8 1-1169,18 0 629,-26 2-2557,8 1 3084,-21 5 1,-6 3-1,-10 5 1</inkml:trace>
  <inkml:trace contextRef="#ctx0" brushRef="#br1" timeOffset="400322">12511 15792 11490,'-7'7'2159,"1"-1"180,3-1-1709,13-7-361,-2 2 181,23-9-270,6-2-540,-11 4 0,-1-1-449,18-3-2249,4-1-91,-22 8 3149,-1-1 0,-8 3 0,-7 1 0</inkml:trace>
  <inkml:trace contextRef="#ctx0" brushRef="#br1" timeOffset="415954">14061 15244 9152,'1'-25'1484,"0"-1"0,-1 5-1259,2-5 0,-3 1 674,-6 12-629,-12 12-180,-3 3 0,-1 15 0,-1 6 0,-10 12-1183,10-6 1,-4 7 0,4-3 694,4-3 1,1 1 427,1-1 0,-2 2 0,3 3-22,4 2 0,3 2 0,3-2 37,-1 10 0,2 0-45,1-8 0,0 0 0,3 0 45,6 10 0,5-4-45,2-13 0,3-1 45,5 4 0,3-3-142,3-8 0,1-5 187,17 1-90,-13-16 0,1-5-149,-6-5 1,-1-4 148,9-6 0,-1-4 45,-2-7 0,-4-3-45,-6 5 0,-4-3 0,-6-4 0,-3-5 0,-3 3 391,-3 4 1,-3 0-392,0-18 0,-6-2 0,-3 13 0,-5 1 0,0 1-15,-6-7 1,-3 1 14,2 5 0,-2-2 0,1 5-35,-1 6 0,0 5 35,-2 6 0,1 5 156,-8 10-606,-8 17 0,18 4-629,1 20-1800,20-3 3160,5-10 1,3 0 0,10 20-1,-4-22 1,0 0 0</inkml:trace>
  <inkml:trace contextRef="#ctx0" brushRef="#br1" timeOffset="416169">14439 15588 11400,'-1'-10'810,"-1"-2"-450,0 3-270,1-2 180,-1 3-90,2 0-1,-1 2-718,2 0 539,1 1 0,0 3 0,0 1 0</inkml:trace>
  <inkml:trace contextRef="#ctx0" brushRef="#br1" timeOffset="416711">14779 15381 11041,'-10'-12'539,"-6"-10"-179,6 8-270,-3-4 180,9 10-90,7-4-90,9 1 0,4-3 0,18-4 0,6 3-45,-15 5 0,1 1-45,0 1 0,0 0 0,9-2 90,5 2-90,-22 4 90,8 1-90,-17 3 0,-1 5 0,-8 1 89,-9 10-89,-14 6 0,-1 4 0,-2 0 0,6 0 0,11-4 0,6 5 0,6-5 0,16 8-89,12-1 89,-9-11 0,0 0-395,18 13 395,-17-14 0,0 1-90,10 17 90,-6-6-90,-9 2 90,-22 2 0,-14 1 0,2-10 0,-2 0 90,-18 10-195,10-16 1,-1-1 149,5-4 0,0 0-45,-4 1 0,2-1 0,-12 5-180,9-3-450,13-7 704,3-1 1,22-8 0,9-6-1</inkml:trace>
  <inkml:trace contextRef="#ctx0" brushRef="#br1" timeOffset="417227">15633 15217 11041,'2'-18'809,"0"-1"-269,3 1-360,1 3 360,10-10-271,9 5-179,3-2 45,-4 10 0,1 2-263,15-1 218,-14 6 0,0 1-90,12 2 90,-2 13 0,-12 13 0,-6 20-45,-17-9 0,-6 1-45,0-5 0,-5 1-997,-8 5 1,-5 3 0,1-4 996,2-6 0,0-2 30,-4 6 0,-4 3 0,3-3-267,4-5 0,2-2 237,-2 6 0,3 0 0,6-8 0,5-1 0,2 11 90,25-4-90,22-11 0,1-7 0,3-3-676,-11-3 1,-1-1 675,9-1 0,1-3 45,-2-2 0,-1-2 801,-4 0 1,-1-1-847,6 0 0,0 0 0,-5-2 0,-3 1-190,10-2-1159,5 2-1,-20 3-1927,-5 4 3107,-14 1 0,0 7 0,-6 1 0</inkml:trace>
  <inkml:trace contextRef="#ctx0" brushRef="#br1" timeOffset="418526">13704 16771 11311,'-31'-2'899,"0"-1"-269,15 0 1079,3-3-1350,11-2 361,13-5-225,9 2 0,7 1-196,3 0 1,4-1 0,3 1-965,-2 1 1,2 0 0,2 1 0,1-1 736,2 1 0,1 0 0,2 0 0,0 0 0,-2 1-27,3 0 0,-1 0 0,0 1 0,4 0 0,-6 1 0,2 0 0,1 0 0,2 1 0,0-1 0,-1 1-344,-4 0 0,-1 1 0,1 0 0,0 0 0,0 0 0,1 0 0,0 0 321,-1 0 1,1 0-1,1 0 1,0 1-1,0-1 1,-1 0-1,1 1 1,-2-1-220,4 1 0,-1-1 0,-1 1 0,1 0 0,-1 0 1,1 0-1,0 0 222,2 0 1,0 0 0,1 1-1,0-1 1,-1 1 0,0 0 0,-2 0-191,-1 0 0,-1 0 0,-1 0 0,0 0 0,2 1 0,1-1 187,-2 1 1,2-1-1,1 1 1,2-1-1,-1 1 1,-1-1 0,-2 1-1,-3 0-22,6-1 0,-2 0 0,-3 1 0,1-1 0,0 1 18,5 0 0,3 0 0,-1 0 0,-5 0 0,-6 0 327,5 0 1,-5-1-301,3 2 0,-2-1 722,-13 0 0,-3 0-767,4 0 2027,-5-1-2027,-9 1 3055,2 0-3055,-5 0 979,-3 0-979,4 2-89,-5-1 89,7 2 89,-9-2-89,3 1 0,-4-1 0,1 1 90,0-2-90,-2-2 0,-1-6 0,-4-9 0,-4-16 0,0 8 0,0-2-765,-1-12 0,0-5 735,1 9 0,2-2 0,-1 0-30,1 4 0,0 0 1,0-2-1,1-11 0,1-3 0,-1 0-30,2 0 0,0 0 0,0-2-684,0 4 0,0-1 1,0-1-1,0 1 751,0 6 1,1 1-1,-1 0 1,1 0-23,-1-4 0,0 0 0,1 0 0,-1 0-465,0 2 0,0 0 0,1 0 1,-1 3 479,0-5 0,0 2 0,1-1-146,-1 3 0,0-1 1,0 0-1,-1 5 131,1-3 0,-1 2 219,0-3 1,0 2-220,0 10 0,-1 3 45,1-6 1729,-1 7-1819,1 12 90,-1 1 2630,0 4-2630,-8 9 1514,1 2-1604,-8 5 606,2 2-516,-6 2 0,-9 2 0,-1-2 0,3-2 0,-4-1 0,-4 0 0,-4-1-896,3 0 0,-3-1 1,1 0 895,2-1 0,-1 0 0,-2-1 0,-1 0 0,-2 0 0,-3-1 0,-1 0-417,6 0 0,-1-1 0,-2 1 0,-1-1 0,2 0 0,1 0 417,-2 1 0,3-1 0,0 0 0,-2 0 0,-3 0-216,1 1 1,-3-1 0,-3 1 0,0-1 0,0 1 0,2-1 0,3 1 215,-5 0 0,3 0 0,0-1 0,1 1 0,-3 1-168,6-1 0,0 0 0,-2 0 1,0 1-1,0-1 0,-1 1 1,2 0 167,0 0 0,-1 0 0,0 0 0,1 0 0,0 1 0,1-1 0,2 0 21,-8 1 0,2 0 1,1 0-1,0 0 1,-1 1-37,4-1 0,-1 0 0,-1 1 0,1 0 0,1-1 0,3 0-8,-9 2 1,4 0-1,0-1 1,-1 1 55,6-1 0,-1-1 1,1 1-1,0 0 1,1 0-102,-5 1 1,2 0-1,0 0 1,4 0 37,2-1 0,3-1 0,0 1 457,-16 4 0,3 0-652,12-2 0,3-1 1135,7-1 1,0-1-1181,-23 7 1805,30-8-1715,-4 1 2746,4-2-2656,5-1 100,-3-2-100,4 0 0,-2 0 90,2-1-90,2 0 0,-2 0 90,4 0 0,-3 0-90,3 0 90,0 3 0,-1 4 0,2 4 0,-2 26 0,5-7-495,3 16 1,0 4 494,2-21 0,0 2-569,1 10 0,1 5 0,0-1 569,-1-7 0,0-2 0,0 3-625,-1 2 0,1 3 1,-1 0-1,0-1 625,-1 3 0,0-1 0,0 2 22,-1-5 1,0 3-1,0-1 1,0-2-352,-1 1 1,1-1-1,0 0 329,-1 6 0,2 1 0,0-2 0,0-5 0,1 0 0,0-2 30,0-5 0,1 0 0,1-3-30,0 3 0,1-2 0,1 1 0,1-4 434,3 3-524,1 0 658,-1-17-2367,-4-10 3089,2-8-3179,-5-3 1889,-4-16 0,-7-6 0,-4-12 0</inkml:trace>
  <inkml:trace contextRef="#ctx0" brushRef="#br1" timeOffset="419220">12512 15132 10591,'-7'-8'180,"2"1"90,1 2 179,2 0-89,-1-1 270,2 1-360,0-2-90,1 0 0,2-2-91,1 1 91,5-5 90,5-4-180,2-3-90,1 1 90,1 2 0,-5 4-90,1 1 0,-3 3 90,0 3-90,-3 4 0,3 6 0,-2 2 90,5 21-90,-6-8 0,6 22 0,-5-8 0,4 9 0,1-3 0,-3-11 0,5-1 0,-2-13 0,7-1 0,-3-9 90,10-9-90,10-19 0,-4 3 0,-13 5 0,0-3-45,0-4 0,-1-1-225,7-17-45,-8 13 0,-1 1-224,-3-3-2070,-4 6 2609,-5 11 0,-2 2 0,-1 4 0</inkml:trace>
  <inkml:trace contextRef="#ctx0" brushRef="#br1" timeOffset="457167">22919 1184 7713,'-9'3'719,"2"0"-449,1-1 90,1 0 90,-1-1 269,-3 3-359,3-2 90,-5 3-360,5-1 179,-3 1-179,3 0 0,-1 1 0,0 0 0,0 2-90,1 2 90,0 1 0,3-3 90,1 0-90,5-11-90,-2-1 90,4-7 90,-2-2-90,-1 3 0,-2-1 0,0 4 90,-2 1-180,-1 9 0,2-1 0,-1 9 0,6 0 90,1-4-90,3 0 90,1-8 89,0-6 1,-1-3 0,-3 1 0,-6 1-180,-4 8-3277,0-1 258,0 8 3019,4-1 0,4 7 0,-2 1 0</inkml:trace>
  <inkml:trace contextRef="#ctx0" brushRef="#br1" timeOffset="458314">23365 3224 10141,'-11'2'180,"1"0"-90,5 1-90,1-1 0,1 2 0,1 0 90,0 2-90,2 2 0,0-3 90,3 2-90,-1-2 90,2-1 0,1 0 90,0-3 0,2-1-90,-1-2 179,-1-2 1,-1-4 90,-3 2-180,1-5 630,-2 6-631,-9-10-269,3 11-629,-6-3 179,7 12-2737,2 0 2994,4 3 1,6 0-1,2 2 1</inkml:trace>
  <inkml:trace contextRef="#ctx0" brushRef="#br1" timeOffset="459428">27051 3074 11131,'-12'12'90,"3"-1"0,3-3-90,2 0 0,1-2 89,0 0 1,2-1 810,0 1-360,5-9-91,-3-3-269,3-7 90,-4 3 90,-4 0-90,0 3-180,-4 1-90,2 4 90,-2 7-90,4 0 0,-1 3 90,4-2 0,1 0-540,3-9-720,-1 2-2068,0-9 3238,-1 3 0,-3-2 0,2-1 0</inkml:trace>
  <inkml:trace contextRef="#ctx0" brushRef="#br1" timeOffset="460363">26796 991 10951,'-6'-1'2698,"3"2"-2608,2 9-90,6-1 90,0-1-90,-1-3 90,1-2-90,0-3 90,4-3-90,-3-1 90,2-4 90,-5-2-90,0 3 0,-1-4 0,-4 4 0,0 1-90,-2 2-90,-2 2-630,-1 6-2557,-1 1 3106,5 9 1,4-7 0,3 3 0</inkml:trace>
  <inkml:trace contextRef="#ctx0" brushRef="#br1" timeOffset="460906">26870 802 10411,'-10'-6'180,"-1"1"-90,5 4 0,-2 0 90,-3 1 0,-3 2 0,-6 4-91,2 1 91,-9 10-135,9 1 0,1 2 0,1 0 0,1 2 45,-3 12 0,3 2-45,9-9 0,2 0-45,4 7 0,2-2 90,8 11-201,1-16 0,3-2 111,15 11 45,-10-17 0,0-2-45,14 6 90,5-9 0,-3-13-45,-9-1 0,3-4 135,13-9 0,1-5-45,-10 1 0,-1-1-90,4-2 0,-3-4 90,-14-1 0,-4-1-46,-6 2 1,-2 0 45,-1-10 0,-2-1-90,-3 8 0,-3 1 45,-5-7 0,-4 0 0,-4 8 0,-2 2-45,-7-4 0,-1 2 0,1 6 0,-1 3-45,0 4 0,-2 3 0,-22 7 0,-1 5-135,23-2 0,-1 2-135,-8 2 0,-5 2 1,5 2-766,10 3 1,2 1-605,-6 3 1,2 0 1108,-10 11 1,5 0 0,13-8 0</inkml:trace>
  <inkml:trace contextRef="#ctx0" brushRef="#br1" timeOffset="461924">22755 869 10591,'-7'-7'270,"-1"2"-90,-6 5 0,1 5-90,-9 8-1,7-1 1,-6 15 0,2 4-45,8-8 0,1 2-45,-4 18-204,8-13 1,3 1 248,4-4 0,2 1-913,3 6 1,1 1 867,-1-8 0,4 0-228,8 10 0,3-2 273,-4-14 0,1-2-45,8 8 0,1-2 37,9-3 53,6-7 0,-8-14 0,12-8 0,-9-4-90,-13 0 0,-2-4 90,9-17-45,-13 9 0,-3-3 44,3-17-313,-16 0 0,-5-2 224,-5 9 0,-2 1 0,-1-8 0,-3-1 0,-8 0 0,-3 4 0,4 11 0,-1 1 402,-7-3 0,-1 1-402,3 9 0,-1 3 485,-12-1-665,-6 18-270,11 24 90,14-5 1,1 4-766,3 7 1,4 3 1124,5 4 0,3 1 0,5 5 0,4 2 0,3 1 0,0 0 0</inkml:trace>
  <inkml:trace contextRef="#ctx0" brushRef="#br1" timeOffset="463054">27125 2954 10591,'-8'-5'540,"1"0"-181,-1 2-179,1 1 90,-6 0 0,-8 2-180,3 1 0,-7 3 90,-14 7-90,0 5-163,12-4 0,0 2 73,-7 8 87,5 7-87,17-5 90,3 8-90,7-6 90,11 6-90,13-5 0,12 4 0,-12-17 0,1-2 0,24 3-296,-22-11 1,1-3 295,5-3 0,0-2 90,17-5-90,-15 0 0,0-2 0,-9-1 0,-2 0 0,4-4 0,-1-1 0,7-11-184,-10-8 364,-19 0 0,-9 8 0,-5-1-1,-7-12-89,-5 15 0,-6 3-45,5 12 0,-3 4 45,-7 1 0,0 2-90,5 2 0,0 3-135,-5 7 0,2 3-495,6 0 1,2 2-945,-5 4 0,3 1-675,-10 10 2280,12-2 0,12-5 0,1-1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41:31.978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19091 7873 8792,'-23'-20'1259,"1"2"-1169,11 12 180,2 0 90,-1 1 0,4 2-270,10-2 89,36 2-89,1 2-367,-13-1 1,6-1-1,5 0 307,1 0 0,7 0 0,3-1 0,3-1 0,1 1 0,-2 1-471,-5 0 0,0 0 0,-1 0 0,2 0 0,1 0 0,4 1 0,3-1 447,-15 1 0,3 1 0,2-1 0,2 0 0,1 0 0,2 1 0,1-1 0,0 0 0,0 1 0,-1-1 0,0 1 0,-2 0 0,-1-1 0,-2 1 0,-3 0-236,9 0 1,-2-1-1,-3 1 1,-1 0 0,-1 0-1,0 1 1,2-1 0,1 1-1,3 0 236,-5-1 1,1 2 0,1-1 0,1 0 0,2 0 0,0 1 0,0 0 0,0-1 0,0 1 0,0 0 0,0 0 0,-2 0 0,0 0-122,0 1 0,0-1 0,1 1 0,-1-1 0,0 1 0,-1 0 0,0 0 0,0 0 0,-2 0 0,0 0 0,-1 0 0,-1-1 126,8 1 0,-3 0 0,-2 0 1,0 0-1,-1 0 0,3 0 0,1 0 1,4 0-62,-11 0 1,2 0-1,3 1 1,1-1-1,1 0 1,1 1-1,0-1 1,1 1-1,-1 0 1,-1-1-1,-1 1 1,-1-1-1,-2 1 1,-2-1 59,6 1 0,-2 0 0,-3 0 0,0 0 0,-1 0 0,0 0 0,0 0 0,1 0 0,2 0-1,0-1 0,2 1 0,0 0 0,1 0 0,0 0 0,0 0 0,0 0 0,-1 0 0,-2 0 0,-1 0 2,4 0 0,-2 0 0,1 0 1,-2 0-1,-1 0 0,-1 0 1,-2 0-1,-2-1 283,8 1 0,-2-1 1,-2 1-1,-4-1 0,-6-1-69,5 1 0,-7-2 1904,12-1-1860,-25-3 2333,-6-1-2512,-4 2 3126,-3-1-3216,-1 4 347,1-2-347,3 1 0,12 1 90,13-1-90,-4 1 0,-3-1 0,1 0 0,17-2 0,-1 0 0,-17 0 0,-2 0 0,-1 0 0,4-1 89,-9 1-89,-8 1 0,3-2 0,-4 1-89,1-1 178,-5 2-89,0-1-89,-5-2 178,-1 0-178,-5-6 89,-1-5 0,-4-7 0,-7-21 0,5 17 0,0-5 0,1 1 0,-1-4 0,2 3 0,-2-3 0,3-1 0,1-1 0,2-4 0,2-2 0,6-4 0,4-1 0,-1 0-308,-1 7 1,-1 1-1,1-3 285,2-4 1,2-5 0,0 3 0,-2 7 22,0 4 0,0 3 0,2-12 0,0 1-45,-5 20 0,0 3 45,2-12-90,0-10 90,-6 21 0,2 3-90,-3-3 0,0 16 90,0-6 0,0 5 922,1 1-1012,-5-2 90,-1 3 0,-10-3 0,5 4 0,-8-2 0,-12-1-90,9 4 90,-5-1 0,-5 1 0,-11 1 0,-5 1 0,2 0 0,-3 0 0,0 1-662,5 0 1,0 0 0,-4 0 661,10 1 0,-1 0 0,-3 1 0,-2-1 0,0 0 0,-1 1-384,0-1 1,0 1-1,-1-1 1,-2 1-1,0-1 1,-1 1-1,-1-1 374,5 0 0,0 1 0,-1-1 0,-1 0 0,-1 0 0,0 1 0,-2-1 0,0 0 0,-2 0-149,8 0 1,-2 0 0,0 0 0,-2 0 0,0 0 0,-1 0 0,0 0 0,-1 0 0,1 0 0,-1 0 0,1-1 0,1 1 0,0 0 150,-1 0 1,0-1-1,0 1 1,0-1-1,0 1 1,1-1-1,-1 1 1,1-1 0,-1 1-1,0-1 1,-1 1-1,0-1-103,2 1 1,-2-1 0,1 1 0,-1-1-1,-1 1 1,1-1 0,0 1 0,-1-1-1,2 1 1,-1-1 0,2 1 0,0-1-1,1 1 102,-1-1 1,1 0 0,0 1 0,0-1 0,2 1 0,-1-1 0,1 0 0,0 1 0,1-1-1,-1 1 1,1-1-16,-6 0 0,-1 1 0,1-1 1,0 0-1,1 1 0,0-1 1,2 0-1,1 1 0,2-1 9,-6 0 0,3 1 0,1-1 0,2 0 0,-1 0 0,0 0-40,-1 0 0,0 0 0,-1 0 0,2 0 1,2 0-1,4 0 25,-10 0 0,4 0 0,0 0-15,4 0 0,-1 0 0,1 0 0,3 0 289,1 1 1,3 0 0,-1 0-245,-2-1 0,-1 0 0,0 0-30,-5 0 0,-1-1 0,6 1 30,9-1 0,2 1 779,-12-2 1,2 1-870,-6-1 851,11 3 0,-2 0-761,0 0 0,2 2 0,0 0 0,3 1 0,-16 1 3230,1 2-3230,9 0 0,0-1 187,9 0 1,-1 0-188,1 1 0,-1-1 11,-7 2 0,-2 1-11,3-1 0,1 1 0,-10 2 0,9-1 0,16-3 0,0-1-90,1 1 90,8-3 0,-5 2 0,4-1 0,-1 4-90,3 3 90,2 0 0,0 23 0,2 11 30,2-8 0,1 7 0,-1-3-402,0 0 0,1 2 372,1 4 0,0 5 0,0 1-742,0-12 1,0 2 0,0-1-1,0-2 742,0 0 0,0-1 0,1 2 0,-1 4 0,0 3 0,1 1 0,0-1-85,1-5 1,0 0 0,0-1 0,0-1 113,0 8 1,0-2 0,1 3-30,-1-3 0,1 3 0,0-1 0,-1-7 45,1 1 0,-1-6-45,0 0 0,1-2 90,1 7-90,-2-13 90,3 9-90,-4-27 457,1 5-996,0-9-2738,14-14 2926,-8 0 1,12-19 0,-9 6 0</inkml:trace>
  <inkml:trace contextRef="#ctx0" brushRef="#br0" timeOffset="35181">13506 13620 11760,'-8'-23'1799,"3"9"-1259,-5-4 629,-4 5-989,4 3 180,-9-1-45,-3 16 0,-3 9-136,-8 10 1,-3 10-586,11-7 0,-3 6 1,-1 2-1,1 2 0,1-1 442,3 0 0,0 1 0,2 0 0,-1 1 0,2 0-18,-1-2 0,0 1 0,1 0 0,2 0 0,1 0 4,0 8 1,2 0-1,2-2 1,6-3-307,7 7 1,5-2 283,-5 3 0,7 0-82,11-16 0,7-2 0,2-5 82,2-7 0,4-5 30,-1 0 0,3-2 0,-2-5 15,5-7 0,-2-6-45,-8 0 0,-4-4 44,-2-7 1,-8-5 135,-27-21-135,-13 20 0,-8 5-45,-8 3 0,-3 8-330,8 8 0,-2 5 1,4 1 104,2 2 0,5 4-387,-6 23-2665,66-14 2730,-4-3 1,3-11 0,4-3 0,-9-5 0,1 1 0</inkml:trace>
  <inkml:trace contextRef="#ctx0" brushRef="#br0" timeOffset="35531">14392 13667 11940,'-3'-41'2519,"1"12"-1080,-1 10-450,1 11-629,-5 5 135,-9 24 0,-4 13-316,2-4 1,-1 3 0,-1 5-656,2-4 1,-2 4 0,-1 4-1,-1-1 1,1 0 0,2-3 497,-2 4 1,2-3-1,-1 0 1,0 3 7,1-4 0,0 2 0,-1 2 0,0 0 0,1 0 0,1-1-466,-1 2 0,2 0 1,0 0-1,0-2 0,1-2 413,1-2 1,0-3 0,1 0-1,-2 4-194,-1 5 0,-2 5 0,-1 1 0,2-3 0,3-6-503,-2 7 1,1-4-374,4-5 1,-1 2 0,4-5 578,4-6 0,3-5 0,11 0 0,11-33 0</inkml:trace>
  <inkml:trace contextRef="#ctx0" brushRef="#br0" timeOffset="36098">14401 14450 12570,'-8'-12'2968,"2"3"-2608,8 0 270,24 0-361,8 1-134,-1 3 0,1 2-90,-7 2 0,0 1 45,4 2 0,-4 5-90,-4 12 90,-11 1-90,-25 3 0,-11 1 45,-8 5 0,-3 1-45,6-3 0,0 1 0,1 0 0,2-3 0,1 1 0,4 1-45,-1 9 0,11-1-90,13-9 0,6-2 45,10 12-45,0-15 0,1-1-134,8 7 269,-1 0-270,-8 9 360,-31-10 45,-11-1 0,-7-1-91,0-4 1,-1-3 0,-2 0 0,0-1-360,6-4 1,4-2-2963,8 0 2961,23-6 0,15-9 0,2-2 0,1 0 0</inkml:trace>
  <inkml:trace contextRef="#ctx0" brushRef="#br0" timeOffset="36598">14964 14616 11850,'-19'-25'2969,"5"3"-2700,12 12 181,17 0-90,17 1-135,5 4 0,4 0-135,-10 2 0,0 0-1,13 1 1,-5 4 0,-6 9 0,-27 14-45,-22 0 0,-9 1 0,-7 7 0,-2 1-45,-1 2 0,3 0 0,7-10 0,4-1 0,10 0 0,5-2 0,5-5 0,7 17-180,14-2 90,-5-9 0,15 16 1,-15-17-1,-6 6 90,-24 2 0,-14-8-90,-2-4-630,-3-4 720,17-7 0,12-8 0,8-4 0</inkml:trace>
  <inkml:trace contextRef="#ctx0" brushRef="#br0" timeOffset="37015">15730 14728 13199,'-14'-21'3276,"-16"3"-705,-14 7-2031,4 18 0,0 5-451,14-4 1,1 3 135,-15 16 0,5 7-270,21-6 0,6 2-360,-1 7 1,8 1-226,17 1 0,7-3 495,-6-13 1,3-5-136,11 2 0,6-10 30,-4-13 0,3-8 0,-1-2 210,-5 0 0,0-2 0,0-3-18,2-4 1,3-3 0,-2-3 0,-6 0 137,-6-5 0,-6-2 0,-3 1-45,4-11 0,-11 1 135,-25-3 0,-12 9-180,11 23 0,-5 6-960,-19 6 1,-9 7-1,4 7-133,18 6 1,3 5 0,-1 1 764,-2-1 0,-1 1 0,1 2 1,3 0-1,4 5 0,3 2 1,2-1-1,-5 7 0,1 0 1</inkml:trace>
  <inkml:trace contextRef="#ctx0" brushRef="#br0" timeOffset="38481">12178 15756 12660,'-46'5'1349,"20"-3"0,1 0 90,0 0 1,2-1-1171,19-3 91,29-4 0,25-2-255,-17 3 0,5-1 0,5 0 0,2 0 0,2 0 0,1 0-442,-7 1 0,2 1 0,2-1 0,1 0 0,0 0 0,1 1 0,0-1 0,0 1 0,-2-1 347,-1 1 0,0-1 0,-2 1 0,1-1 0,0 1 0,1 0 0,1 0 0,2 0 0,1 0-171,-5 1 0,2 1 1,2-1-1,1 0 1,0 1-1,1-1 0,1 1 1,0 0-1,0 0 1,-1 0-1,1 1 1,-2-1-1,0 1 176,1 0 0,-1 1 0,0 0 0,0 0 0,0 0 0,-1 0 0,1 1 0,0-1 0,0 1 0,0 0 0,1-1 0,0 1-117,-3-1 0,-1 1 0,1-1 0,0 1 0,0-1 0,1 1 0,-1-1 0,1 1 0,0 0 0,0-1 1,1 1-1,-1 0 0,2 1 0,-1-1 102,-1 1 0,0-1 0,2 1 0,0 0 0,1 1 0,0-1 0,0 0 0,0 1 0,0-1 0,0 1 0,-2-1 0,0 1 0,-2-1 0,-1 1 0,-1 0 0,-2-1-113,11 1 0,-3 1 0,-1-1 1,-2 1-1,-1-1 0,0 1 1,-1-1-1,-1 1 0,2-1 113,2 1 0,1 0 0,1 0 0,-2 0 0,0 0 0,-3-1 0,-3 1 0,-3-1 193,10 2 1,-3 0 0,-6-1 0,-7-1-194,15 1 315,-4 0 0,-5-1-135,-17-2 1443,23 1-1263,-31 0 1754,1-1-1934,0 1 2937,-8-1-2937,2 0 922,-21-5-1102,1-7 0,-10 0 90,6-12-90,9-5 0,1-2 0,-4-15 0,4 4 0,0-8 0,0-3-656,1 13 1,0-2-1,0-2 1,0 1 0,1 1 536,-1-2 0,0 2 1,1-2-1,-1-3 89,1 4 0,-1-2 0,0-2 0,1-2 0,0 1 0,1 0-423,1 0 0,0-1 0,1 0 0,1 0 0,-1 2 0,1 1 435,-1 3 0,-1 3 0,1 0 0,1-1 0,-1-3-105,1-1 1,0-2 0,0-2 0,0-1 0,1 0 0,-1 2 0,1 2 68,0-6 0,1 1 0,-1 2 0,1 1 0,-1 2-132,1 0 1,-1 3-1,0 0 1,0-2 149,0-3 0,1-3 0,0-1 0,-1 4 0,0 6-9,-1-6 0,0 6 805,1-7 1,-2 2-806,-2 15 0,-4 5 2453,-14 7-2408,-15 15 1169,-13 14-1169,23-4 0,0 1 0,-12 3-561,2-5 1,-8-3-1,5 0 561,10-1 0,-3-1 0,-1 0 0,-7-1 0,-5-1 0,-2 1 0,0-1 0,2 0-472,-1 0 0,1-1 1,-1-1-1,0 1 1,-5-1 459,7 2 1,-1-1 0,-2-1 0,-2 1-1,-1 0 1,0 0 0,-2-1 0,0 1-152,8 0 1,-1 0-1,-1 0 1,-1 0-1,0 0 1,-1-1 0,0 1-1,-1 0 1,0 0-1,0 0 1,0 1 148,3 0 0,-1 0 0,0-1 0,-1 2 1,0-1-1,-1 0 0,1 0 0,-1 1 0,1-1 1,-1 1-1,1-1 0,0 1 0,0-1-78,-3 0 0,0 1 0,-1-1 0,0 0 0,1 1 0,-1-1 0,1 1 0,1-1 0,0 1 0,0 0 0,1 0 0,2 0 92,-3 0 0,2 0 0,0 0 0,0 1 0,1-1 0,1 1 0,0-1 0,1 1 0,1 0 0,0 1 4,-11-1 0,1 1 1,0 0-1,2 1 0,2-1 1,2 1-1,4 0-94,-6 0 0,6 1 0,1-1 0,0 1 300,-1-1 0,1 1 0,0-1 0,1 1-368,0 1 1,-1 1 0,3-1-1,5 1-22,2-1 1,2 1 682,-19 2 1,0 0-773,0 0 1306,20-5 1,1-2-1128,-10-3 2522,-6-3-2522,17 0 660,5 0-660,7 2 67,6 4 113,4 16-45,5 9 0,2 5-45,-1-5 0,1 5-263,1 3 0,1 7 1,0 4-1,0 1 1,-1-1 334,0 0 0,-1-1 0,0 1 0,0 2 0,0 4-335,0-8 1,1 2 0,0 4 0,0 1 0,0 0 0,0 1 0,-1-2 0,1-2 0,-1-2 277,1 4 0,-1-2 0,0-3 0,-1 1 0,1 1 0,0 3 5,0-6 0,0 3 0,1 1 0,-1 1 0,0 1 0,1-1 0,-1-2 0,0-1 0,0-3 16,0 10 0,1-3 0,-1-2 0,0 0 0,0 3-269,1-1 0,0 2 1,0 2-1,0-1 1,-1-2-1,1-3 233,-1 7 0,0-4 0,-1-1 0,2 0-114,1 1 1,0 2 0,0-3 0,1-6-112,1 1 0,0-3 478,0 11 0,1-4-1423,5-4-269,-8-36 882,9-10 557,-2-21 0,1-10 0,0 3 0,2-3 0,-2 0 0,0-1 0,0 0 0</inkml:trace>
  <inkml:trace contextRef="#ctx0" brushRef="#br0" timeOffset="40798">14369 15381 10951,'-11'1'1799,"1"-1"-270,2 0 90,1-1-1349,18 1-90,11-2-45,5 1 0,7-1-46,1 0 1,5 0 0,1 1-479,5-2 1,3 1-1,3 0 407,-8 1 0,4-1 0,1 0 0,-1 1 0,-4-1 4,-4 1 1,-4-1 0,0 1-1,3 0-22,7 0 0,4-1 0,2 1 0,0 0 0,-3 0 18,-6 1 0,-1-1 0,-1 1 0,1-1 0,1 1-281,-3 0 1,1 0 0,1 0-1,1 0 1,-1 0 0,2 0 262,3 1 0,1-1 0,2 0 0,-2 0 0,-1 1 0,-3-1 0,5 1 0,-2 1 0,-3-1 0,-1 0 0,5 0 0,-3 0 0,-3 0 359,3 0 1,-9-1 90,-11-1 449,11-2-539,-27-1 270,0-2 496,-20 3-1126,-3-12 0,-6 5 1794,-7-23-1794,8 2 0,0-3 0,5 10 0,0-3-127,-4-10 0,-1-6 0,4-2 97,6 2 0,3-1 0,2-4-264,1 2 0,0-3 0,2-1 0,1 0 271,2 1 1,1 0 0,2 0-1,1 0 0,1-1 1,2 1 0,1 1-1,-1 2 23,2-1 0,0 3 0,-1 3 0,1-5 0,-2 3-45,0 2 0,-5 6 45,-5 6 0,0-7-90,-6 17 90,-6 9 340,4 3-430,-9 0 1218,-14 6-1128,-10 2-30,10 1 0,-4 0 0,1 1-188,-1 0 1,-1 0 172,1 0 0,-6-1 0,-1 1 0,2 0-231,-6-1 1,3 0 0,-6 1 257,7-2 0,-4 1 0,-3 0 0,0 0 0,1 0-262,7-1 0,0 0 0,0 0 1,0 0-1,-1 0 0,1 0 280,0 0 0,0 0 0,0 1 0,0-1 0,0 0 0,1 0-18,-7 0 0,-1-1 0,2 1 0,0-1 0,3 1-185,-1-1 1,2 0 0,1 1 0,2-1 172,-6 0 0,3 1 0,1-2 129,6 1 1,2-1 0,2 0-145,-2 1 0,1-1 287,-2 0 0,1 1-332,7 0 0,0 1 755,-2 0 1,0 1-846,3 1 1,0 1 1004,-20 4-1005,3 2 0,18-4 0,4 2 180,9-5-90,1 4 90,6-4-90,-4 7 90,5 1 0,-2 7 0,5-5-90,1 4 90,1-8 0,3 19 90,1-2-45,1 17 0,1 9 45,-3-17 0,-1 2 0,0 3-502,0 5 0,0 6 0,0 1 0,0-1 479,-1-5 1,-1 0-1,1 1 1,-1 0-33,0-2 1,0 2 0,-1 0 0,1-2 0,0-4-6,0 3 0,0-4 0,0 1-8,0-2 1,0 3 0,0-3-1,0-6-22,1 17 60,-1-13 0,1 7 0,0-6-15,-1-9 0,-1-2 0,2 16 0,0-1-45,-1-5 90,1-9 1828,-2-14-1918,1 1 0,-1-8-1259,1 2-1799,-1-4 3058,10-24 0,-5 3 0,8-22 0</inkml:trace>
  <inkml:trace contextRef="#ctx0" brushRef="#br0" timeOffset="42048">13575 13272 10771,'-19'-24'180,"-8"-3"180,-11 2-226,13 13 1,-2 2 0,1 3 0,-3 3 45,-15 5 0,-3 7-60,10 5 0,-1 5 0,0 2-282,5 0 1,-1 2-1,1 2 1,0 6 250,6-2 1,-1 5 0,1 2 0,0 3 0,2 1 0,2 1-333,3-2 0,2 2 0,1 1 0,1 1 1,1 2-1,1-1 0,0 1 281,0 1 1,1 2-1,0-1 1,2 2 0,1 0-1,2 0 1,1 1-6,4-2 1,1 2 0,2 1 0,1 0-1,2 0 1,0-2 0,0-3 0,1-2-16,0 3 0,1-3 0,1-2 0,2-1 0,2 2 0,4 5 0,2 2 0,3 0 0,2-3 0,0-5-553,4-5 1,2-4 0,0-2 0,-1-1 564,0 4 0,-1-2 0,4-1-30,3-1 0,4-1 0,2-2 0,-2-7-91,1-9 1,1-6 0,0-2 90,9-1 0,2-3 0,-2-3 48,-8 1 1,-2-3 0,0-5-79,5-10 0,-1-7 0,-5-3 30,-8-3 0,-4-3 0,-1 0 207,3 4 1,-1 0 0,-1-7-208,-9 7 0,1-4 0,-2-4 0,0 0 0,-2 0 0,-2 3 259,1-7 1,-4 2-1,-1-1 1,1-5-209,-2 7 0,0-3 1,0-2-1,0-2 1,-1 1-1,-2 0 0,-1 2-330,-2-2 0,-2 1 0,-1 1 0,0 0 0,-1 2 0,0-1 279,0-1 0,1 0 0,-1 1 0,-1 1 0,-3-2 29,-2 5 1,-1-2 0,-1 1 0,-2 0 0,-1 2 0,0 3-320,-7-6 1,-1 3-1,-1 2 1,0 0 289,2-2 0,2 0 0,-2 1 0,-5 0 8,-1 6 1,-5-1-1,-2 1 1,0 4-1,1 5-128,-6 2 0,0 7 0,-4 2-132,6 3 0,-4 1 0,-2 1 1,0 4-1,4 4-568,-3 7 1,1 5 0,2 2 0,1 2-274,-8 3 1,2 2 0,4 3 1041,9 3 0,3 3 1,4 0-1,-4 7 0,2 1 1,7-10-1,0 1 0,0-1 1</inkml:trace>
  <inkml:trace contextRef="#ctx0" brushRef="#br0" timeOffset="48831">20385 14370 12300,'-4'-13'1259,"3"0"-989,1 1 809,11-4-449,8 5-270,15 5 0,6 3-270,-12 0 0,2 2-344,9 2 0,5 2 1,4 0 342,-5 1 1,4-1 0,2 2 0,-1-1 0,-4-1-425,-3 1 1,-3-1 0,0 0 0,5 1 295,-4-1 0,5 1 1,3 0-1,1-1 1,-1 1-1,-2-1 1,-3 0-277,10 1 0,-3-2 0,-2 1 0,0-1-90,1 1 0,0-1 1,-1 1-1,-1-2-688,8 0 1,-2-1 0,-9-1 902,-13 1 0,-9-4 0,-14-11 0,-20 0 0</inkml:trace>
  <inkml:trace contextRef="#ctx0" brushRef="#br0" timeOffset="49201">21660 14164 11400,'-9'-14'1170,"2"5"-271,-2-4 91,6 8-451,20 3-269,20 11 0,7 4-225,-14-6 0,1 1 15,6 3 0,3 1 0,-1 1 30,-6-1 0,-1 0 0,-2-1-45,2 0 0,0 1 0,15 7 0,-4-1 135,-13-3-180,-15 6 45,-33-3 0,-12 0-45,9-6 0,-2 0 30,-7 2 0,-4 2 0,1 3-60,2 1 0,0 3 0,2 1-420,-8 8 0,2 4-643,8-5 1,-1 3 0,7-2 841,7 1 1,6 0 0,3-6-1,4-2 1,5 13 0</inkml:trace>
  <inkml:trace contextRef="#ctx0" brushRef="#br0" timeOffset="50365">23036 14182 10771,'-5'-15'1259,"0"4"-449,3-2 179,1-1-269,2 1-450,5 11-1,1 23-179,0 4 45,-4 8 0,-3 6-45,-4 2 0,-1 1-30,0-9 0,-1 0 0,1 0-15,-3 14 0,-1-5-45,-5 5 180,6-19-90,5-21 0,9-19-90,8-19 0,3-10 30,1 3 0,1-3 0,1-1-1123,1 0 1,1-1 0,-2 2 1053,-2 5 1,-1 2 0,0 3-7,1 1 0,0 9 22,2 18 23,0 3 0,-7 21 0,-2 11 0,-2 8 0,-3 2 0,2-7 0,-1 1 0,-1 15 0,-2-4 0,0-4 0,0 1-180,5-7-450,7-22 3471,-1-1-5719,22-18 2878,4-18 0,2-3 0,-20 9 0,0-1 0</inkml:trace>
  <inkml:trace contextRef="#ctx0" brushRef="#br0" timeOffset="50766">23876 14255 11940,'-9'-12'1979,"-4"4"-1709,-1 3 449,-16 17-179,-6 22-450,3-3 180,7 6 0,3 3-90,7 7-45,8-6 0,5-1-135,22 3 0,4-10 0,23-22-90,-3-24 90,-2 0 0,-12-13 0,-7-7 45,-17 5 0,-6-2 0,-5-16 0,-9 2-45,-9 15 0,-4 6 44,-2 1 1,-1 9-315,-7 18 1,2 11-856,14 3 1,3 2 404,-4-2 1,4 3-920,11 11 1,9-1 1304,10-4 0,1-2 0,3-1 0,9 6 0</inkml:trace>
  <inkml:trace contextRef="#ctx0" brushRef="#br0" timeOffset="51066">24829 14278 12390,'-3'-26'2878,"1"5"-2248,-1 39-450,0-4 29,-1 13 1,-1 11 0,-1 1-90,1-4 0,-1 0 0,-1 4-776,1-2 1,0 5-1,-1 1 1,1-1 0,0-3 420,-2 6 0,1-3 1,-1 2 166,2-5 1,-1 2-1,1-1 1,2-4-1076,-1 14 1,2-5 737,0-12 1,1 0-901,2 6 1,4-6 1304,9-18 0,5-9 0,6-9 0</inkml:trace>
  <inkml:trace contextRef="#ctx0" brushRef="#br0" timeOffset="51416">24816 14305 11670,'-11'-15'1619,"3"3"-1439,4-2 450,28 1-540,-3 5 45,16 0 0,8 1 0,-1 3 0,1 1-76,-11 1 1,-1 0 0,1 2-15,14 6 0,-6 3 45,-7 5-90,-27 17 45,-30-9 0,-8-1-45,-5 8 30,6-11 0,-5 2 0,1-3-120,3-1 0,1-2-405,-2 2 1,2 0-2783,-8 5 0,33-11 3274,9-8 0,14-1 0,2-3 0</inkml:trace>
  <inkml:trace contextRef="#ctx0" brushRef="#br0" timeOffset="52166">25515 14385 12660,'-11'-4'2968,"2"1"-2698,26 0 90,6-5-180,18-6-135,-21-1 0,-3-3-45,-2-25-90,-18-1 90,-34 13 0,6 20-45,-1 18 0,0 10 45,12 3 0,2 5-45,-6 10 0,5 5-90,12 4 0,10 0 45,9-5 0,7-4 45,8-5 0,6-8-45,13-10 0,3-11 0,-4-6 0,-1-8-60,-5-9 0,1-6 0,-5-2 60,1-6 1,-6-3 59,-9 5 0,-2-2 0,-5 3-15,-8 1 0,-5 4-135,-11-10 180,-3 26 0,3 20 0,17 6-90,26 7 90,8-10 0,-12-6 0,0-1 0,3-2 0,1 1 270,-21 13-180,-8 10 0,-5 1 0,-3 3-46,-1-3 1,0 0-45,-1-2 0,2-1 0,5 24-719,10-21 269,0 1-2827,22-9 2544,-15-16 1,24-3 0,-11-5 0</inkml:trace>
  <inkml:trace contextRef="#ctx0" brushRef="#br0" timeOffset="52565">26629 14203 12930,'-6'-9'1889,"-3"2"-900,-10 10-629,4 0 359,-19 10-179,6 3-450,1 0 270,-3 9 0,17 0-540,13 12-270,15 1 270,7-9-180,11 3 90,-16-9 270,0 0-179,-9 11 358,-18-11-44,-4-3 0,-4 0-45,-20 8-360,12-12 1,0-2-181,-3 0-2827,3-3 2457,30-14 1,3-3 0,13-6 0</inkml:trace>
  <inkml:trace contextRef="#ctx0" brushRef="#br0" timeOffset="53400">26986 14376 12030,'-23'-11'2069,"-6"4"-1349,-10 4-361,13 8 1,-1 3-180,4 3 0,0 3-45,-4 7 0,3 3-45,9 0 0,5 1-225,6 4 0,7-2-225,19 13 135,2-23 0,3-5 90,-2-7 0,0-5 0,8-4 1,-3-8 134,-8-4 0,-4-5 45,-2-2 0,-4 0 44,-2-17 1,-13 4 90,0 14-90,2-1-90,8 5 0,19 7-90,13-1-1549,-6 3 1,0-1 1523,11-3 115,-16 3 0,-1 0-334,8-2 334,-11 2 0,3 2 90,-17 19-90,-10 15 45,-7 10 0,-4 1-45,3-11 0,-1-1 1591,-6 17 0,-1 0-1546,7-16 0,1-2-45,-5 14 540,0 5 0,11-34 273,11-10-678,6-16 0,2-7-135,13-10-45,-4 0 0,1-3-45,2 1 0,0 3 90,-9 8 0,1 0-90,11-11 1,0 8-1,-3 21 0,-2 14 90,-19 16 0,-5 5 0,-2 12 0,-4-8 0,-1 1 0,4-6 0,1-2 0,0 12 45,3-8 0,5-4-945,18-7-2377,13-5 1247,1-11 1712,-14-11 0,1-3 1,0-1-1,1-2 0,8-4 1,-1 0-1</inkml:trace>
  <inkml:trace contextRef="#ctx0" brushRef="#br0" timeOffset="53567">28309 14468 15808,'-7'18'-820,"-8"1"1,-5 7 0,-8 1 0</inkml:trace>
  <inkml:trace contextRef="#ctx0" brushRef="#br0" timeOffset="54015">25862 15177 11580,'-5'-18'1799,"3"7"-1169,3 9-180,0 39-181,-4 5 1,-2 5-180,1-7 0,-2 1 0,-1 2-910,0-2 1,-1 3 0,-1-1 0,1-3 612,1-3 0,0-2 1,0 1 176,-2 8 0,1 1 0,2-6-266,3-10 0,1-3-1343,-1 3 1,2-3 838,3-3 0,3-29 0,1-12 1</inkml:trace>
  <inkml:trace contextRef="#ctx0" brushRef="#br0" timeOffset="54332">25839 15318 11221,'5'-38'1799,"1"3"-1170,9 9-89,18 8-360,-3 13 0,3 4-90,7 2 0,2 2-1,6 5 1,-3 2-90,-13-2 0,-4 1 45,-1 2 0,-8 4 45,-15 18-90,-7-7 45,-13 0 0,-9 0 0,-9-5 0,-2-2-45,-1 2 0,1 0-585,-3 0 1,4-4-2474,5-2 1439,20-2 1619,19-10 0,14-1 0,5-1 0</inkml:trace>
  <inkml:trace contextRef="#ctx0" brushRef="#br0" timeOffset="54882">26337 15541 11670,'-9'-4'2429,"-1"-1"-360,1-1-990,3 1-179,15-5-720,-2 6 89,16-3 271,5-1-450,-8 1 90,22-15-270,-22-1 0,-2-4 0,3-2 0,-2-4 0,0-10 0,-4 0 45,-7 15 0,-4 2-45,-5-22-90,-11 26 90,4 7 1,-4 2-541,4 23 180,14 3 0,16 12 360,1-9 1,20 1-181,-8-6 180,-10-4 0,10 9 0,-26 5 0,-4 16 90,-8-8 0,-2 1 0,-3 11 0,3-14 0,2 1-540,7 11 90,-1-10-2068,19 11 2518,16-27 0,2-2 0,-14-10 0,0-1 0</inkml:trace>
  <inkml:trace contextRef="#ctx0" brushRef="#br0" timeOffset="56516">26991 15400 11940,'-12'-5'3276,"3"0"-2504,13 2-322,7-1-91,12-1-269,-5 1 90,11-13-360,-13-5 90,2-17 0,-12 13 90,-12-3-179,-18 22 179,5 5 0,-24 16-45,17 15 0,3 5 45,4-6 0,3 2-45,-3 18 0,7-1 45,13-2 0,16-2-90,17-26 90,-9-7-45,0-6 0,4-8-135,11-18 0,0-10 120,-15 11 0,-1-2 0,1-2-1033,9-10 1,1-5 0,-6 4 1090,-6 1 1,-4 2 46,-3 1-1,-5 4 46,-9 10-90,-6 9 90,-11 25-90,3 14 0,5-3 0,4 2 0,5-5 0,4 1-45,3 7 0,1-1-45,5 6 3191,4 6-3191,-11-6 0,-9-6 90,-17 11 0,-10-21 0,-10-5 0,14-8-90,4-2 90,19-3 0,17-1 0,14-4 0,-2-2 0,3-3 0,1-4 0,0-3 0,2-3 0,-1-4 45,-1-7 0,-5-4-45,-10 7 0,-4 0 0,5-19 0,-20 11 0,-12 21 0,-8 9 90,-13 33-90,21-7 0,2 4 0,3 3 0,2 1 0,3 15 0,22-3 0,8-21 0,1 1 0,1-14 0,3-7 45,0-6 0,-1-2-45,1 2 0,1-2 0,12-14 0,-1-7-1358,-15 0 0,-2-1 1358,2 1 0,-1-2 0,-1-12 0,-5-1-30,-6-3 75,-7 21 0,-1 0 45,-6-8 0,-9 33 0,-14 26-90,8-2 0,1 3 0,0-1 0,1 2 0,-2 8 0,1 0 90,-1 8-90,0 1 2673,1-4-2583,8-22 73,1 0-163,17-26-45,5-12 0,3-5 45,-4 5 0,1-1-45,10-12 0,3 0 0,-1 6 0,-1 3 45,-8 6 0,1 4 0,5 0 0,-4 10 0,-12 29 0,-8 5 0,-4-5 0,-2 1 90,2 15-90,-1 0 0,8 2 90,7-25-90,0-1 0,25-24 0,-15-11 0,2-7-60,5-8 0,3-7 0,-2 2-255,-8 9 1,-2 1 0,0-3 291,2-3 1,0-4-1,0 0 1,-2 1 52,0-3 0,-3 1 0,0 2-30,2-4 0,0 0 45,8-14 0,-13 17 135,-18 35 90,-16 36-225,7-14 0,-1 3-867,-4 11 1,-1 7 0,1-5 866,5-9 0,0 0-15,-1 5 0,-2 3 0,3-1-491,3 8 1,3-2 460,0-12 0,1 1 236,4 11 1,7-4-2486,20-14-1028,13-13 3028,5-28 1,-24 1 0,-2-4 0,-4-2-1,-1 1 1</inkml:trace>
  <inkml:trace contextRef="#ctx0" brushRef="#br0" timeOffset="56699">28587 15252 12120,'20'-1'3276,"22"-5"-3790,2 3 1,4 0-1126,-3-1 1,-1-1 1091,-4 0 1,-2 0 0,-11 1 0,-2 1 0,8-2 0</inkml:trace>
  <inkml:trace contextRef="#ctx0" brushRef="#br0" timeOffset="56899">29085 15453 14998,'-3'8'3276,"3"-1"-6553,5-3 0,-10-5 0,-1 0 3049,-13-3 1,-9-1-1,-6-1 1</inkml:trace>
  <inkml:trace contextRef="#ctx0" brushRef="#br0" timeOffset="60466">23865 16607 10321,'-9'-12'2069,"1"-2"-1260,5 2 271,7 1-720,9 7 269,28 24-449,-11 1 0,1 3-424,-2-3 1,1 3 332,0 1 1,3 3 0,-3-2-448,6 5 0,-2-1 403,0 0 0,1 0 15,-8-7 0,1 1 0,-3-3 30,7 7 0,-8-8 0,-2 0 0,-6-7-90,-26 6 90,-19 2 0,-10 3-61,3 3 1,-2 3 0,-2 2-159,7-6 1,-2 1 0,1 1 0,0 2 105,-1 5 1,-1 3 0,2-1-1,3-3-37,6-6 0,2-2 1,2 1-121,-1 3 0,3 1 0,6-2-2079,13 15 1180,0-10-2151,31-3 3230,14-28 0,-7-5 0,3-2 0,6-2 0,1-1 0</inkml:trace>
  <inkml:trace contextRef="#ctx0" brushRef="#br0" timeOffset="61065">25344 16818 11850,'-14'-25'2249,"-6"-1"-1889,5 3 89,-6 2 181,1 14-450,5 2 0,-17 8 45,2 14 0,-1 6-135,6-6 0,2 4-60,-1 2 0,0 4 0,5-1 14,5 2 1,8 1-135,9 5 1,8-2-46,4-10 0,6-6 0,20-6 0,4-11 90,-10-7 0,-1-8 15,-4-4 0,0-3 0,-4-2 75,-3-5 0,-5-1 0,-2-4 0,-4 2 45,-3 2 0,-4 37-90,-3 24 0,-3 9 45,1-10 0,1 1-45,-1 3 0,-1 4 0,1-1 0,-3 14 0,0-3-100,2-13 1,-1 1 129,-1-1 0,-1 2 0,-1-5 240,-11 11-90,1-17 0,-6-3-46,-4-7 1,-4-4-90,-2-4 0,0-2-135,6-4 0,0-1-809,-21-8-900,29-6 720,0 1 1079,27-11 0,9-2 0,8-4 0,0 1 0,0 1 0</inkml:trace>
  <inkml:trace contextRef="#ctx0" brushRef="#br0" timeOffset="61482">25765 16958 12030,'-2'-17'2968,"1"-1"-1348,-2 0-1171,-8 15 91,-17 29-450,3 3 90,-1 9 0,1 7-1,8-3 1,5 3-90,4-7 0,1 1 0,5-2-1201,7 15 0,7-5 1111,0-15 0,5-7-135,14-6 0,3-10-652,-4-11 0,0-5 787,-1 3 0,-1-3-60,0-8 0,1-6 0,-5-4 15,0-17 1,-6-6 73,-4 7 1,-1-2 0,-5-1 0,-5 3 0,-3 0 0,-6 3-30,-11-8 0,-5 7 0,-12 3-359,-10 31-324,10 38-2594,14-3 3196,5 14 1,29-22 0,11-7 0</inkml:trace>
  <inkml:trace contextRef="#ctx0" brushRef="#br0" timeOffset="61866">26363 16704 12030,'3'-23'2789,"-1"7"-1710,1 2-809,-13 21 269,-6 19-539,-3 6-359,3 11 179,12-23-90,11-2-180,15-17 360,-6-1-90,14-11 270,-12-18 0,-7 3 90,-7-11-180,-9 21-180,-7 6-719,1 17-2378,3-3 3061,5 17 1,11-10 0,7 10 0</inkml:trace>
  <inkml:trace contextRef="#ctx0" brushRef="#br0" timeOffset="62149">26751 16635 11850,'15'-32'3276,"-4"10"-1964,-26 34-1163,-2 10 1,-4 10 0,-2 3-83,1-1 1,-1 2 0,-1 3-1,-2 2-311,4-4 1,-3 3-1,0 2 1,0 1 0,1 0-1,0-1 259,3-1 0,0 1 0,0-1 0,1 1 0,0-1 0,0 0-445,1-1 1,0 1 0,1-1 0,-1 0 0,2-1 0,2-3 316,-2 5 1,2-3-1,1-1 1,1-1-788,1 4 1,1-1 0,3-6-2378,2 8 2544,0 2 1,16-25-1,2-12 1</inkml:trace>
  <inkml:trace contextRef="#ctx0" brushRef="#br0" timeOffset="62515">26476 17631 12840,'-10'-13'2518,"3"5"-1888,-4 3-270,4 15-270,0 1 0,0 18-450,5-2 180,1-1-450,15 7-179,18-16 449,16-8 720,1-16 539,-17-20-179,-27-1-1,-20 5-1078,-6 16-1081,9 11-1837,22 10 0,3-4 3026,13-1 1,0-9 0,2 0 0</inkml:trace>
  <inkml:trace contextRef="#ctx0" brushRef="#br0" timeOffset="62766">27695 17543 14099,'-15'-3'1979,"1"0"-3149,8 5-269,1 1 1439,-14 2 0,-6-4 0,-16-2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43:03.594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25526 3795 11760,'2'-12'2339,"1"0"-1530,0 1-449,0 4-90,6 10 0,-3 15-270,2 0 90,-7 17 0,-6-7 0,-1 2-45,0-3 0,0 1 0,-3 13 0,-1-2-45,0 0 90,0-5-90,6-19 180,2-2-1,11-18-89,5-24 0,3-7 0,1-3-90,-7 13 0,0-1 45,6-12 0,1 0 0,-5 16 0,1 3-45,6-12 0,13-5 0,-11 30 90,5 6-90,1 22 0,-12-2 0,-1 14 90,-6-2-90,-2-10 0,2 10 0,-4-20 0,8-2 0,14-20 90,-6-1-180,17-17 90,-21 15 0,18-10 0,-10 8 0,2 1-90,2 14 90,-14 18 0,2 1 0,-10 25 0,-8-16 0,-1 1 0,0 2 0,0 0-135,-1 7 0,2-2-854,3 9-630,9-16 719,-1-16-2377,13-22 2612,-8-3 0,12-13 0,-6 0 1</inkml:trace>
  <inkml:trace contextRef="#ctx0" brushRef="#br0" timeOffset="649">26666 3461 11940,'-2'-19'2968,"0"-2"-1978,0 6-540,-2 31-91,-4 31-239,0-13 0,-2 7 0,-1 0-567,2-5 1,-2 1 0,0 1 0,0 0 491,-1-1 0,-1 1 0,1-1 0,0-1-45,-1 3 0,0-2 0,1-2 45,-4 6 0,2-4 498,0 0-543,0-3 629,4-8-449,18-66-135,1 6 0,2-7-746,0 2 1,1-5 0,1-2 0,-1 3 700,0 1 0,0 3 0,1-3 0,0-1 0,1-4 0,0 1 0,-1 8 505,-1 0 1,1 5-551,1-11 0,5 11 45,10 29 0,-5 45 0,-14-9 0,-1 7 0,-2-3 0,0 3 0,-1 1-47,-1 0 0,1 3 1,-2-3 91,1-3 0,0-2-45,1 10 0,1 0 1638,-1-9 0,0-3-1952,3 10-1035,-2-21-270,-2-28-630,-8-12 2249,-18-22 0,-3 8 0,5 14 0,1 0 0</inkml:trace>
  <inkml:trace contextRef="#ctx0" brushRef="#br0" timeOffset="833">26544 3869 10861,'-13'4'2968,"21"-2"-2608,11-4-495,5 0 0,2-2-1844,20-9 1979,-19 3 0,-1 0 0,9-8 0,-3-2 0</inkml:trace>
  <inkml:trace contextRef="#ctx0" brushRef="#br0" timeOffset="1216">27114 3513 11760,'9'-21'1439,"-3"8"-809,4-2 629,-2 11-989,1 3 360,5 8 629,5 38-989,-13-21 0,-1 3-90,-1 10 0,-2 5 0,0-3-292,-2-4 1,-1-1 171,-1 1 0,-1 3 0,-1-3 75,1 4 0,0-4-90,0-7 0,0-1 0,1 5 0,-1-1-585,2 2-989,0-13-540,6-18-1208,-1-45 1427,4-3 1513,-6 6 0,1 0 1,-2 13-1,0 1 1,0-8-1,1-1 1</inkml:trace>
  <inkml:trace contextRef="#ctx0" brushRef="#br0" timeOffset="1583">27187 3470 11311,'-7'-10'2608,"2"1"-2068,5 3 359,19-1-359,13 1-315,5 4 0,3 1-180,-13 1 0,1 0 0,13 3 0,2 3 89,-10 2 1,-3 0-135,16 5 45,-15-2 0,-5 4 45,-15 13 0,-17 9-45,-18-11 0,-6-2 0,8-8 0,-2-1-45,-12 2 0,-1-2-135,12-7 0,2-1-135,-9 2-539,-6 3-2468,25-11 2457,11-6 1,7-4 0,12-6 0</inkml:trace>
  <inkml:trace contextRef="#ctx0" brushRef="#br0" timeOffset="2233">28210 3139 12390,'-19'-36'1079,"-3"-2"-360,-6 5 1,-7 0-480,9 13 0,-1 0 0,-5 0-896,0 1 1,-5-1-1,-2 1 1,0 0 0,2 3 190,-7-3 1,3 4-1,-5 1 519,5 4 0,-4 0 0,-1 1 0,1 2 0,5 0-91,0 2 1,4 1-1,-6 1 82,3 0 0,-5 0 0,-3 1 0,-2 0 0,-1 1 0,0 1 11,7 2 0,1-1 0,-2 2 1,0 0-1,-1 1 0,-1 0 1,-1 1-1,-1 1-93,4 0 1,-2 1 0,-2 0 0,0 0 0,-1 2 0,0-1-1,-1 1 1,1 1 0,0 0 0,1 0 0,1 1 60,1-1 1,1 0-1,0 1 1,0-1-1,1 2 1,-1-1-1,1 2 1,1 0 0,-1 2-1,1 0 1,1 2-110,-2 2 0,1 2 1,-1 1-1,0 2 1,0 0-1,2 1 1,0 0-1,2 0 1,2-1-1,2 0 1,3-1 99,-6 4 0,2-1 0,4 0 0,2 0 0,1 2 0,2 4 95,-2 4 0,1 3 0,1 3 0,4 1 0,4 0 0,6-1-56,7 5 0,7 1 0,5 0 0,0-1 0,-1-2-142,-4-2 0,0-1 0,2-1 0,3 4 103,2-4 0,1 2 0,3 2 0,2 0 0,4-2 0,4-2 23,2-6 1,6-2-1,3-1 1,2-1 0,0-1-1,-2-2 1,-2 0-39,5 9 0,-2-3 0,1-1 0,5 2 11,-6-10 0,2 1 0,2 1 1,3 0-1,1 0 0,0-3 1,1-2-1,0-3-11,5-2 0,2-4 0,1-2 0,0-2 0,0-1 0,-2 0 0,-2 1 0,-3 1 0,-4-1 0,-1 0 0,1-1 0,3 0 0,4 0 0,-4-2 0,4 0 0,3 0 0,2 0 0,2-1 0,-1 0 0,0-1 0,0-1 0,-3-1 0,-2-2 0,-1 0 0,-2-2 0,-2-1 0,0-1 0,0 0 0,1-2 0,2-1 0,2 0-50,-3-1 1,1-1-1,3-1 1,1 0-1,1-2 1,0 0-1,0 0 1,0 0 0,-1-1-1,-2 1 1,-1 0-1,-3 1 50,5-1 0,-2 1 0,-2 1 0,-2-1 0,1-1 0,-1 0 0,1-3 0,2-2 5,-4 0 1,2-2 0,0 0 0,2-3 0,0 0 0,-1-1 0,-1-1 0,-1 0 0,-2 0 0,-4-1 0,-2 1 39,6-10 0,-4-1 0,-4 0 0,-2-1 0,0-1 0,0-1 6,-1 3 0,0-1 1,0-1-1,-1-1 1,-1 0-1,-1 1 1,-3 0-16,5-8 0,0 1 0,-4-1 0,-5 1 0,-8-2 35,-10-2 1,-7-1 0,-6 0 0,-5 1 0,-4 3-27,-2 9 0,-5 1 0,-4 2 0,-1 1 0,-1 0 0,3-1-30,3 1 0,1-1 0,1 1 0,-2 0 0,-3 1 0,-5 0 8,4 6 1,-3 0 0,-3 0 0,-1 0 0,-3 1 0,0 1 0,-2 0 0,0 1 0,0 2 0,0 1-8,2 3 0,-1 2 1,-1 0-1,-1 2 1,-1 1-1,1 0 1,-1 1-1,1 0 0,0 0 1,1-1-1,2 0-24,-4-3 1,2 1-1,1-1 1,0 0-1,0 0 1,0 1-1,-2 1 1,-1 0-1,-3 2 1,4 2 0,-2 0 0,-3 1 0,0 0 0,-2 0 0,-1 1 0,1 1 1,-1 0-1,1 1 0,2 2 0,1 0 0,2 1 0,2 1-140,-7 2 1,1 2 0,3 2 0,1 1 0,1 1 0,0 0 0,0-1 0,-1 0 56,0-2 0,-1-1 0,1-1 0,-1 1 0,1 1 0,0 0 0,0 3 0,0 2-275,2 2 1,0 0 0,-2 3 0,1 0 0,0 2 0,2 1 0,2 1 0,3 1 0,4 1 327,-2 7 0,5 2 0,3 1 0,1 2 0,0-1 0,-1-1 0,-1-1 0,-1-1 0,-1 0 0,2 0 0,1 2 0,3 1 0,2 9 0,0 0 0,0 0 1,0 0-1,1 0 0</inkml:trace>
  <inkml:trace contextRef="#ctx0" brushRef="#br0" timeOffset="12381">2309 10251 8792,'-9'-8'360,"3"1"0,0-1 359,2 1-359,-1-1 90,1 3-270,12 3 44,24 1 1,14 1-135,-8-1 0,5 0 0,6-1-425,-11 1 0,4-1 0,3 0 0,3-1 0,1 1 0,-1 0 0,-1-1 360,2 1 1,1-1 0,0 0 0,-1 1-1,1-1 1,0 0 0,-1 0-348,-2 0 0,0 0 0,-1 0 1,1 0-1,-1 0 0,2 0 0,1 0 342,-6 1 0,1 0 0,1 0 0,1 0 0,-1 0 0,1 0 0,0 0 0,-1 1 0,-1-1-9,3 1 0,-1-1 1,-1 1-1,0 0 0,0 0 1,1 1-1,1-1 0,2 0-174,-3 0 0,1 0 0,2 0 0,1 0 0,0 0 0,0 1 0,-1-1 0,0 0 0,-2 0 0,-2 1 163,8-1 0,-1 0 0,-2 0 0,0 0 0,-2 1 0,0-1 0,0 0 12,-2 1 1,0-1 0,0 1 0,-2-1 0,0 1 0,-4-1 0,-2 1-43,5-1 1,-5 0 0,-1 0 0,-1 0 59,10 0 0,-1 1 0,-1-1 0,-1 0 0,-1-1 0,-4 1 797,-7 1 0,-5-1-557,0-2 1967,-7 2-2057,-9-2 3096,-4 1-2825,-2 0 164,1 0-615,-1 3 0,-4 26 30,-2 1 0,-1 7 0,-1 2-30,-1 8 0,-2 2 0,0 1-532,1 0 1,0 0-1,0 3 532,0-10 0,-1 2 0,0 2 0,0-1 0,0-3 22,1 1 1,0-2 0,1 0-1,-1 1-22,0 1 0,-1 1 0,1 0 0,0 1 22,-1 5 1,0 2 0,1-1-1,1-2 23,1-8 0,0-1 0,1 0 0,0 1-45,-1 2 0,0 1 0,1 0 0,-1 0-250,1 4 1,0 1 0,0-2 0,0-3 279,0-5 0,1-2 0,-1-2-45,0 10 1,-1-3 59,1-9 0,-1-3-45,-3 9 90,0 3-90,2-12 1555,2-12-1465,0-5 1296,0-2-1296,-1 0-50,0-5-40,-1-3 90,-1 1-90,-4-3 0,-13 0 0,-16-1 0,3 0-176,5 0 0,-1 1 176,-4-1 0,4 1 0,-6 0 0,-3 0-408,-4 0 1,-2 1 0,-7-1 407,16 1 0,-4 0 0,-3-1 0,-2 1 0,-1 0 0,0 0 0,1 0 0,4 0-259,-6 1 1,4-1-1,0 0 1,0 0-1,-3 1 1,-5 0 265,13-1 1,-3 1-1,-2 0 1,-3 0-1,-1 1 1,0-1-1,0 0 1,0 1-1,1-1 1,2 1-1,3-1 1,2 0-23,-14 2 0,5-1 0,3 0 0,0 1 0,-1 0 0,-4-1 15,8 1 0,-3-1 0,-2 1 0,-1 0 0,0 0 0,2 0 0,1 0 0,4-1 0,5 1 0,-11 0 0,6 0 0,3 0 0,-1 0 0,-2 0 0,-2 0 0,4 0 0,7-1 0,-13 2-455,5-1 0,3 0 455,6 0 110,6-2 0,1 0-110,4 1 907,-5-2-907,0-1 0,8 1 1598,-3-4-1598,7 1 1400,-9-2-1400,9 1 0,-2-1 90,7 1-90,-3-1 0,4 2 179,-3-1-89,5 0 0,-1-1 90,-2-5-90,5 2 0,-6-9 0,3-19-45,5-1 0,0-3-45,0 5 0,0-5-299,3 4 1,0-6 0,1-3 0,0-2 0,0 3 298,1 3 0,-1 0 0,1 1 0,0-1 0,0-1-404,-1-3 0,1 1 0,-1-2 0,1 0 0,-1-2 389,1 1 0,0-3 0,1-1 0,-1 1 0,0 1 0,0 2 15,0 2 0,0 3 0,-1 0 0,1 1 0,0-1-18,-1 1 0,1-1 0,0 0 0,-1 0 0,1 0 18,0-5 0,-1 0 0,1-1 0,-1 3 0,0 4-773,-1 0 0,-1 4 0,1 1 773,0-4 0,0 0 0,0 1-121,-2-9 0,-1 7 31,0 10 456,-1-20-996,0 31-572,1-2-2075,-3 30 4044,0-1 0,-7 17 0,0-7 0</inkml:trace>
  <inkml:trace contextRef="#ctx0" brushRef="#br0" timeOffset="14848">11522 16128 8252,'-11'-13'1529,"3"2"-269,-5-6-541,6 6-179,-2-6-180,13 5-270,0 2 90,17 1 0,8 2-1,11 1 1,7 2-108,-8 1 0,5 0 0,4 0 0,-1 0 0,-3 1-546,-3 1 0,-2-1 0,1 1 1,3 1 488,-1-1 0,3 1 0,1 0 0,2 1 0,1 0 0,0 0 23,-1 2 1,1 0-1,1 1 1,1 0-1,-1 0 1,0 0 0,-1 0-27,-3-1 1,0 1 0,-1-1 0,-1 0 0,2 0 0,1 0 0,1 0-13,-2 1 0,3 0 0,1 0 0,1 0 0,1 0 0,-2 0 0,-2 0 0,-2 0 0,-3-1 17,8 1 1,-3 0 0,-3 0 0,-2-1 0,0 0 139,4 0 1,-1 0-1,-4 0 1,-6-1-68,-2 0 0,-6 0 180,11-1 360,-21-1-451,-4-1 1,4 0-90,-9 0 1985,1 1-2075,-3 3 90,-3 6-90,-2 20 0,-4 4 0,-2 3 0,1-6 0,-1 3-820,-1 3 1,-1 6 0,0 1 0,0-5 806,-1 7 1,-1 1 12,1-3 0,-2 5 0,0 3 0,0 0-195,2-5 0,-1 1 0,0 2 0,1-1 0,0-1 195,1-3 0,1-1 0,1-1 0,-1 1 0,0 0 18,-1 2 0,0 1 0,0 0 0,1-1 0,1-2-18,3 2 0,1-3 0,2-1 0,-1-3-34,2 11 0,1-2 64,-1-6 0,0 1 0,-1-1-30,0 5 0,-2-4 44,-1-10 1,-3-2-45,-10 17 90,4-25-90,-7 2 0,9-14 2786,0 1-2696,1-1 1460,3-6-1550,-3 3 280,0-5-280,-5 0 0,-7-4 0,-4-1 0,2-1 0,-7 0 0,-7-1 0,-13-1 0,4 1 0,-2 0-535,16 3 0,0-1 535,-6 1 0,-4-1 0,4 1 0,5 1 0,-1 0 0,-3-1 0,-5 0 0,-3 1 0,0-1 0,2 0 0,-1 0 0,-1 1 0,-5-1 0,6 0 0,-4 0 0,-3 0 0,-1 0 0,0 0 0,2 0 0,3 0-504,-5 1 1,3-1 0,1 0 0,0 0-1,0 1 504,-4-1 0,-1 0 0,1 0 0,1 0 0,4 0 0,3 1 0,2-1 0,3 1 0,3 0-150,-11 0 0,1-1 150,6 1 0,-2 0 0,2 0-45,-9 0 0,4 0 45,13 0 0,0 0 415,-7-1 1,3 0-416,1-1 2593,-5-2-2593,20 1 0,-9-4 0,13 3 463,-2-1-463,5-1 0,2 2 0,-6-8 0,5-15 0,3 3 0,2-6-30,1-8 0,3-7 0,0-1-468,1 5 0,2-1 0,0-3 1,1-2 458,1 9 0,0-3 1,1-1-1,0-2 1,1 0-1,0 1 1,0 0 12,0 1 0,1 0 1,0 0-1,0 0 0,0 0 1,0 0-1,0 0 13,0-1 0,1 1 0,-1-1 0,0 0 1,1 1-1,-1 0 0,0 1-2,1-4 0,-1 0 0,1 0 0,-1 2 0,0 2 0,-1 4-15,1-10 0,-1 6 0,-1 0 30,1-4 0,-1 0 0,-1 9 0,1 0-45,-1 9 0,-1 1 45,2-7 0,0 3-90,-1 3-180,-2 13 1092,0-2-2171,-1 4 1349,-2 5 0,-4 9 0,-1 3 0</inkml:trace>
  <inkml:trace contextRef="#ctx0" brushRef="#br0" timeOffset="20465">6585 11555 10231,'3'-7'-180,"-10"8"180,0 5 90,-19 31 0,13-8 0,-2 6 0,0 5 0,-2 2-637,3-6 1,0 1 0,-1 3 0,0 1 0,-2 3 0,-1 2 522,3-9 1,-1 4 0,-1 1 0,0 2 0,-1 1 0,-1 0 0,0 2-1,1-1 1,-1 0 0,1-1 0,-1 0-81,2-3 1,0 1-1,-1-1 1,1 0-1,0 0 1,-1 0-1,0 0 1,1 1-1,-1 0 1,-1 1-1,1 0 124,0-3 1,0 2 0,-1 0 0,0 1 0,0 0-1,0 0 1,-1 1 0,1-1 0,0-1 0,0 0-1,1-1 1,0-1 0,1-1-147,-4 7 1,1-1 0,0-1 0,0 0 0,1-2 0,1 0-1,-1-1 1,2 0 0,0-2 35,-2 4 0,1 0 0,0-1 0,1-1 0,1-1 0,2-3 0,0-1-135,-3 8 0,1-2 1,4-5-1,11-8 225,29 6 0,-6-44 0,3-11 0,13-13 0,0 0 0</inkml:trace>
  <inkml:trace contextRef="#ctx0" brushRef="#br0" timeOffset="20799">7437 12316 9691,'-1'-28'1799,"0"5"-1619,-4 17 0,-2 23 0,-3 18-54,-1-4 0,-2 7 0,-3 4 0,-1 4 0,-2 1-491,3-10 1,-1 2 0,-1 2 0,-1 2 0,-2 1 0,1 0 0,-1 1 0,0 0 0,1 0 332,1-5 1,1 1 0,-1 0-1,0 1 1,0-1 0,0 1-1,-1 1 1,1 0 0,-2 1-1,1-1 1,-1 2-51,2-5 1,-1 1 0,0 1-1,0 0 1,-1 1 0,0 0-1,0 0 1,0 1 0,0-1-1,0 0 1,0-1 0,1 0-1,0 0 1,1-2 89,-2 6 0,0-2 0,1 0 0,0-1 1,0 0-1,0 0 0,1 0 0,-1 0 0,1 0 1,0 1-1,0 0-282,1-1 1,0 1 0,0 0 0,0 2 0,0-1 0,0 1 0,0-2 0,1 0 0,1-1 0,0-2 0,1-1 0,0-3-274,-4 12 1,2-3 0,0-3 0,1-1 0,1 0 0,1-1 366,-3 8 1,0 2-1,1-2 1,5-8 0,5-13-1,8-8 1,2-4 0</inkml:trace>
  <inkml:trace contextRef="#ctx0" brushRef="#br0" timeOffset="21131">8269 13142 10771,'4'-27'450,"-8"13"-271,-14 38 1,-5 15-90,6-12 0,-2 5-675,1 0 0,-4 6 0,-2 4 0,-1 2 0,1 1 636,4-7 0,-1 1 1,1 1-1,0 1 1,-1 2-1,0-1 1,0 2-205,2-6 1,0 0 0,1 1 0,-1 0 0,-1 1-1,1 1 1,0 1 0,-1 0 0,0 1 168,1 0 0,-2 2 1,1 1-1,-1 2 0,0 0 1,0 0-1,0-1 1,1 0-1,0-2 0,2-2 1,0-2-178,-1 4 0,1-2 0,1-3 1,1-1-1,0 1 0,-1 1 0,-2 3 131,1-1 0,-1 2 0,-1 2 0,0 0 0,0 1 0,0-1 0,0-2 0,1-1 0,1-4-135,-2 2 0,2-4 0,0-1 0,0-1 1,0 1-1,-1 2 83,-2 4 0,-1 3 1,0 1-1,-1 0 0,1-1 1,0-2-1,2-3 1,0 1-1,0-3 0,2-2 1,-1-1-1,2-1 1,-1 3-1,0 0 0,0 0 1,0 0-1</inkml:trace>
  <inkml:trace contextRef="#ctx0" brushRef="#br0" timeOffset="21432">8991 13607 11041,'-1'-15'359,"-10"17"-1452,-9 18 1,-6 12 0,2 1 80,-1 0 1,-1 3 1029,6-5 0,-3 4 0,-1 4 0,0 1 0,1 2-13,1-2 1,1 1 0,0 2 0,-1 1-1,0 2 1,0 0 14,4-8 0,-1 0 0,0 1 0,0 1 0,0 1 0,-1 0 0,1 1 0,-1 1 0,0 0-96,1-3 0,-1 3 0,0 0 0,0 1 0,0 0 1,0 0-1,0 1 0,0-2 0,1 0 0,0-1 1,1-2 63,-2 4 1,1-1 0,0-1 0,0-1-1,1-1 1,0 0 0,0 1 0,0 0-46,0 0 1,0 0 0,0 0 0,0 1 0,1-1-1,-1-1 1,1-1 0,1-1-491,-2 5 1,0-1 0,1-1 0,0-1 0,0-1 0,1 0 495,-1 0 1,1-1 0,0-1 0,0 0-1,0 1 1,-2 6 0,-2 2 0,1 1-1,1-4 1,2-5 0,3-5 0,-1 0-1,1 0 1</inkml:trace>
  <inkml:trace contextRef="#ctx0" brushRef="#br0" timeOffset="21699">9684 14466 10861,'-40'11'629,"1"12"1,-1 10-428,15-7 1,1 3-1,-1 3 1,1-2-960,0-2 0,1-1 1,0 1-1,-2 6 859,3 0 1,-2 5 0,0 3 0,-1 1 0,2 2 0,0-2 0,3-2-407,-2 5 1,4-2-1,0 0 1,0 2-1,-2 4 184,4-10 0,-2 3 0,0 1 0,-1 3 0,0 0 0,1 0 0,-1 0 1,1-2-1,1-1-277,-2 3 0,1 0 0,1-1 1,0-1-1,0 0 0,-1 0 0,0 1 397,2-4 0,-1 1 0,0 0 0,-1 1 0,1-2 0,0 0 0,0-2 0,1-2 0,-4 8 0,-1-3 0,2-2 0,-1 0 0,0-1 0,1-5 0,1 1 0,-1-1 0,0 0 0,1 1 0</inkml:trace>
  <inkml:trace contextRef="#ctx0" brushRef="#br0" timeOffset="21964">10294 14919 11940,'-27'13'404,"0"0"1,4 7 0,-1 5 0,-2 6-300,3-3 0,-2 5 0,-2 3 0,1 2 0,0-2 0,2-1-925,-3 4 1,2-2 0,0 2 0,-3 5 619,6-8 0,-2 4 0,-1 2 1,0 2-1,-1 0 0,0 1 0,1-2 1,1-1 19,1-1 0,0-2 0,1 0 0,0 0 0,0 0 0,-2 2 0,-1 1 123,3-3 0,-2 2 1,-1 1-1,-1 0 0,0 2 1,0-1-1,0 1 1,1-2-1,1-1 0,0-1 1,-1 2-1,2-2 0,0-1 1,0 0-1,0 0 1,0-1-1,1 0 0,-1 0 1,-3 4-1,-1 0 1,1 0-1,0 0 0,0 0 1,0 0-1,0 0 0</inkml:trace>
  <inkml:trace contextRef="#ctx0" brushRef="#br0" timeOffset="22198">10960 15279 11940,'-30'37'80,"0"-1"0,0 0 0,8-7 0,-2 2 0,-2 3 0,0 2 0,-2 1 0,0 0 0,0 2-408,3-6 0,0 1 0,-2 1 1,0 1-1,0 1 0,-1 0 1,0 0-1,1 1 0,-1 0 1,1-1 29,0 0 0,1 0 0,-1 1 0,0 1 0,0-1 0,0 1 0,0-1 0,1 0 1,0-1-1,1 0 0,0-2-112,-4 6 0,1-2 1,0 0-1,1 0 1,0-2-1,1 0 0,1 0 1,-1-1 375,-3 7 0,0 1 1,1-2-1,1 0 0,1-4 1,1-2-1,1-2 0,1-3 1,1-2-1,-2 3 1,-5 7-1,0 0 0,-1 0 1,1 0-1</inkml:trace>
  <inkml:trace contextRef="#ctx0" brushRef="#br0" timeOffset="26148">21858 10091 9961,'0'-23'1080,"-4"-9"-900,1 8 179,-5-12 1,4 18-90,15 58-225,-4-4 0,0 8-865,0-3 1,1 6 0,-1 1 0,0-3 524,-1-2 0,0-2 0,-1 2 317,-1 1 1,0 4 0,-1-2-1,0-8 334,-1-8 1,-1-2-327,1 5 0,-1 3 0,-1-3-300,0-6 1,-1-1 269,-3 21 0,0-33 0,-2-25 0</inkml:trace>
  <inkml:trace contextRef="#ctx0" brushRef="#br0" timeOffset="26649">21782 10106 10051,'-10'-21'540,"4"7"-360,0-4 270,29 13-271,13 3 1,7 2-120,-11 0 0,3 1 0,-1 1-157,0-2 0,1 1 0,0 1 157,6 2 0,1 2 0,-7 0 102,11 9-117,-17 10 0,-7 4-45,-19 3 45,-19 3 0,-7-2-45,-11-3-186,-5-3 0,-3 1 186,10-10 0,1-2 0,0 1 0,1 0 0,2-4 0,7 0 210,18-4-210,17 1 0,7-6 0,4-3 0,2 0 0,8 3 0,2 1 471,-1 11-471,-14 10 45,-6 3 0,0 2 45,3 13-45,-4-2 0,2 1 45,2-10 0,0-2-90,-4-3 0,2-1 45,5 2 0,2-4-405,17-2 0,-11-7-2069,16-4 2429,-20-16 0,7-7 0,0-5 0</inkml:trace>
  <inkml:trace contextRef="#ctx0" brushRef="#br0" timeOffset="27048">22857 10335 11670,'-9'-14'1170,"-2"4"-541,-14 7-449,6 8 0,-14 24-90,15-6 45,-3 8 0,2 3-392,0 4 317,6-9 0,1 6 0,3-1-15,5 12 0,6 1-45,0-12 0,2 0 0,4-1-30,7 0 0,5-1 0,4-6-60,19-5 0,5-13 90,-13-8 0,1-5 0,-1-7-30,5-12 0,-1-8 0,-5-1-191,0-2 1,-5-3 220,-9 0 0,-2-3 0,-7 3 0,-7 9 0,-5 0 0,-7-14 0,-6-5 0,-4 3 0,-1 14 0,-2 2 0,-3 1 0,-10-9 0,-3 0 0,0 7 0,-2 3 0,1 18-1093,6 27 1,0 15 0,10-2 545,8 11 1,6-8 0,1 5 0,7-6 0,21 3 0</inkml:trace>
  <inkml:trace contextRef="#ctx0" brushRef="#br0" timeOffset="27465">23796 10294 11041,'7'-10'359,"1"-6"811,-1-1-361,-1 0-539,-4 0 360,-9 4-450,2 5 269,-19 4-179,-18 22-180,1 2-1029,15 1 1,-3 6 0,4-2 983,6-3 0,1 0-15,-4 8 0,-1 5 0,4-4-57,7-8 1,2 3 56,0 8 0,1 7 0,5-3 15,5 4 0,6 0-127,4 0 1,3 3-1,5-6 82,3-11 0,2-4 0,1-1-90,9 6 1,4-5-91,-6-14 0,4-5 0,-2-3-450,7-6 1,0-3 224,1 2 0,1-4-688,-6-6 1,1-4 0,-5 0 682,-10 3 0,-1-1 1,4-6-1,2-2 1,-4 0-1,-2-3 0,-1 0 1</inkml:trace>
  <inkml:trace contextRef="#ctx0" brushRef="#br0" timeOffset="28082">25159 10414 11400,'-9'-33'1214,"1"0"1,-4-7-855,5 49-270,3 15-30,-2 15 0,-2 13 0,-2-2-487,1-13 0,-2-1 0,0 3 471,-2 5 1,-1 5 0,-1 0 0,1-5-45,2-7 0,1-3 0,0 0 0,-2 2 0,0 1 0,2-8 90,1-2-29,-4 10 29,10-24-90,-1 2 0,15-47 45,0 0 0,4-8-785,-2 2 1,2-5 0,1-2-1,-1 3 740,0-1 0,0 1 0,1-4 0,-1 4 0,1-3 0,1-2 0,-1 1 0,-2 5-538,2-2 0,-2 4 1,1-1 537,0-1 0,0-1 0,0 3 65,2-12 1,0 18-66,0 36 0,-6 28 0,-4 15 0,0-8 0,-2 3 0,0 1-162,-1 2 1,-1 1 0,0 1 161,1-7 0,1 2 0,0-3 0,-1-4 0,1-3 0,0-1 0,1 4 0,3 3 0,-1-5 0,4 8-135,1-7 0,1-3-135,1-5 1310,15 10-4189,-10-32 3907,1-4 1,-7-14-1,-8-4 1</inkml:trace>
  <inkml:trace contextRef="#ctx0" brushRef="#br0" timeOffset="28298">24975 10691 11221,'-10'7'90,"6"1"89,11-3 271,37 0-360,-15-5 0,3-2-150,0 0 0,4 0 0,-3 0-401,3-2 1,0 0-1179,11-4 1,-2 0 1212,-5-2 0,-9 1 0,0-1 0,10-4 1</inkml:trace>
  <inkml:trace contextRef="#ctx0" brushRef="#br0" timeOffset="28715">25813 10373 11131,'-14'-26'2068,"5"7"-1798,-2-2 450,7 10-360,2 29-181,2 12 1,2 6-90,-2 10 0,2 2-516,-1-1 1,2 3 455,0-8 0,0 2 0,1-5 15,-1-10 0,1-1-45,2 5 0,1 3 0,0-5 90,8 13 68,8-6 1,7-3-159,-10-18 0,4-6 45,18 3 0,1-12-45,-9-24 0,-4-8 0,-2 4 0,-3-5-86,-7-7 0,-4-7 0,-2 0 86,-4 2 0,-3 0 0,-1-1 0,2-4 0,-1-1 0,-1 1-150,-2 4 0,0 2 1,-2 4 62,0 6 0,-2 5-1622,0 5-1259,-4 33 89,4-3 2879,-3 13 0,7 1 0,1 2 0</inkml:trace>
  <inkml:trace contextRef="#ctx0" brushRef="#br0" timeOffset="29065">26803 10368 12120,'26'-40'2159,"-5"-3"-1350,-6 3 1,-53 36-630,5 24 0,-2 7-135,-3-2 0,-1 3-865,12-2 1,-1 4 0,2 1 0,3-4 511,2 0 1,1 1 367,-4 7 0,0 4 0,3-3 326,9-9 0,2-1-356,0 6 0,1 3 0,2-4 60,1 18-1105,10-2 0,5-1 1015,8-11 45,10-1 0,8-3-76,1-17 1,6-5-210,0-3 0,4-1 0,-3-1 728,4-2 0,-1-4-938,-7-4 0,0-3 1,-6-1-901,3-6 1299,-10-1 1,-5-2 0,-12-4 0,-3-10 0</inkml:trace>
  <inkml:trace contextRef="#ctx0" brushRef="#br0" timeOffset="29532">21003 11686 11670,'-25'-2'450,"0"0"0,-6-1 0,2-1 719,-1-2-180,31-11-719,22 5-510,-2 7 1,11 0 0,7 0 0,8-1-1,4 1 1,4-1 0,3 1 0,1 0-1,-1 1 1,-2 0 0,-4 1 280,-5 0 1,0 1-1,-1 0 1,1 1-1,0 0 1,0 0-1,1 1 1,1-1-1,1 1 1,0-1-1,2 1 1,1-1-1,1 0-96,-9 0 1,0-1 0,3 1 0,0 0 0,1-1-1,1 0 1,1 1 0,0-1 0,1 0 0,1 1-1,-1-1 1,0 1 0,0-1 0,0 1 0,0-1-1,-1 1 1,-1 0 0,0 0 0,-2 0 0,0 1-1,-2-1 55,7 1 0,-1 0 0,-2 0 0,0 0 0,-1 1 0,-1-1 0,0 1 0,0 0 0,0-1 0,0 1 0,0 0 0,1 1 0,0-1 0,2 0 0,0 0-71,-5 1 1,1-1 0,2 1-1,0-1 1,1 1 0,1 0-1,0 0 1,0 0 0,0 0-1,-1 0 1,0 0 0,0 0-1,-2 0 1,0 0 0,-2 0-1,-2 0 1,-1 0 0,-2 0-1,-2 0 71,17 0 0,-6 0 0,-3 1 0,-2-1 0,0 0 0,1 0 0,3 1 0,4 0-68,-11-1 0,3 0 1,2 0-1,3 1 1,0 0-1,2-1 1,0 1-1,0 0 0,-1-1 1,0 1-1,-2-1 1,-1 1-1,-3-1 1,-2 0-1,-4 0 80,11 1 1,-6-1 0,-3 0 0,-2 0 0,2-1 0,1 1 0,4 0 7,-3 0 1,3 0-1,2 0 1,2 0 0,0 0-1,1 0 1,-1 0 0,-1-1-1,-2 1 1,-3-1 0,-4 0-3,15 0 0,-5-1 0,-3 0 0,0 0 0,2 0-18,0-1 0,4 0 0,0 0 0,-2-1 0,-5 0 0,-8 0 0,12-1 0,-15-4 767,-20-12-3196,-47 9-204,-7 6 2633,13 4 0,1 2 0,-15 6 0,8 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5:44:15.19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92D050"/>
    </inkml:brush>
    <inkml:brush xml:id="br2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1300 518 9781,'2'-10'360,"1"-1"-180,-1 7 180,0-2 359,1-1-359,-1 1 180,1 0 270,-1 0-721,1 11 91,-2 7-90,-1 18 0,-5 4 0,-4 3 0,-2 2-45,1-9 0,-1 0-466,-6 14 0,-1 0 466,6-18 0,0-1-45,-3 4 0,-1-2 46,-3 8-46,-2 2 0,9-15 90,3-4 0,5-10-90,14-7 838,2-6-838,9-7 138,0-3-138,-5 6 0,4-4 0,-6 5 0,5-1-90,-4 3 90,7 2 90,-4 0-180,4 2 90,-4 0 0,4 1 0,1 0 0,-3-1 0,-1-1 0,-4 1 0,-1-3 0,-2 0 0,0-5 0,-3 1 0,0-3 90,-4-1-90,1 2 0,-2-2-90,0 7 90,-1 20 0,-1 7 0,-1 25 0,-2-6-226,-1-11 1,0 1 225,-1-4 0,1-1 0,-2 5 0,1 0-134,-2 19 134,1-8-269,2-12-1,0-8-630,3-5-539,0-9 1439,3 0 0,6-13 0,3-3 0</inkml:trace>
  <inkml:trace contextRef="#ctx0" brushRef="#br0" timeOffset="667">2196 565 11041,'-2'-12'1349,"-2"1"-809,-4 3-1,1 4-179,-8 2-180,6 4 180,-12 6-180,-3 10 90,-10 13-270,1 3-341,7-1 0,0 2 386,7-5 0,1 1 0,-2 2 0,2 0-45,2 3 0,5-2-203,2 11 158,5-17 0,1-1 45,4 11-2,10-1-88,3-11-90,9 0 180,-4-9-180,5-7 90,5-9 921,0-2-831,0-4 323,-5-8-413,-7-2 93,0-7-3,-6 5 0,-6-6 90,-5 6-90,-2-3 0,-1 6 0,-2 1 0,2 5 0,-1-1 0,1 2 90,3 0-90,7-1-90,1 1 90,14-5 0,5 1 0,10-1 0,-4 1 0,4 2 0,-10 6 0,4 4-90,-6 7 90,-5 8 0,-6 10 0,-8-5 0,-3 13 0,-6-3 0,-1 11 0,-1-7 0,0 4 0,1-11 0,3 2-90,0-8-720,6-1-269,1-12-1620,7 0 361,-3-9 2338,4-4 0,4-5 0,2-2 0</inkml:trace>
  <inkml:trace contextRef="#ctx0" brushRef="#br0" timeOffset="959">2767 552 11490,'-16'-7'990,"1"1"-271,-4-1-359,6 4 1079,-5-2-1079,9 3 450,-3-1-630,12-1 90,18-2-181,6-2 1,3 3 0,4 0 0,-3 0 0,2 0-1246,7 0 0,0 1 1066,-10 1 0,0 0-849,3 0 1,-2 1 398,-4 0-540,10 2-2197,-25 1 78,-4 5 3199,-9-2 0,-12 7 0,-2-2 0</inkml:trace>
  <inkml:trace contextRef="#ctx0" brushRef="#br0" timeOffset="1208">2881 554 13649,'9'10'630,"0"2"-360,-4 3 89,3 18-89,-2 9-45,-2-1 0,-2 2-180,0-8 0,-2-1-280,1 8 1,-1-2 234,-2 3-450,1-5-334,0-14-475,1 2 269,1-9-2287,4-2 2949,-1-9 1,9 1-1,-2-3 1</inkml:trace>
  <inkml:trace contextRef="#ctx0" brushRef="#br0" timeOffset="1408">3417 936 13020,'9'-1'3276,"0"0"-1695,-4 2-3020,0 1-1440,-3 3 1440,-4 0-450,-1 1-809,-3-2 2698,-1-1 0,-9 1 0,-2 1 0</inkml:trace>
  <inkml:trace contextRef="#ctx0" brushRef="#br0" timeOffset="2009">551 1675 11940,'-8'-6'1709,"7"0"-989,6 2-360,16 0 269,23-3-269,-4 3 0,3 0-1470,-3 0 1,3-1 1266,-6 2 1,4-1-1,1 1 1,0-1-568,0 1 1,-1 0 0,1 0 0,3 0 484,-6 1 0,3-1 0,1 0 0,0 0 0,0 0 0,-2 1-409,2-1 1,-1 1 0,-1 0-1,2-1 1,1 1 378,2 0 0,2 0 0,1 0 0,1 0 0,0 1 0,1 0-183,-5 0 0,1 0 0,1 1 0,0 0 0,0 0 1,-1 0-1,-1 0 153,1-1 0,-2 1 0,0 0 0,0-1 0,1 1 0,2 0-46,-3 1 1,2-1 0,2 1 0,0 0 0,0-1 0,-1 1 0,-3 0 0,-2 0 48,5 1 0,-4 0 0,-1-1 0,0 1 0,1 0 8,-2-1 0,0 1 0,1-1 0,0 1 0,-2-1 0,-1 1-4,6 0 1,-3 0-1,-1 0 1,0 1 228,9-1 0,-1 0 0,-5 0-207,-5 1 1,-4-1 90,4 1 0,-4-1 135,6 0 1567,-11 0-1477,-14-1 2075,2 1-2165,-7-2 2616,-1 0-3066,-4 0-1608,4-3-1489,-6 0 0,-6 0 2457,-5-1 1,-9 0 0,0 0 0</inkml:trace>
  <inkml:trace contextRef="#ctx0" brushRef="#br0" timeOffset="7784">5958 658 9512,'-11'-7'989,"2"0"-449,0 3 539,0 1-359,2 0-630,8 0 90,9 0-1,18 2-89,8 0 0,-1 1-45,-6 1 0,1 0-225,13 0-90,-13 0 1,0 1-91,5 0-540,-3 0-1348,-13 1 2248,-3-2 0,-7 1 0,-5 0 0</inkml:trace>
  <inkml:trace contextRef="#ctx0" brushRef="#br0" timeOffset="8050">6091 703 10321,'2'8'900,"0"0"-810,-2-1-1,0 2 1,0 8 0,1-2 0,-1 21 0,-1 2-45,1-13 0,0 1 45,1 15-180,3 7-180,0-11-539,1 4-1170,-2-6 1979,-4-6 0,-4-3 0,-3-2 0</inkml:trace>
  <inkml:trace contextRef="#ctx0" brushRef="#br0" timeOffset="8268">5946 1249 9871,'-9'4'630,"2"1"-180,4-2-180,4 3-180,6 0 89,12 1-89,1-3-45,4-2 0,2-1-270,-1-3 1,1-1-362,4 2 1,0-2-945,6-3 1,-2-1 1529,7-3 0,-13 2 0,-1-1 0,13-6 0</inkml:trace>
  <inkml:trace contextRef="#ctx0" brushRef="#br0" timeOffset="8685">6680 859 10951,'-7'-9'1169,"1"1"-989,-2 7 0,0 2 90,-8 11-180,2 3 180,-13 22-91,7 6-1269,8-13 1,1 0 1179,-1 16 54,9-19 1,1 0-55,4 15-270,8 7 90,0-12-289,11-3 109,2-19-90,24-5 270,-9-11-246,-8-6 0,1-5 291,-5-1 0,-2-4 0,5-6 0,-2-1 90,-4 2 0,-3-1 45,-1-8 0,-5-1 0,-5 3 0,-4 1 45,-3-7 0,-2 0 613,-2 8 0,-3 1-614,-6-3 1,-4 3-45,-5 8 0,-1 2 0,-12-10 0,-15 12-450,17 20-449,-3 7-1,8 1-2467,6 9 3107,14-8 0,2 11 0,4-4 0</inkml:trace>
  <inkml:trace contextRef="#ctx0" brushRef="#br0" timeOffset="9159">7204 834 11311,'-1'-11'1079,"-1"-5"-359,2 6-1,-2-2 360,1 5 181,0-1-1080,-3 16-90,1-2 179,-2 23-89,3 6-90,2-3 0,1 2-586,2 15 496,2-9 0,2-1-45,0-14 0,1-1-90,1 4 0,2-1 45,6 11-180,6-6 90,-3-14-89,9-2 89,2-10 90,-5-5 0,-2-9 0,1-3 90,9-14-45,-10 9 0,-2-1-252,-4-8 0,-4-1 297,-4 0 0,-2 0 0,0 0 0,-2-2 0,-3-8 0,-3-1 0,-5 6 0,-1-1-701,-4-4 0,-1-1 701,0 9 0,-1 1-142,-3 1 0,-1 2 142,-6-4-360,-3 0-989,8 15-574,5 10 214,7 8 2212,8 6 0,10 3 1,6 0-1</inkml:trace>
  <inkml:trace contextRef="#ctx0" brushRef="#br0" timeOffset="10784">8937 740 10321,'2'-9'270,"0"1"180,-2 0 269,1-1-179,-2 0-90,0-1-90,-1 3-1,0 2-89,-7 6-90,-3 11-90,-3 11 0,0 3 0,-5 14-496,3-1 1,3 1 450,7-10 0,2-1-45,-1-1 0,2 0 45,2 5 0,2 0 45,8 13-776,-2-17 1,1-2 685,8 11 0,10-4 0,11-18-90,11-6 532,2-8-442,-19-6 0,-2-4-45,-5-2 0,0-3 45,3-3 0,-3-2 0,11-17 0,-22 13 0,-4-2 0,-10-25-45,-6 16 0,-5-1-226,1 7 0,-4-1 271,-9-6 0,-4 2-194,4 12 1,1 2 193,-1 0 0,0 1-35,-4 3 1,1 4-56,-5 6 18,-7 6-287,22 8-101,2 12-2328,14 2 2788,7 9 0,10-1 0,8 0 0</inkml:trace>
  <inkml:trace contextRef="#ctx0" brushRef="#br0" timeOffset="11026">9574 1001 13199,'4'-11'300,"-9"13"0,-5 7 0</inkml:trace>
  <inkml:trace contextRef="#ctx0" brushRef="#br0" timeOffset="11475">9978 731 11940,'-3'-10'180,"-1"1"90,2 4 180,-3-3-91,2 3 91,-2-3-270,-5 9 0,0 4-90,-2 4 0,-1 5 0,4 2 0,-2 3 0,6-4-90,1 6 90,9-4-90,5 7 0,2-6 0,12 6 0,3-2 0,-3-4 0,1 0-355,12 8 355,-13-8 0,-1 0 0,2 4 0,-1 4-90,-11-7 90,-7 4 0,-11-4 0,-10 6 0,-4-3 0,-13 3 0,-1-7-90,10-7 0,0-2-180,-7 2-274,-6-3-806,19-9-1927,-1-4 3039,7-3 1,5-11-1,4 0 1</inkml:trace>
  <inkml:trace contextRef="#ctx0" brushRef="#br0" timeOffset="11684">10162 599 12210,'-7'-9'540,"2"2"-180,-1-2 89,2 5 1,-1-3 360,2 3-721,6 0 1,3 1 0,21-1-449,19 0-1280,-10 0 1,1-1 1004,-2 0 1,0-1-897,12-1 1,-1-2 1272,-13 2 0,-3 0 1,3-1-1,-1 0 0,14-5 1</inkml:trace>
  <inkml:trace contextRef="#ctx0" brushRef="#br0" timeOffset="17209">5770 1563 7982,'-33'-4'810,"4"0"-450,6 1-90,9 1 179,-2 1 271,3 0-360,2 0-90,-1 1-1,5 1-89,1 0 0,2 3 0,12 8 90,15 5-180,9 2 45,4-6 0,6-1-883,-10-6 0,0-1 0,4 1 793,4 0 0,4 0 0,1-1 0,2 0-27,-6-1 0,2-1 0,0 0 0,2 0 0,0 0-420,-1 0 1,1-1-1,1 1 1,0-1-1,1 1 1,1-1 413,-5 0 1,1-1 0,1 1 0,-1-1 0,2 1 0,0-1 0,1 0-219,0 1 1,2-1 0,1 0 0,1 0 0,-1 0-1,0 0 1,-2 0 0,-1 0 220,3 0 0,-1 0 0,-2-1 0,0 1 0,2-1 0,2 1-134,-7-1 0,2 1 1,2-1-1,1 1 0,0-1 1,0 1-1,-1-1 1,-1 0-1,-2 0 119,3 0 0,-2 0 0,-1 0 0,-1 0 0,1 0 0,1 0 0,1 0-23,-4 0 1,2 0 0,0 0 0,0 1 0,1-1 0,0 0 0,-1 0 0,-1 1-1,-1-1 35,3 0 1,-1 0 0,-1 0 0,-1 1 0,1-1 0,-1 0 0,2 0-1,2 1 1,0 0 0,1-1 0,0 1 0,-1 0 0,0-1 0,-3 1 5,7 0 0,-3 0 0,0 0 0,0 0 0,1 1 59,-5-1 0,2 0 0,0 0 0,0 0 0,-1 1 0,-2-1-60,3 0 1,-2 1 0,0-1 0,-2 1 0,-2-1 72,11 1 0,-3-1 0,-3 1 90,5 1 0,-6-1 491,-17-2 1,-3 1-313,12 1 1776,-16-1-1686,0 0 2474,-6 0-2653,-5-2 2039,-2 1-2219,-1-1-259,1 0-1000,-1-1 0,-3-2-720,-1-1-1169,-4-2 3058,-2-2 0,-2 0 0,-2-2 0</inkml:trace>
  <inkml:trace contextRef="#ctx0" brushRef="#br0" timeOffset="20226">14231 1573 10321,'-3'-8'180,"0"0"0,1 1 629,0-1-179,0-2 90,1 2-91,1 0 451,0 1-361,0 1 181,1 0-810,-1 16 90,0 7 0,-1 22-136,-1-13 1,0 1 45,-2 19-45,-1-13 0,0 0-217,0-7 0,0 0 217,-2 3 0,0-1 0,2-2 0,-1-2 45,-3 12-90,2-8 89,1-8 1,2-7-90,0-4 90,2-6-90,-3-8 90,2-9 345,2-8-435,6-24 0,5 6 0,1-2-265,-3 7 1,2-2 264,0 0 0,2-4 0,-1 3-419,0 2 0,0 1 419,2-6 0,-1 2-45,-2 9 0,-2 3 45,4-6 0,-3 8-90,-1 16 90,2 2 483,-1 9-483,5 16 0,1 22-90,1 2 148,-8-18 0,-1 0-58,1 8-11,1 7 11,-1-9 0,0 4 0,-3-15 0,0-2 0,-1-7 767,8-5-767,-1-14 12,11-18-12,-4-1-45,-4 4 0,2-1-154,-2 3 0,1 0 154,3-4 0,0 1 45,9-11 0,-6 13-90,-1 12 0,-6 11 90,3 2 0,-8 12-90,-4 19 90,-6-5 0,0 0 0,0-2 0,0 1-52,-3 10 0,-1 0 52,-2 11 0,3-20 0,1-1 0,-3 13 0,3-4-90,1-12-90,2 1 0,0-7-90,1-6-1529,5-5 1582,-1-6-2211,9-6-849,6-14 3174,1-3 0,9-12 0,-4 4 1</inkml:trace>
  <inkml:trace contextRef="#ctx0" brushRef="#br0" timeOffset="20802">15056 1394 11221,'-4'-19'629,"1"6"-449,0-3 810,-1 1-361,2 7-179,-1-6 539,2 7-809,0 14 0,0 10 0,-4 30-90,1-19 0,-1 2-429,1-2 0,-2 1 384,-4 10 0,0 1 0,0-6 0,0 1 0,-3 6 0,0 0 0,3-9 0,-1-1 0,0 0 0,0-1-45,-7 15 0,3-9 90,2-2-90,7-22 90,2 0 0,5-23-90,7-19 0,4-11-381,0 4 1,2-5 380,-3 8 0,0-2 0,1-1-805,1-1 1,-1-1-1,1 0 775,-2 1 0,1 0 0,-1 1 30,3-8 0,-1 4-112,-4 14 1,-1 2 111,2 0 0,-1 1-90,3-4 90,-1 13 0,-2 17 440,4 13-440,-2 8 0,-6 0 0,0 4 0,0 9 0,-1 1 1247,-1 3 0,-1 0-1247,1-1 0,-1 0 45,-1-2 0,-1-1-45,1-9 0,0 0-45,0 4 0,1-1-45,2 14 150,1-1-510,1-15-179,0 2 179,0-10 450,-1-6 0,-10-23 0,-2-3 0</inkml:trace>
  <inkml:trace contextRef="#ctx0" brushRef="#br0" timeOffset="21027">14970 1775 10861,'-9'-3'1439,"1"2"0,1 0-1349,12-4 180,5 2-180,9-4 90,26-3-270,-20 3-180,1 0 0,0-2-809,6-4-1710,6-5 2789,-7 0 0,-2-2 0,-5 1 0</inkml:trace>
  <inkml:trace contextRef="#ctx0" brushRef="#br0" timeOffset="21335">15444 1483 11221,'1'-9'539,"0"-3"1,0 3 449,0 0-269,-1 2-360,7 18-180,-2 5 90,4 23-181,-4-8 91,-1 13-90,-2-11 0,0 2 0,-1-3 0,0 1-180,0 8 0,1-2-180,-1 1-359,0-9-361,-1-18 990,-1 2 0,1-8 0,-1-3 0</inkml:trace>
  <inkml:trace contextRef="#ctx0" brushRef="#br0" timeOffset="21682">15433 1397 11131,'-12'-34'719,"3"6"451,0 5-451,14 3-449,14 4-135,11 8 0,4 5-90,-9 1 0,1 3-15,12 4 0,5 4 0,-6 0-152,7 6 122,-2 4 0,-4 2 90,-19-2-90,-2 26 0,-18-24 45,-15 9 0,-8 0-45,0-13 0,-3-1-180,-14 9 0,-1 0-180,13-11 1,3-1-1280,0-1 1,5 0 928,11-1 0,7 3 0,11-4 0</inkml:trace>
  <inkml:trace contextRef="#ctx0" brushRef="#br0" timeOffset="22035">15861 1972 11400,'-9'-5'3276,"1"2"-2504,12-1-592,2 2 180,24-4-270,-10 4-90,24-3-180,-25 3-810,17-2 541,-22 2 449,6-1 0,-15 3 0,-1-2 0</inkml:trace>
  <inkml:trace contextRef="#ctx0" brushRef="#br0" timeOffset="22286">15904 1969 12120,'-9'3'1799,"3"3"-1619,3-1 90,6 10-90,0 4 0,4 17-90,-4-10-90,-1 24 0,-3-29-540,-3 21-2737,-7-3 2927,4-8 0,-6 6 0,6-21 0</inkml:trace>
  <inkml:trace contextRef="#ctx0" brushRef="#br0" timeOffset="22531">15683 2398 10951,'-8'3'1799,"1"0"-1529,7 2 269,5-1 451,18 4-631,-1-5-89,12-1-450,0-3-179,-11-1-2250,13-7 720,-21 4 1889,10-6 0,-11 1 0,4-2 0</inkml:trace>
  <inkml:trace contextRef="#ctx0" brushRef="#br0" timeOffset="22981">16117 2243 11850,'3'-14'2519,"0"4"-1440,-2 1 91,-2 4 449,2-4-1440,-9 13 181,-1 6-90,-4 10-90,1 16-180,6-5-360,5 11-90,9-8 361,2-10-181,13-4 180,-12-15 0,15-4 0,-13-5 0,16-19 0,-13 3-1549,0-6 1,-2-2 1523,-4-2-236,-4-3 0,-3 1 351,-6 6-233,-7-17 233,2 27-360,-14-3 1,10 12-1530,-14 5 809,15 5-2197,-11 14 3198,16-8 0,-4 7 1,9-9-1</inkml:trace>
  <inkml:trace contextRef="#ctx0" brushRef="#br0" timeOffset="23402">16454 2050 11760,'2'-14'3276,"1"-2"-1964,-2 20-863,-2 32-269,0 0-135,-1-5 0,2 2-45,1-5 0,2-3-90,0 11-45,3-9 0,0-2 135,1-6-179,15 13 89,-11-23 90,14 2-90,-6-12 90,10-8 180,3-12-46,-9-9 1,-2-5 0,-5 3 0,-3-2-90,2-7 0,-4 0 90,-8 3 0,-2 4-135,-3 0-90,-4-3-2069,-7 31-1118,-2 14 2457,0 0 1,5 14 0,8-11 0</inkml:trace>
  <inkml:trace contextRef="#ctx0" brushRef="#br0" timeOffset="23664">17011 2118 13199,'4'0'2969,"14"1"-2969,6 2-810,19-1-989,-26-1 1799,7-2 0,-16 1 0,-4-1 0</inkml:trace>
  <inkml:trace contextRef="#ctx0" brushRef="#br0" timeOffset="23848">17015 2256 11580,'-7'9'1530,"2"-2"-901,12 0-449,-2-4 180,20 2-540,12-8-1799,8-4 1979,-18 1 0,0-2 0,14-9 0,-6-4 0</inkml:trace>
  <inkml:trace contextRef="#ctx0" brushRef="#br0" timeOffset="24298">17628 2046 12480,'-7'-13'3276,"-1"1"-1425,-2 5-1491,-4 11 89,-14 22-224,10 2 0,1 2-180,3-8 0,1 1-90,-1 12 0,5 0-135,11 5 90,1-4-179,16 3 89,9-23 0,10-7 135,-9-17 0,-1-6 135,5-10-90,-11-2 0,-3-1 0,-8-1 90,-5-1 0,-3-1-90,-4-4 45,-4 0 0,-4 0-45,-11-4 0,-1 1-540,-10 20-899,4 24 629,1 0-2467,-1 18 3084,18-4 0,1 5 1,9-2-1</inkml:trace>
  <inkml:trace contextRef="#ctx0" brushRef="#br0" timeOffset="24548">17884 2170 12840,'7'-8'3276,"0"2"-2814,-4 8 1,-1-2 0,-1 5 0</inkml:trace>
  <inkml:trace contextRef="#ctx0" brushRef="#br0" timeOffset="25015">18101 1974 12210,'-9'-12'2249,"-1"-1"-900,5 8-1079,9-2 0,11 4-270,3 0 180,14 2-180,-12 1 89,6 1 1,2-1-90,17 2 0,2 0 0,-11 1-89,-25 5 89,-9 8 0,-3 2 0,-12 5 0,-7 8 0,2-4 0,-2 4 0,-1 3 0,0 2 0,-1 0 0,2-1-181,6-10 1,3-2 180,0 7 0,6-15-90,-1 9-450,5-12-1978,10 2 1438,-2-11 1080,19-12 0,-8-6 0,10-9 0</inkml:trace>
  <inkml:trace contextRef="#ctx0" brushRef="#br0" timeOffset="26225">18506 2029 11131,'-4'-7'3276,"-2"1"-1875,9 2-1311,-7 12-90,5-3 0,-7 11 90,-3 1-90,-3 6 90,-4 5-90,0 2 0,1-2 0,4-4 90,3-8-90,3-1 0,3-8 0,0 2 0,5-4 0,4-1 90,5-1-90,5-3 0,-2 0 0,12 0 0,-7 0 0,9 5-90,-11-2 90,0 7 0,-6 0 0,2 4 0,-7-1-90,-3 5 90,-8-3 90,-6 5-180,-10-1 90,-7-1 0,-5-4 0,-2-2-90,6-5-360,-3-1-269,7-5-451,-2-2 181,7-3-2069,1-6 3058,9-3 0,0-9 0,3-3 0</inkml:trace>
  <inkml:trace contextRef="#ctx0" brushRef="#br0" timeOffset="26434">18398 2028 11760,'1'-8'1889,"1"2"-1619,2 2 0,2 1 0,3 2 90,8-2-1,6 0-89,13-1-270,-3-1-450,16-2-1259,-5-3 70,-15 3 1,1-1 1466,-5-1 0,-1 0 0,14-9 1,-10 0-1</inkml:trace>
  <inkml:trace contextRef="#ctx0" brushRef="#br0" timeOffset="37646">972 3125 10861,'10'-9'2968,"-2"52"-2923,-6-15 0,-2 6 15,0 5 0,0 4 0,0-1-15,0 8 0,0-1-135,-2 1 0,0-3-720,0 1-2467,-4-14 3197,-1-31 0,1-14 0,-1-13 0</inkml:trace>
  <inkml:trace contextRef="#ctx0" brushRef="#br0" timeOffset="38187">914 3122 10681,'8'-12'1619,"11"-5"-1349,4 3-180,5 0 180,14-2-90,5 5-91,-17 4 1,0 3 0,3 5 0,-3 3-90,6 4 45,-23 16 0,-7 5-45,-10 0 45,-13 13 0,-7 3-45,3-15 0,-1-2-477,-1 2 0,0-1 477,1-4 0,4-5-90,5-6-90,-3 5 180,30-22 0,-12 6-90,27-17 90,-18 8 954,9-5-954,-10 7-90,9-2 1,-5 11 89,-1 0 0,6 19 0,-10-8 0,15 27 0,-10-19 0,11 17 0,7-3-90,-9-14-45,-5-7 0,3-3-1844,9-7 450,-3-1 1529,7-9 0,-14-6 0,5-3 0</inkml:trace>
  <inkml:trace contextRef="#ctx0" brushRef="#br0" timeOffset="39348">1773 3353 10681,'-15'-11'2339,"-4"0"-1890,-2 0-89,0 2-180,7 7 270,-17 11-180,4 13-270,-4 1 179,6 18-268,20-8-1,0 0-270,17 4 90,3-21 0,8 4-90,7-13 360,-9-6-180,13-12 90,-19 2 90,9-13 0,-14 8 90,4-18-90,-9 15 90,4-17 0,-6 17-90,2 0 0,2 17 0,-2 11 0,7 18 0,-5-8-90,8 17 90,-9-21-90,10 15 0,-1-16 1,5-2 89,-3-8-90,5-16 90,-6-11 0,3 0 90,-3-16-90,-7 0 179,0-6-179,-3 8 90,-7 23-90,-3 35-90,-2-1 90,0 19 0,3-24-90,-2 17 90,3-20 0,-2 10 90,2-17-90,14-27 0,1-7 0,5-10-90,5-4 90,-2 23-89,-3 0 89,5 13 0,-15 9-90,8 13 90,-8-7-90,3 14 0,-6-12 0,2 14 90,-2-14-90,3 10 90,-4-13-90,9 7 90,-6-11 0,10 2 0,-9-8-90,12-6 90,-8-1 0,11-13 0,-10-3 0,-2-2 0,7-12 0,-5-1 0,-1-1 0,-4 1 0,-2-9 0,0 0 0,-1 7 45,0-3 0,-1 3 45,-1 22 0,3 0 90,2 51-135,-5 2 0,0 4 0,0 7 0,-1 1-451,-2 0 1,1-1 405,-1-9 0,1-4 0,1-5 0,-1-3-90,3 8-449,2 3 179,-3-25-1079,3 4-90,0-12 1731,2-5 1,2-7-1,0-4 1</inkml:trace>
  <inkml:trace contextRef="#ctx0" brushRef="#br0" timeOffset="39798">2523 3217 14099,'-21'30'1259,"6"-8"-1124,-3-2 0,-1-1-45,0 1-45,-1 1 0,1-1-45,2-4-270,-12 13 180,21-21-629,-4 4 719,15-11-180,3-1 180,7-6-180,8-5 90,3 2 0,5 2 90,-5 3-90,0 13 90,-14 0 0,10 11 0,3 15 0,-7-11 0,12 15 0,-16-25-270,11 9-1439,1-10-270,-2-1 1979,5-7 0,-10-8 0,5-3 0</inkml:trace>
  <inkml:trace contextRef="#ctx0" brushRef="#br0" timeOffset="39998">2921 3395 13020,'9'-5'3276,"0"-1"-6553,-3 4 309,-9 8 450,0-1 2518,-9 6 0,-10 2 0,-2 1 0</inkml:trace>
  <inkml:trace contextRef="#ctx0" brushRef="#br0" timeOffset="40950">1289 4315 10861,'9'-9'270,"-1"0"269,0 2-269,-2 0 720,1 0-631,-2 1 721,1-1-630,-1 2 269,0-1-539,2 12 0,-3 6-90,2 16 90,-3 9-180,-2-2 90,-1-5 0,0 0-90,-2 1 0,0-2 0,0 1-180,-1 3 0,-2 6 90,2-14-270,0 0-90,0-11-269,-2 2-361,2-6-2158,-2-4 3238,-2-10 0,1-6 0,-2-7 0</inkml:trace>
  <inkml:trace contextRef="#ctx0" brushRef="#br0" timeOffset="41292">1256 4298 10861,'2'-13'539,"3"2"-269,-2 3 180,5 0 0,2 0-90,4-3-180,-1 3 89,9-4 1,2 4-90,9-3-90,-5 4 90,17 3-90,-15 7 0,7 0 0,-9 9-90,-12 2 90,-1 7-90,-8-4 90,-11 9-90,-10-3 0,-12 9 0,2-9 0,-9 3-90,4-8-270,3-2-90,4-3-539,9-6 989,8-5 0,-1 0 0,4-1 0</inkml:trace>
  <inkml:trace contextRef="#ctx0" brushRef="#br0" timeOffset="41575">1694 4497 12570,'10'0'3238,"0"1"-2518,-5 1-541,0 5 1,-2-1 90,1 10 0,-3 2 0,-1 9-270,0-3-90,-3 9-450,-1-6-539,-1 6-450,0-4-1260,0-5-488,2-3 3062,1-7 0,2 1 0,0-3 0</inkml:trace>
  <inkml:trace contextRef="#ctx0" brushRef="#br0" timeOffset="42491">1435 5442 11760,'0'7'2249,"1"-1"-2069,6 27-90,-2-12 0,-1 4 0,1 2 0,0 19-1615,-2-15 0,0 0 1525,-1 15 171,-1-17 1,-1 0-712,-1 6 225,0 11-225,-1-23-2159,0-3 2699,2-11 0,-2 1 0,2-4 0</inkml:trace>
  <inkml:trace contextRef="#ctx0" brushRef="#br0" timeOffset="42925">1378 5531 11221,'5'-10'1529,"3"2"-1169,9 1-271,1 2 91,14-4 0,2 1 0,10-1-180,-10 3 90,4 3 90,-8 7-180,-2 4 90,-7 3-90,-11 7 90,-12 1-90,-11 10 0,-2-3 0,-20 9 0,1-9 45,13-11 0,1-2-45,-10 6 0,3-4 0,11-7 0,-1 1 0,6-4-360,4 0 90,12-7-269,1 0-361,8-5 270,-4 2-2647,0-1 3084,-5 3 1,1-2-1,-2 2 1</inkml:trace>
  <inkml:trace contextRef="#ctx0" brushRef="#br0" timeOffset="43551">1704 5953 11670,'2'-10'1170,"1"1"-811,-2 2 271,1 0-450,0 0 360,2-3-270,3 2 89,5-3-269,-1 3 90,7 0 0,-1 2 0,6 1-180,-5 2 90,4 2 0,-6 6 0,0 3-90,-4 9 0,-10 5 0,-12 7 0,-14 9 0,1-9-45,6-11 0,-1 0 45,-8 7 0,0 0 0,7-6-90,3-3 90,5-4-90,2 1 180,6-1-180,5-2 180,6-1-90,0-3 0,11-1 0,0-3 0,12-2-90,5-3 0,-6 0-540,8-5-1169,-6 0 450,-6 1-1928,3-3 2994,-19 6 1,4-3-1,-3 0 1</inkml:trace>
  <inkml:trace contextRef="#ctx0" brushRef="#br0" timeOffset="44167">1498 6835 11580,'1'-11'540,"-1"1"-270,0 3 360,0 1-91,1-4-89,-1 3-90,-1-1 449,1 1-719,-2 17 90,1-2-90,-1 36 0,2-7 0,0 7-90,3 3 0,0-13-893,1 7 713,-1-12-359,0-3-271,-1-10-1439,0 2 361,-2-6 1888,-1-4 0,-3-3 0,-1-1 0</inkml:trace>
  <inkml:trace contextRef="#ctx0" brushRef="#br0" timeOffset="44534">1521 6749 11490,'-1'-12'810,"2"1"-720,1 3 90,4-2 0,5-1-90,9-1 90,8 0-90,6 0-90,-4 4 89,6 2-89,-10 4 0,5 3 90,-10 2-90,-2 7 0,-12 1 0,-5 13 0,-6-7 0,-13 12 0,-4-9 0,-8 5-90,5-6-89,-3-2-271,9-6-180,-1-1 90,6-4 540,5-3 0,4-2 0,3 0 0</inkml:trace>
  <inkml:trace contextRef="#ctx0" brushRef="#br0" timeOffset="45042">1982 6981 11400,'-13'-4'1620,"10"-3"-1441,6 2 1,12-4-180,-3 5 180,4 0-180,-2 3 0,4 3 0,-5 0 0,4 6 0,-9 1 0,2 8 0,-7-5 0,-6 8 0,-4-3 0,-4 5 0,-1-4-90,0 2 90,3-5 0,0 5 0,1-3 0,4-3 0,1 2-270,2 1 91,0-2-91,-1 6 0,0-4 0,-3 6 180,-1-4-90,-8 7-90,-1-5-269,-5 4-631,-1-2-89,6-7 1259,-2 1 0,3-4 0,-3 2 0</inkml:trace>
  <inkml:trace contextRef="#ctx0" brushRef="#br0" timeOffset="45734">1506 7940 9512,'2'-12'90,"0"2"359,0-2 1,1 1 0,1-4-90,-2 5 179,1 3-89,-1 0 0,-1 1 359,0-1-719,0 13 90,-1 1-90,-1 24 90,-1 15-90,1-21 0,-1 1-90,1 2 0,-1 0 45,1-2 0,-1-1-45,0 16-90,0 4-90,1-16-360,1-1-269,0-12-1800,0-1 2609,0-5 0,0-7 0,0 0 0</inkml:trace>
  <inkml:trace contextRef="#ctx0" brushRef="#br0" timeOffset="46091">1444 7846 11400,'1'-9'900,"1"-1"-720,2 4-90,1-1 180,8-1-90,6 0-90,12-3-1,-1 3 1,13-1 90,-1 7-180,-7 0 0,5 7 0,-22 3 0,-3 6 90,-12 5-90,-7-1 0,-19 10 0,-10 0-306,8-11 0,0-1 306,-17 11 0,18-14 0,0 0-90,-5 2-180,-1-1 270,10-5 0,23-10 0,9-3 0</inkml:trace>
  <inkml:trace contextRef="#ctx0" brushRef="#br0" timeOffset="46734">1907 8103 15448,'-7'13'360,"1"-1"-270,-1 8 0,-3 5 0,-3 9-180,1-5 0,0 6-90,2-11-90,0 4 180,3-10-90,2-2-90,3-9-89,-1 1 269,9-13 0,-1 1 90,5-7-90,-2 3 90,0 0-90,3 0 90,0 2-180,3-1 0,0 3 0,6-2-90,1 0 180,0 2-89,0-3 89,0 0 0,-7 1 0,2-4 0,-7 2 90,0-4 90,-3 3 0,-3-2 0,0 4-90,-7 27 0,1 5 90,-4 17-90,5-14 0,-1 0-238,2-1 0,-1 0 238,0 5 0,-1 0-90,2-6 0,-1-1-449,0 19-901,2-17-1837,1 2 3241,1-11 1,4-5 0,0-4 0</inkml:trace>
  <inkml:trace contextRef="#ctx0" brushRef="#br0" timeOffset="47585">1537 9257 10321,'-3'-8'1709,"-1"1"-1529,4 21-90,0 3 0,2 13 90,0 10-90,-2 5-45,-1-17 0,-1 2-45,1-1 0,-1 0-89,0 0 0,-1-2-1,-1 19-319,0-8 49,1-12-810,-1-5-2107,0-10 3264,-1-2 0,0-3 1,0-4-1</inkml:trace>
  <inkml:trace contextRef="#ctx0" brushRef="#br0" timeOffset="47959">1447 9192 10411,'3'-9'900,"4"-1"-721,-2 5 181,9-3-90,3 1 0,9-1-180,0 0 90,12-1 0,-1 3-90,11 0 0,-11 3-90,3 5 90,-13 4-90,4 11 0,-15-3 0,-9 12 89,-20 0-89,-9 9 0,-5-4 0,7-12 0,-2-2 0,-16 7 0,17-10 0,-1-2 0,-8 5-359,3-3 359,14-7 0,8-1 0,9-4 0</inkml:trace>
  <inkml:trace contextRef="#ctx0" brushRef="#br0" timeOffset="48434">2116 9541 14819,'-7'7'449,"-2"1"-269,3-2 0,-8 7 0,0 2-90,-6 10 0,5-6-90,-1 12-90,9-12 0,1 6-180,8-5 0,6-4 0,4 4-89,7-1 269,-4-5-180,4 1 0,-5-4 90,3 2 90,-6-3-90,-5 8 0,-8-3 180,-3 2-90,-12 3 0,-3-1 90,-13 6-89,0-1-1,5-5-450,2-2-899,11-10 1439,1 0 0,3-7 0,5-3 0</inkml:trace>
  <inkml:trace contextRef="#ctx0" brushRef="#br0" timeOffset="48634">2194 9575 11850,'2'-9'1889,"-1"1"-1709,2 0 90,1 3-90,4-3 0,1 2-270,15-5-1125,-1 2 1,3 0-425,-1 0 1,2 0 1270,1 0 1,0 0-1,16-7 1,-11 4-1</inkml:trace>
  <inkml:trace contextRef="#ctx0" brushRef="#br0" timeOffset="52550">1627 10659 8342,'-11'-6'1260,"-2"-1"-991,7 3 631,-1 1-360,0 0 269,2 1 1,-1 0-630,2 4-91,1 2 91,1 9 90,3 18-270,0-4 90,-1 16 0,0-12 0,-1 1-45,0-2 0,-1 0-251,1 5 0,-1 1 206,-1-4 0,-1-1 90,-1 12-94,1-17 0,0 0 4,0 6-90,-2 1-359,4-14-361,-3 1 810,1-6 0,1-7 0,0-4 0</inkml:trace>
  <inkml:trace contextRef="#ctx0" brushRef="#br0" timeOffset="52917">1514 10661 10861,'-2'-8'539,"2"-4"-269,1 3 90,6-6-270,1 4 180,11-4 0,25-4-180,1 4-45,-18 7 0,0 1 45,18 2 0,-10 5 0,4 6-90,-10 1 89,-1 9-89,-15 0 0,-3 8 0,-8-4 0,-12 7 0,-19 7 45,12-16 0,-2-1-180,0 2 0,-2-2 135,-2-1 0,1-3-180,-11 6-180,-1-1 0,10-8-899,5-2 1259,8-3 0,1 0 0,3-1 0</inkml:trace>
  <inkml:trace contextRef="#ctx0" brushRef="#br0" timeOffset="53384">2258 10928 11670,'-9'6'1080,"-2"2"-720,4-5 179,-7 4 181,-6 6-540,1 0 90,-15 17-1,10 3-179,6-8 0,2 1-322,1 3 1,1 1 276,4-6 0,0 1 0,0 6 0,2 1 45,-1 17-279,5-21 1,3 1 8,3 19 0,7-16-89,9 0-91,2-15 90,8-1 90,0-9 624,1-9-534,-4-5 486,-3-3-306,-8 0 90,-4-3 90,-9 2 0,-7-1-91,-3 4 91,-16 1-90,3 6-90,-4 2-90,5 4-540,8 0-899,2 2-1838,5-1 528,7-1 2749,2-2 0,9 0 0,1-1 0</inkml:trace>
  <inkml:trace contextRef="#ctx0" brushRef="#br0" timeOffset="53567">2558 11385 13469,'2'-9'1080,"0"1"-4229,0 2 3149,0 2 0,-1 2 0,0 1 0</inkml:trace>
  <inkml:trace contextRef="#ctx0" brushRef="#br0" timeOffset="57084">4332 3089 9512,'9'-4'1978,"-1"1"271,-4-1-2069,-10 3-90,-3 3 0,-8 3 0,0 4 90,-20 18-135,17-8 0,-2 2 0,-4 6 0,1 1-255,2 3 1,3 0 209,-2 11 90,7 2-99,11-13 9,5 3 0,5-9 0,12 0 0,5-10-270,13-1-179,7-7-271,7-6-74,-23-4 1,-1-1-17,19-4-829,-20 2 1,-1-1 1512,3-4 1,11-4 0,-11 1 0</inkml:trace>
  <inkml:trace contextRef="#ctx0" brushRef="#br0" timeOffset="57533">4792 3049 11940,'-4'-9'1349,"-1"3"-1259,-6 8 180,-5 4-90,-5 5-180,3 0 180,-6 6-90,4 0 0,-4 6 0,3 1 0,6 3-90,6 0 0,6-6 90,8 7-90,7-5 90,15 11-90,-3-8 0,-4-10 0,1 0 0,8 5 0,5 4 0,-12-9 0,-3 0 0,-9 1 90,-5-4-90,-9 8 90,-13-5-90,-10 4 0,1-4 90,-8 1-270,9-5-450,-4 2 90,10-5 540,5-3 0,18-9 0,4-2 0</inkml:trace>
  <inkml:trace contextRef="#ctx0" brushRef="#br0" timeOffset="57717">5179 3402 12570,'9'-2'2249,"-2"0"-1440,-2 0-4086,0 1 2612,-11 6 0,-2-3 0,-11 7 0</inkml:trace>
  <inkml:trace contextRef="#ctx0" brushRef="#br0" timeOffset="61651">4049 4276 9961,'-8'-8'1529,"-1"3"-1439,2 4 0,-1 3 0,0-1 0,-3 4 0,-4 3-90,0 2 90,-10 16 0,12-10-90,-10 21 90,12-6-90,1 9 90,6-6-90,5 7 0,5-7 0,3 9 0,1-11 0,4 1 0,-2-11-90,6 1 90,3-6 0,3-6 0,3-6 0,2-7 0,-5-2 0,8-9 90,-7-3 0,4-10 0,-9 2 90,-5-13-90,-11 2 0,-5 9 0,-2-2-45,-4 1 0,-4 0-243,-3-2 1,-2 3 197,-4 1 0,-1 4 90,-14-8-235,-8 8 145,11 15-270,-10 7 90,11 4-540,-4 10-269,14 3-2288,2 7 3219,10-6 0,11 5 0,5-5 1</inkml:trace>
  <inkml:trace contextRef="#ctx0" brushRef="#br0" timeOffset="61919">4382 4472 10861,'1'-10'2249,"0"-2"-1710,-2 4 1,0-1-2429,0 3 1889,2 19 0,0-8 0,3 14 0</inkml:trace>
  <inkml:trace contextRef="#ctx0" brushRef="#br0" timeOffset="62565">4782 4257 11490,'3'-19'540,"-2"0"360,-8 3-720,2 4 179,-6-5 91,-3 6-360,4 3 90,-9 0 90,-7 16-270,7-2 90,-17 22-90,24-12 0,-7 19 0,14-18-270,2 19 270,5-17-180,6 13 90,-1-20-90,19 9 90,-7-15 0,17-3 90,-13-10-90,3-11 90,-13 5 0,3-14 0,-11 15 0,2-9 0,-4 8 0,0 23 0,0 7 0,-3 11 0,0 3 0,-1 13 0,-1-4 0,0-2-242,-2-2 242,0-7 0,-2 1 90,-11 9-90,0-6 90,-16 4-90,8-26-180,-3-3-899,4-14 781,12 0-2979,0-12 2994,11 8 1,5-11-1,4 5 1</inkml:trace>
  <inkml:trace contextRef="#ctx0" brushRef="#br0" timeOffset="63165">5067 4366 10771,'6'-11'899,"-1"1"-269,-2 1 180,0 1-271,-3 3-359,-5 1 0,-3 7 0,-4 3-90,-2 7 180,-10 12-180,4 0 0,-9 11-90,12-7 90,6-1-180,7-6 0,9 3-90,10-4 0,8 5 0,0-6 0,9 1-90,-2-1 90,-1 1-90,0 6 181,-17-8-1,-5 3 90,-9-8 0,-9 4-90,-2-2 0,-10 2 90,4-4 0,-7-1 90,3-5-90,5-2 0,1-1 0,9-9 0,6-4 0,2-4 0,13-17 0,7-8 0,3-4-45,-7 13 0,-1-1 90,-3 5 0,0-1-719,0-4 1,0 0 673,2-13 180,-8-6-90,-11 21 0,-9-7 0,-3 16-90,-12 5 0,1 7-180,-6 4 0,9 3-719,-1 5-1,14 1 900,0 6 0,11-2 0,2 5 0</inkml:trace>
  <inkml:trace contextRef="#ctx0" brushRef="#br0" timeOffset="63373">5511 4478 11940,'14'-4'1799,"-2"2"-989,-5-1-361,0 2-718,0 0-991,-1 1-2017,0 2 3264,-3 2 0,-11 8 1,-4 3-1</inkml:trace>
  <inkml:trace contextRef="#ctx0" brushRef="#br0" timeOffset="64108">4029 5525 11041,'5'-15'0,"-2"3"359,2-4 181,-5 3 360,2-1-181,-4-1-269,0 5-270,-4 4 90,-3 9-90,-8 10 0,-9 14-91,5 1 1,5-5 0,1 2-45,3-2 0,1 1-842,-2 7 0,2 0 842,1-6 0,3 0-128,1 3 1,3 0 82,5 11 90,10 8-90,10-9 0,10-9 0,5-12 0,5-12 0,-9-7 90,15-14-345,-15-6 255,-12 6 0,-1-1 0,4-11 0,-9-11 90,-12-1-90,-5 12 0,-2-1 0,-3-2 0,-3 1 0,-3-1 0,-2 2 0,0 4 0,-1 3-90,-10-8 1494,0 13-1943,5 15-541,-5 10 361,6 4-2224,0 14 2943,10-1 0,1 9 0,7-1 0</inkml:trace>
  <inkml:trace contextRef="#ctx0" brushRef="#br0" timeOffset="64367">4434 5692 12660,'3'-9'3058,"-1"1"-1889,0 3-1978,2 7-630,-2 0-1350,1 7-488,-3-3 3017,2-2 0,-2-1 0,2-2 0</inkml:trace>
  <inkml:trace contextRef="#ctx0" brushRef="#br0" timeOffset="65051">5005 5464 10681,'-3'-12'-90,"-2"-4"180,2 7 360,-3-6-1,-1 1 91,0-3-360,-2 3 270,-1-1 89,-8 3-359,2 2 90,-11 1-90,1 10 0,-10 6-90,3 4 0,-8 14 90,10 4-90,1 7-90,14-6 90,11 1-90,14-4 90,11 6-180,10-4 90,9-7 0,-1-8 0,-7-9 0,4-4 0,-9-5-90,5-7 90,-8 1 0,1-15 0,-11 6 0,0-4 0,-5 3 0,-4 8 0,0 1-90,1 17 90,-2 10 0,1 19 90,-1-5-180,0 15 90,-1-5 0,-1-15 0,-1 1 90,-3 23-90,-8-6-218,-9-2 218,1-13 0,-11 1 0,3-13 0,-6 1 0,7-8-90,-1-3-449,9-4-271,-5-4-359,5-4-2108,6-4 2994,6 0 0,7-8 1,4 1-1</inkml:trace>
  <inkml:trace contextRef="#ctx0" brushRef="#br0" timeOffset="65500">5318 5457 12030,'4'-9'720,"1"1"989,-1 3-90,-1 1-1439,-13 22 0,-1-1 0,-13 23-180,9-16 89,-1 6-89,6-7-179,2 9 89,5-11-90,6 4-90,8-10 90,7 3 90,-2-5-90,9 2 0,-8-3 0,4 5 180,-9-4-90,-3 5 0,-11-1 0,-7 6 90,-10 1 0,-12 4 0,-2-3-89,3-5-271,-2-3-540,9-8-629,-4 0-450,9-4 1979,1-4 0,6-5 0,-1-3 0</inkml:trace>
  <inkml:trace contextRef="#ctx0" brushRef="#br0" timeOffset="65718">5269 5450 12210,'0'-7'1439,"0"0"-899,0 1-90,4-2-270,0 2 179,11-2-89,7 0-180,13-2-270,-4 2-989,11-3-1620,-12 3-488,6-2 3129,-13 2 1,0-4-1,-6 0 1</inkml:trace>
  <inkml:trace contextRef="#ctx0" brushRef="#br0" timeOffset="67376">4037 6887 8792,'1'-11'1619,"1"1"-1259,1 4 449,0 1 1,-1-1-90,0 1-91,-1-2-89,-2 0-360,-2 1 359,-4 2-269,-10 9 0,-12 25-90,5-2-135,8 0 0,3 2 135,4 13-1379,6-12 0,2 0 1199,5 15-171,4-16 1,4-1 170,14 13-45,-7-18 0,2-1 0,1-6 0,1-2 45,13 5-45,-9-15 0,1-4 45,16-10 0,-19 4 0,-1-1 0,1-7 0,-2-3 0,5-18 0,-14 13 0,-2-2 2350,1-16-2350,-13 11 0,-4-1 45,-4 1 0,-5 0-834,-3-8 0,-3 0 789,1 6 0,-2 2 0,-4 1 0,-2 3-106,1 8 0,-1 2 61,2 2 0,1 3 45,-20 0-539,12 19-361,9 9-1079,-1 10 540,11-3-1838,8 8 3196,5-15 1,9 15 0,0-8 0</inkml:trace>
  <inkml:trace contextRef="#ctx0" brushRef="#br0" timeOffset="67610">4565 6991 11311,'-5'-18'2068,"0"3"-1618,1 1 360,1 3-361,1 3-89,1-1-450,1 2-3187,3 2 2457,-1 9 1,0-3 0,-2 5 0</inkml:trace>
  <inkml:trace contextRef="#ctx0" brushRef="#br0" timeOffset="68247">5242 6797 11400,'-6'-10'810,"-3"-9"0,-2 1-181,-7-8-449,4 9 360,-31-3-270,3 14-1832,7 4 1,-1 3 1561,-9 5 45,20 1 0,2 5 135,-2 19-180,7-8 0,11 18 0,12-25 0,19 16 0,-8-17 0,19 6 0,-16-15 0,27-6 0,-24-3-13,5-6 0,-1-4-77,-6-4 90,12-18 0,-20 16 0,3-9 0,-10 19-90,2-5 90,-4 12 0,4 17-90,0 24 90,2 3 0,-5 2 0,-1 1 0,0 1 0,-2-2 0,-1-1 0,0-6 0,-4-3 0,0-1 3276,-1-4-3180,-1-3 0,-2-2-96,-1-5 130,-18 14-130,4-19 0,-2 2-719,-1-18 269,18-3-2827,-6-22 3061,17 3 1,4-15 0,8 5 0</inkml:trace>
  <inkml:trace contextRef="#ctx0" brushRef="#br0" timeOffset="68665">5664 6837 11131,'3'-10'449,"0"0"91,-1-2 539,-2 0-359,0 1 269,-3-2-359,-16 30-405,6 8 0,1 5-180,-1-7 0,1 3-616,0 17 1,4 1 660,8 5 0,2 0-90,2-23 0,2-2-90,7 11 0,9 1 0,3-12 0,22-14 0,-10-16 90,7-9 0,-23-15 0,-6-8 0,-8 8 0,-2-1 0,3-12 0,-4-2 0,-13 5 0,-6-1 0,1 5-136,3 9 1,-2 2 165,-7-9 0,-6-3 0,2 10-30,-12 6 507,10 9 0,0 4-1497,-15 22-2287,13 24 2882,13 2 0,18 8 0,15-13 0</inkml:trace>
  <inkml:trace contextRef="#ctx0" brushRef="#br0" timeOffset="68849">6204 6944 13379,'7'-8'1350,"-1"1"-1260,3 8-1,-2 0-178,4 1-271,-3 2-1709,4 5-1208,-3 2 2882,-4 2 0,-10 7 0,-7-1 0</inkml:trace>
  <inkml:trace contextRef="#ctx0" brushRef="#br0" timeOffset="70992">4247 8039 11670,'-4'8'720,"1"-2"-630,-3-5-90,1 1 0,-1-1 0,1 1 0,0 1 0,-2 2 90,-2 2-90,-6 6 0,1 0 0,-8 10 0,-1 10 0,9-11 0,0 1 90,-8 19-90,13-17 0,1 0 0,2 23 90,3-1-90,5-4 0,7-7 90,3-11-90,7 3 0,-2-11 90,12-1-90,-1-10 90,12-2-90,-7-6 0,-8-3 0,0-2 0,8-8 0,7-8 90,-12-6-90,-12-4 89,-5-11-219,-11 17 1,-3 1 129,-5-18 45,-3 15 0,-2 0-45,-1 7 0,-2 0 45,-3-3 0,-2 1-45,-15-10 45,12 18 0,0 3-45,-6 3 0,-4 1-180,7 15-540,7 9-629,-1 8-360,8-1 1709,8 10 0,9-6 0,2 8 0</inkml:trace>
  <inkml:trace contextRef="#ctx0" brushRef="#br0" timeOffset="71242">4717 8276 11131,'3'-13'1169,"1"1"-809,-3 0 809,1 1-809,-1 2 270,0 1-1,0-2-269,0 4-3637,2-2 0,-3 12 2846,0 0 1,-1 7 0,-2-4 0</inkml:trace>
  <inkml:trace contextRef="#ctx0" brushRef="#br0" timeOffset="71859">5164 8083 11131,'2'-10'629,"-1"-1"-179,-1 5 270,-3-7-361,-2 4-269,-2-1 180,-4 4-90,-2 8 0,-7 2 0,-3 7-180,5 1 90,2 3 0,2 10 0,7-3-90,0 7 90,15 7-90,4-7 0,4 5 0,11 3-90,-1-10-90,7 8 180,-7-9-180,-1-1 90,-8-6 0,1 6 90,-10-9-90,-6 7 0,-9-8 90,-10 7-90,-1-8 90,-12 0 0,-1-4 0,-7-1 0,9-4 0,-2-3 90,11-4-90,-2-3 0,8-3 0,7-8 0,18-24 45,-4 16 0,2 0-336,2-4 1,1 0 290,3-5 0,-1 2 0,-2 5 0,-1 1 0,2-6 0,0 1 0,2-14-14,-6 4 14,-11 14 0,-6 0-90,-3 7 180,-19 7-180,11 9-269,-19 4-541,12 8-1708,-2 6 2608,6 3 0,7-1 0,6 1 0</inkml:trace>
  <inkml:trace contextRef="#ctx0" brushRef="#br0" timeOffset="72318">5390 8114 11760,'13'-15'990,"-3"3"-181,8-3-629,-6 7 270,17-8-270,-10 9 180,28-4-270,-21 6 89,23-2 1,-19 9-90,4 4 0,-7 8 0,-9 9 0,-12 0-45,-13 7 0,-4 1-45,-4 4-298,-4 2 1,-3 1 342,7-15 0,-1-2-45,-4 6 0,1 0 0,-9 10 0,4-3 0,13-14 0,1 0 0,8-4 0,7-5 0,6-4 595,10-4-505,-3-3-90,11-1 0,-1-2 0,11-1 0,-7 0-180,9 0-90,-17 1-1259,24 0-989,-20 1-759,13-1 2950,-21 1 0,4 0 0,-6 0 0</inkml:trace>
  <inkml:trace contextRef="#ctx0" brushRef="#br0" timeOffset="72493">6417 8406 11490,'13'-6'1260,"-2"0"-541,-1 0-449,-3 2 180,-3 0-90,1 0-630,-1 1-3007,2-1 2457,-7 9 1,-6 0 0,-8 8 0</inkml:trace>
  <inkml:trace contextRef="#ctx0" brushRef="#br0" timeOffset="73359">4130 9296 10951,'14'-16'809,"1"-4"-629,-10 13 360,5-6-360,-6 7 1259,4-3-1259,-19 13-90,5 0 45,-11 12 0,-1 4-135,-1 6 90,2 1 0,2 4-1,0 14-44,8-19 0,2 2-683,3-1 1,1-1 727,5 13-507,10 7 507,9-8-90,1-5 90,12-4-90,-13-18 45,7-7 0,1-2-45,-1-3 0,5-4 0,-2-3 0,-8-4 44,-1-5 1,-2-5 45,-4-10-90,2-11 135,-24-1 0,-8-1-135,-3 3-145,3 12 0,-4-5 1,1 7 233,-10-2 366,-3 8 1,-3 4-456,-4 7-180,-14 1-90,26 20-866,-7 24-1293,13-5 630,-5 12 1799,19-5 0,6-8 0,4 9 0</inkml:trace>
  <inkml:trace contextRef="#ctx0" brushRef="#br0" timeOffset="73693">4789 9533 11760,'-2'-11'1889,"1"2"-1439,-1 2 539,1 1-1079,-4 10-89,3-3-1,-3 7-90,2-4-450,0 3-89,0-2-2468,-1 2 2686,9-15 51,-4 6 540,8-14 0,-9 8 0,2-3 0</inkml:trace>
  <inkml:trace contextRef="#ctx0" brushRef="#br0" timeOffset="75433">5104 9223 8522,'-15'4'360,"3"0"-180,2 1 0,3 0 90,-5 10-91,0 3 91,-4 11-90,3-3 90,-1 11 0,4-3-135,3-8 0,1 1-45,1-1 0,2 0 0,0-1 0,1 0-1,3 18 1,1-17 0,7 1 0,0-9-90,5 3 90,-2-7-90,7-2 90,-3-7 0,8 0-90,1-7 90,2-2-90,-2-6 90,-5 1 0,1-7 90,-9 1 0,0-5-90,-6 5 0,-7-2 0,-7 4 0,-6-1 0,-7 3 0,-6 4-1,0 6-89,-1 3 0,7 2-269,-1 3-271,7 0-450,-1 1-1438,6-2 2428,5 0 0,4-4 0,0 1 0</inkml:trace>
  <inkml:trace contextRef="#ctx0" brushRef="#br0" timeOffset="75926">5538 9250 10501,'5'-12'540,"0"2"-1,0 2 91,1 0-90,-1 0 629,1-1-1079,-10 13 90,-4 3 0,-15 18-180,2-2 180,-8 10-90,5-3-90,2 5 90,4-2-90,11-4 90,9-1-90,11-1 0,2-6 89,14 4-89,3-8 0,8 4 0,-6-6 90,0 0-90,-12-4 0,0 2 0,-7 1 0,-12-1 0,-11 4 90,-14 1-90,-3-1-180,-19 5-755,-1-1 305,18-10 1,0 0-361,-12 5-2287,3-4 2949,22-8 1,-3-1-1,9-2 1</inkml:trace>
  <inkml:trace contextRef="#ctx0" brushRef="#br0" timeOffset="76160">5467 9162 11760,'2'-10'450,"0"1"-90,0 4-90,1 1 269,12-3-269,6 1-135,3 2 0,2 1 45,21-2-441,-15 2 1,0 0-190,7 1-1079,5-2-1748,-17 4 3017,0-1 0,-1 2 0,-5 1 0</inkml:trace>
  <inkml:trace contextRef="#ctx0" brushRef="#br0" timeOffset="76394">6201 9515 12120,'9'0'1979,"0"0"-1709,-1-1 180,-1-1-181,1 1-359,-2 0-719,2 2-1710,-3 1 720,-6 3 1799,-11 4 0,-10 2 0,-10 3 0</inkml:trace>
  <inkml:trace contextRef="#ctx0" brushRef="#br0" timeOffset="77463">4381 10821 11041,'6'-11'359,"0"0"181,-2 2-270,0 3 360,-1-1 359,0-1-179,-1 3-451,-5-2-89,-11 13-90,-7 12-90,4 0 0,1 2-90,-10 16 135,8-1 0,1 1-135,3 3 45,4-4 0,3 1-303,7-10 0,4-2 258,2 4 0,3 0 45,4 0 0,3-3-45,10 11 0,-4-20 0,2-3 0,9-3 0,7-1 0,-3-13-90,-8-7 90,4-10 0,-8-9 0,-10 1 0,-9-12 0,-13-6 228,0 18 1,-3-2-229,-5-3 0,-1 0 0,3 8 0,-2 2-45,-9-6 0,0 3 45,2 5-180,-16-8-180,19 27-539,-1 6 269,6 6-1979,3 11-668,10 3 3129,2 1 1,10 7-1,0-6 1</inkml:trace>
  <inkml:trace contextRef="#ctx0" brushRef="#br0" timeOffset="77697">4835 11008 11311,'5'-26'2968,"-1"9"-2249,-1 4-359,0 6 720,-1 0-4139,1 0-218,-2 10 3264,0 3 0,-2 5 1,1-2-1</inkml:trace>
  <inkml:trace contextRef="#ctx0" brushRef="#br0" timeOffset="78148">5379 10674 11850,'-3'-16'1170,"1"6"-91,-5-6-629,-6 12 89,-19 18-449,11 4 0,0 2-45,2 0 0,0 3 45,-5 16 0,3 4 0,11-9 0,2 0-90,-4-1 0,3 1-90,8 13 0,5-3-180,7-4 225,-4-12 0,4 0-270,8-8 1,3-4 44,13-2 180,6 4-90,0-21 90,-24-2 90,14-16 90,-21-10 0,-5-3 0,-10 0 0,-32 2 0,3 20-90,-9-5-810,3 23 181,23 0-2430,-7 9 3059,17-3 0,2 3 0,5 1 0</inkml:trace>
  <inkml:trace contextRef="#ctx0" brushRef="#br0" timeOffset="78581">5778 10867 11490,'7'-20'1440,"-1"4"-631,-1-3-359,-3 8 539,-1 2-539,-3 4-90,-9 12-180,0 1 180,-15 27-181,3 3-89,9-11 0,0 1-45,4-4 0,1-1 0,1 3 0,2 0-225,1 13-179,5 7-1,6-8-90,6-5 90,7-10 90,4-8 180,-2-8-179,9-7 179,-3-9 90,11-9 90,-9-2 0,1-16 89,-15 0-134,-8 11 0,-4-3 90,-9-16 0,-6 0-90,1 10 0,-3 1 0,-5-10 0,-4 4-45,4 17 0,-1 5-1439,-21 1-900,10 15 2339,4 23 0,19 2 0,3 7 0</inkml:trace>
  <inkml:trace contextRef="#ctx0" brushRef="#br0" timeOffset="78758">6219 10955 12480,'11'-2'2968,"-2"0"-2428,-2 1-3817,0 1 0,-15 7 2801,0-4 1,-29 7 0,0-6 0</inkml:trace>
  <inkml:trace contextRef="#ctx0" brushRef="#br0" timeOffset="80983">3951 2882 8522,'-11'-13'1080,"0"1"-451,1 3 1,-1 2-1,4 2-89,-2 0-360,4 2 899,0 0-899,14 3 180,25 1-270,3 3 0,4 0-991,-2-1 1,3 0 945,-8-1 0,3 1 0,3 0 0,0-1-9,-1 1 0,1 0 0,1-1 0,0 1 0,-2 0-14,1-1 1,-1 0-1,0 0 1,2 1-5,4 0 0,2 0 0,2 1 0,-2-1 0,-5 1 12,4-1 0,-5 0 0,2 1-714,-4-1 0,2 1 0,-1-1 0,-2 0 714,2 1 0,-2-1 0,0 0-30,-2 0 0,0 0 0,-4 0-28,-3 0 0,-3 0 28,1 0 0,-2 0 0,6 2 90,-11 0 1200,-9-2-1200,-5 1 3186,-3-1-3249,0 1 242,-1 2-269,0-2 0,0 5 0,-1 0 0,0 3 0,-1 13 0,-3 4 0,-2 9-454,-1-8 1,-1 2 498,-1 2 0,-1 2-1312,-2 12 0,0 0 1267,1-9 0,0 1 0,-1 8 0,1 0-365,3-13 0,1-1 365,-1 7 0,0-1 0,4-13 0,0-1-52,0 4 0,0-3 52,2-4 751,-3 18-571,3-28 2582,-1 9-2222,1-12 1123,-2 1-1393,0-4-2,-7-7-178,3-1 90,-13-6-180,3 2 90,-5-2 0,-10 0-90,-9 1-981,9 2 0,-2 1 981,4 0 0,-1 0 0,-1 1 0,-2 0 0,0 0-517,-9 0 0,-1 0 517,6 0 0,-3 0 0,2 1 0,-6-1 0,1 0 45,-6 0 0,1 0-374,4-1 0,0 1 329,5 0 0,0 0 0,3 0 0,3-1-73,7 2 1,2-1-18,-11 0 180,-9 0-90,15 1 1592,-4 0-1592,6 2 0,-7-1 0,7 0 1147,-4 1-1147,5-2 922,5 1-1012,-3-1 408,13 0-318,-2 1-90,5-1 180,-1 0-90,4 1 0,-2-2 0,1 1 0,-1-2 90,1 1-90,0-2 0,2-3 0,1 0 90,1-3-90,2-2 0,1-5 0,0-9 0,2 0 0,1-21 0,-1 21 0,1-3-204,-1-4 1,1-5-1,0 0 174,1-7 0,1-1 0,0 0-768,-1 8 1,-1 0 0,1 0 0,1 1 767,0-6 0,1 1 0,-1 0 30,2-1 0,-1 0 0,1 2-326,-2 7 0,1 2 0,0-2 296,1-5 0,0-2 0,0 1 0,-1 6 0,0 0 0,-1 3-15,2-4 0,-2 3-90,0 5 0,0 2-315,-1-3-553,2-4-346,-2 14-1928,0 5 3106,-3 19 1,-1 2-1,-3 9 1</inkml:trace>
  <inkml:trace contextRef="#ctx0" brushRef="#br0" timeOffset="88425">18252 1991 7892,'-5'-11'1799,"1"2"-1349,2 3-180,-1 2-90,-2 0-90,0 2 0,-1-1 90,0 1-90,-1 1 90,1-1-90,-1 1-90,1-1 89,0 1 1,0-1 0,-2 2-90,1-1 0,-5 5 0,0 0 0,-6 7 90,-2 4-90,-4 8 0,4-1 0,-4 11 0,5 2 0,-2 6 0,7-7 90,3 7-90,6-7 0,2 9 0,7-2 0,4 0 0,7-3 0,0-5 0,1-10 90,3-1-90,-2-9 0,5 1 0,-5-6 90,2-3-90,-3-5 180,7-5-180,-8-2 90,6-12 0,-8-4-90,1-13 0,-2 1 45,-6 9 0,-1-1-235,0 1 1,0 0 189,0-6 0,-1 0 0,4-16 0,-6 21 0,0 1 89,-1-11-89,-1 9 0,-1 0 0,-2-6-15,-5-8 15,-1 20 0,-7-1 0,1 7-180,-11 5-450,-4 9 45,5 4 1,0 1-704,-17 5 1288,11 2 0,0 1 0,-9 6 0,14-4 0,0-1 0</inkml:trace>
  <inkml:trace contextRef="#ctx0" brushRef="#br0" timeOffset="90917">17497 2323 8252,'-9'-8'630,"1"0"-270,1 0-90,0 1 269,-3-7 1,0 2 359,-6-10-629,5 8 180,-5-6-90,5 7 0,-3-1-270,4 3 179,-2 2-89,7 5-90,-4 0 90,5 6-180,2 5 90,10 8 0,19 11-45,-5-9 0,4 0 0,9 3 0,4-1-593,-9-7 0,2 0 0,1-1 578,4 1 0,1-2 0,-1-1-30,11 2 0,0-1 0,-8-4 0,3 0 0,-3-2 0,6 0 0,-1-2-266,-7-1 1,0-1 0,-1-1 265,1 0 0,-1-2-249,3-4 1,-2-2 248,-11 0 0,-2-3 45,3-1 0,-2-3-96,9-15 51,-16-3 0,-22 2 0,-25-6 0,-9 10 184,0 11 1,-6 3-185,4 4 0,-1 3 0,7 2 0,-2 1 0,2 0-45,-5 1 0,2 1 422,-3 5 1,1 2-378,11 1 0,1 1 0,-18 6 571,8 7-661,28-5 153,9 5-63,9-4 0,29 4 0,-15-13 0,2 0 145,11 0 1,2-1-146,2-3 0,-1-1 0,-8-1 0,0-1 0,11-4 0,-2-2 0,-5-1 0,-5-1 0,-2-3 123,-8-3-123,-2-7 0,-15 1 0,-10 4 0,-24-3 0,-16 6-332,15 6 0,-1 1 332,0 3 0,1 0 0,-16 3 0,7 7-90,14 5 90,6 0 842,9 6-932,20-4 90,13 2 0,3-4 0,17-2 0,-7-7 0,8-3 0,-12-3 0,0-6 728,-12-5-728,-4 1 0,-8-5 0,-14 7 0,-10 0-90,-4 4-90,1 4-360,-1 7-359,8 4-1530,3 6 91,7-1 2338,10 1 0,9 1 0,5 1 0</inkml:trace>
  <inkml:trace contextRef="#ctx0" brushRef="#br0" timeOffset="91394">19299 2074 11041,'2'-16'-90,"0"2"450,-1 2-181,-2 0 271,1 7-90,-2-5 0,-2 3-270,-2 2 0,-2 2 180,-20 11-270,5 0 89,-2 3 1,-1 1-90,-5 7-248,1 2 0,1 4 248,11-5 0,1 0 45,-3 3 0,2 0 27,-1 19-72,16-9 90,6 8-90,7-8 45,4-10 0,4-3-45,12 3 0,8 2 0,-1-18 90,-4-9-90,6-7 0,-7-6 90,1-11-90,-17 5 45,-5-3 0,-4-2-45,-5-18 0,0 19 0,-3-2 0,-6-3 0,-4 2 0,-5-1 585,-7-5-945,0 23-340,2 10-290,-6 6 1,8 3-2288,-1 9 3241,12-6 1,2 9 0,6-3 0</inkml:trace>
  <inkml:trace contextRef="#ctx0" brushRef="#br0" timeOffset="91614">19598 2220 11041,'8'-10'1169,"-1"2"-809,-3 4 0,0 0-1260,1 3-539,0 2 1439,0 2 0,-1 1 0,0-1 0</inkml:trace>
  <inkml:trace contextRef="#ctx0" brushRef="#br0" timeOffset="92043">20016 2094 10231,'-6'-14'1169,"3"3"-989,-2 2 270,3 4-180,-1-1 180,-3 2-270,-4 5 89,-9 14-269,5-2 90,-5 15 0,12-14 0,2 18-90,5-15 0,6 18 90,6-10-90,6 7 0,-1-8 0,11 10 0,-11-12 0,4 4 0,-10-9 0,-7 4 0,-7-2 0,-3 5 0,-13 1 0,-3-3 0,1 0 90,-14 7-180,18-14-539,-18 12 89,22-17-1979,-7 3 2519,11-10 0,-1-1 0,3-3 0</inkml:trace>
  <inkml:trace contextRef="#ctx0" brushRef="#br0" timeOffset="92263">19928 2142 11490,'-6'-18'270,"1"5"270,0-3-90,1 8-1,2 0-179,6 0-180,1 4 180,22 0-270,-8 3-360,25 1-89,-17 0-1190,2 0 1,1-1 982,1-1 1,-3-1-1,1 0 1,8-4 0</inkml:trace>
  <inkml:trace contextRef="#ctx0" brushRef="#br0" timeOffset="92467">20863 2377 12480,'-8'7'540,"-1"0"-450,5-3 89,0 0-718,0 0-2738,2 1 2792,1 2 0,1-3 0,0-1 0</inkml:trace>
  <inkml:trace contextRef="#ctx0" brushRef="#br0" timeOffset="95642">7146 3041 8162,'-10'-1'2159,"0"0"-2069,23-1 0,-5 1 0,18 1 90,1 0 0,4 0-90,12-1 0,-10 0-90,9-1-90,-11 0-180,4-1 90,-10 1-360,-3-3-1259,-11 1 1799,-1-1 0,-5 3 0,-4 1 0</inkml:trace>
  <inkml:trace contextRef="#ctx0" brushRef="#br0" timeOffset="95936">7394 3075 9242,'-4'7'1529,"0"4"-1079,0 5-1,-1 22-359,3-13 0,0 2 45,1 13 0,0 2-45,1-5 0,1-1-180,0 4 0,1-4-90,1 5-1439,1 3 1619,-5-29 0,1 7 0,-2-13 0</inkml:trace>
  <inkml:trace contextRef="#ctx0" brushRef="#br0" timeOffset="96140">7319 3549 9691,'-13'0'90,"0"1"90,2 1 90,1 0 540,4 0-271,15 4-269,4-3 0,19 1-180,9-6-180,-6-1-540,13-5-1618,-5-4 2248,-17 4 0,0-2 0,-2 0 0,-1-1 0,17-12 0</inkml:trace>
  <inkml:trace contextRef="#ctx0" brushRef="#br0" timeOffset="96568">7851 3244 10951,'-5'-10'1619,"1"2"-720,0 3-719,-4 7-90,2 1 0,-5 7 90,1 10 0,-3 6-90,0 11 90,2 2-180,4-7 90,5 5 0,5-10 0,4 6-90,3-11 0,5 0 90,3-10-90,8-2 0,5-8 89,2-11-89,7-15 0,-10 0 0,-12 1 0,-2-2-441,1-21 486,-10 14 0,-3 1-45,-2 5 0,-2-1 0,-4-4 0,-4 0-45,0 6 0,-3 2 45,-2-4 0,-2 1-90,-15-10-360,0 18-269,3 15-189,0 14-1071,9 2 1979,0 11 0,12-3 0,-1 8 0</inkml:trace>
  <inkml:trace contextRef="#ctx0" brushRef="#br0" timeOffset="97015">8217 3164 11400,'7'-21'1170,"-1"4"-630,-4 11 89,-1 0-179,0 0-90,0 20-180,-1 4-1,-1 22-89,3-5 0,0 1 0,1 8-45,2-3 0,2 1-135,7 2 90,0-17 0,2-1 0,17 4 0,-3-28 0,2-7 0,6-8-167,-8-9 1,-2-3 166,-5-6 0,-4-5 0,-3-3 0,-1-5 0,-5 1 0,-3 0 0,-5 0 0,-6-3 0,-4-1-90,0 21 1,-1 2 44,-1-10 0,-2 5-855,-15 5 450,15 21-719,-10 6-900,12 4 2069,-3 9 0,6 0 0,-1 5 0</inkml:trace>
  <inkml:trace contextRef="#ctx0" brushRef="#br0" timeOffset="98392">8902 3362 11221,'1'-10'1169,"1"1"-899,-1 4-180,2-1 90,0 3-180,5 4 90,-1 8-90,0 0 90,-3 11-90,-4-2 0,-3 9 0,-2 2 0,0-5 0,1 3 89,1-8-89,1 3 0,1-7 0,2-1 0,3-5 0,4 0 0,0-4 0,9-4 0,-4-3 0,6-3 0,-7 0 0,1-4 90,-3 0-90,0-1-90,-2 2 90,-3 2 0,-1 2-89,1 7 89,-2-2 0,2 13 0,-2-6 0,3 8 0,2-4-90,3 3 90,0-5 0,3 0 0,-1-5 0,4-1 0,1-3 0,1-5 0,0-3 0,-5-1 0,1-6 0,-6-3 0,1-8 0,-4 3 0,-2-5 0,-4 5 0,-2-3 0,0 7 0,0 0-90,1 6 90,1 3 0,5 3 0,5 7 0,0 1 0,3 1 0,-1-3 0,4 0 0,-3 0 0,4-3 0,-3 1 0,-2 0 0,1 0 0,-6 3-90,0 3 90,-2 2 0,0 7 0,-2 2 0,0 9 0,-1-5 0,1 8 90,1-7-90,0 5 0,2-2 0,0-6-180,0-3 0,0-6-1439,-1-4 0,3-5 1619,-3-4 0,0-2 0,-3-2 0</inkml:trace>
  <inkml:trace contextRef="#ctx0" brushRef="#br0" timeOffset="98631">9347 3086 10771,'-1'-10'1079,"0"1"-449,0 2-180,0 1-450,-1 1-1260,2 14 1260,0-7 0,9 20 0,1-8 0</inkml:trace>
  <inkml:trace contextRef="#ctx0" brushRef="#br0" timeOffset="98950">9676 3128 11311,'-1'-11'1799,"-1"33"-1530,-1 5-224,1-2 0,0 2 0,-1 4 0,0 0 45,-1-2 0,0 1-1693,-1 7 0,0 0 1648,1-9 0,1-2 435,0 2 0,0 0-750,2 14-90,3-3 709,1-7-1068,5-11-451,0-11 1170,4-1 0,3-9 0,1-4 0</inkml:trace>
  <inkml:trace contextRef="#ctx0" brushRef="#br0" timeOffset="99165">9683 3410 10411,'0'-8'630,"1"2"-450,13 2-90,-3 2 89,12-2-988,11-3-1,-10 2-1528,15-6 2338,-26 6 0,10-7 0,-6 1 0</inkml:trace>
  <inkml:trace contextRef="#ctx0" brushRef="#br0" timeOffset="99700">9969 3144 10141,'-6'-13'1259,"1"4"-899,2 2 180,-1 3-270,-1 9-90,1 14 0,0 15-90,1 13 0,1-9-288,0-10 1,0 0 287,1 15-45,0-14 0,-1-1-75,0 10 120,-2 3-90,1-14 90,0 2-90,0-9 90,0 1 393,2-11-393,1 2-59,7-14-31,3-7 0,5-6 0,7-9 0,-1 1 0,8-7 0,-7 8 0,7-1 0,-15 13-90,9-1 90,-10 11 0,1 7 0,-3 8 0,-4 1 0,-2 10 0,-4 1 0,1 7 0,-2-7 0,1 4 0,3-5-180,2-1-90,0-3-359,3-8-271,2-6-1528,7-2 719,-1-2 1709,1-6 0,4-4 0,2-3 0</inkml:trace>
  <inkml:trace contextRef="#ctx0" brushRef="#br0" timeOffset="100398">10814 3168 10321,'-3'-9'1529,"0"-4"180,2 4-989,-1-2-180,-2 3-361,-4 8 271,-15 19-360,4-1-45,-1 4 0,2 2 45,-2 5 0,2 11 0,0 3 0,5-5-90,2 2 0,2-3 90,7-12-270,2 21 180,3-25-180,5 17 0,-1-23-180,10 9 180,-6-14-3097,16 6 2623,-14-12 294,21-4 270,-17-8-180,11-20 270,-18 10-90,0-16 90,-9 19-90,1-9 90,-2 12 3276,0-5-3250,1 10-116,2-3 90,9 4 0,-3 2 0,17 1 0,-13 2 0,14 0 0,-13 0 0,12 0 0,-13 1 0,12 2 0,-15 0 0,6 11 0,-12-4 0,-1 13 0,-3-8-90,-7 22 90,4-16 90,-5 19-90,5-21 0,0 16-90,3-19-449,2 16 179,0-20-2518,10 9 899,-6-14 1979,7 1 0,2-6 0,3 0 0</inkml:trace>
  <inkml:trace contextRef="#ctx0" brushRef="#br0" timeOffset="100658">11282 3188 10861,'-12'-4'629,"2"1"-89,0-1 270,2 2 359,2 0-989,22 0-90,-6 0 90,33-1-90,-4 1-602,-10 0 1,1-1 241,-1 0 0,-2 0-90,19-2-2878,-1-3 3238,-25 3 0,4-2 0,-16 2 0</inkml:trace>
  <inkml:trace contextRef="#ctx0" brushRef="#br0" timeOffset="100914">11521 3216 11940,'-3'9'990,"-1"-1"-541,3 2-269,0-1 360,-1 21-360,1-9 90,-1 27-180,-1-16 44,1-1 1,0 1-45,0 5-45,0-1 0,1-1-135,1-7-405,2 2 1,0-1-46,1-7-1259,5 13 1799,1-20 0,-2-4 0,1-3 0</inkml:trace>
  <inkml:trace contextRef="#ctx0" brushRef="#br0" timeOffset="103358">7934 4168 9781,'-1'-10'90,"0"0"360,0 5 270,-1-2-540,-2 0-1,0 3-89,-8 2 0,-1 9 0,-10 14 0,-3 15-90,4 0-197,8-8 1,2 3 196,3-5 0,0 1 45,0 7 0,1 1-45,1-9 0,2 0-62,2 7 0,3-1 62,6 7 0,2 5 89,12-10-89,2-14 0,11-2 0,-5-8 90,12-10-90,-1-7 0,-14-2 0,0-1 0,15-9 90,-18 3 0,-2-4 45,-5-6 0,-4-2-308,-1-1 0,-2-1 218,-2-2 0,-3 1 89,-7-1 1,-2 3-45,-3 5 0,-1 0-45,-3-4 0,-2 1 45,-11-9 0,-7 8 0,8 20 177,-7 5-537,7 7-237,-2 11-2641,10 11 1259,3-5 1889,8 6 0,12-6 0,2 0 0</inkml:trace>
  <inkml:trace contextRef="#ctx0" brushRef="#br0" timeOffset="103597">8379 4432 11400,'6'-9'1530,"0"-1"-1171,-3 3 901,0-2-361,1 0-899,-2 2 0,1 2 0,-3 2 0</inkml:trace>
  <inkml:trace contextRef="#ctx0" brushRef="#br0" timeOffset="104192">8957 4180 11580,'-7'-13'180,"-1"0"0,-1 1 90,-2 1 180,-5 2-360,3 2 90,-11 2-90,3 7 0,-12 6-1,7 1-89,0 4 180,1 14-90,9-4-90,-2 8 0,12-10 90,12 12-180,1-15 90,12 17 0,2-23-90,6-2 90,-4-5 0,5-7 0,-5-6 0,5-5 0,-3-7 0,-6 2 0,-5 0 0,0-7-90,-4 8 90,2-7-90,-6 15 90,3 7 0,-4 8 0,5 15 0,-4-1 0,-1 8 0,-2 2 0,0 13-628,-2-14 0,0-2 628,-4 10-470,-4-11 1,-1-2 469,-2 4-145,-1-3 0,-1-1 145,0-9 85,-15 8-85,12-13 1084,-11 4-1264,10-10 582,-2-3-942,3-3-1700,2-4 2240,5-5 0,2-7 0,3-3 0</inkml:trace>
  <inkml:trace contextRef="#ctx0" brushRef="#br0" timeOffset="104498">9399 4142 10951,'13'-16'1169,"2"0"-629,-10 9 359,3-1-719,-4 12 180,-4 17-270,0 4 90,-6 11 0,-2 3-180,0 6-25,0-2 1,-1 4 114,1-1 0,1-1-362,2-14 0,0 0 227,-2 13 0,0-2-1215,-1 0-359,2-8 1619,0 0 0,5-20 0,1-3 0</inkml:trace>
  <inkml:trace contextRef="#ctx0" brushRef="#br0" timeOffset="105310">8199 5409 11041,'1'-9'0,"-1"0"90,-2 4 0,-2-1 179,-4 2-89,-3 2 90,-7 4-90,0 2 90,-16 12-90,-2 5-384,11-3 1,1 0 248,3-3 0,2 1 45,-4 7 0,1 1-45,7-4 0,1 1-1,-2 5 1,1 0-89,-3 14 224,10 1-90,16-4-90,1-9 90,18 7-90,2-21 89,11-1-89,-6-9 90,13-9-479,-5-9 389,-16 2 0,-1-1 564,13-12-564,-7-11 45,-21 12 0,-3-2 0,-2-1 0,-2 0 22,0-1 1,-3-1-68,-5 0 0,-3 2 90,-10-15-417,-8 0 327,2 15 488,-5 11-668,3 14-180,-8 9 1,9 3-631,-2 13-2287,13 5 2904,5-2 1,8 8-1,7-11 1</inkml:trace>
  <inkml:trace contextRef="#ctx0" brushRef="#br0" timeOffset="105565">8478 5653 11311,'3'-12'2518,"-1"-2"-1708,0 3-361,-1 0-1708,1 4-2018,4 10 258,-2-1 3019,2 5 0,-4-5 0,-1-1 0</inkml:trace>
  <inkml:trace contextRef="#ctx0" brushRef="#br0" timeOffset="106158">9032 5456 11131,'-14'-24'719,"4"7"-269,-6-3-90,2 8-90,-7-3-180,3 6 89,-7 1 1,3 6-90,-8 4 0,8 2 0,-3 7 0,10 3 0,0 12-90,7-7-90,9 8 0,7-10 0,6 2 90,0-5-90,4-2 90,-3-7 0,6-2-90,-6-3 90,6-7 0,-6-3 0,6-10 0,-2-6 0,-4-2 0,-4 1 0,-5 12-90,-1 1 90,-1 8 0,1 9 0,1 10 0,-1 19 0,0 11 0,-3-4-45,-1-10 0,-1 2 45,-1 0 0,0-1 0,1-3 0,-1 0 45,-1 5 0,0-3-45,-3 1 90,-3 4 0,-1-9 0,0-7 0,-5-3-90,0-8 90,-6-1-90,2-3-629,-12-6-451,9-5-899,-4-2 1979,7-7 0,8-1 0,-1-6 0</inkml:trace>
  <inkml:trace contextRef="#ctx0" brushRef="#br0" timeOffset="106705">9134 5425 11490,'6'-12'630,"-1"1"-180,2 1-90,2 0 89,12-5-179,3 2-180,1 1 45,2 5 0,0 2-45,-1 1 0,24-1 0,-21 6 0,14 6 0,-4 5-90,-5 1 0,-16 8 0,-15-6 0,-3 9 0,-9 0 0,2-6 0,-4 6 0,7-12 0,-4 8 0,5-5 0,4 15 0,2-12 0,8 12 0,6-8 0,3 2 0,3 3 0,0 4 0,-12-12 0,-1 4 0,-14-7 0,-29 14 0,11-14 0,-4 0-90,-9 4 0,-1-1-720,7-7 1,2-2-630,-10 4 1439,21-9 0,14-3 0,0-2 0</inkml:trace>
  <inkml:trace contextRef="#ctx0" brushRef="#br0" timeOffset="106884">10148 5706 12930,'13'-1'539,"-2"2"-3816,-6 1 618,-5 5 2659,-3-3 0,-9 6 0,-2-3 0</inkml:trace>
  <inkml:trace contextRef="#ctx0" brushRef="#br0" timeOffset="108334">8132 6817 12570,'-3'-12'1439,"0"3"-1259,-4 5 90,2 3 0,-8 2-91,2 2 1,-15 10 0,-2 11-90,10-5 0,0 1-360,-12 20 315,14-13 0,2 2-277,5-4 0,2 0 277,-2 7 0,2 0 45,0 15-90,8-16 0,3-2 0,9 9-15,-2-12 1,2-2 14,10 3 0,11-6-89,-3-15 89,12-4 0,-5-7 0,-9-7 0,-1-3 0,3-4 0,-6-4 0,-2-2 0,-4-18 0,-10 15 0,-3-1-164,-3-5 0,-4 0 164,-4 1 0,-2 2 0,0 3 0,-2 1 0,-5-3 0,-1 3 508,-5-1-508,3 8 0,-2 2-240,-5 3-390,-7 6 180,14 12-989,0 13 0,11-2 1439,2 22 0,10-7 0,5 13 0</inkml:trace>
  <inkml:trace contextRef="#ctx0" brushRef="#br0" timeOffset="108581">8520 7079 11400,'5'-15'1530,"0"4"-631,-2 0 1,0 2-721,2-2-3456,-1 4 0,-2 9 3071,-2 2 1,-2 6 0,0-3 0</inkml:trace>
  <inkml:trace contextRef="#ctx0" brushRef="#br0" timeOffset="109247">9018 6892 11311,'-2'-10'809,"1"-3"450,-1-2-449,0 3-630,-3 17 180,-13 35-315,7-15 0,-1 2-1,-6 11 1,-3 2 0,-1 1 0,0-1-135,6-13 1,0 1 44,-6 13 0,2-3 45,7-11-152,1-1 0,2 0-27,4-10 89,0 8 90,8-18-90,13-13 0,6-8 90,0-1 268,4-6-268,-14 12-55,12-8 55,0 7 0,-4 1 0,17 1 0,-18 7 0,18-1 0,-19 1 0,11-5 0,-17 2 0,9-5 0,0-13 0,-4 3 0,3-7 0,-11 13 0,-6 16 0,-6 11 0,-6 29 0,3-9-1639,1 6 1,1 0 1613,2-5-351,2 0 0,0-1 376,1-9-270,5 23-540,-2-25-2467,6 10 2679,-4-23 1,-1-3 0,-1-6-1</inkml:trace>
  <inkml:trace contextRef="#ctx0" brushRef="#br0" timeOffset="109664">9365 6998 11400,'-3'-10'1170,"1"2"-630,0 2-91,1 0 181,3-2-450,3 1 0,8-1 90,7 0-91,9 0-89,-4 2 0,7 2 0,-5 6-90,-2 1 90,3 9 0,-14-1 0,2 24-90,-16 2 0,-5-6 0,-4 1 45,-6 3 0,-3 1-576,-3 2 0,-3 0 531,1 0 0,-1-3 0,5-7 0,2-2 0,0 0 0,2-1 0,-2 7 0,3 3 0,8-13 90,8-3-180,7-8 180,8 1-90,10-7-90,8-6-90,-10-3 1,2-2-633,3-1 0,0-2 452,-4 0 0,0-1-270,-1 1 1,-1-1 556,1-5 0,-2 0 1,12-8-1,-12 6 1,1 0-1</inkml:trace>
  <inkml:trace contextRef="#ctx0" brushRef="#br0" timeOffset="109832">9958 7345 11940,'6'8'0,"0"1"-180,-2 0-989,-1-2-360,-2 3 1529,-3-3 0,-4 5 0,-2 0 0</inkml:trace>
  <inkml:trace contextRef="#ctx0" brushRef="#br0" timeOffset="110643">8193 8215 10141,'6'-9'1619,"0"1"360,-4 4-1889,-8 2 90,1 3 0,-15 12-90,5 2 45,-5 7 0,-1 4-90,5-4 0,1 1-321,-7 10 1,1 2 320,7-5 0,2-2 45,-3 15-90,8 1 90,10-15-90,9 5 0,0-10 0,14-2 0,-1-11 0,11-4 90,5-8-90,7-11 0,-24 1 0,0-2-656,1-4 0,-1-2 656,10-15-9,-17 9 0,-2-3 54,-6 2 0,-1 0-45,0 2 0,-2-2 0,-3-4 0,-4 0-171,-9-15 171,-8-2 0,-2 14 0,-11 13-180,4 16-809,-11 8 359,2 11-1709,1 14-938,9 4 3325,10-4 0,7 4 0,5-8 0</inkml:trace>
  <inkml:trace contextRef="#ctx0" brushRef="#br0" timeOffset="110898">8669 8444 11940,'7'-6'2159,"0"-1"-1170,-4 4 990,2-3-3238,-1 2-1439,2 4 2698,-13 6 0,-10 11 0,-12 4 0</inkml:trace>
  <inkml:trace contextRef="#ctx0" brushRef="#br0" timeOffset="112383">9122 8203 10501,'-5'-11'630,"2"2"-271,-1 4 1,1 1 0,-1 0 0,1 0-360,8 3 90,-1 1-90,16 4 90,3-1 0,11 0-90,5 0 90,5-2-90,-1-1 0,-3 0 0,-12 0 90,-2-1-90,-10 1 0,1 1 0,-7 1 0,-6 9 0,-8 7 0,-2 3 0,-13 21 90,-3 0-468,8-13 0,-2 1 378,1 1 0,0 0 0,2-7 0,2 0-187,-3 4 1,1 1 186,-7 13-45,9-18 0,1-1-45,-5 10-539,3-1-91,7-15-2557,-2 3 3084,6-9 0,1-4 1,2-2-1</inkml:trace>
  <inkml:trace contextRef="#ctx0" brushRef="#br0" timeOffset="112832">9731 8278 10771,'10'-15'1349,"6"-11"-359,-7 11-1,4-5-449,-32 36-450,6-2 89,-11 16 1,-3 5-90,1 3 0,2-2 0,0 6 30,9-10 0,2 2 0,2 0-120,-3 7 0,4 1-120,3-3 0,2 2 0,4-6-60,8 11 0,16-3 90,-10-33-179,19 2 269,-15-9-90,18-6 539,-4-22-89,-11-4-180,-14 4 0,-7-1 0,-23-5-450,-2 19 0,-3 4-269,-9 6-631,13 8 1,2 3-270,4 2 1439,-13 21 0,13-8 0,-8 13 0</inkml:trace>
  <inkml:trace contextRef="#ctx0" brushRef="#br0" timeOffset="113592">8354 9251 10501,'2'-13'720,"1"3"-451,-1-2 721,1 5-1,-2 0 271,-1 2-991,-7 4-89,0 4 90,-20 19-135,7 3 0,0 4-90,-2 2 0,1 1-464,0 2 0,2 1 464,5 0 0,3 0 0,6-7 0,2 1-199,2 6 0,2 1 109,1-9 0,2 0 0,5 2 0,3-1-135,11 9 0,7-1 90,-4-15-90,10-11 180,-8-11-90,6-2 90,-1-12-90,-4-11-148,-12 8 0,-1-2 238,9-18-49,-13 11 1,-4-1 93,-3 3 0,-2 0-45,0-7 0,-2 0 90,-2-15-90,-2 21 0,-2 2 89,-11-12-89,-3 7 0,-2 6-179,-5 22-631,2 13-1079,-9 14 450,11-2-1838,1 13 3196,14-17 1,2 14 0,3-7 0</inkml:trace>
  <inkml:trace contextRef="#ctx0" brushRef="#br0" timeOffset="113898">8879 9522 11760,'3'-14'3238,"0"5"-1978,-2-4 179,-1 8-90,0-3-1799,-5 14-1349,1 2 0,-3 11 1799,5-5 0,1-7 0,1-5 0</inkml:trace>
  <inkml:trace contextRef="#ctx0" brushRef="#br0" timeOffset="114858">9298 9407 10861,'0'-10'989,"0"2"-539,-3 2-360,-4 4 0,0 3 0,-4 4 0,-6 10 0,-7 13 0,9-9 0,1 2-90,-13 17 45,14-13 0,1 0 45,-1 17-90,1 4 89,8-9-89,10 4 0,0-21 90,12 12-90,1-19 90,6-2-90,7-8 0,0-7 0,-4-4 90,5-9 90,-9-3-90,5-14 0,-9 6 0,-3-15 0,-11 7-45,-6 3 0,-2 0-369,-4-12 369,-3 12 0,-4 3-45,-8 3 0,-8 2-90,6 15-180,-7 12-539,4 10-721,-5 8-1747,5 7 3107,9-4 0,7 4 0,4-5 0</inkml:trace>
  <inkml:trace contextRef="#ctx0" brushRef="#br0" timeOffset="115333">9831 9480 11670,'8'-10'1979,"0"0"-809,-7 6-901,-6 6 271,-18 17-450,5-1 45,-4 8 0,0 3-45,5-1-90,-1 6 0,1 2-1639,8-7 1,3-2 1400,-1-2 1,2 0 147,2 1 0,3-2-2628,14 2 2628,-5-6-90,22-1 0,-3-22 180,1-1-45,-1-14 0,-1-5 45,1-13 45,-6 11 0,-3-2 0,-7-10 0,-6 0 45,-6-12 1089,1 17 0,-4 0-1134,-10 4 0,-3 5-135,-1 4 3033,-20-8-6220,-10 41 0,15-3 2988,7 0 0,2 3 0,-3 7 0,1-1 0</inkml:trace>
  <inkml:trace contextRef="#ctx0" brushRef="#br0" timeOffset="116917">8985 10748 10771,'2'-10'180,"0"1"180,-1 3 89,1 0 271,-1-1-270,0 0-91,-3 1-89,-1 0-90,-4 4-90,-1 3 90,-10 9-90,1 7 0,-2 4 0,1 1 0,0 1-375,-2 4 1,1 1 329,2 4 0,4 0 0,4-5 0,1 0 0,1 7 0,0 0-45,3-8 0,1-1-144,3 5 1,3-2 233,11 15-90,-4-18 0,2-1 0,12 9-90,12-8 90,13-19 45,-21-5 0,3-4-45,12-8 0,1-6-473,-9 0 1,-2-3 472,4-10 0,-4-1 0,-13 8 0,-3 0 0,-1-11 0,-5-1 0,-5 5 0,-3-1 0,0-10 0,-4 0 45,-1 9 0,-2 0-45,-5-4 0,-3 1-4,-5 6 0,-3 2 49,2 3 0,-1 1 84,-1 3 0,0 5-219,-12 7-449,5 12-451,-8 12 91,8 3-2378,1 13 2882,17-12 0,-1 13 0,5-7 0</inkml:trace>
  <inkml:trace contextRef="#ctx0" brushRef="#br0" timeOffset="117191">9472 11058 13110,'6'-7'1259,"0"6"-2069,-4 3-809,0 6-1658,-3-2 2994,-1 1 1,1-3-1,1-2 1</inkml:trace>
  <inkml:trace contextRef="#ctx0" brushRef="#br0" timeOffset="117690">9950 10711 11221,'1'-23'989,"-1"9"-539,-2-6-90,1 14-91,-2-5 1,-1 9-180,-4 3 0,-3 5 90,-12 15-90,-2 13-45,8-8 0,-1 2-87,1 5 1,1 1 86,2 3 0,1 1-459,2 1 0,2 0 459,3-2 0,2-2-45,1-7 0,1-2-45,2 2 0,2-1-135,7 13 0,5 3 90,1-11 0,6-9-90,-1-12 1,13-4 179,-9-7 151,8-9-151,-12-5-90,3-9 90,-9 3 849,-3-10-849,-8 3 90,-6-8-90,-9 3 0,-2 9 0,-17 0 0,14 16-90,-15-1-449,14 11-900,-5 4-1838,7 4 3151,3 0 1,8-1 0,3-3 0</inkml:trace>
  <inkml:trace contextRef="#ctx0" brushRef="#br0" timeOffset="118331">10437 10845 10771,'4'-19'450,"-1"1"89,-4-4 91,-3 2-360,-2 6 269,-4-3-359,3 8 360,-8-5-360,2 7 90,-6 2-90,-1 7-90,-1 5 0,3 2 0,-1 9-90,8-5 179,-6 19-179,10-14 90,-1 22-270,19-5 91,-3-6-181,17 3 0,-4-20 90,8 1 90,-7-7-90,6-3 90,-7-5 0,7-4 90,-8-1-90,3-8 90,-11 5 90,9-12-90,-10 8 90,3-6-90,-6 10 90,-3 9-90,-2 9 0,-4 16 0,-7 18 45,0-1 0,-2 3-45,4-14 0,-1 0-249,0 7 0,-2 3 0,3-5 249,-1 5 0,1-6 0,0 1-349,1 12 349,1-14 90,0 7 90,-7-21-180,-3-6-270,-19-5-89,12-9-188,-11-8 547,15-4 0,1-3 0,2-5 0</inkml:trace>
  <inkml:trace contextRef="#ctx0" brushRef="#br0" timeOffset="118534">10984 11280 12480,'14'-1'1709,"0"0"-720,0 0-539,-3 0 0,-3-1-360,4 0-3367,-4 3 527,-5 1 2750,-14 3 0,-17-2 0,-7-1 0</inkml:trace>
  <inkml:trace contextRef="#ctx0" brushRef="#br0" timeOffset="122441">7885 10183 7353,'-5'-9'450,"1"0"-91,0 5 91,0 0 90,0 2-450,8-2 0,-1 1 0,8 1 90,8 1 89,17 0-224,-5 1 0,2-1-436,-1 1 0,4-1 451,9 1 0,7 0 0,-1 0-870,-8 0 0,-2 0 0,4 1 828,-6-1 0,4 1 0,1 0 0,-1 0 0,-2-1 4,-2 1 1,-2 0 0,0 0-1,3 0-4,1 0 0,2 1 0,1 0 0,0-1 0,-1 1-557,4 0 0,-1-1 0,0 1 1,2 0 538,-2 0 0,2 0 0,1 0 0,-1 0 0,-3 0 22,0 0 1,-3 0-1,0 0 1,0-1-272,5 1 0,2 0 0,-2 0 1,-2-1 248,-1 1 0,-3 0 0,1 0-29,7-1 1,0 0 0,-2 0 88,-12 0 0,-2 0 0,0 0 689,15-1 1,-5 1-390,-1-2-180,2 1 2235,-19-3-2145,-10 0 1843,0-1-1933,-5 1 1493,-2 0-1583,-2 1 545,0-1-455,1 2-180,-3 3 0,-6 2-90,-4 0 0,-5 0-449,-9-2-361,-9-1-360,5 0 1,-3-1 1014,-12 0 0,-3-1 1,8 0-1,-3 0 0,0-1 1,-6 0-1,0 0 1,0 0-1</inkml:trace>
  <inkml:trace contextRef="#ctx0" brushRef="#br0" timeOffset="124367">24658 2237 8432,'5'-15'2159,"-2"3"-1260,1-4-269,-2 7 0,0 0 179,-1 3-539,3 26-90,-1 20-90,-1 1 0,1 4-809,-2-7 1,-1 2 808,1 1 0,-2 2 0,1 1-583,-2-6 1,0 0 0,0 1 559,0-2 1,1 2 0,-1 1-1,-1-2-37,0 6 0,-1-2 0,0 2 30,-1 4 0,-1 2 0,1-2 0,-1-8 0,1-1 0,0 1-428,-2 4 1,1 2 0,0-3 412,-1 7 0,1-2-369,0 0 0,1-2 414,2-15 0,0-1 343,0 1 0,1-1-343,-1 14 1552,3-13-1462,0-10-90,0-8 1545,1-3-1455,3-7 1239,4-5-1329,2-4-90,5-8 90,2-4-90,1-2 0,-4 4 0,3-3 90,-2 5-90,6-3 0,-3 3 0,12-2 0,13 3-322,-11 5 0,2 1 322,-1 2 0,2 0-451,0 2 0,2 0 0,0 1 421,1 1 0,1 1 0,4 0-473,0 0 0,4 1 0,3 0 0,-1 0 1,-3 1 502,-4-1 0,-1 1 0,-1-1 0,4 1-312,-2 0 1,4 0-1,1 1 1,1-1 0,-2 1-1,-3-1 312,4 2 0,-3-1 0,0 0 0,1 1 0,-2-1 0,1 0 0,1 0 0,-1 0 0,-2 0 0,-1 0 0,-1 0 0,-1 0 0,0 0-56,2 0 1,1 0 0,-2 0-1,-2-1 56,-3 1 0,-2-2 0,0 1 30,2 0 0,0 0 0,-2-1 60,5 1 0,-5-2 0,4 0 594,-4-4-504,-20 1 1779,7-2-1869,-14 2 2912,5-2-2912,-5 2 1144,2-1-1234,-2 2 532,0 0-442,-1 0 0,-2-2-90,-3-3 0,-3-4 0,-5-7 90,-3-9-90,-1-2-45,3 4 0,0-1 45,0-3 0,0-1-1180,-2-13 0,0-3 1180,3 12 0,0-1 0,0 0 0,0-5 0,1 0 0,0 1 0,-2-9 0,1-1 0,0 1 0,0-4 0,1 6-45,2 8 0,0 1 45,-1-6 0,-1-3 0,0 5-211,1 7 1,0 3 165,-2-5 0,0 2 45,1 8 0,1 3 0,-4-7-90,2 7 90,3 10-90,-2-2 2324,0 6-2234,-2 4 458,-3 3-458,-2 3 0,0 1 0,-7 1 0,-3 1 0,-20 2 0,3-2 0,6-1 0,-2 0-1108,-1-1 1,-3 0 1077,5-1 0,-3 1 0,1-1-15,-11 0 0,-2-1 45,6 0 0,-3-1 0,-3 0-710,4 0 1,-2-1-1,-1 0 1,-1 1 691,7-1 0,0 0 0,0 1 0,-1-1 0,0 1-227,-1-1 1,0 0-1,0 1 1,-1-1-1,1 0 227,-2 1 0,-1-1 0,1 1 0,0-1 0,3 1-50,-1-1 1,2 1 0,1 0-1,-2 1-285,5-1 1,-3 0 0,1 0-1,0 1 1,4-1 262,-11 0 0,3 1 0,2-1-180,5 1 0,1 0 1,3 0 26,5 1 1,2 0-343,1 0 1,4 1-2693,-2 1 3140,37 3 1,18-6 0,-3 1 0,-1 0 0</inkml:trace>
  <inkml:trace contextRef="#ctx0" brushRef="#br0" timeOffset="125933">27636 1265 10771,'1'-12'270,"-1"1"449,0 0-269,1 3-90,-1-1 539,0 4-719,0 17-90,-2 24 45,1-1 0,-2 10 0,0 2 0,0-4-1228,1-7 1,0-3 0,-1 3 1130,0 9 1,0 5 0,-1 1 0,0-1 50,-1-3 1,1 0 0,-1-1 0,1-4-609,1-5 1,0-3 0,-1 4 554,1 1 0,-1 6 0,0 0 0,0-1 0,1-8-313,0 4 1,1-2 336,-1 9 0,-1 5 0,1-6-60,1-12 0,0-1 59,-1 10 1,1 3 0,0-7-60,0 3 45,0-4 0,2-2 45,-1-14 2303,1 11-2303,0-21 3008,1 6-3098,-4-18 1359,-2-7-1359,-1-8 90,-1-3-90,2 10 90,2 1-90,0 0 90,11-4-90,1 4 0,28-5 22,-5 7 1,8 1-1,3 0 1,-5 1-1662,11-2 1,1 0 1609,-6 1 0,5-1 1,2 1-1,3 0 29,-11 2 0,3 1 0,1 0 0,0 0 0,-1 1 0,-1-1-454,-1 1 0,-1 0 1,-1 0-1,1 0 1,4 0 453,-6 0 0,3 0 0,1 0 0,2 0 0,0 0 0,-1 0 0,-1 1 0,-1 0-208,6 1 1,-1 0 0,-1 1 0,-1 0 0,-1-1 0,-2 1 207,-1-1 0,-2 0 0,-2 0 0,1 1 0,-1-1 67,12 1 1,0 1-1,-2 0 1,-7-2-23,-1 1 0,-7-1 135,12 2-90,-34-3 180,8 0 1338,-11 1-1518,7-1 2315,-8 1-2315,2-1 2979,-1 0-2349,2 0-450,-3-2 0,-1-1-1,-6-12-179,-3 3 0,-2-16-45,-1-10 0,-1-4 0,2 15 0,0-3-550,0-5 0,-2-7 0,0-1 1,2 3 474,0 2 0,1 3 0,-1-3 7,1-2 1,0-3-1,0-1 1,0-1-23,2-5 0,1-2 0,0 1 0,0 2 15,0 0 0,1 2 0,0-3-6,1 6 0,0-4 0,0-2 0,1 4 0,-1 5-9,1-9 0,0 2 22,0 6 1,-1-5 0,1 0-1,0 5-1429,0-10 1,-1 3 1451,1 1 0,-1 3-45,-1 7 0,1 7-45,-2 14 0,0-9 1,-1 14-1,1-4 1440,-3 9-1440,-5 2 3366,0 1-3250,-10 5-26,6 0 0,-25 9 0,10-4 0,-12 3 0,-3 1-948,-5-1 948,3-3 0,-10 1 0,6-1-1135,10-3 1,-2 0 1111,-2-1 1,-8 1 0,-1-1-1,5 0 23,8-2 0,4 0 0,-7 0-30,1-1 0,-7 0 0,-3 0 0,-1 0 0,3-1 1,4 1-556,2 0 1,4 0-1,-1 0 1,-5-1 572,3 1 1,-6-1 0,-4 1 0,-1-1-1,-1 0 1,3 0 0,2 1 0,7 0-12,-6-1 1,7 1-1,1 1 1,-7-1-1,6 0 1,-4 0-1,-3 0 1,-2 1-1,0-1 1,2 0-1,5 1 1,5-1-68,-11 1 0,7 0 0,-4 1-18,3-1 0,-5 1 0,-1 0 0,4 0 0,7 0-87,1 1 0,3 1-480,-18 5 1,5 2 45,17 0-2094,4 19 2723,59-7 0,3-1 0,-7-12 0,0 0 0</inkml:trace>
  <inkml:trace contextRef="#ctx0" brushRef="#br0" timeOffset="126793">25530 1764 11041,'11'-9'-270,"-2"2"450,-2 3 90,-1 1 89,-1 0-179,2 1-180,-3 4 180,0 5-90,-2 4 0,-1 18 0,0 10-45,0-9 0,0 2-446,-1-5 1,1 1 445,0 8 0,1 3 0,1-2 0,0 0 0,0-2 0,1 0-45,-1-3 0,1-2 0,3 12-180,-2-17-270,1 3 90,-2-11 360,-2-3 0,-1-11 0,0 1 0</inkml:trace>
  <inkml:trace contextRef="#ctx0" brushRef="#br0" timeOffset="127165">25454 2244 10231,'-15'-2'1619,"3"3"-1079,21 9-360,-1-3-90,12 7 270,6-1-91,6 3-179,-9-4 0,0-1 0,10 4 0,3 3 90,-12-6-180,3-2-180,-8-2 90,-1-9-449,3-17 134,-5-7 0,0-4 135,-1-2 0,-1-1 90,-1-3 1,-1-1-226,-4 0 0,-1 2-1234,-2 8 1,-1 1 1128,0 0 1,0 0-1,0-23 1,-3 16 0</inkml:trace>
  <inkml:trace contextRef="#ctx0" brushRef="#br0" timeOffset="128034">25431 669 9152,'2'-11'899,"-10"8"-899,-6 9 90,-8 7 0,-13 13-90,0 5-370,13-11 1,0 2 369,0 2 0,3 2 0,-9 15 45,12-14 0,3 1-45,0 19 45,6-18 0,3 2-45,4-1 0,4 0 45,3-1 0,4-2-45,3 1 0,2-4 201,12 11-201,11-7 90,-9-16-90,7-4 90,-2-8-90,-12-4 89,-1-7 1,-12-3 0,-3-8 629,-6 3-719,-9-8 90,-9 0 0,2 6-90,-10-5 89,9 16-89,-2-1-89,6 5 89,3 2 0,33 7 0,0-5 0,18 2 0,-1-6 0,-10 0 0,4 0 0,-11 1 0,-3 1 0,-8 3 0,1 0 89,-7 5-89,-2 3 0,-7 9 0,-3 12 0,0-4 0,-1 19 0,5-13 0,2 13 90,2-10-90,6 6-90,3-12-89,6 3-1,-1-10-360,7-6-1619,2-12 2159,2-7 0,4-12 0,-6-6 0</inkml:trace>
  <inkml:trace contextRef="#ctx0" brushRef="#br0" timeOffset="128292">25869 724 9062,'-8'-7'180,"1"1"449,3 2-539,10 0 90,2 0-90,12-1 90,23-2-90,-17 3 0,2 0-387,1 0 0,2 0 387,6-2 0,0 1-180,-7 1 0,-1 0-45,3-1 1,0 0-136,13-3-1349,-12-1 1619,-22 4 0,-8-4 0,-9 2 0</inkml:trace>
  <inkml:trace contextRef="#ctx0" brushRef="#br0" timeOffset="128531">26051 604 8612,'-4'12'540,"3"2"179,11 35-539,-2-15-282,0 3 0,0 7 251,-3-12 1,-1 3 0,0-3-387,2 4 0,-1 1 327,0 6 0,0 5 0,-1-7-90,2 6-135,-1-3 0,1-3-225,1-6-1124,4-7 0,0-2 1484,4-5 0,20 9 0,-6-18 0</inkml:trace>
  <inkml:trace contextRef="#ctx0" brushRef="#br0" timeOffset="128921">28082 630 9781,'17'-17'180,"-6"4"720,11-19-361,-13 13-89,5-10-180,-10 16-90,2 30-180,-5-4 90,1 36 0,-3 0-45,-1-9 0,0 3 0,-1 2 0,-1 0-45,1-8 0,0-1-135,0 3 0,-1-5-135,0-10-360,-1 14 630,2-18 0,1-7 0,0-1 0</inkml:trace>
  <inkml:trace contextRef="#ctx0" brushRef="#br0" timeOffset="129252">28119 540 9691,'-4'-18'-359,"1"4"449,-2-1 0,3 8 89,-1-2-89,2 3 0,2 0 0,7 3-90,4 0 90,25 7-90,-2 0 45,-6 0 0,-1 0-45,9 4 0,7 3 90,-16-1-90,0 4 0,-13-4 0,-11 5 90,-28 9-90,-9 0 0,9-8 0,-2-1 0,3-4 0,1 0-90,-15 9 0,12-6-449,5 2-1,13-7 540,5 7 0,13-7 0,6 3 0</inkml:trace>
  <inkml:trace contextRef="#ctx0" brushRef="#br0" timeOffset="129808">28531 765 9602,'-4'-7'1349,"1"2"-1349,14-3 180,0 0-90,4-3-90,-1-2 90,5-7-90,-3-3 89,0-8-89,-4 5 90,-3-8-90,-7 10 0,-2-11 0,-2 14 0,-2-3-90,0 14 90,0 1-89,4 11 89,2 1 0,10 10 0,4-5 0,15 3 0,-9-4 0,7 1-90,-15-5 90,1 3 0,-6-1 0,-5 7 0,-8 5 0,-8 15 0,-5 11 0,0-6 45,9-13 0,1 0-45,0 17 89,3-6-89,7 9-89,7-17-271,8 2-450,8-9-539,-3-9 1349,11-9 0,-3-9 0,10-3 0</inkml:trace>
  <inkml:trace contextRef="#ctx0" brushRef="#br0" timeOffset="130206">29080 653 9062,'7'0'1529,"-5"-1"-1349,24 0-90,-12-2 90,15-3 0,-1-4-90,6-5-90,-6 1 89,-5-4 1,-5-9-90,-9 4 0,0-7 0,-21 4 0,0 14 0,-19-2 0,9 14 0,-4 8 0,-2 6 0,-8 15-264,10-3 1,2 1 263,2 12 0,14-14 0,3 0 90,5 12-180,2-1 90,11 10 0,-3-22-180,3-2 0,4-1-360,12-2-360,-6-8 1,2-1 899,1-7 0,2-3 0,-2-1 0,1-2 0,2-1 0,1-1 0</inkml:trace>
  <inkml:trace contextRef="#ctx0" brushRef="#br0" timeOffset="130697">29670 515 9602,'-13'-5'0,"3"1"0,-3 2 179,-14 3-3456,-5 8 2393,-3 0 865,7 6 0,2 3 19,1 2 45,-1 1 0,1 4-45,10-2 0,2 1 89,-9 12-89,12-13 0,5 1 180,17 13 2813,3-13-2993,14 3 90,13-35 0,-11-2-90,-5-5 0,0-5 0,1-21 0,-2-3 465,-6 15 1,-2-3-466,0-5 0,0-5 0,-3 6 0,-3-13 0,-2 6 0,-2 1 0,-2 5-1606,-1 6 1,-1 3 1605,-1 14 0,-5 5 0,-8 46 0,1-3-526,2-1 0,0 9 1,1-5 525,2-7 0,0 0 30,-1 8 0,0 4 0,1-5-14,1-11 0,2 0-16,-1 22 0,2-2 90,1-2-270,4-4 0,1-2-180,3-15-2414,21 11 2774,-11-28 0,24-6 0,-8-9 0</inkml:trace>
  <inkml:trace contextRef="#ctx0" brushRef="#br0" timeOffset="130865">30287 472 8792,'-17'13'-180,"5"-3"180,-9 4 0,10-6 90,-4 13-1889,15 2 1799,-2-5 0,10 5 0,-3-12 0</inkml:trace>
  <inkml:trace contextRef="#ctx0" brushRef="#br0" timeOffset="133491">30634 3476 8522,'1'-8'1259,"0"1"-269,-1 1-540,1 0-271,2 8-89,-1 10 90,1 18-135,-4-3 0,0 2-144,-1-1 1,0 1 143,-3 18 0,0 2-774,-1-4 1,0 0 758,1-7 0,-1 1 0,1 1 0,0-1 0,1 0 0,-1-2 14,1 6 1,0-2-430,1 8 1,2-2 429,3-13 0,0-2 0,0 6 0,1 0-225,1-6 0,1-3-270,6 17-687,0-17-1921,3-12 3406,-3-12 1,4-11 0,-2-4 0</inkml:trace>
  <inkml:trace contextRef="#ctx0" brushRef="#br0" timeOffset="134091">30870 3422 10501,'-4'-20'630,"-1"2"-361,0 1 181,-2 3 270,4 6-540,-1-2 269,2 3-89,12-1-180,14 6-90,13-1-45,3 4 0,5 2-909,2-1 0,4 0 894,-6-1 0,3 1 0,-2 0 0,-7-2 0,-2 1 0,2-1 0,8 0 0,2-1 0,-2 0-30,-7 1 0,-1-2 0,0 1 30,10 0 0,0 0 0,-2 0-30,-11 0 0,-3 1 0,1-1 0,6 0 0,1-1 0,-5 2-69,-7-1 1,-3 0 113,11 0 0,-3 0 45,-5 0-90,-6 1 90,-7 3-90,2 7 90,-5 4-90,1 25 45,-8-15 0,-2 4 366,3 14 0,-1 3-381,-2-10 0,-1 0 0,0 2-938,1 5 0,-1 1 1,1 0 907,-2-8 0,1-1 0,-1 3 22,1 4 1,1 4-1,-1 0 1,0-5-280,1 5 1,0 0 256,0-5 0,0 4 0,0 0 0,0-3 29,0-5 1,0-2 0,0 1-659,1 5 1,0 2 0,-1-3 628,1 5 0,0-1 0,-2-1 0,-1-3 6,0 6 84,-2-3 2023,-9-8-2113,0-21 269,-32 0-224,14-14 0,-2-4 83,-3 1 0,-3 0-98,1-3 0,-3-2 0,0 1 513,1 1 1,1-1 0,-2 1-544,-9-2 0,-2 0 0,1 0 30,8 1 0,1 1 0,0 1-30,3 0 0,0 1 0,-1 0-632,-6 1 1,-2-1 0,4 1 541,3 1 0,-1 0-300,-9 0 0,-5 0 1,7 1-468,15 1 1,3 0-783,-9 1 1,1-1 1625,2-2 0,12-6 0,7-4 1</inkml:trace>
  <inkml:trace contextRef="#ctx0" brushRef="#br0" timeOffset="135332">31674 1360 10501,'4'-46'-360,"0"4"540,-2 17 180,2-2 180,-1 0-91,1 3 181,1-2 269,-1 7-809,1 18 0,-3 18 0,-2 12 0,-1 10 0,0 3-45,-1-7 0,0 3 0,-1 0 0,1 1-380,0 4 1,-1 1 0,1-1 0,-1 0 334,0 7 0,0-2 0,0-1 29,1-3 1,-1 0 0,2-6 15,0-8 0,0-1-45,0 5 0,0 2 0,0-5 90,1 6-145,1-10 1,-1 0 144,0 3-90,2 9 90,0-12 0,-1-6 90,1-8-90,-1-18 1320,0 3-1320,13-9-90,-3 8 216,27 0-216,-5 3 0,7 2 0,-3 0-1524,1-1 1,1-1 1523,5 2 0,3 0 0,-1-1 45,3 0 0,1 0-839,-4-2 0,3 0 0,-2 0 794,-8 1 0,-1-1 0,0 0-206,7-1 0,0 0 1,-4 0 205,0-1 0,-3-1 45,-3 1 0,-1 0-45,-3 1 0,-2-1 138,2-1 1,-3 1-139,-6 0 1921,12-2-1831,-21 3 2899,3 0-2899,-3 0 1197,-1 2-1197,-2 0 112,-3 0 158,0 0-180,-1-1-1,1-5-89,0-3 0,1-15 0,-3 3-90,4-12 0,-3-1 0,2-1 0,-3 11 0,0-2-280,1-8 0,2-5 0,-1-2 280,-1 1 0,0-1 0,0-1 0,0 3-566,0-2 1,-1 3 0,1-2 565,0 0 0,0-3 0,0 0 0,-1 2 0,1-4 0,-1 2 0,0 2 0,0 7 0,-1 1 0,1-2-30,1-11 0,1-3 0,-2 6 30,0 8 0,0 5 0,-1 2 0,-1 3-90,-1 4 0,1 0 0,-2 6-180,-1 4 869,-6 14-689,-13 14 0,6-3 90,-11 13 0,16-18 1848,-4 2-1938,-10 1 90,-26 1 0,12-5 0,-4-2-691,5-2 1,-2-2 0,-4 0 690,-4 0 0,-5-1 0,0 0 0,2 0-932,-1 0 0,2-1 0,-3 1 932,3-1 0,-3 1 0,0 0 0,2 0-45,9 0 0,1 1 0,0-1 0,0 2-481,-7 1 1,-2 2 0,1 0 0,2-1 345,-5 1 0,2 0 0,1 1-90,-2 0 0,1 3 1,5 2-1370,3 9 1,6 0 1124,-4 5 0,12-5 0,5 1 0,10-1 0</inkml:trace>
  <inkml:trace contextRef="#ctx0" brushRef="#br0" timeOffset="140074">13544 3116 10321,'-9'-7'3276,"17"6"-2774,-1 2-412,15 3-90,1-4 90,1 0-90,7 0 90,-4-1-90,-2 0 0,-3 0 0,-7 0 0,0 0-180,-8 0-90,6 0-90,-5 1-539,2-1 899,-2 1 0,-5-1 0,0 1 0</inkml:trace>
  <inkml:trace contextRef="#ctx0" brushRef="#br0" timeOffset="140568">13688 3174 7892,'-5'-7'0,"1"2"0</inkml:trace>
  <inkml:trace contextRef="#ctx0" brushRef="#br0" timeOffset="141309">13691 3157 10951,'2'8'449,"-1"1"-179,0 2-90,1 7-90,0 2 90,3 16-90,0-1 0,-1-10 0,0 0-90,3 14 90,-2-12 0,0-1 0,1 5-90,1 11 0,-3-20 90,0 1 0,-2-10-180,0 3 90,0-6-360,-1-3 360,0-2 0,0-2 0,-1 0 0</inkml:trace>
  <inkml:trace contextRef="#ctx0" brushRef="#br0" timeOffset="141751">13982 3198 9961,'2'-12'810,"-2"2"-181,0 3 361,0 1-810,1 16-180,2 7 180,4 25-135,-3-15 0,0 0-45,2 22 45,-3-17 0,1-1 45,-1 14-726,-1-19 0,0 1 726,-1 8-180,1 1-179,-2-12-181,1 3-180,0-7-449,0-7 1079,1-5 0,-2-5 0,1-2 0</inkml:trace>
  <inkml:trace contextRef="#ctx0" brushRef="#br0" timeOffset="142080">14031 3168 10141,'-3'-13'630,"1"2"-270,-1 5-180,8 1-180,-2 2 89,14 1 1,-5 2 0,23 0-90,-15 0 90,27 3-90,-27 0 90,19 6-90,-23 3 90,0-1-90,-17 10 0,-6-10 90,-22 17-90,10-15-180,-6 3 0,-2 1-629,1-1-720,-11 5 1529,18-9 0,8-5 0,-1 2 0</inkml:trace>
  <inkml:trace contextRef="#ctx0" brushRef="#br0" timeOffset="142431">14567 2982 11041,'3'-15'1619,"0"-2"-900,-2 10 91,0-2-540,-10 48-180,1-9 0,-1 9 0,-3 9 0,1-3-977,1-9 1,-1 0 908,1-1 0,-1 5 1,-1 0-1,2-5 23,-1 1 0,-1 1 0,2 0 0,-2 4 0,0 0 0,1-4-45,-1 2 0,1 1 22,0-1 1,-2 5 0,0 0-1,1-4-157,-1 10 0,0-4 0,0 1 1,0-3-226,5-10 0,2-7-90,4-15 450,1 0 0,12-25 0,3-6 0</inkml:trace>
  <inkml:trace contextRef="#ctx0" brushRef="#br0" timeOffset="142907">14926 3257 11490,'6'-9'900,"0"13"-720,-5 13 0,-1 20-90,-2-5 0,0-4 0,1 1 0,-3 16-46,2-16 1,0 1 0,0-4 0,0-1 45,0 19-90,1-5-269,1-9-1,-1-10-540,2-3-1618,-2-9 2428,0 1 0,1-6 0,-1 0 0</inkml:trace>
  <inkml:trace contextRef="#ctx0" brushRef="#br0" timeOffset="143165">14908 3260 11760,'19'-3'990,"11"-2"-810,3-2-90,1 0 89,7-5-268,-12 3-271,6-2-360,-11 2 720,-9 4 0,-22 13 0,-11 4 0</inkml:trace>
  <inkml:trace contextRef="#ctx0" brushRef="#br0" timeOffset="143360">14927 3436 10051,'-2'8'810,"1"1"-360,2-4-1,3 2-179,4-4 90,7 0-90,6-3 0,9-2-90,6-3-450,5-4 0,-8 0-900,5-4-2107,-10 0 3129,-2 1 1,-1-4-1,-9 3 1</inkml:trace>
  <inkml:trace contextRef="#ctx0" brushRef="#br0" timeOffset="143691">15427 3246 11490,'3'-8'1530,"0"1"-991,1 3-449,2 5 90,-1 0 90,3 10 90,-2 14-180,-1 10 0,0 14-91,-4-11 1,-1 10 0,-3-3-863,1-16 0,0 0 863,-1 15-269,-1 1-541,2-14-90,-1-2 271,1-7-2160,1-11 2699,-1-5 0,1-4 0,0-1 0</inkml:trace>
  <inkml:trace contextRef="#ctx0" brushRef="#br0" timeOffset="144015">15412 3310 11490,'-2'-26'630,"1"4"180,0 6-271,1 4 1,0 0-360,2 3 0,0 1 0,8 1 0,7 1-1,13 0 1,11 2-180,-3 3 90,11 3 0,-4 7-90,-9-1 0,1 10 90,-28-2-90,-5 8 0,-17 5 90,-5-4-90,-1-8 0,-1-1 0,-19 9 0,1 0-270,14-12 0,1-1-719,1 1-2288,-4 2 2499,23-8 1,10-6 0,11-4 0</inkml:trace>
  <inkml:trace contextRef="#ctx0" brushRef="#br0" timeOffset="144200">16207 3345 13020,'10'2'1888,"-2"-1"-448,-3 0-361,2 0-899,-1-1-3457,1 1 1427,-8 3-219,-4-1 2069,-31 5 0,5-4 0,-4 0 0,-13 1 0,1 0 0</inkml:trace>
  <inkml:trace contextRef="#ctx0" brushRef="#br0" timeOffset="145983">7682 4810 9242,'-9'3'1079,"7"2"-899,3-2-90,8 3 180,8-1 0,24 2-136,-5-2 1,4 0-477,-2-1 0,3 0 402,2-1 0,3 0 0,1 0-636,-10-1 0,0-1 1,1 0-1,4 0 606,-2 1 0,4-1 0,2 0 0,0-1 0,-1 1 0,-2 0-475,-2 0 1,-1 0-1,-2-1 1,2 1-1,2-1 460,3 0 0,4 0 0,1 0 0,0 0 0,-2 0 0,-4 0-321,2 0 1,-4 0-1,0 0 1,1-1 340,-2 1 1,1-1 0,0 1 0,-1-1 0,-2 1-135,10-1 0,-2 1 0,-1-1 189,1 1 0,-1-1 0,-3 0 480,0 0 1,-3 1-301,3-1 0,-4 1 735,-12-1 0,-3 1-375,10 0 2111,-14-1-2291,0-1 1673,-7 1-1673,1 0 644,-5 0-1004,2-1 138,-5 1-677,0-1-2828,-1 1 2457,-12-1 1,-5-1 0,-15 0 0</inkml:trace>
  <inkml:trace contextRef="#ctx0" brushRef="#br0" timeOffset="150624">16936 3251 10591,'2'-10'2788,"0"1"-2518,2 14-180,4 3 90,6 15-90,-1-2 90,11 17-90,0-1-1104,-8-11 1,1-1 1013,10 16 251,-10-17 1,0-1-207,1 0 0,0-1 0,-1-1 0,0-2-45,13 17 90,-8-15-90,-9-7 90,4 1 1597,-7-6-1597,1-1 106,-5-4 74,0 0-270,-20 5 90,-9 6-90,1-1 0,-2 0 0,-15 12-105,14-8 1,0 1 149,1 3 0,0 1-45,1-2 0,0-1 0,3 1 0,2-1-90,-7 8-180,13-10-180,0 1 90,6-6-629,6-1-360,7-5-1928,7 1 2971,1-2 1,13-4 0,-2-3 0</inkml:trace>
  <inkml:trace contextRef="#ctx0" brushRef="#br0" timeOffset="151100">17879 3412 11580,'-5'-15'180,"2"3"270,-4-2 0,1 5 89,-2-1-359,2 3 270,-2 0-360,2 4 180,-5 2-180,1 3 90,-8 9 0,-2 7 0,-11 14-136,14-13 1,1 2 0,0 2 0,1 0-516,2-1 1,2 0 470,-3 13 90,7 1 0,7-8-90,4 5 90,8-3-90,-1-10 0,10-1 1121,0-10-1121,9-2 0,3-7 0,2-10 90,0-12-90,-8-1 0,-12 2 0,-2-3 90,0-20-981,-8 14 1,-1-1 890,-4-17-168,-5 21 0,-1 2 168,-8-8 0,-7 2-90,-2 12-270,-5 12-180,0 11 1261,1 10-1260,7 0-1933,4 9 2472,11-4 0,2 5 0,7-1 0</inkml:trace>
  <inkml:trace contextRef="#ctx0" brushRef="#br0" timeOffset="151351">18151 3488 11490,'6'-8'900,"0"1"-270,-4 3 359,1-1-359,-2 1-1710,-3 12-89,2-4-2108,-3 9 2882,5-7 0,3-3 0,2-1 0</inkml:trace>
  <inkml:trace contextRef="#ctx0" brushRef="#br0" timeOffset="151781">18604 3287 12030,'-11'-25'2609,"4"6"-2250,-1 7-179,-2 11 0,-3 11-90,1 1 90,-9 27-90,14-4-135,3-3 0,3 1 45,3 7-90,12 8 0,3-12 90,-4-9 0,5 9-90,-9-8 90,-5 7 0,-2-5 90,-19 6-90,6-21 0,-17 10-270,-9-3 0,11-7-629,-15 3-2378,15-13 78,8-2 3199,-1-3 0,15-3 0,1-1 0</inkml:trace>
  <inkml:trace contextRef="#ctx0" brushRef="#br0" timeOffset="151981">18519 3294 10501,'-10'-30'1079,"-1"7"-899,3 4 360,0 8-270,5 5-180,3 0 180,19 0-180,1 3-495,14 0 0,7-1 405,5-3 0,2-1 0,0 1 0,-1 0 0,-13 0 0,-1 0 0,0 0 0</inkml:trace>
  <inkml:trace contextRef="#ctx0" brushRef="#br0" timeOffset="153149">7390 4069 8432,'9'-10'720,"-2"2"-540,-2 3 269,0-2 91,1-1-90,0-2-270,-1 2 449,1-1-359,-3 4-90,1-2 0,0 4-90,-1 4 0,3 10 90,4 25-180,-2 0 45,-1 2 0,0 5-554,-1-5 1,-1 1 538,-1-5 0,0 1 0,-1-1 15,2 16 0,0 0 0,0-1 0,-1-3-45,-1-12 0,0-1 45,1 10 0,0-3-126,-2-6 36,0-7 0,0-2-224,0-4-451,1 0-2557,0-10 2972,0-11 0,-2-11 0,1-9 0</inkml:trace>
  <inkml:trace contextRef="#ctx0" brushRef="#br0" timeOffset="154142">7414 3951 9691,'19'-7'90,"30"-1"0,-4 2-1141,-13 3 1,5 0 0,0-1 1110,-1 1 0,1-1 0,2 0-613,3 0 0,2 0 0,2 0 0,-3 1 583,7-1 0,-2 0 0,4-1-12,-11 2 0,3 0 0,2-1 0,-1 1 0,-1 0-207,4 1 0,0-1 0,-1 1 1,3-1 203,-10 1 0,2 0 0,1-1 0,0 1 0,-1-1 0,-1 1-147,9 0 1,-2 0 0,-1 0-1,1 0 132,-6 0 0,0 1 0,0-1 0,-1 0 0,-2 1 30,9-1 0,-2 1 0,0 0-225,2 0 0,0 0 1,-3 0 239,4-1 0,-3 1 727,-4 0 0,-6 1-412,-1-1 1811,7 0-2081,-25 0 1249,-1 0-1159,-8 0 3096,2 0-3134,-2 1 503,-1 0-645,0 0 90,0 1-1,1 3-89,-4-1 0,0 4 0,-3 1 0,0 2 90,0 1-90,1 6 0,2 2 0,2 15 0,2-2 0,0 2 0,2 4 45,-3-6 0,1 1-490,2 14 1,-1 0 444,-2-14 0,-2-1 0,0 7 0,-2-2 0,0-6 0,0-1-83,0 6 1,0-1 82,-2-8 0,1-3 0,0 2 0,1-1-39,1 6 39,1 7 0,0-14 90,0 4 772,-2-12-862,1 4 278,-1-9-278,-2-3 43,1 0 47,-1-1-90,1 1 0,-1-1 0,1-3 0,-1 3 0,0-3 0,-3 2 90,0-3-90,-4 0 0,-1-3 0,-1 1 0,-2-1 0,-1 2 0,-2 0 0,3 0 0,-3 1 0,2 0 0,-4 1 0,3 0 0,-7 1 0,-11 3 0,3-3-45,0 1 0,-4 1 45,-3-2 0,-3 1-1093,2-1 1,-3 1 0,0 0 1053,4-1 1,0 0 0,-2-1 38,-3 1 0,-4 0 0,-1 0 0,2 0-568,3-1 0,1 0 1,-1 0-1,-2 0 496,0 0 0,-3 0 0,0 0 0,0 1 0,2-2-18,-2 2 0,2-1 0,1 0 1,-3 0-163,3-1 0,-1 1 0,-2 0 0,2-1 0,1 1-568,-1 0 1,2 0 0,1 0 0,-1-1 631,0 1 0,0-1 0,0 1 0,-1-1 0,-1 0 0,-1 0 0,0-1 0,2 1 0,-2-1 0,-1-1 0,1 1 0</inkml:trace>
  <inkml:trace contextRef="#ctx0" brushRef="#br0" timeOffset="156782">13630 4240 6813,'-10'0'270,"-2"-2"-180,-3 0-90,3 0 270,-12-3-180,14 3 90,-10-3 179,7 2 181,-1 0 180,-1-1-450,4 1 179,2 0 271,2 1 629,2 0-989,12-3-90,6 2 0,20-4-180,-4 4 89,16-1 1,-5 1-270,10 0 0,-14 0-629,7-2-91,-21 2 181,3 0 629,-14 1 0,-8 2 0,-1 0 0</inkml:trace>
  <inkml:trace contextRef="#ctx0" brushRef="#br0" timeOffset="157075">13689 4205 10861,'6'11'809,"-2"-2"-539,-2 8 0,-1 5-90,2 13-180,-2-5 180,2 15-90,-1-20 0,0 4 0,0 0-90,-1 1 90,1 1 0,0 0-90,-1-6 0,1 17-90,0-25-720,1 14-539,0-16-1889,2 6 3238,-1-13 0,1-3 0,-1-4 0</inkml:trace>
  <inkml:trace contextRef="#ctx0" brushRef="#br0" timeOffset="157400">14029 4350 10681,'1'-7'899,"0"-2"-269,0 3 90,0-2 179,0 2-719,3 7-90,-1 6 0,4 13 90,-2 7-180,-1-2 180,2 14-90,-3-5-90,3 12 90,-3-12-90,0 4-270,-2-7 0,1-6-450,-1 2-359,2-15-1530,-2-1 2609,3-4 0,-3-5 0,1-1 0</inkml:trace>
  <inkml:trace contextRef="#ctx0" brushRef="#br0" timeOffset="157750">14103 4233 11131,'-5'-8'1169,"7"2"-1079,2 5 90,6 0 0,9 2 0,8 1 0,15 0-180,-6 0 89,12 1 1,1 5 0,-3 1-90,-5 1 90,-15 3 0,-14-1 0,-5 5-90,-8-2 90,-14 5 0,-6-2-90,-18 8 0,10-7 90,-12 3-540,13-5-539,4-1-1,5-2 990,12-6 0,10-2 0,3-1 0</inkml:trace>
  <inkml:trace contextRef="#ctx0" brushRef="#br0" timeOffset="157952">14791 4475 13020,'10'-1'3276,"-2"0"-1515,0-1-1312,-2 1 271,-1-1-540,1 0-540,-1 1-989,1-1-1928,0 0 2457,-20 1 1,-9-1 0,-20 0 0</inkml:trace>
  <inkml:trace contextRef="#ctx0" brushRef="#br0" timeOffset="160526">7791 6146 8972,'11'0'630,"-2"0"-361,6-2 1,6 0-90,3 0-45,0 0 0,2 1 0,4-1 0,1 2-1547,18-3 0,2 1 1457,-8 1 0,2-1 14,-2 0 1,4 0 0,3 0-486,-11 0 1,1 1 0,2-1 0,0 1-1,0 0 444,2-1 0,0 1 0,0 0 0,0-1 0,0 1 0,3 0 0,-1-1 0,1 1 0,0 0 0,-1 0-280,-3 0 0,0 0 0,-1 1 0,-1-1 1,-1 0 291,11 1 0,-3-1 0,1 1-180,-6 0 0,2 0 1,-1 0-1,-2 0 150,0 0 0,-3 0 0,0 0 275,1 0 1,-1 0 0,-2 0-276,-1 1 0,-2-1 45,2 0 0,-3 0 45,9 0 2069,-6 1-1979,-22-1 2232,11 1-2142,-12-1 1576,1 0-1756,-4 0 1025,-2 0-1025,0 0 119,-1 1-209,0-1 90,0 1-90,-1 0 90,0-1 180,1 1-90,-1-3-90,1-2 0,-1-3 0,0-1 269,2-7-179,-1-3-90,0-2 0,2-20 0,-1-4-1236,-2 13 1,-1-2 1190,-1 6 0,0-1-45,1-8 0,1-1-355,-1 1 0,0 0 355,1-6 0,0-1 0,1-4 0,-1 2 0,-2 13 0,0 0-124,1-5 0,-1 1 124,2-13 0,-3 22 0,0 0 0,1-14 0,0 11 0,-2 5 0,0 9 1988,-2 1-1988,0 5 905,0-2-905,0 3 356,0 1-356,-2 2-90,0 1 90,-1 0 0,-1 1 0,0 0 0,-3 2 0,-3 1 0,-1-1 0,-13 2 0,-7 1 0,3 0 0,-3 0-711,-7 1 0,-4 1 711,6 0 0,-1 0 0,-3 1-721,-7 0 0,-2 0 0,-2 0 698,7 0 1,-2 0-1,-1 0 1,2 0 22,6-1 0,0 1 0,0-1 0,-1 0-410,-2-1 1,-1 1 0,-1 0-1,0-1 1,2 0 409,-3 1 0,2-1 0,0 1 0,-2-1 0,3 1 0,-2-1 0,0 1 0,1-1 0,1 0 0,1 1 0,1-1 0,0 0 0,0 0-23,-3 1 1,-2 0-1,1-1 1,2 1-196,-2-1 1,2 0 0,-3 0 194,0 1 1,-3 0 0,1-1-1,3 1 23,4-1 0,2-1 0,0 1 0,-7 1 0,-1-1 0,6 1 187,10-2 0,3 0-187,-4 1 0,1-1 1436,-8 1-1526,4 0 2602,12 0-2602,-3 0 1483,7 0-1483,0-1 479,1 1-478,-4 0 89,-2 1 0,-1-1-90,0 1 90,0 0 0,6-2 0,-2 1 0,6-1 0,-3 1 0,5-2 0,-1 1-90,4-1 90,0 1 0,-1 0 0,3-1-90,0 1 90,3 2 0,0 1 0,3 3-90,1 0 90,0 3 0,2 0 0,0 4 0,0-1 0,2 8 0,0 0 90,3 11-90,-1-5 0,1 13 0,-2-11 0,0 1 0,2 17 0,-2-7 0,-1 1-375,-1-12 0,0 0 420,0 8 0,1 0-45,-1 1 0,1-1 0,-2-9 0,0-1 0,0 4 0,-1-1-189,0-5 0,0 0 234,-1 4 0,1-1-45,0 19 0,-1 3 0,1-13 0,-1 6 0,-1-6 90,0-6-90,0-8 0,1-4 719,-1-6-719,2-3 319,-1 0-3596,0-4 0,-4-4 3116,1-3 1,-4-6-1,3 4 1</inkml:trace>
  <inkml:trace contextRef="#ctx0" brushRef="#br0" timeOffset="163616">13485 4973 11940,'4'2'1439,"-1"0"-1259,33 1-180,-14-1 90,27-1 0,-14-1-1271,-9-1 0,-1 1 1271,14-2 470,8-1-470,-13 1-90,4 0 418,-7-1-508,-12 2-89,0-1-3098,-7 1 3327,-16 2 0,-1 1 0,-18 3 0</inkml:trace>
  <inkml:trace contextRef="#ctx0" brushRef="#br0" timeOffset="163967">13765 5024 10231,'-8'-4'1619,"1"0"-1439,2 5-180,0 4 90,1 4-90,1 4 180,-5 16-180,-3 14-175,-1 4 220,4-13 0,-1-1-608,-1 9 608,1 0 0,1 1-45,0-2 45,2 0 0,0 0-45,1-5 90,0 11-180,1-21-180,3-3-109,0-9-880,2-2-1132,1-4 2391,2-6 0,-2 0 0,2-3 0</inkml:trace>
  <inkml:trace contextRef="#ctx0" brushRef="#br0" timeOffset="164283">14110 5250 10681,'5'-8'1079,"0"1"-809,-2 1 180,-1 3 0,3-3-1,-2 3-359,3 3 180,0 9-90,0 11-90,-1 15 90,-5 13-180,-2-4 90,-3-6 0,0-1-1530,-4 11 1485,4-18 0,-1-1-45,-4 11-270,4-14-90,-1 4-539,2-10 899,1-6 0,3-7 0,0-5 0</inkml:trace>
  <inkml:trace contextRef="#ctx0" brushRef="#br0" timeOffset="164643">14212 5096 11760,'-4'-8'630,"4"-1"-450,2 6-90,4-2 0,2 3 180,10 0-91,10 1-179,2 0 180,20 1-90,-12 2-30,-6 0 0,7 1 0,-3 0-484,3 3 1,-1 2 453,-3-3 0,1 1 0,-5 1-30,-3 3 0,-6 0 90,-2 4 0,-15 7-1,-9-7 1,-12 5 0,-6 1-90,-6 1-850,-4 1 1,-2-1 939,-4-1-135,-2 3 0,0-1-135,6-3-89,2 1 1,5-2-452,15-9-2557,0 5 2837,12-7 0,8-1 0,6-2 0</inkml:trace>
  <inkml:trace contextRef="#ctx0" brushRef="#br0" timeOffset="164838">15232 5395 13379,'8'-1'3276,"1"0"0,-4-1-6553,1 1 2874,-54 0 0,6-1 0,-4 1 0,1 1 0</inkml:trace>
  <inkml:trace contextRef="#ctx0" brushRef="#br0" timeOffset="165723">8046 7749 9871,'-18'-11'900,"5"4"-181,-4-1-179,9 5-270,-6-2 180,9 3-90,-3 0 1259,3 0-1170,30 3-269,0-3 0,15 1 0,8 0-696,-17 0 0,2 0 1,4-1 587,0 0 0,4 0 0,3 0 0,1 0 0,0 0-27,-3 0 0,3 1 0,0-1 0,0 1 0,0-1 0,-2 1-498,5-1 1,-2 0-1,0 0 1,1 0 0,2 0 477,-2 1 1,3 0 0,1 0-1,1 0 1,-2 0 0,-4 0-1,-5 1 5,7-1 0,-6 0 0,4 1-15,-7-1 0,5 1 0,1-1 0,0 0 0,-3 1 0,-6-1-15,15 2 0,-3-1 22,-7 0 1,5-1 0,0 1-1,-7 0 23,-2 0 0,-1 1-15,3-1 0,3 0 0,-8 1 150,0-1 0,4 1 90,-23-1 908,-6 1-2347,-5 1-68,0 1-2040,-12 5 2837,4-3 0,-10 1 0,7-6 0</inkml:trace>
  <inkml:trace contextRef="#ctx0" brushRef="#br0" timeOffset="168223">13872 6788 9152,'7'-12'809,"-1"4"-449,-2 2 0,-1 2 449,1-1-719,0 15 0,-1-4 90,-3 25-90,-1 1 0,-3 12-90,0 5 90,1-9-90,0 8 90,3-13 0,-1 9-180,2-8-180,0-6-449,1-7 719,-1-7 0,0-7 0,0-5 0</inkml:trace>
  <inkml:trace contextRef="#ctx0" brushRef="#br0" timeOffset="168500">13828 6780 10591,'-3'-8'989,"5"-1"-719,6 2-90,8 0-90,-2 2 90,14-3 0,10-2-90,3 0-90,0-1-270,-10 4-270,-13 2 540,0 1 0,-8 1 0,-5 2 0</inkml:trace>
  <inkml:trace contextRef="#ctx0" brushRef="#br0" timeOffset="168714">13966 6915 9512,'-2'14'539,"2"-1"91,2-5-450,4-1 270,10-2-361,-3-3 271,22-1-1259,10-7 179,-7 2-584,-11-2 0,-2-1 1304,-4 0 0,14-7 0,-7 2 0</inkml:trace>
  <inkml:trace contextRef="#ctx0" brushRef="#br0" timeOffset="169038">14698 6700 10681,'-5'-9'1619,"0"-3"-450,1 5-989,2 10 0,0 9 0,0 21 0,-1 9-1221,0-6 0,-2 3 1,0-2 1040,2-3 0,0 0 0,-1-1 30,-1 4 0,0 0 0,0-5-30,-1 8 90,1-1 0,1 0-90,-1 0 0,1-5 0,1-2-360,2-10 360,0-2 0,3-27 0,1-11 0</inkml:trace>
  <inkml:trace contextRef="#ctx0" brushRef="#br0" timeOffset="169356">14588 6704 10951,'-3'-13'180,"2"3"89,-1 0 1,2 4 0,0-1 90,6 0-270,2 2 180,16 1 0,21 2-180,-8 1-1,0 2 1,1 1-571,-10-1 1,1 2 525,10 1 0,1 0 0,-11-1 0,-2 1-45,3 2 0,-2 0 90,3 5 0,-3 3-90,-15 2 90,-24 6-90,-9-3 45,-12-1 0,-5 0-45,8-5 0,0-1-197,-7 3 1,0 0 151,5-2 0,3-2-225,-3 6 457,0 2-817,17-6-2647,13-1 2949,6-7 1,13 5-1,3-3 1</inkml:trace>
  <inkml:trace contextRef="#ctx0" brushRef="#br0" timeOffset="169538">15534 6928 13199,'5'-8'1440,"0"1"-811,-3 2-179,0-1-90,-1 0-720,1 0-2917,0 1 2457,-6 9 1,-9 2 0,-9 6 0</inkml:trace>
  <inkml:trace contextRef="#ctx0" brushRef="#br0" timeOffset="170439">13902 8096 10141,'-9'2'900,"7"6"-720,3-5 179,11 4-89,6-4-90,15 0-45,1-2 0,3-2-90,-11 1 0,2-1-276,8-1 0,4 0 0,-4 0 231,13-4-45,-1 2 0,-2-1-434,-4-1 254,-16 2 0,-2 0-224,0-1-721,-7-1 1170,-10 3 0,-9-1 0,-6 2 0</inkml:trace>
  <inkml:trace contextRef="#ctx0" brushRef="#br0" timeOffset="170724">14202 8129 11850,'-4'9'990,"0"2"-900,4 2 90,0 13 89,-3 6-224,0-6 0,0 1 45,0 3 0,-1 0-366,1 1 0,0-1 321,-1-1 0,1 0 0,0-4 0,1-1-135,-2 12-113,1 2-607,3-14-1798,3 4 2608,5-7 0,7-5 0,3-3 0</inkml:trace>
  <inkml:trace contextRef="#ctx0" brushRef="#br0" timeOffset="171058">14881 8169 11490,'0'-12'630,"0"2"-180,-1 2 0,1 2 359,0-2-719,3 13 90,0 7-90,4 17 0,-3-3 0,1 14 0,-3-1-376,-1-14 1,-1 0 330,-1 5 0,0-2 44,-2 13-89,-2 8-269,0-14-451,1-1 270,1-7-2827,1-10 3264,1-9 0,1-1 1,0-5-1</inkml:trace>
  <inkml:trace contextRef="#ctx0" brushRef="#br0" timeOffset="171443">14844 8144 10951,'-1'-10'360,"0"-1"-181,4 5-89,-1 0 360,10-4-270,5 3-90,4-2 90,11 2-90,5 1 0,-13 4 0,2 0-45,2 1 0,-1 0-45,18 3 0,-5 3 90,3 5 0,-15 4-90,6 1 90,-19 12-90,-16-5 89,-13 15-89,-7-11 45,2-9 0,-2 0-369,-19 9 369,16-12 0,0 0-45,-10 4 0,2-3 0,14-6-90,-2 0-3187,7-2 3152,22-7 0,4-2 0,16-6 0</inkml:trace>
  <inkml:trace contextRef="#ctx0" brushRef="#br0" timeOffset="171643">15644 8344 12030,'9'2'3276,"-3"-1"-2234,0 0-1852,0 1-899,-2 0 180,-3 3-450,-4 1-809,-4 1 2788,-2 0 0,-9 3 0,-4 1 0</inkml:trace>
  <inkml:trace contextRef="#ctx0" brushRef="#br0" timeOffset="172882">14194 9422 11490,'8'-6'1889,"1"1"-1889,-2 9 180,-1 5 0,0 14-90,-3 7 0,-6 16-367,2-21 1,-2 2 321,-1 6 0,-2 1-45,3-9 0,-1 1 45,-3 7 0,0 0-45,-3 10-189,4-17 0,0-1-171,-3 13 91,2-12-901,2 0-2107,3-16 3084,2 4 0,0-12 1,2 1-1</inkml:trace>
  <inkml:trace contextRef="#ctx0" brushRef="#br0" timeOffset="173168">14237 9373 11400,'-7'-9'900,"3"-1"-720,7 5-90,4-2 90,9 1-180,0 2 180,24-5-90,-6 3-694,-7 1 1,-1-1 423,9 1-90,-5 0-1619,-4 1 1889,-10 1 0,1 1 0,-12 1 0</inkml:trace>
  <inkml:trace contextRef="#ctx0" brushRef="#br0" timeOffset="173382">14228 9632 10231,'9'8'1349,"-2"-2"-719,17-6-540,-11 0 270,25-4-90,0-1-270,2 0-450,-10 0 0,1-1 450,-4-1 0,0 0 0,1 1 0,0-1 0,0-1 0,0-1 0</inkml:trace>
  <inkml:trace contextRef="#ctx0" brushRef="#br0" timeOffset="173841">15029 9396 10681,'0'-8'270,"0"1"-90,1-1 629,0 0-269,0-2-180,0 1 539,0 2-809,-1 16 90,0-2-90,0 34 0,-1-18-45,0 3 0,1 1 45,-1 20-553,-1-8 1,0 1 462,2-12 0,-1 0 45,0 10 0,-1-1-195,2 4 240,-2 4-180,2-6 0,-1-14-180,1-2-809,0-10 1079,-1-1 0,1-3 0</inkml:trace>
  <inkml:trace contextRef="#ctx0" brushRef="#br0" timeOffset="174209">15034 9354 11311,'-4'-12'1079,"0"2"-899,6 3-90,3 1 90,6-1-90,8 2 0,10 0 0,9 2-1,8 3-322,-19 2 1,0 1 232,0 1 0,-1 2 0,15 5 28,-2 7-28,-15-1 90,-1 6-90,-10-4 0,-11 4 0,-18 3 90,-10 3-90,-4-4 90,-11-2 0,5-7 219,-3 1-309,6-3-116,8-2-424,10-6 540,3 0 0,13-7 0,7-3 0</inkml:trace>
  <inkml:trace contextRef="#ctx0" brushRef="#br0" timeOffset="174434">15820 9512 12840,'10'-1'3238,"-1"0"-2069,-3-1-2068,0 2-2378,0 0 1876,-9 4-1876,-1-2 3062,-17 3 0,-7-6 0,-10-1 0</inkml:trace>
  <inkml:trace contextRef="#ctx0" brushRef="#br0" timeOffset="177357">14102 10666 10681,'-2'-11'-180,"0"2"360,4-3 180,4 4-1,8-3-179,-1 4 90,12-3 0,-1 2 0,9-1-180,1 1 0,-7 1 90,7 1 0,9 0-90,0 0-90,2 1-180,-12 2-270,-12 1-180,1 1 630,-8 1 0,-18 5 0,-7 3 0</inkml:trace>
  <inkml:trace contextRef="#ctx0" brushRef="#br0" timeOffset="177647">14350 10628 10411,'9'-3'1079,"-2"4"-719,1 16-90,-3 17-180,-3-4 0,-1 5 45,-1 12 0,0 1-135,-1-15 0,0 0 60,0 1 0,0 3 0,0-5-240,1 14-720,0-11 1,1-2-2339,3 1 3238,0-13 0,1-15 0,-1-4 0</inkml:trace>
  <inkml:trace contextRef="#ctx0" brushRef="#br0" timeOffset="177950">14930 10666 10591,'5'-11'540,"-2"2"179,2-1-359,-2 4 180,1 0-180,5 13-181,-3 6-89,5 17 0,-6-2 0,2 21-499,-5-7 454,0-11 0,-1 0 45,-1 15-90,-2-19 0,0-1 90,-1 14-180,-2 4-270,1-7 90,0-14-629,1-2 899,0-10 0,2-2 0,-1-5 0</inkml:trace>
  <inkml:trace contextRef="#ctx0" brushRef="#br0" timeOffset="178314">14905 10652 10771,'6'-15'360,"-1"3"-91,20 0-179,-9 6 0,24-5 0,-16 5-45,5 1 0,1 0 45,2 1-45,3 1 0,0 2-45,-7 2 45,-1 2 0,-1 3 45,-3 12-90,-2-1 45,-23 7 0,-8 1 45,-6-2-45,-10 7 0,-3 0-45,-7-1 45,7-5 0,1-1-1035,-5 6 990,8-7 0,27-13 0,11-9 0</inkml:trace>
  <inkml:trace contextRef="#ctx0" brushRef="#br0" timeOffset="178500">15781 10896 12390,'8'-3'3276,"-1"-1"-2055,-2 1-4099,-1 0-399,-10 7 78,-11 2 3199,-9 6 0,-17 0 0,1-1 0</inkml:trace>
  <inkml:trace contextRef="#ctx0" brushRef="#br0" timeOffset="181590">19836 3167 10771,'7'-9'1439,"-1"2"-809,-3 2-1,0 2-539,0 6 0,0-1 0,0 7 90,-1 15 0,0 6-180,-1 7 45,-2-9 0,0 1-261,-1-4 1,-1 2 260,0 6 0,-1 1-45,-2 15-82,-1-1-8,3-17-90,-1 4 0,3-11-720,-1 0-2248,1-15 3148,-1 3 0,2-10 0,-2 0 0</inkml:trace>
  <inkml:trace contextRef="#ctx0" brushRef="#br0" timeOffset="181918">19711 3154 10861,'0'-9'360,"5"2"-270,8 5-1,12 0 1,3 1-90,1 0 90,8 1-90,-9 0 90,4 2-90,-1 2 0,-13 1 0,-1 4 0,-14 1 90,-4 6-90,-4-2 0,-12 9 0,-3-3 0,-8 7 90,6-7-180,0-2-719,0 0-1350,7-4 900,-3 1 1259,12-7 0,5-5 0,0-1 0</inkml:trace>
  <inkml:trace contextRef="#ctx0" brushRef="#br0" timeOffset="182521">20103 3576 11580,'2'10'2069,"3"-5"-1889,4-2-90,2-6 90,1-2-90,2-3 0,1-1 0,4-7 0,-4-1 0,8-20 0,-10 10-90,2-17 90,-11 16-90,-2-6 0,-4 11 0,-6-4 90,1 15-90,-10-5 0,8 13 0,-11 4-90,12 3 90,-3 3 0,8-2-90,13 11 90,4-6 0,8 5-90,12-9 90,-15-3-90,20 1 90,-23-3 0,6 1 0,-9 2 0,0 4 0,-3 0 0,-1 12 0,-7-8 0,1 14-90,-1 13 90,0-14-360,4 17 180,-3-29-1169,4 8 719,-2-12-2647,5 4 3017,-4-9 0,3-1 0,-3-1 0</inkml:trace>
  <inkml:trace contextRef="#ctx0" brushRef="#br0" timeOffset="182948">20588 3472 13919,'15'0'450,"-3"-1"-270,5-7 0,3-5-1,-1-1-89,2-6-90,-11 7 90,-1-4-90,-7 4 90,-4-5-90,-2 7 0,-3 1 0,-3 8 0,-6 9 0,2 1 0,-6 15 0,11-6 0,-3 14 0,7-12 0,5 27-90,17-6 90,-4-3-269,18-8 89,-16-25-450,13-1-1079,2-10-360,-4 0 2069,12-11 0,-15 1 0,7-5 0</inkml:trace>
  <inkml:trace contextRef="#ctx0" brushRef="#br0" timeOffset="183283">21066 3359 12300,'6'-9'3238,"-8"18"-2968,-12 24-180,2-3 0,-4 17-90,12-30-180,2 15 90,3-17-540,8 13-629,8-16 629,-1 1 1,4-10-2160,-3-7 2789,1-4 0,4-8 0,-1-4 0</inkml:trace>
  <inkml:trace contextRef="#ctx0" brushRef="#br0" timeOffset="183558">21189 3202 10591,'0'11'360,"3"1"-90,6 7-180,-1 0-1,1 5-89,-3-8 90,0 5 0,-1-3-90,1 6-90,-2-6-359,1 3-361,-2-7-1888,3 5 2698,-2-7 0,3 1 0,-1-4 0</inkml:trace>
  <inkml:trace contextRef="#ctx0" brushRef="#br0" timeOffset="183964">21128 2877 10321,'5'-10'1979,"0"1"-1080,-2 5-988,1 6-361,-1 0 180,2 9 0,-3-5-989,2 5 809,1-5-180,0 1 630,4-2 0,-3-2 0,4 1 0</inkml:trace>
  <inkml:trace contextRef="#ctx0" brushRef="#br0" timeOffset="184401">21601 3256 10231,'4'-9'2069,"-3"-1"-1439,-3 2-181,-2 0-269,-1 1 180,1 3-90,-3 1-90,-1 3 0,-3 3-90,0 4 0,3 1 89,-1 8-179,6-2 0,1 9-89,5-7-1,5 6 0,4-3-90,4 5 180,-2-6-180,1 3 90,-4-7 90,-1 4 0,-4-6 0,-6 4 0,-5-4 0,-2 2 0,-8-1 90,0-3-90,-4 4-180,4-5-360,0 1-719,6-4 1259,1 0 0,4-3 0,3-2 0</inkml:trace>
  <inkml:trace contextRef="#ctx0" brushRef="#br0" timeOffset="185764">21902 3317 11580,'3'-12'2339,"-2"3"-990,0 0-719,-1 3-540,-2 9 90,2-1-180,-3 8 180,1-5-180,8 8 0,-4-7 0,5 6 0,-5-4 0,-2-2 0,0 12 0,0-10 0,-1 13 0,0-9 0,0 15 0,1-12 0,1 12 0,1-14-90,7 13 0,-3-14 0,8 9 0,7-15 90,-5-1-90,11-6 90,1-16-90,-9 4 90,10-18 0,-20 13-1639,-4-6 1,-1-2 1523,-2 1-128,-4-1 0,-2 0 243,-3 5-271,-13-13 271,8 19 0,-11-7-270,2 14 3107,7 3-3017,-5 1 426,13 5-246,11 1 257,17-5-347,14-2 90,-2-2-90,8-3 90,-13 4 0,-1-1-90,1 3 90,-10 5 0,-2 1 0,-1 7 0,-10-1 0,1 15 0,-4-7 0,-1 18 0,-3-14 0,-5 26 0,1-22 0,0 2 0,-2 1 0,-2 7 90,-1-3-90,3-4 0,4-20 270,1 2-180,17-25-90,-6 6 45,8-12 0,4-7-1,2-1 1,0 0-45,-4 5 0,0-1 0,8-6 0,1 2 0,11 5 0,-10 6 0,8 8 0,-26 14 90,8 14-90,-11-3-3277,3 30 3162,-9-21-203,-1 6 0,0 0 318,-1-4 0,0 21 90,3-10-90,-1-10-270,4 4-2428,5-21 3796,-2-2-1098,13-8 0,-1-9 0,9-5 0</inkml:trace>
  <inkml:trace contextRef="#ctx0" brushRef="#br0" timeOffset="185964">23267 3450 12840,'13'15'3276,"-3"-4"-1785,1 1-1041,-6-7-1080,3 1-2647,-4-2 0,-11 3 2457,-1-4 1,-23 0 0,1-2 0</inkml:trace>
  <inkml:trace contextRef="#ctx0" brushRef="#br0" timeOffset="187308">19885 3879 11311,'-14'-6'89,"4"2"181,1 0 0,2 3 180,0-1 180,0 0 269,1 0 360,0 1-989,14-2-90,2 1 45,13 1 0,7-1-45,9 0 0,5 1-1221,1-1 0,3 0 0,1 0 1101,-3 1 0,-1-1 0,4 0-6,-8 1 0,2-1 0,2 0 0,1 0 0,-2 0-472,-1 0 0,-2 1 1,1-1-1,1 1 1,4-1 439,-7 1 1,4-1-1,1 1 1,1-1-1,1 0 1,-1 1-1,-2-1 1,-2 1-290,10-1 1,-4 0-1,0 1 1,1-1 0,3 1 278,-5 0 1,3-1 0,2 1 0,1 0 0,-2-1 0,-1 1 0,-4 0-205,1 0 1,-4 1 0,0-1 0,-1 0 0,2 1 206,-3-1 0,2 0 0,0 1 0,0-1 0,-2 0 0,-1 1-15,7-1 0,-3 0 0,-1 1 0,-1-1 159,-2 0 1,0 1 0,-2-1 0,-4 0 65,8 0 0,-3 1 616,2-2 0,-3 1-572,-10 1 1,-4 0 1713,4-1-1354,1 0-449,-16 1 2822,6-1-2822,-10 1 1268,3 0-1718,-3 1 5,1-1-275,-1 1-899,-1 1-450,0 0-1388,0 2 2457,-10 2 1,-6-1 0,-9 3 0</inkml:trace>
  <inkml:trace contextRef="#ctx0" brushRef="#br0" timeOffset="190057">20033 4146 10321,'8'-7'2519,"0"8"-2429,-6 2 0,1 13-90,-1-4 90,0 15-1,1 11-89,1 6 90,0 0-90,0-2 90,0-11-90,0 6 0,-1-11 0,0 1 90,-1-10-90,0 3 0,-1-7 90,1-1 0,-1-5 90,0 1 450,0-2-540,3-16 0,-1-4 0,2-21 0,-1-9-90,-2 3 0,1 11 0,0-1-224,-2 2 1,1 0 223,3-19-33,-4 21 1,0 3 122,1-1-180,-2-2 0,1 8-270,-1 2-2917,-1 8 2457,-2 8 1,2 0 0,-2 7 0</inkml:trace>
  <inkml:trace contextRef="#ctx0" brushRef="#br0" timeOffset="190631">20566 4138 10501,'11'-16'450,"1"-1"-270,-5 9 539,3-8 810,0 4-539,-3 1-810,-1 13 179,-16 45-269,1-4-163,0-8 0,-3 6 0,-1 1 133,-1 0 0,-2 0 0,1-1-571,2-4 0,1-1 0,-1 0 541,-4 10 0,-2 0 0,3-7 60,-2 7-45,1-5 0,0-1-45,3-5 0,2-6 0,1-2 90,3-7-90,-2 9 0,5-16-270,-1 6-652,5-12-157,5-9 2044,0-1-4242,12-19 2859,-8 12 1,6-14-1,-4 8 1</inkml:trace>
  <inkml:trace contextRef="#ctx0" brushRef="#br0" timeOffset="193290">20874 4427 10411,'-3'-9'450,"1"0"359,0 4 181,1-2-900,0 28 90,2-5 0,-1 28-91,1-8 1,1 3-90,0-7 90,3 7-90,-1-9 90,2 6-90,-2-10-90,1 0-359,-1-9-2520,3 4 2969,-2-10 0,-2-3 0,-1-8 0</inkml:trace>
  <inkml:trace contextRef="#ctx0" brushRef="#br0" timeOffset="198273">19961 5230 8522,'-4'-9'2069,"2"1"-1799,5 2-90,0 2 0,3 1 269,1 0-89,4 0 0,6 0-90,5 0 0,4 1-90,4 0-1,3 2-179,-8 0 90,4 3 0,-8 0 0,3 2 0,-8 0 0,-3 5 0,-10 3-90,-12 12 90,-14 8-90,5-12 0,-2-1-237,-3 3 1,-1-1 236,0 0 0,1-1 0,-11 11-37,2-1 37,15-12 0,1 2 0,6-5 0,7-2 0,7-5 561,7 2-561,11-2 39,10-4-39,7-2 0,4-1 0,-8-3-90,6 0-180,-11-1-269,5-1 179,-9 0-540,-3 0-1348,-6-1 2248,1-1 0,-2-2 0,-1-2 0</inkml:trace>
  <inkml:trace contextRef="#ctx0" brushRef="#br0" timeOffset="198647">20689 5155 10861,'3'-15'1169,"-2"5"90,1-5-1079,-8 25 0,-10 24-90,0 4-60,5-10 0,-3 4 0,-1 0 30,-1 0 0,0 0 0,0-1-196,-3 11 0,-1 0 166,1-5 0,-2 1 0,4-4-30,2-3 0,1-2-270,-1 2 0,0 0-315,4-5 1,1-4-2693,4-3 2882,5-8 0,2-9 0,1 0 0</inkml:trace>
  <inkml:trace contextRef="#ctx0" brushRef="#br0" timeOffset="199150">20874 5377 11221,'7'-11'539,"1"0"-269,-3 4 0,2-2 180,4 1-180,2-1-180,1 1 179,3 1-89,0 2-90,7 0 0,-3 0 0,5 3-90,-4 0 90,4 3 0,-5 1-90,0 2 90,-8 4 0,0 5-90,-11 6 90,-14 11-90,-15 9-230,7-15 1,-1-1 229,3-3 0,-1 0 0,-5 3 0,0 0 0,4-5 0,2-1 0,-4 4 0,0 0 0,-8 8 0,5-2 90,12-10 0,0 4 0,8-7 90,6 0 458,8-8-458,6 1-90,1-4 0,14-4 0,4-3-45,-7 0 0,1-1-486,19-3 351,-16 2 0,0-1-449,12-4-1,-17 4 0,0 0-1791,17-7-946,-4-1 3151,-11 4 1,1-1 0,-5 1 0</inkml:trace>
  <inkml:trace contextRef="#ctx0" brushRef="#br0" timeOffset="199364">21628 5600 13379,'10'2'509,"-22"0"1,-9-1 0</inkml:trace>
  <inkml:trace contextRef="#ctx0" brushRef="#br0" timeOffset="202156">20057 6498 12570,'-1'-10'719,"1"0"-629,6 6-90,-2 0 90,3 0 0,2 0 0,4-1 0,1 0-90,11-1 90,0 1-90,10 0 0,-6 1 90,6 2-90,-9 2 0,5 1 0,-10 1 0,4 8 90,-14 1-90,1 9 0,-12-3 0,-14 14-90,-9 2-87,6-10 1,-2 0 176,-13 14 0,12-15 0,-1-1-90,-11 9 90,14-12 0,0-1 0,-12 9-90,7-4 90,7-6 0,2-2 0,6-5-90,1-1 353,6-2-263,2-1 0,6 0 0,6-4 0,5-1 0,0-1 0,10-1 0,0-1-180,19 0 90,-15 1-179,12-1-91,-19 1-180,4 0 180,-8 0-539,0 0 899,-2-1 0,1 0 0,1-2 0</inkml:trace>
  <inkml:trace contextRef="#ctx0" brushRef="#br0" timeOffset="202691">20838 6319 10411,'2'-10'900,"-1"1"-361,0 3 91,0-1-90,-1 2-540,-4 8 90,1 2-1,-4 11 1,-6 17 0,2-7 0,0 1-355,-1 0 0,0 2 355,-8 14 0,-1 2-798,3-6 1,-1 2 737,3-8 0,-1 2 0,0 0 0,0 1 0,-1-1 0,1-1-30,-3 7 0,-1-1-325,6-9 1,-2 0 0,2-1 369,-4 5 0,0-1-165,-1 5 0,-1 0 164,2-3 1,1-3-45,4-7 0,0-3-179,-8 18 286,8-15-377,5-11-2623,4-2 2893,11-19 0,2-2 0,8-13 0</inkml:trace>
  <inkml:trace contextRef="#ctx0" brushRef="#br0" timeOffset="203630">20888 6812 10411,'3'-12'1079,"0"1"-809,-1 6 0,1 0-90,2 0 0,2-1-90,1 1 90,2-2-90,3 2 90,4-2-180,-2 2 90,4-2 0,7 2-90,-7 1 89,13 0-89,-10 2 90,3 1-90,-3 1 0,-2 0 0,-6 2 0,1-1 0,5 6 0,-12-2 90,5 4-90,-12 3 0,-9 10 0,-1-2 0,-15 16 0,7-16 0,-2 0 0,-2 2-1639,1-1 1,0 0 1613,-13 11 25,3-1 0,24-23 0,-1 2 0,1 0 0,2 0 0,11 0 0,3-4 3276,10 2-3250,22 5-26,-19-6 0,2 2 0,0 2 0,-6 5 0,1 4 0,-11 1 0,-13 0 90,-8 4-90,-10 4 0,-1-4 0,-11 8 90,5-11-90,-7 6-90,5-6-90,9-8-539,1-2-1890,8-7 2609,0-1 0,1-4 0,4-3 0</inkml:trace>
  <inkml:trace contextRef="#ctx0" brushRef="#br0" timeOffset="203858">21719 7102 15898,'1'4'-820,"-1"-3"1,-20 2 0,1-4 0</inkml:trace>
  <inkml:trace contextRef="#ctx0" brushRef="#br0" timeOffset="212007">20102 7877 8882,'-2'-10'1259,"2"0"-1169,2 4 90,4-2-90,0 4 180,6-4-90,0 2 0,5-2-90,-2 2 0,5-2 89,-3 2-89,4-1-90,-5 2 90,5-1 0,0 2 0,-5 1-90,4 2 90,-11 2-90,2 5 90,-5 2 0,-4 6-90,-4-1 0,-8 9 90,-6 0-90,-10 11 0,-1-1 0,-1 0 90,7-4-90,6-5 0,6-7 0,5 1 0,7-5 0,4 3 90,2-5-90,6 1 0,0-2 0,4 2 0,-1 1 0,-5-1 0,1 10 0,-9-5 0,-1 5 0,-9 1 0,-6-1 0,-8 5 90,1-5-90,-10 4 0,3-7 0,-5 2 0,2-2-180,5-4-540,6-4 720,5-3 0,9-12 0,5-5 0</inkml:trace>
  <inkml:trace contextRef="#ctx0" brushRef="#br0" timeOffset="212376">20887 7779 10591,'1'-15'450,"-1"3"449,-4-5-629,1 6 180,-2-1-90,1 6-181,-3 9 1,-3 9-90,-4 12 0,-2 5 0,-1 1 0,0 1-570,0-1 1,-1 2 0,0-1 539,0 0 0,0 0 0,0-2-60,-5 9 0,0-2 45,2-1 0,-2 1-15,1-1 0,-1 2 0,2-4 15,4-5 0,0 0-45,-4 6 0,-2 5 0,4-6-11,0 3-169,-1 6-90,9-18-360,5-5 180,5-10-2608,4 3 3058,1-9 0,13-4 0,1-6 0</inkml:trace>
  <inkml:trace contextRef="#ctx0" brushRef="#br0" timeOffset="213042">21067 8073 11221,'8'-12'449,"-1"2"91,-3 2 360,0 1-631,1-1 361,-2 2 180,-1 1-451,-10 20-269,-9 12 0,3-5 0,0 3-45,-4 2 0,0-1-45,-9 13 90,8-12 0,1-1-90,-5 7 45,8-12 0,1 0-45,-1 1 0,1-1-90,7-8 0,1 0-90,5-4 90,9-6 0,4-5 90,2-1-90,8-7 0,-4 3 0,8-5 90,-8 5-90,4-1 1,-4 2-1,6-1 0,-5 2 0,5 1-90,-3 0 0,10-1 180,-9 1-90,8-1 0,-12 0 0,3-2 90,-6 1 0,1-2-90,-5-1 90,3-1 90,-4 1 0,-1 0 0,-2 4 0,0-1-90,-1 6 90,-6 14 0,-2 10-90,-6 9 45,2-8 0,-1 1-218,1 0 1,-1-1 217,1 6 0,1 0 0,-1 0 0,0-1 45,0 9-113,0 6-67,3-20-539,-1 5-1260,2-10-1388,1-6 2927,-2-6 0,2-5 0,-1-2 0</inkml:trace>
  <inkml:trace contextRef="#ctx0" brushRef="#br0" timeOffset="216583">20173 9274 10591,'-2'-11'0,"1"2"180,4 0-90,0 2 539,3-4-539,-1 4 360,3-2-270,-2 3 90,4-1-180,-2 3 0,7-1 90,6-1-90,8 1-90,-2 0 90,8 1 0,-11 2-90,6 1 89,-6 2-89,-4 1 90,-6 4-90,-6 3 0,-7 1 0,-8 7 90,-9 1-90,-7 7 0,2-3 0,-6 4 0,9-8 0,-2 6 0,6 2 0,10-8 0,8 3 0,5-11 0,11 2-90,-1-2-89,4 1 179,-5-2-90,0 2 0,-6 0 90,0 9 0,-6-6-90,-8 7 90,-8-4 0,-9 5 0,0-5 0,-10 4-90,3-7 90,-6 3-180,5-3-90,9-5 270,-1-1 0,14-5 0,-4 0 0</inkml:trace>
  <inkml:trace contextRef="#ctx0" brushRef="#br0" timeOffset="216933">20966 9143 10051,'7'-17'900,"-3"6"-1,2-1-359,-4 6 0,3 5-450,-4 4 179,-4 19-89,-11 16 0,-4 4-135,7-15 0,-1 1-235,-4 9 0,-5 5 1,1 1 279,-3-1 0,1 0 0,0-2-90,5-9 0,2-3 0,-2 4 22,-4 5 1,-1 5-1,-1-1 1,3-4-68,-2 8 0,2-5-45,-1 0 0,2-2-225,4-5 0,4-6-2962,8-10 3174,3-5 0,11-9 1,5-9-1</inkml:trace>
  <inkml:trace contextRef="#ctx0" brushRef="#br0" timeOffset="217376">21319 9444 10771,'12'-9'360,"-4"3"179,1-3 451,-5 5-900,-3 9 180,-5 4-91,-8 12-89,-1-4 0,-9 9 90,-3-1-90,0 4-90,1-4 90,5-2-90,8-7 90,0 3-90,8-2 90,4-5-90,10 6 0,3-4 90,4 2-90,3 1 0,-3-3 0,-1 4 0,-4-1 0,-6-4 0,-10 5 0,-8-1 0,-13 7 90,-12 5-90,-5-3-190,17-12 1,0-1 99,-16 5-90,9-3-539,4-4-2558,13-7 2702,1-3 0,9-6 0,5-5 0</inkml:trace>
  <inkml:trace contextRef="#ctx0" brushRef="#br0" timeOffset="217593">21369 9461 11311,'-1'-17'2338,"0"4"-2158,5 4 360,11 1-450,-1 4 90,19-2-270,1 1-540,12-1-1009,-18 3 1,0-1 1535,15 0 0,-1 0 1,-15 4-1</inkml:trace>
  <inkml:trace contextRef="#ctx0" brushRef="#br0" timeOffset="219958">13939 11612 10681,'9'-5'360,"-1"1"-180,0 1 89,0 1 1,3 0-90,1 0 0,11-1 0,16-2-45,4 0 0,4 1-1049,-9 0 0,0 1 944,-4 0 0,2 0 0,1 1 29,9 0 1,2 1 0,0 1 0,-6-1 0,0 1 0,1 0-60,-5 0 0,1 0 0,0 0 0,0 1 30,10 0 0,0 1 0,-3 0 0,-7 1 0,-3-1 0,2 1 0,6-1 0,1 1 0,-2-1-30,5 1 0,-1 1 0,-1-1 0,-3-1 45,-18 0 0,0 1 0,6-1 0,-1 1-45,2-1 180,1 1 0,-18-2 90,2-1-90,-2 0 1738,-4-1-1828,-1 0 0,-2 0-90,-3 1 90,3-1 90,-2 1-1,2-1 271,-11-2-360,5-2 0,-7-3-90,8-1 0,0-1 90,1-4-90,0 3 0,2-10 0,4-20 0,-5 16 0,0-1-256,1-2 1,-1-1 255,0-6 0,-1 0-394,-2 3 0,0-1 349,1-9 1,-1-2-1,-1 9 0,-1-1-560,-1-12 0,0 0 560,0 10 0,-1 0-45,0-12 0,0 1 45,-1 14 0,1 1 0,-1-4 0,0 0-189,-1 8 0,1 1 189,-1 0 0,0 1-45,-1-15 486,1 15-486,3 11 698,-2-2-608,1 7 1034,0 0-1124,2 5 579,-3-1-579,3 1 90,-2 0 0,1 2 0,-1-2 0,-2 3 0,-3 0 0,1 1 0,-9-1 0,-2 2 0,-12 0 0,0 0 0,-6 1 0,-4 1 0,5 0 0,-2 0-425,-3 1 0,-3 0 1,2 0 424,-4 0 0,-1 0-485,4 1 0,-3 0 0,1 1 455,6-2 0,0 1 0,-1 1-800,-10 0 1,-3 1 0,3 0 829,8-1 0,3 0 0,-3 1 0,-7 0 0,-1 2 0,1-1-373,9 0 0,1 0 0,-1 0 373,-8 1 0,-1 0 0,3 0 0,9-1 0,3 0 0,-1 0-45,-17 3 0,2-1 159,11 0 0,2-2-159,2 1 0,3-2 454,3 1 0,3-1-499,-5 1 2586,10-2-2496,-1 0 1942,7-1-2032,-1 0 852,7-1-762,-8 0 0,3 0 0,-1-1 0,-2 2-90,4-1 90,-4 1 0,2-1 0,4 1 0,0-1 0,3 0 0,-2 1 0,1-1 0,1 0-90,0 4 90,1 1 0,2 6 0,2 0 0,4 9 0,1 7 0,0-3 0,0 1 0,5 21 0,-3-4 0,1 3-634,-3-4 0,0 3 634,0-4 0,-1 1 0,0 0 30,-1-8 0,0-1 0,0 1-30,-1 7 0,0 3 0,-1-3 45,0 9 0,-1 0-15,1-4 0,-1 4 0,0-5-30,-1 1 0,0-2 0,2-8 0,-1 0 0,1-4 90,0 15-187,0-21 1,2 0 186,-1 11-90,1-13 0,-1-2 0,1-10-820,-1-1 1,-7-26 0,-3-11 0</inkml:trace>
  <inkml:trace contextRef="#ctx0" brushRef="#br0" timeOffset="221283">20199 10551 10681,'6'-11'630,"-3"3"-451,2 0 271,-3 3-90,1-1 0,-1 2 0,1-1-1,0 1-179,-7 25-90,-5 5 0,-4 17-45,1-17 0,0 2-45,0-3 0,0 0-312,-4 7 1,0 0 356,0 0 0,0-2-45,4-7 0,0 0 0,0 0 0,-1-2 90,-2 5-90,-1 0 0,5-7-180,4-9 0,12-11 90,3-5 623,10-8-623,-5 4-90,3-2 1,-1 4-1,6-2 90,-5 3-180,10 0 180,-13 4-90,17-2 180,-17 4-180,11-3 180,-12 3-180,12-3 90,-12 1 0,10-3 0,-8 0 90,3-4-90,-1-1 90,-1-3 90,-1-1 0,-1-1-90,-4 4 180,0-1-180,-3 4 180,0 2-90,-3 13 0,-6 12 0,-7 20 0,1-12 0,-2 0-376,-1 5 1,-1 0 330,-1 3 0,0 0 0,4-7 0,-1-1 0,-1 5 0,1-1-45,0 1 45,2-5 0,1-1-315,1 2 90,-1 1-180,7-13-2428,2-7 2975,3-3 1,6-6 0,4-4 0</inkml:trace>
  <inkml:trace contextRef="#ctx0" brushRef="#br0" timeOffset="221614">20846 10624 11131,'11'-17'1079,"-1"3"180,-5 7-1079,1 7 360,-9 26-450,0 0 45,-7 9 0,-3 4-45,-4 7-1021,2-12 1,-2 6 0,1-4 975,2-7 0,0 0 15,-4 7 0,-2 4 0,2-5 40,4-10 1,1 1-41,-4 4 0,-1 4 0,2-4 30,-6 13-135,3-5 0,1 0-1214,4-3-1709,2-4 2968,8-10 0,13-29 0,5-2 0</inkml:trace>
  <inkml:trace contextRef="#ctx0" brushRef="#br0" timeOffset="222093">21074 10895 12390,'8'1'1619,"-2"-1"-1439,-8 12 90,-5 0-90,-1 2 0,-8 6 179,-10 6-269,1-2 0,-1 1 0,7-6 0,7-5 0,0 4 0,6-3-90,6-2 0,6-1 90,6-2-90,7 1 0,7 1 90,3 0-90,2-1 0,0 2 0,-8-4 0,1 4 0,-10-2 0,-1 5 0,-8 0 0,-5-2 90,-7 2-90,-7 2 0,-18 9 0,8-6-90,-15 5-180,15-13-450,-3 0 181,7-5-1170,0-5-1349,9-6 3058,-1-8 0,8-12 0,2-6 0</inkml:trace>
  <inkml:trace contextRef="#ctx0" brushRef="#br0" timeOffset="222349">21238 10814 12300,'4'-9'2698,"-1"0"-2158,0 5-180,2 0-90,8 1 90,8-3-270,5 1 89,13-2-89,8-3-549,-18 4 0,1 0 144,3-1 0,-1-1-135,15-2-315,-19 3 1,0 1-2024,15 0 1149,-17 0 1,0 2 818,11-1 1,-1-1 0,-10 2 0</inkml:trace>
  <inkml:trace contextRef="#ctx0" brushRef="#br0" timeOffset="222564">21915 11044 14549,'0'10'-2789,"2"-3"990,-7-2-629,0-3 2428,-13 1 0,-8-2 0,-5 0 0</inkml:trace>
  <inkml:trace contextRef="#ctx0" brushRef="#br0" timeOffset="229606">21574 10693 10231,'-13'2'1259,"0"-1"-989,-1 1-180,3-2 90,-7 2-90,7-1 0,-3 0 0,1 0 0,-6 1 0,1-1 0,3 1-90,-4 0 90,2 0 90,-10 1-180,7 0 180,-9 0-90,9-1-1,-7 2-89,6-1 90,-4 1-90,3 2 90,-6 3-90,6-1 0,-6 6 90,5 2-90,2 1 0,0 1 90,-6 5-90,4-1 0,1 1 0,-3 7 0,-6 8 90,3-1-90,10-12 0,-4 6 0,7-5 0,-1 5 0,5-6 90,-1 8-90,5-11 0,-2 10 0,6-13 0,0 4 0,2-7 0,0 4 0,0-6 0,4 2 0,-2-4 0,4 3 90,1-1-90,1-1 0,1-1 0,2-1 0,-3-2 0,4 0 0,-3-2 0,3 1 0,0-1 0,-2-2 90,3 0-90,-3-2 0,5 0 0,0-2 0,0 0 0,10-5 0,-5 0 0,5-3 0,1-3 0,-3-1 0,5-5 0,-5 3 90,-1-3-90,-6 1 90,2-2 0,-4 0-90,-3 1 90,-3 0-90,-3 1 0,-1 4 90,-3-4-90,-2 4 0,-5-5 0,-4 1 90,1 3-90,-2 1 0,-9-1 0,-4 0 0,-1 1 0,-3 0 0,10 5 0,-2 0 0,6 1 0,-1 2 0,5 0 0,-3 0 90,2-1-90,3 1 0,-1-1 0,4 2 0,-2-2 0,2 2-90,14-1 90,-1 2 0,9 0 0,-1 2 0,-1 1 0,8 4 0,-8-1 0,4 5 0,-9 1 0,-1 4 0,-4-1 0,-5 4 0,-5-1 0,-7 6 0,-7 2 0,1-4 0,-19 7 0,9-11 0,-12 6 0,15-11 0,1-2 0,5-4 0,-4-1 0,5-3 0,-1-3 0,5-4 90,-2-4-90,5-5 0,5-5-90,7-6 90,9-7 0,2 2 0,5-3 0,-1 9 0,2-1 0,-1 4 0,0-1 0,8-8 0,0-1 0,-8 11 0,1 0 45,4-3 0,1 0-45,2-2 0,1 1 0,-4 3 0,0 1 0,4-3 0,1 0-276,2 3 0,-2 0 276,-5 6 0,0-1 0,11-5 0,-1 0-162,1 2 162,12-5 0,-13 10 0,7-4 0,-13 8 0,-3 1-90,-7 3-450,3 0 363,-5 2 177,-1 2 0,-7 1 0,-3 1 0</inkml:trace>
  <inkml:trace contextRef="#ctx0" brushRef="#br0" timeOffset="232915">21932 4315 8252,'-12'0'2519,"2"-1"-1620,0 1 271,2 0-181,1 0-719,12 4 90,2-3-270,18 3-90,-5-4-270,6 0-360,-7-2-1439,-2 1 270,-3 0 1799,-5 0 0,-1 2 0,-4-1 0</inkml:trace>
  <inkml:trace contextRef="#ctx0" brushRef="#br0" timeOffset="233131">21855 4499 10501,'-2'13'630,"1"-4"-450,5-3-1,0-3 271,6 2-180,2-2-90,3 1 270,19-2-810,-9-3-899,17-3 1259,-7-5 0,-9-2 0,3-2 0</inkml:trace>
  <inkml:trace contextRef="#ctx0" brushRef="#br0" timeOffset="233583">22664 4147 11311,'3'-13'1709,"-2"1"-990,1 5 91,-1 2-1,1-1-359,1 29-360,-2-11 90,1 35-90,-2-11 90,0 12-180,-1-8-118,1 8-152,0-12-360,1 8-1259,1-1-1388,-1-12 438,1-5 2839,-2-12 0,-1-2 0,-1 0 0</inkml:trace>
  <inkml:trace contextRef="#ctx0" brushRef="#br0" timeOffset="234014">21909 5495 11490,'-8'-5'1530,"2"1"-1081,12 3-269,15 1-809,5 3 179,0-2-2827,-7-1 2837,-10 0 0,-2 0 0,-3 0 0</inkml:trace>
  <inkml:trace contextRef="#ctx0" brushRef="#br0" timeOffset="234205">21885 5637 11400,'-1'9'810,"1"-2"-720,5-2 180,7-1-90,4-1-90,1 0-450,13 0-809,-2-3-2108,14-2 3151,-9-2 1,10-3 0,-9 0 0</inkml:trace>
  <inkml:trace contextRef="#ctx0" brushRef="#br0" timeOffset="234508">22827 5311 12120,'3'-8'1439,"0"1"-1169,-1 1 540,1 3-271,0-1-449,1 7 180,1 7-90,0 13 0,-3 13-90,-2-10 0,-1 2-509,-1 19 419,0-12 0,-1 1-180,0-7 0,0 0-270,-1 9 1,0-1-1,1-10 0,1-2-989,-1 3 0,1-2-1838,0 5 3196,0-2 1,0-2 0,-1-6 0</inkml:trace>
  <inkml:trace contextRef="#ctx0" brushRef="#br0" timeOffset="235021">21843 6860 11490,'-2'-9'1440,"6"0"-1260,0 6-1,10 0 1,2 2-90,8 0-270,3 0 0,-4 1-719,2-1-1710,-8 1 2609,1 1 0,-9-1 0,-4 1 0</inkml:trace>
  <inkml:trace contextRef="#ctx0" brushRef="#br0" timeOffset="235241">21862 7021 11670,'2'9'1080,"2"-2"-720,7-5 89,5 0-179,10-1-180,-3-1-90,12-2-630,-4-1-1259,5-2 91,-8 1 1798,-2-2 0,-7-1 0,4-1 0</inkml:trace>
  <inkml:trace contextRef="#ctx0" brushRef="#br0" timeOffset="236457">22793 6612 11400,'-1'-10'1889,"-1"1"-1439,0 4-180,-8 7-180,-3 6 0,-12 16 90,-7 12-400,13-12 1,0 2 264,3-5 0,1 1 0,-1 6 0,3 0 45,0 15-135,10-15 0,2 1-45,6 12 0,5-16 0,4-1-90,20 11 90,-7-15 0,2-1 1,13 2-98,-14-13 1,0-3 96,8-6 90,13-9 0,-10-3 90,-16 0 0,-1-3 89,8-20-89,-13 11 0,-3-2 45,-4 0 0,-2-1 45,-1-21 0,-11 14 0,-3 0-90,-2 11 0,-1 0-45,0-5 0,-2 2 135,-16-10-180,6 19-180,-8 2 63,-4 11-422,6 6-1142,-9 9-1596,9 4 2927,2 0 0,3 4 0,8-5 0</inkml:trace>
  <inkml:trace contextRef="#ctx0" brushRef="#br0" timeOffset="236713">23338 6826 13649,'1'-12'3276,"-2"-2"-2054,0 5-1222,-1 0 0,-2 11 0,-1 1 0</inkml:trace>
  <inkml:trace contextRef="#ctx0" brushRef="#br0" timeOffset="237948">23790 6521 11131,'5'-7'449,"1"-1"361,-3 2-540,0-1 539,1 2-269,-2-2 180,1 4 809,-1-3-1529,-6 11 90,2-4-90,-7 10 90,4-5 0,-2 2 0,0 1-90,2-4 0,0 2 89,3-4-89,-1 2 90,1-2-90,-1 1 0,-1 1 0,0-1 0,2 0 0,-2 2 0,0 0 0,-1 4 0,-1 1 0,1-1 0,-1 2 0,1 0 0,-1 2 0,-1 1 0,2 0 0,0-1 0,1 0 0,1-4 0,0 2 0,1-3 0,0 1 0,-1-1 0,2-3 90,0 0-90,0-1 0,0 1 0,0-1 0,-2 0 0,1 2 0,0-2 0,-1 4 0,1-2 0,-2 1 0,-1 2 0,0 0 0,-1 5 0,0-2 0,-2 8 0,2-2 0,-1 9 0,4-12-90,2 5 0,6-2 1,1-7-1,7 8 90,0-10-90,6 1 90,-2-4-90,6-3 90,-3-4 0,6-3 0,-6-2 0,3-7 0,-5-6 0,-3 3 0,-2-10 0,-13 10 0,-4-6 0,-9 3-90,-2 5 90,-10 1-180,2 8-180,-9 2-809,-4 6 629,11-1-270,1 3-2248,10-2 3058,4-1 0,2 0 0,4-1 0</inkml:trace>
  <inkml:trace contextRef="#ctx0" brushRef="#br0" timeOffset="238458">24045 6565 11670,'-8'-7'2789,"0"0"-2609,12 4-90,4 1 0,6 2 89,14 1 1,13 2-180,-6-2 45,-8 1 0,0-1 45,5 0-90,5 2 90,-7-1-90,-12 0 0,-2 2 90,-9 4 90,-5 8-180,-4 1 180,-13 17-90,-5 7 0,0 0 0,0 1-492,5-14 1,1 0 446,-7 15 0,1 0 0,9-19 0,2 0-73,-2 2 0,1 1 28,-6 17-90,8-15-360,3-4-359,5-8-720,2 0 89,1-6-1837,6-4 2972,-1-6 0,9-2 0,-1-3 0</inkml:trace>
  <inkml:trace contextRef="#ctx0" brushRef="#br0" timeOffset="238647">24678 7002 12930,'10'0'2968,"-2"-1"-2968,-1 0 0,-17-4 0,-3-2 0</inkml:trace>
  <inkml:trace contextRef="#ctx0" brushRef="#br0" timeOffset="239326">22288 8223 11311,'-3'-10'539,"0"1"1,1 2 180,1 1-361,-1 0-179,4 1-90,3 2 0,2 1-90,3 1 180,11-1-450,0 1 90,6-1-1259,3 1-990,-12 1 2429,5 1 0,-11 0 0,-5 2 0</inkml:trace>
  <inkml:trace contextRef="#ctx0" brushRef="#br0" timeOffset="239514">22354 8364 10411,'-9'16'630,"2"-1"-181,7-6-269,1-2 270,12 5-270,22-4-360,-7-2-989,21-2 1169,-10-7 0,-2-1 0,5-1 0</inkml:trace>
  <inkml:trace contextRef="#ctx0" brushRef="#br0" timeOffset="240980">23328 7747 10501,'1'-10'2069,"0"1"-1889,-4 4 0,-2 3-90,-2 2 0,-9 6 89,-2 6-134,-1 3 0,-1 4 0,2 1 0,0 1-197,0 1 1,0 2 151,2 4 0,4-1 90,-2 15-45,8-16 0,1 1-45,1 11 0,8 4 90,6-9-90,9 5 0,-3-12 89,19 0-89,-9-16 0,14-1 0,-14-9 90,7-11-90,-8-6 90,8-16 0,-12 5-45,-10-2 0,-2-2 45,-5-3-95,-3-1 1,-2 0 49,-5 10 0,-1 1-130,-2-5 0,-1 2 175,-12-17-90,-2 15 0,2 14-90,3 10-270,-2 11 117,6 7-1106,-1 9-354,8-2 1703,7 7 0,9-5 0,4 7 0</inkml:trace>
  <inkml:trace contextRef="#ctx0" brushRef="#br0" timeOffset="241237">23720 8052 12300,'-12'-2'389,"4"1"1,4 0 0</inkml:trace>
  <inkml:trace contextRef="#ctx0" brushRef="#br0" timeOffset="241714">23875 7944 11940,'-7'-14'1709,"2"-3"-1619,4 7 90,3 0 180,21 3-90,17 3-180,9-2 0,-21 4 0,-2 1-90,4-1 89,-5 1-89,-14 1 0,5 0 90,-8-1-90,4 8 0,-14 14 0,-12 22 0,3-17 0,-1 1-329,-4 5 0,-2 0 329,3-3 0,0 0 0,0-1 0,1 0 0,-4 4 0,2-1 0,-3 6-45,4-10 0,3-3-225,4-8-90,-5 7-2917,10-14 2949,9-14 1,2-7-1,9-10 1</inkml:trace>
  <inkml:trace contextRef="#ctx0" brushRef="#br0" timeOffset="242151">24413 7881 11041,'6'-8'2788,"0"0"-2698,-17 23 90,3-4 0,-13 17-90,5-7 0,3-4-90,0 6 90,5-6 0,2 8-90,4-8-90,6 6 0,4-2-90,8 11 90,-4-9 0,5 7 0,-8-11 90,0 6-90,-5-7 180,-10 14 90,-6-13-90,-20 17 90,0-19-180,8-6 0,-1-2-90,-5-1-360,-10 0-2827,11-7 3129,7-2 0,2-4 1,15-2-1</inkml:trace>
  <inkml:trace contextRef="#ctx0" brushRef="#br0" timeOffset="242370">24449 7851 12030,'1'-8'720,"1"-2"-181,-1 4 451,1-5-540,4 6-271,-1-1 181,21 4-270,-8 2-90,27 2-405,-19-2 1,0 1-136,17 0-1099,3 0 1,-2 0 982,-6-1 1,-1 0-1,0 0 1,2 0 0</inkml:trace>
  <inkml:trace contextRef="#ctx0" brushRef="#br0" timeOffset="242558">25119 8100 12480,'0'13'1259,"0"-2"-989,2-5-90,0-1-1889,2 0-1349,-2 1 1169,-4 0 1889,-5-2 0,-17 3 0,-1-2 0</inkml:trace>
  <inkml:trace contextRef="#ctx0" brushRef="#br0" timeOffset="243166">22416 9723 10771,'1'-10'1529,"1"1"-1259,-1 3 0,3 2-180,2 0 0,2 2 89,6 1-179,0-1-89,1 2-901,6-1-269,-7 0-2018,2 1 3264,-5 0 0,-6 1 0,-1-1 1</inkml:trace>
  <inkml:trace contextRef="#ctx0" brushRef="#br0" timeOffset="243375">22422 9853 10321,'1'9'1349,"1"-2"-899,9-3-180,5-2 90,22-1-630,-5-2-180,6-1-1978,-8-3 2428,-8-1 0,6-3 0,-2 0 0</inkml:trace>
  <inkml:trace contextRef="#ctx0" brushRef="#br0" timeOffset="245050">23290 9254 10141,'-1'-12'900,"1"1"-361,-1 4-269,-1 2 0,-4 3-90,-2 5 180,-17 12 0,-7 9-270,-3 2-218,11-6 1,1 0 397,-11 16-180,14-13 0,2 0 0,-8 12-8,7 7 98,12-12-90,10 19 0,4-15-90,15 10 90,5-16 0,7-2-90,-1-7 0,5-8 90,-5-8-90,8-3 0,-8-4 0,5-8 90,-4-9-90,-14 2 0,0-2 182,8-14-182,-15 6 0,-3-2 0,-5-18-348,-5 15 0,-2 0 348,-1 7 0,-1 1 45,-5-5 0,-1 1-153,-7-9 198,-6-1-90,6 16-180,-4 8-269,3 14-680,-11 12 320,8 2-2468,-2 16 3152,15-12 0,1 11 0,4-6 1</inkml:trace>
  <inkml:trace contextRef="#ctx0" brushRef="#br0" timeOffset="245321">23778 9505 12750,'7'-9'2338,"-1"1"-1798,-4 2-3418,0 2-181,-8 5 3059,4 0 0,-5 6 0,5-2 0</inkml:trace>
  <inkml:trace contextRef="#ctx0" brushRef="#br0" timeOffset="245830">24121 9311 10591,'9'-20'630,"-3"10"179,3-11 181,-5 12-181,0 0 1,-2 0-271,-21 17-449,4 0 45,-8 12 0,-3 7-45,2 8 0,3 2-156,0-7 1,2 2 65,-1 11 0,4 1-180,11-11 0,3-1 90,-3 17-135,6-17 1,4 0-136,6-8 0,3-3 180,4 9 0,3-8 0,2-4-180,15-11 271,-4 0 178,5-13 1,-24-2 270,10-17-270,-15 10 270,3-19-180,-11 16 401,-9-18-491,-1 17 179,-23-15-179,12 22-180,-29-1-989,10 19 269,1-1-2467,-4 14 2679,27-9 1,-6 10 0,11-6 0</inkml:trace>
  <inkml:trace contextRef="#ctx0" brushRef="#br0" timeOffset="246017">24642 9702 12120,'13'-8'1799,"-3"3"-1349,0-1-360,-3 4-540,1 3-1259,-1 3 1709,0 3 0,-7 5 0,-3 1 0</inkml:trace>
  <inkml:trace contextRef="#ctx0" brushRef="#br0" timeOffset="246637">22130 10951 13919,'6'-9'900,"1"2"-451,6 3-89,8 0-90,15-2-90,6 1-270,-4 1-360,5 1-629,-13 1-1260,2 0 2339,-11 1 0,-10 1 0,-6 0 0</inkml:trace>
  <inkml:trace contextRef="#ctx0" brushRef="#br0" timeOffset="246850">22266 11041 11850,'-8'4'2159,"6"3"-1979,5-5 360,18 4-450,14-7-720,11 0-788,-20 0 1,0 0-561,9-2 1958,6-2 1,-11 0-1,12-3 1</inkml:trace>
  <inkml:trace contextRef="#ctx0" brushRef="#br0" timeOffset="250581">23755 10586 10861,'2'-8'1259,"-8"5"-1169,2 4 90,-16 11-180,7 0 180,-19 19-135,16-13 0,-1 2-1034,-6 9 1,-1 3 988,5-6 0,1 2 45,-3 7 0,2 1-365,7-7 1,1-1 319,-1 5 0,2 0 90,0 14-225,10-18 0,5-1 225,10 8-90,-3-13 0,1-2 0,11 4 0,6-10 0,-1-10 0,11-6 1814,-5-6-1814,-11-2 0,-1-3 0,15-18 45,-12 2 0,-2-3 74,-9 8 1,-1 0-120,-1-7 0,-2 0 45,-6 3 0,-4 0 44,-3-9 1,-1-1-45,1 8 0,-1-1 71,-5-6 0,-2 3-116,-4 1 90,-3 2-180,-1 12-90,4 10-449,-4 9 21,1 9-2669,-5 8 3084,6-1 0,1 10 1,5-4-1</inkml:trace>
  <inkml:trace contextRef="#ctx0" brushRef="#br0" timeOffset="250820">24140 10873 12120,'7'-13'1979,"-2"3"-1439,-2 3 179,-1 2-3996,0 0 2747,-7 14 0,3-7 0,-6 11 0</inkml:trace>
  <inkml:trace contextRef="#ctx0" brushRef="#br0" timeOffset="251260">24612 10643 11580,'3'-10'540,"0"-2"270,-1 2-1,-2-4-269,0 5-360,-6 2 180,-9 16-181,-6 11-89,3 7 0,0 3-45,3-1 0,1 1-387,-2 10 0,2 0 297,6-6 0,2-2-135,-2 17 45,9-23 0,1-2-45,3 1-180,9 2 1,3-1 179,0-6 90,3 0 0,1-4-90,4-10 0,4-3 180,-7-5 90,1-9 90,-9-6 774,-1-8-684,-10-7-180,-6 7 90,-19-11 0,-3 12-90,-10-1 0,3 12-450,3 11-450,5 5-1169,5 4 181,7 1 1798,7-1 0,8 3 0,4 0 0</inkml:trace>
  <inkml:trace contextRef="#ctx0" brushRef="#br0" timeOffset="251664">24964 10694 11311,'0'-18'1439,"0"7"-810,-1-4 181,2 6-540,-1 1 179,10-1-269,-1 5 0,16 0-90,-8 3 90,10 0 0,3 0 0,19 1-180,-21 0 0,0 0 0,-1 1 0,-4 0 0,-4 0 0,7 3 0,-18 1 0,-4 15 0,-7-4 0,-15 30 0,3-15 0,0-1 0,-2 7 0,0-2-524,0 4 0,0 0 524,3-8 0,-1 2 0,2-1 0,-3 15 0,5-6 0,4-8-180,1-1 0,2-2-899,5-4 449,-1 0-2647,10-9 3062,3-14 0,12-3 0,2-6 0</inkml:trace>
  <inkml:trace contextRef="#ctx0" brushRef="#br0" timeOffset="251831">25547 11113 13199,'6'-9'3276,"1"0"-2791,-2 3 0,-17 4 1,-5 4-1</inkml:trace>
  <inkml:trace contextRef="#ctx0" brushRef="#br1" timeOffset="264979">1514 12306 9871,'-1'-11'1979,"0"0"-540,1 4-1439,8 18 180,1 17 0,0 8-135,-1 2 0,-1 5-1138,-1 1 1,-1 5 0,-1-4 818,-2-6 1,-2-1 460,-1 10 0,-2-3-2256,-6-3-1208,-1-2 3129,1-13 0,3-19 1,3-5-1</inkml:trace>
  <inkml:trace contextRef="#ctx0" brushRef="#br1" timeOffset="265363">1508 12263 10681,'0'-9'809,"9"0"-269,8 3-180,19-1-180,-7 3 0,1 1-90,13-1 0,-7 2 0,0 2 89,10 8-179,-2-2 90,0 15 0,-27 1 0,-2 0-90,-26 20 45,-6-23 0,-5-1 0,-13 10 0,-2-1-45,11-9 0,0-2 0,-6-1 0,3-2 0,3-1 0,28-7 0,6 0 0</inkml:trace>
  <inkml:trace contextRef="#ctx0" brushRef="#br1" timeOffset="265812">2011 12599 11670,'3'-7'2339,"1"0"-2159,1 4 270,3 1 89,21-2-449,-9 1 90,27-3 0,-19 3 0,-1 0-90,16-1-45,-10 4 0,-5 4 45,-11 16-90,-14 7 0,-6 6 45,-8 2 0,-4 3-45,-2-1 0,-2 3 0,0-1-60,2-9 0,1 0 0,0-1-330,-1 2 0,1 0 1,1-3-1250,0-2 1,4-2 1130,2 5 1,7-16-1,5-10 1</inkml:trace>
  <inkml:trace contextRef="#ctx0" brushRef="#br1" timeOffset="266029">2709 12791 12480,'4'-9'3276,"1"-2"-3218,-2 7 0,-7 3 0,-4 3 0</inkml:trace>
  <inkml:trace contextRef="#ctx0" brushRef="#br1" timeOffset="266796">4774 12207 10681,'-34'-11'719,"6"3"271,-5-3-270,13 5-541,2 3 451,0 8 90,-15 31-496,13-12 1,0 4-75,4 2 0,-1 3 0,2-2-105,-1-1 0,4 1 45,0 11 0,8 0 0,15 6-45,2-16 0,5-2-45,7-7 0,4-5 0,5-5 0,3-9 0,10-12 0,-2-8 45,-15 6 0,-2-5-45,9-16 0,-7-6 0,-19 7 0,-6-2 0,-3-18 0,-7 0-45,-9 9 0,-6 3-45,-3 4 0,-4 8-585,-6 14 1,-1 9-1935,-11 15 720,8 5 1889,19 4 0,17-7 0,2 3 0</inkml:trace>
  <inkml:trace contextRef="#ctx0" brushRef="#br1" timeOffset="267063">5143 12391 14369,'8'-9'-360,"0"2"-2518,-6 11 2878,0-1 0,-2 7 0,2-5 0</inkml:trace>
  <inkml:trace contextRef="#ctx0" brushRef="#br1" timeOffset="268312">5473 12157 12480,'-4'5'2069,"-3"4"-2069,-4 23 90,-6 7-90,3 1 0,0 5-90,13-13 90,11-8 0,4-11 0,15-6-90,5-4 90,12 6 0,-3 5 0,-13-1 0,-12 10 0,-18-1 0,1 1 90,-23 13-90,4-18 0,-6 2 0,-3 0 0,-14 3-225,11-8 0,0-2-1484,-14-7-1568,13-16 2882,16-6 0,12-17 0,5 3 0</inkml:trace>
  <inkml:trace contextRef="#ctx0" brushRef="#br1" timeOffset="268512">5472 12211 11490,'3'-9'1080,"2"1"-720,8-1-270,0 3 179,26-11-719,-11 7 1,2 0 44,-5 1 0,1 0-1234,10-2 1,-3 1 1445,-5 4 1,11-3-1,-10 4 1</inkml:trace>
  <inkml:trace contextRef="#ctx0" brushRef="#br1" timeOffset="269079">6123 12138 11580,'-6'-13'2519,"-5"1"-2249,1 3 180,-14 2-91,-1 12-269,-1-1 180,-14 15-90,13 2-180,0 1 0,7 17-90,18-20-450,18 22 450,-3-27-89,22 3-1,2-20 90,-11 1 0,21-12 90,-21-2 180,4-7-180,-11 6 449,-4 0-359,-13 29 0,-2 14-90,-6 8 0,-2 6 45,-1 0 0,-2 1 45,0 5 0,-1-1 0,2-12 0,-2-2 0,1-6 0,-3-3-360,-14 3-719,-4-12-2288,-6-19 2971,15-6 1,4-11 0,14 1 0</inkml:trace>
  <inkml:trace contextRef="#ctx0" brushRef="#br1" timeOffset="269279">6611 12392 12660,'15'-5'2069,"-1"1"-5038,-4 0 2969,-3 1 0,-5 2 0,0-1 0</inkml:trace>
  <inkml:trace contextRef="#ctx0" brushRef="#br1" timeOffset="271279">8972 12107 7982,'-3'-7'2699,"0"-2"-1440,2 3-719,-1 1-360,-4 6 180,-15 16-270,5 1-1,-2 9 1,0 4 0,8 0 0,1 1-45,-2-2 0,2 1 0,5 11 0,6 0-45,3-14 0,2-2 0,-2 2 0,2 0 0,8 3 0,3-4-90,7-4 45,-2-10 0,1-3 45,4-4 0,7-16 0,-7-28 0,-9 8 45,-6-9 0,-5-5 90,-12 0 0,-5 0-529,-3-4 1,-2 1 393,1 6 0,-4 5 89,-7 9 1,-3 9-267,-20 18 267,-1 1-540,12 18 0,4 9-1189,16-7 1,4 3 1629,-6 8 1,5 1-1,10-7 1,4-2 0,6 18-1</inkml:trace>
  <inkml:trace contextRef="#ctx0" brushRef="#br1" timeOffset="271729">9364 12528 12300,'5'-11'3276,"2"-1"-2234,-4 5-143,2 1-449,-3 1-990,-5 15-269,1-4-91,-3 11 810,9-19 0,-1 1-90,7-15-1079,-3-1-270,-1 5 1529,0-2 0,-8 22 0,-1 4 0</inkml:trace>
  <inkml:trace contextRef="#ctx0" brushRef="#br1" timeOffset="274163">9808 12022 11221,'6'-8'3276,"2"2"-2954,25 6-143,15 1-119,-12 0 0,5-1 0,-3 1-203,-2-1 1,-1 0 172,-1 0 0,2-1 0,-4 1 15,-2-1 0,-4 0-45,13 0 161,8 1-71,-24 0-90,-4 2 0,-13 15 0,-24 26 0,-2-2 0,2-8 0,-2 7 0,2-3 0,2-6 0,0 2 0,1 0 0,-3 4 0,0 1 0,2-5 0,-2 3 0,1-1-225,-5 12 0,3-3 45,5-11-235,4-3-2862,7-17 2904,5-2 1,-2-3-1,4-6 1</inkml:trace>
  <inkml:trace contextRef="#ctx0" brushRef="#br1" timeOffset="274379">10417 12526 12120,'13'-7'2699,"-1"2"-2250,-7 3-809,2 2-2917,1 2 2457,-8 3 1,-5-1 0,-10 0 0</inkml:trace>
  <inkml:trace contextRef="#ctx0" brushRef="#br1" timeOffset="275979">8696 11695 10501,'-23'-13'180,"0"0"899,6 1-539,3 3 719,-7-4-449,13 7-540,10 3 179,46 8-359,-25-2 0,5 0-560,7-1 1,9 2 0,6-1-1,1 0 1,-3 0 505,-1 0 0,-2-1 0,1 1 0,2-1 0,5 1-6,-10-1 0,3 0 0,3 0 0,1 0 0,2 1 0,-1-1 0,0 0 0,0 1 0,-2-1-8,1 0 1,1 1-1,-2-1 1,1 1-1,-1-1 1,0 0-1,0 1 1,0-1-12,-2 0 0,0 0 0,1 0 0,-2 0 1,1 0-1,-1 0 0,-2 0 0,-1 0-71,6 0 1,0 0-1,-2 0 1,-2 0-1,-2-1 1,-3 1 179,14 0 0,-5-1 0,-3 0 104,7-1 1,-7-2 135,-1-1-90,-19-1-180,-13 0 2629,0 2-2629,-5 1 526,1 1-616,-3 4 0,-2-1 90,-1 16-90,-1-9 0,1 19 0,-1 5 0,1 3 0,-2-11 0,0 2-263,1 9 0,-1 6 1,0 1 262,-3-6 0,0 2 0,0 0 0,-1-2 0,1 0 0,0-2 0,-1 5 0,-1-1 0,0 5 0,-1 1 0,0 1 0,-1-3 22,-1 3 1,0-1-1,-1-2 1,0 0-312,2-4 0,0-1 0,0 0 0,-1 1 289,-2 7 0,0 1 0,0 0 0,0-5 30,1-2 0,0-3 0,0-2-30,-1 5 0,0 0 0,-2 10 0,1-4 90,4-14-90,-1-1 90,3-12-90,-3-18 691,-4-9-601,0-1 1162,-15-8-1297,2 9 0,-5 0 90,-16-1 0,-8 1-586,17 3 0,-4 1 1,-3 0-1,-1 1 1,0-1 540,2 1 0,-2 0 0,0 1 0,-1-1 0,1 1 0,0 0-18,-3-1 0,1 1 0,0 0 0,-1-1 0,-2 1 18,7 0 0,-3 0 0,0 0 0,0 0 0,0 0 0,1 0 0,2 0-164,-5 0 1,3-1-1,1 0 1,-1 1 0,-1-1 163,2 0 0,-2 0 0,0 0 0,0 0 0,1 1 0,2-1 0,-2 0 0,2 0 0,0 0 0,2 0 0,2 0 0,-13-1 0,3 0 0,4 0 0,-1 1 0,5 0 0,7 0 0,2 0 0,4 0 0,2 0 0,-9-2 2320,-5-1-2320,16 0 1200,-2-2-1200,12 0 0,-2-8 90,5-5-90,-6-28 0,9 14 0,0-3 0,2 6 0,-1-2-248,1-8 1,1-5-1,1 1 218,3 1 0,0 1 0,1-1-371,-2 1 0,0-1 0,1-4 401,2 9 0,1-4 0,1-2 0,0 0 0,1 2 0,-1 4-30,0-7 0,1 5 0,2-7-15,-1 5 0,2-7 0,1-3 0,0 0 0,0 2 0,-1 7 0,1 3 0,-1 4 0,1 1 0,1-1 0,2-10 0,1-3 0,0 2 0,-1 7 0,0 1 0,0 6-45,-2 4 0,0 3-1169,-2 0 359,-2 10-2377,0-4 2702,-16 24 0,1-1 0,-11 8 1</inkml:trace>
  <inkml:trace contextRef="#ctx0" brushRef="#br1" timeOffset="290262">14545 12226 9422,'3'-31'539,"-1"6"91,3-4-180,0 10 89,2-8-89,-4 11-270,1 20 90,-3 39-180,1-1 0,-1-3 0,-1 7 0,0-1-269,1 2 1,0 0 238,0 1 0,0 3 0,1-4-60,0-1 0,0-3-1215,-1-5 1,-1-5 1214,-1-8 0,-10-21 0,-4-17 0</inkml:trace>
  <inkml:trace contextRef="#ctx0" brushRef="#br1" timeOffset="290513">14462 12200 10051,'22'-22'1260,"13"2"-991,4 7 1,2 2-225,-15 4 0,1 1 45,17-4 0,1 1-450,3 0-2518,1 3 2878,-18 5 0,-30 13 0,-11 4 0</inkml:trace>
  <inkml:trace contextRef="#ctx0" brushRef="#br1" timeOffset="290729">14621 12407 9512,'-6'11'449,"7"3"91,9-2-450,2-2 270,25-7-180,5-6-90,-1-1-630,-9-1 0,-2-2 540,7-8 0,5-4 0,-11-2 0</inkml:trace>
  <inkml:trace contextRef="#ctx0" brushRef="#br1" timeOffset="291062">15255 12180 10321,'-6'-19'1889,"2"6"-1799,2 14 90,3 3-45,1 32 0,-1 12-45,0-12 0,-1 1-178,0 8 0,0 4 0,0-4 43,-1 2 1,0-4 42,0-9 1,0-3-1259,-3 14 1260,3-34 0,-1 6 0,2-16 0</inkml:trace>
  <inkml:trace contextRef="#ctx0" brushRef="#br1" timeOffset="291412">15201 12139 10321,'-1'-13'360,"0"-5"539,1 2-449,2-2 0,11 1-90,17 4-225,3 5 0,4 3-46,0 4 1,0 4-45,3 4 0,-5 5 0,-12 4 0,-10 4 0,-18 12 0,-10 1-45,-10 8 0,-10-8 0,-5-2 45,11-14 0,1-2-45,-7 3 0,1-1 0,-11 3-1079,11-10-450,24-11 1529,5-11 0,14-3 0,10-10 0</inkml:trace>
  <inkml:trace contextRef="#ctx0" brushRef="#br1" timeOffset="292029">15596 11968 10411,'-21'-33'90,"4"15"0,-2 1-45,2-2 0,-2 0 135,-19-6 0,-6 3-1249,-1 7 0,-2 2 1114,3-2 0,-5 2 9,13 8 0,-4 2 0,-2 1 0,-1 2 0,2 1-9,-7 4 0,0 3 0,1 0 0,-1 0-390,8-3 1,-1-1 0,1 0-1,-2 2 1,-1 2 389,-1 2 0,-2 3 0,-1 1 0,0 1 0,2 2 0,2 0-232,3 2 1,3 2-1,0 0 1,2 1-1,-2-1 187,0-1 0,-1-1 0,0 0 0,1 2 0,1 3 54,-3 6 0,0 3 0,2 2 0,3 2 0,6 0-101,6 4 0,6 0 1,4 2-1,0 2 101,0-2 0,1 1 0,2 2 0,3 1 0,6 0 6,4-1 0,4 1 0,4 0 0,3 1 0,2-2 0,4-3-82,2-1 1,5-2 0,2-1 0,2-1 0,2-2 0,2-1 46,-2-4 1,2-1 0,2 0 0,1-2-1,0-2 1,1-1 0,0-3-11,4 0 0,0-1 0,0-3 0,2-2 0,1-3 0,3-3-4,-4-5 0,3-2 0,2-3 1,1-2-1,0-1 0,-1-2 0,-3 0 1,-3 0-12,7-1 0,-4-1 0,-2-1 0,1-4 0,4-4 9,-12 3 0,2-3 0,2-2 0,2-2 0,0-1 0,-1-1 0,-1 0 0,-1-1 0,-4 0 0,-4 1-9,4-6 0,-4 0 0,-3-1 0,-2 0 0,1-3 0,0-3 11,0 0 0,1-3 0,1-2 1,-1-2-1,-1 0 0,-2 1 0,-3 2 1,-3 2-35,4-9 1,-6 4-1,-2 0 1,-3-3 40,-3 3 0,0-3 0,-2 0 0,-5 0 0,-7 4-148,-9-3 0,-8 3 0,-4 2 0,3 1 130,3-1 0,0 2 0,-6 0 0,-1 5 0,-4-2 0,-3 2 0,-4 2 0,-1 5-20,-6 6 0,-5 6 1,-2 3-1,1 2 1,4-2 19,3-1 0,5 0 0,-2 1 0,-5 1-20,2 3 0,-5 1 0,-3 1 1,-1 0-1,1 2 0,2 2 0,5 1-115,-8 5 0,4 3 0,2 1 1,-1 0 66,-1-3 1,-1-1-1,2 1 1,2 3-158,3 2 0,1 2 0,4 2 0,10 4 225,10 15 0,12 4 0,1-2 0,6 0 0,7-4 0,1 0 0,-1-1 0</inkml:trace>
  <inkml:trace contextRef="#ctx0" brushRef="#br1" timeOffset="292762">16501 12152 11221,'3'-11'629,"8"2"-539,2 1-90,16-1 90,4 7-90,-5 0 0,12 12 90,-29 20-90,0 2 0,-17 10 0,-10 5-1434,-6-4 1,-2 0 1433,10-14 0,-1 2 0,-1-1 0,-5 6 0,-2 0 0,2-1-816,1 1 1,1-2 815,1-2 0,2-1 0,2 0 0,6-3 0,12-6-89,-1 0-811,15-4-2377,2-11 3174,-1 0 0,7-2 1,-8-2-1</inkml:trace>
  <inkml:trace contextRef="#ctx0" brushRef="#br1" timeOffset="293012">16677 13128 11311,'-9'6'2068,"0"-1"-1258,5-2-540,-1-1-3149,1 1 2879,0 0 0,2 0 0,1-2 0</inkml:trace>
  <inkml:trace contextRef="#ctx0" brushRef="#br1" timeOffset="294213">17080 13038 11131,'0'-29'1169,"0"11"-449,0-1-91,-1 7 91,-2-1-540,-7 12 0,-2 12-90,-1 7-1,-1 19 1,8-2-90,0-1-45,7-8 0,4-1-134,6 1-91,15 9 180,0-24 0,-2-8 0,3-15 0,-12-2 90,1 0 0,-2-2-180,-8 8 180,2 4 0,0 10 0,-2 4-90,9 12 90,1-7 0,8 4 0,4-11 0,-9-5 0,7-13 0,-13-6 0,0 0 0,-6-18 0,-10 9 0,-3-14 0,0 18-90,-1 1 90,4 11 0,4-5 0,8-3 0,-1 6 0,14-10 0,-1-4 0,4-11 0,-10 10 0,-1-1 0,-4 4 0,0-1 0,3-18-90,-4 13 90,-3 24 0,-3 31 0,-3 23 0,-2-4 0,-1 5 0,0-5 0,-1 0 0,0-1 0,1-2 0,1-8 0,1-5 90,3-1-90,7-18 0,14-38 0,-4 3 0,-5 0 0,1 0 0,9-16 0,-7 13 0,7-5 0,-8 32-90,-1 10 90,-1 31 0,-9-11 0,-2-2 0,0 1 0,3 11 0,2 2-989,4-9-450,-2-19-270,1-12 1709,-1-9 0,0-7 0,-1-4 0</inkml:trace>
  <inkml:trace contextRef="#ctx0" brushRef="#br1" timeOffset="294845">17832 13020 11670,'-2'-16'2879,"5"35"-2699,5 7-180,1 12 90,4-7-180,7-16 90,0-7 0,14-16 0,-17-5 0,6-20-90,-10-7 90,-4 10 0,3-8 0,-8 28 0,-1 8-90,-5 25 90,-2 16 0,0 9 0,1-13 0,0 2 0,1 3-820,0 1 1,1 2 0,0 1 0,0-3 780,1-4 1,0-2 0,0 0 38,2 4 0,1 0 0,1-4 0,0-1 0,1-3 0,2 17 90,-2-4-90,-20-46 0,-23-18 0,6 1 0,3 0 0,-1 1 0,-10-5 3276,1-3-3160,14-3-116,28 5-360,15-1 0,5 1-180,7-8-494,0 5 0,1-3 725,-7 5 1,-2 1-1,-1 1 1,0 0-1,1-3 1,1-1-1</inkml:trace>
  <inkml:trace contextRef="#ctx0" brushRef="#br1" timeOffset="295045">18322 13074 11131,'11'-4'3148,"5"-4"-2698,-2 0-271,3 0-3456,-8 3 2457,-13 5 1,-10 2 0,-12 3 0</inkml:trace>
  <inkml:trace contextRef="#ctx0" brushRef="#br1" timeOffset="315580">763 374 8342,'7'-6'1080,"0"1"-541,-2 3-89,2 1 0,2 3 89,0 4-359,0 1 450,9 32-360,-8-11 0,1 5-91,3 7 1,1 5 0,0 1-386,-4-10 0,0-1 0,0 2 0,0 1 278,1 2 0,0 2 0,0 1 0,0 0 0,-1-2-5,1 2 1,-1-1-1,0-1 1,0 1-67,0 2 0,0 0 0,0 0 1,-1-4 58,-1-1 0,0-3 0,-2-2-16,1 3 1,-1-4 45,0 0-90,-4-16-449,-3-10-1710,-6-7 180,4-1 1979,-7-13 0,3-1 0,-2-6 0</inkml:trace>
  <inkml:trace contextRef="#ctx0" brushRef="#br1" timeOffset="316913">814 457 10591,'-9'-21'-90,"-1"0"810,1 5-181,-1 1 181,3 5-450,9-2-90,3 4 89,34-8-44,-4 7 0,7 0-832,-8 2 1,6 0 0,3-1-1,-1 0 1,-3 1 636,10-2 0,-3 0 0,6 1 8,-13 2 1,3-1-1,4 0 1,1 0 0,0 1-1,1-1 1,-2 2-300,-1-1 1,1 1-1,-1 1 1,0-1-1,1 1 1,1-1-1,0 1 272,0-1 0,1 0 0,1 0 1,1 0-1,-1 0 0,1 1 1,-2-1-1,0 1-227,1-1 0,0 0 0,-1 1 1,0 0-1,0-1 0,0 1 0,1 0 216,-5 1 0,2-1 0,0 1 0,-1 0 0,1-1 0,-2 1 0,-2 0 0,-1 1 18,7-1 0,-4 0 0,0 1 0,0-1 0,3 1-176,-3-1 0,3 0 1,2 0-1,0 0 0,-1 0 1,-2 1-1,-3-1 158,7 0 0,-4 1 0,-1 0 0,0-1 22,4 0 1,1 1-1,-2-1 1,-7 0 529,-4 1 0,-4-1-462,4 2 0,-2-1-90,4 1 1739,-16-1-1559,-10 2 2225,3-3-2315,-5 3 3186,0-1-2980,-5 1-206,1-1-90,-1 2 0,-1-1 0,3 6-90,-3-2 90,2 10 0,-3-4 90,9 31-90,-4-4 0,0 7 22,-2-7 1,1 4-1,0 3 1,0 1-528,-2-2 0,0 2 0,0 0 0,0 2 0,0-1 523,0 3 0,0 0 0,0 0 0,0 1 0,-1 0-18,0-5 0,-1 1 0,0 0 0,0 0 0,0-3 0,0-3 30,0 11 0,0-5 0,0 0-30,-1-7 0,1 1 0,-1-1 0,0-5-527,0 3 1,0-5 526,-1-5 0,0-2 45,1 6 0,0-4 135,-1-3-90,0-3 540,0 4-450,-1-17 2089,-1 5-2269,-1-7 1398,-1-2-1218,-1 0-180,-2-1 0,-4-1 90,-22 0 0,-6-2-90,12 1 0,-1 0-1093,-17 0 1,-7 0 0,3 0 1034,6 1 1,-4 0 57,4-1 0,-7 0 0,-4 0 0,1 0 0,6 0-460,-1 0 0,4 0 1,-5 0 459,5 0 0,-6 0 0,-2-1 0,-1 1 0,4-1 0,5 1-30,-4-1 0,5 0 0,-6 0-135,4 0 0,-5 0 0,-4 0 0,0 0 0,1-1 1,3 1-492,5 0 1,2 0-1,0 0 1,1-1 0,-1 1 282,-6 0 0,0 0 1,-1 0-1,1-1 1,2 1-448,-4-1 1,0 0 0,3 0 0,8-1 272,3 1 1,4-1 0,-16-3 0,2-1 0,-2-3 0</inkml:trace>
  <inkml:trace contextRef="#ctx0" brushRef="#br1" timeOffset="320080">13313 4505 8972,'-12'-1'2069,"1"0"-990,5 0 0,-1-1 91,2 0 89,-2 1-989,2 2-270,0 1 90,5 4-90,0-1 0,6 7 0,-3-6 0,2 4 0,-1-4 90,2 2-90,1-5 90,32-21-90,-20 6 0,10-13 0,7-8 0,-5 4 0,0-3-240,-2 2 0,4-6 0,-6 8-120,-8 10-2917,16-9 2457,-32 31 1,3 8 0,-9 7 0</inkml:trace>
  <inkml:trace contextRef="#ctx0" brushRef="#br1" timeOffset="320747">13421 5574 11400,'-2'-12'3276,"0"2"-2684,2 25-412,0 5-180,0 7 90,4 6-90,1-21 0,3 4 0,5-15 0,19-22 90,-8 4-90,0-4 0,0-2 0,8-14 0,-1 2 0,-1 0-90,0-1-225,-5 7 0,-4 6 46,-13 18-721,3-2-2287,-2 20 2567,-6-6 0,3 19 0,-5-7 1</inkml:trace>
  <inkml:trace contextRef="#ctx0" brushRef="#br1" timeOffset="321713">13517 8723 11041,'-2'-10'1079,"-1"-4"-89,1 5-541,-2-2 361,1 3-720,6 20 0,1 6-90,3 7 90,5 10 0,6-7 0,12 0-46,-7-21 1,3-6-45,4-7 0,1-8 0,4-12 0,2-7 0,-3 0-727,-7 7 1,-1 1 0,-1-2 726,4-6 0,-1-1 0,-1 0-45,5-8 0,-5 4-585,3-1-494,-10 14 0,-2 10 1124,-6 22 0,-8 20 0,-5 15 0</inkml:trace>
  <inkml:trace contextRef="#ctx0" brushRef="#br1" timeOffset="322430">13473 11285 11760,'-8'-15'2159,"3"0"-1439,8 3-451,1 4 271,10 12-270,-5 12-45,1 13 0,4 1-135,27-6-45,-3-24 0,7-14-27,-11-9 0,4-10 0,1-6 0,-2 0 0,-3 4-400,-5 6 0,-2 1 0,-2 1 0,3-3 322,0-1 0,4-4 0,1-2 0,-2 2 0,-4 5 0,-6 6-210,9-8 270,-3 2 0,-3 4 0,-13 13 0,4-5 0</inkml:trace>
  <inkml:trace contextRef="#ctx0" brushRef="#br1" timeOffset="325696">9055 12958 9961,'3'-10'-90,"0"0"270,2 10-90,2-1 0,5 4 180,27-3-210,-6 0 0,7-1 0,3 1-24,-5 0 0,3 0 0,2-1 0,0 1 0,-2 0-432,5 0 0,-3 0 0,2-1 0,1 1 414,1 0 0,4 0 0,0 0 0,-4 0 0,-5 0-18,7 1 0,-1-1 22,-5 1 1,7 1 0,0-1-1,-3 1-948,-1-1 0,-2 1 1,0-1 925,3 1 0,0 0 0,-2 0 0,-5 0 0,-2-1 0,-5 1 52,15 3 937,-5-1-809,-29-1 90,-19-3 855,-8 0-1035,3-2 3186,4 0-3235,-3 3 186,2-1-317,-10 3 90,6-3 0,-12 0-90,11-2 45,-11 0 0,-5 0 45,-8 1 0,-2 0-45,-5 0 0,-4 1 45,2 2 0,-4 1 0,6 1-281,7-1 1,1 1 280,-5 2 0,-4 0 0,0 0-30,-1 0 0,-1 0 0,-1-1 30,9 0 0,-1-1 0,0 0 0,0 0 0,-6 1 0,1 0 0,0-1 0,0-1 0,1 0 0,9-2 0,8 1-45,-12-1 0,2 1 135,18 0-90,-26 1 0,27-1 90,-4 0-90,9 0 651,5-1-651,1 1 90,-2-2-90,2 1 0,0-1 0,-1 1 0,2 1 90,-1-1-540,0 0-450,4 3 900,1 8 0,3-2 0,1 5 0</inkml:trace>
  <inkml:trace contextRef="#ctx0" brushRef="#br1" timeOffset="333914">6245 11824 11131,'-6'-9'1259,"0"0"-989,1 5 719,-5-6-89,-4-4-361,-8-4-179,-2 5 0,-2 1-180,-11-4-90,3 4 0,-5 2 30,7 5 0,-3 0 0,2 1-120,-3-2 0,-2 2-238,1 0 0,-6 1 0,-1 1 0,1 2 260,3 2 1,0 1-1,0 1 1,-2 1-365,0 0 1,-1 0 0,-1 0 0,-2 2 0,0 2 341,5 1 0,-2 1 0,-1 1 0,0 1 0,0 1 0,1 0 0,2 0 0,-2 1 0,1 0 0,0 1 0,1 0 0,0 2 0,-1 1 0,2 0 0,-1 2 0,0 1 0,0 0 0,0 1 0,3-1 0,2-1 0,-1 1 0,2 0 0,2-1 0,1 0 0,0 2 0,-5 4 0,0 1 0,2 1 0,4 0-808,-2 8 1,4 1 0,3-3 807,1-2 0,3 1 0,4-1 0,3 4 0,6 1-540,13 1 0,8 2 0,-1-2 540,-2 2 0,3 2 43,2-7 1,3 4-1,5 1 1,3-1-44,3-6 0,6 0 0,1-1 0,0-1 0,-2-1-84,-5-3 0,-2-1 0,1-1 1,3 2 83,3 0 0,4 2 0,3 1 0,-1-1 0,-2-4 0,-5-4 0,11 2 0,0-4 0,-3-3 0,6 1 0,0-1 0,-5-2-45,6 0 0,1-2 45,-9-3 0,4 1 0,3-2 0,1-3 9,-7-4 0,2-2 0,2-2 1,0-1-1,0 0 0,-1-1-24,-2-1 0,-1 1 0,0-2 0,1-1 0,1 0 1,3-2-110,-5 0 1,3 0-1,2-2 1,1-1-1,0 0 1,-1 0-1,-2 0 1,-1-1-1,-5 1 124,7-3 0,-4 0 0,-2 0 0,-1-1 0,2-3-15,-1 1 0,2-4 0,-1 0 0,0 0 0,-4 1 0,-5 2 364,10-7 1,-3-5-350,-10 5 0,4-6 0,2-3 0,-1-3 0,-2 1 0,-4 1-18,-4 1 0,-4-1 0,-2 1 0,0-1 0,2-1 18,8-3 0,2 0 0,0-2 0,-3-1 0,-8-3 0,-9 3 0,-6-5 0,-2-2 0,-4 0 0,-1 2 0,0 4 0,0 8 174,-1-1 1,-1 6 0,-3-3-175,0-3 0,-2-5 0,-1-3 0,-2 1 0,-3 3 0,-3 9 22,-9 3 1,-4 7-1,-3 4 1,-1 0 158,3 1-1,-1 2 1,-2 0 0,-1 1 0,-3 2-169,2 1 1,-2 1 0,-2 1 0,-1 1 0,-1 1 0,0 1 0,1 2-13,0 1 0,0 1 0,0 2 0,-1 0 0,0 2 0,-1 1 0,0 1-70,3 1 0,-1 1 0,-2 2 0,0 0 0,0 1 0,1 0 1,0 0-1,2 1 0,3-2-215,-8 3 0,2-1 0,2 0 0,0 1 1,2 0-1,0 1 369,-6 2 0,0 1 0,1 0 1,4-1-1,8 0-1658,-7 4 0,13-4 1657,17-4 1,2-1 0,6-3 0</inkml:trace>
  <inkml:trace contextRef="#ctx0" brushRef="#br1" timeOffset="335580">3268 4774 11400,'4'-15'900,"0"2"-360,0 4 359,-1 0-809,1 12 90,1 18-90,4 10 0,-3-4 0,2 2-90,5 16 0,0-8 90,1-9-90,2-17 45,14-16 0,5-8-45,0-6 0,2-6-139,-8 3 0,3-3 1,0-2-1,-3 1 139,2-5 0,-2 1 0,0-1-150,1-3 0,-1-1 1,0 5 100,0 3 0,-2 5 0,8-1 0,-6 28 0</inkml:trace>
  <inkml:trace contextRef="#ctx0" brushRef="#br1" timeOffset="336181">3792 5906 10771,'-3'-12'270,"0"-4"449,1 5 1080,0-5 360,1 6-2069,-2 12 90,-1 13 180,-5 34-270,3-5-90,0 0-90,5-12 90,6-18 0,11-7-45,5-23 0,1-7 45,8-9 30,-9 4 0,1-7 0,1-2-75,-2 5 0,0-2 0,0 1 0,-1 1-195,1-3 0,0 2 0,0 0-180,6-9 0,1-1 1,-4 11-2858,0 12 0,-14 17 3251,-4 10 1,-5 5-1,-1 2 1</inkml:trace>
  <inkml:trace contextRef="#ctx0" brushRef="#br1" timeOffset="337765">3642 8474 17877,'6'9'450,"1"8"-450,-3-6 89,5 16-178,2-1-91,10 5 90,4-10 90,1-23 0,2-10-45,3-10 0,1-9 45,-7 5 0,2-3 0,0-3 0,0-1-820,3-4 1,0-4 0,0 1 0,-2 1 790,-5 7 0,-1 1 0,0 1 1,0-1 28,4-5 0,1-2 0,0 2 0,-4 6-135,-1 2 0,-1 2-270,6-7 0,-1 2 46,-2 4-2918,-3 25 1516,-17 8 1761,3 19 0,-9-7 0,-1 10 0</inkml:trace>
  <inkml:trace contextRef="#ctx0" brushRef="#br1" timeOffset="338730">3858 11091 12390,'5'-9'3276,"-1"1"-1875,1 10-1221,2 7 0,6 16-90,-4-7-90,4 10 180,3-9-180,-6-6 0,16-2 0,-2-25 0,3-11 30,-5 4 0,1-3 0,1-4-291,0-1 1,2-4-1,1-2 1,0-1-1,-2 2 283,3-5 1,-1 1-1,0 0 1,-1 0-23,-2 1 0,1-1 0,-1 2 0,-1 0 0,5-6 0,0 2 0,-5 5-180,-7 12 0,-2 1-675,7-11 1,-1 4 854,-8 10 0,-8 15 0,-7 12 0</inkml:trace>
  <inkml:trace contextRef="#ctx0" brushRef="#br1" timeOffset="341179">4424 4803 10141,'-4'-9'450,"1"2"0,2 1-450,-1 0 0,1 4 0,-1-1 0</inkml:trace>
  <inkml:trace contextRef="#ctx0" brushRef="#br1" timeOffset="342062">4549 5501 9332,'3'-9'-23,"0"-3"1,-7 18-1,0 0 1</inkml:trace>
  <inkml:trace contextRef="#ctx0" brushRef="#br1" timeOffset="384412">27288 3070 11041,'-9'3'1439,"3"-1"-1079,1 10-1,2 1-89,-1 6-90,0 9 0,1-4-45,1 2 0,1 0-135,-1 3 90,0-1 0,1 2 0,0 6 0,-1 9 0,0-5-90,0-11 90,1-1-180,-1-10-270,1 1-360,1-7-2557,-1-4 2612,-2-13 0,1-6 0,-3-10 1</inkml:trace>
  <inkml:trace contextRef="#ctx0" brushRef="#br1" timeOffset="385101">27160 3058 10681,'1'-13'989,"0"3"-629,4 1-180,4 3 270,16-4-270,10-1-90,-4 1 0,8 2 0,-11 6-1,-6 2 1,14 11-90,-22 0 90,6 19-90,-20 1 90,-9 7-90,-10-5 0,-11-2 0,8-12 0,-3 0 0,7-8 0,0 0 0,7-6 0,7-5 0,9-4-90,7-3 90,0 2 0,-4 3 0,4 4 0,-2 2 0,5 7 0,-6-1 90,6 25-90,-4 2 0,-4-12 0,1 1 0,3 19 0,-1-9 0,2 2 0,3-4 90,0-4-90,4-6-180,-4-13-269,4-3-91,-8-6 540,13-13 0,-8-2 0,10-10 0</inkml:trace>
  <inkml:trace contextRef="#ctx0" brushRef="#br1" timeOffset="385599">27739 3340 14369,'12'6'629,"9"-4"-449,-3-6 90,11-10-180,-11-1 0,-7-13-90,-19 2 90,-24-3-90,4 14-90,-18 14 90,14 33 0,9-7 0,14 7 0,6 2 0,12 0 45,5 0 0,2-1-45,5-4 0,-2-9 0,4-4 0,17-4-720,6-7-919,-16-9 1,0-3-392,2-5 2030,1-12 0,-19 8 0,3-6 0</inkml:trace>
  <inkml:trace contextRef="#ctx0" brushRef="#br1" timeOffset="385966">28162 3303 11670,'5'-7'2069,"0"1"-180,-2 2 270,0 0-1979,-10 4 0,2 2 0,-9 4-1,4 0 91,-5 7 0,-1 3-90,-4 7-90,5-3 0,1 7-90,9 1-90,3 2-90,4-2-180,10-4-179,3-8-181,7 3 180,-2-8-629,5-3-540,-2-6-990,7-2 990,-5-3 889,7-4 1,-5-3 0,7-2 0</inkml:trace>
  <inkml:trace contextRef="#ctx0" brushRef="#br1" timeOffset="386947">28474 3344 12390,'-9'-3'3276,"-3"-2"-2594,4 3 127,-11 3-629,9 2 0,-11 7 270,-6 19-450,7 2 0,-3 5-450,16-1-180,11-14 361,1 0-271,11-2 360,-6-13-270,19-2 180,-8-10 90,12-8 90,-13 0 1,1-6-1,-9 8 90,-1 0-90,-3 6 90,2 10 0,4 7-90,5 4 90,-3-2 90,6-2-90,-1-10-90,-2 0 180,13-12-180,-5-16 90,-9 9 0,-2-3 0,2-6 0,-3-4 0,-4-2 0,-2-3 0,-2 2 0,1 1 0,-1-1 30,-3-6 0,-1-6 0,-2 6 15,-2 9 0,-2 2-45,1-3 0,-2 3 90,-2-11-1,-4 86-44,7-19 0,1 1-45,-2 13 0,0 2 0,3-7 0,2 2 0,1-2 45,0 12 0,2 0-45,-1-14 0,0 0 0,1-2 0,1 10 0,0-5 0,8 7 0,-4-30 0,15 3-90,14-33 45,-12-4 0,1-8-15,-5-7 0,-1-6 1,-2-2-688,-2 0 1,-3-1-1,-1 1 747,-2 3 0,0 0 0,-3 2-45,-1-11 0,-4 6 90,0 13 0,-4 10 45,-4 18-90,3-5 45,-1 37 0,2 19-45,3-14 0,1-1 0,-1 1 0,0 2 45,3 10 0,2 1 0,0-15 0,1 0-90,4 9 0,2-1-585,-1-9 1,1-3 1879,8 7-4398,-1-20 3148,-7-11 0,7-5 0,-1-2 0</inkml:trace>
  <inkml:trace contextRef="#ctx0" brushRef="#br1" timeOffset="387130">29739 3236 13110,'11'-2'3276,"0"1"0,1 2-1823,-4 1-2712,-2 3-2018,-9 4 0,-11 4 3129,-7-2 0,-5-1 0,-10 4 1,-5-2-1,6-2 0,-1 0 1,1 0-1</inkml:trace>
  <inkml:trace contextRef="#ctx0" brushRef="#br1" timeOffset="388102">18102 11938 10051,'1'-8'1709,"0"0"-1169,2 3-450,3 6 90,0 2-90,3 6 180,0 5-180,1 5 179,8 15-179,-4-3 0,6 10-270,-8-17-719,2 3-91,-8-16 990,0 0 0,-5-9 0,0 0 0</inkml:trace>
  <inkml:trace contextRef="#ctx0" brushRef="#br1" timeOffset="388320">18243 11902 11041,'-2'-15'539,"0"4"271,0-3-540,0 7 180,-1 1 179,-2 1-269,-5 10 0,-1 2-180,-5 11 0,2 3-1,-3 6-269,1 4-89,3-5-361,-3 7-450,4-8-1888,-1 6 90,4-9 2788,3-4 0,1-3 0,0 0 0</inkml:trace>
  <inkml:trace contextRef="#ctx0" brushRef="#br1" timeOffset="388752">18186 11821 11940,'-20'-37'900,"-6"10"-496,3 18 1,-1 3-315,-12 7 90,10 9 0,0 5-45,5 9 0,3 2-90,3-5 0,0 2-1299,-2 22 1,5 1 1343,6-2 123,7-8 0,2 5 0,5-2-213,11 1 0,5-2-30,-6-8 0,2 1 0,4-6-30,6-8 0,4-5 0,1-9 0,4-11 0,0-10 0,-2-5 15,-7-2 0,-2-4 0,0-4 0,-4-1-120,1-4 1,-2-2-1,-3-3 1,-6-2 146,-7 2 0,-4-4 0,-4-1 0,-3 2 0,-3 3 40,-4-2 1,-4 3-1,-4 3 1,-5 1-499,-3 7 1,-5 2 0,-3 1 0,0 4 0,2 4 505,-5-1 0,1 7 0,-3 7-30,-3 8 0,-4 6 0,1 5 0,7 6-165,7 8 1,5 6 0,2 3-929,-2 2 1,2 2 0,6 3 1026,5 1 0,5 1 1,6-1-1,9-7 0,4-1 1,2-2-1,8 9 1,0 1-1</inkml:trace>
  <inkml:trace contextRef="#ctx0" brushRef="#br1" timeOffset="399080">17472 4079 10231,'-9'3'3276,"0"0"-2324,21-3-772,6-1 89,29-4-179,-5-1-839,-5 0 1,4 0 793,1-1 0,3 1 15,-5 0 0,3 0 0,0-1-30,4 1 0,1-1 0,1 1-8,-11 1 1,-1 0-1,1 1 1,0-1-513,12 0 1,0-1 0,-1 1 519,-4 1 0,0-1 0,-2 2-30,5-1 0,-3 2-85,-1-1 0,-3 2 85,7 1 0,-22 0 0,-2 0 0,7 1 90,-6 0-90,-9 0 1071,4 0-981,-3-1 2048,-3 1-2048,-4-2 466,-3 1-376,1 0 89,-1-2 91,0 2-180,0-1-90,-2-2 0,-1 0-90,-3-4 0,-1 2 90,-1-8-90,0 4 0,-1-11 0,0-1 0,0-11 0,-2-13 0,2 16 0,0-1-176,0 4 1,-1-1 175,-1-5 0,0-4 0,0 3 0,0 4 0,0-1 0,-1-7 0,-1-5 0,0 5-279,1 7 0,0 0 249,-1-10 0,-1-4 0,1 5 75,2 10 0,-1-1-75,0-4 0,-1-4 0,1 3 30,0 2 0,0 2-45,0 1 0,0 2 45,-2-21 0,2 22 0,2 10 0,0-1 241,0 4-241,0 3 488,1 0-488,-1 3-90,1-1 90,-2 5 0,-9 6 0,-5 4 0,-6 5 0,-20 5-478,21-7 0,-3 1 478,-14 3 0,-1 0 0,8-2 0,-2-1 30,-8 2 0,-5 1 0,4-2-551,6-3 1,-1 1 520,-2 0 0,-8 1 0,-1 1 0,3-1 0,0-2 0,2 0 0,1 0 0,-1 0 0,1 1 0,0-1 0,-2 0 0,0 0 0,7-1-144,11-2 1,3 0 98,-6 1 0,2-1-45,-4 1 90,15-2-90,7-2 819,1 3-729,5-2 1018,-2 1-1018,3 0 267,1 0-267,-1 0 0,0-1-90,0 0 90,2 3 0,2 4 0,1 0 0,4 12-89,-2 7 178,3 12-1020,-3-11 0,0 1 931,1 18 0,0-13 0,0 2 0,-1 4 0,0 0 0,1 0 0,0 3 0,-1-5 0,0 2 0,0-3 0,0-6 0,-1 1 30,1 1 0,-1 3 0,0-3-276,1-2 0,0-2 246,0 6 0,1-1 0,-1-8 0,1-4 0,3 7 0,-3-9 0,2 0-90,-2-8 1214,1 1-2024,0-7-118,1-5-421,2-5-1838,-1-4 2949,-2 0 1,-2-6-1,-2 0 1</inkml:trace>
  <inkml:trace contextRef="#ctx0" brushRef="#br1" timeOffset="489963">22771 3975 8522,'-5'-8'1349,"0"0"-989,2 3 0,-1 1 0,-1 0 0,2 0 89,-2 1-179,0-2-180,-1 0 90,-1 1 0,-1 0-90,2 2 90,-11-1-90,7 3 0,-13 1-90,1 4 90,-10 2-90,6 0 90,-10 5-90,8 1 0,-9 10 0,10-3 0,8 0 0,3 2 0,-4 21-333,7-10 1,2 0 332,4-6 0,2 1 45,1 9 0,2 0-45,2-4 0,1 0 0,2 7 0,1 0 0,0-8 0,2-1 0,3 3 0,3 0 0,0-9 0,2-1 0,5 5 0,1-1-26,-4-8 1,2-2 70,12 4 0,1-3-45,12-2-161,-11-6 1,-1-2 160,8-4 0,9-8 90,-1-7-90,-19 3 0,0-2 0,18-9 0,-22 4 0,-1-2 0,10-17 0,-15 10 0,-1-2 0,-2-3 0,-3-1 0,-2-3 0,-4-1-333,-2-2 1,-4-1 332,-2-1 0,-3 0 0,-1 6 0,-3 0 0,-5-7 0,-2 1 0,-1 5 0,-1 1 0,-7-7 0,-1 2 0,5 9 0,-1 1 0,-7-2 0,-2 2 0,5 8 0,-2 1-45,-6-2 0,-1 2 45,8 4 0,-1 3 237,-4 1 1,0 4-328,0 6 0,-1 5-135,-1 3 0,0 4-739,2 2 1,2 2 648,7 2 0,3 4 315,0 10 0,3 2 0,6-11 0,1 0 0,-4 14 0,1-1 0</inkml:trace>
  <inkml:trace contextRef="#ctx0" brushRef="#br1" timeOffset="491421">27659 3919 10951,'-5'-8'1799,"0"1"-1439,3 3-271,4 18 1,1 8-90,3 10 90,-1 14-90,0 1 45,-3-21 0,0 2-771,1 5 0,0-1 726,0 11-13,1 6 13,-1-19 0,0 4 0,-1-11 180,0-2 179,-1-8 181,0-1-540,1-15 1615,-1-10-1615,1-10 90,-1-13 0,1-6-781,-1 16 0,-1-1 691,1-20-165,-2 15 1,0 1 164,-2-8-48,1 12 0,-1 2 48,0-4-90,-1 5-90,1 10 874,1 2-2043,-1 3-773,0 12-487,1 2 2638,0 4 1,3 3-1,0 0 1</inkml:trace>
  <inkml:trace contextRef="#ctx0" brushRef="#br1" timeOffset="491932">28268 3907 11311,'0'-11'269,"1"0"181,-1 4 450,0 1 179,-1-1-989,-3 12 90,0-1 270,-15 34-136,-2 2 1,-2 2-270,6-9 0,-1 1-436,-3 3 0,-3 5 0,2-4 481,0-1 0,-1 0-60,4-5 0,0 1 0,-1-2 15,-3 7 0,1-2 0,-4 7 0,1-1 0,6-11 0,2-1 0,-4 5 0,1-1-45,7-11 0,0-1 90,-11 20-90,11-18-90,-3 5 0,7-13-2609,0 0 2070,12-21-807,5-4 1436,16-22 0,2 1 0,-9 11 0,-1 0 0</inkml:trace>
  <inkml:trace contextRef="#ctx0" brushRef="#br1" timeOffset="492596">28244 4338 11041,'14'-9'359,"-3"1"181,-2 0 0,-2 3-270,-1 0 629,-1 1-359,0-1-270,0 7-90,-7 9-90,-3 7 0,-2 3 89,-6 14-89,2-5-90,-4 12 90,5-14-90,-2 1 0,6-14 0,-3 11 0,4-14 0,0 5 0,4-10 0,4-1 0,7-7 0,0-2 0,4-4 0,7-2 0,-3 0 0,6-2-90,3-1 90,-12 6 0,13-4 0,-14 5 0,17-4 0,-10 3 0,5-1 0,-4-1 0,-10 3 0,12-8 0,-12 5 0,9-8 0,-7 2 0,-3 3 90,2-4-90,-9 10-90,1-1 90,-2 1 0,-2 13 0,-4 9 0,0 6 0,-4 13 0,5-7 0,0 9 0,2-9 0,1 7 0,4-4-90,-1 0 0,1-6-359,-1-7 89,-3-10-2917,2 3 3039,-2-4 0,0-4 1,-2-1-1</inkml:trace>
  <inkml:trace contextRef="#ctx0" brushRef="#br1" timeOffset="493655">27635 5189 11580,'3'-11'3239,"-1"1"-3239,2 14 89,-3-2 1,2 11-90,-2 0 90,0 5-90,0 4 90,-1-3-90,-1 16 90,1-15-90,-3 20 0,1-20 90,-3 21-90,2-13 0,-2 5 0,1 0 0,1-17 0,0 11 0,1-13 0,0 2 0,0-5 90,1-1-90,1-3 0,-1 0-1169,1-1 359,-4-10-2467,3-2 2612,-2-7 0,3 6 0,0 3 1</inkml:trace>
  <inkml:trace contextRef="#ctx0" brushRef="#br1" timeOffset="496095">27473 5236 10411,'2'-9'180,"0"1"0,1 2 0,-1 1 0,1 0 89,0 0-89,2-1 0,3-1-90,0 1 90,4-1 0,0 1-90,5 0 0,-2 1 90,5-1-90,-3 2 0,3 1-90,-5 2 0,2 5 90,-2 14 0,-3 7-90,-3 6 0,-11-6 0,-2 1 90,-2 8-90,-6 6 0,-2 1-607,-2-1 607,-1-2 0,0-1 90,-7 6-90,10-18 0,0-1 0,-6 10 0,2-5 0,6-12 0,-1 5 0,4-10 90,3 1 606,1-5-606,13-7-180,-2-1 180,14-8-90,-1 1 0,-2 1 0,8-1 0,-9 3 0,22-5 0,-10 4 0,4-2 0,-5 3 0,-8 1 0,2 0 0,-7 1 0,1 0-180,-4 1-179,-1-1-271,0 1-180,-4-1 1,0-1-2249,-2 0 3058,1-2 0,-2 0 0,1-1 0</inkml:trace>
  <inkml:trace contextRef="#ctx0" brushRef="#br1" timeOffset="496554">28081 5193 10051,'5'-12'810,"0"1"-540,0 2 269,-2 3-89,1 0 90,-1 2 89,0 0 91,1 0-450,-9 22-180,2-5 0,-4 9 0,-2 5 0,-8 19 0,4-13 0,0 3-451,-1 3 0,-1 1 361,-1 0 0,1-1-785,3-7 0,1-1 785,1-5 0,0 1 45,-2 4 0,1-1-396,3-5 0,-1-1 351,-1 5 0,0-1 0,-4 10 0,7-17 240,-4 6-419,4-13 718,-1 1-3816,4-10 3219,3-13 0,3-3 1,5-13-1</inkml:trace>
  <inkml:trace contextRef="#ctx0" brushRef="#br1" timeOffset="497304">28334 5363 11670,'9'-8'1440,"1"-1"-901,-6 5 271,2-1-720,-4 14 90,-3 2-90,-1 9-1,-7 9 1,-6 8 0,-2 2-90,-1 0 90,0-4-90,8-15 90,-9 15-90,10-18 0,-6 8 0,8-11 0,2-3 0,1-1 0,12-12 0,-3 2 90,11-8-180,-8 5 90,12-6 0,2 2 0,5-1 0,1 1-90,-5 3 90,-5 0-90,4 0 90,-4 0-90,5-2 90,-2-1 0,-5 0-90,4-6 90,-9 5 0,6-8 0,-8 3 0,2-3 0,-3 1 0,-1 4 0,-2-1 0,-2 7 0,0-4 0,0 19 0,-2-5 0,-3 33 0,-3-7 0,-2 10 0,2 4 0,0-6 45,4-9 0,0 0-45,-1 8 0,2 11 0,1-26 0,0 3 0,0-9-629,1-3-191,0-8 1,-6-22 0,-1-8 0</inkml:trace>
  <inkml:trace contextRef="#ctx0" brushRef="#br1" timeOffset="498386">19798 5818 11041,'1'8'-90,"0"-1"180,4-3 0,0-2 0,3 0 89,5-2 1,5 1-90,8-2 0,8 0 0,-4-1-90,13-1 90,-7 1-1108,11-2 1108,-12 1-90,2 1 90,-10 1-90,6 2-270,-5-1 1,-7 2-2160,3 1 2683,-12 2 1,2 5-1,-7 2 1</inkml:trace>
  <inkml:trace contextRef="#ctx0" brushRef="#br1" timeOffset="499612">19921 7010 8702,'11'-2'450,"0"0"-360,-4 2 0,9 0-90,-5 0 90,13 0-90,-9-1 90,24-1 0,-6 0-180,7-1-450,1 1-899,-7 1 1208,0-1 0,6-1 1,-7-1-1</inkml:trace>
  <inkml:trace contextRef="#ctx0" brushRef="#br1" timeOffset="502729">27529 6488 9512,'-6'-7'1709,"4"-1"-1619,5 1 89,2 1-89,0 2 90,5-1-90,-2 1 180,18-6-270,-9 4 90,19-5 0,-9 6 0,8-1-90,-3 3 90,-3 3-90,-8 2 0,-1 5 0,-9 1 90,-2 7-90,-7-2 0,-11 10 0,-12 6 45,6-10 0,-2 1-45,-4 3 0,0 0-290,-1-1 0,0 0 290,3-2 0,1-1-92,-13 15 92,13-12 0,2 1 0,8-7 0,1 2 0,5-4 574,4-1-574,10-2 98,-1-3-98,11 0 0,-2-7 0,11-2 0,6-3 0,-5-1 90,11-2-270,-8 0-180,9-1 0,-12 0-629,4 0-2288,-12 0 3264,-1 1 0,0-5 0,-7 1 1</inkml:trace>
  <inkml:trace contextRef="#ctx0" brushRef="#br1" timeOffset="503134">28321 6370 10231,'8'-19'360,"-2"2"360,-1 5 89,0 0-179,3-3 359,-3 3-719,-7 36-270,-3-6 90,-4 14 0,-2 5-45,-2-7 0,-2 2-180,1 2 1,-2 2 0,1 1 164,-2 0 0,-1 0 0,1 1 0,-3 6 0,0 1 0,0-3-90,3-8 0,1-1 0,1-2-345,-6 11 1,2-5 404,-4 0 0,11-17 0,7-14 0</inkml:trace>
  <inkml:trace contextRef="#ctx0" brushRef="#br1" timeOffset="503783">28533 6540 11041,'5'-13'2069,"-2"3"-1800,-9 23 1,-18 26-225,7-10 0,-1 4 45,-6 8 0,0 0-90,6-10 0,1-2 45,0 1 0,3-2-45,0-2 0,19-11 0,12-18 0,25-16 0,-1-2 0,-4 1 0,3 1 0,-17 10-90,9-4 0,2 2-90,-5 2 90,11-3 0,-12 1 0,2-8 90,-12 4 0,0-4 180,-4 3-90,-4 11 270,-7 25-360,-5 4 90,-5 9 0,-3 3-90,-2 5-301,0 4 1,0 3 345,6-17 0,-1 1-15,1 2 0,-1 3 0,1-3-570,1 1 1,1-3-1100,0-3 1,1-3 1467,0 0 1,-5-29 0,-1-5 0</inkml:trace>
  <inkml:trace contextRef="#ctx0" brushRef="#br1" timeOffset="510779">27474 7668 9781,'7'-7'180,"-1"1"-90,2 3 90,1-2-180,0 2 180,8-4-90,0 2 0,5-3-90,-4 3 90,3 0 0,-3 1-90,6 1 0,0 2 0,-5 2 0,10 7 90,-13 2-90,5 3 0,-12 6 0,-9 1 90,-8 10-90,-10 4 0,-2-4 0,-10 2 0,7-7 0,-3 0 0,5-5 0,4-4 0,5-4 0,4-4 0,4-1 0,6-2 0,4 1 0,7 1 0,0-2 0,8 4 0,-1-1 90,4 5-90,0 3 0,-7-3 0,-2 8 0,-10-8 0,-6 11 0,-12-6 90,-16 10 0,-9-1 0,3-5-90,-4 0 89,14-9 1,-3 1-90,6-4-90,8-5-3187,5-2 3129,11-9 1,8-3-1,8-7 1</inkml:trace>
  <inkml:trace contextRef="#ctx0" brushRef="#br1" timeOffset="511148">28222 7671 9602,'2'-12'359,"0"2"1,-1 4 450,0-3 89,0 3-449,-5 16-360,-5 15 0,-2 14-1561,-6 5 0,-2 3 1515,9-20 1,-1 0 75,-7 15 0,-4 7 0,1-3-816,3-10 0,1-2 0,0 0 726,0 0 0,0 0 0,-1 1-292,-3 4 0,0 1 0,2-6 352,-4 8-151,4-9 0,2-2 151,2-3-90,0 0-180,6-11-1913,2-4-426,13-16 3182,-1-1 0,16-16 1,-2-2-1</inkml:trace>
  <inkml:trace contextRef="#ctx0" brushRef="#br1" timeOffset="511823">28378 7988 11490,'9'-12'630,"-1"1"-90,-5 5 1079,-2 1-1439,-5 8 0,-1 1-90,-9 17 89,-1 4-89,2-1 0,-1 1-90,-4 9 45,5-8 0,0-1 45,0 5-90,-2 4 90,4-8-90,1-2 90,4-9-90,-1 1 0,4-6 0,4-2 0,9-9 0,2-2 0,8-4 0,-7-1 0,9-3 0,-10 5-90,12-6 90,-7 6-90,6-3 0,-5 3 0,4-1 90,-9 4-180,13-3 91,-7 0 89,7-1-90,-10 1 90,5-7 0,-10 5-90,7-9 90,-7 4 0,2-5 0,-4 5 0,0-4 0,-3 6 90,0-2 0,-2 4-90,-1 10 89,-2 4-89,-3 15 0,-2 7 90,-1 6-90,0 1 0,0 0 0,-1 7 0,2-5 0,0-1 90,1 4-90,0 5 0,3-15-269,0 4-541,2-13-89,0 0-2378,2-10 2702,3-11 0,2-6 0,4-5 0</inkml:trace>
  <inkml:trace contextRef="#ctx0" brushRef="#br1" timeOffset="512126">29085 8211 13110,'4'-9'1798,"0"1"-1258,-2 4-1360,1 1 1,-13 9 0,-2 3 0</inkml:trace>
  <inkml:trace contextRef="#ctx0" brushRef="#br1" timeOffset="514165">27648 9135 10951,'-6'-10'1529,"4"2"-1439,7 1 0,7 1 0,-3 2 0,12-3 0,1 0 0,9-1 0,-5 2-90,6 0 89,-1 4-89,-6 0 0,4 4 0,-14 4 90,-1 3-90,-6 2 0,-9 5 0,-7 2 0,-8 9 90,1-5-90,-10 5 0,5-6 0,-6 6 0,5-4 90,7-6-90,9 0 0,8-10 0,10 6 90,4-3-90,9 3 0,-5-2 0,3 6 0,-7-1 0,1 11 0,-8-7 0,-7 11 0,-12-6 0,-10 9 0,-1-5 0,2-12 0,-1 0 90,-11 6-90,-9 2 0,15-9 0,2-4-360,7-4-449,1-3-1710,5-6 2519,12-10 0,6-4 0,8-6 0</inkml:trace>
  <inkml:trace contextRef="#ctx0" brushRef="#br1" timeOffset="514526">28254 9189 11131,'9'-35'1439,"-2"12"-630,0-1-269,-3 15-90,-7 40-360,-3-3 0,-3 7-23,-1 2 1,-3 7-1,-1 3 1,1-3-846,0-5 0,-1 0 0,0-1 0,0 1 800,-2 6 1,0 0 0,-1 0-1,1-2 8,-3 2 0,1-1 0,1-5-514,1-2 1,2-3 348,1-4 0,1-3-3142,1 2 2457,13-28 1,3-3 0,8-14 0</inkml:trace>
  <inkml:trace contextRef="#ctx0" brushRef="#br1" timeOffset="515181">28622 9426 11131,'8'-15'899,"-2"2"-359,-3 4 719,-1 2-899,-10 18-360,-1 4 90,-4 13 90,-6 13-1819,8-16 1,0 0 1703,-8 19-310,7-16 0,1-1 245,1 3-129,-3 4 129,5-11 90,0-1-90,5-9 2997,0-1-2997,6-5 926,6-5-926,0-3 357,15-7-357,-1-2 0,4-3 0,-1 1 0,-10 5 0,6-2 0,-10 5 0,8-3 0,-11 4 0,6-3 0,-2 2 0,4-3-90,1-2 90,0-1 0,-3-3 0,-4 3 0,-1-3 0,-3 3 0,1-2-89,-2 3 89,-1 2 0,-6 17 0,0-2 0,-10 39 0,3-18 0,-1 3 0,1 2 0,2-9 0,1 1-149,-1 3 0,1 0 149,0-2 0,0-2 0,-1 9 0,2 0-270,1-12-179,1 2-1530,1-7 1979,-1-7 0,1-4 0,0-4 0</inkml:trace>
  <inkml:trace contextRef="#ctx0" brushRef="#br1" timeOffset="516573">27732 10710 10681,'6'-12'630,"1"1"-181,-1 3 91,-2 2-270,0-2 719,-1 3-629,0-1 629,1 0-989,-6 14 180,-3 7-180,-6 10 180,-12 19-180,11-21 0,-2 1-950,-8 13 1,0 0 949,7-12 0,1-1-90,-7 9 1,2-3 179,1 1-90,-4 3 90,9-13-90,2-2 0,5-8 90,0 0-90,10-7 2034,2-4-2034,10-7 224,0-3-224,3-1 0,3 0 0,-4 3 0,6-2 0,-4 3 0,7-1 0,-6 1 0,5 0 0,-2 1 0,9-1-90,-1-2 90,-3 2 0,-6-3 0,-10 3 0,1-6 0,-4-1 0,2-5 0,-4 2 0,0-2 0,-3 5 0,1-4 0,-2 6 0,-3 14 0,-3 7 0,-7 25 0,-4 7 0,4-13 0,1 0 0,0-3 0,1-1 0,-3 6 0,0-1 0,2-4 0,0-1 0,-2 3 0,0 0 90,-3 13-90,0-1 0,6-18 0,0 6 0,4-14-630,1-4-629,3-3-2018,10-18 258,-4 4 3019,8-15 0,-4 0 0,1-2 0</inkml:trace>
  <inkml:trace contextRef="#ctx0" brushRef="#br1" timeOffset="516959">28352 10662 11400,'1'-10'900,"0"-1"179,1 5-719,-2 20 0,-14 29-270,1-11 0,-2 5 0,-2 1-418,-1 0 1,0 1 0,-3 1 372,-1 0 0,-1 3 0,-1-1 0,1-2-15,-1-1 0,2-1 0,-1-1 0,-1 2 0,0 0 0,3-6-30,4-6 0,2-4-180,-11 15-1072,17-25 1252,0-2 0,4-4 0,3-6 0</inkml:trace>
  <inkml:trace contextRef="#ctx0" brushRef="#br1" timeOffset="517693">28376 11007 11400,'12'-14'1260,"-2"2"-1,-3 6-989,-3 11 0,-8 9-180,-2 5 0,-9 10 44,-5 3 1,0 1-45,-2 2-60,5-7 0,-3 4 0,4-4 60,-4 5-45,6-10 0,1 0-45,1-3 90,27-20-90,15-20 0,9-3 0,-6-1 0,-3 8 0,-9 8 0,18-5 90,-18 9-90,4 0 0,-1 0 0,-1-1 0,13-6 0,-9-3 0,1-7 0,-12 7 90,-2-2 0,-10 10 360,4-4-180,-3 4-90,1 11-90,-11 18-1,-3 10 1,-1 7-45,-4 6 0,-1 0-45,3-6 0,-1 1 45,1 4 0,0-3-45,4-2-180,2-14 1,0 0-541,1 6-1439,2-10-1118,3-15 2544,6-11 1,3-6 0,4-7 0</inkml:trace>
  <inkml:trace contextRef="#ctx0" brushRef="#br1" timeOffset="517898">28999 11298 14819,'-6'4'-1093,"-4"-1"1,-21 5 0</inkml:trace>
  <inkml:trace contextRef="#ctx0" brushRef="#br1" timeOffset="523270">25125 4024 9242,'7'-4'1169,"-2"-2"-809,-5 1 539,2 0 1620,-1-1-2429,0 13-90,0-6 180,-1 11-90,2 0 0,-1-1 0,0 4 179,1 3-269,-2-7 180,2 10-90,-1-8 0,0 16 0,1-2 0,-1 5-90,1 7 90,-1-14-45,1 8 0,1 3-45,0-10 0,1 0 90,-1 8 0,2 2 45,1 7 0,0-4-45,1 5-495,0-2 1,-1 1 494,-1-13 0,0 0-45,1 8 0,0 0 0,-1-7 0,0 0 45,3 12 0,0-1-90,-3-11 0,1-1 45,1 5 0,0 1-1,0-1 1,-1-1-45,-1-5 0,1 0 45,0 8 0,0 1-45,1 1 0,0-2 45,-2-8 0,-1 0-45,3 15 0,0-2 90,0 2-90,-1-3 0,-1 2 0,-1-16 0,-1 0 45,1 8 0,0 1 0,0-2 0,-1-1-45,0-7 0,0 0 0,1 5 0,0-1 45,0-5 0,-1 0 0,2 9 0,0 0-45,-1-8 0,0-1-38,1 7 0,0 1 83,-1 1 0,0-1 0,0-5 0,0 1 0,0 11 0,1 0 0,-2-12 0,0-1-45,0 4 0,0 1-656,0 1 0,0-1 746,1 13-297,-2-14 0,1-1 296,1 16-89,-1-15 0,0 1 45,0-4 0,-1-1-45,3 16 0,-2-17 0,0 0 0,2 15 355,-2-14 1,1 0-356,-1 2 0,0-1 90,2 13-90,-2-6 0,0 0 0,0 9 34,-1-16 0,1 1-34,1 17 0,1-10 0,-1-7 0,0-1 0,2 11 0,1 6 0,-3-10 0,0 4 733,-1-13 0,0 1-733,0-1 0,0-1 0,1 5 0,-1-1 539,2 12-539,0-5 0,-1-1 0,0 0-185,0-2 0,0 0 185,2 6 0,1 7 45,-1-21 0,-1-1-45,3 15 0,0-6 0,-1 2 0,-3-10 0,1 0 0,0 4 0,0 0 0,-1 1 0,0-1 0,2 17-274,-2-17 0,0 1 274,1 0 0,0-1 0,2 14 0,-2-15 0,1 0 0,3 15 0,-4-16 0,1 0 0,-1-2 0,1-1 0,2 12 0,2 6 0,-2-7 90,2 8-180,-2-8 90,-2-10 0,-1-1 90,2 12 266,1 6-356,-1-3 0,-3-6 90,2 10-90,-3 0 0,1-1 0,-2-10-90,0 4 90,-2-2 90,1-4-90,0 8 569,0-12-569,1 8 0,0-8 0,1 7 0,-1-6 0,0 11 0,-1 0 0,0-3 0,-1-9 0,0 11 0,0-8 0,0 5 0,0 1 0,0-7-90,0 6 180,0-7-180,0 13 90,0-19-90,1 24 90,0-20-180,-1 18 91,2-11-181,0 12 180,-1-19-90,1 2-360,-1-5 360,0-8-90,-1 7-269,0-8-271,-1-1-359,-1 2-720,0-5-1388,-2-1 2882,-1-6 0,2 0 0,0-1 0</inkml:trace>
  <inkml:trace contextRef="#ctx0" brushRef="#br1" timeOffset="523821">25721 9975 11670,'-1'-10'3238,"-2"2"-3058,12 15 90,-4 1-90,8 10 90,-3 3-90,2 0 0,5 9-180,-3-5 180,6 6-90,2 2 0,-2-2-90,0-2 90,-5-8-90,-4-8 0,-1 0 89,2 0-89,-4-7 90,5-1-90,-5-5 0,2-6 0,-4-6-90,2-10-89,2-20 89,-1 4 0,-4 6 0,1-1-45,-1 7 0,-1 0-676,2-7 0,0 2 541,2-12-547,1 1-442,-4 18-1979,0-3 3238,-1 6 0,-2 2 0,-1 1 0</inkml:trace>
  <inkml:trace contextRef="#ctx0" brushRef="#br1" timeOffset="526157">29399 11259 10051,'1'9'-180,"-1"-1"180,0-1 0,-1-1 270,0 0 0,1 0-990,0 0 720,-4-10 0,1 2 0,-4-9 0</inkml:trace>
  <inkml:trace contextRef="#ctx0" brushRef="#br1" timeOffset="535050">25646 5235 8702,'-5'-7'2609,"4"14"-2430,1-1 1,5 19-90,-2-8 90,2 17 0,-1 0-90,-1 12 0,1-9 0,-2 5 0,-1-10 0,0 6-90,1-5 0,-2-10 90,1 0 0,0-6-90,-1-4 90,1-1 0,0-7-90,4-10 0,1-3 0,3-11 0,-3 3 0,8-12 0,-2 6 0,7-8 0,-7 12 0,4 0 0,-6 7-90,3 1 90,-4 4 0,2 4 0,-2 7 0,2 7 0,1 6-90,-2 6 90,-1-3 90,0 14-90,-4-18 0,2 15 0,-3-15 0,0 2-180,0-3-270,-1-7-1529,1-2 630,1-8 0,-1-1 1349,2-4 0,-2-5 0,0-2 0</inkml:trace>
  <inkml:trace contextRef="#ctx0" brushRef="#br1" timeOffset="535294">25987 5494 10321,'9'30'450,"-1"3"-360,-2 0-540,0 3-2428,-2-11 2878,-1-5 0,-3-14 0,0-3 0</inkml:trace>
  <inkml:trace contextRef="#ctx0" brushRef="#br1" timeOffset="535539">25978 5208 10321,'1'-9'1079,"4"8"-1888,-2 2-1170,3 6 1979,-3-3 0,1 0 0,0 0 0</inkml:trace>
  <inkml:trace contextRef="#ctx0" brushRef="#br1" timeOffset="537034">26219 5339 13020,'-27'23'809,"2"5"-809,12-6 0,2 1-90,-2 17 0,4 0-90,11-14 90,4-10-179,7-6 89,6-11 90,2-8 0,0-19 90,-6-3-90,-2-7 0,-4 15 90,3 21 0,-3 28 0,-2 3 0,-2 5 0,-2 7 0,-1 1 0,0 4 0,-1 0 0,-1-9 0,-1-2 45,-1-6 0,-2-3-45,-5-4 0,-10-14 0,-3-19 0,-1-12 0,7-4 0,15-4 0,13 4 0,19-9-90,4 2 90,-14 13 0,-1-1 0,-2 1 0,-2-2 45,1-11 0,-2-3-45,-4-1 0,-2-1 0,0-1 0,-3 1 45,-3 2 0,-1 3 45,0-7 0,-1 11-90,5 44 0,-4 15 0,4 16 45,-6-20 0,-1 1-45,-1 10 0,-1 9 0,-1 2 90,0-9-90,0-2 89,2-15-89,12-30 0,2-12 0,9-20-89,-2 9 89,1 14 0,-3 19-90,1 21 90,-9-4 0,2 17 0,-5-15 0,4 5 0,1-8 0,5-14 0,3-13 0,7-23 0,-15 11 0,-1-2 45,0-3 0,-2 0-45,-2-18-90,-11 10 90,-5 20 0,-13 22 0,7 16 0,7 5 0,2 3-90,6 19 90,6-17 0,4-1 0,10 3 0,3-8 0,6-18 0,-9-10 0,14-14 0,-13-5-90,4-12 90,-11 6 0,-6 9 0,-3 7 0</inkml:trace>
  <inkml:trace contextRef="#ctx0" brushRef="#br1" timeOffset="538271">26153 10550 10591,'-5'-10'360,"1"2"-90,5 1-180,4 3-1,3 1 91,7 6-90,-5 3 0,3 6-90,-6 1 90,-2 18-90,-4-10 90,-3 24-90,-2-7 90,-3 9-90,1-5 90,1-2-90,2-15-90,3 2-90,3-12-270,4 0 181,0-7-901,9-6-1258,-1-6 2428,3-1 0,1-7 0,-3 1 0</inkml:trace>
  <inkml:trace contextRef="#ctx0" brushRef="#br1" timeOffset="539800">26364 10778 9781,'-5'-6'1889,"-5"8"-1529,-1 15-180,-1 3-90,3 18-180,6-8-270,6-2-269,4-9 89,11-21 270,-1-13 180,0-9 180,-10-8 0,-6 8 0,-4 2 0,0 9-90,3 0 0,8 2 90,8-2-90,9-2-90,0 3 90,-2 4 0,-7 8 90,-7 9-90,-4 8 0,-4 10 0,-1 5 0,2 2 0,2-5 90,7-12-90,3-11 180,-1-8 449,-2-8-539,-1 18 0,-2-3-90,7 12 0,-5-11 90,17-10-90,-10-3 0,11-11 0,-5-12 0,-6-1 90,-4-12 0,-15 10 0,-8 7 0,-5 9-90,4 7 90,10-1-90,10 0 0,8-3 0,-2 3 0,-1-3 0,-7 6 90,3-6-90,-5 6 0,-1-2 0,-8 7 0,-6 10 0,-1 6 0,-2 14 0,10 8 0,5 2 0,14 7 0,-3-20 0,9-1 0,5-17 0,0-7 0,16-11 0,-13-12 0,-14 4 0,-1-3 0,3-20 0,-6-1 180,-8 6 90,-5 12-1,-1-1 1,0 13-180,1 18-90,10 16 90,2 10-90,11 6 0,-6-7 0,-4 7 0,-7-14 90,-10 4-90,-18-2 0,0-6-1259,-10 3 1259,14-18 0,10-7 0,5-5 0</inkml:trace>
  <inkml:trace contextRef="#ctx0" brushRef="#br1" timeOffset="539985">27097 10640 13469,'6'-8'2249,"0"0"-5526,-2 5 0,-3-4 2869,-2 0 0,-3-4 0,-1-2 1</inkml:trace>
  <inkml:trace contextRef="#ctx0" brushRef="#br1" timeOffset="540970">29599 4150 10681,'10'-12'-90,"0"2"180,0-1 0,-2 5 90,1-2-90,0 2 0,2-1 0,-4 2 0,1 2-1,5 4 1,-5 2-90,6 5 90,-3 15 0,-5-5-90,3 24 90,-6-7-90,0 12-1247,-3-1 1247,1-11 0,-2 2-90,2-13-270,0 6 90,2-14-89,1-1-2880,2-11 3239,2-2 0,5-4 0,1-3 0</inkml:trace>
  <inkml:trace contextRef="#ctx0" brushRef="#br1" timeOffset="542826">29926 4305 10681,'-3'5'2069,"-1"8"-1979,-3 8 0,-1 16 90,4-8-180,3 13 0,6-11 0,4-7 0,3-13 0,6-12 0,-2-13 0,-3-10 0,-12-19 0,-9 8 0,-3 0 0,0 12-90,5 10 90,15-5 0,8 7-90,21-5 90,-9 7 0,-2 2 0,-12 3 0,-8 3 0,6 2 0,-10 8 0,-3 18 0,-7 9 45,3-10 0,-1 0-135,3 17 90,4-5 90,7-14-90,2-12 0,-2-5 0,6-10 0,-1-3 90,1-1-1,-1-3-89,-8 4 0,4 10 90,-5 9-180,4 6 90,-4 1 0,3-4 0,6-5 0,5-3 0,12-8 0,-1-10 0,4-18 90,-14-5-90,-6-8 90,-11 7-90,-7 5 0,2 10-90,-1 2 90,8 10 0,6-1 0,10 1 90,5-1-90,7-6 0,-8-2 90,-4 1 0,-7-4 0,-9 1 0,-4-1 0,-9 8-90,-14 24 0,4 6 0,-5 22 0,16-13 0,3 1-90,4 20 90,0-23 0,2 0-90,19 11 90,5-19 0,19-1 0,5-16 0,-16-18 0,-2-4 0,5-6 0,-13-8 0,-5-3 0,-10 0 0,-4 13 0,-1 0 0,-1-10 0,-4 19 0,3 23 0,1 5 0,12 31 0,3-13-45,-5-8 0,0 1-45,4 10 0,-7 0 0,-8-14 90,-8-3-179,-8-1 89,0-1 0,-3 0 0,7-6-180,3 0 180,19-3 0,0-3 90,27-13 90,-3-13 0,-8-6 0,-2-2-90,-9 12 0,-2-3 30,2-15 0,1-9 0,-5 4 15,-5 5 0,-2-1-15,1 0 0,1-3 0,-2 5-30,-4 0 0,0 16 0,2 27 0,-2 8 45,0 11 0,-1 5-45,1 11 0,0 1 0,0-8 0,1 2 0,1 1 0,1 2 0,2-2 45,4-2 0,3-5-180,1-5 0,1-3-135,9-1-810,-3-20-719,-12-6 1799,3-10 0,-4-5 0,1-9 0</inkml:trace>
  <inkml:trace contextRef="#ctx0" brushRef="#br1" timeOffset="543033">31163 4204 10861,'13'5'1619,"4"0"-540,14-9-449,10-8-1080,-16 4 0,-1-2 450,17-14 0,-20 12 0,-12 1 0</inkml:trace>
  <inkml:trace contextRef="#ctx0" brushRef="#br1" timeOffset="543783">29518 3711 10321,'-10'0'-180,"1"1"360,4 5 180,2 9 90,5 18-181,2 4-29,0-6 0,1 7 0,0-1-1224,-2-4 1,1 0-1,-1 3 1119,1 2 0,0 5 0,-1 0 0,0-2-45,0 3 0,-1-2 0,-1 3 22,0 1 1,0 3-1,-1 2 1,1-1-6,-2-10 1,1 0 0,0 0 0,-1 2 0,0 1-33,1 1 0,-1 1 0,0 2 0,0 0 0,0 2 0,-1 2 3,1-5 1,-1 3 0,1 0 0,-1 2-1,0 0 1,0 0 0,1 0 0,-1 0-223,0-5 1,0 1-1,0-1 1,1 1 0,-1 0-1,0 0 1,0-1 0,0 0-1,1-1 155,-1 2 0,0-1 1,0 1-1,0-1 0,0-1 1,1 0-1,-1 0 0,0-2-223,1 3 1,-1 0 0,0-1 0,1 0-1,-1-2 1,1 0 0,0-1 247,0 6 0,0-1 0,1-2 0,-1 2 0,1 1-156,-1-6 0,1 2 0,0 0 0,0 2 0,-1-1 0,1 1 0,0-1 132,-1 1 1,1 0 0,0 0 0,0 1 0,-1-1 0,1 0 0,0 0 2,-1 4 0,1 1 0,0-1 0,-1-1 0,1 0 0,0 0 1,-1-4 1,0 0 0,1 0 0,-1-2 0,0 0 0,0-1 1,0 0 0,0-3 0,0 1 0,0-1 0,0 2 0,-1 7 0,1 1 0,-1 0 0,0 2 0,0-1-3,0-5 0,0 0 0,-1 1 0,1 0 0,-1-1 0,1-2 32,-1-1 0,1-1 0,-1-2 0,0 1 0,0 1-47,0 3 0,-1 1 0,0-1 0,0 0 0,0-4 0,-1 12 0,-1-4 0,1-3 30,0-8 0,1-2 0,-1 1-30,-1 12 0,-1 1 0,0-2 463,0-1 0,0 0-463,2-10 0,-1 2 0,1-2-45,-1 9 0,1-2 0,1-8 0,0-1-45,-1 8 0,1-1 90,0-9 0,0 0-90,0 7 0,0 0 45,1-7 0,0 1-45,-2 9 0,1-1 868,1-8 0,-1 0-1048,-1 13 0,0 0-45,2-16 1,-1 0 803,0 13 1,-2 1-1300,1-10 1,0-2-90,-2 13 899,0-16 0,0-2 0,-2 1 0,-5 11 0</inkml:trace>
  <inkml:trace contextRef="#ctx0" brushRef="#br1" timeOffset="544277">28970 10264 11311,'13'-8'1079,"5"5"-629,0 10 89,12 29-269,-6 7-225,-12-18 0,0 3 135,3 18 0,-1-1-180,0-2 60,-4-11 0,1 4 0,0-3 30,0-5 0,-1-3-90,1 2 0,0-3 90,11 10 0,-4-39-90,-6-5-90,-2-14 0,-2-9-135,-2-11 0,-3-3 15,0 15 0,0-2 0,-1 0-450,-2-4 1,-1-1-1,-1 5 660,-2 3 0,-2 6 0,-6-9 0,2 24 0</inkml:trace>
  <inkml:trace contextRef="#ctx0" brushRef="#br1" timeOffset="545487">29884 6301 10771,'2'-7'989,"1"0"-809,2 9-90,0 2 0,3 8 180,10 28-180,-7-12-90,-2-4 0,1 2 90,1 17 90,-5 0-135,-2-9 0,-2-1 45,-2 9-90,-2-13 0,-1 0 90,-3 2 0,-1 5-90,1-12 0,0-5 179,1-9-179,4-12 0,1-2 90,18-40-90,-9 24 0,5-6 0,0 0 0,-5 11 0,7-8 0,-4 11-90,2 3 90,-1 2 0,3 7 0,-5 8 0,3 6 0,3 13 0,-4-7 0,0 6 0,-3-7 90,-2-4-90,6 11 0,-6-14 0,6 6 0,-5-12 0,5-1 0,4-10 0,3-2 0,0-4 90,-1-5-90,-5-1 0,2-5 0,-6 4 0,-1-4 0,-6 11 0,2-6-90,-3 10 90,3 13 0,-4-1 0,3 19 0,-3-1 0,3 8 0,-2-4 0,1 5 0,1-8 0,0 5 0,1-9-269,3 2 89,-4-14-540,5 4-269,0-13-2288,-2-4 3174,2-2 0,-1-10 0,-3 0 1</inkml:trace>
  <inkml:trace contextRef="#ctx0" brushRef="#br1" timeOffset="545775">30331 6331 10951,'2'-11'899,"0"1"-89,-1 5 89,0-1-1528,0 2 269,-1 12-360,1-5 360,-1 13-449,2-9-1080,3 3 1889,1-1 0,5 1 0,0-1 0</inkml:trace>
  <inkml:trace contextRef="#ctx0" brushRef="#br1" timeOffset="547384">30770 6725 10051,'-21'-8'2519,"-7"-1"-2069,1-1-91,-2 0 181,7 8-270,5 7-180,2 8-180,10 1-180,14 6 90,5-10 90,5-2-90,6-13 90,-4-7 90,4-8-90,-9 2 90,-5 3 0,1 20 0,-5 42-135,-2-4 1,-2 6 14,-1-12 0,-1 1 0,-1 2-30,0 4 0,-1 1 0,0-2 60,-1 1 0,-1-2-85,-1-7 1,0-4 84,-2-3 90,-9-13-90,-3-19 90,-6-4 90,-6-12 90,-1-11-90,7 2 259,1-11-259,20 1-45,10 15 0,4-2 0,11-8 0,8-3-45,-2 4 0,4-1 0,0 0-820,-7 6 1,1-1 0,-1 1 0,0 0 780,4-4 1,0 1 0,-2-1 98,0-5 0,-2 0 0,-5 1-101,-3 2 1,-3 0 175,2-5 0,-1 2 44,-7 6 1,-2 2 90,-4-3 90,0 6-270,-7 42-90,2 13 30,1 0 0,-1 8 0,-1-2 15,0 12 0,-1 0-75,2-12 0,0 0 0,0-2-15,-2 8 0,0-6-45,0 1 3353,15-37-3263,9-28 195,-6 6 0,2 0-240,0-1 0,-1 3 45,5 1-90,2 15 0,-7 15-90,2 9 90,-6-4-180,3 8-89,1-1 89,3 2 0,7 0 180,-3-11-90,8-8 90,13-23 90,-3-7-45,-12-1 0,-3-2 90,-8 6 0,-3-2 0,-2-3 0,-4 0-45,-8-4 0,-12 11 0,-14 29 0,0 17 0,12 0 0,2 2 0,5-3 0,3 1 0,2 6 0,3-1-90,9 8 0,8-4 90,-3-22 0,6-6 0,-3-10 0,21-18 0,-17 5 0,-1-4 45,11-14 0,-2-5 0,-8 9 0,-2-1 135,1-10 0,-3 1-180,-5 6 90,-2-3 90,-7 26-90,1 12-90,2 16 90,-1 12-90,7 15-270,2-3 180,-6-14 0,1 0-90,2 18 225,-10-17 0,-5-2 135,-15 9-90,2-15 0,-3-2-540,-14 4 450,8-8 0,12-9 0,12-4 0</inkml:trace>
  <inkml:trace contextRef="#ctx0" brushRef="#br1" timeOffset="547566">32296 6642 12120,'10'0'3238,"-2"-1"-4947,-3 4 270,-7 1-540,-3 1-719,-8 2 2698,0-1 0,-13 4 0,-4 0 0</inkml:trace>
  <inkml:trace contextRef="#ctx0" brushRef="#br1" timeOffset="552733">2226 14340 7803,'2'-17'809,"0"4"1,0-1-361,0 3 1,2-5-270,-2 5 270,2 1-90,-3 3 179,3-2 271,-2 3-630,3 9 0,-2 4 89,4 30-89,-3 4 0,0 5-601,0-9 1,-1 3 487,-1-4 1,1 5-1,-1 1 1,0-1-881,0 6 0,0 0 1,-1 3 830,0-12 0,0 3 0,-1 0 0,1 0 0,0-1 4,0 2 1,0-1-1,0 0 1,-1 3 13,1-2 0,-1 2 0,1 1 0,-1 0 0,0-2 9,1 5 0,-1-1 0,0 0 0,0 3-16,0-10 1,0 1 0,0 1 0,-1 1 0,1 0 0,0 0-15,-1-1 0,1 1 0,-1-1 0,1 1 0,-1 0 0,0 0-370,0 0 1,0 0 0,0 0 0,0 0-1,0 0 1,-1 0 384,1-1 0,0 1 0,-1-1 0,1 0 0,-1 1 0,1-1-12,-1 8 0,1 1 0,-1 0 0,1-1 0,-1-3-342,0 2 0,1-3 0,-1 0 1,0 1 340,1-5 1,0 1 0,0 0 0,0 0 0,0-3-268,1 10 0,0-3 0,0 0 280,-1 2 0,1-1 0,0 0 0,1 2 0,0-1 0,0-2 102,0-9 1,0-3-1,-1 1-102,1 4 0,-1 1 0,1-1 313,-2-4 1,0-1 0,1-2-344,-1 6 0,0-3 0,0-9 0,-1-2 1588,1 21-1588,1-27 2743,-1 10-2294,2-15 1736,-1 1-1646,-1-1 859,-1-4-1129,0-2 1,0-3 0,-1 0-90,1 0 0,0-1-180,3 1 90,2-3-90,16-2 90,14-4-90,-1-1 0,2 0-1217,-1 0 0,0 0 1217,6-1 0,5 0 0,-8 0 0,6 0 0,1 0 0,-1 1 0,-2-1 0,1 2 0,0-1 0,2-1-518,-3 1 1,1 0 0,1 0 0,0-1 0,1 2 517,3-1 0,1 0 0,0 1 0,1 0 0,-2 0-364,-5 1 0,0 1 0,-1-1 1,2 0-1,1 1 364,1-1 0,3 1 0,1-1 0,0 0 0,-1 1 0,-2 0-188,0 0 0,-1 0 0,-2 0 1,3 0-1,2 1 188,-6-1 0,3 1 0,3 0 0,0-1 0,0 1 0,-2-1 0,-1 1 0,-5 0-79,11-1 1,-5 1 0,-1 0 0,7-1 78,-11 1 0,5 0 0,1-1 0,3 1 0,0 0 0,-1-1 0,-2 1 0,-3 0 0,10-1 0,-4 0 0,-2 1 0,2-1 0,2 0 0,-8 0 0,1 0 0,1 1 0,1-1 0,0 0 0,-1 0 0,1 0 0,-2 0 0,0 0 0,1 0 0,-1-1 0,0 1 0,-1 0 0,-2 0 18,7 0 0,-3-1 0,0 1 0,0-1 0,1 0 52,-4 1 1,1-1 0,0 0 0,0 1 0,0-1 0,-2 0-35,2 1 0,-1-1 0,-1 1 0,0-1 0,-2 1-14,5-1 1,-2 0-1,0 1 1,0-1 22,2 1 0,2-1 0,-4 1 0,-6 0 473,-8 1 1,-2 0-204,12-1 0,-2 0 45,-2 1 270,12-2-451,-27 2 2196,5-1-2106,-11 1 2520,1-1-2699,-3 0 2365,-3 1-2365,-2-1 0,2 1 0,-3 0-3367,1 0 1157,-19 4-1157,-1-1 1696,-12 2-1696,-4-3 2657,8-2 0,-19-3 0,3-1 1</inkml:trace>
  <inkml:trace contextRef="#ctx0" brushRef="#br1" timeOffset="553863">4094 18384 12120,'9'-7'1079,"0"6"-899,-4 3-90,1 5 90,0 9-90,-2-2 90,3 17-90,-2 3 0,1 12-1504,-2 4 1504,-1-10-307,-1 6-143,1-12-360,-1 3 271,0-13 449,-1-6 0,-1-13 0,0 0 0</inkml:trace>
  <inkml:trace contextRef="#ctx0" brushRef="#br1" timeOffset="554369">4124 18458 10501,'-1'-11'360,"1"0"-90,0 3-1,2-4 91,15-9-90,7 2-225,-1 6 0,1 1 45,13 1-90,-2 6 90,-12 13 0,-10 18-90,-7 8 0,-6 1 90,-16 1-90,-6-10 0,1-2 0,-3 0-900,10-10 720,14-7 1,4-2 89,9-6-180,7 9 180,-8 3 90,5 5 0,-4 8 0,-4 1 0,4 10 0,1 1 90,1-2-90,1-2 0,-5-12 0,9 3-180,-10-14 0,7 1-180,-9-9 360,14-7 0,-3-2 0,11-7 0</inkml:trace>
  <inkml:trace contextRef="#ctx0" brushRef="#br1" timeOffset="554791">4697 18735 10051,'-10'1'1709,"-1"1"-449,5-1-1170,11-8 179,6-2-179,10-6-180,1 0 0,-8 5-269,2-7 89,-9 1 180,-2-3 0,-8 2 90,-6 7 0,-5 5 180,-8 8 0,0 15 0,3 13-46,15-6 1,4 0-135,3 11 90,17 9 0,1-25-90,7 2-270,2-9-899,7-9-2108,2-10 2972,-9-2 0,4-7 0,-11 4 0</inkml:trace>
  <inkml:trace contextRef="#ctx0" brushRef="#br1" timeOffset="555070">5207 18648 11131,'-11'-6'629,"3"1"91,-3 0-450,3 1 90,0 1 179,-8 4-359,5 5-90,-8 6 0,8-1 0,-3 6 0,5-1 0,-1 4 0,4-2-180,2 4-450,8 0 180,-1-3-629,7 2-1530,2-12 2519,3 1 0,3-6 0,1-1 0</inkml:trace>
  <inkml:trace contextRef="#ctx0" brushRef="#br1" timeOffset="555852">5438 18741 11490,'-19'-14'1799,"-4"2"-1529,5 8 0,-7 9-180,10-1 0,-3 11 0,11-7 0,-5 12-90,6 0-270,0 7-719,13-2 89,7-10-89,14-10 539,-1-16 720,-1-7 90,-10 1 89,-5 4-269,-3 17-90,-1-1 0,8 15-90,2-5-180,9 1-90,6-10 90,-9-14 1,0-5 44,0-7 0,-3-3 90,1 3 0,-3-4-135,-1-15 0,-5-5 45,-6-2 0,-3-2 165,0 16 0,-1-1 0,-1-1 30,-1 0 0,-2-1 0,0 4 210,-3-16 180,8 70-360,0 1-1,3 18 1,0 3 0,-1-3 135,0 7 0,0 4-135,-2-19 0,1 0 45,2 19 0,0-3-45,1-5 90,7-5-540,2-36 180,1 1-540,8-19 1,-4-9-181,7-16-967,-5 2 1867,-9 8 0,0-1 0,-3 0 0,-1 0 0,4-11 0,0-1 0</inkml:trace>
  <inkml:trace contextRef="#ctx0" brushRef="#br1" timeOffset="556061">6006 18306 9422,'5'-25'1304,"0"0"0,2 16-854,-6 46-270,1 10 0,0 4-135,-1-19 0,1 1 45,1 13 0,2 0-1,1-11 1,0-3-405,0-4 1,1-1-1325,3 2 1,2-4 1175,2-9 1,5-14-1,-4-8 1</inkml:trace>
  <inkml:trace contextRef="#ctx0" brushRef="#br1" timeOffset="556240">6485 18482 14099,'4'-3'-3277,"-4"2"2457,-5 4 1,-14-8 0,-13-4 0</inkml:trace>
  <inkml:trace contextRef="#ctx0" brushRef="#br1" timeOffset="556939">1162 16442 10951,'-9'-8'-90,"2"0"90,11 5 0,4 5 180,11 9 0,7 20-90,-4 0-1,-5 2 1,-1 3-45,-4-2 0,-2 2-226,3 10 1,0 2 240,-5-11 0,-1 1 0,-1-3-1126,1 1 0,-1-1 1111,-1 3 0,0-3-225,1 4-269,-1-6-541,-1-2 990,-2-13 0,-1-10 0,-1-5 0</inkml:trace>
  <inkml:trace contextRef="#ctx0" brushRef="#br1" timeOffset="557284">1148 16615 9691,'-11'-22'270,"5"-1"90,2-5 540,21-19-631,-1 23 1,2 0-180,-2 0 0,2 1 45,6-2 0,1 3 135,16-6-90,-15 14 0,2 3-90,20 3 0,-12 18 0,-18 19-46,-20-4 1,-4 2 45,-6 11-90,2-12 0,-3-1 45,-11 5 0,-2-1-180,7-7 1,-1-1 44,-5 5 0,2-1-1799,-2 0-1388,32-22 3219,-1-2 0,23-7 0,-1-2 1</inkml:trace>
  <inkml:trace contextRef="#ctx0" brushRef="#br1" timeOffset="557849">1660 16885 10591,'-8'7'2159,"6"-16"-2159,2 3 180,6-29-180,-5 17-90,0-23 90,-3 20-90,-5-22 0,-1 15 90,0-4 0,0 12-90,3 8 0,0 3 90,-3 7 0,6 5-90,-1 5 90,9 0 0,0 0-90,20-2 0,-8-5 90,15-1 0,-12-3 0,-5 0-90,2 1 90,-7 6 0,0 0 0,-6 12 0,-2 4 0,-1 11 0,1 3 0,2 4 0,4-3 0,-2-9-270,4 0-359,-2-12-541,4-1-1348,-4-7 2518,1-7 0,-1-4 0,2-3 0</inkml:trace>
  <inkml:trace contextRef="#ctx0" brushRef="#br1" timeOffset="558243">1870 16731 10501,'-6'-4'1979,"7"-8"-1889,2 5 270,11-13-1,0 0-89,1-5-90,-4-6-180,-12 9 90,-12 3-90,-11 24 0,0 18 0,13 2 0,5 4 0,5 18 0,11-2 0,7-25 0,3-4 0,-1-4 0,19 5-450,8-27-2827,-8-7 3230,-12 6 1,-2-2 0,7-14 0,-13 4 0</inkml:trace>
  <inkml:trace contextRef="#ctx0" brushRef="#br1" timeOffset="565421">2289 17460 9062,'0'-12'540,"1"2"-181,9 4-179,6 1 0,7-1 0,8 1 0,8 0-90,-6 2 0,15-1-45,-21 2 0,1 0-300,7-1 1,1 0 299,-4 0 0,1-1-596,10-1 1,0-2 595,-4 0 0,0-1-15,-5 1 0,2-1 0,-1 1-30,6-3 0,1 1 0,-6 0 0,3-1 0,-6 2 0,-8 2 0,-1 1 0,14-3 0,-2 0 180,-8 3-1,0 0 181,-7 2 0,-8 1 620,-3 2-440,-4 0 1079,-2 3-1169,-5 1 539,-2 1-899,-3-7 0,4-4 0,0-11 0,2-5 0,0 0-90,1-14 90,1-10-1159,-2 14 1,1-1 1068,0 4 0,0-2 0,0-9 0,0 0-368,0 6 1,0 0 367,1-9 0,-1 1-55,-1 10 1,1 0 54,-1-7 0,0 3 0,-2-6 0,1-3 0,0 18 1915,-1 10-1915,1-1 825,-1 6-825,0 2 151,0 3-151,1 1 0,-1-1-90,0 1 90,0 1 0,0 0 0,-1 0 0,14 2 0,5 0 0,30-3 0,-16 0 0,4-1 0,3-1-820,-1-1 1,2-1 0,0 1 0,0-1 780,10-2 1,-1 0 0,3-1 38,-2 0 0,3-1 0,-2 1 0,-5 1-326,2-1 1,0 1 325,-4 2 0,5-1 0,0 0 0,-5 1 30,-7 3 0,-3 0 0,1 1-30,6-2 0,2 0 0,-4 1 0,3 1 0,-6 1-90,11-1 180,-10 1-90,1 1 0,-18 2 0,-1 0 0,0 0 0,-9 1 3069,3 0-3069,-1-1 974,-2 2-974,1 0 0,-2 1 0,-1 0 90,0-1 0,1 0 90,2-2-90,3-4 0,2-5 0,6-9-90,-2-1 0,12-18 0,-7 5 0,-1-1-154,-3 7 0,1-1 154,0-3 0,1-3 0,0 2-474,2-5 0,0-2 474,0 0 0,2-4 0,-2 0 0,-4 6 0,0 1 0,-1-2 0,1-4 0,0-2 0,-3 3 0,0-6 0,-3 3 0,-4 11 0,-2 0 0,-1 0 0,-1 3 0,-1 2 0,1-11 0,-3 26 0,1-14-90,-1 14 369,1-9-279,-3 12 977,0 3-1067,-2 2 90,5 3 0,4 0 0,12 2 0,13-2 0,9-3 0,10-3 0,-14 2 0,3-2 0,2 0 0,-1 1-339,-5 0 1,0 1 0,1 0-1,4-1 351,1-1 1,3-1 0,4 0 0,2-1 0,1 1 0,-1-1 0,-2 2-434,-3 0 1,0 2-1,-1-1 1,0 1-1,1-1 1,-1 1 0,0-1 420,1 0 0,0 0 0,-1 0 0,1 0 0,0 0 0,-1 0 0,-1 0 0,6 0 0,1 1 0,-1-1 0,-1 1 0,-5 1 0,-6 0 80,16-1 1,-9 1 9,-9 1 0,-4 0 0,8-1 90,-19 0 723,-11 3-903,0 0 3276,-6 1-3081,2 1-164,-1-1-1200,1 1-810,-1 2 450,-8 4-450,0 1 1979,-17 8 0,-2-2 0,-9 5 0</inkml:trace>
  <inkml:trace contextRef="#ctx0" brushRef="#br1" timeOffset="575630">8716 15882 8882,'-24'-9'1349,"2"0"-1079,6 4 360,-2 1 89,1 2-89,-2-1 0,-1 2-91,3 1-89,1 1-90,5 0-180,0 0 89,5 0 1,-3 3-90,9 1-90,1 2 180,19 1-90,24 0-90,-11-4 0,2 0-388,-2-1 1,3 0 356,4-1 1,5-1 0,-3 0-1598,6 0 1,-1-1 1567,-8 0 0,3 1 0,-2-1-30,-4 0 0,0 0 0,-2-1-356,9 1 1,1 0 385,-10 0 0,1-1 0,-1 1-30,5 0 0,0 0 0,5 0 0,-1 0-163,-14 0 1,-1 0 117,5 1 1,0-1 331,17 1-287,-17-1 2615,1 0-2795,-15 0 0,2 0 1030,-10 0-1840,-1-2 595,-4 1-2882,1-3 3241,-7-3 1,-4-3 0,-2-3 0</inkml:trace>
  <inkml:trace contextRef="#ctx0" brushRef="#br1" timeOffset="576049">9705 15738 11221,'-4'-9'269,"0"0"451,2 1-180,0 0-270,1-1-180,11 13-1,1 1 1,6 8-90,1 6 90,5 7 0,-5-4-90,9 12 90,-15-18-90,10 15 0,-13-16 90,6 11-90,-10-11 0,-1 3 0,-4 0 0,-3-3 0,-8 6 0,-6 0-90,-16 13 0,6-8-269,5-6 1,1 1-271,-13 11 89,16-12 0,0-1-2737,-10 14 3107,12-12 0,4 0 0,5-5 0</inkml:trace>
  <inkml:trace contextRef="#ctx0" brushRef="#br1" timeOffset="576640">10373 15105 10501,'0'-10'450,"0"2"-270,4 4 89,9-3-89,7 0-90,5-2 90,13-2 0,-3 1-90,10-1-90,-9 2 90,1 0-180,-11 2-270,2 1 360,-5 0 0,-12 3 0,-2 0 0</inkml:trace>
  <inkml:trace contextRef="#ctx0" brushRef="#br1" timeOffset="576955">10668 15021 9781,'-11'-1'2069,"1"1"-1799,2-1-90,3 6-90,1 1 0,1 5 270,0 21-180,0 4-135,1-11 0,0 1 44,1 4 1,1 1 0,1-3 0,-1 0-45,2 5 0,-1 0 0,1-3 0,0-1 45,0 11 0,3 2-90,-1-13 0,2 4-180,-2-12-180,1-2-449,-2-7 809,0-2 0,-2-4 0,0-5 0</inkml:trace>
  <inkml:trace contextRef="#ctx0" brushRef="#br1" timeOffset="577199">10487 15628 10321,'-6'7'900,"3"1"-721,6-4 1,3 0 0,2-2 0,-1-2 90,8-2 0,18-5-225,-9 0 0,4-2-1529,11-5 0,2-1-155,-14 5 1,0-1 1552,2-2 0,-2 1 0,-3 1 0,2-1 0</inkml:trace>
  <inkml:trace contextRef="#ctx0" brushRef="#br1" timeOffset="578369">10924 15393 10411,'-8'-8'540,"1"-1"-180,0 3 449,1-2 91,3 2-631,0 25-179,-1-1-45,2 10 0,-1 3-45,-4 13 90,1 1-90,2-16 0,1-11 0,1-7 90,-1 7 0,2-10-90,7-9 0,10-24-90,9-15 90,-12 16 0,1 1 0,12-17 0,-9 18-90,3 1 90,-6 11 0,5 2-90,-3 8 90,5 18 0,-9-5 0,5 18 0,-4 2 0,1 1 0,9 5 0,-1-20 0,-4-9 0,11-18 0,-11-5 0,0-9 0,-1-1 0,-1-7-30,-8 0 0,-3-8 0,-1 1-60,-6-3 0,-3-3 60,2-1 0,0-5 1,-2 5-16,0 4 0,-1 3 0,0-3 0,0 7-45,4 20 90,-2 43 45,2 11 0,1 8-45,1-9 0,0 2 0,0 0-368,-1-4 1,1 0 0,0-1 412,2 11 0,2-4-45,2 3 0,2-4 90,4-7-180,0-19-180,6-1-89,-2-10-2918,14-23 2881,-16 4 1,12-22 0,-15 9 0</inkml:trace>
  <inkml:trace contextRef="#ctx0" brushRef="#br1" timeOffset="578587">11286 15376 10681,'10'-10'360,"3"-3"-270,-2 5 90,18-8-180,-12 6-450,17-8-180,-17 9 630,14-4 0,-13 6 0,9-2 0</inkml:trace>
  <inkml:trace contextRef="#ctx0" brushRef="#br1" timeOffset="579359">11561 15476 11670,'28'-9'1799,"8"-5"-1439,-4-3-90,3-10-180,-16-6-180,-13-7 0,-16 5 0,-15 13 90,-4 31-45,11 13 0,3 5 45,-4 13 0,9-6 0,5 1-90,6 4 90,3-11 0,1 0 45,4-2 0,2-1-45,6-1 0,3-4 0,24 1 0,-11-23 0,0-10-90,-6-7 0,-3-4 45,0 2 0,-3-3-45,-5-12 0,-5-1-45,-8 10 1,-3 0 89,1-3 0,-2 0-135,-10-15 0,-1 26 90,1 14 0,18 8 90,9 1 0,25-5-90,-4-5 90,-5 0 0,-3 4 0,-19 4 0,7 10 0,-13 16 0,0 11 0,-3-10 0,-1 1 0,3 17 0,2-10-270,7-8-450,-1-18-2557,8 2 3129,-6-9 1,8-5-1,-4-2 1</inkml:trace>
  <inkml:trace contextRef="#ctx0" brushRef="#br1" timeOffset="579700">12441 15311 11041,'-15'-7'1709,"-4"-3"-900,6 3 361,-3-3-811,7 15-89,5 6 90,5 35-315,1-20 0,0 2-1056,1 11 0,0 1 1056,-1-10 0,-1 0 0,1 8 0,-2 4-361,-1-2 1,-1 3 0,0-3 315,0-1 0,-1 1-209,0 2 0,0 4 0,0-8-61,-4 2-270,1 5 180,1-20 937,0-5-3854,3-13 2830,-4-5 1,1-13-1,-3-7 1</inkml:trace>
  <inkml:trace contextRef="#ctx0" brushRef="#br1" timeOffset="580021">12269 15474 11311,'0'-8'-90,"2"-1"269,0 5-89,3-3 90,-1 3 90,15-6-180,-6 5 0,21-5 0,-5 5 0,11 0 0,0 4 0,-8 2-90,4 5 90,-6 6-90,-8-2 0,-1 5 90,-17-3-90,-10 8 90,-2-3-90,-19 9 0,0-9 0,5-5 0,-2 0-540,-10 3 540,3-1 0,28-14 0,11-4 0</inkml:trace>
  <inkml:trace contextRef="#ctx0" brushRef="#br1" timeOffset="580702">12812 15455 11311,'-10'-10'1978,"0"1"-1168,-2 3-720,3 4 360,-10 16-91,7 10-179,0 14-270,14 2-269,17-5-1,7-14-180,20-20 270,-12-16 180,-13-5 0,-4-4-90,-4-22 135,-13 16 1,-2 0-46,-5-3 90,-8-7-90,8 27 90,0-4-90,3 5 90,5 4 0,5-7 0,12-11 0,10-11 0,-10 11 0,2-5 0,-2 2 0,1-4 0,-1-1 0,-1 1 0,1-2 0,-4 3 0,-5 5 0,-1 2 0,-1-4 0,0 10 180,-1 24-91,-2 31 1,-3 17-30,1-6 0,-1 3 0,0 2-204,0-10 0,0 0 0,1 0 1,0 0 75,0-2 1,0 0-1,1-2 1,1-4-473,3 5 0,4-5 540,4-7 0,4-6 0,13-5 0,7-12 0</inkml:trace>
  <inkml:trace contextRef="#ctx0" brushRef="#br1" timeOffset="581388">13549 15384 11311,'-26'-18'1529,"7"6"-720,-7-3-359,1 8-270,0 0 0,-5 8 0,7 8 0,-5 10-180,8-2-270,0 24-180,18-12-180,6 16 450,6-22-359,16-5 179,-2-19 180,5-3 0,1-9 90,-12-1 90,4-13 90,-12 12-90,4-6 90,-10 13-90,1 9 90,2 11-90,3 2 0,-1 3 0,4-4 90,4-4-90,-2-2 0,9-6 0,-11-3 90,18-15-90,-13 0 0,2-10 0,-1-3 0,-2-6-548,-3-4 1,-1-3 547,-7 5 0,0 0 0,0 1 0,-1-3 0,-1 5 0,0-1 0,-1 0 0,0-12 0,-1 3 0,0 5 0,0 3 0,-1 1 0,-1 5-178,0 5 268,0 12-90,-3 61 45,1-23 0,1 4-262,-2 17 0,1 3 262,0-4 0,1 0-45,0-7 0,0 1 45,2 12 0,0 0-1459,1-9 1,1-2 1413,-1-6 0,1-3 684,9 15-1404,1-30-1618,2-1 2369,3-16 1,-5-10-1,-1-6 1</inkml:trace>
  <inkml:trace contextRef="#ctx0" brushRef="#br1" timeOffset="581596">13782 15202 11131,'-6'-5'1349,"1"-2"-899,7-2-91,3 0 1,7-4-180,-1 4 0,8-3-90,-1 5-540,6-4 0,-5 5-2827,9-2 2679,-14 5 1,11 0 0,-11 2 0</inkml:trace>
  <inkml:trace contextRef="#ctx0" brushRef="#br1" timeOffset="582008">14009 15246 14009,'12'6'1079,"4"-3"-989,1-6 90,11-5-180,-12-3-270,4-12 90,-15-2 91,-9 0-91,-12 11 180,2 9-90,-8 13 0,0 23 45,8-3 0,2 2 135,3 6 0,2-1-90,2-4 0,3-3 90,13 19 90,17-23-180,-3-8-450,15-4-2827,3-27 0,-18 3 3013,9-11 1,-19-1 0,0-3 0</inkml:trace>
  <inkml:trace contextRef="#ctx0" brushRef="#br1" timeOffset="582540">14909 14893 9691,'-4'4'-1529,"0"-5"1529,0 17 0,2-10 0,-3 0 0</inkml:trace>
  <inkml:trace contextRef="#ctx0" brushRef="#br1" timeOffset="582768">14882 14904 8252,'-4'-13'-360,"0"2"-719,2 6 1079,0 0 0,1 2 0,0 1 0</inkml:trace>
  <inkml:trace contextRef="#ctx0" brushRef="#br1" timeOffset="583395">14901 14869 8522,'-1'-11'2159,"0"0"-1529,1 4-91,1 1 271,0 0-630,3 9 0,1 8 89,0 15-89,-1 13-90,-2 2 45,-5 6 0,-1 2-90,1-23 0,1-1-687,-2 9 1,0 4 0,-1-6 731,-1 4-101,2-9 0,0-1 11,-2 7 90,1 3-180,3-13-720,0 4-2467,3-17 3219,5-4 0,-1-17 1,3-11-1</inkml:trace>
  <inkml:trace contextRef="#ctx0" brushRef="#br1" timeOffset="583753">14859 14880 11400,'-5'-12'1080,"1"1"-810,5 1 0,5 0-1,11-4-179,5 1 0,1 3 0,0 2 0,1 3-90,1 3 90,9 3 0,-5 6-90,-2 8 0,-10-1 0,-5 9 0,-11 1 90,-8 8-90,-17 6 0,4-11 0,-15 5 0,13-16 90,0 0-180,2-3-270,8-6 360,-1-1 0,7-2 0,2-3 0</inkml:trace>
  <inkml:trace contextRef="#ctx0" brushRef="#br1" timeOffset="584408">15172 15363 11850,'7'-1'3276,"-3"-3"-3134,18-25-142,-9-2-45,-5 5 0,-2-4 0,-5-1 0,-2 0 0,2 1 0,-3 0-45,-2 0 1,-1 3-91,-1 3 90,10 17 90,16 12-90,11 6 90,4-6 0,4-2-90,-7 5 180,-4 8-90,-12 22 90,-12-2-90,-3-8 0,0 2 45,0-4 0,1 0-225,2 0 0,2-2-1079,10 15 1259,10-22 0,-3-15 0,6-6 0</inkml:trace>
  <inkml:trace contextRef="#ctx0" brushRef="#br1" timeOffset="584818">15701 15235 12030,'-13'0'2339,"2"-1"-1889,26-9-181,1 1-179,24-11-360,-12 3 181,-7 2-451,-16-9 270,-17 7 90,-5-2-90,-15 15 90,-10 31 135,23-9 0,1 3 45,1 0 0,2 1 0,1 22 90,17-3 0,10-1-45,1-16 0,5-3-405,19 2-1279,-12-17 1,-1-3-751,5-3 2389,-2-8 0,-14-3 0,1 0 0</inkml:trace>
  <inkml:trace contextRef="#ctx0" brushRef="#br1" timeOffset="585202">16041 15233 11221,'-1'-11'1529,"-1"-4"-900,-2 6 541,-6-7-631,0 8-89,-18 7-180,4 19-180,-4 8 0,15-2 0,4 4 90,5 21-225,4-21 0,4-2-675,20 15-1439,11-23-1118,6-16 2657,-8-9 0,-4-12 0,-10 3 1</inkml:trace>
  <inkml:trace contextRef="#ctx0" brushRef="#br1" timeOffset="585452">16190 15171 11670,'-9'2'1170,"3"1"-990,4 7 89,2 6-89,1-1 90,1 8-90,-1 1 90,1 15-270,0-13-90,1 11-270,-2-18-539,2 3 179,-2-8 720,1-2 0,1-6 0,1 1 0</inkml:trace>
  <inkml:trace contextRef="#ctx0" brushRef="#br1" timeOffset="585693">16172 14770 11850,'-4'-19'1529,"1"3"-2248,2 23-2160,0 1 2879,3 13 0,2-6 0,3 0 0</inkml:trace>
  <inkml:trace contextRef="#ctx0" brushRef="#br1" timeOffset="586152">16526 15106 12030,'-5'-15'1349,"2"4"-899,-3 4 0,-7 4-180,-2 5-180,-6 1 90,-3 8-91,4 4-89,-4 7-89,7-4-91,3 7 0,7-5-90,2 4 180,5-6-450,15 9 450,-5-14-180,15 11 181,-14-16-181,13 12 180,-11-7 90,4 4 0,-11-2 90,-7-2 90,-9 8-90,2-6-1,-17 9 1,12-14-90,-6 5-90,5-6-359,1 0-541,-1-1-1528,4-1 2518,3-4 0,4-1 0,2-2 0</inkml:trace>
  <inkml:trace contextRef="#ctx0" brushRef="#br1" timeOffset="586419">16593 15312 11760,'-4'-10'3276,"-1"30"-2594,0 8-1402,1 22-2158,3-5 899,2-22-629,3-4 2608,-1-15 0,2-1 0,0-1 0</inkml:trace>
  <inkml:trace contextRef="#ctx0" brushRef="#br1" timeOffset="586638">16673 14843 11850,'-5'-28'1979,"1"6"-1349,3 10-91,0 5-898,1 11 89,1 1-1349,1 14 1619,-1-8 0,10 17 0,1-2 0</inkml:trace>
  <inkml:trace contextRef="#ctx0" brushRef="#br1" timeOffset="587494">16911 15177 13559,'-15'2'3276,"-1"4"-2684,1 0-232,-6 10-270,2 5-90,-4 8-90,5-3-270,2 8 0,7-8-359,3 10 89,8-5 180,7-6 180,6-9 91,-2-11-181,15-7 270,-7-11 90,8-6 90,-11-10 0,-8-2 0,-5 6 269,-4-9-179,-3 15-90,0-7 0,0 13 90,0 0-90,1 3-90,1 0 90,6-3-90,9 1 0,-1 2 0,10-2 90,0 3-90,-3 2 0,7-1 0,-12 6-90,3 2 90,-2 6 0,-7 8 0,-3 9 0,-7-1 0,-7 22 0,-1-10 0,2-6 0,-2 1 0,-2 7 0,0-2 270,4-13-180,3-9 629,1-3-539,8-24-90,11-29 0,0 3-90,-2 6 0,1 0-45,2 8 0,-1 3 45,8-13 0,-8 14 0,1 8-90,-1 20 0,-5 0 90,-1 30 0,-9-13 0,-4 25-90,1-15 90,-1-6 0,1-1-90,1 4-179,0 7-2610,8-21 1440,-1-4-1838,11-1 2949,-5-11 1,14-2-1,2-2 1</inkml:trace>
  <inkml:trace contextRef="#ctx0" brushRef="#br1" timeOffset="587667">17821 15292 14459,'-7'-9'2788,"1"1"-989,4 3 360,-2-3-1080,1 2-719,-1-3-1259,1 3-1710,-2 1-668,-16 6 2457,-7 0 1,-20 4 0,-2-1 0</inkml:trace>
  <inkml:trace contextRef="#ctx0" brushRef="#br1" timeOffset="590254">31904 3943 11041,'-9'-4'3276,"2"0"-1155,1 0-1852,19 0-179,-5 0 180,24-2-180,-5 2-180,11-2-180,-3 0 1,-9 1-631,-3 1 900,-10 1 0,-19 5 0,-8 1 0</inkml:trace>
  <inkml:trace contextRef="#ctx0" brushRef="#br1" timeOffset="590456">31979 4005 10411,'1'10'810,"0"-1"-181,0-4-359,3-1 0,-1-1 0,2 0 269,2 1-179,6 0 0,6 0-90,6-1-360,6-3-720,2-2 1,-6-2-2159,5-4 2968,-9-2 0,5-6 0,-2-2 0</inkml:trace>
  <inkml:trace contextRef="#ctx0" brushRef="#br1" timeOffset="590907">32465 3767 11850,'-5'-9'2249,"-1"0"-1260,4 4-809,-4 8 0,1-1 270,-8 21-180,3 1-180,-2 7 45,5 1 0,3-1-135,0-3-45,2 2 0,2 0-45,12 2 0,-3-10 90,11 4 0,1-21 0,-3-4 90,10-13-90,-5-22 90,-2-9 0,-3-1-90,-11-5 90,-9 14-90,-4-7 0,-1 12 0,-4 2-810,-8 15 360,5 3-719,-10 10-810,10 9 1979,0 8 0,5 0 0,3 4 0</inkml:trace>
  <inkml:trace contextRef="#ctx0" brushRef="#br1" timeOffset="591158">32829 3868 14279,'9'-5'449,"-1"0"1,-3 3 0,-2-2 0</inkml:trace>
  <inkml:trace contextRef="#ctx0" brushRef="#br1" timeOffset="591573">32961 3736 11311,'-5'-6'1349,"0"-1"-810,4 2-179,1 0-180,9-1-90,-1 3 0,14 1 180,7 4-270,-6 0 90,15 8 0,-27-4-90,7 14 90,-15-9-90,-7 17 0,-5-7 0,-4 1 0,-2 0 90,-4 8-90,4-8 0,-1 1-90,-5 15 90,7-12 0,3 6 0,16-17 90,3-1-90,3-4 0,5-3 0,10-4-90,-7 0-270,13-3-2917,-3-4 0,-9 0 3274,6-3 0,-11 1 0,0-1 0</inkml:trace>
  <inkml:trace contextRef="#ctx0" brushRef="#br1" timeOffset="591966">33356 3735 12210,'0'-10'1889,"-1"1"-1080,1 1 541,-1 2-451,0 1-719,-10 12 0,1 3-90,-4 8 90,3 6-180,4-3 0,2 8 0,3-7-90,7 12 0,-1-18-90,12 27 180,-5-23-90,4 9 90,-8-15-90,-2 2 0,-6-1 90,-3 6-270,-13-1-449,-5-2 359,1-4-809,-2-3-1980,11-8 3149,0 1 0,5-7 0,2-2 0</inkml:trace>
  <inkml:trace contextRef="#ctx0" brushRef="#br1" timeOffset="592182">33315 3716 12120,'-1'-8'2429,"0"-1"-1890,2 4 1,0-2-360,3 3 0,0 1 0,5-1-90,9 1-540,9-3-1079,11-2 90,-4 0 89,-1 0 1350,6-5 0,-15 3 0,12-5 0</inkml:trace>
  <inkml:trace contextRef="#ctx0" brushRef="#br1" timeOffset="596455">20672 12069 9512,'3'-12'1439,"-1"-4"-540,-3 3-359,-2-2 0,-3 0-360,0 7 269,-5-3-179,-2 4 180,-6-2-180,1 3 0,-1 2-91,3 3-89,-1 6 0,5 0 0,-3 9-90,6 3 0,1 6 0,5 1 0,3-7 0,6 4 0,2-8 0,5 1 0,2-5 0,-3-6 0,6-5 0,0-8 0,-2 2 0,2-10 90,-8 5-90,1-5 0,-4 1 0,-2 5-90,-1 0 90,-1 6 0,3 21-90,-2 6 90,0 8 0,0 1-519,1 17 519,-2-11 0,-1 2 0,0-7 0,0-1 0,-1 5 0,0 0 0,-1-9 0,0-1 0,-3 22 90,-2-17-90,-2 4 90,-4-9-90,2-8 90,-5-6 0,-6-7 429,-2-4-519,-1-3-90,1-8-270,6 0-359,-2-5 269,7 5-2338,4-6-489,9 6 3196,2-2 1,13 0 0,3 3 0</inkml:trace>
  <inkml:trace contextRef="#ctx0" brushRef="#br1" timeOffset="596756">21196 12208 10951,'-3'-12'1169,"-1"-1"-359,2 7-181,-3-6 631,4 6-1081,-2 9 91,3 14-90,1 24-90,0-1 0,0-7 0,-2 2-45,0-5 0,-1 2-400,-1 6 1,0 2 354,-2-1 0,0-2-45,2-10 0,-1 0-149,-1 4 1,0-1-347,0 1 180,-1 4-629,2-15 989,2-12 0,1-1 0,0-6 0</inkml:trace>
  <inkml:trace contextRef="#ctx0" brushRef="#br1" timeOffset="597090">21084 12261 11041,'-4'-13'719,"1"2"-89,14 1-450,-3 4 180,21-7-1,12 4-89,1 1-180,3 0 0,-9 8 180,1 13-180,-10 8 0,-6 12 0,-30 4 0,-19 1-90,-2-8 90,-3-7 0,-3-1-270,1-1 90,8-5 0,2-3-3187,9-5 0,20-16 3251,0 2 1,17-14-1,0 3 1</inkml:trace>
  <inkml:trace contextRef="#ctx0" brushRef="#br1" timeOffset="597398">21532 12106 11670,'4'-19'1260,"2"-5"-631,0 5-89,1-2 180,0 9-1,4 11-179,-2 11-180,1 18-180,-5 0 179,-3 18-224,-2-22 0,0 3 0,-1 9 0,0 0-90,0-9 0,0 0 0,0 7 0,0-1-135,3 0 0,0-1-1889,9-9 1170,-1-21-1980,6-5 900,-5-6 1889,1-11 0,-3-1 0,1-6 0</inkml:trace>
  <inkml:trace contextRef="#ctx0" brushRef="#br1" timeOffset="597583">21604 12210 12480,'9'-12'630,"7"-2"-271,15 2-269,-6 1-270,2 1 0,2 0-3097,15-5 3208,-17 7 1,-1 0 0,-1 1-1,-1 0 1,14-1 0</inkml:trace>
  <inkml:trace contextRef="#ctx0" brushRef="#br1" timeOffset="597766">22335 12163 18327,'9'6'-3277,"-1"3"707,-6-4-707,-7 8 2859,-5-2 1,-15 9-1,-2-1 1</inkml:trace>
  <inkml:trace contextRef="#ctx0" brushRef="#br1" timeOffset="599013">22334 11967 10861,'7'6'2698,"-2"6"-2518,-1 14 270,-1 22-315,-1-22 0,-1 0-1236,1 11 1,0 0 1190,0-8 0,-1 1-1,1 4 1,0-1 430,0 14-475,-1-21 0,-1 1-45,2 15-90,-3-9-270,1-7 360,1-9 0,-3-27 0,1-11 0</inkml:trace>
  <inkml:trace contextRef="#ctx0" brushRef="#br1" timeOffset="599367">22314 12075 10861,'9'-13'1169,"12"-6"-899,1 5 0,4-1-90,4-1 0,4 1-46,6 0 1,1 3-45,-6 4 0,-3 5 0,16 9 0,-34 25-45,-22-9 0,-8 1-90,-9 7 0,-4-2 45,8-8 0,-2-2-270,-4 3 1,3-4-1620,10-3 1889,13 2 0,13-7 0,17-3 0</inkml:trace>
  <inkml:trace contextRef="#ctx0" brushRef="#br1" timeOffset="599932">22905 12476 11400,'-14'0'3149,"3"-1"-2969,11-7 89,8-8-269,5-7 0,1-18-90,-10 7 1,-2-4-1,-6 3 90,-2 8-90,-4-6 0,1 8 0,0 3 0,3 9-90,0 2 180,14 8 0,-2 2 0,37 2 0,-18-1 0,15 1 0,-16-1-90,-7 2 180,6 6 0,-4 15-90,-7 10 45,-8-3 0,-2 1-45,-1 10 0,-1 4-90,6-24-270,3-7-1079,7 1 1439,8-8 0,-1-5 0,3-6 0</inkml:trace>
  <inkml:trace contextRef="#ctx0" brushRef="#br1" timeOffset="600349">23335 12334 12660,'16'-3'809,"2"0"-449,6-5-90,7-6-90,-3-4-90,-6-6-90,-16 3-90,-14-2 90,-5 7-90,-6 3 90,0 10 0,3 5-90,-6 11 90,6 7 0,-1 11 0,7-4 0,8-1 0,4 0 0,6 7 45,0-8 0,3 0-45,13 3 90,4-10-90,9-7-1349,12-16-290,-25-2 1,0-2 1108,16-9 0,-10-9 0,-13 7 0</inkml:trace>
  <inkml:trace contextRef="#ctx0" brushRef="#br1" timeOffset="600637">23846 12229 11940,'2'-8'3058,"-8"7"-2428,-10 20-270,-5 14-180,1 1-45,12-10 0,1 0-45,4 8-90,0 1-90,7-4-180,4-14-360,5-1 180,1-6-2827,15-11 3174,-3-8 0,7-6 1,-7-6-1</inkml:trace>
  <inkml:trace contextRef="#ctx0" brushRef="#br1" timeOffset="601170">24113 12202 11131,'6'-8'2428,"-1"1"-1888,2 6-360,-2 4 449,3 11-269,-6 6-90,-2 11 0,-4 9-270,2-11-90,-3 10-180,3-17-449,-2 3 179,3-8-2737,0-3 3084,0-7 0,1-1 1,0-4-1</inkml:trace>
  <inkml:trace contextRef="#ctx0" brushRef="#br1" timeOffset="601420">24080 11921 11940,'-3'-10'1439,"1"-1"-359,2 6-1980,-1 8 91,0 2-271,0 7-2197,1-3 3062,2-3 0,2-2 0,1-1 0</inkml:trace>
  <inkml:trace contextRef="#ctx0" brushRef="#br1" timeOffset="601869">24449 12241 11400,'8'-5'1530,"-3"-2"-811,-2 2 181,-6-7-271,-5 6-359,-5-2 90,-11 11-270,-6 11-180,8-1-90,-4 11-270,17-1 1,9 2-1,11 5 270,9-10 90,3-6-270,9 2 180,-13-3 180,2 10 90,-25 4 0,-12 0 0,-2-5-90,-3-4 0,13-11-180,-4 4 180,2-1 0,11-5 0,3 0 0</inkml:trace>
  <inkml:trace contextRef="#ctx0" brushRef="#br1" timeOffset="602125">24672 12297 11221,'2'-16'3276,"-7"11"-2145,0 20-861,-2 12-270,5 12-450,4-7-1169,3 2-1658,2-10 2522,-1-8 0,1-5 0,-3-9 1</inkml:trace>
  <inkml:trace contextRef="#ctx0" brushRef="#br1" timeOffset="602344">24657 12035 11670,'-17'-38'3276,"3"6"-1245,6 17-1761,3 7-2519,3 18-1028,4 2 2882,3 11 0,5-2 0,0-2 0</inkml:trace>
  <inkml:trace contextRef="#ctx0" brushRef="#br1" timeOffset="603187">24979 12226 14639,'-24'4'1619,"0"3"-810,0 13-539,1 10-315,9-6 0,2 1-135,2 14 0,8 1-89,9-19 179,4-3-90,3-7 180,-2-5-180,11-11 90,-9-3 90,4-4 0,-8-12-90,-8 10 180,-3-23-90,-2 22 0,-6-14 0,2 16 0,-3-4 0,4 6 0,1 3 90,2 3-90,6-4 0,7 0 0,0-1 0,5 2 0,10-5 0,-2 1 0,13-6 0,-2 3 0,-1 3 0,-4 8 90,-9 28-90,-14 3 0,-7 13 0,-4-2 0,-1-6 0,-1 3 0,3-8 0,-1-4 0,4-8 90,-1 0 0,11-17-90,2-9 0,4-9 0,5-13 0,2-1-453,-9 12 1,0 0 452,10-12 0,7-2 0,-12 24-90,9 0 90,-12 19 0,-4 5 0,-2 12 0,-6 2 905,0 8-905,-2 1 0,1 2 0,-2-12 90,5 7 0,2-18-180,0 1-1709,14-11-1170,-4-7-308,21-10 3062,-10 0 0,14-8 0,-8 1 0</inkml:trace>
  <inkml:trace contextRef="#ctx0" brushRef="#br1" timeOffset="603377">25968 12302 13199,'-12'10'-810,"-12"3"1,-7-3 0,-14 4-1</inkml:trace>
  <inkml:trace contextRef="#ctx0" brushRef="#br1" timeOffset="604314">20811 13083 13289,'-12'2'720,"1"1"-270,2 9-270,2-2 89,-7 15 91,-1 10-90,1 5-270,2-1 180,7-2-90,5-9 90,5 7-180,2-10 90,8-1-90,2-9 0,6 0 0,3-9 0,-4-5 0,14-14 0,-11-3 0,5-6 90,-12-8-90,-10 1 0,-4-12 0,-9-2 0,-3 10 0,-14-10 0,8 26-90,-14-8 90,13 20-270,-8 3-180,5 8-989,-7 13 540,9-4-2250,2 12 3149,10-9 0,4 7 0,3-2 0</inkml:trace>
  <inkml:trace contextRef="#ctx0" brushRef="#br1" timeOffset="604560">21146 13258 12030,'-1'-14'3276,"0"1"-1964,0 2-3921,1 2-668,4 6 2477,1 2 0,0 2 0,-2 2 1</inkml:trace>
  <inkml:trace contextRef="#ctx0" brushRef="#br1" timeOffset="604894">21423 13098 11131,'-5'-21'3148,"2"4"-2608,0 1 899,1 7-1259,1 16 269,0 17-269,0 2-90,0 10 0,-1-4 0,1 5-135,0-11 0,0 2-630,1 2 1,1-1-720,0-2 0,0-3-1845,1 17 3239,1-20 0,-3-10 0,1-2 0</inkml:trace>
  <inkml:trace contextRef="#ctx0" brushRef="#br1" timeOffset="605766">20117 12722 9691,'9'-6'-179,"0"2"-91,0 1-360,-2 2-449,3 1 1079,-3 1 0,-2 0 0,0 2 0</inkml:trace>
  <inkml:trace contextRef="#ctx0" brushRef="#br1" timeOffset="606319">20367 12745 9152,'-2'-8'3276,"0"0"-2235,2 26-861,-1 1-90,2 5 0,0 3 0,-2 13 0,1 9 0,-2-12 0,2-9-180,-2 0-90,1-11-180,-1 3 90,1-8 270,-2 0 0,-3-11 0,-2 0 0</inkml:trace>
  <inkml:trace contextRef="#ctx0" brushRef="#br1" timeOffset="606818">20282 12797 10591,'9'-9'540,"-2"0"-181,9 0 91,10 0-270,6-1 0,10 3-180,-20 5 0,-1 8 0,-18 9-90,-11 13 0,-4-6 0,-1 0 45,-1-1 0,-1-1 0,-2 1 0,1-1-45,0 0 90,21-12-90,3-7 90,18-6-90,-9 5 90,4 10 0,-7 3 0,3 12 0,-5-1 0,3 2 0,4-2-1259,-1-11 1259,6-8 0,-6-7 0,2-4 0</inkml:trace>
  <inkml:trace contextRef="#ctx0" brushRef="#br1" timeOffset="607267">20647 12973 10681,'5'-6'899,"1"1"-719,-1 2 90,1 1 90,2-2-180,-1 1 90,7-4 89,2 1-179,1-3-90,0 1 90,-3-1-90,-6 1 0,2-2-90,-5 2 90,-1-3-90,-3 1 90,-5-5-90,-12 2-90,-3 7 90,-12 21 0,10 12 0,9 22 0,15-8 0,7-8-90,14-5-540,-3-18-2647,16-1 2679,-15-8 1,7-7 0,-11 1 0</inkml:trace>
  <inkml:trace contextRef="#ctx0" brushRef="#br1" timeOffset="608852">21060 12932 11311,'6'-11'1888,"-2"3"-1078,-8-4-630,-2 7 0,-11 2 0,3 6-90,-6 5 0,4 4-90,-4 10 0,8-3-180,2 10 0,12-12 0,8 1 90,0-9-90,7-2 90,-2-4-90,11-5 90,-8-2 90,8-7-90,-11-1 90,4-6-90,-8 4 90,2-5 0,-5 4-90,3-4 90,-4 6 0,5-5 0,-5 10-90,13-7 90,-7 9 0,9-1 0,-3 4 0,-1 2 90,8-3 0,-5 1 0,3-1-90,-7 0 90,-2 2-90,-3-1 0,-2 0 0,-1 1 90,-3 0-90,1 1 0,-2 0 0,1 0 0,-9-3 0,-13 1 0,-1-1 0,-15 2 0,12 3-90,-4 3 90,9 0 0,-3 7 0,5 1 0,-3 8 0,7-5 0,2 10 0,6-8 0,3 7 0,2-9-90,6 0 90,2-6 0,5 0-90,4-4 90,-5-3 0,6-5-90,-5-3 90,6-6 0,-3-3 0,-3-4 0,-3-1 0,-4 0-90,-3 7 90,-1 0 0,-4 8-89,2-1 89,0 8 0,-1 3 0,3 12 0,1 4 0,1 3 0,2-1 0,-2-10 0,10 3 0,-5-11 0,6 2 0,-1-10 0,1-3 0,7-8 0,-4 1 0,-4-6 0,-1-2 89,6-15-561,-8 9 1,-1 0 471,0-11-37,-4-4 37,-7 14-90,2-5 90,-4 10-90,0 9 90,0 16 940,-1 4-940,1 20 41,-1 2-41,0 3 0,1 1 0,-1 8-111,2-8 1,0-1 110,2-1 0,4 4 90,-1-12-90,3-2 90,3-11-90,2-2 90,4-7 130,2-9-220,2-8 90,2-12-90,-5 1 0,-9 5 0,-2-2 0,6-19 0,-7 12 0,-2-1 0,0 5 0,-2 1-45,0 0 0,-1 2 135,1-2 0,-2 24-90,-1 18 90,-1 9 0,0 15-90,1-2 45,0-12 0,1 1-45,0 12 90,5 7 0,2-6 0,3-4-90,0-6-180,2-13-719,0-9-1980,4-3 361,-3-5 2518,1-4 0,3-7 0,4-2 0</inkml:trace>
  <inkml:trace contextRef="#ctx0" brushRef="#br1" timeOffset="609027">22381 12806 13649,'4'6'-3277,"0"0"438,-5 1 2839,-2-1 0,-11 8 0,-1-1 0</inkml:trace>
  <inkml:trace contextRef="#ctx0" brushRef="#br1" timeOffset="609781">20884 13777 11131,'2'-10'539,"0"-2"271,-1 0-180,0-3-361,-3 5 181,-3 0 0,0 6-90,-10 4-180,4 4 269,-21 19-359,13-5 0,1 2 0,0 2 90,-2 12-90,1 2 90,9 10-90,10-15-90,2 6 0,11-6-90,5-10 90,7-1-90,5-9 90,0-8 0,-4-4-90,5-10 90,-7-6 0,1-11 0,-7-6 0,-9-5 0,-5 7 0,-11-7 0,-4 10 0,-7-2 0,-4 9-90,4 10-90,-2 8-719,1 13 359,5 0-1439,-2 11 0,12-7 1979,3 9 0,7-3 0,2 6 0</inkml:trace>
  <inkml:trace contextRef="#ctx0" brushRef="#br1" timeOffset="610018">21246 13918 11760,'-2'-17'3238,"2"4"-3238,-3-2 0,9 11 0,1 5 0</inkml:trace>
  <inkml:trace contextRef="#ctx0" brushRef="#br1" timeOffset="610408">21414 13795 11850,'4'-18'810,"4"2"-271,6 1-179,7 1-180,4 1-90,0 6 0,-8 5 90,5 15-180,-17 23 0,-6-7 0,-4 2 0,-4 2 0,-3 1-45,-5 0 0,-1 0 45,2-4 0,1-1 0,-1 17 0,13-10 0,28-20 0,15-15-720,10-4-2518,-9-3 3238,-9 5 0,-17 3 0,-6 1 0</inkml:trace>
  <inkml:trace contextRef="#ctx0" brushRef="#br1" timeOffset="610960">20971 14686 11760,'-5'-7'1260,"0"-1"-451,5 2 360,-2 0 1,2-1-631,-3 1-269,-2 2-90,-2 3 180,-9 6 180,-22 24-360,7 4-180,11-14 0,2 2-90,1 19-90,14-11-90,6 9-90,10-4 90,8-3 180,-2-11-269,16-4 269,-16-12 0,19-3 0,-14-8 0,6-8 0,-5-9 90,-8 1 0,-4-11-90,-11 0 90,-5-14 0,-5 8 0,-2 10 0,-2 2 0,-8-3 0,-8-7-90,10 25-360,-2 9-359,6 9-721,-2 8 181,6 0-1928,4 9 3017,6-9 0,5 12 0,2-3 0</inkml:trace>
  <inkml:trace contextRef="#ctx0" brushRef="#br1" timeOffset="611193">21237 14742 12750,'-7'-10'2698,"2"2"-2698,1 2 0,3 4 0,-1 0 0</inkml:trace>
  <inkml:trace contextRef="#ctx0" brushRef="#br1" timeOffset="611654">21433 14644 11940,'2'-10'900,"1"2"-361,2-2-269,0 4 360,9-7-180,5 2-271,1 1 91,11 0-180,-15 8 0,11-1 90,-12 4-180,3 4 90,-8 0-90,-3 9 90,-8-3-90,-11 16 0,-4-1 0,-4 3 0,3 1-90,8-8 90,4-5 0,5 1 0,1-10 0,6 8 0,-4-6-90,6 17 90,-7-13 0,-1 22 0,-12-6-45,-3-4 0,-3 1-630,-3 0 1,-2-2-586,1-1 1,1-2-540,-12 7 1799,16-13 0,7-4 0,-1 3 0</inkml:trace>
  <inkml:trace contextRef="#ctx0" brushRef="#br1" timeOffset="612249">21225 15394 11400,'-1'-8'1710,"-2"0"-991,-2 1 1,-3 3-1,-7 3-359,1 4 180,-10 8-90,-4 7-181,-9 9-89,7-2-45,12-7 0,2 2 45,-6 18-180,3-4-90,7 10 0,13-17-180,7 4 0,9-6 91,1-8-91,9-6-90,-2-11 180,10-4 90,-8-3-180,12-17 180,-22 8 0,9-19 0,-20 5 90,-4-12 0,-6 17 0,-1 0 0,-5-12 0,-9-4 0,4 19 0,-4 4-90,1 9-90,4 8-899,-4 12 360,9-2-2520,-3 10 3239,10-6 0,3 6 0,4-1 0</inkml:trace>
  <inkml:trace contextRef="#ctx0" brushRef="#br1" timeOffset="612468">21473 15478 12930,'-3'-20'2698,"0"4"-5975,2 6 2457,4 12 1,0-2 0,3 7 0</inkml:trace>
  <inkml:trace contextRef="#ctx0" brushRef="#br1" timeOffset="613039">21705 15277 11850,'0'-15'2609,"-2"5"-1710,-4 5-629,1 8 0,-8 14-45,3 6 0,-2 3-225,2-3 0,0 1 0,-2 4 0,-1 2-270,0 4 0,0-1-270,2 0 270,1-5 1,1-1-721,0 1 450,5-11 361,8-8-1,5-13 90,3-4 0,2-3 0,-2 2 90,1 0-90,-1 1 90,5 1 0,-3 2 0,3 0 0,7 0 0,-8 0 0,6-2 90,1-8 90,-11 2 0,6-8 89,-11 5 91,-2 2 0,-1 4-360,-5 16 90,-1 8 0,-3 9-90,-1 14 90,2 5-135,2-12 0,0 3-1594,2 11 1,0 1 1539,0-14 1,0 0-1,2 3 1,0-2 0,-1-3-1</inkml:trace>
  <inkml:trace contextRef="#ctx0" brushRef="#br1" timeOffset="613856">21304 15900 10951,'-8'-5'-90,"1"-1"1079,-1 2-269,3 0 539,-6-1-539,-4 8-540,3 1 179,-9 14-89,5 6-90,5-1 0,1 2-90,-5 22-45,7-19 0,3 1 0,4-1 0,3 0-135,7 14 45,0-17 0,3-3-45,11 0 0,13-10 0,-9-17 0,10-19 90,-15-6 0,-1-13-45,-16 17 0,-4-2 45,-6-14 0,-4-1 0,1 11 0,-2 1-135,-6-6 0,-4 9-764,-9 21-450,3 19 1349,6 31 0,12-9 0,5 14 0</inkml:trace>
  <inkml:trace contextRef="#ctx0" brushRef="#br1" timeOffset="614084">21600 16102 11940,'0'-14'270,"-1"4"-270,-3 7 0,-1 7 0</inkml:trace>
  <inkml:trace contextRef="#ctx0" brushRef="#br1" timeOffset="614488">21903 16000 12120,'0'-15'2339,"-1"3"-1890,-3 5 1,-8 10 0,-9 11-360,-2 7-90,1 9-90,11-10-270,10 5 180,4-15-180,8 9-89,3-6 269,0 0-180,6 2 90,-4-2 0,0 5 180,-5 1 90,-7 3 0,-6-5 180,-8 6-90,-5-2-90,-7 5 90,-2-1-360,0-3-539,5-5-1800,4-6 2609,6-5 0,4-3 0,3-3 0</inkml:trace>
  <inkml:trace contextRef="#ctx0" brushRef="#br1" timeOffset="614701">21879 16007 11760,'-3'-8'1080,"5"-3"-900,2 7-90,13-3-630,0 4-2737,14-3 2837,-14 4 0,3 0 0,-14 3 0</inkml:trace>
  <inkml:trace contextRef="#ctx0" brushRef="#br1" timeOffset="615266">21134 17041 10411,'-3'-18'900,"2"2"-271,0-4-269,2 6 360,-1-1 539,2 3-630,-3 0-89,2 3-270,-9 13-180,4 1 180,-10 18-180,3 3 90,-5 19-90,6-9-90,1 13-90,10-6 0,1-8-90,10 9-90,2-22-90,17-1 270,-7-10-180,19-10 180,-17-7-45,4-6 1,-1-3 44,3-5 45,-3-1 0,-2-3-45,-3-16 45,-11 11 0,-3-2 135,-6-6 0,-5 0-45,-3 8 0,-1 2 0,-2 0 0,-5 5 134,-33 5-179,11 17 0,-13 7-315,22 8 1,2 2-136,1 4-1189,3 0 1,4 1 883,9-1 0,2 9 0,7-7 1</inkml:trace>
  <inkml:trace contextRef="#ctx0" brushRef="#br1" timeOffset="615505">21576 17041 12210,'-3'-8'2519,"1"1"-1980,-1 0 451,1 3-181,0-2 91,0 1-1720,-1-1 1,7 12 0,2 3 0</inkml:trace>
  <inkml:trace contextRef="#ctx0" brushRef="#br1" timeOffset="615924">21982 16769 12120,'-10'-8'1079,"-1"-2"451,-3-2-901,0 3-89,-3 3 180,-12 24-541,9-1-44,1 4 0,1 4 45,1 11 0,3 2-135,2 0 0,1 1-735,0 5 0,3-1 555,7-10 0,4-4-45,4 4-449,19 1 179,3-21 180,11-3 45,-15-15 0,-2-7 136,7-16 1378,-1-8-1109,-26-9-180,-7 23 90,-20-4-809,-11 33 89,4-3-1709,-12 19 2339,19 5 0,1 0 0,0 6 0</inkml:trace>
  <inkml:trace contextRef="#ctx0" brushRef="#br1" timeOffset="616492">21468 17717 11760,'-5'-11'2879,"-3"1"-2430,-3 9-269,0 1 360,-13 23-180,4 7-270,-4 10 0,9 1-90,10-15 0,7 3-90,5-6-180,7 3-360,14-4 270,3-11-179,18-9 359,-24-8 0,-1-4 45,1-9 0,-2-4 135,-3-2 0,-6-3 135,-7-10 0,-6 0-90,-6 11 0,-3 1 45,-11-16 0,-6 25-270,0 17-1349,-7 15-1748,7 3 2814,7 3 1,16-5-1,4-6 1</inkml:trace>
  <inkml:trace contextRef="#ctx0" brushRef="#br1" timeOffset="616733">21824 17734 12570,'-12'-6'1349,"2"1"360,2 0-450,4 1-4536,-1-2 0,9 4 2577,0-1 0,5 2 0,-3 0 0</inkml:trace>
  <inkml:trace contextRef="#ctx0" brushRef="#br1" timeOffset="617069">21966 17596 11760,'-6'-8'1619,"4"-2"-1169,14 3-180,13-4-90,6 3-180,-1 2 90,-1 2 0,-7 2-90,8 3 0,-14 1 0,-6 19 0,-21 11 0,-3 0 0,-1 2 0,4-9 0,-1 0-218,-3 6 1,1-1 217,4-6 0,2-1-186,0 1 0,0 0 51,0 3 0,1 0-315,-3 19-539,4-10 179,4-11-2467,2-3 2994,1-11 1,2 5-1,0-3 1</inkml:trace>
  <inkml:trace contextRef="#ctx0" brushRef="#br1" timeOffset="617671">21630 18248 11580,'-11'-1'1440,"2"0"-1261,0 2 181,4 1 0,-10 12-90,5 2-180,-4 6 90,3 13-90,7-15 0,3 26-90,4-27 0,9 17-90,3-17-90,12 1-180,17-13 180,-2-9 180,-2-9-3277,-3-18 2982,-22 11 205,8-23 55,-19 12 215,-4-10-90,-7 5 89,-12 1 1,-3 12-180,2 7-90,-4 11 0,13 6-1259,-10 7 360,11-4 226,-5 7 763,9-6 0,2 1 0,1-2 0</inkml:trace>
  <inkml:trace contextRef="#ctx0" brushRef="#br1" timeOffset="617915">21915 18366 14009,'-9'-9'1709,"0"2"-4986,2 10 2972,13-2 0,-2 2 0,14-6 0</inkml:trace>
  <inkml:trace contextRef="#ctx0" brushRef="#br1" timeOffset="618502">22186 18243 11670,'-3'-11'1529,"-2"1"-809,2 5 90,-5-1-361,-4 5 91,-13 7-180,2 8-270,1 1 0,7 5-90,10-6 0,1 0-90,6 3-270,15 4 180,-4-6-135,7 0 0,2-1-44,2 0 134,-2 0 0,-1 0 135,0 0-90,0 8-90,-15-3 180,-3 2 0,-8 2 0,-8-3 90,1-5 0,-8 1 0,3-6 90,-3 1-90,1-6 90,4-3-90,1-4 0,6-3 0,1-8 0,7-5 0,3-12-90,9-13 90,1 7-45,-2 11 0,2-2 0,1 0 0,0 1 45,-3 3 0,0 1 45,2-4 0,-3 1 135,-6 0-90,-4 7 0,-8-1 90,-4 8-90,-8-1-90,3 5-90,-6 3-630,3 5-2158,-5 2 2878,5 2 0,2 2 0,5 2 0</inkml:trace>
  <inkml:trace contextRef="#ctx0" brushRef="#br1" timeOffset="619204">21876 18795 11490,'0'-11'2069,"0"2"-1529,-4 5-450,-5 8 0,2 1 90,-5 13 0,3 8-180,2-3 90,2 14 0,7-8-1,3 7 1,6 0-90,1-9 0,1-5 0,-2-13 0,1-3 0</inkml:trace>
  <inkml:trace contextRef="#ctx0" brushRef="#br1" timeOffset="619392">21993 19042 14819,'27'-19'-90,"-3"-4"0,2-12 90,-12 7 0,-9-18 0,-9 11 90,-7-12-90,-2 18 0,-14-3 0,9 21 0,-6-4-270,5 18-270,5 3-449,-2 5-1710,4 2 1,5-2 2698,5 0 0,2-1 0,1 0 0</inkml:trace>
  <inkml:trace contextRef="#ctx0" brushRef="#br1" timeOffset="619677">22195 18827 12120,'-8'-4'2069,"2"0"-1350,2 0-269,0 1-720,-1 4-89,2 1-271,-1 5-1079,2 0-1568,3-2 2882,4-3 0,3-5 0,2-5 0</inkml:trace>
  <inkml:trace contextRef="#ctx0" brushRef="#br1" timeOffset="620227">22456 18714 11131,'4'-12'1709,"1"-2"-900,-5 2-359,1 2-90,-8-1-180,3 7 359,-20-2-449,13 5 180,-26 4-360,17 9-180,-2 4-179,15 6 89,12-10 90,10-1 0,2-10 90,3-2 90,-3-3-90,3-3 0,2-7 180,-7 3 90,5-6 90,-12 8 180,0-1-270,-1 2 180,-3 3-90,3 9-90,-5 2 90,5 17 0,-3 6-91,-1-5 1,2 2-90,2 18 45,-2-12 0,1 0 45,2 12-45,-3-17 0,-1-1 135,1 11-180,-8-6 0,0-15 0,-5-3 0</inkml:trace>
  <inkml:trace contextRef="#ctx0" brushRef="#br1" timeOffset="620321">22499 19047 15988,'-28'-16'-900,"2"1"-89,9 1-1080,3 0-1208,1-1 2972,6 3 0,6-3 0,2 1 0</inkml:trace>
  <inkml:trace contextRef="#ctx0" brushRef="#br1" timeOffset="620517">22886 18707 12300,'8'-8'1799,"-2"1"-810,0 2-179,-3 2-4087,2-2 0,-16 7 2824,2-1 0,-23 4 0,2-2 1</inkml:trace>
  <inkml:trace contextRef="#ctx0" brushRef="#br1" timeOffset="622113">23458 12729 10591,'3'-9'90,"0"-3"270,0 4 89,-1-2-269,1 1 540,0 1-270,0 1 719,-1 0-1079,-1 13 0,0 0 90,-2 19 0,-1 3-90,1 13-90,-1-5 90,2 9 0,1-11-90,0 7-90,-1-12-180,0 0-720,0-9 990,0-3 0,0-5 0,-1-10 0</inkml:trace>
  <inkml:trace contextRef="#ctx0" brushRef="#br1" timeOffset="622460">23350 12740 10591,'3'-11'90,"1"2"0,4 3-90,6-1 90,5-1 0,10-1-90,5 0 0,0 3 90,-7 2-90,0 2 0,-10 5 90,3 3-90,-8 0 0,-5 5 0,-7 0 0,-8 10 0,0-6 0,-13 9 0,2-11 0,-4 5-180,5-8-270,2 1 450,7-4 0,2-2 0,4-2 0</inkml:trace>
  <inkml:trace contextRef="#ctx0" brushRef="#br1" timeOffset="623035">23652 13021 11760,'12'-6'360,"-2"2"-180,4-7-90,-3 1 0,4-6-90,-6 2 0,0-5 0,-5 2 0,0-7 0,-4 6-90,-2-4 90,-2 8-90,-3-3 0,0 6-270,1 3 270,10 11 90,2-2-90,11 6 90,-4-6-90,3 1 90,-3-2 0,1 1-90,-1 1 180,-3 0-180,-1 5 180,-4 4-90,-1 0 0,-4 8 0,0 2 90,-2 9-90,1-7 0,0 7 0,5 2-270,0-5-359,5 3-1440,1-18 2069,0-6 0,4-5 0,1-2 0</inkml:trace>
  <inkml:trace contextRef="#ctx0" brushRef="#br1" timeOffset="623489">24036 13000 9871,'-9'-2'3149,"15"-7"-2790,2 3-89,19-8-90,-8 3 0,3-2-90,-10 5 90,3-10-180,-12 6 90,-2-9-90,-6 11-90,-14-5 90,3 14 0,-17 11 0,9 15 0,1 8 0,16-1 0,13 1 0,2-12 0,5 1 90,11-7-90,-1-8 0,6 2-810,19-12-2467,-7-8 2589,3 2 1,-6-9 0,-21 7 0</inkml:trace>
  <inkml:trace contextRef="#ctx0" brushRef="#br2" timeOffset="636231">20689 13536 9602,'-16'0'1529,"5"-1"-990,-3 1 91,6 0-90,1 0 89,0 1 91,0 0 179,1 1-809,11 0 270,28-3-225,0-2 0,7 0-90,-4 0 0,3-1 0,4-1 0,0 1-426,-4 0 0,2 0 0,1 0 0,0 0 0,0 0 399,0 1 0,1-1 0,0 1 0,-1-1 0,0 1 4,6 0 1,1 0 0,-3 1-1,-5 0-22,6 0 0,-5 1 0,-3 1 0,-5 0 90,-6 0 0,13 1-90,-21-2 90,-2 0 1905,-9-1-5272,-1-1 2457,-13 2 1,5 0 0,-8 0 0</inkml:trace>
  <inkml:trace contextRef="#ctx0" brushRef="#br2" timeOffset="639064">29811 5590 10771,'-15'-3'719,"6"1"451,-6-2-1,9 2-1079,5-2 180,22 0 0,13-3-405,-6 3 0,2 1-720,-5 0 1,0 0 854,13 0 0,-18 2 0,-15 2 0</inkml:trace>
  <inkml:trace contextRef="#ctx0" brushRef="#br2" timeOffset="639281">29800 5692 10501,'0'8'540,"5"3"-270,5-4 89,16 1-359,-6-5-629,23-4 629,0-6 0,0-2 0,5-3 0</inkml:trace>
  <inkml:trace contextRef="#ctx0" brushRef="#br2" timeOffset="639714">30481 5454 10681,'-19'-18'2878,"-5"5"-2338,-1 18-90,-9 24-360,9 14-90,5-1-90,15-12 0,6-1-180,11 5 0,2-10 0,5-3 90,22-2 45,-2-24 0,-1-9 225,-11-3 0,-3-6 135,4-17 0,-9-5-90,-16 6 0,-8-1 0,-8-3 0,-5 3-180,-1 15 0,-1 5-135,-14-2-1529,6 34 1709,19 10 0,1 9 0,11 3 0</inkml:trace>
  <inkml:trace contextRef="#ctx0" brushRef="#br2" timeOffset="639949">30900 5479 12750,'6'-16'2518,"-1"4"-2158,-1-1-990,-2 6 630,0-1 0,-1 6 0,-1-1 0</inkml:trace>
  <inkml:trace contextRef="#ctx0" brushRef="#br2" timeOffset="640415">31128 5333 11131,'-7'-14'2518,"2"4"-1888,1-1-1,-5 10-359,-5 7 0,-12 16-180,2 10-90,7 9 0,18-5-90,29-3 0,9-11 0,-12-9 0,1-1 0,3 1 0,2 9 0,-27-2 1,-9 7-91,-22 9-810,-6-9 990,-9-1 0,18-17 0,3-4 0</inkml:trace>
  <inkml:trace contextRef="#ctx0" brushRef="#br2" timeOffset="640631">31192 5326 12210,'-5'-15'1979,"2"4"-1709,9 1 0,15 2-1440,27-3-2107,-1 3 528,-2 2 2697,-23 7 0,-15 7 1,-1 1-1</inkml:trace>
  <inkml:trace contextRef="#ctx0" brushRef="#br2" timeOffset="642148">32467 6579 10771,'2'-9'1169,"1"0"540,-5-4-1169,2 6 90,-19 9-541,10 4 91,-22 26 90,14 10-225,8-18 0,2 2-45,3 5 0,4-1 0,12 8 0,19-10 90,3-26-90,-3-8 0,-10-9 0,-3-5 0,-1-18 45,-7 5 0,-4-2-45,-8 6 0,-7 1-45,-10 0 0,-6 6-944,-22 8-650,17 18 1,3 6 1287,-2 16 1,10 6 0,16-9 0</inkml:trace>
  <inkml:trace contextRef="#ctx0" brushRef="#br2" timeOffset="642397">32798 6609 12930,'7'-8'2608,"-1"0"-2608,-3 5 0,-2 1 0,1 0 0</inkml:trace>
  <inkml:trace contextRef="#ctx0" brushRef="#br2" timeOffset="642798">33011 6490 12660,'-2'-10'2159,"-3"1"-1620,-6 13-89,-2 8-90,-4 14-270,7 2-90,8 12-450,12-5 135,0-12 0,2 0-224,12 18 179,-7 4 270,-17-8 90,-25 5-90,-5-12-360,10-13 0,-1-2 450,-1 1 0,7-6 0,12-9 0</inkml:trace>
  <inkml:trace contextRef="#ctx0" brushRef="#br2" timeOffset="643013">33041 6531 11940,'0'-9'3058,"2"-1"-2248,1 1-180,12-3-1260,10-1-1009,-2 4 1,2 0 1400,17-7 0,-5 4 1,-18 6-1</inkml:trace>
  <inkml:trace contextRef="#ctx0" brushRef="#br2" timeOffset="644131">28846 8095 11670,'11'-12'630,"-2"3"-180,25-3-2069,-15 7 1619,10 0 0,-19 5 0,-8 4 0</inkml:trace>
  <inkml:trace contextRef="#ctx0" brushRef="#br2" timeOffset="644331">28879 8200 10501,'0'10'1349,"7"-5"-899,23-7-900,16-9-1189,-17 1 1,0 0 1378,13-7 0,-7-4 0,-20 8 0</inkml:trace>
  <inkml:trace contextRef="#ctx0" brushRef="#br2" timeOffset="644748">29211 7859 10591,'-3'-11'2968,"-2"4"-2248,-8 9-91,-6 21-359,0 15-135,11-8 0,2 3-90,3-5 0,4-1-90,2 4 0,4-2-45,16 3 0,12-21 90,-1-30 0,-17-6 0,-5-6 0,-7-3 0,-4 0 0,-2-2 0,-5 2-45,-4 4 0,-4 7-944,-13 9-1710,5 19 2699,10 21 0,9 0 0,7 0 0</inkml:trace>
  <inkml:trace contextRef="#ctx0" brushRef="#br2" timeOffset="644998">29358 7986 13289,'0'-9'1440,"0"0"-2250,3 5-809,0 0-1658,0 0 2904,1-1 1,1 1-1,0 0 1</inkml:trace>
  <inkml:trace contextRef="#ctx0" brushRef="#br2" timeOffset="645448">29448 7815 11940,'-8'-9'1439,"1"1"-1259,8 1 90,8 0 0,12-5-90,7 3-180,-3 2 180,8 2-180,-17 2 0,16 0 0,-16 5 0,-3 8 0,-12-2 0,-12 19 0,-10 12 0,9-15 0,-1 2 0,-4 10 0,1 1 0,5-8 0,2-2-225,-1 5 0,3-2-1124,4 5-1928,5-10 2814,6-19 1,3-8-1,-1-6 1</inkml:trace>
  <inkml:trace contextRef="#ctx0" brushRef="#br2" timeOffset="645881">29710 7797 11580,'0'-9'1979,"1"0"-899,0 4-900,-10 32-180,7-17 179,-9 37-179,11-22 0,1-2-179,11 10-1,1-14 0,8 12 90,-8-7 90,-11 7 90,-5-12-90,-18 12 0,-4-9-810,-1 2 810,-1-6 0,13-13 0,2-5 0</inkml:trace>
  <inkml:trace contextRef="#ctx0" brushRef="#br2" timeOffset="646098">29694 7752 12570,'1'-14'2428,"14"-2"-2068,14-2-900,-2 5 1,4 2-1100,-4 2 1,0 1 1447,0 0 1,-2 2 0,2 3 0,-13 3 0</inkml:trace>
  <inkml:trace contextRef="#ctx0" brushRef="#br2" timeOffset="646864">28979 9532 12390,'11'-7'540,"-1"2"-181,3 2-359,8-2 0,0 1 0,-4 0 0,-11 3 0</inkml:trace>
  <inkml:trace contextRef="#ctx0" brushRef="#br2" timeOffset="647049">28993 9621 10591,'-5'8'1709,"0"-1"-1529,18-5-270,14-7-2698,12-4 2788,2-5 0,-9 1 0,-9 1 0</inkml:trace>
  <inkml:trace contextRef="#ctx0" brushRef="#br2" timeOffset="647465">29298 9429 12120,'-6'-11'2788,"-5"10"-2338,-3 11 90,-4 26-360,7 4-135,9-11 0,3 0-45,9 11 0,14-4 0,5-28 0,1-18 0,-7-32 0,-20 8 0,-5-3-45,-2 2 0,-4 0 0,-6-5 0,-5 6-1124,-15 9-1530,1 22 2699,13 27 0,11 4 0,9 0 0</inkml:trace>
  <inkml:trace contextRef="#ctx0" brushRef="#br2" timeOffset="647697">29403 9511 12750,'1'-8'329,"3"2"1,1 2 0</inkml:trace>
  <inkml:trace contextRef="#ctx0" brushRef="#br2" timeOffset="648247">29553 9378 11131,'-7'-11'1979,"3"2"-1350,-2 0-89,4 3-270,9-1-90,6 0-90,2 2 89,7 2-179,-10 6 90,1 8-90,-12 10 0,-16 22 0,-6 3 0,6-16 0,1 1-45,3-5 0,2-2-224,-4 20-181,8-14-180,9-11-449,9-10 539,-1-4-359,10-7 719,-10-1-90,0 0-270,-4 2 90,-5 4-179,-4 3 629,-3 3 0,-1 0 0,1-2 0</inkml:trace>
  <inkml:trace contextRef="#ctx0" brushRef="#br2" timeOffset="648865">29668 9404 9062,'4'-13'2878,"2"-2"-1619,0 0 271,0 0-1351,-4 22 91,-3 7-90,-5 27-90,1-5 0,1 5-180,5-19 90,6-1-180,15-12 180,-8-3-90,19 0 0,-13 1 0,1 2 90,-12 11-90,-16 3 1,-15 12-91,5-12-720,-8 6-2377,10-17 2544,1-1 1,5-6 0,6-4 0</inkml:trace>
  <inkml:trace contextRef="#ctx0" brushRef="#br2" timeOffset="649098">29763 9414 12120,'-4'-8'2609,"4"-3"-2160,9 5-1258,20-6-2070,10 2 2879,-15 5 0,1 1 0,14 0 0,-5 5 0</inkml:trace>
  <inkml:trace contextRef="#ctx0" brushRef="#br2" timeOffset="650181">29433 10896 11041,'4'-8'1259,"2"-4"-360,-2 8 990,5-8-1169,-4 6 899,4-4-1439,-4 11 629,2 27-539,-3 14-90,-2-3 0,-2 3-90,2-2 0,-1 0-45,0-1 0,-1-2-90,2-4 0,-1-3-3232,2 4 1607,-1-22-1607,-3-23 2457,0-6 1,-4-11 0,1 10 0</inkml:trace>
  <inkml:trace contextRef="#ctx0" brushRef="#br2" timeOffset="650681">29513 10683 11221,'-16'-14'1169,"6"5"-360,-9-2 181,-3 10-450,-12 11-181,3 10 1,-1 8-180,1 8 0,1 3-280,1-5 1,2 4 219,10 1 0,3 5 0,5-3-30,7-1 0,6 0-120,2 1 0,2 3 0,4-3-60,10 1 0,6-6-45,9-3 0,5-9 90,-3-14 0,-1-7 0,-7-2 0,1-4-3,12-14 1,-1-6 47,-16 3 0,-2-5 0,0-4 0,0-4 0,-4-2-161,-8 4 1,-5-2 0,-2-2 220,-6-13 0,-4-4 0,-5 4-30,-4 8 0,-3 2 0,-1 2 0,2 1 0,0 1 0,-4 5-30,-19-6 0,-2 13-540,13 18 0,0 8-1099,-19 11 1,1 7 1348,15 2 0,2 4 0,-2 8 0,4 0 0,12-10 0,0 0 0</inkml:trace>
  <inkml:trace contextRef="#ctx0" brushRef="#br2" timeOffset="656948">32040 4228 8342,'-12'4'3276,"12"0"-705,19-3-2391,10 0 0,10 0 0,1 0-91,2 1 1,2-1 0,4 1-421,-3-1 0,4 1 0,2-1 0,1 1 0,-4-1 349,-6 0 0,-1 0 0,-1 0 0,1 0 0,1 0-218,0 0 0,2 0 1,0 0-1,0 0 0,-1-1 1,-3 1 221,6-1 1,-2 0-1,-2 0 1,0 0 22,2 0 0,0 0 0,-2 0 0,-5 0 44,6-1 1,-5 0 180,-6 1 0,-5-1 540,-3 0-361,2-1-449,-8 0 687,-7 2-1587,-3 0-81,-2 0 981,-1 2 0,-15-2 0,-5 1 0</inkml:trace>
  <inkml:trace contextRef="#ctx0" brushRef="#br2" timeOffset="659513">19638 4051 8882,'-13'-2'0,"3"1"90,2 1 180,1 1 0,0-1-91,1 1-1438,0 0-270,9 2 1529,0-1 0,3 0 0,-2-1 0</inkml:trace>
  <inkml:trace contextRef="#ctx0" brushRef="#br2" timeOffset="660081">19667 4073 10141,'-3'-7'0,"0"1"0</inkml:trace>
  <inkml:trace contextRef="#ctx0" brushRef="#br2" timeOffset="662697">18925 4216 8702,'-1'-16'810,"2"-3"-1,1 9 91,1-6-181,-2 8-359,0-1 90,1 3-1,-1 0-359,3 9 270,2 11-90,4 18-180,-2-1 45,-1 3 0,0 4 0,0-2 0,0 1-382,0 0 1,1 3 335,0 5 1,2 4 0,-2 0-191,-1-9 1,-2-1 0,1 5 225,-1 0 1,1 5 0,0 2 0,-1-1 0,-1-4-705,0-6 0,0-3 0,-1 0 0,0 2 633,0 0 0,-1 3 0,0 1 0,0 0 0,0 0 54,1 1 0,-1 2 0,0 0 0,0-2 0,0-2-86,0-2 1,-1-3-1,1 0 1,-1 5 36,1 3 1,0 4 0,0 2 0,1 2 0,-1-2 0,1-3-305,-1-2 1,1-2 0,0-1-1,-1 1 1,1 1 289,0-2 0,0 1 0,0 1 0,0 0 0,-1-1 0,1-1-45,1 0 0,-1-1 0,0-1 0,0 1 0,1-1 36,-1 3 0,1 1 0,0-1 0,0 0 0,0-1-68,0 5 1,0-1 0,0 0 0,0 3 46,0-10 0,0 3 0,0 0 0,0 1 0,1 0 0,-1-1 0,0-1 0,0 0 0,0 0 0,-1 1 0,2-1 0,-1 0 0,0 1 0,1 1 0,0 0 0,0-1 0,0 0 0,-1-1-54,1 6 1,0-2-1,0 0 1,-1 0 0,1 0 38,-1-1 0,1-1 0,-1 1 0,0-1 0,0 1 0,0 3 0,-1 1 0,0 0 0,-1-1 0,0-2 22,1 1 1,-1-3-1,0 0 1,-1 1-83,0-3 0,0 2 0,0 0 0,0-2 0,-1-3 60,1 1 0,1-4 0,-1 2 0,0 2 0,0 2 0,0 0 0,0-8 0,0-4 0,0-2 383,0 13 1,-1 6 0,1-1-384,-2-12 0,1 0 0,-1-1 0,1 1 0,-1 0 0,0 2 30,1 8 0,-1 2 0,0-2-30,-1-6 0,0-2 0,0 0 102,1 12 1,-1 2-103,-1-8 0,-1 3 0,0-3 0,-2 7 0,0-1 0,2-11 0,0 1 0,0-3 0,-1 8 0,0-4 0,3-10 0,0-3 0,-1 18 0,1-10 435,0-3 0,0 3-390,0-4 0,0 1-45,-1 8 0,1 2 1505,-1-1 1,1 0-1506,0 2 0,1-4-90,-1 8 298,1-19 1,0 1-164,-1 1 0,-1-2-45,1 9 0,0-6 0,0 1 0,1-3 0,1-2 0,-1 10 0,1-7 0,0 0 0,-1 9 0,1-10 735,-2 18-735,2-18-90,-2 15 90,1-18-90,0 9-180,0-12 180,0-2-179,-2 1-901,-1-7 1,-1-3-720,-6-3 900,4-6-2288,-8-15 2702,8 5 0,-9-12 0,5 4 0</inkml:trace>
  <inkml:trace contextRef="#ctx0" brushRef="#br2" timeOffset="663147">18917 11313 11940,'-8'-10'2609,"2"-1"-1890,6 3 900,4-1-1169,3 11 270,13 12-540,-6 2-1,15 19 46,-6-6 0,1 1-180,-5-6 0,0 1 45,10 12 0,-2-2-90,-6-8 0,2 1-90,-11-18 0,9-4 90,-7-5-90,12-24 90,-11-3 0,0-6-135,2-3 0,0-4-285,-4 5 1,1-1-1,-3 1-929,1-2 0,-3 2 1349,-1 2 0,-2 4 0,-4 5 0,-1 5 0</inkml:trace>
  <inkml:trace contextRef="#ctx0" brushRef="#br2" timeOffset="675980">22413 4803 7892,'-13'0'1979,"-1"0"-989,-1 0-181,4 0-269,1 1 0,5 0-180,-1 1-181,19 1-44,9-2 0,8-1-75,4-1 0,5-1 0,-2 1-60,9-1 0,2-1-88,-4 1 1,2-1-1,0-1 118,-4 1 0,-1-1 0,-3 0 15,7 1 0,0 0-45,-3-1 0,3 0 0,-6 1 44,-11 1 1,-2 1 0,0-1 0,0 1 45,13-1 0,-22 2-270,-3-1-3097,-8 2 3150,-8 6 0,-6 1 0,-8 6 0</inkml:trace>
  <inkml:trace contextRef="#ctx0" brushRef="#br2" timeOffset="677930">23686 13260 8702,'2'-16'2249,"-1"-1"-1440,-1 7 1,0-1 449,0 5-899,6 17-90,-1 5-180,4 8 180,-1 20-181,-4-16 46,1 2 0,-1 3-135,1 5 45,-2-11 0,-1 0-45,1-3 90,-1 2-90,-1-12 90,0-3 180,-1 2-90,1-9-90,-4-21 0,-1-6-90,-2-12 0,1 5 0,0 1 0,-2-4 0,-1-1 0,1 1 0,0 4 0,-3-9 0,8 46-720,1 2-809,4 19 630,-1-9-2378,0-3 2747,-1-10 0,0 4 0,0-5 0</inkml:trace>
  <inkml:trace contextRef="#ctx0" brushRef="#br2" timeOffset="684096">23739 13810 10231,'-1'-11'90,"-1"2"900,2-1-181,0 3-629,2 13-180,3 10 45,1 10 0,-1 3-45,3 5 45,-3-6 0,1 1-45,2 19 0,-3-15 0,-1-8 0,0 1 90,1 9-90,-2-9 0,2 5 180,-2-11 0,-1-7 179,0 3-359,-3-21 90,-1-8 0,-4-22-90,1 6 45,-2-7 0,-1-3-45,3 12 0,1 0 0,-3-6 0,1 0 0,1 4 0,0 4 0,0 0-3277,-3-10 3017,11 39 0,0-2 0,8 29 0</inkml:trace>
  <inkml:trace contextRef="#ctx0" brushRef="#br2" timeOffset="693851">32361 4240 9512,'-23'0'-1080,"6"0"900,-9-1 180,13 1 0,-2 0 90,-4 2 0,6 2 270,-10 0 0,9 1 179,-1-1 1,3-1-180,2 0 539,3 0-719,20-1 90,17 0-180,4-2 30,-2 0 0,6 1 0,0-1-30,-2 0 0,0 0 0,4 0-321,-1 0 0,3 0 1,3-1-1,-1 1 0,0 0 276,6-1 0,0 0 0,-1 1 0,-1-1-382,-5 0 0,-2 1 1,1-1-1,-1 0 359,3-1 1,1 0 0,-2 0-1,-3 0 8,-2 0 0,-3 1 0,0-1 0,0 0 0,1 0 0,-2 0 105,15 0 0,-6-1 315,1 1 89,5-1-359,-16 2 90,-10 0 952,-11 1-1132,-1 0 1458,-5 0-1458,0 0 0,-1 1-90,-7 3 0,0-2 0,-7 2 0,2-4 0,0 1 0,0-1 0,1 1 0,-2-1 0,1 0 0,0 1 0,0-1 0,1 1 0,0 0 0,-1-1 0,0 0 0,0 0 0,0 0 0,0-1 0,0 0 0,0 0 0,0 0 0,0 1 0,0 0-1799,0-1 1799,1-6 0,1 3 0,1-4 0</inkml:trace>
  <inkml:trace contextRef="#ctx0" brushRef="#br2" timeOffset="696696">18365 4940 8252,'-9'3'720,"0"-2"-360,3 1 179,-3 0 91,0 0-360,-2 1 0,0-1-90,4 1 449,-7 0-269,7-1 90,-4 1 359,6-1-719,9-1 90,11-2-180,2 0 180,18-4-90,12-1-90,-8 2 45,-3 1 0,3-1 0,-2 0 0,1 0-45,8 0 0,4 0-215,-5 1 0,3-1 0,-2 0 215,-5 1 0,0 1 0,1-1 22,0 1 1,3-1-1,0 1 1,-5-1-23,-3 1 0,-3 0 0,3 0 0,3 0 0,3 0 0,1 0 0,-1 0-1060,7 0 1,-1-1-1,-1 1 1060,-5 0 0,-2 1 0,2 0 22,-6-1 1,1 0 0,0 1-1,-1-1-731,5 1 1,-1 0 0,-3 0 708,5 0 0,0-1-20,-1 1 0,3-1 0,-2 1 20,5 0 0,-4-1 0,-10 1 0,1 0 0,0 0 0,3 0 0,-1-1 45,10 0 0,-3-1-45,-7 1 0,0 0 0,10-1 0,-1 0 0,-6 1 0,-2 0 0,-10 1 0,2-1 71,6 0 0,5-1 0,-4 1-71,-4 0 0,-1 1 0,1 0 0,4-1 0,-5 1 0,-5 0 0,-2 1 45,7 0 0,1 0-45,-2-1 0,-1 1 0,14 0 0,-9 0 0,3 0 0,-4 1 0,-1 0 0,15-1 0,-5 1 0,4-1 0,-11 0 0,1 0 0,-4 0 0,2 0 0,1 1 598,3-2 1,1 1 0,1 0-599,5 0 0,1 1 0,0 0 0,3-1 0,0 0 0,0 0 0,-8 0 0,0 1 0,0-1 0,-1 1 0,10-1 0,-2 0 0,1 0 0,-11 0 0,0 0 0,-1 1 0,-3-1 0,10-1 0,-1 1 0,-11 0 0,1 0 0,-1 0 45,12 0 0,-3 0-45,-10-1 0,1 1 905,1 0 1,2 0-1,0-1-905,10 1 0,0 0 0,3 0 0,-1 0 0,-4 0 0,-1 1 0,-1-1 0,-3 0 0,-11 1 0,-1 0 0,0 0 0,1 0 161,5 0 0,-1 0-161,16 0 0,1-1 113,-12 0 0,1 1-113,-10-1 0,-1 0 0,3 1 0,1-1 274,1 0 1,0 0-275,11 1 0,-1-1 367,6 2-367,-13-2 89,7 1-89,-4-1 0,-15 0 90,-2 0 0,-7 0 0,3 0 0,0 0-90,-6 0 90,-1 0-2338,-3 0-1029,-19-3 2702,6 2 0,-25-4 0,9 1 0</inkml:trace>
  <inkml:trace contextRef="#ctx0" brushRef="#br2" timeOffset="699282">18263 5019 9871,'6'-4'2609,"-3"3"-2429,2 6-90,-4 4 90,-1 3 269,2 14-359,0-6 90,2 16 90,1 7-270,-1-10 90,0-1 0,0 3 0,-1-4 0,0 1-45,1 9 0,0 3-15,0-4 0,-1 1 0,0-2-462,0-1 1,0 0 461,0-5 0,0 2 0,0 0 149,2 16 1,0-3-180,-1-13 0,0 1 60,1 6 0,0 5 0,1-4-248,-1 0 1,1 0 247,-1 2 0,0 4 0,0 1-30,-2-1 0,0 0 0,0 2-8,-1-9 1,0 1-1,1 0 1,-2 0-208,0-4 0,0-1 1,-1 0-1,0 1 207,1 4 1,0 0 0,0 1-1,0-2 8,0 5 0,1-2 0,-1 3 15,0 0 0,-1 3 0,1 0 0,-1-3-15,1 2 0,0-2 0,0 1-8,-1-1 1,1 3-1,-1-1 1,0-3 7,1 0 0,-1-2 0,1 0 15,-1-3 0,2 1 0,-1-1 0,0-4-45,0 9 0,0-1 30,1-4 0,0 3 0,0-3-112,0 8 1,1-2 111,-2-12 0,1 2 0,-1 0 0,1 5 0,0 2 0,-1-1 0,-1-4 0,-1-2 0,0 1-30,1 2 0,-1 1 0,0-1 30,0-3 0,0 1 0,0-1 0,0-1 0,0-1 0,1 0 15,0 9 0,1-3 0,-1-8 0,1-2 0,0 6 0,1-1 0,-2-8 0,1-1-45,0-1 0,0 3 409,0 15 1,1 0-410,1-15 0,-1 1 30,0 3 0,-1 3 0,1-2-30,-1 8 0,1-2 132,-2-5 1,0-1-88,0 4 0,0-1 0,-1-9 0,0-1-45,0-1 0,1 1 448,-2 3 0,1-1-404,1-4 1,0 0-45,0 8 0,-1 3 45,0 7 0,0 1-45,-1-2 0,0 1 0,0 7 0,-1-2 45,1-18 0,0-1-45,0 3 0,1 1 155,1-1 0,1-1-155,0-3 0,0 1 45,0 16 0,1-3-45,1 0 0,-1-16 0,0-1 0,0 20 0,-1-13 105,0-8 0,-1 2-60,1-2 0,-1 0-45,2 21 0,0-10 0,0-3 0,0 0 0,0 6 0,-2-4 0,-1-4 0,0 15 0,-1-12 0,0-2 0,1 3 0,0-17 0,1 3 90,-1-9-180,0 4 90,1 0-180,-1 0-270,0-5-539,0-3-721,-2-2-1567,-1-4 0,-5-6 3071,2 0 1,-4-10 0,5 2 0</inkml:trace>
  <inkml:trace contextRef="#ctx0" brushRef="#br2" timeOffset="699913">18248 11145 10861,'3'-13'1079,"0"1"-539,0 3 179,1 1-89,-1 3 0,2 3-270,1 2 89,6 6-359,-4-2 180,9 11 0,-2 1-180,-1 1 0,9 15 90,-1 5-180,-4-6 45,-4-7 0,0-1 45,0 3-90,0-1 90,1 1-90,-6-13 0,0 1 90,-1-4 89,0-4-179,0-16 0,0-10-90,-1-12 1,-2-3-1,0-13-30,-2 16 0,1-4 0,-2 0-330,-1-10 0,-1 1-180,2-2 1,-2-1-1010,-2-4 1,0 6 818,-1 5 1,-6 0 0,2 21 0</inkml:trace>
  <inkml:trace contextRef="#ctx0" brushRef="#br2" timeOffset="700847">17351 8017 11221,'7'-7'629,"0"1"91,-3 3-1,0 0-629,0 6 90,-2 3 90,-2 25-180,0-8-45,0 8 0,3 5 45,4 2 0,3 2-45,4 7 0,2 0-45,2-2 0,4-4 45,4-9 0,3-7-45,14-7 0,-16-18 0,-1-8 90,3-25-90,-19-5 0,-5-4 0,-4 15 0,-3-1 0,-7-17 0,-8-1 45,-13 7 0,-4 4 0,10 8 0,-1 2-45,-8-6 0,-2 7 0,-13 20-90,3 25-90,5-6-405,16 6 0,6 4-2692,10 8 2679,0 0 1,14-2 0,3-12 0</inkml:trace>
  <inkml:trace contextRef="#ctx0" brushRef="#br2" timeOffset="701113">17776 8193 12750,'-7'-11'1259,"-3"-2"-989,7 8-270,-3-4 0,3 5 0,1 2 0,0 0 0</inkml:trace>
  <inkml:trace contextRef="#ctx0" brushRef="#br2" timeOffset="701667">17831 7957 11311,'-7'-14'1079,"3"4"-629,6-8-360,2 8 90,9-6-1,18-2 1,-4 4-90,14-4-90,-17 15 0,-9 11 90,-15 20-90,-5-5 0,-7 12 90,6 2-90,11-5 45,7-9 0,3-3-45,8-1 0,21 0 0,-3-7 90,-13-3-90,14 10 0,-33-1 135,-13 8 0,-7 3-90,-4-2 0,-4 0 0,-7 10 0,-1-3-45,8-13 0,1-2-270,-11 14-3007,19-19 2457,7-2 1,8-10 0,7-9 0</inkml:trace>
  <inkml:trace contextRef="#ctx0" brushRef="#br2" timeOffset="702230">17330 8954 11940,'-14'0'3058,"7"-7"-2158,31-10-601,2 2 1,7-4 0,2 1-1120,0 1 1,3 0 0,1-1 0,0 1 403,-3 0 0,0 0 0,0 0 1,3 0 468,2-1 1,3 0 0,1-1 0,-2 1 0,-2 1-30,-3 1 0,-2 0 1,-1 1-1,0 0-24,1 0 0,1-1 0,-1 1 0,1 0 369,11-5 1,-1 0-1,-6 2-324,-10 3 0,-4 2-585,5 0 1,-8 1-1530,-19 5-1208,-19 15 2882,-11 4 0,5 5 0,5-2 0</inkml:trace>
  <inkml:trace contextRef="#ctx0" brushRef="#br2" timeOffset="709080">23802 14466 10501,'11'4'0,"0"1"360,-3-1-90,-1 0 269,2 5-359,-4-1 90,6 11 0,-1 7-90,-4-2 0,-2 2-90,1 0 0,0 0 0,-2 11 0,-1 1-46,-1-6 1,0-2 0,-1-2 0,0 0 315,-2 16 180,1-20-90,0-7-270,-3-29-1,-1-21-134,0 1 0,0-4-45,2 0 0,-1-2 45,1-4 0,-1 2-45,1-5-180,-1-3-1439,2 26 1619,0 2 0,2 6 0,0 11 0</inkml:trace>
  <inkml:trace contextRef="#ctx0" brushRef="#br2" timeOffset="717032">30215 5984 8702,'-10'-10'270,"-4"-2"0,9 8 0,-6-3-1,6 4 271,-2-2-450,13 2 180,17 1-180,3 0 0,5-1-45,12-1 0,6 0-267,-4 1 1,3-1-1,1 1 252,-2-1 0,0 0 0,2 0-30,-2 0 0,4 0 0,0 1 0,-5 0 30,-4 0 0,-3 1 0,0 0 0,5-2 0,2 0 0,-8 1 60,-9 2 0,-5 0 180,15-2 0,-18 2 0,-4 0 0,-7-1 484,-10-2-664,-25 0-90,-22-1 0,0 2 0,3 1 0,-3 2 30,14 0 0,0 0 0,-1 1-161,-10 0 0,-1 0 0,0 1 131,3 0 0,1 0 0,3 0 0,-3 1 0,3 1 0,8-1 0,3 1 0,-6-1 0,1 3 0,-5-1 0,20-2 0,-16 2-90,18-3 90,19 2 0,22-1 0,11-3 0,5 3 0,5-1 0,-12-2 0,4 0 0,0-1 0,-1 1-950,6 0 1,-1 0-1,-1-1 950,-6 0 0,-2 0 0,0 0 0,15-1 0,-4 1 0,-15 0 0,-2 0 0,5 1 0,0-1 0,-6 1 0,-2-1 0,12 2 180,-16-1-180,-35-6 90,-33 0-90,13 2 0,-6-1 0,-2 0 846,-4 1 1,-3 1 0,0-1-847,12 2 0,-2-1 0,2 1 0,0 0 0,-3 0 0,0 0 0,4 0 0,-7 2 0,6 1 0,-4 1 0,17 2 0,35 3 0,14-2 0,8-2 0,7 1 0,6 0 0,-9-2 0,4 0 0,0 0 0,-3 0 0,-3 0 0,-3-1 0,3 0 0,3 1 0,3 0 0,0 0 0,-7-1 351,0 1 0,-3 0-306,11 0 0,-3 0-45,-10 1 0,-7-1 0,-15-2 0,-22-5 45,-23 1 0,-7 1-367,15-1 1,-2 1 321,-12 0 0,-7 1 0,0 0-795,12 1 0,-1-1 1,0 1-1,3 0 795,-2 0 0,1 0 0,-1 0 0,-3 0 0,-2 0 0,0 0 0,4 0-871,-13 0 1,6 0 870,13 0 0,1 1-31,-8 0 1,6 1 30,21 1 315,29 4-315,22-2 0,11-2 0,-9-1 0,1 0 0,0 0 589,0 0 1,0 0-1,1-1-589,8-1 0,1-1 0,-3 0 0,1 0 0,-1 1 0,1-1 0,1 0 1160,-1 0 1,-7 1-1161,-6-1 117,9-1-117,-58-1 0,-19 3 0,-2 1 0,-6 0 0,2 0 18,2 1 1,1 1-19,-4-1 0,-3 1 0,6 0-90,-10 0-732,0 3 0,-1 1-257,3 1 230,13-1 0,4 0 849,9 3 0,14-4 0,1 1 0</inkml:trace>
  <inkml:trace contextRef="#ctx0" brushRef="#br2" timeOffset="724330">23977 15185 9781,'-6'-13'270,"0"4"-90,1 2 0,2 3 270,-1 0 89,1 1-449,0 7 90,2 11-90,1 0 0,2 21 0,-1 0 0,1 0-90,0-10 0,0 1 45,0-1 0,1 0-45,0 7 0,0 0 0,0-2 0,0-2 0,1 10 90,-1-11 0,-2-14 180,-1 1-180,-9-35 0,-1-11-90,-2-13 0,-1-2 45,6 20 0,0 0-45,-3-11 0,0 0 0,-4-6 0,5 11-450,-1-1-270,12 23 720,10 16 0,1 1 0,5 8 0</inkml:trace>
  <inkml:trace contextRef="#ctx0" brushRef="#br2" timeOffset="737598">24088 4871 9332,'-11'0'-1260,"-7"2"1080,5-1 1,-12 1 179,6 0 90,-11 2-90,6-2 89,2 0 1,-4 0 0,1-1 0,0 1 45,-7 1 0,-4-1 0,1 1 0,0-1-135,-4 1 0,-3-1-132,6 1 0,-2 0 0,1-1 267,-7 0 0,0 0-135,1 1 0,-2 1 60,8-2 0,-1-1 0,1 1-15,-4 0 0,1 0-45,0-1 0,-2 1 30,2-1 0,-2 1 0,2-1-30,-4 1 0,0 0 22,8-1 1,-4 1-1,0-1 1,4 0-23,-9 1 0,2 0 30,6-1 0,-1-1 0,1 1-30,2 0 0,0 0 0,2 0 0,-4 0 0,-2 0 30,-7 0 0,-6 1 0,7-1-30,17-1 0,0 0 0,-13 1 0,-6 0 0,1 0 0,9 0 0,1-1 0,-4 1 22,-7 0 1,-4 1-1,-1 0 1,5 0-575,3-1 1,3 0 0,-1 0 551,1 0 0,-1 1 0,-1-1 0,2 0 30,-5 1 0,3-1 0,1 0-30,8-1 0,2 0 0,-2 1 0,-8 0 0,-3 0 0,-1 1 0,3 0-346,-4-1 1,2 0 0,-1 1 345,6-1 0,-1 0 0,0 1 0,-2-1-457,3 0 1,-2 1 0,0-1 0,1 0 0,4 0 456,-5 0 0,4 0 0,-2 0 67,0 0 1,-2 0 0,0 0-1,2 0-60,-2-1 1,2 1-1,-2 0 53,-4 0 0,-2 0 0,-1 0 81,7 0 0,-2 0 1,1-1-1,1 1-111,-6 0 0,2 0 0,0 0 0,-1 0 0,0 0 0,-1 0-30,1 0 0,-1 0 0,2 0 273,10 0 0,1-1 0,-1 1-273,-11 0 0,-3-1 0,4 1 0,-1-1 0,0 1 0,7-1 0,-3 0 0,3-1 45,-3 0 0,3-1-45,6 1 0,1 0 0,-1-1 0,1 0 1355,6 0 0,-1 1-1355,-9-2 0,-2 1 0,2-1 0,-1 1 0,-4-1 0,2 1 0,-8-2 586,20 3 1,-1 0-587,-14-1 0,9 0 801,-14 2-801,-1 0-4,1 2 49,13-1 0,0 1-45,-12 0 0,10 0 0,4 1 0,11-2 0,2 1 0,-9 1 0,10-1 0,-15 1 0,15 0 0,-5 0 0,0 0 0,0-1 0,-14 2 0,10-2 0,-7 1 0,8 0 0,6-1 0,-2 0 0,12-2 0,-16 2 0,7 0 0,-1 0 0,-6 1 0,10-2 0,-10 2 0,11-1 0,-6 0 0,6 0 0,-2 0 0,3 0 0,2-1 0,-2 1 0,5-1 0,-8 1 0,3-1 0,-7 1 0,4-1 0,-5 1 0,3 0 0,1 0 0,-10 1 0,5-1 0,-1 0 0,-15 1 0,15-1 0,-5 0 0,3 0 0,9-2 0,-8 3 0,7-3 0,3 2 0,6-2 0,3 0 0,-1 1 0,-2 0 0,3 1 0,-1 0 0,2 4 0,1 12 89,2 5 1,2 5 60,0 3 0,-1 5 0,1 1-299,1 9 0,1 1 0,0 4 275,0-9 0,0 2 0,0 1 0,0 1 0,0-1-556,0-1 1,1 0-1,0 0 1,-1-1-1,1 0 452,0 6 1,1-2-1,-1 1 1,0 2 49,1-4 0,-1 2 0,0 1 0,0 0 0,1-1-193,-1-3 1,0-1 0,0 0 0,1 2 0,0 2 171,-1-5 0,1 2 1,0 2-1,0 0 1,0 1-1,1 0 1,-1 0-14,1 1 1,0 1-1,0-1 1,0 1 0,1 0-1,-1-1 1,1 0-194,-1-4 1,1-1 0,-1 0 0,1 0 0,0-1 0,0 1 0,0 0 166,1 2 1,0 1 0,0 0 0,1-1 0,-1 0 0,0-1 0,0-2 5,1 7 0,0-3 0,-1-1 0,1 1 0,0 3 7,-1-5 1,0 2 0,1 2-1,0 0 1,-1 0 0,0-3 0,0-3-26,-1 0 0,0-4 0,-1-1 0,1 1 0,-1 4 12,1 1 1,-1 4 0,1 2 0,0 1 0,-1-1 0,-1-2 0,1-5 9,-1 7 1,-1-5-1,0-1 1,0 4-68,-1-3 1,1 4-1,-1 1 1,1 0-1,-1-1 1,0-4 44,-1 5 0,0-3 0,-1-1 0,0 3 161,1-1 0,-1 2 1,0 0-1,0 0 1,1-2-162,0-1 0,-1-2 0,1 0 0,0 1 22,0 2 1,-1 2-1,1-1 1,0-1-23,1-4 0,-1 0 0,1-1 0,-1 0-269,0-2 1,0 1 0,0-1 0,0-1 268,0 2 0,0-2 0,0 1 0,0 1 0,0 1 0,0-1 287,0-1 1,1-1 0,0 0-288,1-4 0,0 0 0,1 1 0,-1 0 0,1 2 0,1 0 0,-1-4 0,4 9 0,1-3 0,2 2 0,-1-4 0,1-1 946,1 0-1126,-5-18-699,-2-6-1190,0-18 2069,-5-14 0,-1-14 0,-4 1 0</inkml:trace>
  <inkml:trace contextRef="#ctx0" brushRef="#br2" timeOffset="738015">16963 11149 11490,'-10'-7'1709,"1"2"-1439,13 16 90,10 21-270,-2-4 0,2 4 0,0 0 0,0 3 0,-1-2-90,1 3 0,1-1 90,7 13 0,0-7-90,0-15 90,12-19-90,-17-23 0,-5-8 0,-2-6 0,-1-18 0,-3-1 0,0 15 0,-1-2-90,-1-7 0,-1-5 0,-3 3-610,-5 0 1,-2 0-381,1 10 1,0-1-1,0 1-559,-4-3 1,0 3 1520,-8-12 0,6 21 0,-1-2 0</inkml:trace>
  <inkml:trace contextRef="#ctx0" brushRef="#br2" timeOffset="738763">16350 7118 10861,'-2'-17'1349,"1"6"-629,-6-1-451,-6 23-134,2 12 0,0 5-45,-9 15-45,7-1 0,2 3 0,6-7 0,1-2 0,0-9 0,2 0-45,1 14 0,5-3 90,13-2 0,8-2 0,24-32-90,-27-16 0,-4-8 0,4-17 0,-6-7 45,-10-3 0,-7-1-210,1 8 1,-5 0 164,-9-2 0,-5 4 0,-11 3-269,-8 6-1440,0 38-270,18 10 1979,3 17 0,16-11 0,0 5 0</inkml:trace>
  <inkml:trace contextRef="#ctx0" brushRef="#br2" timeOffset="739281">16595 7127 11670,'3'-20'2609,"1"5"-2519,-12 15 0,-2 10-180,-2 3-90,1 3-540,6-5 91,2-3 449,3 4-360,4-9-90,22-3 361,-4-1 269,7-3-90,-9 2 90,-10 4 90,-1 9-90,-5-1 90,-6 16-90,-3 5 89,-3 6-89,-1 10-89,2-14 89,2-8-1170,1-3 631,3-13 539,-2 6 0,2-10 0,0-1 0</inkml:trace>
  <inkml:trace contextRef="#ctx0" brushRef="#br2" timeOffset="739698">16580 7060 9691,'9'-19'1620,"2"-1"-1081,14-8-449,-7 10 90,19-10-540,-2 6 90,-10 6-1079,6-3 1349,-24 14 0,-1 2 0,-5 2 0</inkml:trace>
  <inkml:trace contextRef="#ctx0" brushRef="#br2" timeOffset="740181">16534 7385 9422,'-6'-8'1079,"0"-2"-269,2 2-451,0 0 271,-3-1-180,4 4-450,-2 6 0,3 1 0,0 4 0,2-4 0</inkml:trace>
  <inkml:trace contextRef="#ctx0" brushRef="#br2" timeOffset="741080">22471 5980 9332,'-8'4'1079,"2"2"90,3-2-989,7 2 360,8-2-225,17-2 0,5-3-225,-4 1 0,2-1-23,3 0 0,5 0 1,2-1-1,-4 1 23,11-1 0,0 1-60,-4 0 0,2-1 0,-5 1 15,-9 1 0,-4 0 45,13 1-899,-22-1-2468,-30 13 2724,6-6 1,-19 13-1,10-8 1</inkml:trace>
  <inkml:trace contextRef="#ctx0" brushRef="#br2" timeOffset="742598">23958 15873 8612,'4'-9'2429,"-1"2"-1800,0 2-269,7 17 0,0 8-180,-1 6 0,-2 5-90,-1 6 0,-1 4-30,-2-4 0,0 3 0,0-3-60,-1 2 0,0-1 44,-1 13 1,1-3 0,-1-22 0,0-1 0,0 3 0,1 1 765,0 17-675,-1-68 0,-2-16-90,-1 2 0,-1-4-15,1-1 0,-1-3 0,0-1 0,-1 4 0,-2-1 0,1 6-30,1 6 0,-1 4 0,1-10 0,-3 12 0,2 24 0,-1 4 0</inkml:trace>
  <inkml:trace contextRef="#ctx0" brushRef="#br2" timeOffset="751096">29415 7425 6723,'-1'9'0,"-1"-1"0</inkml:trace>
  <inkml:trace contextRef="#ctx0" brushRef="#br2" timeOffset="757715">24557 7585 7623,'-4'-2'1529,"2"0"-1439,-22 3-90,-2 1 0,-10-1 0,11 0 0,-1 0 0,0 0 0,0-1 45,-1 0 0,-1 0-45,-2 0 0,-1 0 0,-1 0 0,0-1 0,-3 2 0,-3 0-45,-7 1 0,-2 0 45,12 0 0,-1 0 0,-1 1-350,-6 0 1,-1-1 0,0 1 349,1-1 0,-1 0 0,0 0 0,7 0 0,-1 0 0,0-1 0,0 1 0,-11-1 0,0 0 0,0 0-199,1 1 0,-1-1 0,1 0 199,8 0 0,-1 0 0,1-1 0,1 1 0,-2 0 0,2-1 0,-1 1-144,-8 0 0,-1 0 1,2 0 173,9 0 0,1-1 0,-2 1 15,-1 0 0,-3 0 0,0 0 0,1 0-15,-2-1 0,1 1 0,-2-1-180,-1 1 1,-2 0 0,0 0 0,3-1 149,-3 1 0,3-1 0,-2 0 22,4 1 0,-1-1 1,-1 1-1,0-1 0,3 1 1,0-1 0,0 0-1,0 0-22,0 1 0,-1-1 0,1 1 0,-1 0 22,-4-1 1,-1 1 0,0 0-1,0-1-22,4 1 0,1 0 0,0-1 0,-1 1 0,-3 0 0,-2 0 0,1 0 0,1 0 22,5-1 1,0 0 0,2 0-1,-1 1-22,2-1 0,0 1 0,1 0 0,0 0 0,-11-1 0,2 1 0,-1-1 118,1 1 1,1 1-1,0-1-118,-1 1 0,1-1 0,0 1 0,3-1 0,1 0 0,1 1 0,-9-1 0,2 1 0,0-1 0,3 1 0,17-2 0,1 1 0,-10 1 0,0 0 45,2 1 0,1-1-45,5 0 0,0 0 0,-12 1 0,0 0 250,12-1 0,-1-1-250,-4 1 0,-1 1 0,-7-1 0,-1 0 0,4 0 0,0 0 0,0 0 0,-1-1 0,-3 1 0,-1 0 0,0 1 0,0 0 0,3-1 0,-1 0 45,-5 0 0,3 0-45,18 0 0,2-1 220,-11 0 0,1 1-220,-12 0 448,10 0 1,-2-1-449,5 1 0,0 0 0,-9 0 0,2 0 0,-7 2 0,13-2 0,-2 1 0,6-1 0,0 0 0,-6 1 0,-3 0 45,-8 1 0,-1 0-45,7-1 0,-1 1 0,-4-1 0,0 0 0,7 0 0,1-1 45,-4 0 0,0-1 253,7 1 1,0-1-299,-8 1 0,2 0 0,-9-1 0,14 1 0,0-1 0,11 0 0,0 1 0,-17 0 0,-2 1 0,1 0 0,0 0 77,3-1 0,1 1 13,3 0 0,4-1-90,0 0 90,-2-1 90,16-1-90,-2 0 0,-3-1-90,5 2 90,-4-3-1,4 1-89,-10-2 0,10 1 90,-15-1-90,13 2 0,-12-2 0,14 2 0,-8 0 0,6 0 0,-2 0 0,2 0 0,-5 1 0,5 1 0,-15-1 0,1 1 0,-8-1 0,3 2 0,-5-1 0,10 1 0,-6 0 0,5-1 0,-2 0 0,8-1 0,1 0 90,12 1-90,-8 0 0,6 1 0,-7 1 0,4-2 0,-2 1 0,2-2 0,4 1 0,-5 0 0,7 1 0,-3-1 0,2 2 0,7-2 0,-1 1-90,5-1 90,-1 1 0,2 1 0,0 1 90,2 4-90,2-1 180,2 9 0,0 0-90,1 9 0,-1 3 90,2 14 0,0 2-90,0-4-45,-1-13 0,1 2 45,0 2 0,2 2-45,1 13 0,2 2-140,-4-14 0,1 1 1,-1 0 94,0 4 0,-1 1 0,0-1 45,1 9 0,-2 1-45,-2-5 0,0 2 0,0-4 0,0-5 0,0 0 30,-1 2 0,1 4 0,-1-2 0,0-7 0,0-1 0,1 1 30,-1 5 0,0 2 0,1 0 7,-1-4 0,1 2 1,-1 0-1,1-3-7,1 4 0,-1-2 0,1-1-60,-1 11 0,2-1 60,0-9 0,0 1 0,1-3-60,-2-4 0,1 1 30,1 12 0,1 7 0,0-4 15,-1-2 0,0-1 15,0 1 0,1 2 0,-1-2-15,1 3 0,-1-3 0,0-8 0,0 0 0,1 8 0,-1-2 0,-2-17 0,0 0 45,1 22 0,-1 1-45,-2-13 0,0 1-37,0 8 1,-2 0-9,1-5 0,0 0 44,2-2 1,0 1-45,0 1 0,2 1 0,0-6 0,1 0 45,-1 4 0,-1-1-45,1-4 0,0-1 0,-2 3 0,1-2 0,0 6 185,0-17 1,-1 2-141,1-1 0,-1 0 31,2 20-31,-1-10 0,0-1 45,0 10-45,-2-18 0,1-1 45,0 2-90,-2 4 90,1-4-90,0-8 0,0 5 90,0-12-90,0-2 0,1 1-2699,0-2 2160,0-21-2070,-2 5 2609,-1-15 0,-4 8 0,-1 0 0</inkml:trace>
  <inkml:trace contextRef="#ctx0" brushRef="#br2" timeOffset="758198">16131 11553 10501,'-8'-15'540,"0"-2"89,1 4 181,1-2-91,2 7 181,1 0-810,8 10 180,3 8-90,8 12-180,-5-1 90,7 14 0,-5-6-90,1 0 89,3 9 1,-5-15 0,3 2-90,-2-16 90,2-31-90,-6-1 0,-2-4 0,1 3 0,-1-2 0,3-14 0,1-1 0,-3 11 0,-1 1-135,2-5 0,0 1-134,3-12-1710,-3 12 1979,-3 13 0,1-3 0,0 1 0</inkml:trace>
  <inkml:trace contextRef="#ctx0" brushRef="#br2" timeOffset="759765">15726 8894 10501,'-6'-8'810,"-1"3"-451,2 1-179,-7 6-90,4 0 90,-11 18 0,11 8-135,3-3 0,3 2 45,1 9-45,6-9 0,3-2-45,8 5 90,12 9 0,4-13 0,1-14-90,1-24 90,-10-25-90,-14 12 0,-4-3 0,-7-16 0,-5 0 0,0 12 0,-3 2-45,-5-7 0,-3 4-45,-6 9-450,-4 17-539,6 17 629,6 3 450,2 9 0,9-8 0,-3 6 0</inkml:trace>
  <inkml:trace contextRef="#ctx0" brushRef="#br2" timeOffset="760231">15912 8921 10681,'2'3'1349,"-2"-3"-1259,3 12 0,-2-15-90,1-1 0,0-6 0,-2 0-360,1 1 360,-1-1 0,-4 8 0,-1 5 0</inkml:trace>
  <inkml:trace contextRef="#ctx0" brushRef="#br2" timeOffset="760848">16389 8622 10051,'1'-12'1170,"-6"3"-991,-7 10 181,-20 22-180,1 14-45,9 4 0,2 2-90,9-17 0,3 1 0,-2 12 0,3 0 45,9-9 0,2-2-45,1 1 0,1 0-45,0-1 0,2-2 45,7-1 0,1-4-45,5-6 90,14 6-45,-9-23 0,1-7-45,9-16 45,-12 3 0,-5-5-90,-14 0 0,-8 0 45,-9 3 0,-6 3 0,-3 5 0,-3 6-45,-10 8 0,-1 7-225,8 2 0,1 3-1214,-3 6 0,5 0-315,0 5 1799,10-3 0,13-11 0,1-1 0</inkml:trace>
  <inkml:trace contextRef="#ctx0" brushRef="#br2" timeOffset="761148">16597 9029 11400,'1'-9'292,"1"2"1,-14 7-1,-3 4 1</inkml:trace>
  <inkml:trace contextRef="#ctx0" brushRef="#br2" timeOffset="768564">24074 16865 9781,'-7'-22'-269,"3"8"538,1-7 271,3 5-180,-1-1 359,1-1-269,-1 11 450,-1-5-720,-11 16-90,0 8 89,-8 33-179,14-19 0,3 3 45,2 17 0,5 1 0,2-11 0,3-1 0,7 6 0,3-4-45,14-3 0,13-21 0,-19-15 90,7-19-180,-16-24 135,-13 8 0,-5-3-45,-4-8 0,-6 1 0,-2 4 0,-6 5-45,-5 8 0,-4 9 45,-15 13-899,-2 26-2378,22 12 3241,14 2 1,19-3 0,8-10 0</inkml:trace>
  <inkml:trace contextRef="#ctx0" brushRef="#br2" timeOffset="768814">24376 16894 10411,'-3'-13'2159,"2"3"-1170,-3-5-989,3 9 0,-4 4 0,-1 5 0</inkml:trace>
  <inkml:trace contextRef="#ctx0" brushRef="#br2" timeOffset="769264">24548 16781 10591,'-2'-20'1079,"3"-1"-629,5 10-90,15-6-180,7 3 90,17 0-180,-6 8 0,-6 5-1,-14 14-89,-14-1 0,-10 15 90,-13 16-90,9-19 0,0 0 0,-1 0 0,1 0 0,1 7 0,2-1 0,1 6 45,2-7 0,0-1-135,2 8-1349,1-3-1838,0-17 3017,0-1 0,0-12 0,0 0 0</inkml:trace>
  <inkml:trace contextRef="#ctx0" brushRef="#br2" timeOffset="769829">24934 16783 10501,'3'-20'1439,"0"6"-449,-1 0-721,-12 26-179,1 4 90,-7 24-90,12-4-90,12-10 0,3-2 0,3 3 45,6-8 0,2-1-45,1 0 0,6 11 90,-17 0-90,-24 15 0,-4-15 0,-4-6 0,-2 0-1079,-14 10-2198,-2-2 2814,9-10 1,13-14-1,9-6 1</inkml:trace>
  <inkml:trace contextRef="#ctx0" brushRef="#br2" timeOffset="770031">24792 16685 11670,'-10'-10'1260,"8"-2"-451,20 2-629,3 0 0,5 1-405,19-5 0,2 0-90,-13 4 1,-2 0-1216,12-3 1,-4-1 1529,-2 0 0,1-5 0,2-1 0</inkml:trace>
  <inkml:trace contextRef="#ctx0" brushRef="#br2" timeOffset="773665">24110 17565 9152,'7'-4'1709,"0"0"-1619,-18 7-90,7-2 0,-14 10 90,7 2-90,-3 6 0,-2 12 0,7-11 0,-1 11 90,6-9-180,0 1 90,3 10 0,6-2 90,8 8-90,-4-13 0,10-2 90,-13-19-90,7 4 0,-6-6 0,7 1 0,0-3 0,13-6 90,-5-9-1,4-18 91,-12-7-45,-11 10 0,-3-2 45,-3 3 0,-4 0 0,-5-7 0,-5 2-90,-2 8 0,-2 2 0,-4 3 0,-1 3-90,-10-2 90,1 14-90,8 11-450,3 2-899,-2 10 1349,20 2 0,8-2 0,10 0 0</inkml:trace>
  <inkml:trace contextRef="#ctx0" brushRef="#br2" timeOffset="773998">24390 17715 12570,'-7'3'0,"2"-1"0</inkml:trace>
  <inkml:trace contextRef="#ctx0" brushRef="#br2" timeOffset="774514">24616 17538 9871,'-5'-7'1350,"2"0"-1350,5 2 90,4 1 89,12 0-179,14 2 90,9 0-90,0 1 90,-6 3-90,-16 1 90,-7 5-90,-11 5 0,-10 13 0,-7 8 45,5-8 0,1 0-45,-6 8 0,0 10-90,7-15 0,2-7-3187,0 8 3062,7-22 0,-1 3 0,3-9 0</inkml:trace>
  <inkml:trace contextRef="#ctx0" brushRef="#br2" timeOffset="774998">24970 17539 9602,'5'-16'1798,"0"3"-808,0-2 89,-3 6-899,-12 15 0,1 3-90,-10 18 0,11 1 0,6 1-180,14 2 90,-2-14-90,14 5 0,-8-8 0,7 10 90,-9-7 0,-5 13-90,-15-6 90,-10 15 0,3-13 0,-12 8-360,10-18-1349,-6 3-1568,2-12 3084,8-7 1,1-10-1,5-1 1</inkml:trace>
  <inkml:trace contextRef="#ctx0" brushRef="#br2" timeOffset="775247">24947 17546 10321,'-4'-11'990,"6"-4"-631,8 3 1,19-9-270,13 2-1079,5 1 989,0 4 0,-19 6 0,-4 1 0</inkml:trace>
  <inkml:trace contextRef="#ctx0" brushRef="#br2" timeOffset="775481">25388 17520 10951,'-13'4'1439,"2"0"-2339,8 5-2377,-1-3 3107,1 5 0,-1-5 0,1-2 0</inkml:trace>
  <inkml:trace contextRef="#ctx0" brushRef="#br2" timeOffset="782582">29255 10183 9332,'-3'-9'-360,"0"2"630,0 2 179,0 0-179,0 1-180,-1 0 0,-3 1 0,-5 1 90,-12-1 0,-3 2 0,-22 1-135,23 0 0,-3 2-15,-5 0 0,-4 1 0,0 0-992,1 0 0,0 1 1,1-1 961,0 1 0,0 0 0,-1 0 90,-12 0 0,-3 1 0,5 0-223,6-2 0,-1 1 205,4 0 0,-7 1 0,-4-1 0,2 1 0,4-1-42,-5 1 0,3-2 0,-4 2-152,5-1 0,-3 0 0,-2 1 0,1-1 0,3 0 144,3-1 1,2 0 0,1 0-1,-2-1-22,-6 1 0,-1 0 0,0 0 0,2 0-113,7-1 0,1-1 0,1 1 0,-2 0 135,-5 0 1,-2 0 0,0 0-1,1 0 0,3 0 1,0-1 0,1 0-1,-1 1-22,-1-1 0,-1 1 0,1 0 0,3 0 0,-3-1 0,2 1 0,0 0 30,-4-1 0,0 1 0,0 0-30,4 0 0,2-1 0,-3 2 0,2-1 0,-3 0 0,-1 1 0,0-1 22,1 1 1,1-1 0,-2 1-1,1-1-22,-5 2 0,-2 0 0,1 0 0,2 0 0,7-1 0,1 0 0,0 0 0,-1 1 0,0 0 0,-3 0 0,1 0 0,1 0 0,3-1 363,-3 2 0,3-1 1,-1 0-364,-9 1 0,-3 0 0,2 1 0,4-1 0,0 0 0,2 0 0,8-1 0,1 0 0,-3 0 0,-7 1 0,-5 0 0,0 1 0,5-1 6,9-2 1,4 0 0,-3 0-7,-3 1 0,-4 1 0,2-1 0,4 0 0,-1-1 0,1 0 0,-10 2 0,-2 0 0,11-1 0,-1-1 0,2 0 0,-8 2 0,-2-1 0,2 0 0,-3 1 0,2-1 0,-6 1 0,3-1 0,-1 0 0,-2 0 0,11 0 0,-2 0 0,0-1 0,6 0 0,0 0 0,-1-1 0,-8 2 0,-2-1 0,4 1 0,0-1 0,0-1 0,0 1 0,-4-1 0,5 1 381,2-1 1,2 0-352,0 0 0,-3 0 0,5 0-30,6-1 0,1 1 362,-11-1 0,0 1-317,9-1 0,-3 0-15,-10 0 0,-6 1 0,1 0-30,7-1 0,0 0 0,-2 1 175,-2-1 1,-3 1-1,-1 0 1,4-1-176,-2 1 0,2-1 0,2 1 0,6-1 0,0 0 0,-1 0 0,-10 1 0,-1 0 0,2-1-885,13 0 0,1-1 1,0 1 884,-5 0 0,-1 0 0,-1 1 30,-3-2 0,-2 1 0,2 0-201,8-1 1,0 0 0,-2 0 215,-5 0 0,-4-1 0,0 0 0,3 1-45,3-1 0,3 0 0,-3 1 22,-3-2 1,-3 1-1,-1 0 1,3 0 7,-1 1 0,2-1 0,-3 1-8,2 0 1,-2 0-1,-3 0 1,-1 0-160,9 0 0,-2 1 0,-1 0 1,0-1-1,0 1 0,3 0 155,-1 0 0,2 0 0,1-1 0,-1 1 0,-2 0-18,0 0 0,-1-1 0,-1 1 0,0-1 0,2 0 0,2 1 19,-4-1 1,3 0 0,1 1 0,-2-2-20,1 1 0,-2-1 0,0-1 0,1 1 0,3 0 30,-5 0 0,4-1 0,-3 1-8,-3-2 1,-4 1-1,0-1 1,5 0-23,6 2 0,3-1 0,-2 1 22,-1-1 0,-4 0 1,1 0-1,2 1-22,-4 0 0,1 1 0,1-1 0,1 0 0,-1 1 0,2-1 0,2 1 0,1-1 0,3 0 45,1 1 0,1 0-45,-2-1 0,-2 1 0,2 0 1174,-2 0 1,0 1-1175,-2-1 0,-2 0 0,2 1 0,-9-1 0,2 1 317,10 0 1,0-1-318,-6 0 0,3 0 0,-8-1 0,13 1 0,-5-1 0,2 1 0,-2-1 0,0 1 0,-4 0 0,-3 0 0,4 0 0,8 1 0,1 0 740,-14 0 1,-1 1-741,10-1 0,0 0 0,-7 1 0,0 0 324,7-1 0,0 0-324,1 0 0,-2 0 0,2 0 0,-1 1 0,2-1 0,-8 0 0,0 0 78,-1 1 1,3 1-79,8-1 0,2 0 0,-7 0 0,-2 1 0,-3 0 0,0 1 0,6-1 0,1 0 0,2 0 0,1 0 0,-3 0 0,2 0 0,5 0 0,1-1 0,-2 0 0,2 1 0,-11-1 90,-6 1-180,7-2 90,-12 1 0,21-1 0,0 0 0,2 0 0,-1 0 0,-2 1 0,-1-1 0,4 1 0,-1 1 0,-1-1 0,-1 1 0,-14 2 0,6-2 0,7 1 0,11-3 0,-8 2 0,6-1 0,-3 1 0,9-2 0,-14 2 0,10 0 0,-28 6 0,14-4 0,-7 2 0,14-4 0,13-1 0,-1 0 0,6-2-90,0 1 0,2-1 90,2 2 0,4 11 0,0-5 0,5 16 0,2 6-45,-2-4 0,1 2 45,2 5 0,1 4 0,0 0-130,0-2 0,1-1 0,-1 2 130,3 9 0,0 2 0,-1-4-453,1-1 1,-2-2 452,2 8 0,-2-1 41,-4-9 1,0-1-42,-1-2 0,1 0 0,0 12 0,0-1 0,-2-17 0,0-1 218,0 2 0,0-1-128,0 10 858,-3 3-858,-2-17-532,-2-2-727,-3-13-540,0-4 180,-3-6 1529,3 0 0,-8-5 0,2 0 0</inkml:trace>
  <inkml:trace contextRef="#ctx0" brushRef="#br2" timeOffset="782981">15667 11836 9691,'-3'-11'990,"3"-6"-720,1 10-180,4-7 359,1 7-269,0 3 180,16 16-270,-2 7 0,-3 1 0,2 2 0,12 14 0,3 1 0,-6-19 0,5-20-90,-4-27 45,-12-3 0,-2-4-90,-4 2 0,-3-3-405,0-11 0,-3 2 90,-3 0-1708,-3 1 2068,0 36 0,0-1 0,1 4 0</inkml:trace>
  <inkml:trace contextRef="#ctx0" brushRef="#br2" timeOffset="783897">15241 11600 9961,'2'-25'180,"-1"-1"180,3 9 450,-2-1-721,-6 22 1,2 8-90,-3 7 90,7 14 0,13-1-90,-4-4 0,20 8 90,-6-22-90,1 1 0,9-10 90,-2-16-45,-10-5 0,-4-4-45,-6-8 0,-6-3 0,-4-3 0,-6 0 0,-4 7 0,-5 3 0,-4 2 0,-2 4 0,-7 5-360,-15 6-449,10 15-2429,2 17 3238,18-7 0,4 7 0,6-11 0</inkml:trace>
  <inkml:trace contextRef="#ctx0" brushRef="#br2" timeOffset="784164">15563 11483 9512,'-2'-9'899,"1"2"-1439,0 0-1079,-5 9 1619,3-2 0,-5 7 0,4-2 0</inkml:trace>
  <inkml:trace contextRef="#ctx0" brushRef="#br2" timeOffset="784763">15694 11364 9062,'-8'-15'629,"-5"2"-539,-1 11 0,-7 6 0,1 11 0,3 7 0,7 2-90,23 5 0,14-7 45,-3-8 0,3-1-45,18 6 0,-19-8 0,-2 1 0,2 9 0,-8-3 0,-24 10 0,-11-7 0,-11 11 90,-2-8-90,5-12 0,7-13 90,10-29-135,6 4 0,1-4 90,-1-7 0,0 0-45,1 7 0,-1 2-45,-4-4 0,-1 3 45,-6 2-90,-11-8-450,2 19 540,-5 16 0,11 10 0,0 7 0</inkml:trace>
  <inkml:trace contextRef="#ctx0" brushRef="#br2" timeOffset="786597">23794 11336 8882,'-18'0'1079,"4"0"-539,4 0 90,4 1-271,-1 0-179,18 1-90,11-1 0,8-2-45,3 1 0,7-1 0,4 0 0,2-1-570,-5 1 1,2 0 0,3-1 0,1 1 0,0-1 0,1 0 536,-2 1 1,0-1 0,1 0 0,1 0 0,0 0 0,1 0 0,1 0 9,-3 0 1,2 0-1,0 0 1,1 0-1,0 0 1,-1 1 0,-1-1-1,-1 0-165,-1 0 0,0 0 0,0 0 0,-1 0 0,-2 0 0,0 0 0,-1 0 233,9 0 0,-2 0 0,-1 0 0,-2 0 0,-2 0 112,-1 0 0,-1 0 1,-3 0-1,-5 1 158,1-1 0,-6 1-360,4 0-3277,-24 14 2457,-10-7 1,-14 15 0,2-12 0</inkml:trace>
  <inkml:trace contextRef="#ctx0" brushRef="#br2" timeOffset="787981">24285 18257 10321,'-8'-9'540,"-6"-4"-450,8 9 0,-8-4 180,-5 4-181,5 1 1,-18 5 0,-1 16 0,-4 12-45,20-7 0,2 1-45,1 13 45,14-11 0,5-1 45,14 9-90,1 0 45,1-16 0,4-4-45,11-6 45,-4-8 0,0-2-45,3-8 0,-9-5 0,-4-5 90,-5-20 0,-1 3 0,-23-4 0,-10 0 0,-8 9-45,0 2 0,-3 6-315,-7 18-2788,1 19 3058,16 3 0,9 5 0,12-6 0</inkml:trace>
  <inkml:trace contextRef="#ctx0" brushRef="#br2" timeOffset="788229">24652 18222 10591,'-16'-4'1619,"1"1"-1259,4 0-90,2 1-1530,4 0 1260,-2 1 0,4 0 0,-1 1 0</inkml:trace>
  <inkml:trace contextRef="#ctx0" brushRef="#br2" timeOffset="788714">24861 18110 10591,'-15'-18'1529,"0"2"-989,2 7-270,-7 14-90,2 14-91,0 4 1,10 4 0,4 3-45,4-4 0,3 2 0,6 16 0,3 1-90,-5-17 0,3-2 45,6 3 0,2-3-180,12-4-179,18-16 359,-15-16 0,-9-23 0,-32 9 0,-7 1 0,-5-5 0,-13 12 0,-1 6-90,13 7 90,-28 11 0,47-2 0,-1 8 0</inkml:trace>
  <inkml:trace contextRef="#ctx0" brushRef="#br2" timeOffset="789098">24991 18128 10411,'-8'-15'1349,"8"-3"-1079,11 4 0,23-4 0,11 5-225,-18 7 0,0 1 45,17 0 0,-15 5-90,-21 9 0,-20 16 0,-1-1 0,-1 1 90,-10 16-90,11-13 0,1 3-990,6 10 1,2 0 989,1-13 0,1 0 0,-1 15 0,2-3 0,3-6 0</inkml:trace>
  <inkml:trace contextRef="#ctx0" brushRef="#br2" timeOffset="789799">24266 18840 10051,'-6'-17'1349,"0"3"-719,-1 0-90,-1 3-270,-3 8 0,-4 10-91,4 30-89,15-12 0,3 1-90,3 20 45,7-22 0,5-5-45,23-8 0,-9-3 45,-9-8 0,1-5-45,-2-8 0,-5-7-45,-10-14 0,-3-2 45,7 10 0,-4 1 0,-16-12 0,-10 3 0,-16 7 0,-1 7-180,-17 9-719,10 23 539,9 0-989,1 11-180,21-14 1529,-3 6 0,9-11 0,0 2 0</inkml:trace>
  <inkml:trace contextRef="#ctx0" brushRef="#br2" timeOffset="790096">24593 18792 10321,'-19'-4'2339,"1"0"-1889,10 2-271,-2 2-179,3 5 0,3-2 0,0 2 0</inkml:trace>
  <inkml:trace contextRef="#ctx0" brushRef="#br2" timeOffset="790431">24771 18660 9961,'1'-11'1439,"0"-4"-899,0 7 360,0-3-720,-7 22-1,2 19-59,5 4 0,3 9 0,1-1-75,6 6 0,1 0-409,-4-8 1,1 1 0,2-6-1,3-6 1,0-8 0,-1-9-1</inkml:trace>
  <inkml:trace contextRef="#ctx0" brushRef="#br2" timeOffset="790596">24970 19042 13110,'4'-29'-120,"1"0"0,-4-6 0,-6 2 120,-18 2 0,-8-4-90,-7 18-1080,7 20 1170,7 6 0,11-1 0,9-1 0</inkml:trace>
  <inkml:trace contextRef="#ctx0" brushRef="#br2" timeOffset="790967">25055 18640 10501,'-13'-17'1799,"3"-1"-1349,25 8-270,10-1 0,23 1-180,-3 5 179,4 7-179,-32 16 45,-13 7 0,-4 5 0,-7 4 0,-2 5-45,3-2 0,1 4 0,2-2-1015,2 8 1,2-2 1014,1-3 0,3-5 0,7-2 0,-4-26 0</inkml:trace>
  <inkml:trace contextRef="#ctx0" brushRef="#br2" timeOffset="800798">2517 18233 8162,'-1'-11'990,"1"3"-540,3-2-181,0 4 361,1-2-90,-1 3-270,0-1-91,0 2 361,0-1-450,3 12 0,-1 3 0,1 14-90,-3-1 0,-1-4 0,1 4 180,-1-7-90,-1 0-90,-4-11 0,-1-13 0,-6-26 0,6 16-90,-3-14 90,6 26-180,-1-3-1079,3 23 539,0-9-2068,2 15 2788,-2-13 0,-1-4 0,1 0 0</inkml:trace>
  <inkml:trace contextRef="#ctx0" brushRef="#br2" timeOffset="811781">2320 14662 8342,'-9'-3'360,"1"1"270,3-1 89,1 0 451,-1 0-361,0 1-719,0 3-180,0 1 90,1 2 0,9-3 90,-2 0 90,8-2 90,-5-1-180,0 1-90,0 1 90,0-1-90,1 1-90,4-1 90,-3 0 0,2 1 0,-3-1 90,6 0-90,1 0 0,5-2 0,-1 1 0,5-1 0,-6 2 0,15-2 90,-18 1-180,23-2 90,-24 2 0,32-3 0,-25 3 45,6-1 0,1-1-45,8 1 0,11-3 0,-4 2 0,-12 1 0,18-3 0,-16 4 0,8-3 0,-10 1 0,5-1 0,-14 3 0,11-2 0,-18 2 0,9-1 0,-2 0 0,1-1 0,3-1 0,-9 2 0,7-1 0,-8 1 0,6 1 0,0-2 0,2 1 0,10-3 0,-8 2 0,1-1 0,6 0 0,-20 4 0,18-4 0,6 2 0,-1-1 0,4 0 45,-12 1 0,-2 0-45,0 1 0,6-2 0,1 0 0,4 1 0,8-1 0,-22 1 0,0 3 0,0-2-90,16 0 90,-14 1 45,1-1 0,1 0-45,10-1 0,12-2 0,-13 1 0,4-1 0,-26 3 0,21-2 0,-15 2 0,0-1 0,12-1 0,-10 3 0,18-2 0,-17 2 0,7-1 0,-16 1 0,13-1 0,-2 1 0,-2 0 0,11-1 0,-11 1 0,9-1 0,-3 0 0,-13 1 0,3-1 0,-1 1 0,8-1 0,-2-1 0,5 0 0,11-4 45,-13 3 0,0-1-45,0 0 0,-1 0 0,16-2 0,-17 2 0,-13 3 0,16-4 0,-17 4 0,12-3 0,-16 3 0,15-3 0,-4 0 0,14-4 0,0 2 0,-7 0 0,-3 1 90,6-2-90,6 0 0,4-2 0,-6 3-90,-2 2 90,-10 3 359,10-3-179,-12 4 0,-5 0 0,-5 1 360,-1-1-540,-1 2 90,6-2-90,-2 3 0,6-3 0,-5 1 0,-2 1 0,-1-1 0,-1 0 0,1-1 0,3 0 0,-4 0 0,4 0 0,-5 0 0,2 2 359,-2-3-359,-2 6 0,0-1 0,-1 6 0,2 0 90,-1 4-90,0 0 0,-1-1 0,-1 7 0,0-7 0,0 13 0,-1 7 90,1-3-90,-1-2 0,1 1 0,-1-17 0,1 20 0,-1-4 0,1 1 0,-1 8 0,3-10 90,2 14-90,-2-17 0,3 9 0,-2-13 0,-2-6 0,3 8 0,-2-2 0,1 5 0,3 17 0,-3-6 0,1 4 0,-1-7 0,-1-2 0,-1 0 0,2 4 90,0 2-90,0 1 0,3 9 0,0-4 0,-1 0 0,2 3 0,-4-12 90,3 5-90,-4-8 0,1-7 0,-1 1 0,-1-6 0,2 12 0,-2-7 0,1 6 0,-1-6 0,0 9 0,0-13 0,1 11 0,0 3 90,1-5 90,2 18 90,0-9 0,-1 4-180,0-11 0,-4 0-90,1-5 90,-1 5-90,-1 4 0,1-13 90,-1 2-180,1-12 180,-1 7-90,1-5 0,0 6 0,0-5 0,0 0 0,-1-5 0,0 3 0,0-5 0,1 7 0,-1-6 0,0 1 0,1 0 0,0-3 90,-2 5-90,3-4 0,-3 1 0,2-2 0,0-2 89,0 2-89,0-1 540,-1 1 90,0-2-180,-1 2-450,-4-3 0,3 1 0,-5-1 0,4 1-1709,-2 1-1568,-8-2 0,-2-1 2644,-2-2 0,-4 0 0,6-1 1</inkml:trace>
  <inkml:trace contextRef="#ctx0" brushRef="#br2" timeOffset="818881">5669 16284 11400,'27'2'540,"-3"-2"-180,7-4-90,3-2-180,2 1-90,-9 1 90,-6 0-90,-5 4 90,1-2-90,-4 1 0,1 0 270,-1-2 89,5 0-269,-5 0 0,6-1 0,-3 0 0,2 1-90,-2 1 0,-3 0 0,1 1 0,-2-1 0,0 0 0,-1 1 0,-1 1 0,2 0 0,4-2 0,6-1 0,-4 1 0,10-2 0,-12 3 0,5-1 0,-3 1 0,0 0 90,-6 1 90,1 0 0,-7 0-180,0-1 0,4 1 0,-3-1 0,4 0 0,3 0 90,5-1-90,0 0 0,3-1 0,-6 2 0,-5-1 0,1 1 0,-7 0 0,7-1 0,0 1 0,5-1 0,-2 2 0,-4-1 1619,-2 1-1619,-10 5 0,2-2 0,-6 5 90,4-3-180,0 1 180,0-1-90,-1 0 0,1 1 0,-1 0-90,2 0 180,-1 1-90,1-1 0,0 0 0,0 2 0,-1 3 0,0-3 0,-1 4 0,1-6 0,2 7 0,-1-7 0,1 14 0,1-7 0,0 14 0,4 6 0,-4-13 0,6 14 0,-6-25 0,3 9 0,-3-10 0,2 9 0,1 0 0,3 15 0,-3-12 0,7 27 0,-9-32 90,8 30-180,-5-10 180,2 12-90,-2-14 0,0 0 0,0 3 0,-1-8 0,0-4 0,-4-14 0,5 20 90,-4-19-90,3 9 0,-3-11 0,1 1 0,-1-3 0,0-1 0,0 1 90,-1-2 0,1-1 0,0 0-90,3-1 0,0-2 0,2-2 0,0 0 90,1 0-90,8-3 0,12-4 0,-8 1 0,9-1 0,-19 7 0,26-7 0,-13 5 0,24-6 0,-28 7 0,14-2 0,-23 3 0,15-2 0,-19 3 0,16-3 0,-4 1 0,6-1 0,-7 2 0,-3 0 0,-4 0 0,4 0 0,0-1 0,0 1 0,2-1 0,-2 0 0,0 0 0,1-1 0,-6 2 0,6 0 0,1-2 0,-1 2 0,3-1 0,-2 2-90,4 2 90,9-3 0,-9 2 90,11-3-90,-7 0 0,9 0 0,-2 0 0,6 0 0,-17 3 0,24-3 0,-28 3-90,17-2 180,-14 1-90,-3-1 0,3 1 0,-6-2-1889,0 2 1889,-53 1 0,9 1 0,-6 0 0,0-1 0</inkml:trace>
  <inkml:trace contextRef="#ctx0" brushRef="#br2" timeOffset="820097">2870 14676 10411,'1'-17'-360,"-1"1"540,0 6-90,4 29 0,1 17-60,-3-5 0,-1 4 0,0 6-490,-1-2 1,1 4 0,-2 5-1,1 1 1,-2 0 0,1-1 474,-2 0 0,1 1 0,-2-1 0,0 1 0,0 2 0,-1 2 4,1-10 1,-1 3 0,0 1 0,0 0 0,-1 1 0,0 0 0,0 0 0,0 0 0,-1-1-212,0 3 1,-1 1 0,0 0 0,0-1 0,0 0 0,-1-2 0,1-1 0,1-2-241,-1 1 1,1-2 0,0-2 0,0 0 0,0-2-1,0 1 432,-2 5 0,0 3 0,0-3 0,2-5 0,1-11 0,0 4 0,-1 3 0</inkml:trace>
  <inkml:trace contextRef="#ctx0" brushRef="#br2" timeOffset="820513">3534 14789 9152,'6'-19'1619,"1"-1"-1035,4 36 1,1 15-315,-4 7 0,-2 8-911,-1-7 0,-1 7 0,1 4 0,-2 2 0,-1-2 716,-1-4 0,-1-1 0,-2 1 0,0 2 0,0 1 0,-1 2-177,0-6 0,0 2 1,0 1-1,-1 2 1,0 0-1,-1 1 0,1 0 1,0 0-1,-1-1 129,1-5 0,0 0 0,0-1 0,-1 1 0,1 0 0,-1 0 0,1 0 0,-1 1 0,1 0 0,0 1-158,0-1 0,0 2 0,0 2 0,0-1 1,1 1-1,-1 0 0,0-1 0,1-1 0,0-1 1,0-2-1,0-1-338,0 7 1,1-1 0,-1-2 0,1-1 0,0-2 0,1 0 0,0-1 168,0 3 0,0 0 0,0 0 0,1-4 0,1-4 0,1-8 1,5 1-1,1-9 0,2-4 0</inkml:trace>
  <inkml:trace contextRef="#ctx0" brushRef="#br2" timeOffset="820898">4282 14846 11311,'3'-33'-360,"4"-8"630,-1 13 89,5-6 1,3 23 0,1 36-240,-7 8 0,-2 11 0,-2 5-697,0-6 1,-1 3 0,-1 3 0,-1 2-1,1 0 615,-1-8 1,0 2-1,-1 1 1,0 1 0,0-1-1,0 0 1,0-1-39,0 1 0,1-2 0,-1-1 0,-1 2 0,1 2 0,-2 4 37,0-11 1,0 3-1,0 2 1,-1 2-1,-1 1 1,1 1-1,-1 1 1,1-1-1,0 0 1,0-1-1,0-2 1,1-2-403,-1 3 1,2-1 0,-1-1 0,1-1 0,0-1 0,0 0 0,-1 1 0,0 1 0,0 1 356,0 1 0,-1 2 0,-1 1 1,1 0-1,-1 0 0,0 0 1,1-1-1,0-1 0,0-3 1,1-3-1,0 10 0,1 0 0,1-3 1,-1-3-1,1-7 0,-1-8 1,-1 17-1</inkml:trace>
  <inkml:trace contextRef="#ctx0" brushRef="#br2" timeOffset="821281">5167 14608 10501,'9'-49'180,"-1"12"180,3-8-1,2 45-134,-6 34 0,-5 20-158,0-18 1,-2 3-1,0 4 1,-1 6-433,-1-12 1,0 5 0,0 2 0,-1 3 0,-1 1 0,0 1 0,1-1 0,-1-2 0,1-2 353,-1 4 0,0-3 1,0 0-1,-1-1 0,1 2 1,-1 2-1,0 3 52,1-9 1,-1 2-1,1 2 1,-1 2-1,-1 1 1,1 1-1,0 0 1,-1 0 0,1 0-1,0-2 1,0-1-1,1-2 1,0-2-185,-1 7 1,1-2-1,-1-2 1,2-1 0,-1-1-1,0 0 1,0 0 0,0 2 142,0 2 0,-1 1 0,0 0 0,1 1 0,-1-1 0,1-1 0,0-1 0,1-1-86,0 5 0,0 0 0,1-1 0,0-2 0,1-2 0,0-3 41,1 3 0,0-4 0,1-1 0,0 3-166,1 3 1,-1 3 0,1 0 0,1-1 0,1-4 210,3 6 0,2-4 0,1-4 0,-3-5 0,0-3 0,4-11 0,19-16 0</inkml:trace>
  <inkml:trace contextRef="#ctx0" brushRef="#br2" timeOffset="821648">5720 15838 10681,'4'-35'899,"-1"11"-449,2 60-360,-5 2 0,-2 11 0,0 4-746,0-11 1,-1 2-1,1 3 1,-2 1 0,1 3 581,0-9 1,-1 4 0,0 1-1,0 1 1,0 1 0,-1-2-1,1-1 1,0-4 91,-1 8 0,1-5 0,-1-1 0,0 2 0,0 6 9,1-10 0,0 4 0,-1 3 0,0 2 0,0 1 0,1 0 0,0-1 0,0-2 0,1-2 0,1-4 64,0 3 0,2-3 0,0-2 0,0 0 0,1 0 0,-2 2-560,0 2 1,0 3 0,0 1 0,-1-1 0,1-1 0,1-3 0,0-5 144,1 19 1,2-6 0,5-25 0,7-35-1,-6-25 1</inkml:trace>
  <inkml:trace contextRef="#ctx0" brushRef="#br2" timeOffset="821964">6058 16230 10231,'4'-25'540,"-2"13"-270,1 11-1,0 26 1,-3 17-90,1-8 0,-1 5 0,-1 4-224,0-7 1,0 4 0,-1 3-1,0 1 1,0 2 0,0 0 132,0-4 1,-1 1 0,1 2 0,-1 0 0,1 1 0,-1-1 0,0 0 0,1-2-243,-1 1 0,0-1 0,1 0 1,-1 0-1,1-1 0,-1 0 0,1 1 153,0 3 0,-1 2 0,1 0 0,0 0 0,1-3 0,-1-4 0,1-6-60,1 3 0,0-6 0,0-2-255,2 14 1,0-8 314,0-16 0,2-24 0,0-10 0</inkml:trace>
  <inkml:trace contextRef="#ctx0" brushRef="#br2" timeOffset="822248">6381 16557 10951,'1'-17'719,"1"37"-584,-2 9 0,-2 4-90,2 0 0,0 7 45,-2-3 0,1 8 0,-2 6 0,1 0 0,0-3 0,1-8-1074,0-3 0,0-6 0,1 7 1014,-1 4 0,0 8 0,-1 5 0,2-1 0,-1-3 0,2-7 0,1 1 0,2-5 0,0 1-106,0 1 1,1 2-1,1-1 1,0-1-345,1 1 0,0-1 1,3-4 419,4 11 0,3-9 0,9-7 0,-1-21 0</inkml:trace>
  <inkml:trace contextRef="#ctx0" brushRef="#br2" timeOffset="822548">7108 16837 11760,'-3'27'584,"0"-1"1,0 7 0,0 3 0,0 3-345,-1 8 0,-1 2 0,0 0-958,1-6 1,1 0 0,-2 1 807,-2-1 0,-1 3 0,-1-1 0,1-3 0,0-3 0,-1-2 0,1 3-330,-1-2 1,0 4 0,1-1-1,-1-2-853,1 2 1,0-3 0,0-1 902,0 8 0,1-6 0,3-1 0,3-19 0</inkml:trace>
  <inkml:trace contextRef="#ctx0" brushRef="#br2" timeOffset="828331">27337 13063 9152,'12'-19'3276,"0"-1"-2055,-7 9-861,-1 21-180,-6 20 0,-6 11-90,0 0 0,-2 7 0,-2 3 0,1-3-68,2-8 1,0 0-1,0 0 1,-1 0-58,-2 8 1,-1 1 0,1-2 0,1-7 124,-2 0 0,2-9 0,3-7-90,2-69 0,8 9 0,3 2 0,3-12 0,0-4 0,1 1 0,-1 8 0,1-2 0,2 0-15,-2 4 0,1-11 0,2-3 0,1 3 0,2 8 0,1 16 15,32 15 0,-22-30 0,-3 12 0,-8 49 0,-1 26 0,-2 10 0,-3-7 0,-2-3 0,-3-3 0,1 4-656,0-7 1,1 3-1,1 1 1,-1-2 0,-1-5 671,-1 2 1,-1-4 0,2-4-641,5 4 1,2-14 83,-6-21 540,0-32 0,-15 8 0,-9-22 0</inkml:trace>
  <inkml:trace contextRef="#ctx0" brushRef="#br2" timeOffset="828564">27235 13486 11940,'24'-9'330,"0"0"0,18-8 0,0-1-1969,-17 5 1,-1-1 982,7-1 1,-1-1-1,7-11 1,-21 12 0</inkml:trace>
  <inkml:trace contextRef="#ctx0" brushRef="#br2" timeOffset="828881">27830 13140 11041,'5'-10'1619,"10"-8"-630,-2 7-494,5 32 0,-1 17-1588,-10 4 1,-5 9 0,1-2 947,4-9 0,1-1 0,-2 4-146,-3 6 1,-3 7 0,-1-4-1,1-12 112,1-1-1460,0 8 1,1-17 818,-2-33 1,-3-6 0,-2-22 0</inkml:trace>
  <inkml:trace contextRef="#ctx0" brushRef="#br2" timeOffset="829248">27739 13053 10951,'28'-10'1394,"15"-1"0,8 1-1124,-11 4 0,2 2 0,-1 2-151,4 3 1,-1 3 0,-10 9-30,-13 18 0,-15 7-180,-23 5 0,-14-1 0,8-15 0,-2-1 1,1-3-1550,-7 0 1,14-7-1639,21-15 3139,10 0 0,7-6 0,5-2 0</inkml:trace>
  <inkml:trace contextRef="#ctx0" brushRef="#br2" timeOffset="829498">28651 13196 13020,'-13'-1'3276,"47"-3"-6553,-4 0 2602,20 0 1,-27 2-1,-21 3 1</inkml:trace>
  <inkml:trace contextRef="#ctx0" brushRef="#br2" timeOffset="829698">28620 13422 12390,'7'9'2788,"8"-6"-3328,15-5 1,4-2-990,4-4 0,-6 2 0,-3-2 1529,-10 0 0,0-3 0,-6 1 0</inkml:trace>
  <inkml:trace contextRef="#ctx0" brushRef="#br2" timeOffset="835148">23926 13431 8432,'12'-1'-90,"1"-2"0,7-11-359,6-2 449,10-7 0,-5 5 0,0 1 0</inkml:trace>
  <inkml:trace contextRef="#ctx0" brushRef="#br2" timeOffset="835581">24016 14062 7803,'-6'-11'629,"2"-1"-539,4 5 0,10-6-90,23-7 0,-5 5 0,13-4 0</inkml:trace>
  <inkml:trace contextRef="#ctx0" brushRef="#br2" timeOffset="836014">24009 14745 8252,'28'-14'15,"-2"0"0,-1 1 0,-4 1 0,2 0 0,-1 0 0</inkml:trace>
  <inkml:trace contextRef="#ctx0" brushRef="#br2" timeOffset="836416">24121 15556 7892,'-4'-9'1170,"0"-2"-990,14 2-1889,14-6 1709,-4 5 0,10-2 0,-18 6 0</inkml:trace>
  <inkml:trace contextRef="#ctx0" brushRef="#br2" timeOffset="836798">24276 16498 9332,'15'2'-900,"15"-21"1,2-7 899,-12 10 0,-1-1 0,6-6 0,2-3 0,-5 3 0,4-12 0</inkml:trace>
  <inkml:trace contextRef="#ctx0" brushRef="#br2" timeOffset="838631">29505 12874 8882,'1'-10'1799,"1"-1"-1169,-5 3-451,-8 8 91,-28 23-135,11 6 0,0 3-135,3-5 0,4 2 45,1 13 0,13 0 0,27-12 0,8-3-45,-14-5 0,2-2 0,24 10 0,-2-5 0,-23-12 0,14 19 90,-45-3-1729,-15-5 1,-5 0 1535,16-6 1,-2-1-978,-11-1 0,-6 0 0,9-5-269,9-7 1341,-20 2 0,34-14 0,-1-4 1</inkml:trace>
  <inkml:trace contextRef="#ctx0" brushRef="#br2" timeOffset="838864">29370 12915 9422,'3'-25'599,"0"0"1,17 0 0,7 5-555,11 3 0,6 4-225,-8 3 0,2 2 0,0 0 0,9-1 0,0 1 180,-12 1 0,1 0 0,-5 2 0,13-3 0,-11 2 0,0 0 0</inkml:trace>
  <inkml:trace contextRef="#ctx0" brushRef="#br2" timeOffset="839164">29985 13156 10861,'26'-3'389,"-1"1"1,9-2 0,0-2-300,-5 1 0,-1 0-45,-2 0 0,0-1-225,8 0 0,0-1-2878,6-7 3058,-3 2 0,-12-2 0,-18 6 0</inkml:trace>
  <inkml:trace contextRef="#ctx0" brushRef="#br2" timeOffset="839431">30192 12911 9781,'-14'-11'2519,"11"36"-2249,2 0 0,2 7-113,0 3 0,0 6 1,1 1-1,0-4-202,0 9 0,0 0-775,-1-7 1,-1 5 0,1-2 0,-1-11 305,1-3 0,0 0 0,-2-2 0,-1-10 1</inkml:trace>
  <inkml:trace contextRef="#ctx0" brushRef="#br2" timeOffset="842781">30695 12776 10501,'-2'-10'450,"0"2"-1,0 1 271,0-2-450,-9 20 90,-8 30-240,5 1 0,0 10 0,1-4-120,0-5 0,0 3 53,5-8 1,-1 7 0,0 3 0,1-4 0,2-8-9,1-4 0,2-2-225,-1 8 0,-1 4 1,2-7-1530,1 0 1709,4-10 0,-2-16 0,1-6 0</inkml:trace>
  <inkml:trace contextRef="#ctx0" brushRef="#br2" timeOffset="843031">30795 13166 10501,'7'-17'2519,"1"-1"-5796,-5 10 2724,-7 5 1,1 2-1,-8 4 1</inkml:trace>
  <inkml:trace contextRef="#ctx0" brushRef="#br2" timeOffset="843498">31043 12872 10501,'20'-34'989,"-7"14"-449,2 2-270,-24 57-270,6-16 90,-3 22 0,1 1-90,6-20 30,7 4 0,5 6 0,0-3 15,3-5 0,1-2-45,4 5 0,-3 1 0,-7 0 0,-6-4 0,-10-13 0,-21 20 0,-3-19 0,0 0-585,0-5 0,1-2-44,9-4 629,-26 2 0,35-13 0,-4-4 0</inkml:trace>
  <inkml:trace contextRef="#ctx0" brushRef="#br2" timeOffset="843731">31014 12879 10141,'-1'-23'1529,"12"-4"-1259,19 11 0,4 4-270,4-9-1080,0 12 1,8 1 0,-8 2 1079,1 1 0,0 0 0,-2 1 0,-6 4 0</inkml:trace>
  <inkml:trace contextRef="#ctx0" brushRef="#br2" timeOffset="843982">31630 13043 12120,'25'0'1079,"15"-1"-809,-2-4-180,1-1-135,-8 3 0,1-3 45,-5-6 0,-2-1 0,19-7 0,-9-12 0</inkml:trace>
  <inkml:trace contextRef="#ctx0" brushRef="#br2" timeOffset="844281">31808 12777 10591,'-12'-8'1709,"3"3"-1169,-9 37-360,10-14-61,-1 19 1,-2 13 0,3-7-75,4-17 0,0 0 15,-3 19 0,0 10 0,2-8-15,2-14 0,2-2-405,2 3 0,0 2 1,0-3 359,0 2 0,2-2 0,0-5 0,1-3 0,-2 1 0</inkml:trace>
  <inkml:trace contextRef="#ctx0" brushRef="#br2" timeOffset="849181">33178 12820 10051,'7'-9'810,"5"-4"179,0 3-269,4-5 359,3 4-179,-2 1-451,-11 40-359,-15 19-30,-1-16 0,-2 6 0,-2 0-30,0-1 0,-2 0 0,0 1 30,-1 2 0,-1 1 0,2-4-60,0-2 0,3-3 90,-1 10-90,29-52 0,13-10 0,-1-1 0,0-1 0,6-4 0,-1 7 0,-2 3 0,-16 10 0,10-1 0,2-1-90,1-9 90,8-4 0,-13 0 0,-12 1-90,-4 8 90,-9 32 0,-2 10 0,3-5-820,-2 11 1,-2 13 0,0 3 0,2-10 761,2-10 1,1 0 57,0 5 0,0 8 0,2 0 0,2-6-831,6 0 0,1-5 831,-3-4 0,-1-2 0,-1 5 0,-18-48 0</inkml:trace>
  <inkml:trace contextRef="#ctx0" brushRef="#br2" timeOffset="853830">32371 12794 10771,'13'-3'450,"1"18"-360,-6-7 89,-3 26 1,-4 10-90,-3-4 0,-1 3-60,2-6 0,-1 3 0,0 0 30,0 0 0,-1 0 0,1-2-15,1 5 0,2-1-585,2 2 1,2-4 539,5 3 0,0-11 0,-3-29 0</inkml:trace>
  <inkml:trace contextRef="#ctx0" brushRef="#br2" timeOffset="854065">32626 13176 10231,'2'-12'3148,"-1"1"-3148,-11 18 0,7-7 0,-6 13 0</inkml:trace>
  <inkml:trace contextRef="#ctx0" brushRef="#br2" timeOffset="854647">32786 12913 10321,'4'-27'990,"8"0"-721,25-7-89,7 17-90,-17 37-90,-29 7 0,-8 5 0,-5 8 0,0 3 45,7 1 0,6 1-45,12-5 0,3 0 0,-2 0 0,-6 1 0,-12-3 0,-9-1-1639,-12 3 1,-5-5 1412,4-13 0,1-3 0,-9 12 0,27-19 0</inkml:trace>
  <inkml:trace contextRef="#ctx0" brushRef="#br2" timeOffset="855414">28741 13901 9512,'-26'-4'1349,"14"-1"-1169,13 2 239,26-2 1,22 2 0,-5 0-1358,-10 1 1,6 0 1020,-13 1 1,6 0-1,5 0 1,4-1-1,4 1 1,3-1-1,3 0 1,2 1-1,1-1 1,1 0 0,0 0-1,-1 1 1,-1-1-1,-1 0-182,-7 0 1,0 1 0,2-1 0,0 0 0,0 1 0,1-1 0,1 0 0,-1 0 0,1 1 0,0-1 0,0 0-1,0 0 1,0 0 0,0 1 0,-1-1 0,0 0 0,0 1 0,-1-1 98,2 0 0,1 1 0,-2-1 0,0 1 0,0 0 0,0-1 0,0 1 0,0-1 0,-1 1 0,1 0 0,1-1 0,0 1 0,0-1 0,1 0 0,1 0 0,0 0 17,-5 1 0,3-1 0,0 0 0,3 0 0,0 0 0,2 0 1,0-1-1,0 1 0,0 0 0,0-1 0,0 1 0,-2 0 0,0-1 1,-2 1-1,-2 0 0,-1-1 0,-3 1 0,-3-1 0,-3 1 1,-2 0-1,-4 0 38,21-3 0,-11 1 1,-4 0-1,1-1 0,5 1-10,-2-1 0,5 0 0,2 0 0,1 0 0,-1 0 0,-3 0 0,-7 1 0,-7 1-1304,10 1 0,-12 0-181,0-4 1440,-54 30 0,-1-11 0,-15 6 0</inkml:trace>
  <inkml:trace contextRef="#ctx0" brushRef="#br2" timeOffset="856147">31416 14294 10411,'-17'-47'1529,"-3"8"-989,-18 9-405,15 19 0,-3 3 0,-16 0 0,-4 4-46,-2 6 1,-1 8-30,16 4 0,1 5 0,3-1-15,-5-2 0,11 3 0,23 23 0,17-3 0,7-26 0,6-6-15,1 4 0,4 0 0,-1-7 90,0-11 0,-1-7 0,0-2 60,-4-2 0,0-2 0,-3 0-135,6-6 0,-5-1 134,-5-4 1,-5 13 0,-6 40-150,-8 8 0,-3 11 0,-1 1 0,1 1 0,0 3 0,-2 0-256,1-8 0,-2 0 0,0 1 0,0-2 256,0 9 0,0-2 0,-4-4 60,-4 5 0,-8-6-90,-4-15 0,-4-2 0,1-1 45,2 10 0,-4-8-525,-12-19 0,-6-11 0,11-6 480,13-22 0,-3 15 0,7-1 0,33-22 0</inkml:trace>
  <inkml:trace contextRef="#ctx0" brushRef="#br2" timeOffset="856347">31952 14594 11131,'23'-6'3276,"-1"0"-5563,-13 5 308,-12 4 1979,-2 0 0,-37 4 0,-2-1 0</inkml:trace>
  <inkml:trace contextRef="#ctx0" brushRef="#br2" timeOffset="856780">29493 15321 12930,'23'-10'30,"0"-1"0,9 1 0,3 2-30,2 2 0,0 0 0,-5 3 0,-5 0 0,-12 2 0</inkml:trace>
  <inkml:trace contextRef="#ctx0" brushRef="#br2" timeOffset="856980">29606 15407 11221,'-6'10'1169,"18"-3"-1259,32-8-1304,-17-1 0,0-1 1394,0 0 0,-1-2 0,13-5 0,-12 0 0</inkml:trace>
  <inkml:trace contextRef="#ctx0" brushRef="#br2" timeOffset="857797">29338 15038 10591,'-9'-12'1799,"12"-13"-1259,8 0-450,4-2 134,2 0 1,-1 0-135,0 2 0,7-6 0,0 1-90,-7 13 90,19 1-90,-27 20 0,6 18 0,1 6 45,0-4 0,0 0-45,-4 3 0,4-1 45,11-4 0,1-8-45,-11-12 0,18-14 0,0-4 0,-11-3-930,5-10 1,6-10 0,-5 5 929,-11 12 0,-2 0 0,4-5 0,2-3 0,-4 4 0,3-2 0</inkml:trace>
  <inkml:trace contextRef="#ctx0" brushRef="#br2" timeOffset="863014">1620 2059 10051,'-11'-22'2879,"-19"5"-2610,-2 22-89,-8 11 0,-1 11-90,15 5 0,5 8 0,4 2-60,4 2 0,6 3 0,4-1 0,5 1 0,4 0 0,8-5-150,9-9 0,7-5 0,3-8-973,3-15 1,3-8 0,-4-1 618,-6 1 1,-1-3 0,9-11 0,-6-3 0,-15 1 0</inkml:trace>
  <inkml:trace contextRef="#ctx0" brushRef="#br2" timeOffset="863948">1927 2260 11490,'-21'-16'1530,"-12"0"-1171,11 21-359,-3-4 135,7 18 0,5 8-45,13 2 0,3 1-135,-9-3 0,4 1-135,18 7 0,9-10 0,18-38 180,-4 15 0,-18-30 0,-8-6 0,-12 12 45,-2-6 0,-2-1-45,-5 6-90,20 47 1,10 8-91,19-18 135,-2 13 0,1-5 135,4-28 44,-27-32 1,-10-4-135,-11 13 150,-5-1 0,-4-7 0,-3 9 30,-17 8-180,13-4 0,2 7 90,3 32-90,20-8 45,27-1 0,12-7-45,-10-4 0,2-5 0,-1 1 0,12 1 0,1 0 30,-9 3 0,0-1 0,-11 6-30,-16 6 90,-1 23 0,-4 5-90,-7-10 0,0 19 0,3-1-90,1-23-1035,8 4 1,4-3-765,-5-15 1889,20 0 0,-13-11 0,5-2 0</inkml:trace>
  <inkml:trace contextRef="#ctx0" brushRef="#br2" timeOffset="864132">2898 2134 14459,'10'-3'-3277,"0"11"0,-10-1 3184,-4 12 0,-16 3 0,-4 2 0</inkml:trace>
  <inkml:trace contextRef="#ctx0" brushRef="#br2" timeOffset="869780">28134 13648 10141,'12'-1'3276,"-9"5"0,-4-2-2632,-11 9-194,-11 9-180,-6 15-180,6-4 0,2 3-135,6-5 0,2 0-135,1 7 0,3-1-180,10 7-629,16-6-271,6-20-2017,16-15 3196,-8-12 1,1-9 0,-10 0 0</inkml:trace>
  <inkml:trace contextRef="#ctx0" brushRef="#br2" timeOffset="870629">28265 13831 11221,'-1'-14'1619,"-1"3"-1080,-4 2-269,0 6-180,-8 3 180,-3 10-90,-4 5-180,6 1 90,2 6 0,12-3 0,4 2-90,7-6 0,6-12 0,0-10 0,-3-2 90,-2-3-180,-3 3 90,0 1 0,1 6-90,0 9 90,1 4 0,4 7 0,-2-6 0,7-2 0,-3-11 0,10-15-90,-5-15 90,-10 7 0,-1-2 0,-5 0 0,-2 0 0,0-22-90,-8 12 90,-2 16 0,23 8 0,-3 4 0,23 2 0,-10 0 0,-5 2 0,-8 6 0,-10 4 90,-5 14-90,-4 12 0,-1-4 0,4-2 0,2-1-180,1 8 0,1 3-809,5-7-2160,3-17 3149,-2 0 0,8-11 0,-3-6 0</inkml:trace>
  <inkml:trace contextRef="#ctx0" brushRef="#br2" timeOffset="870796">28743 13680 11221,'4'-11'1619,"0"1"-450,-2 5-4446,0 9 2477,-10 9 0,1 8 0,-8 5 1</inkml:trace>
  <inkml:trace contextRef="#ctx0" brushRef="#br2" timeOffset="871696">26937 15992 11400,'9'-21'360,"-4"8"720,11-15-361,-5 14-89,4-5-270,-3 12-270,-4 7 269,2 25-179,-8 13-90,-1 2 0,-2 3-45,0-6 0,-2 0-45,-1 9 0,-1-3 0,-1 1 0,-1-7 0,3-26 0,-4-17-45,6-16 0,3-7 45,1-15 0,3-6-188,0 12 0,2-4 0,1-1 0,0 2 188,1-4 0,2 1 0,-1 1-30,2-3 0,0 1 0,-1 7 30,10-5 0,-4 63 0,-9 19 0,-2 8 0,0-10 0,-1 1 0,0-1-88,-1-3 0,-1-1 1,1 0 87,4 16 0,0-4 0,-4-19 0,1-1-1639,1 4 1,0-4 1313,-4-12 1,-5-18-1,-9-25 1</inkml:trace>
  <inkml:trace contextRef="#ctx0" brushRef="#br2" timeOffset="871896">27026 16008 11041,'-11'-2'1709,"12"-2"-1529,18-2-720,14-4-1099,-8 1 1,0 1 1243,6-4 0,4-6 0,-17 7 0</inkml:trace>
  <inkml:trace contextRef="#ctx0" brushRef="#br2" timeOffset="872213">27382 15747 11221,'-2'-15'2608,"1"4"-1708,1 1-181,7 22 1,-1 27-540,-1-6 0,-1 1-135,-1-2 0,0 2 89,-3 12 1,0 1-135,-2-12 0,0 0-360,0 6 1,0-1-181,-1-11 0,-2-3-1618,-2 1 1348,-1-23-2467,-3-16 2949,4-3 1,-3-16-1,2 2 1</inkml:trace>
  <inkml:trace contextRef="#ctx0" brushRef="#br2" timeOffset="872498">27294 15739 11221,'-1'-25'0,"1"13"359,2-10 271,8 12-450,0 3 180,17-4-90,8 7-1787,-2 2 1,1 2 1516,13 0 90,-11 4 0,-3 4 0,-4 9 0,-1 0 0,-18 15 180,-35 2-180,7-13 0,-3-1-1269,-9 3 0,-1-2 999,-10 2 739,0-2-559,30-13 0,-2-1 0,9-3 0</inkml:trace>
  <inkml:trace contextRef="#ctx0" brushRef="#br2" timeOffset="874613">27614 16195 10321,'1'-10'180,"3"0"180,-2 4 539,2 0-719,0 15 180,-3 28-270,-2 13 0,-2-10 0,-1 0-45,0-9 0,-1-2 0,0 3 0,0-2 45,-2 4 0,3-10-90,6-24 0,4-13 0,8-16 0,8-7 0,4 4 0,0 7 0,2 17 0,-9 13 0,-3 3 0,-6 12 0,-6 5 0,2 12 0,0-1-630,9 0-1169,2-17 360,-1-6 1439,4-10 0,-5-5 0,6-1 0</inkml:trace>
  <inkml:trace contextRef="#ctx0" brushRef="#br2" timeOffset="875663">28016 16440 10501,'-1'-8'1979,"1"0"-900,0 1 720,1 0-1529,-7 13 0,2 10-180,-2 18-450,9-1-180,11-1 181,5-17 269,-3-6-90,10-16-90,-4-15 270,3-11 90,-7-2 180,-11-6-180,-6 19-90,-1 0 90,0 11-90,1 6 0,9-2 0,8-1 90,12-5-90,-5 2 0,8-4 0,-12 5 0,-2-1 0,-1 2 0,-11 9 89,0 11-89,-8 23 0,-2-4-45,0-4 1,-1 2-46,-3 8 0,2 0-90,-2 2 90,4-21 180,-1 2 0,5-21-90,10-25 0,-3 1 0,10-20 0,-1 4 0,-4 10 0,5 3 0,-14 33 0,1 21 0,-4 5-90,2 7 90,4-15-90,8-11 90,10-24 0,-5 1 0,6-15 0,-6 6 0,-6 7-90,4-1 90,-5 26 0,-3 2 0,3 31 0,-8-22 0,1 17-90,0-20 0,0-4-630,6 1-2557,5-16 2634,-2 1 1,8-8 0,-7-1 0</inkml:trace>
  <inkml:trace contextRef="#ctx0" brushRef="#br2" timeOffset="876599">28907 16490 12030,'-4'-19'2878,"-4"3"-2248,-7-1-450,2 9 270,-12 4 0,-2 15-450,4-4-270,-7 16-270,20-5 360,0-1-360,11 1 91,7-10 269,-1 0 0,10-8-90,1-14 90,4-11 180,-3-3 0,-7 4 0,-5 8 0,-4 29 0,2 10 0,-3 4 0,5 13 0,-1-20 0,10 6-90,3-13-90,16-18 90,5-23 45,-19 8 0,-1-2 45,10-16 180,-17 15 0,-2 1 0,-2 3 450,4-11-540,-20 44 0,1 5-90,-7 16 90,0 7-1,4-11-89,0 2 0,10-21 0,11-25 0,3-7-45,-2-1 1,1-2-46,12-12 0,3 1 90,-3 16 0,-12 31 0,-6 15 0,-3 21 0,-1-8 90,5 2-1080,3-21-89,5-11 1079,11-23 0,-3-5 0,6-9 0</inkml:trace>
  <inkml:trace contextRef="#ctx0" brushRef="#br2" timeOffset="877363">29651 16177 10771,'-9'2'3276,"7"-11"-1335,9-4-1851,1-3 0,7-4 90,2 3-180,-5 4 0,6-4 90,-2 11-90,-5 2 0,7 5 90,1 12-180,-4-3 0,17 9 90,-19-13-180,16 1-540,-4-10-179,5-1 539,-5-2-2917,-4 0 3129,-12 3 0,0 1 1,-6 1-1</inkml:trace>
  <inkml:trace contextRef="#ctx0" brushRef="#br2" timeOffset="877797">29663 16319 11041,'4'1'1889,"6"-5"-1620,11-5 91,7-8-360,-12 7 90,4-4 90,-8 6-180,0 2 90,6 3-90,-9 4 90,4 7-90,0 1 0,-3-1 0,12 2-270,1-6-719,6-4-2288,7-4 2792,-15-1 0,0-3 0,-10 4 0</inkml:trace>
  <inkml:trace contextRef="#ctx0" brushRef="#br2" timeOffset="879182">27180 17129 10681,'5'-15'899,"0"0"-359,0 6 90,0-4 89,-2 8-359,2 11 0,-5 30-270,2 2 30,-5-6 0,-3 7 0,1-3-30,-1-3 0,0 0-31,-3 11 1,-1 5 0,0-5 30,2-10 0,0-3 135,-3 16 0,3-19-135,8-38-90,6-19 0,1-1 0,2-11 0,1-2 0,0 2-166,0 0 1,0 2 0,1-3 142,-1 0 1,1-4 0,0 2-1,0 6 23,2-6 0,4 12 0,13 14 0,-10 42 0,-2 15 30,-3-6 0,-1 3 0,-1 1-30,0 1 0,-1 2 0,0-2 0,-1-3 0,-1 0 0,-1-4-90,-1-1 1,0-4-1980,1 3 1259,-3-24 810,-10-23 0,-2-4 0,-6-9 0</inkml:trace>
  <inkml:trace contextRef="#ctx0" brushRef="#br2" timeOffset="879363">27310 17371 10411,'-10'3'2069,"1"-1"-1889,25-9 90,18-8-1035,-11 5 0,0-1 765,5-3 0,-2 0 0,5-6 0,-3-1 0</inkml:trace>
  <inkml:trace contextRef="#ctx0" brushRef="#br2" timeOffset="879680">27754 17041 12030,'-11'-4'2609,"3"4"-2250,6 5 451,4 14-180,3 18-316,-2-3 1,-2 4-135,-2 9 0,-2 1-45,0 0 0,-2-1-135,1-11 0,0-2-225,0-6 0,0-4-944,-1 0 539,1 1-2647,0-12 2769,1-23 1,2-6 0,0-16-1</inkml:trace>
  <inkml:trace contextRef="#ctx0" brushRef="#br2" timeOffset="879963">27681 17186 11221,'-1'-32'539,"0"0"1,3-17 270,27 27-451,16 11-179,-4 7 0,2 2-180,-15 1 0,0 2 90,13 3 0,-3 6 90,-5 19-90,-8 10 0,-29-6 0,-10 1-90,-7-6 0,-4-1-45,-8 5 0,-2-2-630,6-9 1,3-2 674,-8 8 0,25-7 0,15-7 0</inkml:trace>
  <inkml:trace contextRef="#ctx0" brushRef="#br2" timeOffset="880296">28220 17591 11580,'-11'-14'1440,"2"2"-91,4 2-810,1 4 451,-17 5-630,-4 17-270,-6 2 45,11 6 0,3 4-46,7-4 1,3 0-45,-3 0 0,2 1-135,6 4 0,4-1-539,10 5 269,1 0-1349,15-9-1568,4-21 2477,-4 0 0,8-17 0,-15-1 1</inkml:trace>
  <inkml:trace contextRef="#ctx0" brushRef="#br2" timeOffset="881329">28462 17636 12120,'-8'-7'2249,"1"0"-1350,2 4-179,-6 2-270,-4 14-181,-3 10-179,3 1 0,3 15-539,12-6-181,6 7 90,9-12 1,9-16 449,-8-12-90,1-10-90,-11-8 180,-2 5 180,-4-16 90,-7 10 90,-3-8-270,3 11 90,0 1 0,8 6-1,7-2-89,17-7 90,1 2-90,11-3 0,-14 8 0,-6 3 0,-5 5 0,-7 9 0,-4 25 90,-2-2-90,-4 4 0,-1 0 0,0 5 180,-3 10-90,5-30-90,4-17 90,7-31-135,2 3 0,2-3 0,0-2 0,1 2 0,-1 3 0,0 2-45,10-10 0,-12 23 90,3 9 0,-7 18 0,-3 4 0,-2 19 0,1-16 0,2 6 0,9-22 0,7-15-90,11-18 90,6-6-89,-6 7 89,-4 14 0,-15 12 0,-7 25 89,-7 15 1,-1 6-90,2-19 0,0-2 0,0 1-539,4-5-1260,6-21 539,-3 1 1260,10-16 0,-3 0 0,7-8 0</inkml:trace>
  <inkml:trace contextRef="#ctx0" brushRef="#br2" timeOffset="881613">29083 17634 11940,'-7'-9'3276,"0"-2"-1425,1 32-1311,-3 13-270,2 6 0,-1 4-180,0 2 0,1 0-315,0-4 0,1-1-810,1-6 1,2-6-2243,1-2 0,5-26 2846,-1-8 1,1-27 0,-1 5 0</inkml:trace>
  <inkml:trace contextRef="#ctx0" brushRef="#br2" timeOffset="881913">28997 17529 11580,'8'-18'990,"9"3"-810,13 6-90,-4 5 90,17 6-90,-12 7-1,0 0 1,-3 18 90,-27-3 180,-19 23-225,-1-27 0,-4-1-90,0 0 0,0-2-585,-21 6-1709,24-14 2249,7-7 0,19-15 0,3-7 0</inkml:trace>
  <inkml:trace contextRef="#ctx0" brushRef="#br2" timeOffset="882164">29519 17346 11940,'-13'-13'3276,"22"5"-2594,13 5-592,8 4-450,9-1-1799,-17-1 2159,1 1 0,-12 0 0,-7 0 0</inkml:trace>
  <inkml:trace contextRef="#ctx0" brushRef="#br2" timeOffset="882363">29534 17463 12840,'8'3'1799,"-6"0"-1440,27-8-269,-16 3-629,22-4-2160,-7-1 810,-1 0 1889,0-1 0,-13 4 0,2-2 0</inkml:trace>
  <inkml:trace contextRef="#ctx0" brushRef="#br2" timeOffset="883348">30174 17430 12210,'3'-20'2339,"5"-4"-1710,8-6-359,7-3-135,-5 13 0,1 0-45,14-10 90,7 1-90,-12 14-90,0 12 0,-11 18 90,-2 7-90,-6 1 0,-2 5 0,-2-11 0,0 2 0,3-2 0,5-8 0,-1 0-90,14-6 0,2-9 90,-1 0-45,-2-3 0,1-2-45,-1 0 0,-1-1 90,1 0 0,0 0-45,12-5 0,-2 0-45,1 1 45,-12 5 0,-1 2 45,-1 5 0,-12 10-90,-5 10 90,-3 5 0,2-1 0,5-6-180,10-11 90,-4-5 0,14-11-45,0-1 1,2-2 44,11-4 0,-2 0 0,3-1-180,3 1 0,-4 1 225,-15 6 0,0 1-45,15-7 0,-2 2-270,-12 6 91,-9 4 269,0 0 0,-26 8 0,-3 1 0</inkml:trace>
  <inkml:trace contextRef="#ctx0" brushRef="#br2" timeOffset="884330">30492 16002 10681,'21'17'630,"-1"-3"-451,12 5-89,5-8 90,10-6-45,-16-9 0,2-3 0,-1-6 0,0-1-45,0-2 0,-1-1 0,-4 0 0,-2 0 0,12-5-90,-16 12 90,6 10 0,6 18-45,-7-6 0,3 0-45,12 4 0,4-2 30,-9-7 0,1-1 0,0-3-30,1 0 0,0-2 0,0-3 59,4-2 1,1-3 0,-5 0-237,-1-1 1,-4 0 311,1-3 0,-4 0 314,-1-1-359,-9 4 180,5-1-450,-11 11-359,4 2-901,10 8 901,-10-4-1980,12 2 2519,-8-7 0,8 0 0,2-1 0</inkml:trace>
  <inkml:trace contextRef="#ctx0" brushRef="#br2" timeOffset="886113">10740 17878 10051,'-16'-31'1889,"6"-5"-540,6-5 270,6 0-359,3 13-271,0 8-359,6 31-180,0 22-226,-2 5 1,1 3-225,-6-13 0,0-1 135,2 16 0,-2-1 45,-1 3 0,0 4 0,0-14-180,2-32 90,2-26-135,0-13 0,1-6-45,-2 6 0,1-1-45,0-10 0,1 2-135,8 0 270,2 27-90,6 40 0,-9 1 45,-5 2 0,-2 2-45,3 10 1,-1 2-1,2-8 0,2-26 0,-4-4-180,17-32 90,-13 8 0,0-2 45,3-5 0,1 0 45,-2 1 0,0 4-90,12 2 180,-15 21 0,3 24-90,-5 25 90,-3-13 0,0-1 0,0 0-89,8 9-361,3 1-1709,9-15 900,-12-19-1889,5-13 3148,-7-8 0,1-8 0,0-4 0</inkml:trace>
  <inkml:trace contextRef="#ctx0" brushRef="#br2" timeOffset="886682">11603 17458 10861,'-6'-14'1439,"-1"-1"720,0 1-1080,1 4-449,3 20-91,5 28-389,0-6 0,-1 6 0,1-2-224,0 2 0,0 0 104,-1 1 0,-1 3 0,0-1 105,-2 8 0,0-3-90,1-13 0,-1 0 0,0 10 0,-1-2 135,-1-2-90,2-15-90,1-18-90,2-27 0,3-15-30,-1 3 0,0-4 0,0-3-286,-1-2 0,1-4 1,-1-2-1,-1 1 338,1 0 1,-1-2 0,-1 1-1,1 2 23,-1 4 0,1 1 0,-1 2 0,1 2-45,-1-20 0,7 18 90,13 40-45,-2 30 0,-1 11 45,-3-10 0,-1 4-68,0 6 1,-1 6-1,-2-2 68,-2-11 0,-2 0 0,1 0 0,0 2 0,1 1 0,0 0 0,-1-3 0,0-1 0,1-4-90,-1-4 0,2-4-42,8 3-2206,-7-24 2338,-4-21 0,-10-3 0,-6-7 0</inkml:trace>
  <inkml:trace contextRef="#ctx0" brushRef="#br2" timeOffset="886896">11616 17801 10861,'-10'-3'2069,"8"-4"-1889,4 1 629,31-23-719,-10 11-1484,6-5 0,0-2 1394,5-6 0,-15 13 0,-2-1 0,4-8 0</inkml:trace>
  <inkml:trace contextRef="#ctx0" brushRef="#br2" timeOffset="887196">12060 17331 11850,'-22'-19'3276,"7"6"-1425,6 4-1581,9 16 450,5 14-361,3 12 1,2 7-210,-4-5 0,-1 2 0,1 1-1191,0 4 0,0 1 1,0-1 1040,-1 8 0,-2-3-180,-2-6 0,0-4-1261,-1-3 811,-1 0-2647,-3-10 0,0-25 2464,-1 0 1,1-22-1,2-3 1</inkml:trace>
  <inkml:trace contextRef="#ctx0" brushRef="#br2" timeOffset="887514">11898 17292 11311,'-7'-16'989,"6"0"-359,7-2-450,5 5 269,28-3-314,-11 8 0,2 1-90,-4 0 0,2 1 90,16-2 0,0 3-45,-12 6 0,-2 2-90,-3-3 0,-1 2 45,1 6 0,-7 4 45,-18 15 45,-12-1 0,-7 2-46,-5-1 1,-4-1 0,-8 6 0,0-3-135,11-12 0,2-1-764,-11 13-2070,30-17 1170,0-2 1709,15-4 0,8-6 0,8-1 0</inkml:trace>
  <inkml:trace contextRef="#ctx0" brushRef="#br2" timeOffset="887782">13055 17285 11311,'-20'-5'3276,"3"0"-2235,-1-1 578,7 2-1169,19-2 90,18 0-585,0 0 0,3 0-585,-2 0 0,-1 1 630,4-2 0,-4 2 0,-12 7 0,-11 4 0</inkml:trace>
  <inkml:trace contextRef="#ctx0" brushRef="#br2" timeOffset="887996">13022 17416 11580,'-15'10'3276,"19"-3"-255,23-8-3021,-3-2 0,3-1-720,7-4 1,-1 0-181,13-5-739,-15 2 1,-2-2-1639,-9 2 2914,14-9 0,-16 3 0,1-1 1</inkml:trace>
  <inkml:trace contextRef="#ctx0" brushRef="#br2" timeOffset="888980">13908 16505 11580,'7'-16'3276,"-1"2"-2774,-3 17-142,-3 21-225,-1 4 0,-2 3-90,1-6 0,-1 2 15,0 7 0,-1 4 0,0-3 30,-1-4 0,1-1-90,-1 8 0,0-2 45,0-9 0,1-4 45,0-2 89,0 1-179,3-20 90,13-39-90,-2 5 0,3-8 0,2-7 0,-5 14 0,0-1 0,0 2-421,2-8 1,0-1 390,-2 8 0,-1-2 0,1 6 30,9-2 0,-1 19-45,1 35 0,-1 14 45,-5 0 0,-2 3 30,0 2 0,0 3 0,-1-4-229,-2-4 1,-2-4 153,0 0 0,0-3-3232,1 1 0,-10-21 2823,5 1 1,-17-31-1,4 2 1</inkml:trace>
  <inkml:trace contextRef="#ctx0" brushRef="#br2" timeOffset="889163">13939 16828 12030,'29'-11'720,"-8"3"-585,6-5 0,1-2-675,5-4 540,-2 0 0,-2-2 0,1-3 0,2-7 0</inkml:trace>
  <inkml:trace contextRef="#ctx0" brushRef="#br2" timeOffset="889480">14314 16478 11670,'-15'-5'2159,"2"2"-1889,11 7 450,6 9-541,1 1 181,5 11 0,0 5-180,-3-2 0,0 0-90,1 1 0,1 2 0,-2 6 0,-1-3-720,1 11-540,-4-19 1,0-1 1169,1 7 0,-2-17 0,-2-13 0</inkml:trace>
  <inkml:trace contextRef="#ctx0" brushRef="#br2" timeOffset="889780">14247 16505 11580,'-2'-14'1170,"6"2"-451,20-6-539,-4 7 90,22-8-90,-9 8 0,0 1-180,9-4 90,-2 2 0,-1 5 0,-8 13-90,-9 8 0,-28 9 0,-9 3 0,-10 7-45,-8 0 0,-2 0-360,13-13 0,1 0-450,-3 2 1,3 0 854,-3 13 0,22-17 0,12-5 0</inkml:trace>
  <inkml:trace contextRef="#ctx0" brushRef="#br2" timeOffset="890146">14884 16760 11850,'-14'-17'2789,"-2"4"-2160,-5 12 1,-11 17-450,7-1-45,6 3 0,2 3 45,4 12-1,0 11-179,10-12-179,13 7 89,-3-25-450,11 10-1979,8-19 1080,-7-1 1439,22-10 0,-19-3 0,11-3 0</inkml:trace>
  <inkml:trace contextRef="#ctx0" brushRef="#br2" timeOffset="890980">15190 16746 11311,'-9'-4'1349,"-9"-3"-630,1 3 181,-18 0-540,7 7-91,-6 11-89,10 12-180,10 7-180,10 0 91,7-9-271,14-7 0,3-12 90,7-6 90,4-15 180,-13 2 0,-2-11 0,-9 9 0,-2 3 0,3 11 0,0 18 90,0-1-90,7 15 0,1-10 0,-2-1 0,4-5 90,2-19-90,-1-8 0,9-23 0,-16-7 0,-8 12 0,-3 1 0,-3-8 0,-6-5 0,0 23-90,3 5 90,8 6 0,8 12 90,19 3-90,0-3 0,-1-1 0,0-4 0,-10 1 90,1 4 0,-7 8 0,-8 20-90,-3-8 90,1 16 0,7-2-90,-2-10 90,11 13-1260,0-24-2107,3-4 3152,1-7 0,-4-12 0,-2-1 0</inkml:trace>
  <inkml:trace contextRef="#ctx0" brushRef="#br2" timeOffset="891230">15860 16573 11490,'-17'-1'2519,"1"1"-2159,24-1-270,7-2-180,29-3-180,-12 0-495,-6 1 1,0-2-2513,2-4 2837,0 0 0,-7-3 0,-11 4 0</inkml:trace>
  <inkml:trace contextRef="#ctx0" brushRef="#br2" timeOffset="891464">15950 16388 11311,'-10'-1'1259,"1"12"-540,3 20-269,4 18-360,3-5 90,2-11 0,1-1-405,1-5 0,1-1-720,1 2 1,1 0 944,1-2 0,2-3 0,7 0 0,2-8 0</inkml:trace>
  <inkml:trace contextRef="#ctx0" brushRef="#br2" timeOffset="892013">16333 16132 11760,'-6'-12'2069,"-1"14"-1259,-1 22-361,0 13 1,0 4-405,2-13 0,1 1-123,-2 7 1,-1 5 0,1-4 257,-1-1 0,1-2-180,-2 15 0,0-2 0,4-17 0,0-2-7,0 0 0,1-4-263,2-10 90,4-35 45,5-17 0,2-9 75,-1 7 0,1-4 0,0-1-102,1 1 0,0-1 1,1-1-1,1 3 102,0-1 0,1 1 0,1 4 15,5-10 0,3 16 451,9 34-451,-14 32 0,-5 13 45,-2-1 0,-1 3 0,-2-10 0,-1 1 0,0-3 0,-1 4 0,0-3-1639,0-8 1,-1-5 818,-7-2 1,-2-18 0,-11-15 0</inkml:trace>
  <inkml:trace contextRef="#ctx0" brushRef="#br2" timeOffset="892180">16334 16455 10681,'7'-2'1979,"-5"1"-1889,18-6-3367,13-8 3264,-10 3 0,17-11 0,-17 7 1</inkml:trace>
  <inkml:trace contextRef="#ctx0" brushRef="#br2" timeOffset="892464">16588 16119 10951,'1'-9'2698,"4"14"-1708,9 27-766,-7-8 1,-1 3 0,1 14 0,-2-1-180,-2-13 0,-1-2-90,0 7 0,-2-2-854,0 6 449,0-9-899,-1 3 1349,-1-21 0,0-2 0,0-3 0</inkml:trace>
  <inkml:trace contextRef="#ctx0" brushRef="#br2" timeOffset="892796">16534 16084 11221,'3'-22'1079,"10"-5"-629,10 3-226,-2 9 1,3 2-90,3 4 0,1 4 0,3 3 0,-1 4-45,13 15 0,-26 25 0,-28 0-90,-7-16 0,-4 0-45,4-8 0,0-2-630,-4 0 1,2-3 674,2 1 0,8-3 0,12-4 0</inkml:trace>
  <inkml:trace contextRef="#ctx0" brushRef="#br2" timeOffset="893380">16903 16375 11221,'-10'-4'3276,"2"0"-1515,9 8-1222,0 15-449,4-1 90,-3 20-45,-3-12 0,-1 1-225,-1 20 0,0-13 0,0 0-180,-3-1-89,1-8 179,8-43-90,6-9 135,2-1 0,1-2 45,5-4 0,7 0-90,-2 20 90,-7 4 90,7 3-180,-7 18 180,-3 5 0,2 17-90,-9-1 90,-2-5 0,0 2-90,1-8-1169,6 4-2018,0-9 3264,6-8 0,-3-10 1,3-2-1</inkml:trace>
  <inkml:trace contextRef="#ctx0" brushRef="#br2" timeOffset="894480">17287 16564 11940,'-14'-10'2879,"6"3"-2790,-4 5 361,6 11-270,1 10 0,3 17-450,6 5 0,4-1-179,5-7 269,-1-17 90,2-9-90,1-14 90,5-14 0,-4-14 0,1-8 90,-11 18 0,-2 0-90,2-11 90,1 2-90,-2 15 90,3 4 0,0 6 0,3 2 0,4-2 0,-4 3 0,10-4 90,-7 4 0,-2 0 90,-1 1 0,-4 2-180,-2 6 90,2 9 0,-4 12-90,-1 17 0,-2-13 90,0 11-90,-2-6 90,1-9 269,0 7-269,11-37 0,2-9-90,3-9 0,-3 0 0,2-1-90,5-7 45,-3 6 0,-1 2-135,4-1 180,-3 17-89,-10 16 89,-2 3 0,-2 6 0,-1-9 0,3 3 0,6-11 0,9-8 0,-3-2 0,8-7 0,-1 3 0,-6 4 0,5 0 0,-11 15 89,-3 12 1,-2-2 0,-5 18-90,0-10 0,4 10-809,3-11-2070,11-5 2879,4-15 0,5-6 0,1-6 0</inkml:trace>
  <inkml:trace contextRef="#ctx0" brushRef="#br2" timeOffset="895330">18159 16403 10771,'-6'-14'2518,"-2"3"-1618,-11-1-720,8 8 90,-11 6 269,-5 22-449,7-3-360,2 5 1,3-1 89,6-3-90,-1 12-270,16-21 450,-3-4-270,14-3 181,-1-14-91,16-15 270,-11 4-90,10-19 90,-19 20-90,7-10 90,-11 32 0,0 6 0,-3 22 0,2-4 0,6-9 0,-3-11 0,6-7-90,2-14 90,-6 4 90,12-23 0,-10 0 0,0 5 0,-2-3 90,-9 22-180,-2 15 89,-6 19-89,-2 12 180,-6 8-90,7-20 450,-1-4-540,10-24 180,8-14-180,12-22-45,-4 9 0,2 0 0,-5 7 0,1 2-45,16-8 90,-20 27 0,-10 25-90,-7 15 90,2 5 45,2-16 0,2-2-45,11 6-1619,14-15 1619,14-28 0,-1-9 0,-18 4 0,1-1 0</inkml:trace>
  <inkml:trace contextRef="#ctx0" brushRef="#br2" timeOffset="895580">18599 15927 11850,'-15'-3'1979,"6"1"-1889,8-1 90,10 0 90,36-6-990,0-2-919,-9 2 1,1-1 1490,8-6 0,-4-4 1,-20 5-1</inkml:trace>
  <inkml:trace contextRef="#ctx0" brushRef="#br2" timeOffset="895846">18752 15742 10951,'-9'-2'1799,"6"13"-1350,4 5-44,6 18 0,3 6-270,-3-10 0,-1 2-105,1 1 0,1 2 0,-2-3-120,0-6 0,-2-2-630,4 21 720,-1-21 0,0-6 0,4 1 0</inkml:trace>
  <inkml:trace contextRef="#ctx0" brushRef="#br2" timeOffset="896380">19129 15648 11490,'-8'-18'1889,"1"5"-1439,7 20 450,-2 26-676,0-3 1,-3 5-75,-1-2 0,-2 3 0,0-3-269,0 4 1,-1-1 163,-6 12 0,-1-3-54,1-2-171,-3 3-180,6-19 90,5-31 0,8-31 120,4 3 0,2-6 1,1 2 59,-1-2 0,2-1 11,2-4 1,3-4 0,0 2-42,0 5 0,1 2 0,0 2-339,-1-3 1,1 0 398,-1 4 0,0-2 0,0 11-210,2 12 180,-7 23 135,-5 24 0,-4 11 0,-1 3 0,-2 1-177,0 1 0,0 0 177,2-1 0,2-2 130,2-17 0,0 0-220,1 0 0,1 0-846,6 13 891,-2-27 0,-2-16 0,-3-7 0</inkml:trace>
  <inkml:trace contextRef="#ctx0" brushRef="#br2" timeOffset="896596">19093 15835 10411,'1'-6'810,"8"0"-631,17-5-808,13-5 629,2-11 0,-4 1 0,-8-6 0</inkml:trace>
  <inkml:trace contextRef="#ctx0" brushRef="#br2" timeOffset="896880">19428 15446 9961,'-11'4'1709,"5"6"-539,5 30-811,1-13 1,0 3-120,-2 3 0,0 4 0,0-3-195,0 0 0,-1-1 90,-2 10 0,-2-1 45,-3 7-270,2-16-720,-3 14 810,5-33 0,2 1 0,0-10 0</inkml:trace>
  <inkml:trace contextRef="#ctx0" brushRef="#br2" timeOffset="897182">19297 15568 10861,'11'-30'180,"9"1"0,5 12-90,-2 3-1,16 9 91,-8 8-180,2 0 90,5 13 0,-20 9 0,-1-4 180,-21 17 90,-19-11-360,-1-1 135,-2-9 0,-1-2-405,-5 2-1369,7-5 1,1-1 1220,4 0 1,8-6-1,11-3 1</inkml:trace>
  <inkml:trace contextRef="#ctx0" brushRef="#br2" timeOffset="897664">19743 15976 11041,'-13'0'1619,"-5"6"-1439,5 4 269,-18 22-269,12 2-90,-5 3 0,15-13 0,4 1-450,2 7 91,0 1-1171,10 0 1440,6-17 0,4 3 0,6-7 0</inkml:trace>
  <inkml:trace contextRef="#ctx0" brushRef="#br2" timeOffset="898729">19905 16083 11670,'-7'-14'2609,"2"3"-2519,-1 11 180,-2 10-1,-7 20-269,4-8-269,-4 23-271,11-17 270,-1 2-360,9 1 181,5-16 269,-1 0-270,10-10 360,-3-11 90,1-3 180,0-13 0,-10-3-90,1 1 90,-8-11-90,-1 14-90,-2-1 180,0 5-180,6 1 0,5 5 0,3-4 90,11 6-90,1 1 0,-1-1 0,10-2 0,-14 6 0,7 4 0,-14 11 0,-5 3 0,-13 30 0,3-15 0,-3 4 0,1 2 90,2-2 89,0 6 1,11-34 0,10-23 0,11-22-135,-9 12 0,1-1-45,-3 3 0,0 1-45,-1 2 0,0 5 45,-1 6-90,-7 18-90,-8 21 90,-3 1 0,2 1 90,7-15 90,4-9-90,12-11 90,7-13-90,-2 3 0,-6 1 0,2-1 0,13-11 0,6 0 0,-10 11 0,-15 13 0,-13 24 0,-9 10 0,0 0 0,-5 18 0,4-15 0,1-2-270,2 2-359,4-22-2648,1 4 2814,5-15 1,-2-2-1,3-3 1</inkml:trace>
  <inkml:trace contextRef="#ctx0" brushRef="#br2" timeOffset="899013">20549 15984 10861,'6'-14'1619,"-2"5"-1439,4 5 270,-5 10 269,3 33-359,-8 6-225,1 1 0,-1 0-90,1-18 0,-1 0 0,0 11 0,1 0-315,1-11 0,0-2-180,0 13-2827,-1 7 3039,-7-44 1,-2-6-1,-6-15 1</inkml:trace>
  <inkml:trace contextRef="#ctx0" brushRef="#br2" timeOffset="899282">20513 16034 10231,'14'-29'1169,"0"5"-989,-2 9 180,8 3 90,6 7-180,14 4-90,2 8-90,-5 21 0,-22 12 0,-11 2-46,-13-9 1,-8-1-45,-8-4 0,-3-1-405,-7 2 1,-3-2 404,5-11 0,-1-2 0,1-3 0,-5-2 0,2-3 0,-1-4 0,1 0 0</inkml:trace>
  <inkml:trace contextRef="#ctx0" brushRef="#br2" timeOffset="899914">13853 17540 10681,'-18'-4'1169,"15"0"-629,27-1 0,21 0-343,-8 0 1,6-2 0,5 1 0,4-2 0,0 1-608,-9 0 0,1 0 1,2 0-1,1 0 1,2-1-1,2 0 0,2 0 1,2-1 328,-13 2 0,2-1 0,1 0 0,2 0 0,1-1 0,1 1 0,1-1 0,1 0 0,0 0 1,0-1-1,0 1 0,1 0 0,-1-1 0,0 1 0,-1 0 13,-2 0 1,0 0 0,1 0-1,0 0 1,0-1 0,1 1-1,-1 0 1,1-1 0,-1 1-1,0-1 1,0 1 0,0 0 0,0-1-1,-1 1 1,0 0 0,0 0 61,0-1 0,-1 1 0,0 0 0,-1 0 0,0 0 0,0 0 0,0 0 0,-1 0 0,1 0 0,0 0 0,1 0 0,-1 0 0,1 0 0,1 0 0,0 0-36,-1 0 0,0 0 0,1 0 1,0-1-1,1 1 0,0 0 0,1 0 1,-1-1-1,1 1 0,-1 0 1,0 0-1,0 0 0,-1 0 0,0 1 1,-1-1-1,-1 1 0,0 1 14,4-2 0,0 1 1,-1 0-1,0 1 0,-2-1 1,1 1-1,-1 0 1,0 0-1,0 0 0,1 0 1,-1 0-1,2-1 0,0 1-58,-4 0 0,1 0 1,1 0-1,0-1 1,0 1-1,1 0 1,-1-1-1,1 1 1,-1 0-1,0 0 0,-1 0 1,0 0-1,-1 0 1,-1 0-1,0 1 102,6-1 0,1 0 1,-1 0-1,0 0 1,-1 0-1,0 1 0,-2-1 1,-2 1-1,-1 0 1,-2 0-1,-2 1-12,9-3 0,-1 1 1,-2 1-1,-5-1 1,-4 2-1,-6 0-319,10-2 1,-21 2 314,-43 6 0,-18 3 0,-4 1 0,-6 2 0,11-2 0,1 1 0,-1 0 0,0-1 0</inkml:trace>
  <inkml:trace contextRef="#ctx0" brushRef="#br2" timeOffset="900546">16620 17503 11221,'-13'-8'1889,"8"-6"-990,24-4-449,19-4-270,0 7 0,6 2-91,-7 3 1,3 1 0,-1 1-60,-3 0 0,-1 1 0,1 1-60,8-1 0,2 1 0,-7 2 30,-12 1 0,-3 2 0,7 0 0,-11 5-90,-33 12 90,4-3-45,-13 2 0,-3 2 45,-4 9 0,0 6-179,38 4 89,8-15 0,4-7 0,4-1-45,2 1 0,-1-1 135,11 6-45,-8-2 0,-8 3 225,-21 7 179,-19 4 1,-10 0-180,-8-3 0,-5-1-60,2-4 0,-3 1 0,3-4-495,0-2 0,2-3 15,2-1 1,7-3-2918,14-5 2457,13-3 1,16-7 0,15-4 0</inkml:trace>
  <inkml:trace contextRef="#ctx0" brushRef="#br2" timeOffset="901264">17100 17174 11580,'-10'-23'569,"0"-1"1,-7-6 0,0 1-300,-6-4-135,5 10 0,-4 3 90,-8 11 0,0 5-135,-16-3 0,1 10 0,-4 11-445,19 4 1,-1 7 0,0 4-1,0 1 1,1 0 376,-4 3 1,1 1-1,1 2 1,-1 4 2,8-7 1,-2 1 0,-1 3-1,1 1 1,2 0 0,3 0 0,5-1-8,1 6 0,3 0 0,5 0 0,2 0 0,2-2 4,0 3 1,1 0-1,6-2 1,11-3 7,6-8 0,9-1 0,6-2 0,3-2 0,0-3 0,-1-3-30,-1-4 0,1-3 0,0-4 0,3-1 0,4 0-290,-2-1 1,6-1 0,2 0 0,3-2 0,-1 0 0,-1-1 0,-3-1 0,-4-1 289,2-1 0,-5-1 0,-1-2 0,0-1 0,3-1 0,4-1 0,3 0 0,1-1 0,-1-2 0,0-3 0,-4-3-212,-4-3 0,-2-4 0,-1-2 0,-1-1 0,-2 0 0,0 2 212,7-4 0,-2 3 0,-2-4 0,-1-7-197,-9 0 0,0-7 0,0-4 0,-1-1 0,-3 0 0,-5 2 0,-4 6 197,-2-7 0,-9 3 0,-3-4 15,-3 9 0,-1-4 0,-2-2 0,-2-1 0,-5 3 0,-3 4-104,-9 1 1,-6 3 0,-3 3-1,-1 1 1,3 1 88,2-2 0,3 2 0,-2 1 0,-5 0 121,1 4 1,-2-1 0,-3 0 0,-2 2 0,-2 4 0,0 5-272,-5 5 0,-3 6 0,-2 4 0,0 3 0,1 0 0,2-1-174,-1-1 0,3 0 1,0 1-1,-1 2 0,-4 3 304,9 1 0,-3 2 0,-2 2 1,-1 1-1,0 2 0,0 0 0,3 0 1,3-1-1,4 1 0,-11 7 1,6 0-1,3 1 0,-3 3 0,3 1 1,0 0-1,0 0 0,0 0 1,0 0-1</inkml:trace>
  <inkml:trace contextRef="#ctx0" brushRef="#br2" timeOffset="922463">30036 9072 8792,'-8'-3'2968,"0"0"-2788,3 0 180,-1 2 0,-2-4-270,3 3 90,-3-4-180,3 2 90,-4-2 0,1 1-90,-2-1 0,-2 0 89,2 1-89,1 1 0,2 0 0,2 1 0,-3 0 0,3 1 0,-4-2 0,3 3 0,-1-1 0,-3-2 0,3 1 0,-6-2 0,7 2 0,-2 0 0,-1 0 0,2 0 90,-6-2 0,6 2 0,-11-2 0,8 2-90,-7-1 0,2 2 0,2 1 90,-11-1-90,3 1 0,-11 1 0,5-1 0,-6 3 0,7-1 0,-9 2 0,16-2 0,-12 1 0,9 0-90,-18 2 90,15 0 0,-11 1 0,-4 3 0,-2 2 0,9-1 0,1-1 0,-3 3 0,-8 6 0,3 9 0,11-7 0,0 4 0,0 4 0,11-6 0,2 2 45,-8 15 0,1 3 0,6 0 0,2 2-45,3 0 0,3-1 0,4-12 0,1 0 45,2 3 0,2 1 0,2-5 0,2 1 0,1 4 0,1 2-1684,3 5 1,1-2 1613,3 5 25,-2-16 0,-1 0 90,4 5-90,0-1 90,7 7 0,8-6-45,-6-12 0,4-1 0,1 0 0,4-3 0,11-2 0,0-3 0,-14-5 0,0-2-45,9 0 0,1-2 45,3-2 0,-3-2 1593,-12 1 0,0-1-1570,6-1 1,3 0-1,-1-1-23,9-4 0,-1-1-263,-8 1 0,0 0 0,1-2 218,9-3 0,1-3 0,-2-1 30,-8 2 0,-3-1 0,0-2-91,6-5 0,0-3 0,-3 0 151,4-7 0,-5-2-30,-11 8 0,-1-2 0,-3-1 75,-1-10 0,-5-2-90,-3-7 0,-5 0 45,-4 2 0,-3 0-30,-2 13 0,-2-1 0,-1 2 30,-8-14 0,-3 3-46,-3 4 1,-6 2-45,1 10 0,-5 3 0,-1 2 30,2 4 0,-2 3 0,-3 2-30,-1 1 0,-3 0 0,0 3 0,3 0-544,-11-1 0,1 3 424,6 1 0,-2 2 0,0 2-960,-1 4 1,1 2 0,1 1-1,7 0 1,1 1 0,-2 0 1079,-9 3 0,-3 2 0,6 0 0,8 3 0,3 1 0,4-1 0,0 0 0</inkml:trace>
  <inkml:trace contextRef="#ctx0" brushRef="#br2" timeOffset="935365">23091 10017 9871,'-6'-11'1799,"1"3"-719,21-3-990,-7 7 89,20-1 1,16 0 0,6-1-120,-11 2 0,6 0 0,3-1 0,1 0 0,-1 0 0,-3 1-366,-3 0 0,-3 0 0,-1 0 0,4 0 0,5-1 315,-6 1 0,6-1 0,4 0 0,2 0 0,1-1 0,0 1 0,-2 0 0,-4 0 0,-4 1 0,-8 0-9,13-2 0,-10 2 0,8-1 22,-7 1 0,8 0 1,4-1-1,3 0 1,-1 1-1,-3-1 1,-5 1-1,-9 1 278,2 0 0,-8 0 0,3 0-233,5 0 1,5 0-1,-2-1 1,-9 1 741,10-3-629,-35 3-90,4-1 0,-5 3-360,0 0-1709,-4-1 2271,-10-4 1,0 0 0,-9-3 0</inkml:trace>
  <inkml:trace contextRef="#ctx0" brushRef="#br2" timeOffset="937882">25059 9748 10051,'4'8'3276,"3"-10"-1605,-5-14-1041,0-16-270,-3-5 0,-1-3-270,1 13 0,0-1-409,1-5 1,-1-5-1,1-3 1,0 0 407,1 4 1,1-1 0,1 0 0,-1-4 0,0-3-63,-1 6 0,0-3 0,0-3 0,0-2 0,0-2 0,0 0 0,0 1 0,-1 1 0,1 2 0,0 3-445,1-8 1,0 3-1,0 2 1,0 0-1,-1-2 1,0-3 417,0 6 0,0-3 0,0-2 0,-1 0 0,1-1 0,-1 0 0,0 2 0,-1 2 0,0 3 15,-1-4 0,0 3 0,-1 1 0,0 2 0,-1 1 0,1 1-349,0-7 1,1 3 0,-1-1 0,-1-4 345,0 6 1,-1-3 0,1-3 0,-1-1 0,-1 1 0,0 1 0,0 3-203,-1-5 1,-1 3 0,0 1-1,-1-1 1,1-2 189,0 6 0,1-2 0,0-1 0,-1-1 0,1 0 0,-1 1 0,1 0 0,-1-5 0,-1 1 0,1 0 0,0 0 0,1 0 0,0 0 0,1-1 0,0-1 0,0 0 0,1 1 0,1 1 0,0 2 0,1 1 0,1 1 0,0 1 0,1 1 0,-1 1 0,1-3 0,0 1 0,0 1 0,1-2 0,1-3 0,0-1 0,1 1 0,0 0-245,-1 6 1,1 0-1,0 0 1,0 2 244,0-9 0,0 2 0,-1-2 0,1 8 0,1-3 0,-1 2 0,-1 2 23,0 0 0,0 2 0,-1 3-23,2-5 0,-2-1 269,0-2 0,0-4 0,-1 7-314,-1 14 1,-1 1 515,0-16 1,-1-3-472,-2-3 0,1 3 1155,1 17 0,1-1-1155,-1-7 0,0-4 0,0 7 0,1 3 1557,0-11 1,0-3-1558,2 16 0,0 1 31,-1-11 0,0-1-31,-1 3 0,1 0 0,-1 0 0,-1-1 0,-2 0 0,-1 1 0,-1-9 0,2 17 0,-2 2-180,-1 1 90,-1 5 0,-7 1 90,-19 21 0,12 1-45,-11 2 0,-4 1 45,8-2 0,-2-1-30,-11 2 0,-6 0 0,3-1-349,0 1 0,-2-1 356,7 0 1,-4 1-1,-3 0 1,2-1-23,4 0 0,1 0 0,-1 0 0,-4 1-7,6-2 1,-3 2 0,-2 0-1,-2-1 1,1 1 0,0 0-1,3-1 37,1-1 0,1 1 0,1-1 0,0 0 0,-1 0 0,0 0-249,-4 1 0,-2 0 0,0 0 0,1-1 0,3 1 0,5-2 234,-8 1 0,7-2 0,0 1-60,1-1 0,1 1 0,1-1-41,-9 3 1,1-1 85,0 1 0,0 0-45,-2 0 0,2 1 90,10-2 0,2 0-45,6-1 0,0 0 0,-5 1 1,3-1 44,7-1 0,-15 1 0,0 1 0,17-3-45,-7 0 0,0 1 45,4-1 0,0 1 564,-4 0-654,11-1 1578,-16 0-1488,-3-2 101,9 1-101,-17-3 0,32 2 0,-31-3 0,20 1 0,-13-2-89,15 1 89,6 1-90,2 3 90,10 12 90,8 32-61,1-10 1,3 5 0,0 4-441,-1-3 1,1 2-1,-1 3 1,1 4 435,-2-10 1,0 4 0,1 2 0,-1 1-1,0 0 1,1 1 0,-1-2-320,-1-1 1,1-1 0,0 1 0,-1-1 0,1 2 0,-1 0 0,2 2 313,-2-2 0,1 0 0,0 2 0,0 0 0,0 1 0,1 0 0,0 2 0,0-1 0,0 1 4,-1-5 1,1 2-1,1 2 1,-1-1-1,1 1 1,0 0-1,-1 0 1,1-2-1,-1 0 1,0-3-1,-1-1-12,2 6 1,-1-2 0,0-2 0,0-1 0,0 0 0,0 2 0,0 2-3,1-2 0,0 4 0,1 1 0,0 1 0,-1 0 0,1-1 0,-1-2 0,-2-3 0,0-4-183,-1 3 1,-1-4 0,0-3-1,-1 0 1,0 3 190,1 6 0,0 0 0,0 2 0,0 0 0,-1 0-3,0-4 0,-1 2 0,0 0 0,0-1 0,-1 0 0,0-2 3,0-1 0,-2-2 0,1 0 0,0 0 0,-1 1-18,2 5 0,-1 1 0,1 1 0,-1-3 0,0-3 30,0 1 0,-1-4 0,2 1-30,0-1 0,0 1 0,1 0 0,0-3-41,1-2 1,-1-4 0,1 2 70,1 6 0,0 1 0,0-1-30,0 2 0,0 0 0,0-3 45,0 5 0,1-1 0,-1 3 0,0-3-45,-3-17 0,1-1 566,0 7 1,1-1-477,4 10 2131,1 3-2131,3-1 1444,-3-11-1444,-1-1 329,-2 1-419,-3-3 0,-3 12 90,-2 0-90,-1-4 0,-1 3 0,1-7 0,0 2 0,0-2 0,0 2 0,0-1 0,1 6 0,0 0 0,1 6 0,1 3-1093,1-13 1,1 0 0,-1-2 1079,1-2 1,0-1 12,2 13 0,0-5 0,1-10-630,2 7-179,2-22-2468,-2-21 2994,-6-25 0,-4-6 1,-5-3-1</inkml:trace>
  <inkml:trace contextRef="#ctx0" brushRef="#br2" timeOffset="945015">23329 10650 9871,'-11'-2'-359,"-6"-1"359,9 1 359,-4-1 271,7 1 1169,-3-1-1439,1 1-180,39-5-180,-17 3 45,18-1 0,7 0-45,1-1 0,4-1 22,-4 1 1,5-1-1,3 0 1,0 0-5,-1 1 0,3-1 0,0 1 0,-1 0 0,-2-1-291,1 1 1,-2-1-1,0 0 1,2 1 272,-3 1 0,3-1 0,0 1 0,-3 0 0,-5 0 45,9 1 0,-1 0-168,-10 0 0,3 1 0,1-1 0,-3 1 123,1 0 0,-2 0 0,1 0 0,6-1 0,1 0 0,-2 0 0,-10 1 0,-1-1 0,-2 1 0,9-1 0,-2 0 0,6-2 0,0 0 0,-10 1 0,-1-1 0,-3 2 0,0 0 0,3-3 0,-3 2 0,-5 0 1031,7-2-1031,-7 3 550,-1 0-550,0 2 0,-1-1 0,-4 2 0,-6-1 0,-8 2 0,1 0 0,-2 1 90,-2 7 0,-2 4 0,-1 19 0,0 11-45,1 2 0,0 7 15,0-12 0,0 3 0,-1 3-175,0-2 1,0 5 0,-1 2 0,1-1 0,-1-3 136,2 1 1,0-3-1,-1 0 1,1 0-1,-1 7 1,-1 2-1,1-2 1,1-8 22,1 3 0,1-8 0,0-10 0,0-4 315,1 3-1,-1-5-89,-1-11-90,0-3-90,-5-4 751,-1-1-841,-9-1 0,4-2 90,-13 2 90,-5-1-135,3 1 0,-5 1-15,-6 0 0,-5 0 0,-1 1-1123,-4 0 1,-3 0 0,1 0 1053,4-1 1,-1 1 0,-2 1 60,-3-1 1,-3 1-1,1-1 1,3 0-195,8 0 1,2-1 0,-3 0 171,-5 1 0,-6 0 0,1-1 0,4 0 0,6 0 0,3-1 0,0 0-30,-4-1 0,-1 0 0,0 0 30,-1 1 0,-1 0 0,4 0-45,1-1 0,0 1 45,-9 1 0,-5 2 0,12-1 0,9-1-45,-14 1 0,-4 1 45,17-1 0,3 0 0,4-1 0,-2-1 0,-13 4 0,5-1 0,20-2 3137,-28 3-3137,32-4 769,-11 0-679,11-1-90,-3 0 90,6 0-90,1 0 0,3 0 90,-2 1-90,-3-1 0,-2 2 90,-11-1 0,5-1 90,-7-1-1,8-3 1,2-3 0,0-31-180,12 5 0,1-6 0,0 3 0,1-3 0,0 1-298,1-11 0,1-3 298,0 11 0,-1-3 0,1-1 0,-1 3 0,1 2 0,-1 4 0,1-4-23,0-5 1,0-4-1,-1 0 1,1 5 22,0 3 0,0 4 0,1 1-101,-1-2 0,1 0 1,-1 4 100,1 4 0,0 3-90,0-13 90,0 10-270,-2 9-180,1 1-52,-1 3 502,0 10 0,-4 6 0,-2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00:21.909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10190 4666 12570,'-4'-9'629,"1"0"91,-2 0 0,1 1-451,1-1-89,6-1 90,28 1-180,-4 4 0,5-1-30,0 2 0,3 0 0,0 0-105,12-1 0,0 1-315,3 0 0,-3 1 91,-3 0-3008,-9 1 2457,-38 7 1,-1-2 0,-15 4 0</inkml:trace>
  <inkml:trace contextRef="#ctx0" brushRef="#br0" timeOffset="283">10534 4600 11041,'-9'2'2788,"0"-1"-2428,2 14 0,-2 24-270,5-12 0,1 4-1,-1 17 1,1 0-45,1-17 0,2-2-45,0 15 0,1-2-719,3 4-900,1 3 1619,-1-10 0,-2-22 0,-2-6 0</inkml:trace>
  <inkml:trace contextRef="#ctx0" brushRef="#br0" timeOffset="516">10256 5191 11400,'-7'7'1620,"10"2"-811,28-9-584,6-3 0,2-2-270,-9 1 0,1-1-270,16-5 0,2-2-1324,-10 0 1,-2 1 1092,-10 3 1,0 0-1,10-5 1,-3 1 0,-5 0-1</inkml:trace>
  <inkml:trace contextRef="#ctx0" brushRef="#br0" timeOffset="950">11080 4816 12660,'-18'-19'3276,"0"3"-1875,-1 13-681,-11 29-541,14-5 1,1 3-135,1-1 0,2 2 90,1 13 0,4 0-225,8 0-180,11 0 1,5-2 89,2-7 90,3-9 0,5-6-90,4-16 0,-1-6 180,12 0-90,1-10 0,-2-8 180,-19-6 0,-6-4 0,1-4 0,-9-3 0,-10 6 0,-7-2 0,-5 5-45,-16-4 0,-7 7-225,-1 4 0,-1 9-900,-1 19 1,4 10-2198,1 24 3122,24-10 1,7 1 0,14 13 0,11-5 0</inkml:trace>
  <inkml:trace contextRef="#ctx0" brushRef="#br0" timeOffset="1385">11653 4675 12390,'-5'-12'2518,"1"3"-1078,1 2-1081,-1 17 91,3 25-315,1-4 0,1 4-75,1-1 0,2 3 0,0-3-60,0 2 0,1-1-45,3 10 0,3-4-135,2-18 0,1-3 180,6 13-90,-1-14 0,3-7 90,23-18 180,-17-3 0,0-7 0,-5-6 0,0-5 0,-3 1-239,1-1 0,-4-3 149,-4 0 0,-3-4 0,-3 1 89,-6-10 1,-4 2-135,4 11 0,-2 0-90,-4-11 0,-3 4-2203,-8 4-451,4 12 2699,-3 14 0,13 20 0,3 9 0</inkml:trace>
  <inkml:trace contextRef="#ctx0" brushRef="#br0" timeOffset="1600">12603 4696 14009,'13'0'3276,"3"0"-3044,-5 1-3509,5 1 2457,-15 2 1,-11-3 0,-16-1 0</inkml:trace>
  <inkml:trace contextRef="#ctx0" brushRef="#br0" timeOffset="2550">10624 1155 10501,'12'-12'3276,"1"1"-1335,-5 4-1761,0 6 360,-12 33-450,0 4-217,-3-3 1,-3 8 0,1-1 186,-1-1 0,0 1 0,1-1-60,-1 0 0,0-1 0,-1 2-30,-1 8 0,0 1 0,2-7 119,2-12 1,1-2-90,-3 19 0,1-17 0,7-36-45,6-16 0,2-8 45,0-2 0,1-5-241,4-8 1,1-5 0,1 1 240,-3 7 0,1 0 0,-1 1 0,0 1 0,1-1 0,0 1-30,1-5 0,2-1 0,-1 9 548,10 1-563,2 28 0,0 9 135,3 23-90,-9 6 0,0 9 0,-2 1 0,-5-7 0,-1 0 0,-1 3 0,1-1 0,1 4 0,0-1 0,-1-3-120,3 13 0,-1-2 30,0 2 0,-1-6-270,-2-13-2698,0 4-219,-13-37 2865,-3 1 0,-18-28 1,0 11-1</inkml:trace>
  <inkml:trace contextRef="#ctx0" brushRef="#br0" timeOffset="2733">10584 1611 11221,'-10'5'899,"3"0"-179,17 0-361,13-9 1,5-2-270,14 1-360,-2-5 1,4-2-1370,-8 0 1,-2 0 1091,-8 4 1,-1-1 0,7-2 0,-2 1 0,-5 2 0</inkml:trace>
  <inkml:trace contextRef="#ctx0" brushRef="#br0" timeOffset="3050">11496 1511 13289,'-18'-16'2339,"6"5"-1709,-14 8-136,-1 17 1,-2 6-360,7-5 0,1 3 15,-6 12 0,-2 7 0,6-1-105,9-3 0,3 0-45,-4 6 0,8 0-90,13-11 0,7-5-630,25 0 360,-2 1-495,-1-19 1,2-7-785,0-8 1,-1-4 1314,0 2 1,-2-3 0,2-4 0,-5-3 0,0-10-1</inkml:trace>
  <inkml:trace contextRef="#ctx0" brushRef="#br0" timeOffset="3384">11891 1517 13649,'-13'-11'3148,"-1"3"-2338,-20 19-495,9 6 0,-1 5-181,-4 6 1,2 4-45,8-3 0,2 2 0,2-1-295,1-3 0,5 0 205,4 6 0,6-3-540,22 10 270,-7-12-269,22 3-631,-13-28 1,2-5 180,13 1-650,0-7 1,0-4 1375,-2-8 1,-11 5 0,-1 0 0,5-10 0</inkml:trace>
  <inkml:trace contextRef="#ctx0" brushRef="#br0" timeOffset="4183">12236 1619 11311,'-9'-13'2608,"4"5"-1798,-3-1 1258,3 3-1618,4 22-90,3 7-270,3 10-45,4-4 0,2 0-315,9 7 135,-5-10 0,3-1-90,3-10 0,0-3 135,9 1-179,18-16 89,-15-16 180,-2 2-45,-13-3 0,-4-3 45,-3-17 0,-6 14 0,-3 0 0,-3-17 0,-7 12 0,7 17-90,12 3 90,7 5-45,12-6 0,1-2 45,2-2 0,-1-2 0,-1-3-90,0-12 90,-9 7 0,-3-7 0,-22 13 0,0 5 0,-12-4 0,5 13-90,-7 1 90,15 7-90,9 1 90,6 1 0,19-2-90,-4-1 90,0 1 0,8 6 0,-13 16 0,-2-4 0,-13 4 0,-3 3 90,-7 20-90,0-2 0,0-14 0,0-1-180,3 7-90,-1 0-1529,11 2-1478,10-22 3129,8 2 1,13-13-1,0-7 1</inkml:trace>
  <inkml:trace contextRef="#ctx0" brushRef="#br0" timeOffset="4683">13402 1492 12030,'-27'-4'2609,"-3"0"-1170,12 1-1079,1 0 539,-7 3 1,-7 9-810,7-1 89,1 4 1,1 3-90,1 12-450,1 16 271,13-13-271,23 5 0,10-22 180,20-3 90,-14-9 0,13-17 90,-22-4 90,4-12-90,-12 10 90,-6-2-90,-6 16 90,7 18-90,8 20 0,-6-8 0,2 1 45,6 6 0,1-3-135,7 4-90,10-5-2069,1-22-1028,-1-7 3159,-11-4 0,-2-3 0,5-15 0,-3-7 0</inkml:trace>
  <inkml:trace contextRef="#ctx0" brushRef="#br0" timeOffset="4967">13826 1508 17697,'-17'9'2698,"-21"18"-2383,12-4 0,1 3-360,1 1 0,1 1-45,4-3 0,5 1-719,10 17-271,16-18 630,0 0-2338,26-8-489,-5-18 3069,-7-4 0,0-3 0,15-14 0,-3-8 0</inkml:trace>
  <inkml:trace contextRef="#ctx0" brushRef="#br0" timeOffset="5567">14078 1507 18057,'-9'8'1169,"-1"6"-899,4-2 180,-10 28-990,8-5-180,4-6 1,3 0-451,12 9 811,3-11-451,20-17 360,4-23 360,-1 1 225,-5-15 0,-3-4 90,-14 10 0,-1-1 45,7-12 0,-2 2 89,-7 1-179,-10 40-90,-5 21 0,-2 7-90,1-3 0,0 4-187,1 2 1,1 7 0,1 2 0,2-3 245,1 0 1,1-3 0,1 4-38,-1 1 1,-1 4 0,2 0-1,-1-5 8,2-4 0,0-4 0,-1-3-30,1 5 0,-2-6 90,-2-7 0,-15-29-90,2-2 0,-20-19 0,-6-7 135,15 11 0,0 0 45,-8-7 0,-4-4 0,6 2-90,9 7 0,8-2-90,19-22 0,14 1-90,-5 22 0,6 2-321,12-6 0,7-3 0,1 3-682,-2 5 1,2 2 0,-3 1 122,4-4 0,-1 2-80,-4 3 1,1 0 0,-11 3 1263,-13 3 0,-10 1 1,-19 6-1</inkml:trace>
  <inkml:trace contextRef="#ctx0" brushRef="#br0" timeOffset="6068">9665 2469 11131,'-28'-6'1799,"-1"-1"-540,22 3-90,18-5-629,15 3 0,8 1-361,-5 0 1,6 0-595,-4 2 1,8-1-1,4 0 1,5-1-1,1 1 1,1 0-1,-1-1 495,-4 1 0,0 1 0,0-1 0,2 0 0,0 0 0,3 0 0,1-1 0,2 1 0,2 0-121,-12 1 0,2-1 1,2 1-1,1-1 1,2 1-1,1-1 1,1 1-1,1-1 1,0 0-1,0 1 1,0-1-1,-1 0 1,0 1-1,-1-1 1,-1 1-1,-2 0 0,-1 0 47,2-1 1,-1 1 0,-2 0 0,0-1 0,-1 1 0,0 0 0,-1 0 0,0 0 0,1 0 0,1 0 0,0 0 0,1 0 0,1 0-85,-1 1 0,1-1 0,1 1 0,0-1 0,2 0 0,-1 1 0,2-1 0,-1 1 1,0 0-1,0-1 0,-1 1 0,0 0 0,-1 1 0,-1-1 0,-2 0 0,-1 1 110,8 0 1,-2 0 0,0 0 0,-2 1-1,0-1 1,-1 1 0,-1 0 0,0 0 0,-1 0-1,0 0 1,-1 0-142,7-1 0,-2 1 0,-2 0 1,0-1-1,0 1 0,1 0 0,1 0 1,2 0 124,-6 0 0,3 0 1,2 0-1,0 0 0,2 0 1,-2 1-1,0-1 0,-2 0 1,-2 1-1,-4-1 0,-4 0 160,10 1 1,-6-1-1,-3 1 1,-1-1-1,2 0-104,2 0 0,2 0 0,-1 0 0,-2 0 0,-4 0 361,2 0 0,-3 0 0,-9-1-163,-3-3 1808,-19 2-2078,0-2 2007,-2 1-5284,1-1 1172,-12-3 2105,-15-1 0,-9-4 0,-11 1 0</inkml:trace>
  <inkml:trace contextRef="#ctx0" brushRef="#br0" timeOffset="7316">16720 1614 9062,'-14'-3'2338,"-2"0"-1258,-2 0 269,-1 1 0,7 1-1169,11 2 135,29 0 0,22-2-203,-15 0 1,5 0-1,1 0 1,2 0-756,-2 0 1,2-1-1,2 1 1,-2 0 0,0-1 664,5 0 0,-2 0 1,1 0-1,1 0-58,-3 0 0,2-1 0,1 1 0,-4-1 1,-5 1-243,8-1 1,-1 1 52,-8-1 0,4 0 1,-2 1-1,-7-1-135,14-2-719,-4-7-900,-45-6 1979,-12-7 0,-16-2 0,-10 2 0</inkml:trace>
  <inkml:trace contextRef="#ctx0" brushRef="#br0" timeOffset="7767">17265 1213 11400,'-11'-12'1530,"-1"2"-631,-11 5-359,-10 11-226,-3 12 1,-2 3-270,12-6 0,1 2 15,-4 2 0,-1 4 0,-1 3 90,-5 6 0,-1 3 0,1-1-213,5-4 1,0-1 0,0 1 84,0-1 0,-1 3 1,1-2-1,4-3-22,-1 3 0,5-4 0,-6 6 181,28-18-181,18-11 0,0 0-45,10-6 0,4 0 45,14-2 0,-4 4 0,3 3 0,-4 5 0,-1 3 18,-7-2 1,0 2-19,11 10 0,2 3-180,-2 0 1,2 0-361,-9-6 0,1 0 1,0-1-151,-4-1 0,-2 0 1,1-2 689,11-1 0,-3-5 0,2-4 0,4-5 0</inkml:trace>
  <inkml:trace contextRef="#ctx0" brushRef="#br0" timeOffset="15767">20957 1047 9871,'7'-8'-269,"0"0"448,-4 3-89,-1-2 270,0-3-180,-6-1-90,1 2 90,-13-2-90,-4 7-90,-1-1 90,-18 11 0,-2 13-90,17-5 0,1 3 0,2 0 0,3 3 90,4 22-90,13-19-90,14 3 180,19-16-90,2-5 0,-5-8 0,-1-3 0,12-14 45,-19 2 0,-2-1-45,4-14 180,-4-2-180,-10 29 0,-5 18 44,-1 31 1,-3 9-45,0-20 0,-1 1-109,2 2 1,-1 4 0,1 2 0,-1-4 108,-1 12 0,-1-2 30,0-6 0,0 3 0,-1-3-83,-2 9 0,-4-5 53,-1-10 0,-1-4 90,-6 3-90,-10-21 90,4-20-180,0 1-990,-8-32-2068,22 2 3148,-4-5 0,15-1 0,4 14 0</inkml:trace>
  <inkml:trace contextRef="#ctx0" brushRef="#br0" timeOffset="16383">21536 1182 9691,'-1'-26'720,"-3"3"0,-6-13-630,2 17 269,-10-1-89,-3 15-270,0 0 180,-22 18-90,21 2 0,2 4-45,-2 5 0,3 2-45,3 3 0,6 1 0,11 1 0,8-2 0,18 7 0,2-10 0,12-21-90,-7-16 90,-2-2 0,-9-6 0,-2-4 0,-4-8 0,-2 0 0,-1 0 0,-5 4-90,-2-4 90,-6 44 45,0 14 0,1 9-45,0-3 0,1 3 0,1 1 0,-2 0 0,1 0 0,0 2 30,2 10 0,1 1 0,-1-5-30,0-10 0,-2-3 45,-2 12 0,-1-6-45,-4-12 0,-13-6 0,-15-17 90,7-2-270,-1-3 0,-1-3-2878,-7-10 3058,4-2 0,9-8 0,19 5 0</inkml:trace>
  <inkml:trace contextRef="#ctx0" brushRef="#br0" timeOffset="16817">22137 907 10141,'-2'-27'540,"0"13"-90,-4-13 179,-3 15-539,-7 4 180,-18 14-180,12 2 0,-15 15 0,22-2-90,2-3 90,21 4-90,10-18 0,17-13 0,-10-13 0,-8-19 0,-21 3-270,-15 5-629,-4 19-2378,4 20 3151,12 3 1,9 9 0,5-7 0</inkml:trace>
  <inkml:trace contextRef="#ctx0" brushRef="#br0" timeOffset="17100">22502 784 10231,'2'-14'674,"-6"36"1,-3 17-555,-2-6 0,-1 5 0,-1 0-1074,1 4 0,1 2 0,-3 3 990,1-7 0,-3 5 0,0 0 0,0 0 0,1-2-321,1-1 1,0-2 0,1-1-1,-1 1 307,0 1 1,0 0 0,0 0-1,1 1 23,0 6 0,1 1 0,1-1 0,2-6 174,2 0 0,3-2-1209,0 0 1,1 3-1,2-7-809,5 6 1799,7-16 0,2-24 0,3-3 0</inkml:trace>
  <inkml:trace contextRef="#ctx0" brushRef="#br0" timeOffset="17433">22548 1819 10501,'7'-16'1979,"-3"4"-1529,-17 17-91,-2 9-89,-17 22-180,15-13 90,3 10-90,17-17 0,14 1-90,15-19 90,3-14 0,-5-19-90,-30 4-270,-30 7-2069,-10 22 540,2 7 1799,15 12 0,18-9 0,1 2 0</inkml:trace>
  <inkml:trace contextRef="#ctx0" brushRef="#br0" timeOffset="39800">12755 4653 10501,'-11'1'3276,"2"1"-1875,4-1-501,0 2-91,1-1 1,18 5-270,25-2-361,8 2-349,-13-7 0,7 0 0,4-1 0,-3 0 260,6 0 0,-1-1 0,5 0-108,-7 0 0,5-1 0,2 1 0,-2-1 0,-5 1-12,4 0 0,-4 0 0,0-1-60,0 1 0,-1-1 0,-6 0-45,-9 1 1,-5 0-46,12-1-90,-1-1-1169,-24-1-1080,-4-3-758,-9-5 3039,-6 2 1,-10-2-1,1 3 1</inkml:trace>
  <inkml:trace contextRef="#ctx0" brushRef="#br0" timeOffset="40333">13092 4454 12210,'-11'2'2339,"-11"8"-2159,5 2 269,-24 16-224,15-11 0,-1 1-180,5-3 0,-1 1 45,-6 2 0,-3 3 0,3-2 0,0-2 0,2-1-90,-4 3 0,0 0 90,4-4 0,3-2-90,8-4 0,-9 5 0,22-7-90,9-1 90,16 1 0,-1-3-90,16 7 90,3 7 0,-17-7 0,2 1-90,5 5 0,0 2-405,-5-3 0,-1 0-405,-2-1 1,-1-1-360,8 5 1259,-2-8 0,-11-7 0,8 2 0</inkml:trace>
  <inkml:trace contextRef="#ctx0" brushRef="#br0" timeOffset="46500">10687 6490 7353,'-20'-4'989,"8"1"-449,-7-2 809,5-2-989,3 2 719,-3-4 361,5 0-451,1 1-449,-2-1-1,5 4-179,-1 21-270,-1 13 0,-1 8 0,1 3-45,0-4 0,1 0-45,0-1 0,0-1-45,1-3 0,0-3-45,1 6 0,0-1 0,1-3 0,3-20 90,9-21 0,5-27-90,4-7 90,-1-2 0,-1 0-45,-7 23 0,0 1 0,9-21 0,2 3-45,1 13-90,12 12 180,-16 21-89,8 19-1,-1 17 0,-6-6 45,-4-10 0,-1 0-45,-1-2 90,5-11 0,-1-20 0,-2-5 0,9-24-90,3-4 90,-11 18 0,0 1 0,14-8-90,-7 33 90,-9 25 0,-6 3 0,-1 1 0,1 11 0,-2-8 0,2 0-630,7 6-359,2 3 449,-1-15-1889,0-17 2429,-4-12 0,5-5 0,0-6 0</inkml:trace>
  <inkml:trace contextRef="#ctx0" brushRef="#br0" timeOffset="47067">11474 6358 12300,'0'-12'2429,"-2"0"-2160,0 14-134,-2 22 0,0 7-45,-2 7-60,0-4 0,0 8 0,-2-1 30,0-8 0,-2 0 0,1 1-130,-1 3 1,-1 1 0,0 0 69,0 0 0,0-2 0,0-2 45,1-3 0,1-3-135,-3 5 74,6-47-119,8-13 0,6-9 45,-1 2 0,1-5 0,1-1 0,0 2-321,0 0 0,0 1 0,2-2 366,1-7 0,3-3 0,-1 0 0,-1 6 0,2 1 0,0 4-15,-3 5 0,0-1 0,1 6 60,16-3-45,-11 53 0,-1 16 45,-4 0 0,-3 6-91,-2-7 1,1 4 0,-1 1 0,-1-2 120,-1 1 0,0-2 0,0 0-60,0 2 0,0 0 0,-1-3-330,2 3 1,0-6 359,1 10 0,-12-39 0,-6-20 0</inkml:trace>
  <inkml:trace contextRef="#ctx0" brushRef="#br0" timeOffset="47283">11407 6678 11760,'38'-12'45,"-11"2"0,2-1-1684,15-8 1,1-2 1464,-12 6 1,-1 0 0,3-3-1,-4 1 1,-3-1 0</inkml:trace>
  <inkml:trace contextRef="#ctx0" brushRef="#br0" timeOffset="47600">11898 6317 11760,'0'-18'1799,"5"13"-1259,10 35-270,-5 8 0,-2 6-181,-3-9 1,-1 1 0,-1 0-180,2 13 0,-3 1 180,-4-10 0,-2 0 0,1-4-45,0-6 0,1-1-282,-3 14 1,1-3-843,2-3-2198,4-22 347,0-19 2930,3-16 0,1-13 0,1-5 0</inkml:trace>
  <inkml:trace contextRef="#ctx0" brushRef="#br0" timeOffset="47917">11987 6221 11221,'-7'-15'719,"1"4"-269,-2-2 0,2 7 89,2 0-89,17 2-270,16 3-90,8 3 0,4 1-45,-14 0 0,1 1-45,15 3 0,0 4 45,-13 5 0,-4 3 45,9 10-90,-30 7 0,-14 3 0,-12-14 0,-7-3-180,0 2 0,-2 2 0,1-4-45,1-5 0,1-2-854,1 0 0,5-3 1079,13-6 0,10-3 0,9-3 0</inkml:trace>
  <inkml:trace contextRef="#ctx0" brushRef="#br0" timeOffset="48285">13526 6523 11670,'-13'-6'2699,"3"0"-2519,10 0 449,24-2-539,-2 3 0,3 1 0,6 0 45,17-1 0,2 1-320,-13 0 1,2 1 161,-4-1 1,5 1-1,1-1 1,-3 1-338,1 0 0,-2 0 1,0 0-181,2 0 0,-1 0 1,0 0 539,13-1 0,-7 0 0,-9-1 0,-15 0 0</inkml:trace>
  <inkml:trace contextRef="#ctx0" brushRef="#br0" timeOffset="48750">13818 6296 12480,'-5'-7'630,"-1"-2"-181,-1 5-179,-17 9-90,-12 13-90,-3 3-45,8 1 0,-2 1-344,6-3 0,0-1 299,0 1 0,1 0 128,-5 4 1,3 0-218,5 0-1,1 10 90,18-18-90,17-3 0,30-1 90,3 3-45,-8-3 0,1 1 45,-8 0 0,-1 2 0,13 7 0,-2 0 0,-17-7 0,0-1 260,18 9 0,2-2-710,-13-10 1,0-3 449,3-2 0,5-1 0,-3-1 0,2-2 0,-1-2 0,5-4 0,1-1 0</inkml:trace>
  <inkml:trace contextRef="#ctx0" brushRef="#br0" timeOffset="49716">14683 4461 9242,'1'-11'1259,"3"-6"-899,-3 7 179,4-8 181,-1 11-180,7 21-180,-5 29-226,-4 0 1,-1 5-180,-1-5 0,-1 1-540,-1 7 1,0-3 44,3-4-1798,4-3 2338,-2-28 0,1-2 0,0-5 0</inkml:trace>
  <inkml:trace contextRef="#ctx0" brushRef="#br0" timeOffset="50200">14719 4427 10771,'-2'-10'1889,"9"3"-1799,-1 5 270,35 1-181,5 1-134,-12 0 0,2 2 0,1 2 0,-2 2-45,7 4 90,-3 14-90,-36-1 0,0 0 0,-14-2 0,-5 0 0,-4 3 0,0 2 0,0 1 0,5 4-180,9 17 180,11-24-180,10 9 91,-7-3 89,-5-8 0,-15 17-90,-22-12 45,6-10 0,-2 0-1485,1-2 1,1-3 1529,-16 5 0,25-10 0,17-6 0</inkml:trace>
  <inkml:trace contextRef="#ctx0" brushRef="#br0" timeOffset="50500">15455 4508 11670,'-4'-20'1709,"0"5"-989,1 0-630,5 19 270,2 29-270,1 7-135,-2 7 0,0 2-405,-2-17 0,1 0-1189,-1 13 1,1-2 1490,3-3 0,-1-11 1,0-18-1</inkml:trace>
  <inkml:trace contextRef="#ctx0" brushRef="#br0" timeOffset="50966">15423 4486 11580,'-8'-10'1889,"-1"0"-1709,14 3 180,29-1-315,-8 4 0,3 1 0,-1 1 0,1 1 0,12 0 0,-2 2 45,-1 3 0,5 10-90,-48 9 0,-11-4 0,-6-1 0,-10 7 0,8-7 0,4-1 90,7 6-180,6 5 0,15 6-90,16 5 180,-5-14-90,-2 13 90,-39-1 0,5-15 0,-4 1-90,-9 5 0,-2-2-945,5-6 1,1-3 1034,-7 5 0,32-14 0,15-8 0</inkml:trace>
  <inkml:trace contextRef="#ctx0" brushRef="#br0" timeOffset="51616">15901 4720 12030,'8'-9'3148,"0"-2"-2788,-10 14-90,-7 17-180,0-3 0,-3 24-450,14-15 270,3 0-180,13 1-90,10-16 181,9-6-1,-2-15 180,-13-4-90,-12-18 0,-18-1 90,0 0-45,-8 8 0,-2 2 45,-3 0-90,-9-7 0,32 15 90,12 6 0,9 4 0,22-4 0,-17 2 45,3 0 0,-1 0-135,-1 1 90,11 0 90,-14 16-90,-8-1 0,15 22 0,-16-8 0,0 1 0,4 2 0,2 0-225,10 8 0,1-2-225,-8-13 1,-1-2 269,-2-3 0,-1-2-2878,15-3 3058,-21-10 0,5-3 0,-7-2 0</inkml:trace>
  <inkml:trace contextRef="#ctx0" brushRef="#br0" timeOffset="51849">16444 4644 11400,'-6'2'2429,"-3"10"-2249,3 8-90,-10 22-1529,-3 4 1439,9-18 0,0 1 0,0-4 0,2-1 0,-2 12 0</inkml:trace>
  <inkml:trace contextRef="#ctx0" brushRef="#br0" timeOffset="52634">16798 4784 11940,'-9'-9'2519,"0"-1"-1890,6 4-359,10-3 0,13-1-180,0 2 45,4-1 0,1 1 45,7-5-135,-8 0 0,-2-1-45,-1-10 0,-11 2 0,-22-1-90,-11 14 90,0 0-45,-4 16 0,-1 6 45,-4 11-135,7 8 0,4 3 45,15-9 0,7 0 0,8 12 0,9-3 45,3-14 0,4-4 0,-2-1 0,1-4 45,4-6 0,2-6 0,-3-5 0,1-3 0,6-4 0,1-4-30,-8-5 0,1-4 0,-4-1 30,0-5 0,-4-3 0,1-10 0,-6 1 0,-10-6-90,-7 14 90,-4 32 0,7 31 0,6 10 0,6-8 0,3 0 0,0-8 0,1 0 0,6 7 0,-2-2 0,2 5 45,-20-7 0,-8 0-45,-23 3-225,3-7 1,-2-1-226,-8-1 450,-1-2 0,33-20 0,-1-1 0</inkml:trace>
  <inkml:trace contextRef="#ctx0" brushRef="#br0" timeOffset="52967">18851 4535 12390,'5'-11'2698,"-7"1"-2068,-30 13-450,0 9 0,-4 6-90,-2 4 0,1 2-45,0 0 0,5 1-45,9 3 0,9 0-540,20 16 45,3-21 1,6-2-1081,15 0 1,8-6 1574,2-7 0,2-6 0,-2-2 0,-1-2 0,-4-5 0,-1 1 0</inkml:trace>
  <inkml:trace contextRef="#ctx0" brushRef="#br0" timeOffset="54116">19243 4606 11670,'-6'8'1350,"-6"1"-631,-9 5-359,-7 6-180,9-2 0,2 2 0,-4 18-315,15-11 0,5-1 45,5 4-270,20 8 180,2-25-90,16-4 90,-1-23 270,-9-14-90,-12-2 90,-18-16 0,-10 12-90,0 1 90,-5 0-90,7 17 0,6-7 0,10 8-90,3 3 180,16-2-90,-1 0 0,0 1 0,11-11 0,-13 2 0,3-8 0,-10 3 0,-11 10 0,-6 7 0,-1 4-90,0 11 90,10 8-90,-3 2 90,14 7-90,6 0 90,-8-5-90,10 9 90,-13 4 0,-6-9 0,-6 18 0,-11-12 0,-3-1 0,-1 7 0,1-2 0,1 0 0,6 7 0,0-9 0,9 11 0,14-17 0,-7-6 0,19-1 90,5-30-90,-13 0 0,0-2 0,-2 0 0,-1-3 0,6-15 0,-2-4-465,-10 4 1,-1 0 419,0 1 0,0-1-229,-3-10 1,-4 3 273,-5 7-90,-5-13 0,-5 36 90,-3 7 0,4 13 791,5 3-791,11-2 506,11 0-506,-2-4 0,19 0 0,-23-4 0,15 2 90,-16 5-90,-3-2 90,-2 11-90,-12 16 89,1-9-89,-2 0 0,1 2 0,5 15-449,2 4-2610,12-1 901,-4-25 2158,4-6 0,-2-11 0,1 0 0</inkml:trace>
  <inkml:trace contextRef="#ctx0" brushRef="#br0" timeOffset="54517">20311 4737 13919,'24'-3'1259,"8"-4"-1079,-1-5-180,-4 0-90,-4-24-90,-17 11 45,-6-2 1,-5 2 44,-17 6 45,-6 19 0,0 7-45,-8 14 90,7 9 0,5 5-90,12 11 90,8-15 0,4-1 0,7 8-45,11-16 0,5-5-45,-2-6-180,3-2 0,1-4-3007,23-14 348,-11-1 2929,-12 1 0,0-3 0,6-9 0,2-4 0</inkml:trace>
  <inkml:trace contextRef="#ctx0" brushRef="#br0" timeOffset="54816">20969 4623 12210,'-19'-4'3238,"-3"-2"-2158,-8 4-541,-9 9-449,4 3 90,9 5 0,1 4 0,6 2 0,2 3-270,-2 6 0,4 2-225,5-2 0,7 0-450,10-3 1,6-3-1934,22 2 1169,2-12 1529,-9-16 0,0-5 0,5-7 0,-7 2 0,-1 1 0</inkml:trace>
  <inkml:trace contextRef="#ctx0" brushRef="#br0" timeOffset="55067">21140 4150 11131,'-6'-23'899,"1"4"-719,0 23 180,-3 20-151,-2 11 1,-1 11 0,-1 0-120,2-5 0,0 0 0,-1 4-746,2-3 1,-2 5-1,1 1 1,-1-2 0,3-4 450,-1 0 0,1-5 1,1 2 234,-1 5 0,1 1 0,4-5-508,8-7 0,1-5 28,3 15-1186,7-20 0,4-7 1636,14-22 0,-4-3 0,2-4 0,1-6 0,-1 0 0</inkml:trace>
  <inkml:trace contextRef="#ctx0" brushRef="#br0" timeOffset="55266">21243 4559 10681,'-20'11'1169,"6"-2"-809,12 5 0,31-5-1440,12-7 1,9-4 1079,-7-2 0,3-2 0,2-1 0,-8 2 0,1-1 0,0-1 0,0 1 0,2-3 0,0 1 0,0-1 0,-1 1 0</inkml:trace>
  <inkml:trace contextRef="#ctx0" brushRef="#br0" timeOffset="55983">22651 4600 11490,'-18'-3'2429,"-5"3"-1889,-4 7-450,4 1 269,-14 18-89,11 3-360,0-1-359,5 17-1,23-20-180,13 12 270,9-21 1,11-15 269,-15-6 0,-1-15 90,-22-22 90,-3 5-45,-1 8 0,-1 1-45,-3-4 0,8 4 90,17 8-90,15-1 90,6-1-90,6-5 90,-10 2-1,-7 1 1,-8 2-90,-7 9 0,-1 0 0,3 6 0,8 5 0,6 8 0,8 10 0,-2 15 0,-19-9 0,-3 2 0,-2 3 0,-3 0 0,-3 16 0,-4 6 90,6-8-539,5 6-1190,5-23 1,2-3 1108,8 0 0,18-5 0,-10-11 0</inkml:trace>
  <inkml:trace contextRef="#ctx0" brushRef="#br0" timeOffset="56483">23880 4471 12930,'-9'-6'1709,"1"9"-1170,-2 32-269,1 9-135,0-1 0,0 0-135,4-18 0,0-1 0,-2 12 0,0-2-90,2-5 0,0 6 0,3-17 90,12-27 0,4-12 0,0-4 0,12-16 0,-1-1 0,2 1 0,-9 18 0,1 2-45,5-5 0,0 6 45,13 13 0,-13 36 0,-14 18 0,-7-14 0,-2 0-270,1 15-854,4-21 0,4-3-2153,15-1 2769,5-7 1,9-18-1,-8-3 1</inkml:trace>
  <inkml:trace contextRef="#ctx0" brushRef="#br0" timeOffset="57134">24476 4620 12120,'-19'-5'3058,"-3"3"-1618,-26 10-1081,12 4-119,9 5 0,-3 5 0,4 0-195,3 3 0,2 1-195,1 1 0,-2 3 0,6-3 60,-1 15-180,14-2-359,19-18 449,1-7-90,11-11 180,-10-25 0,-6-21 90,-8 0 0,-3 6-90,-2 11 90,2 12 0,-1 1 0,7 2 0,13 3 0,21-7 0,-9 5 0,1-1 0,-6 2 0,0-2 0,4-4 0,3-2 0,-4-1 0,-3-2 0,0-5-23,-1-2 1,4-6-1,0-2 1,-4 2 22,-4 4 0,-3 0 0,0 0 0,6-11 0,0-1 0,-5 5-90,3-6 90,-13 29 0,-21 53 0,1-12 0,-3 6 0,0 2 0,1-3 0,-1 2 0,1 2 0,-1-1-129,0 5 1,0 1 0,0 0 0,2-2 128,-2 6 0,2-1 0,5-3-540,4-6 0,2-2 1,6-5-1100,7-3 1,5-5 1287,23 5 1,8-31-1,-8-13 1</inkml:trace>
  <inkml:trace contextRef="#ctx0" brushRef="#br0" timeOffset="57317">25111 4499 12210,'-12'-16'3058,"5"7"-2158,-1-3 539,6 7-1349,37 8-1664,-5 1 0,2-1 809,1 3 1,2-2-875,15-2 1,-2-3 982,-9-4 1,-9-2-1,0-2 1,1-5 0</inkml:trace>
  <inkml:trace contextRef="#ctx0" brushRef="#br0" timeOffset="57483">25476 4755 12570,'9'23'-990,"-2"-4"990,-16 1 0,-11-15 0,-26-10 0</inkml:trace>
  <inkml:trace contextRef="#ctx0" brushRef="#br0" timeOffset="59267">9853 7685 9332,'-3'-13'3276,"-3"-1"-2415,2 4-51,5-5-630,12 6-45,10-3 0,11 0-791,2 2 1,9 0-1,4 0 1,1 0 0,-5 1 546,-4 0 0,-4 1 0,1 0 1,7-2 21,-6 3 1,4-1 0,3 0 0,3 0 0,2-1 0,0 1 0,0-1 0,-1 2 0,-2 0 119,1 0 1,0 1 0,-1 0 0,0 1-1,1 0 1,-1-1 0,2 1 0,0 0-192,-6 0 0,2 0 0,0 0 1,0 1-1,1-1 0,0 0 0,-1 0 1,0 1-1,-1 0 0,-1-1 169,4 1 0,0 0 1,0-1-1,-1 1 0,-1 0 1,-1 0-1,0 1 0,-2 0 4,8 0 0,-1 0 0,-1 0 0,-1 1 0,-4 0 0,-4 0 75,6 1 0,-6-1 0,0 1 60,2-1 0,0 1 0,-8-1 1607,6 0-1757,-41 1 1904,-27-1-1814,11 1 3186,4-1-3070,2-3-206,5 1 180,-4-8 0,0-7-180,3 0 45,3-12 0,5-7-45,7-4 0,4-5-391,-3 11 1,2-1-1,0-4 1,2-1 390,-1 6 0,1-2 0,1-2 0,1 0 0,-1-1 0,0 0 0,0-2 0,0-1 0,0 0 0,0 0 0,0-1 0,-1 0 0,0-1 0,0-1 0,0 0 0,-1 0 0,0 2 0,-2 2 0,2-8 0,-1 3 0,-2 0 0,-1 0-23,-4-2 1,-1-1-1,-2 1 1,0 5 19,-2 9 0,-2 4 1,1-3-28,-1-12 0,-1-3 0,-1 5 30,-1 5 0,-1 5-45,1 8 0,0 3-135,0 0 0,1 8-90,2 8 1651,-33 16-1426,0 2 0,-7 2 45,8-3 0,-5 1 0,-3 1 0,-3 0 0,-2 0-469,4 0 1,-2-1 0,-2 1 0,-2 0 0,-1 1 0,0-1 0,0 0 436,7-2 0,-1 0 1,0 0-1,-1 0 0,0 1 1,-1-1-1,0 0 0,-1 0 1,-1 0 22,4 0 1,-2 0 0,-1 0 0,0 0 0,-1 0 0,0 0-1,0 0 1,1 0 0,0-1 0,0 1 0,2-1-187,-4 1 1,0 0 0,1 0 0,0-1-1,1 1 1,0-1 0,1 0 0,1 1-1,0-1 183,-1 0 1,1 1 0,0-1 0,1 0 0,0 0 0,2 0 0,1 0-1,2 0-82,-11 1 1,2 1-1,2-1 1,4-1 0,4 0-42,-12 3 0,8-1 45,15-4 0,5 0-90,-1-1 2653,10-2-2563,4 0 2649,-2-1-2649,-1 0 217,-1 0-127,3 0 0,1 3 0,1 20-45,4 0 0,1 8 45,2 2 0,1 6 0,0 4 0,1 1-386,0-4 1,-1 2-1,1 1 1,0 2-1,1 3 386,0-9 0,0 3 0,1 2 0,-1 2 0,1 0 0,0 1 0,1-1 0,-1-2 0,0-2-267,0 3 0,1-2 0,-1-2 1,1 1-1,-1-1 0,2 2 0,-1 0 267,1 1 0,0 1 0,0 2 0,0 0 0,1-1 0,0-2 0,0-2 0,-1-5 22,3 8 1,0-5 0,0-2-1,1-1 8,2 8 0,0-2 0,-1-7-30,4 9-1079,-6-23 539,-8-32-1708,0-3 2248,-1-21 0,0 2 0,2-7 0</inkml:trace>
  <inkml:trace contextRef="#ctx0" brushRef="#br0" timeOffset="61583">15224 6617 8702,'-2'-24'900,"-1"9"-451,-2-17 451,-1 1-181,-2-5 1,-3-5-630,4 20 270,-2 3-90,-1 30-181,2 10 1,2 6-45,0 5 0,2 3-15,1 2 0,1 2 0,1-3-30,1-3 0,1-2 45,1 6 0,0-2 45,1 2-90,0-12 90,0 4-90,2-36 0,0-16 0,2-10 0,-2-5 0,1-7 0,-1 9 0,2-2 0,0 0-200,0-2 0,1-1 0,0 1 170,-1 3 0,1 1 0,-1 3-15,3-2 0,-1 9 45,2 16 0,0 18 0,-3 6 0,-2 19 0,-1-11 600,1 5-690,-1-11-90,10-6 1,5-17 89,5-5 0,2-2 90,10-6-45,-9 3 0,1 0-45,12 2 90,-13 5-90,13 7 90,-22 25 0,-2-4-45,-9 4 0,-2 3 45,-1 14 0,0-8 0,2 2 0,0-7 0,2-1-810,11 5 1,3-4 809,20-4 0,-16-13 0,0-5 0,17-9 0</inkml:trace>
  <inkml:trace contextRef="#ctx0" brushRef="#br0" timeOffset="62200">16062 6511 10591,'-8'4'989,"2"0"-899,18-5 0,-3 0 270,39-10-270,-21 2 0,1-2 0,5-3 0,-1-1-90,-5 2 0,-3-3 90,6-23 0,-37 3-90,-20 3 0,4 22 0,-4 9 0,-9 19 0,3 8 0,10-7 0,5 4 0,-4 12 0,9 4 0,18-1 0,5-3 0,2 13 0,7-9 0,7-3 45,9-14 0,2-6-45,-13-1 0,3-4 0,10-4 0,6-3 0,-5-4-513,10-11 513,-10-2 0,4-4 0,-3-3-471,-11-4 0,-4-2 1,0 0 470,2 3 0,0 0 0,-3-6-23,-4-8 1,-4-8-1,-2-1 1,-4 5-8,-4 6 0,-4 3 0,0-5 30,-2-1 0,0-5 0,-2-2 0,0 3 0,-2 6-45,-1-12 0,-6 11 45,-8 12 0,1 14 0,8 43-83,5 2 0,2 9 1,4 3 82,4 1 0,4 4 0,1 0 0,0-2-55,-3-9 0,0-2 0,1 1 0,1 3 70,2-2 0,2 5 0,2 2 0,-1-2 0,0-3 0,-1-6-15,5 11 0,1-4-30,1-3 0,3 0 0,-1-10-452,10-11 482,4-18 0,-15-27 0,-9-21 0</inkml:trace>
  <inkml:trace contextRef="#ctx0" brushRef="#br0" timeOffset="62400">16720 6468 10321,'27'4'539,"-1"-8"1,5-2-450,8-4 0,3-3-600,-3 1 1,3-1-1,-4 1-749,-1 0 1,-1 1 1258,5-2 0,-6 2 0,-10 4 0,4-2 0</inkml:trace>
  <inkml:trace contextRef="#ctx0" brushRef="#br0" timeOffset="63183">17100 6795 10141,'0'12'450,"0"4"899,-1-2-629,0-1 269,1-3-719,7-10 0,8-11-135,8-10 0,2-5-225,5-7 30,-10 7 0,1-5 0,-3-1-165,-4-11 0,-4-1 135,0-1 0,-3-1-45,-6-3 0,-7 6 45,-16 8 90,0 17-89,-3 35-91,21 16 90,13 8-45,13-15 0,8-6 45,9-6 0,4-7 30,-7-4 0,2-4 0,-2-2 15,8-3 0,-4-4 45,-3-4 0,-6-1 0,-8 1 0,-10 2 0,-12 24-90,0 12 90,-1 4 0,3 0 0,2 2 45,1-4 0,1-2-45,0 2 0,0 1 0,6 6 0,0-3 0,2-3 180,14 11-180,-14-27 90,15-8 0,-16-8-90,21-18 0,-6-11 0,1 1 45,-13 8 0,-2-2 45,3-8 0,-1 0 0,-7 20 0,-11 29-45,-2 10 0,0 4-45,1 1 0,1 3 45,4 9 0,2-2-135,4 5-225,3-20 0,3-5-2923,11-12 3238,0-4 0,2-18 0,-10-7 0</inkml:trace>
  <inkml:trace contextRef="#ctx0" brushRef="#br0" timeOffset="63418">18062 6099 10771,'-2'-9'1889,"0"-3"-1439,1 4-1,1-1-539,-1 1-899,1 2 989,-2 0 0,2 3 0,-1 1 0</inkml:trace>
  <inkml:trace contextRef="#ctx0" brushRef="#br0" timeOffset="63733">18615 6416 11400,'-2'-12'2069,"-10"11"-1799,-13 15 0,-2 7-180,-7 6 0,0 5 0,3 5 45,12-1 0,5 0-135,2-10 0,2 1 45,2 17 0,13-1-135,15-19 0,8-5-225,8 3 0,2-2 180,-2-6 0,3-6-812,-2-8 0,2-4 0,-2-3 947,10-8 0,-1-2 0,-10 3 0,0-1 0,1-1 0,-3-2 0,0-1 0,0 1 0</inkml:trace>
  <inkml:trace contextRef="#ctx0" brushRef="#br0" timeOffset="64667">17235 7772 11131,'4'-10'809,"1"-9"-179,-1 6 89,-2-10-359,-11 12-270,-3 2 180,-28 11-180,12 4 0,-2 2 0,-3 4 0,2 3-90,1 1 0,9 4-135,23 9 0,9 0-45,14 6 0,7-8 0,5-2-180,-2-3 1,-2-2 269,-9-5 0,-1 0-45,8 4 0,-6 2-135,-23 13 360,-25 4-45,-9-9 0,-4-2 0,9-10 0,0-2-45,-11 2 0,3-2-990,3-2-2287,12-5 3129,10-5 1,24-10-1,10-6 1</inkml:trace>
  <inkml:trace contextRef="#ctx0" brushRef="#br0" timeOffset="64900">17632 7926 10591,'5'-17'2249,"-2"5"-2159,0 11 90,-3 12-1,-2 12 1,0 4-539,-1 19-1280,1-10 1,1-1-662,1 1 2300,2-7 0,-1-21 0,0-1 0</inkml:trace>
  <inkml:trace contextRef="#ctx0" brushRef="#br0" timeOffset="65150">17649 7452 11850,'-7'-16'900,"1"2"179,1 5-2248,2 3-2108,0 9 2814,3-1 1,2 10-1,0-6 1</inkml:trace>
  <inkml:trace contextRef="#ctx0" brushRef="#br0" timeOffset="66017">18043 7759 12750,'5'-12'2338,"0"0"-988,-4 5-1170,-13 39-91,1-3 1,0 3-180,-3 9 1,0 2-226,0 3 0,1-3 135,2 3-270,7-9 90,12-29 1,21-25 224,-6-8 0,1-6 90,4-8 0,0-1 0,-2 2 0,-3 0-45,-4 8 0,-2 6 0,2 11 90,-2 22 0,-3 16-90,0 14 90,-4-17 0,1 2-180,3-14 0,1-6-359,25-17 359,-8-5 90,-7 2 0,-2 0 0,2 0 90,-6 4-90,-4 23 90,-7 1 0,4 9 0,1 3 0,3 10 0,-1-9 0,2-2 0,2-1 0,10-6 0,6-22 0,-5-6 0,2-10 0,-2-4 0,3-11 45,-10 7 0,-2 3 45,-5 6-90,-1 11 90,-9 33 0,1 3-45,-3 5 0,0 0-45,0 2 0,0-4 0,3-2-540,8-1-899,4-4-180,-1-11 1619,-3-18 0,-7-7 0,2-4 0</inkml:trace>
  <inkml:trace contextRef="#ctx0" brushRef="#br0" timeOffset="66251">18828 7535 11041,'-6'-10'2608,"0"1"-2158,1 2-450,1 1 0,2 4 0,0 0 0</inkml:trace>
  <inkml:trace contextRef="#ctx0" brushRef="#br0" timeOffset="66567">19253 7543 11041,'-2'-27'1709,"1"10"-1080,-2-8-269,6 46-180,2 27-120,-2-12 0,0 6 0,0-3-338,0 4 0,0 0 188,0 2 0,-1 4 0,1-6-405,-1-8 1,2-2-1145,2 13 1,2-3 1006,4 1 0,9-11 0,-4-23 0</inkml:trace>
  <inkml:trace contextRef="#ctx0" brushRef="#br0" timeOffset="67333">19761 7872 11670,'0'-26'1440,"-7"5"-901,-17 10-359,-10 14-90,4 4 90,-11 20-90,15 7-630,1 9-179,17-5 449,12-16-630,18-12 181,3-14 539,-1 1-270,9-15 360,-15 0 90,0 0 180,-1-8-90,-12 18-90,4 8 90,-4 18-90,1 4 90,6 14-90,2-9 0,0-1 90,13-2 0,-5-21-90,22-13 0,-15-6 0,-9-2 0,0-5 45,-3-8 0,-3-1 45,7-10 0,-8 8 0,-4 0 449,-8-6-449,-1 14 270,-6-5-360,7 34 90,15 1-90,0 3 0,26-2 0,0-10 0,1-1 0,-18 4 0,0-1 0,21-4 0,-2 1 90,-10 2-90,-10 2 180,0 7 0,-16 24-90,-2-6-45,-2 2 0,1 4 44,8 10 1,3-1-90,-8-12 0,3-1 0,10 17 0,8-5-720,9-21 1,1-6-226,-12-1 1,2-1 817,4-4 0,3-2 0,-2-4 0,1-5 0,0-2 0,9-3 0,0 0 0</inkml:trace>
  <inkml:trace contextRef="#ctx0" brushRef="#br0" timeOffset="67583">21523 7319 11760,'5'-17'1439,"-15"46"-1214,5-2 0,-1 5-15,0 8 0,-1 7 0,1-4-1322,0 3 1,2 0 1201,1-7 0,2 3 0,1-3 45,3 6 0,2-3-90,-3-10 0,2-2-90,1 10 0,3-5-3232,10-10 0,-7-9 3230,7-5 1,-11-21 0,-2-3-1</inkml:trace>
  <inkml:trace contextRef="#ctx0" brushRef="#br0" timeOffset="67783">21480 7734 14099,'13'-6'540,"8"-2"-540,25 0-1035,-9 1 1,2-1 359,-8 3 1,0 0 674,14-4 0,-4 0 0,-6 1 0,-10 2 0,0 0 0</inkml:trace>
  <inkml:trace contextRef="#ctx0" brushRef="#br0" timeOffset="68085">22013 7702 12210,'-12'10'2069,"-7"7"-1440,1 9-449,1-3 90,7 3 0,3 3-180,5 15-270,6-10 0,5 0-270,18 8 361,3-14-181,15-29 225,-24-12 0,-1-4 135,18-11 89,-17-7 1,-6-3 0,-15-1-45,-9 5 0,-5 4-135,-8 9-2159,-25 5 2159,27 23 0,0-2 0,11 1 0</inkml:trace>
  <inkml:trace contextRef="#ctx0" brushRef="#br0" timeOffset="71216">23620 7338 9871,'4'-10'1260,"0"-1"-361,0 1-629,-1 29-90,-5 31-180,1-23 0,0 4-332,-2 5 1,-1 5-1,0-2 377,1 10 0,-1-2-45,0 0 0,1 2 30,2-8 0,1 2 0,1-5-115,0-9 1,1-1-1401,1 13 1,1-3 1484,-1-8 0,-1-13 0,-3-15 0</inkml:trace>
  <inkml:trace contextRef="#ctx0" brushRef="#br0" timeOffset="71750">23533 7489 10591,'23'-18'540,"11"-2"-406,4 5 1,7 0-45,2 1 0,1 3-313,-14 3 0,-1 0 1,0 3 267,9 0 0,-6 4 201,-4 4-156,-22 23 0,-38 9-90,2 2 0,-5-10 0,-4-1 63,10-8 0,0 0-63,-2 1 0,1 0 0,-8 5 0,35-12 0,14-12 386,5 1-386,5-3 0,-11 4 0,1 1 0,-1 21 0,-8-2 0,3 13 0,1 2 0,0 2 0,0-4 0,4 0-45,1-12 0,1-3-135,7 9-675,0-9 1,2-4 854,15-11 0,6-2 0,3-9 0</inkml:trace>
  <inkml:trace contextRef="#ctx0" brushRef="#br0" timeOffset="72150">24472 7551 10681,'-3'-17'1979,"1"5"-1170,-24 49-539,6-2-120,4 2 0,-2 8 0,4-3-60,4-3 0,3 1-981,3-1 1,2 2 0,4-6 890,10 10 260,3-24 1,5-5-351,6-14 1,2-5 89,12 1 0,-5-7 0,-1-9-45,-8-13 0,-4-4 45,-4 11 0,-3-1 0,-2-9 0,-3-6 0,-8 2 0,-20-6 0,-11 3-781,10 12 1,-2 1 0,-1 2 825,-12-9 0,-3 9-225,-1 14 0,2 11-36,1 15-594,3-1 752,23 20 1,21-13 0,10 11 0</inkml:trace>
  <inkml:trace contextRef="#ctx0" brushRef="#br0" timeOffset="72467">25388 7470 11940,'8'-26'1889,"-8"6"-1079,-23 10-586,-5 22 1,-5 11-105,5 1 0,0 5 0,2 1-292,-1 2 1,1 3 0,5 2 216,6-3 0,3 4 0,2-1 0,6-1-15,6-1 0,5-2 0,2 0-30,0 11 0,9-4-180,9-14 0,7-4 0,1-5-315,8-6 1,5-6-326,-7-1 1,5-2 0,2-2 0,-4-2 521,1-3 0,-2-4 0,0-2 0,-4 1 0,1-3 0,-2 0 0,-2-1 0,-2-4 1,-1 1-1,1-1 0</inkml:trace>
  <inkml:trace contextRef="#ctx0" brushRef="#br0" timeOffset="73033">26832 7490 12030,'0'-18'2878,"1"-3"-1618,0 1-1080,-2 16 179,-8 32-224,-5 13 0,-4 8-45,5-13 0,0 1 0,-2 1-893,0-1 0,0 2 0,-1-1 0,2-3 803,-5 9 0,2-2-45,-1 2 0,3-6-135,5-12 180,9-36-90,11-25 0,7-12 60,-3 5 0,1-4 0,3-2-442,-3 9 1,2-2-1,0-1 1,0 2-1,-1 3 442,2-6 0,-2 5 0,2-1 0,3-6 0,2 0 0,-2 11 2299,8 8-2359,21 28 90,-22 15 0,-9 12 0,-2 8-30,-9-2 0,-2 3 0,0-1 60,-1-2 0,0-1 0,0 2-60,1 11 0,0 3 0,-1-5-150,-1-3 0,0-5-1459,-1-8 1,0-5-1639,1-13 3627,-2-11 0,-6-23 0,-2 1 1</inkml:trace>
  <inkml:trace contextRef="#ctx0" brushRef="#br0" timeOffset="73234">26833 7660 11221,'3'1'1889,"16"-6"-1530,27-7-809,-4 0 1,2-2-1,-16 6 0,0-1-1189,15-5 1,-4 0 1152,-12 3 1,13-5-1,-12 4 1</inkml:trace>
  <inkml:trace contextRef="#ctx0" brushRef="#br0" timeOffset="73633">27525 7401 12480,'-2'-17'2249,"-3"11"-1710,-8 29-269,1 10 0,1 3-180,2-9 0,0 2 0,2 4 0,0 4 0,2-1 45,5 6 0,2-3-90,-1 0 0,5-1-1,12 3 1,5-7-45,2-13 0,3-13 0,4-8 0,7-24 0,-2-9 0,-10 14 0,-1-3-140,-1-4 0,3-6 0,-2-2 0,-4 0 140,-5-3 0,-4-1 0,0 0 0,2 0 0,-1-1 0,-3 1-120,-3 2 0,-3 0 0,-3 7-870,-9-3-2287,-7 34 888,7 11 2389,3 22 0,10-12 0,4 8 0</inkml:trace>
  <inkml:trace contextRef="#ctx0" brushRef="#br0" timeOffset="73950">28641 7337 12210,'7'-34'2339,"-3"-7"-720,-18 15-810,-9 6-404,-10 30 0,-3 9-315,13-5 0,1 3 0,-4 8 0,-2 5 0,2 4 29,4 6 1,2 5 0,4-1-129,3-6 1,2-1 0,2 3 53,3 0 0,0 3 0,4-1 0,5-5-386,15 6 0,7-6 296,-4-6 0,3-7-270,10-11 0,4-10-802,2-9 1,2-9 23,-7-2 1,1-4 0,-2-1 699,-3 3 0,-1-1 0,-3-3 1,8-14-1,-9 0 0,-8-8 1</inkml:trace>
  <inkml:trace contextRef="#ctx0" brushRef="#br0" timeOffset="75183">26161 7063 11311,'-33'-31'449,"15"15"1,-11-16 450,23 12-631,5 4 541,39-11-518,-9 18 0,7 3 1,5 1-1,2 0-768,0 0 0,3-1 0,4 1 0,1 0 0,1 0 0,1 0 532,-7 1 0,2 0 0,0 0 1,1 1-1,0-1 0,3 1 0,0 0 1,1-1-159,-8 2 1,0-1 0,1 1 0,2 0 0,0-1 0,1 1 0,0 0 0,0 0 0,0 0 0,0 0 0,-1 0 0,0 1 123,0-1 1,-1 0-1,0 1 1,0 0-1,0-1 1,0 1-1,0 0 1,0 0-1,0 0 1,1 0-1,-1 0 1,0 0-144,1-1 0,1 1 1,0 0-1,0 0 1,0 1-1,0-1 1,0 0-1,-1 0 0,0 0 1,-1 0-1,-1 1 1,-1-1 130,5 0 0,-1 1 0,0-1 0,0 0 0,-2 1 0,-1-1 0,-1 1 0,-1 0 0,-1 0-177,9 0 1,-1 0 0,-2 0-1,-2 1 1,-5-1 0,-3 0 166,0 1 0,-5-1 0,-2 0 522,3 1 1,-5-1-163,-1 0 1247,-7 1-1427,9 8-180,-22-3 2268,4 13-2223,-11 6 0,-4 2-45,2 16 1028,-2-12 0,-1 4 0,-1 4-1006,-1 5 1,-2 3-1,1 3 1,-1 0-390,2-9 0,-1 0 0,1 1 0,0 1 1,0 1 381,-1 2 0,0 1 0,1 2 0,-1 0 0,1 0 0,0 0-1,1 0 1,1 2 0,0-1 0,0 0 0,1-2 0,-1-3-173,0 6 1,1-2-1,-1-3 1,1 2 175,0-6 0,1 1 0,0 0 0,0-3 0,0-7-18,-1 5 0,-1-6 0,-6 15 90,-10-32-90,3-4 90,-28-8-90,0-8 0,-4-2-141,12 1 0,-2 0 118,4 2 1,-3-1-1,-2 0 1,-2 0-228,-3 1 1,-2 1-1,-2 0 1,1 1 0,2-1 271,4 1 1,2-1-1,0 1 1,-5 0-119,4 0 1,-2 1 0,-3-1 0,-2 1-1,0 0 1,0 0 0,1 1 95,-1 1 0,0 0 0,0 0 0,-1 1 0,2 0 0,1-1 0,1 1-319,-4-1 0,3 1 0,0-1 1,-1 1-1,-5 1 329,10-1 0,-4 0 0,-3 0 0,-1 1 0,-1 0 0,1 0 0,1 0 0,3 1 0,3-1-10,-9 2 0,3 0 0,2 0 0,1 0 0,-2 1 6,5-1 0,-1 0 0,0 0 1,0 0-1,1 0 0,2 0-29,-11 3 1,1 0-1,3 0 1,7-1 22,1 1 0,7 0 897,5 0 1,5-1-988,1 2 1289,-7 3-1199,6-2 2941,4-1-2941,8-5 861,2 0-411,3-2 179,0 1-269,-7-13-90,-3-8-180,-3-13 0,-2-8-60,7 8 0,0-1 0,0-1-304,0 1 0,1 1 1,0-4 295,-1-10 1,1-5-1,1-1 1,2 2-268,3 9 1,2 3 0,0-2 0,0-4 244,0 0 0,-1-4 0,0-3 0,1 0 0,1 0 0,1 1-257,1 3 0,1 1 0,1 0 0,1 1 0,0-1 0,-1 1 257,1 0 0,0 1 0,0 0 0,1 0 0,0 1 0,1 1-36,2-6 0,1 0 0,1 1 0,0 2 0,-1 5 6,1-1 0,0 5 0,0 1-180,2-1 0,1 2 1,1 5-1770,10-6-900,5 3-398,5 13 2457,-15 15 1,-2 4 0,-13-1 0</inkml:trace>
  <inkml:trace contextRef="#ctx0" brushRef="#br0" timeOffset="78167">27800 4176 7533,'-4'-7'359,"1"-1"-269,4 2 90,1 1 90,1 0-90,-1 1-180,-1-2 0,-1 3 0,0 0 0</inkml:trace>
  <inkml:trace contextRef="#ctx0" brushRef="#br0" timeOffset="79233">27802 4204 7803,'-2'-13'2338,"2"0"-1438,1 5 989,3-2-1799,-3 18 179,0 13-179,0 3 0,-1 3-90,0 20 90,3 1 0,2 0-45,-2-18 0,1 0-45,3 17 0,0 0 45,-2-21 0,0-2 135,4 21 180,-5-24 90,-4-2-181,-8-9-89,-10-2-90,-7-3 0,-15-1-90,-7-3 0,20 0 0,-1-1-180,-6 0 0,0-2-90,4 0 1,2-2-1,-20-1-1079,2-8-1928,25-1 2747,0 0 0,16-8 0,10 3 0</inkml:trace>
  <inkml:trace contextRef="#ctx0" brushRef="#br0" timeOffset="79516">27504 4263 11670,'-14'-10'1170,"5"2"-811,17-5-89,36-2-210,-13 6 0,4 1 0,2 0-1153,2 0 1,1 0 0,-1 1 347,-2 0 1,-1 1-1,0 1-348,1 0 1,-1 1 0,-6 0 785,8 0 1,-8 2 0,1 0-1,-1 1 1</inkml:trace>
  <inkml:trace contextRef="#ctx0" brushRef="#br0" timeOffset="80017">28292 4462 11850,'-15'4'1349,"1"-2"-1079,-3-3 180,-12 5-360,10 0 0,-13 9 180,0 14-270,9-5-225,7 1 0,3 0 135,7-6-90,6 9 0,15-16 90,-4-4 90,14-2 0,-8-11 180,4-5 180,-2-8-180,-8 3-90,-2 3 0,1 18-90,-5 3 90,17 30-90,-1-6 0,-2-7 0,4 0-450,18 3-450,-13-18 1,-1-4-1080,6-3 1979,6-16 0,-19 1 0,6-7 0</inkml:trace>
  <inkml:trace contextRef="#ctx0" brushRef="#br0" timeOffset="80316">28752 4438 12390,'-6'-3'1709,"-13"12"-1574,-2 5 0,-3 3-45,-11 10 0,11-5 0,2 3 0,1 15-180,12-15 0,4-1-630,11 18-1439,31-16 360,-6-17 1799,-6-8 0,1-4 0,3-5 0,11-3 0</inkml:trace>
  <inkml:trace contextRef="#ctx0" brushRef="#br0" timeOffset="81317">29192 4444 11490,'3'-11'1979,"-1"2"-989,-13-3-541,-10 11 1,-26 14-360,22 0 0,1 5 0,-4 7 0,2 2-90,-3 9-90,17-12 0,7 0-180,16 7 0,7 0 1,23-8 179,-2-21 45,-14-8 0,0-6-45,12-21 0,-7-3 0,-11-1 90,-12 20-90,2 23 90,-5 7 0,2 12 0,1 1 0,-3-2 0,9 21 0,2-18 0,-3-8 0,16 7 0,0-18 90,9-4-90,7-16 0,-10-16 0,-8 1 0,-6-16 0,-13 10 0,1 2 0,-7-6 0,-2 20 0,0-4-90,-5 13 90,9 11 0,7-1 0,16-1 0,5-7 0,7-9 0,-14 6 0,3-6 0,-8 7 0,-4 1 0,1 1 0,3 8 0,-7 5 0,9 10 0,-13-5-90,-2 9 90,-6 0 0,0-6 0,-1 13-360,3-10-269,3 3-1620,6-2-1028,0-11 3264,2-3 0,-5-6 0,1-1 1</inkml:trace>
  <inkml:trace contextRef="#ctx0" brushRef="#br0" timeOffset="82000">30230 4470 10771,'3'-11'2159,"-7"-9"-1260,-15 4-539,-16 0-135,1 18 0,-3 8-180,4 5 0,2 6-180,-1 2 0,5 4-225,14 6 0,8 2-180,19 10 451,6-8-271,15-17 180,-6-20 90,0 0 0,11-19 180,-13-16-90,0 0 90,-12-6 0,-4-5 0,-5 7 0,-2-1-269,2-2 1,-1-2 178,-1-6 0,-2 4 90,0-3-90,1-1 0,-3 22 0,-3 41 0,-2 15 0,-1 10 0,0-2 0,1-6 0,0 2-128,-3 13 1,0 6 0,3-2 127,3 0 0,3-4 0,-2-12 0,2 0 0,2 1 0,2 2 0,3-6 90,18 6 82,-3-12 0,6-6-757,9-13 0,2-6 45,-9 0 1,-1-3-1100,16-15 1,-4-4 1272,-3-7 0,-5 0 1,1-3-1,-8 5 0,0-1 1</inkml:trace>
  <inkml:trace contextRef="#ctx0" brushRef="#br0" timeOffset="82384">31465 4204 11311,'13'-29'1888,"-1"2"-268,-9 11-1171,-4 4-89,-27 25 0,-10 14-225,7 2 0,0 6-955,4-5 1,-3 5 0,1 0 0,3-2 554,6-3 0,2-3 0,2 2 205,0 3 0,2 0 0,6-1 265,11 2 0,6-2-475,2-7 0,4-1-540,13 5 1,6-7-830,3-16 1,2-8 1566,0-3 1,0-5-1,2-7 1,-2-4-1,-6 0 1,1-1-1</inkml:trace>
  <inkml:trace contextRef="#ctx0" brushRef="#br0" timeOffset="84067">31719 4438 13829,'-17'17'900,"3"-3"-451,-13 18-269,11-4-225,6-5 0,3 2-225,6 13 91,7-9-181,16-6-90,7-14 270,7-3-90,5-20 270,-18 1 90,-4-20 90,-18 5-90,-1-5 0,-3 5-90,3 9 0,13 8 90,10 2-90,8 1 0,2 2 0,12-3 0,-2 1 0,2-1 45,-16 1 0,0 0 45,2-1 0,-1-1 45,-4-2 0,-4-1 45,-3-5-180,-10-1 89,-18 5 1,-10 7-90,0 4 45,-5 14 0,0 7-45,8 1 0,0 4-45,-6 12 0,3 1 0,8-11 0,4-1 0,3 4 1,6-2-316,19 10 270,-5-8-90,21 4 45,-8-26 0,2-3 135,-7 0 0,3-2-30,15-9 0,7-5 0,-7-1-15,-12 2 0,-1-2 15,8-6 0,3-4 0,-5-3-90,-11-3 0,-3-4 0,-3 2-170,5-1 0,-1-3 230,-3-5 0,-1-6 0,-4 3 15,-8 2 0,-2 1 90,1-2 0,-1 1-45,-2 7 0,-4 7 0,-4 11 0,-6 31 45,-4 25 0,-1 8-45,5-12 0,-1 3-224,1 2 1,-2 6 0,1 2 0,1-5 253,3-5 0,2-3 0,-1 3-8,0 5 1,0 5-1,0-1 1,2-6-23,0 5 0,3-3 0,0-8 0,2 1 0,1-1 308,4 2 0,2-2-308,0-6 0,2-1 0,4 6 0,3-6 0,10-10 0,13-23 0,-15-6 90,6-22-90,-17 1 0,-4-2 0,-1 8 0,-2-1 405,-1-9 1,-3-4 0,-1 3-316,-4 8 0,-1 1 0,-4-13 0,0 4-90,-3 6 90,2 3 0,6 13-90,3 1 0,14-8 90,13-1-45,6-5 0,2-2-45,-11 11 0,0-3-104,5-7 1,2-5 0,-4 0 103,-3-2 0,-3-1 30,-1 2 0,1-2 0,-3 2-30,-2 1 0,-3 3 45,-1-1 0,-2 4 135,-3 2-180,-11 59 45,-4 5 0,-3 9-45,3-9 0,-1 3 0,-1 2 0,1 0-255,0 0 1,0 1 0,0-1 0,1 0 276,0 0 0,1 1 1,0-2-1,2-3-22,2-2 0,1-3 0,0-2 0,1 7 0,2-4 279,6 13-369,7-28-180,2-2 0,9-25 0,-6-35 225,-10 13 0,-2-2 0,-2 2 0,-3-1 614,-1-6 1,-1 2-390,-4-10 0,2 3 359,-2 2-269,3 23 180,-1-11-360,3 14 0,5-2 90,18 0-90,-7 5-225,8-1 0,5 0-315,-2 1 0,0-1-1189,12-5 1,-1-2 1609,-7 4 1,-4-1 0,11-8 0,-30 9 0</inkml:trace>
  <inkml:trace contextRef="#ctx0" brushRef="#br0" timeOffset="84618">29852 5065 11041,'16'-13'2698,"-3"3"-1708,3 0-451,-6 4-89,0 24-180,-6 14-135,1 8 0,-1 5-90,1-2 0,0 1-255,0-8 0,0 0 0,0-3 30,1-2 0,0-2-585,2-2 1,-1-3 764,-1-9 0,-1 0 0,-2-10 0</inkml:trace>
  <inkml:trace contextRef="#ctx0" brushRef="#br0" timeOffset="84934">29919 5404 11311,'-3'-9'2968,"0"1"-2878,4 24 180,4 8-1,8 19-269,0-12 180,16 0-90,7-16-90,-4-13 0,2-6-45,2-9 0,0-8-165,-9-2 0,-1-4 1,-2 0 74,0-2 0,-3-1-270,-1-5 0,-8 2 405,-13 11 0,-11 13 0,-12 8 0</inkml:trace>
  <inkml:trace contextRef="#ctx0" brushRef="#br0" timeOffset="85466">29642 5859 11850,'8'-28'2069,"-2"-1"-1259,-2 10-541,-4 5-89,-9 13 0,-4 17 0,-1 20-180,14 12 45,11-11 0,6 0-90,1-5 0,1 1 45,3 4 0,-3 1-45,-8-10 0,-6 0 45,-14 7 0,-9-2 0,-3-6 0,-5-1-270,-11 7 0,-1-1-674,11-14 0,2-2 944,-15 8 0,30-29 0,8-7 0</inkml:trace>
  <inkml:trace contextRef="#ctx0" brushRef="#br0" timeOffset="85683">29581 6062 12210,'25'-8'989,"16"-2"-1484,-7 2 1,3-1-1145,-2-1 1,-2 0 982,-1 1 1,-2-1-1,10-10 1,-18 7 0</inkml:trace>
  <inkml:trace contextRef="#ctx0" brushRef="#br0" timeOffset="86099">30139 5938 12030,'1'7'2429,"4"0"-2069,6-6-1,7-5-269,-3 0-90,4-9 0,7-22-90,-6 5 45,-1 0 0,-2-1-135,-2 1 180,-6 14-89,-12 28 89,-7 28 0,-1 9 0,5-15 0,0 2-60,1 0 0,-1 3 0,2-3-525,5 1 0,1-4-44,2 8 629,5-9 0,-7-27 0,2-1 0</inkml:trace>
  <inkml:trace contextRef="#ctx0" brushRef="#br0" timeOffset="86316">30031 6241 11311,'-4'10'1529,"19"-2"-1349,3-7-1,14-3 1,6-1-540,7-4 1,3-1-734,-10 0 1,1-2 0,0 1 623,-5 2 1,0-1 0,-3-1 0,8-6 0,-4 0 0,4-5 0</inkml:trace>
  <inkml:trace contextRef="#ctx0" brushRef="#br0" timeOffset="86750">31426 5809 12120,'-2'-20'1529,"-6"0"-1169,-6 8-180,-1 3 0,-15 11 90,-4 16-270,13-5 0,0 3-90,2 1 0,3 4-270,5 25 270,12-17-90,26 13 0,-1-17 90,7 11 90,-15-14 0,-16 6 180,-42 2-135,18-14 0,-2 2-630,-13 5 1,1-1 584,-4 4 0,11-6 0,25-15 0</inkml:trace>
  <inkml:trace contextRef="#ctx0" brushRef="#br0" timeOffset="87050">31799 5880 12300,'-3'-4'2698,"-36"11"-2383,9 1 0,-2 2-90,-8 5 0,-1 3 45,4 5 0,5 3-270,13-7 0,6 2-270,9 5 0,6-2 0,11-1-495,9-9 1,5-4-2513,22-7 3128,-16-2 0,0-2 1,-2-2-1,-1-2 1,-4-1-1,0 0 0</inkml:trace>
  <inkml:trace contextRef="#ctx0" brushRef="#br0" timeOffset="87834">32070 5925 14099,'-20'6'1259,"-4"5"-1169,6-1 180,-11 11 0,8 3-450,3 7-180,15 1 90,17-11-89,17-13 269,-10-7 0,6-11 0,-15-10 90,-3 5 0,-3-14 90,-12 7-180,1-1 90,-3 2-180,3 8 90,8 1-90,14-5 90,13-4 90,6-4 0,-6 4-90,0-7 90,-17 8 0,5-8 180,-12 2-180,-5 9 90,-3-1-90,4 23 0,4-1 90,30 24-90,-15-14 0,22 10 0,-16-6 0,-7-5 0,5 9 0,-17 13 90,-7 4-45,-4-5 0,-2 0 0,-2-7 0,0-1-315,0 5 0,1-3-180,2 3-2827,11-1 3129,6-20 0,8-1 1,4-6-1</inkml:trace>
  <inkml:trace contextRef="#ctx0" brushRef="#br0" timeOffset="88250">32713 6078 14908,'-9'-10'3276,"2"1"-705,10-1-2301,13-1-270,1 0-720,26-6-269,-7-1 629,0 1-629,1-10-91,-21 0 361,-12-9 269,-15 7 360,-10 11 0,-19 22 135,18 12 0,2 4 135,-2 5 0,4 3 45,2 4 0,7 2 89,14 2 1,10-3-180,9-8 0,5-5-765,4-2 1,2-4-1010,9-10 1,0-7-1,-18 1 1,-2-2 1032,3-4 1,-3-1 0,3-5 0,1-1 0</inkml:trace>
  <inkml:trace contextRef="#ctx0" brushRef="#br0" timeOffset="88517">33581 6265 12390,'-5'14'3276,"-12"-1"-1638,-26-4 0,-10-4-1361,17-1 0,-4-1-933,6-2 1,-6 0-1,-3 0 1,-6-1 0,-3-1 634,15 0 0,-2 0 0,-3-1 0,-2 0 1,-2 0-1,-2-1 0,-1 1 0,0-1 1,-1 0-1,-1 0 0,1 1 0,1-1 1,0 1-78,2 0 0,0 0 0,0 0 1,0 0-1,-1 0 0,1 0 0,-1 1 1,0-1-1,-2 0 0,0 0 0,-2 0 1,0 0-1,-3 1 0,-1-1-3,14 1 1,-1-1 0,-2 1-1,0 0 1,-2-1 0,0 1-1,-1 0 1,-1 0 0,-1-1 0,0 1-1,0 0 1,-1-1 0,0 1-1,0 0 1,-1 0 0,1 0-1,0 0 1,0 0 0,0 0 0,0 0-1,1 0 1,1 0 0,0 0-1,1 0 1,0 1 0,2-1-57,-5 1 1,0-1 0,1 1 0,0-1 0,0 1 0,0 0 0,1 0 0,0 0 0,0 0 0,1 0 0,-1 0 0,1 0 0,0 0 0,1 0 0,-1 1 0,1-1 0,0 0 0,0 0 0,0 0 0,1 1 0,0-1-37,-7 0 0,2 0 0,-1 1 1,0-1-1,1 0 0,0 1 0,1-1 1,-1 1-1,1-1 0,0 1 0,1-1 1,0 1-1,0-1 0,1 1 0,0 0 1,0-1-1,1 1 113,-4 0 0,0 0 0,-1 0 1,1 0-1,0 1 0,0-1 1,1 0-1,1 0 0,1 1 1,1-1-1,2 0 0,2-1 1,1 1-1,3-1 0,-10 0 1,4 0-1,3 0 0,2-1 1,-1 0-1,0 1 0,-2-1 1,-4 0-1,0 0 0,0 0 1,0 0-1,0 0 0,0 0 1,0 0-1,1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02:36.077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11276 8591 14009,'-8'4'1169,"-3"9"-809,4-1 0,-4 12-270,4-9 0,2 4 180,7-5-270,1-6 180,10-3-180,-6-7 0,4-8 90,-4-5-1,-4 5 91,1-9 90,-7 6-180,0 1 0,-3 2-90,-1 8 90,-1 4-90,3 1 90,0 3 0,12-4-90,-1-3 0,4-6 0,-8-4-450,-6 1 90,-4 5-2917,-10 12 0,7 0 3161,-6 9 1,8-6 0,-3 3-1</inkml:trace>
  <inkml:trace contextRef="#ctx0" brushRef="#br0" timeOffset="1199">9098 8651 10771,'-6'2'3276,"2"1"-2954,7 11-232,-1-6 90,3 8-90,-1-3 89,4 5-89,1-4 0,4-5 0,6-12 0,-4-7-90,0-6 0,-10 1 90,-6 2-90,-2 5 0,-3 3 0,0 8 0,2 3 0,3 1 0,6-3-90,6-11 90,-3-1 0,-1-11 0,-9 8 0,-12 5-629,-2 13-1440,1 6-1208,8 9 2837,7-9 0,7 5 0,-2-6 0</inkml:trace>
  <inkml:trace contextRef="#ctx0" brushRef="#br0" timeOffset="2333">9356 11119 12840,'-13'-2'1439,"1"4"-1259,0 3 0,2 3-90,4 1 0,2-1-1,1 0 91,2-3-90,-3-7 0,2 0 180,-7-5-270,-1 9 90,-2 2-90,2 2 0,4 1 90,2-1 0,5 0-360,1-6-3007,3-1 2657,3 1 0,0 2 0,3 7 0</inkml:trace>
  <inkml:trace contextRef="#ctx0" brushRef="#br0" timeOffset="3283">11285 11137 11041,'-4'-11'2158,"-2"1"-1798,-5 13-180,4 2-90,-1 14 0,8-3 0,3 1-90,2-8 90,3-13-90,-3-8 90,-2-12 0,-2 9 0,-5-3 180,-5 13-270,-3 7 90,-5 12 0,9 1-90,1 7-180,11-6 90,-1-5-270,5 2-899,5-15-1890,-4-4 3149,2-2 0,-8-5 0,-4 5 0</inkml:trace>
  <inkml:trace contextRef="#ctx0" brushRef="#br0" timeOffset="3750">11253 11085 11221,'-2'-13'809,"-2"-2"360,-6 2-899,3 5 360,-13 0 0,-7 20-451,5-3 1,-13 20 0,20-5 0,2 1-180,-5 9 90,6-4 0,6 3-45,14 2 0,6-1-180,0-9 0,2 0 45,11 10 0,3-6 0,9-12 45,-7-16 0,-1-5 45,-2-5-45,4-6 0,0-7 0,-11-6 0,-4-6 45,-5 2 0,-2-4 0,-5 0 30,-4 0 0,-4-1 0,-7 2-1101,-11-1 1,-7 1-1,-1 6 1071,-3 1 0,-4 8 30,-6 11 0,-6 6 0,4 6-316,-2 9 1,3 7-808,5-1 1,-1 2 0,3 2 1023,-1 7 1,5 1-1,8 0 1,6-1 0,5 13-1</inkml:trace>
  <inkml:trace contextRef="#ctx0" brushRef="#br0" timeOffset="4716">9622 11173 10771,'-7'-17'1439,"-1"2"-629,-8-1-361,-8 4-359,0 2 360,-25 3-135,16 6 0,-2 2-91,-9 1 1,-1 0-90,1 1 0,2 1-135,12 0 0,4 1 180,-7 10 0,24 8-180,2-2 90,22 23-45,1-24 0,2 0-45,8 4 0,1-1 0,1-5 0,-1-3 0,15 0 0,1-24 0,-11-12 0,0-2 45,-14 2 0,-5-6-45,-9-12 0,-7-4 0,-2 7 0,-2-1 0,-3 0-380,-4-1 0,-3 0 1,-1 2 334,-6-6 0,-5 8 45,-8 15 0,-4 13-113,11 17 1,1 9 0,0 3 112,1-2 0,0 2 0,3 5-60,-4 12 0,4 5 0,8 1-240,11-6 0,6 0 1,7-3-31,6-2 0,5-3 0,3-4 15,11 2 0,6-10 45,11-16 1,0-14 134,-16-4 0,-6-9 0,-2-20 0,-12-6 90,-15 9 0,-11 0-195,-3 8 0,-5-1 1,-1 4-1111,-6 3 1,-2 6 1432,2 5 1,3 6 0,3 8-1,13 5 1</inkml:trace>
  <inkml:trace contextRef="#ctx0" brushRef="#br0" timeOffset="5766">11182 8416 9602,'-15'0'1169,"0"0"-540,-7 8-269,-1 10-180,8 2 0,1 4-45,3 8 0,4 4-45,3 6 0,5 3 0,8 3 0,3-3-90,-3-14 0,3-3 45,7 3 0,2-6-45,9-10 45,-5-9 0,1-3-45,7-5 90,11-21-90,-28-2 0,-3-2 0,8-10 45,-12-6 0,-9-5-45,-14 6 0,-6 2-127,7 4 1,-2 2 126,-12-9 0,-5 7 0,3 24 0,0 5 0,5-1 0,-1 3-135,-10 5 0,-1 8-1504,-3 16 1,4 3 1299,12-11 1,1 1 0,-13 14 0,5-1-1,12-4 1</inkml:trace>
  <inkml:trace contextRef="#ctx0" brushRef="#br0" timeOffset="6633">9074 8609 10231,'-14'-21'900,"4"8"-541,0 0 271,-6 4-540,3 5 270,-26 4-225,13 12 0,-1 3-135,-16 6 90,12 2 0,5 4-45,14 0 0,3 1 44,-5 16-44,9-12 0,7 2 0,9-4 0,3-2-45,4 11 45,0-11 0,5-5 0,8-15 0,0-5-45,12 3 45,-3-8 0,2-7 0,-8-13 0,-3-4-45,-7 9 0,-1-2 0,9-14 0,-7-6 45,-18-5 0,-6 1-161,1 10 0,-2-1 146,-7-8 0,-6-4 0,-4 5-30,-3 13 0,-3 4 0,-2 1 0,-1-2 0,-3 1 0,-2 7-60,-11 12 0,-3 9 0,5 3-75,4 4 0,3 6-165,3 5 0,0 6 1,7 2 299,7 15 0,7 0 0,0-10 0,1 1 0,4 11 0,0-1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03:32.326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4560 8209 6813,'-38'-1'1349,"-9"-4"-1169,24 3 360,-11-4 809,4 1-539,5 0-451,-6 1 1,13 3 0,7 1-360,8 7 360,43 5-270,-3-4 0,8-1-54,-8-3 0,5 0 0,3 0 0,3-1 0,-1-1-505,-7 0 1,0 0 0,1-1 0,1 0 0,2 0 0,2 0 0,3 0 480,-7 0 1,3-1 0,1 1 0,2-1 0,2 1 0,1-1 0,0 0 0,2 1 0,-1-1 0,1 0 0,1 0 0,-2 1-144,-7-1 0,1 0 1,0 0-1,0 0 1,1 0-1,0 0 1,0 0-1,1 0 1,0 0-1,0 0 1,0 1-1,1-1 1,-1 0-1,1 0 1,0 0-1,0 0 136,-3 0 0,0 0 0,0 1 0,1-1 0,0 0 0,-1 0 0,1 0 0,0 1 0,1-1 0,-1 0 0,1 0 0,-1 1 0,1-1 0,1 1 0,-1-1 0,1 0 0,0 1 0,0-1-77,-1 1 1,1-1 0,1 1-1,1 0 1,0-1 0,1 1-1,0 0 1,1-1 0,-1 1-1,0 0 1,0 0 0,-1 0-1,0-1 1,-1 1 0,-1 0-1,-1 0 1,-1-1 0,-1 1-1,-1 0 1,-2 0 79,12 0 0,-3-1 0,-2 1 0,-1 0 1,-2 0-1,0 0 0,-1 0 0,1-1 1,0 1-1,1 0 0,2 0-78,-4 1 1,2-1 0,0 0 0,1 0 0,0 0 0,0 1 0,0-1 0,-1 0-1,0 0 1,-1 1 0,-1-1 0,-1 0 0,-2 0 79,6 0 0,-2 0 0,-1 0 0,0 0 0,-2 0 0,-1 0 0,0 0 0,-2 0 0,0 0-10,9 0 0,-2 1 0,-2-1 0,0 0 0,1 0 0,4 0 10,-8 1 0,4-1 0,2 0 0,1 0 0,0 1 0,-2-1 0,-1 0 0,-4 0 0,-4 0 12,11 1 1,-6-1-1,-3 0 1,1 0 329,3 0 1,0 0 0,-1 1 0,-3-2-144,4 1 1,-3 0 0,-6 0 1563,6 0-1504,-7-2 271,-17 0-360,-4-1 2381,3-2-2291,-6 0 2897,-1-2-3797,5-1-564,-4 0-2083,3 0 2859,-7 2 0,-1 1 1,-4 3-1</inkml:trace>
  <inkml:trace contextRef="#ctx0" brushRef="#br0" timeOffset="4400">3015 8718 10231,'4'-7'-719,"-1"0"719,0 0 179,0-4 1,0-1-90,-1 2 90,0-3 90,1 2 0,3-7-180,-1 5 450,4-3-181,-5 8-89,2-1 0,-3 2-180,0 12 90,-2 4 45,2 17 0,-1 5-45,0 10-189,0-11 0,0 4 0,0 4 166,-1 4 1,-1 3-1,0 2 1,-1 0-547,1-3 1,0-1 0,-1 1 0,0 4 448,0-2 0,0 5 0,0 2 0,-1 0 0,1-3 0,-1-5-509,0-3 1,1-5-1,-1-1 1,0 3 470,0 8 0,-1 2 1,1 0-1,0-3 38,1 3 0,0-3 0,0-2-60,0-9 0,0-3 0,0 3 22,1 3 1,-1 3 0,1-1-1,1-3 23,0 6 0,1-1 0,0 3 0,0 1-45,0-5 0,1-4 279,-2-3-190,1-5 1823,-2-15-1822,1-2 2353,0-2-1993,-1 0-271,0-3 1,0 5-180,-1-5 0,0 1 90,-3 0-90,1-2 90,-6 3-90,-1-1 0,-13 6 0,5-5 0,-17 7 45,1-3 0,-3-1-45,11-2 0,-1 0-150,-7 1 1,-4 0-1,-2 1 150,2-1 0,-3 0 0,0 1 0,1-1-292,2 0 0,1-1 0,-2 1 0,-1 0 292,-4 1 0,-4 1 0,0 0 0,2-1 0,5-1 0,1 0 0,4 0 0,0-1 0,-3 0 0,1 0 0,4-2 45,4 0 0,4-1-45,-15 4 0,16-4 0,1-1-90,0 0 90,1-1 0,5-1 481,7-2-481,2 1 1316,0-2-1316,3 1 90,-1-2-90,0 0 90,1-2-90,-1 0 0,4-2 0,-3-3 0,1-4 0,-1-8 90,1 2-90,0-17 0,3 10 0,0-4-30,0-3 0,1-5 0,-1-1-1063,1-6 1,-1-1 0,0 0 1053,1 5 1,0 1 0,0-2 15,-1 1 1,1-3-1,-1 1 1,-1 0-764,0-6 0,-1 2 0,0-1 786,1 1 0,0 0 0,-1-2-129,0 2 1,-1-2-1,0-1 1,1 1 83,0 6 0,1 1 0,0 0 0,0-1 0,-1-7 0,1-1 0,0 0 0,0 0 22,1 5 1,0 0-1,0 1 1,1 2-8,0-5 0,2 2 0,-1 5-15,1 8 0,0 3 45,0 0 0,1 2-90,0-5 90,0 11 2103,1-9-2103,-2 16 3144,2-1-3234,-2 0 928,1 7-838,-2-3-90,1 4 90,-2-5 0,0-4-90,-1-1 0,-2-9 0,1 12 90,-1-6-90,0 2 90,-1 4 0,1-6-90,-1-3 90,3 1-90,-3-10 90,4 15 0,0-3 0,-1 4 0,1 4 0,0-5 0,-2 5-90,1-3 90,-3 0 0,2 3 0,1 2 0,0 4-90,0-1 90,11 2 0,16 1 0,15 0 0,4 0 0,-14 2 0,1-1-243,3 0 1,5 0 0,2 0-1,0 0 243,-1 0 0,1 0 0,1 0 0,1 0-250,-5 0 1,2 0 0,1 0 0,0 1 0,0-1 249,4 0 0,1 0 0,0-1 0,-1 1 0,-3 0-30,7 1 0,-2-1 0,-3 0 30,-5 1 0,-2 0 0,-4 0 0,-4 0 0,-5 1-90,10-1-180,-15 0-969,-6 0-200,-7 1 1808,0 7 0,-4-2 0,-4 5 0</inkml:trace>
  <inkml:trace contextRef="#ctx0" brushRef="#br0" timeOffset="6900">9753 5862 10861,'9'-10'0,"-2"3"270,0-3 719,-2-1-359,0-1 179,0-3-629,-5 27-90,-5 19 0,-1 6-90,1-9 0,0 3-67,-3 11 0,-1 7 1,0-3 21,0 4 0,1-2-45,1-12 0,1 1 0,1-3 0,-2 5 0,3-4-900,0 13-809,6-27-1439,-1-1 3238,5-11 0,1-13 0,3-3 0</inkml:trace>
  <inkml:trace contextRef="#ctx0" brushRef="#br0" timeOffset="7367">10043 5860 10411,'7'-7'180,"2"1"270,2-2-91,10-1-179,-2-1 270,27-3-180,-6 6-180,-9 3 0,2 1 0,13 6-90,-11 2 0,-14 17 90,-33 18-90,0-1 30,-9-9 0,-8 3 0,1-2-132,-1 0 1,-2 0 101,2 0 0,-2 3 0,3-5 0,6-5 0,3-3 0,-5 19 89,30-20-89,-1-6 0,19 4 45,-1-14 0,4-4-90,-2 1 0,1-1-585,14-3 1,0-1-180,1-4-2430,3-6 3239,-30 6 0,8-6 0,-7 1 0</inkml:trace>
  <inkml:trace contextRef="#ctx0" brushRef="#br0" timeOffset="8000">10867 5859 10591,'5'-15'1619,"-5"-3"-809,-4-2-541,-3 6 361,-6 2-90,2 7-270,-15 7-91,-5 12-89,3 21 0,17 9-90,15-2-45,13-14 0,6-1-45,1-5 1,1-1 89,-2 1 0,2-1-180,8 4 0,-2-1-45,-9-6 0,-3 0 45,3 5 0,-3 2 0,-2 17 90,-18-12 0,-35 0 90,11-19 0,-2-1-45,3 1 0,0-1 90,-13 0 0,1-1 45,-6-2 0,-1-10-90,40-36 45,17 5 0,9-6-45,-4 10 0,4-3 0,0-1 0,-1 3-201,-2 1 1,0 2-1,0-1 231,6-8 0,0-1 0,-5 2-30,-7-2 0,-7 2 0,-2 5 0,-7 0 0,-12-7 0,-9 6-90,-3 20 0,-4 6 0,0 0 0,0 3-495,1 9 1,4 5-2693,3 10 2949,1 1 0,20 5 1,10-8-1</inkml:trace>
  <inkml:trace contextRef="#ctx0" brushRef="#br0" timeOffset="8284">11495 5928 11311,'-10'-10'1079,"2"1"-449,17 6-181,20 15-359,1 2 135,9 13 0,1 4-135,-11-7 0,0 1-1183,0 0 1,1 3 0,-2-3 726,-4-3 1,-2-2 171,-1 2 0,-4-3 194,-5-3 0,-4-5 0,-2-2 0</inkml:trace>
  <inkml:trace contextRef="#ctx0" brushRef="#br0" timeOffset="8500">11863 6009 10771,'-3'-21'719,"0"1"-359,0 5 0,-3 5 360,-19 33-361,0 10-314,9-12 0,-1 2-45,-3 10 0,1 0-450,5-6 1,0-2 134,0 1 0,0 0 315,1 0 0,2-3 0,3-2 0,-2 7 0</inkml:trace>
  <inkml:trace contextRef="#ctx0" brushRef="#br0" timeOffset="8967">12721 5608 11760,'6'-12'1529,"-6"1"-1259,-9 8 360,-31 23-450,9 6 0,-2 7-90,6-1 0,-1 5 0,2 1-277,2-1 1,2 2 0,4 2 216,3 6 0,5 2 0,5-3-30,6-11 0,4-1 0,4-2 60,5 3 0,4 0 0,3-6-60,11 0 0,4-8 0,4-7 0,1-9 0,-9-10 0,-5-8 45,-5-9 0,-8-6 0,-13 1 0,-8-1 189,-12 0 0,-7 3-459,-8 7 1,-4 6-811,0 7 1,0 5-605,9 4 1,4 2 1175,-5 8 1,24-3-1,7-5 1</inkml:trace>
  <inkml:trace contextRef="#ctx0" brushRef="#br0" timeOffset="9650">13283 5713 11670,'1'-13'1799,"-1"3"-449,-1-2-1081,-7 38-179,-1-1 0,0 2-45,0 2 0,-1 3-127,-4 8 0,-3 4 1,2-3 36,0-1 0,-1 0-45,0 2 0,-2 2 0,2-5 97,4-8 1,1-4-143,-1 1 0,3-4-225,4-7 180,4-5 0,29-29 90,0-5 45,-3 1 0,-1-1 45,2 0 321,1 4-411,3 13 90,-9 1 0,16 1 0,6 2 0,-1-4 0,-10-1 0,-1-3 90,8-13 0,-8 2 90,-9-9 0,-13 12-90,1 0 0,-5 5-90,-6 29 45,-5 11 0,-2 4-45,4-8 0,-1 2 0,-5 20 0,0 2 45,8-9 0,0-2-45,0-9 0,1 0 45,1 9 0,2-2-585,8 8-2737,-1-14 2457,5-4 1,-7-30 0,-1-9 0</inkml:trace>
  <inkml:trace contextRef="#ctx0" brushRef="#br0" timeOffset="10334">9285 6907 11221,'-42'-12'809,"12"3"-89,8 1-540,21 2 449,40-8-449,-9 7 0,7 1 0,7 0-590,-8 1 0,6 0 1,3 0-1,4 0 1,2 0-1,1 0 0,0 0 1,-1 0 401,-6 1 1,0 0-1,1 0 1,0 1-1,1-1 1,1 1-1,1 0 1,2-1-1,1 1 1,2 0-55,-11 0 0,1 0 0,2 1 1,1-1-1,1 0 0,1 1 1,1-1-1,0 0 0,0 1 1,1-1-1,0 1 0,-1 0 1,0-1-1,0 1 0,-1 0 1,-1 0-1,-1 0 74,4 0 1,-1 0 0,-1 0 0,0 0 0,0 1 0,-1-1 0,0 1 0,0-1-1,1 1 1,-1-1 0,1 1 0,1 0 0,0 0 0,1 0-92,-5 0 0,2 0 1,1 0-1,1 0 0,1 0 1,-1 0-1,1 1 0,0-1 1,0 0-1,-1 1 1,0-1-1,-2 0 0,0 1 1,-2-1-1,-1 1 0,-2 0 1,-2-1 78,12 1 0,-4 0 0,-2-1 0,-1 1 0,-2 0 0,0 0 0,0 0 0,1 0 0,1 0-44,-1 0 0,1 0 0,1 1 0,1-1 1,-1 0-1,0 1 0,-2-1 0,-1 1 1,-2-1-1,-2 1 80,12 0 0,-3 0 0,-2 0 0,-2 0 0,-1 0 341,3 0 0,-1 0 0,-2 0 0,1 1-220,-1-1 0,3 0 1,-5 0-1,-9-1 1713,5 2-1690,-15-2 2391,-11-2-3021,-4 2-2827,6-3 2457,-16-1 1,-2 0 0,-10 0 0</inkml:trace>
  <inkml:trace contextRef="#ctx0" brushRef="#br0" timeOffset="11451">12265 7074 10951,'-2'-14'1169,"-2"-2"-269,2 4-361,-2 0 91,3 4-540,-3 14 180,-1 10-180,-1 6 0,0 5-1,0 4 1,0 1-90,0-4 0,0 0 45,0 12 0,2-1 0,1-12 0,2-2-45,-2 2 0,1 1 45,1 5 0,0-3 45,0 3-90,1 15 180,1-21-90,2-7-90,1-12 90,14-8-90,-7-3 0,26-6 0,-7 5 0,5 0 30,-3 1 0,3 0 0,-1 0-493,12-1 1,3 1 462,-13 1 0,3 1 0,1 1 0,-1-1 30,9 1 0,0 1 0,2 0-30,-6 0 0,2 0 0,0 0 0,-1 0 0,7 1 0,-2 0 0,-3 0 30,-8-1 0,-3 1 0,-4 0-30,18-1 0,-16-2-270,-17-5-900,-13-3-629,-9-4-1478,-8 2 2814,0 4 1,-7 0 0,5 2-1</inkml:trace>
  <inkml:trace contextRef="#ctx0" brushRef="#br0" timeOffset="11883">13159 7419 11131,'2'-20'1169,"-1"7"-539,6-8 89,4 10-359,8 3 0,20 13-270,-13 3 90,18 14-90,-22-8 0,-2 0-1,9 7-44,-7-5 0,0 1 45,7 7-90,-6-4 90,0 4-90,-21-12 0,-22 5 0,1-5 0,-6 0 0,-3 2 0,-1 4 0,0 0-45,-2 1 0,-1 2-405,-3 5 1,2-1-91,3 0-1259,3 2 1799,14-14 0,-1-2 0,0 0 0</inkml:trace>
  <inkml:trace contextRef="#ctx0" brushRef="#br0" timeOffset="15467">14233 7154 9512,'7'-7'-900,"0"1"1350,-3 4 2068,1 0-2428,0 0 0,1 0-90,2 2 0,-2-2 0,11 4 0,3-1 0,17 4 0,-11-1 0,6 3-90,-9 9 90,-7-3 0,-1 27 0,-22-9 0,-8 3 45,-6 7 0,-5 1-45,1-6 0,-4 2 0,1-4-165,-2 0 1,-1-3 164,-7 4 0,3-3 0,6-5 0,11-7 0,1-2 0,1 1 90,6 0-90,20-6 89,8-5-89,29 3 0,-15-8 165,-6-2 0,2 0-120,-1-1 0,-1 0-45,13 0 0,-5 0 0,0 0-90,9-2-450,3 1 181,-11-2-2160,-13 1 2519,-13 0 0,2-2 0,-6 0 0</inkml:trace>
  <inkml:trace contextRef="#ctx0" brushRef="#br0" timeOffset="15783">14711 7404 9691,'19'-26'1260,"5"4"-541,22 9-539,-12 10 0,0 7 0,2 5 45,0 7 0,-1 4-135,5 0 0,0 2-60,-12-4 0,0 2 0,-2-1-345,0 3 0,-3 0-1394,8 11 1709,-16-13 0,-12-13 0,-3-4 0</inkml:trace>
  <inkml:trace contextRef="#ctx0" brushRef="#br0" timeOffset="15967">15176 7395 9871,'-5'-17'360,"-7"10"90,-12 22-270,1 4 0,-5 12 0,-1 6-46,9-9 1,0 2-105,-1 1 0,-1 3 0,2-4-75,3-2 0,2-1-315,0 1 1,3-2 359,6 4 0,5-7 0,4 3 0</inkml:trace>
  <inkml:trace contextRef="#ctx0" brushRef="#br0" timeOffset="16484">15663 7250 10411,'16'-11'1799,"2"-2"-1079,20-7-630,-12 8 44,-3 3 1,4 1 90,5 3 0,2 1-180,-6 1 0,1 3 45,10 4 0,-2 3-90,-8 6 90,-12 24-90,-35 3 0,-9 2 45,12-16 0,-1 2-176,-5 0 1,-5 4-1,-1 1 1,1-3 160,0-3 0,2-2 0,-1 1-30,-2 2 0,1 1 0,1-2 0,-4 5 0,6-3 90,8 9-90,25-21 0,2 0 90,32-7-90,-12-11 0,3-2 0,-2 0 0,4-2 0,-1 0-215,1 0 1,1 0-1,0-1-295,7-3 0,2 0 1,-5 0-76,-6 2 1,-2 1-1055,9-4 1,-5 1 1422,-13 1 1,13-5 0,-10 1 0</inkml:trace>
  <inkml:trace contextRef="#ctx0" brushRef="#br0" timeOffset="16667">16743 7610 12930,'11'-5'539,"1"1"-2518,4 0 180,-5 1 1799,6-2 0,-11 0 0,-1-1 0</inkml:trace>
  <inkml:trace contextRef="#ctx0" brushRef="#br0" timeOffset="18050">15050 8114 9512,'5'-8'809,"2"-2"1,-2 4 269,2-2-989,-1 9 180,-2 5 0,-2 18 0,-3 24-181,0-11-44,-1 1 0,-1 2 45,-1-7 0,1-1-90,0-2 0,0-1 45,0 4 0,0-2 45,0 9-90,1-11 90,0 7 0,3-14-90,0-6 90,4 5-90,6-12 0,6-1 90,24-5-90,-13-3 0,3-1 0,3 0 0,-2 0 0,4 1 0,9 0 0,6 0 0,-1 0-216,-5 1 0,-1-1 0,2 1 216,-4 0 0,3 1 0,-2-1 0,-3 0 0,12 1 0,-5 1 44,-12-2 1,-2 1-134,8 0-91,-25-2-540,3 0 90,-13-4-179,-10-1 809,-9-5 0,-1 1 0,-4-1 0</inkml:trace>
  <inkml:trace contextRef="#ctx0" brushRef="#br0" timeOffset="18500">15858 8518 10411,'-3'-8'450,"1"-1"89,7-1-269,6 6 90,17 5-360,-6 3 180,10 10 0,-1 3-180,-10-4 90,16 11 0,-14-9 0,2 3-90,-6-5 90,-6-4-90,-7-5 180,0 1-90,-11 3 89,-25 9-179,-11 9-45,9-4 1,0 0-46,-7 7-180,17-10 0,2 0-3007,-7 11 2859,7-8 1,-5 7-1,15-16 1</inkml:trace>
  <inkml:trace contextRef="#ctx0" brushRef="#br0" timeOffset="19466">16641 8484 10501,'8'-17'810,"-3"5"-451,-3 3 181,-3 1-180,-11 4-180,-8 7 0,-17 17-180,12-3 45,5 0 0,3 3 45,6 9-46,10 2 1,6 3 0,6-5 0,5 0-45,8 9 0,4-1 0,-3-10 0,0-2 0,-1 0 0,-2-2 0,-1 3 0,-6 2 90,-29 0-90,-12-3 0,0-7 0,-4-1 0,4-7 0,1-1 0,-19 4 90,15-7-90,18-9 0,18-28 0,4 7 0,3-2 0,2-4 0,4-3 0,-2 1 0,2 0 0,-1 1 0,3-8 0,-4 1 45,-11 12 0,-3 3-45,2-12 0,-13-13-90,-30 20-269,-2 8-451,8 12 0,0 4-989,0 7 1799,5 8 0,23-5 0,1 3 0</inkml:trace>
  <inkml:trace contextRef="#ctx0" brushRef="#br0" timeOffset="19784">16988 8629 11850,'-11'-6'1799,"21"12"-1709,12 10 0,6 6 0,2 3 0,-4-1 0,0 3-135,4 3 0,-1 0-270,-11-8 0,-1-2 315,4 11 0,-14-20 0,-5-4 0</inkml:trace>
  <inkml:trace contextRef="#ctx0" brushRef="#br0" timeOffset="20001">17219 8771 10951,'-2'-36'449,"-1"12"451,1 3-540,0 13 179,-13 3-449,6 6 180,-24 21-135,11 0 0,1 2-135,-12 9-90,9-6 0,3 0-1349,2 10 360,5-12-2198,4 8 3196,10-23 1,6 5 0,1-4 0</inkml:trace>
  <inkml:trace contextRef="#ctx0" brushRef="#br0" timeOffset="20633">17740 8506 11490,'0'-13'1620,"-5"2"-1441,-2 6 181,-9 3 0,-6 11-90,-5 16-180,3 8 0,10-2-90,13 13 0,16-5 0,0 2-45,4-11 0,4 0 45,2-4 0,2 0-45,3 5 0,1 0 0,-1-1 0,-4-2 45,1 13 0,-36-3 0,-6-18 0,-28 3 0,8-16 0,-1-2 45,6 0 0,0-1-45,-13-1 0,3-3 0,6-9 0,14-2 0,26-26 0,7 14 0,3-2 0,-3 0 0,3-2 0,12-11 0,2 0 0,-4 3 0,-1-1 45,1-4 0,-2 0-45,-5 1 0,-5 2 0,-5-8 0,-31 3 0,-11 21-90,-1 0-450,6 14 0,0 5-2737,-6 8 3264,-5 3 0,13 2 1,12-1-1</inkml:trace>
  <inkml:trace contextRef="#ctx0" brushRef="#br0" timeOffset="21701">15818 8239 11041,'-8'-5'449,"6"-2"-269,4 2 450,32-7-450,-5 7-60,4 1 0,7 0 0,6 1-776,-7 1 1,3 2-1,3 0 1,2 0 0,0 0 611,-1-1 0,2 1 0,1 0 0,1-1 1,-1 1-1,-1 0 44,-1 0 0,-2 1 0,0-1 0,1 0 0,0 1 0,2-1 25,-2 1 1,2-1 0,1 1 0,0-1-1,0 1 1,-1-1 0,-2 0-101,-1 0 1,-1 0-1,-1 0 1,0 0-1,0 0 1,1 0 89,5 0 0,1 0 0,0 0 0,1 0 0,-1 0 0,0-1-99,0 0 0,1 0 0,0-1 0,-2 1 1,-2-1-1,-4 1 84,-2 0 0,-3 0 0,-2-1 0,-1 1 60,12-2 0,-1 0 0,-7 1 120,10 1 90,0 1-270,-25 1 2552,4 5-2193,-9 30-179,-7-8 0,-4 8 0,-4 7-30,-6 0 0,-3 4 0,-1-2 358,2 3 0,-2 2-486,1-9 1,-1 4-1,-1 2 1,1-2-450,-1 0 0,-1-1 0,1 0 0,0-2 427,0 0 0,1-2 0,-1 2 22,0 4 1,-1 4-1,1 0 1,0-3-63,1-7 1,1-1 0,0-1 0,0-1 39,-1 6 0,0-2 0,0 2 22,0-4 1,0 1 0,0-1-1,1-6-22,0-3 0,0-4 90,-5 16-258,-3-22 258,2-6 521,-22 0-611,-4-15 0,-9-5 0,7 1 0,-5-1 0,-3 0 0,-2-1 106,9 1 1,-1 0 0,-2 0-1,-1-1 1,-2 1 0,-1-1-119,3 0 1,-3 0 0,-1 0 0,-1 0-1,0 0 1,0-1 0,2 1 0,1 1 23,0 0 1,3 0 0,-1 0 0,2 0 0,-1 1 0,0 0 0,-1-1-77,-3 1 0,-2-1 0,-1 0 0,1 1 0,2 0 0,2 0 0,5 1 64,-2 1 0,4 0 0,2 0 0,0 1 66,-9-2 0,0 2 0,9 0-66,-5 0 0,11 0 0,10 0 2282,9 0-2192,-5-6 1110,8-2-1110,-5-16-90,6 6 90,3-20-45,4-2 0,0-3-90,0 13 0,0-2-135,1-8 1,0-6-1,0-3 180,-1 12 0,0-2 0,0-2 0,0 0 0,0-1-395,1-1 0,0-1 0,1 0 0,0-2 1,0-2 371,0 8 1,-1-1-1,1-2 1,1-1-1,-1 0 1,0 0-1,1 2 1,-1 3-441,2-11 1,0 2 0,-1 1 0,2 2 0,-1 1 394,0-3 1,1 1-1,0 2 1,0 4-323,0 3 0,-1 4 1,1 5 389,5-4 0,-4 4 0,0 20 0</inkml:trace>
  <inkml:trace contextRef="#ctx0" brushRef="#br0" timeOffset="41903">8491 9116 7533,'-3'9'3276,"-3"-10"-4663,6 0 1387,-6-1 0,3 2 0,1 4 0</inkml:trace>
  <inkml:trace contextRef="#ctx0" brushRef="#br0" timeOffset="42449">8441 9018 8882,'-18'-8'360,"-5"4"-180,8 9-90,-9 12-90,12-5 90,-1 12-1,13 16-89,5 0 0,2-8 0,2 1 0,13 9 45,-6-21 0,0-2-45,4-2 90,9-11-90,-6-18 0,1-4 45,-9-9 0,-4-4 45,-6-20-45,-6 11 0,-3 1 45,-7-3-90,-21 1 0,2 34-450,6 6 1,-2 4 449,-18 19 0,5 6 0,15 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04:49.359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12843 5488 6993,'-43'-6'-94,"0"0"1,0-1 0,0 1 0,3 1 0,1 0-1,-1 0 1,-3-1 0,-6-1 0,-1 1 0,1-1 0,-1 1-1,1-1 1</inkml:trace>
  <inkml:trace contextRef="#ctx0" brushRef="#br0" timeOffset="1151">3380 7136 8342,'0'-16'3148,"-1"5"-1349,-1 1-1619,4 13 270,1 11-180,5 16-90,-1 5 0,5 6-90,2-15 0,-1-8 0,27-26-46,-6-14 1,1-6-485,-1 5 1,1-5 439,-8 4 0,2-6 0,1-2 0,-1 0 0,-2 1 22,-2 0 1,-3 1-1,0-1 1,3-2-41,2-4 0,3-3 0,0-1 0,-1 1 0,-3 4-192,3-8 0,-2 4 1,-2 2 119,-4 6 0,0 2 0,-4 5-1619,7-3 1709,-12 39 0,1 4 0,2 15 0</inkml:trace>
  <inkml:trace contextRef="#ctx0" brushRef="#br0" timeOffset="1750">5485 7011 11041,'-8'-11'-90,"3"2"899,7-8-269,5 5-90,1-3-180,2 8-1,5 16-179,-7-1 0,6 14 180,0 14-180,-2-4 0,12 11-90,-1-27 90,0-10-90,5-19 0,2-9 45,3-9 0,0-2-418,1 1 1,3-3 372,-9 3 0,3-5 0,-1-1 0,-1 3 0,-3 3 0,-2 1 0,1-1-113,1-1 1,1-2-1,1 1 1,-4 3-518,7-7 1,-4 5-2648,5-4 2882,-20 31 0,-9 14 0,2 5 0</inkml:trace>
  <inkml:trace contextRef="#ctx0" brushRef="#br0" timeOffset="2250">7594 6985 11850,'-12'-2'720,"1"1"-720,8 5 90,1 2-90,2 3 90,1 13 0,-2-7 0,0 30-90,2-12 0,4-7 0,2-2 0,3 2 0,14-8 0,4-26 0,2-7 90,12-4-183,-11-1 1,5-6-1,-2-3 123,-5-2 0,-2-3 0,1-1 0,3-3 0,1 0 0,-1-2-8,-8 7 1,0-1-1,-1 1 1,-1 2-428,7-11 1,-3 4-1235,-5 8 1,-1 5 1197,1 1 1,1 14 0,-4 5 0</inkml:trace>
  <inkml:trace contextRef="#ctx0" brushRef="#br0" timeOffset="2967">10378 7339 11221,'-16'-1'719,"-1"0"451,3-1-181,3 0-719,3 4 0,6 7-1,-1 14-179,2-4 0,-3 16 90,1-3-180,0-5 0,3 5 90,6-14-90,-1-7 0,11-2 45,15-30 0,6-14-45,-11 11 0,-1-1 0,4-4-656,-1 0 1,4-4-1,1-2 1,-1 2 0,-3 2 586,2-3 1,-2 2 0,0-1 0,-2 3 1,1-2 0,-1 1-1,-4 5-1546,1 0 1,-3 3 264,11-13-1928,-5 2 3084,-23 27 0,-1-2 1,-2 4-1</inkml:trace>
  <inkml:trace contextRef="#ctx0" brushRef="#br0" timeOffset="3567">12319 7540 11400,'-7'-3'720,"-3"-4"-270,6 2 539,1-6-539,5 6-270,5 4 180,-2 7-180,-1 27-1,-5-3-179,-2 7 90,-1-2-90,3-11 0,3-1 90,33-26-90,-10-8 30,-1-5 0,6-6 0,-1-4-30,2-4 0,-1-5 0,2 0-203,-6 7 1,1-1 0,1-1-1,-1 0 23,2-3 0,1-2 0,-1 1 1,-3 4-136,5-7 0,-4 5-765,-3 4 1,-4 5 985,-3 7 1,0 1 0,0 3 0</inkml:trace>
  <inkml:trace contextRef="#ctx0" brushRef="#br0" timeOffset="4101">14169 7262 12030,'-5'-9'1080,"0"1"-991,15 21 91,0 5-90,4 7 0,-3 4 0,-3 1 0,-1-10-90,5 16 90,6-19 0,11-4-90,9-20 0,2-7 45,-14 4 0,1-4-242,10-8 1,5-6 0,-2 0 196,-10 4 0,-3 0 0,3-2-45,3-1 0,3-3 0,-1 1 0,-2 1-615,0 0 1,-3 1-1,0 1 660,1 1 0,-1 0 0,-5 4 0,4-3 0,-9 7 0</inkml:trace>
  <inkml:trace contextRef="#ctx0" brushRef="#br0" timeOffset="5017">18808 7881 11670,'-1'-15'720,"0"2"-450,0 0 90,0 4-360,3 12 90,1 9-1,1 8-89,-1 8 90,2 8-90,-3-15 0,3 11 90,12-15-90,19-14 0,8-12 0,4-6-256,-16 3 1,1-3 255,1-4 0,4-2 0,-2-3 0,-3-1 0,-1-1 0,-2 1-500,2-1 0,0 0 500,-2 0 0,2-1 0,-5 4-270,-7 5 1,-2 3-3008,14-8 3264,-3 6 0,-16 19 0,-1 5 1</inkml:trace>
  <inkml:trace contextRef="#ctx0" brushRef="#br0" timeOffset="5617">20395 7803 10771,'11'-14'719,"-1"4"-449,2-1 270,-2 6-360,-1 5 180,0 10-270,-4 0 90,0 14-91,-2-2-89,0-1 90,4 7 0,-1-9-90,1-1 90,9 0 0,0-13 0,20-11-90,-8-3 45,-5-5 0,3-4-15,-1-2 0,3-2 0,-2 1-604,1-1 1,0 0 573,5-4 0,2-3 0,-1 2 0,7-3 0,-2 3-45,-8 6 0,0 0-225,0 1 0,3 1 1,-3 3-1370,-3 4 1,-2 3 1214,0-2 0,-1 2 0,16-3 0,-24 8 0</inkml:trace>
  <inkml:trace contextRef="#ctx0" brushRef="#br0" timeOffset="6384">22842 8086 10411,'11'-4'180,"-2"0"270,-3 2-270,0 1 89,-2 9 1,-3 8-180,-1 8 90,-3 9-90,1-6 90,6 4-180,4-14 90,15-10-90,6-18 0,2-5 45,-4-4 0,0-4-90,1 2 0,0-2 45,-1 2 0,1-2-930,1 1 1,3-3 0,-4 5 666,12-9 1,-9 5 0,-1 2 0,-2 1 0</inkml:trace>
  <inkml:trace contextRef="#ctx0" brushRef="#br0" timeOffset="7517">16220 7964 11041,'10'-8'-180,"4"-4"180,-8 6 90,5-3 0,-2 2 0,-2 4-90,6 0 0,-5 8 0,3 6 0,-5 3 0,-1 0 0,6 2 90,6-9-90,9-8 0,2-2 0,10-4-206,-6-4 1,5-5 0,-1-2 235,-1 1 0,0-3 0,4-2-632,-2 1 0,4-4 1,1-1-1,0 0 1,-4 2 601,-2 2 0,-3 1 0,0 0 0,2-1-18,3-3 0,2-3 0,1 0 0,-2 1 0,-4 2-1075,2-2 1,-4 1 0,-1 2 703,-2 2 0,-1 0 0,-1 1 0,10-10 0,-7 4 0,-13 6 0</inkml:trace>
  <inkml:trace contextRef="#ctx0" brushRef="#br0" timeOffset="11185">11285 12010 9781,'12'-6'720,"-1"0"-90,0 3 89,23-7-584,-10 4 0,3-1-15,9-1 0,5 0 0,2 0-676,-7 2 1,2 0 0,2 1 0,3 0 593,-2 1 1,4 0-1,2 0 1,2 1-1,0-1 1,-3 1-1,-2 0-336,0 0 0,-2 0 0,-2 0 0,2 1 0,4 0 320,-7 0 1,3 0-1,1 0 1,1 1-1,1 0 1,1 0-1,1 0 1,0 1-4,0 0 1,1 1 0,1 0 0,1 1 0,0-1 0,0 1 0,1 0 0,0-1 0,1 1-187,-8-1 0,0 0 1,0 1-1,0-1 1,1 0-1,0 0 0,1 0 1,0 1-1,2-1 1,2 0-1,0 1 172,-6-1 0,2 1 0,1-1 1,2 1-1,0-1 0,2 1 1,0-1-1,0 1 0,1 0 1,0-1-1,-1 1 0,-1-1 1,0 1-1,-2 0 0,-1-1 1,-1 1-1,-3-1-140,12 1 0,-3-1 1,-2 1-1,-2 0 1,0 0-1,-1-1 0,1 1 1,0-1-1,1 1 1,2-1 140,-6 0 1,1 1 0,1-1 0,0 0 0,1 0 0,0 0 0,0 0 0,0 0 0,-1 0 0,1 0 0,-2 0 0,0 0-1,-1 0-52,7 0 0,0 0 0,-1 0 1,0-1-1,-1 1 0,0 0 1,-1-1-1,-1 1 0,-1 0 0,-2-1 46,8 1 0,-4 0 0,-1-1 0,-1 1 0,1-1 0,3 1 0,3-1 7,-11 1 1,3-1-1,3 1 1,0-1-1,2 1 1,0-1 0,0 1-1,0-1 1,-1 1-1,-1-1 1,-2 1-1,-2 0-21,8-1 1,-3 1-1,-1-1 1,-1 1 0,0 0-1,-1-1 1,2 1 0,1 0 13,-2 0 0,0 0 0,1 0 0,1 0 0,-1 0 0,1 0 0,-1 0 0,1 1 0,-1-1 0,1 0 0,1 0 0,1 0 0,-1 1 0,0-1 0,-1 0 0,-2 1 0,-3-1 0,-2 0 0,6 1 0,-4 0 0,-2-1 0,-2 1 0,1 0 0,8-1 0,-1 1 0,-2 0 0,-6-1 238,4 2 1,-6-1-239,-9-1 0,0 0 696,5 1 1,-3 0-697,-1 0 1948,2 0-1858,-3-3 2307,-12 0-3027,-4-1 630,-5 1 0,-2 0 0</inkml:trace>
  <inkml:trace contextRef="#ctx0" brushRef="#br0" timeOffset="12800">10807 14894 9871,'-8'-4'1889,"0"0"-1799,8 9-180,1-1 180,4 3-90,3-3 0,0-6 90,21-21 0,-11 5 0,1-4-30,5-7 0,2-4 0,0-2-448,1 1 1,-1 0 0,2-1 409,-5 4 1,1 0-1,-1 0 1,-1 3-23,9-12 0,0 4-45,2 1 0,0 4-675,7 3-919,-17 14 1,1 2 1445,3 1 1,-12 10-1,-14 2 1</inkml:trace>
  <inkml:trace contextRef="#ctx0" brushRef="#br0" timeOffset="14250">14273 14162 10861,'-12'-8'360,"3"1"-1,-2-2-269,6 4 270,-5-4-270,7 3 90,-3 0 0,3 2-180,4 9 0,0 4 0,3 5 0,1 7 0,-1-4 0,0 1 90,1 3-90,-2-11 0,10-5 0,12-25 0,2-7 30,-7 5 0,3-5 0,1-1-287,5-8 0,2-3 0,2-2 257,-8 11 0,1-3 0,1 0 0,0 0 0,0-1-456,1 0 1,1-1-1,-1 0 1,0 0-1,-1 3 456,-1 0 0,0 0 0,-1 2 0,0 1-120,8-9 0,-1 1 0,-2 4-1519,0 3 1,-3 2 1633,1-1 1,-3 1-1,-6 7 1,-4 3-1,-6 2 1</inkml:trace>
  <inkml:trace contextRef="#ctx0" brushRef="#br0" timeOffset="16867">16476 13921 11131,'-2'-11'449,"-1"1"-179,0-1-90,0 3 90,0-1-180,8 23-90,-2 2 0,4 16 90,-3 14-90,-1-23 0,1 16 0,5-7 90,0-7-90,14 0 0,19-43 45,-12-4 0,3-6-45,-7 3 0,1-3 0,1-3 0,0 1-227,3-4 0,0 0 0,1-1 0,0 0 245,-5 5 0,1 0 0,0 0 0,-1 1 0,0 1 4,0-1 1,0 1-1,0 2 1,-1 1-173,4 0 0,0 2 0,-3 4-299,11-5-1899,3 10 2348,-16 12 0,8 1 0,3 1 0</inkml:trace>
  <inkml:trace contextRef="#ctx0" brushRef="#br0" timeOffset="17734">20202 13753 11850,'-8'-4'1080,"0"0"-900,8 14 179,1 19-269,1 12 0,-4-7 0,0 0-90,-3 6 45,1-14 0,1 0-45,1 11 90,2-11-90,6 9 90,27-23-90,-9-11 0,4-7 0,9-6 0,4-6 0,-3 0-363,1-3 0,0-2 363,-1-3 0,4-4 0,-3-1 0,-6 3 0,-1-1 0,-3 2 0,5-2 0,-1 0 30,0-2 0,0-3 0,-4 4-30,-10 8 0,-3 1-270,2-3 0,1 1-3007,8-9 3264,-13 20 0,-1 5 1,-4 6-1</inkml:trace>
  <inkml:trace contextRef="#ctx0" brushRef="#br0" timeOffset="18650">22682 14071 12480,'4'8'450,"2"2"-91,-1 1 91,0 12-270,0 6 0,-3 16-90,-2-16 0,-1 12 0,2-16 0,4 1 90,20-13-90,0-13-45,3-9 0,4-7 14,3-8 1,3-5 0,-1 2-397,0 1 0,2-2 359,-3 0 1,4-5-1,1 0 1,-4 1-338,0 0 1,-4 2 0,2-1 66,-7 6 1,2-1 0,-1 0 0,-1 1 7,2-2 0,-1 0 0,-2 2-1399,5-4 1,-6 4 1018,-8 7 0,8-10 0,-16 13 0</inkml:trace>
  <inkml:trace contextRef="#ctx0" brushRef="#br0" timeOffset="24101">25016 9195 10231,'-3'-6'2249,"3"1"-1709,14-4-1,18 1-449,-6 2 0,-3 3 0,5 1 45,16 2 0,1 1-364,-13-1 1,1 1 250,3 0 1,5 0-1,2 1 1,-1-1-259,-3 1 1,-1 0 0,1 0-1,0 0 258,7 0 1,0 1-1,1-1 1,2-1-23,-5 1 0,2-1 0,0-1 0,-2 1 0,-4 0 0,3-1 0,-5 1 0,1-1 0,6-2 0,1 0 0,-4-2 45,2-2 0,-4 0-45,-10 2 0,-1-1 90,8-2 0,-3 0 90,-8-1-90,2 0-90,-8 0 90,-9 4-1889,-3 1-1478,0 3 2748,-6 3 0,-2 2 0,-6 1 0</inkml:trace>
  <inkml:trace contextRef="#ctx0" brushRef="#br0" timeOffset="24534">26395 9053 10771,'-7'-16'719,"0"1"-629,19 14 0,10 5-90,6 5 0,-4 1 0,1 1 90,17 7-90,0 1 0,-11-6 0,0-1 0,3 1 45,-7-3 0,-1-1-45,-2 0 90,-19 1-90,-34 6 0,-4-3 0,6 1 0,-5 2 0,2 1 0,-4 2 0,1 1-30,1 0 0,-1 3 0,2-2-60,5-2 0,3-1-225,2 0 1,4 0 314,10 1 0,7-3 0,8 1 0</inkml:trace>
  <inkml:trace contextRef="#ctx0" brushRef="#br0" timeOffset="25117">27682 8913 9961,'-4'-9'1439,"-1"-1"-1169,3 5 180,-5-2-270,-5 3 90,-20 5-270,5 1 90,-17 8 0,2 12 0,12 3-90,15-2 0,5 1 90,9 4-90,10-6 0,5 1 0,8 3 0,2-2 0,-6-6 0,0 1 0,10 9 0,0-1 0,-8-5 0,-3-1 90,9 16-90,-16-12 0,-5-1 0,-12-2 0,-26 4 45,-2-14 0,-1-2-45,-11 5-45,3-4 0,2-1-1035,6 0 1080,4-2 0,25-6 0,21-7 0</inkml:trace>
  <inkml:trace contextRef="#ctx0" brushRef="#br0" timeOffset="25434">27921 8871 10231,'-6'-26'270,"2"9"270,-4 2-181,3 8 1,-1 1-180,0 9 270,4 21-225,2 12 0,1 3-180,0-11 0,-1 2-89,1 2 1,0 4 0,0 0 133,0-1 0,-1 0 0,0-2-90,0 3 0,1 0 60,0 1 0,1 3 0,1-5-15,2-8 0,0-2-270,2 0 0,1-1-135,4 8-2518,7-25 2878,-5-16 0,5-9 0,-2-7 0</inkml:trace>
  <inkml:trace contextRef="#ctx0" brushRef="#br0" timeOffset="25650">28005 9078 10141,'16'-1'-90,"13"0"90,9-2-540,-5 1 1,0 0-451,14-1 990,-16 1 0,-3 0 0,1 0 0,8 0 0</inkml:trace>
  <inkml:trace contextRef="#ctx0" brushRef="#br0" timeOffset="26217">28476 9196 9961,'-26'1'2519,"-5"3"-2204,5 2 0,0 2-226,-12 7 1,12-1 0,0 5 90,3 7 0,2 0-90,-9 11-45,8-3 0,5 1 45,8 8-45,5-17 0,3-1 45,14 20-90,13-24 0,23-26 90,-15-10-90,-8-4 0,-2-8 0,-5-9 0,-3-8 0,0 1-409,1 0 1,1 0 0,-1-3 408,-4 8 0,0-4 0,0-1 0,0 1 0,-2 3 0,3-5 0,-2 3 0,-1 1-45,2-14 0,-3 12 45,-7 29 0,-9 43 0,-4 24 0,4-18 0,0 2 0,0 4-185,0 3 1,-1 5-1,1 0 1,2-2 213,0 2 1,2-1 0,4-1 0,4 4 0,3-1 0,0-6-30,1-7 0,3-3 0,8 4 0,8-8-817,4-19 1,5-10-823,9-9 1,0-5 1273,0 2 1,-1-6 0,-11-7 0,1-5 0,-4-1 0,-9 5 0,1 0 0,-1 0 0</inkml:trace>
  <inkml:trace contextRef="#ctx0" brushRef="#br0" timeOffset="26550">29549 8891 11940,'-7'-19'1349,"-2"-2"-539,4 11-360,-1-2 89,3 6-179,-5 29-135,-2 16 0,-1 5-180,2-10 0,1 2-132,-3 5 0,0 5 1,-1 0 176,2-2 0,-1 0 0,1-2-432,-1 2 0,0 2 372,2 1 0,-1 4 0,4-6-135,5-10 0,3-2-210,-1 4 0,4-2-1079,5-9 0,2-6-45,6-6 1439,22-41 0,-18-4 0,-4 3 0,1 1 0</inkml:trace>
  <inkml:trace contextRef="#ctx0" brushRef="#br0" timeOffset="26751">29525 9253 11221,'-12'-4'1799,"0"0"-1530,17 0-89,24-3-585,-3 2 1,3-1-1235,15-2 1,0-1 1329,-15 2 1,-1 1 0,7-1-1,-4 1 1,-2 2 0</inkml:trace>
  <inkml:trace contextRef="#ctx0" brushRef="#br0" timeOffset="27767">29862 9344 10951,'-9'17'1619,"4"2"-720,14-8-179,15 2-450,11-8-90,-8-8 0,0-5-91,-2-6 1,-1-5-45,1-6 0,-4-3 0,-9-1 0,-7 0-45,-11-15 0,-12 19 0,-29 32 45,20 13 0,0 7-45,-3 1 0,2 5 0,7-4 0,2 3 0,3 0 0,3 9 0,6-1 0,5-4 0,5-2 0,10-5 0,4-5 0,7 3 0,19-11 45,-15-19 0,0-5-45,13-2 0,-13-2 0,5-5 0,-3-2 0,3-9 0,-2 0-312,4-3 0,-2 2 312,-7 4 0,-5 3-90,-3 1 90,-18 27 0,-11 13 0,-3 5 0,-3 4 0,0 3 0,-1 1 0,-1 3 0,2-2 0,-2 12 0,7-9 714,8-22-624,2 2-90,15-29 0,-1-8 0,2-5 0,3-3 0,0-1 0,-2 0 0,-1 1 0,-2 4 0,-1 3-90,-1 3 90,1 1 0,-4 14 0,-6 16 0,-1 0 0,-4 21 0,2-10-90,-1 3 180,2-4-90,2-13 0,4 1 0,6-9 0,17-16 0,0-1 0,1-3-45,-3 2 0,-1 0 45,1-1 0,-1 2 0,3 2 0,-15 16 0,-4 18 0,-5-1 0,-10 20 0,0-11 0,1 1 0,0-5 0,2 2-225,-1 11 1,2-2-136,3-5-630,7-3-2287,11-23 2612,-5-3 0,18-11 0,-9-5 1</inkml:trace>
  <inkml:trace contextRef="#ctx0" brushRef="#br0" timeOffset="28050">30942 9384 10771,'-2'-11'1529,"-8"10"-719,-10 22-451,5 0 1,-2 6-60,-1 7 0,0 5 0,-1 0-423,0 1 1,1 1 0,-2 3 230,4-7 0,0 2 0,-1 2 0,0-2 0,2-1-78,-4 9 0,2-3 0,0 0-330,-1 5 0,0-1 0,2-5 343,6-9 1,1-9 0,1-14 0,7-28 0</inkml:trace>
  <inkml:trace contextRef="#ctx0" brushRef="#br0" timeOffset="28367">30833 9521 11311,'10'-26'1259,"-4"9"-809,6-3-91,10 15-89,23 6-225,-19 4 0,1 3 0,5 5 0,-1 3 45,9 13-90,-20 10 0,-19-17 90,-31 9-90,-14-13-45,18-7 0,-1 0-630,-2-2 1,1-2-2603,-1 0 2837,9-6 0,17-1 0,2-3 0</inkml:trace>
  <inkml:trace contextRef="#ctx0" brushRef="#br0" timeOffset="28650">31618 8990 11400,'-4'-13'540,"-2"-4"360,0 3-541,0 1-89,-5 22 0,0 28-180,-1 5-132,5-10 1,-2 6-1,1 0 102,-1 2 0,-1 2 0,1 1-228,0-4 0,1 1 0,-1 1 1,1-1 77,0-1 0,0 0 0,1-1 0,1-3-90,-3 12 0,2-5-1459,4-6 1,1-7 1557,4-8 1,3 6 0,3-12 0</inkml:trace>
  <inkml:trace contextRef="#ctx0" brushRef="#br0" timeOffset="29350">31929 9582 11850,'0'-10'630,"-2"-3"359,-10-4-269,-11-4-360,-11 1-270,5 8 90,-17 13 89,3 21-449,18-5 1,2 5-91,3 0 0,5 3 0,8 3 0,8 0-90,13 8 270,3-9-89,10-15-1,1-17 360,6-8-90,-2-6 89,-9 0-89,-11 9 0,3 15-90,-5 3 0,2 5 0,4-2 90,-1-9-90,17-14 0,-13-3 0,-1-3 0,15-18-153,-15 11 1,1-6 0,-1 1 152,0 0 0,-2-1 0,1 0 0,0 1 0,0 0 0,1-3 0,0-3 0,2-2 0,-1-1 0,-2 6-45,1-2 0,-2 2 45,8-15 0,-4 6 0,-12 20 0,-22 40 0,-3 11 0,-4 8 0,1-1 0,1-1 0,-2 1-144,4-3 1,-3 3 0,0 3 0,3-1 143,1 0 0,2 0 0,1 0 0,0-2 30,0 4 0,0-2 0,1 1-30,2-1 0,-1 2 0,3-2 0,2-6-90,4 16-450,14-20-2737,20-43 2923,-8 0 1,2-10 0,0-5 0,-6 4-1,-1-1 1</inkml:trace>
  <inkml:trace contextRef="#ctx0" brushRef="#br0" timeOffset="29584">32116 9447 10951,'-7'5'1889,"-1"2"-1350,18-4-89,10-1-360,7-2 0,-1-2 0,1-1-900,22-4 271,0 1-1100,-19 1 1,-4 1 1153,-5 0 0,12-2 0,-13 5 0</inkml:trace>
  <inkml:trace contextRef="#ctx0" brushRef="#br0" timeOffset="29968">32474 9576 10861,'-12'20'989,"5"-6"-179,-2 3 359,8-4-449,4 3 89,15 3-719,-3-9 270,23-3-90,6-26-180,-17 2 0,-1-4-45,3-10 0,-4-3-45,-7 5 0,-9 2 0,-25-11 0,-9 39 0,-6 12 0,0 4 0,-2 6 0,1 3 0,0 4 0,2 2 0,2 3 0,2-2 0,3 2 0,5 1-30,8-1 0,5 0 0,4-3-15,1-3 0,6-2-720,11 3 1,5-4-2513,13-8 2949,5-4 0,-5-15 1,-11-9-1</inkml:trace>
  <inkml:trace contextRef="#ctx0" brushRef="#br0" timeOffset="30734">26859 10429 10951,'28'-32'719,"-6"3"-539,-5 5 540,-6-5-1,-8 6-179,-8-4-270,-26 23-135,-2 26 0,-2 9-90,7-9 0,1 5-150,0 4 0,-1 6 1,3 3 164,4 3 0,4 2 0,1-2-60,3-11 0,1-3 0,0 5 45,1 5 0,-1 5 0,3 0 0,3-2-15,6-2 0,4-2 0,1 1-30,-2 4 0,2 0 0,0-2 0,1-6 0,1-2 0,1-2 45,3 5 0,-1-4-45,-1-4 0,-2 0 0,-13-9 0,-21-15-405,2-6 0,-2-3-360,-2-3 1,2-2 269,2 0 1,3-3 494,-9-21 0,24 9 0,-2-12 0</inkml:trace>
  <inkml:trace contextRef="#ctx0" brushRef="#br0" timeOffset="30950">26700 10851 11311,'-2'-12'719,"2"-5"-269,12 8 0,30-6-316,-11 8 1,4 1-375,-2 2 0,2 1 1,-2 0-372,1-1 0,-2 1-1028,5 1 1,-5-1 1400,-13 0 0,11 0 1,-8 0-1</inkml:trace>
  <inkml:trace contextRef="#ctx0" brushRef="#br0" timeOffset="31750">27175 10824 11670,'-9'8'1170,"-6"7"-721,-6 10-179,-2 6-180,9-9 0,2 1 0,-1 3 0,6 5-90,11-11 0,1-6-90,13 3-90,9-20 90,8-8 90,-6-3-90,0-18 0,-19 5 90,0 0 0,-12-11-90,-3 19 0,-4-9 1,5 14 89,6 2 0,11 6 0,-1 1 0,24-3 0,-6-2 0,-5 2 0,1-2 0,12-9 89,-7 0-178,-14 2 89,-10 6 0,-2 4 0,2 7 0,-1 1 0,7 6 0,2-1 0,-1 0-90,10 6 90,3 2 0,7 6 0,-1 4 0,-12-7 90,-7 4-1,-10 0-89,-1-1 90,-6 22-90,2-10 45,1-2 0,3 1-45,3-5 0,6 0-405,15 5 1,4-2 44,-10-11 0,0-3-1279,18 1 1,-2-5 1384,-4-7 0,-7-3 0,1-2 0,19-1 0</inkml:trace>
  <inkml:trace contextRef="#ctx0" brushRef="#br0" timeOffset="32100">28919 10793 12120,'-12'-15'2069,"2"2"-810,4 4-1079,1 13 270,1 29-315,1-4 0,-2 5-45,-1 8 0,-2 7 0,-1-1-201,1-3 1,-2 0 0,0 2 132,-1-3 1,0 4-1,0-2 1,1-4-23,1-7 0,1-3 0,-1 0 0,0 3 0,0 1 0,2-6-990,-2 12-2287,3-3 0,8-31 2824,3-16 0,5-31 1,-3 1-1</inkml:trace>
  <inkml:trace contextRef="#ctx0" brushRef="#br0" timeOffset="32384">28902 10882 10951,'11'-31'989,"1"5"-359,11 9-360,7 8-180,0 2 0,-6 6 0,2 3-1,-1 3 1,0 1 0,5 4 0,-1 3-90,-5 1 0,-3 2 90,-1 11-90,-35 13 0,-4-22 0,-3-2-90,2 1 0,-1 0-225,-14 3 1,1-2-2963,-5 0 3264,2 0 0,18-8 0,18-8 1</inkml:trace>
  <inkml:trace contextRef="#ctx0" brushRef="#br0" timeOffset="32833">29472 11010 11311,'-13'-5'2878,"3"1"-2338,13 7-450,11-1 179,9 2 91,16-6-360,-15-1 270,20-14-90,-12-17-135,-16 14 0,-2-3-45,-4-6 0,-7 2 0,-27-4 0,-7 33 0,-5 11 0,0 7 0,2 8 0,6 1 0,1 5 0,5-1 0,1 5 0,10 1-270,10 5 0,10-4-180,6-18 1,5-4-1081,15 1 1,5-7 1529,2-12 0,1-6 0,-5 0 0,0-3 0,-1-4 0,-1 0 0</inkml:trace>
  <inkml:trace contextRef="#ctx0" brushRef="#br0" timeOffset="33367">30068 11025 11311,'-18'-4'1799,"2"-1"-450,-5-4-1079,8 4 449,-17-7-89,-6 10-450,10 4 0,0 2-90,-19 5-1,12 7 1,3 5 90,-2 13-180,13-16 0,1 2 0,7 4 0,5-1-90,7 3-89,18 5 89,22-27 0,-1-17 0,2-10 90,-14 5 0,0-4 0,0-5-270,2-8 0,2-5 0,-2-4 0,-2 3 270,-7 8 0,-2 1 0,-1-1 0,0-1-23,2-6 1,1-3 0,-3 1-1,-2 6-22,1-5 0,-8 9 45,-11 14 0,-9 36 0,-4 18 0,-2 0 0,0 7 0,0 1-183,5-8 1,0 2-1,1 0 1,1 1 182,1 3 0,1 2 0,1-1 0,3-2-210,2 2 0,2-2 0,6-2-883,3-4 1,5-2 0,2-6 993,7-3 1,2-8-1,2-4 1,1-6-1,18-14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05:58.411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16500 10683 8522,'-9'-5'1709,"1"1"-989,1 0 179,1 2-359,-1-2-315,40-1 0,25 0-165,-15 1 0,3 0 0,7-1-462,-16 2 0,5 0 1,3-1-1,2 0 1,1 0-1,-1 1 1,-2-1-1,-3 1 420,9-1 0,-5 1 0,0 0 0,2 0 0,5-1-8,-10 1 0,4 0 0,1 0 0,3 0 0,0 0 0,1-1 0,-1 1 0,-1 0 0,-2 0-283,0 1 1,0-1 0,-2 1 0,0-1 0,1 1-1,-1 0 1,1-1 0,2 1 272,-2-1 0,1 1 0,0-1 0,1 1 0,0-1 0,0 1 0,1-1 0,0 1 0,0-1-130,-5 1 0,1-1 0,0 1 1,1-1-1,1 1 0,-1-1 1,-1 0-1,0 1 0,-1-1 1,-2 1-1,-1 0 130,8-1 0,-1 1 0,-2-1 0,-1 1 0,0-1 0,-1 1 0,0 0-169,7-1 0,1-1 0,-1 1 0,-2 0 0,-2 1 0,-6-1 198,7 0 1,-7 1 0,-1-1 368,-3 1 0,-2 1 1,-7-1-129,-1 1-180,1 1 1696,-8-1-1516,-7 1 2089,2 0-2270,-3 0 3187,-4 0-3070,0 0-206,-3-1 90,2 0 0,-2 1-90,-15-11 0,-1-14 0,-2 2 0,-3-7 0,3-11 0,0-7 0,0-1-388,1 5 1,0 1 0,0-4 369,2 4 0,0-4 0,-1-1 0,2 0 0,-1 3-734,0 0 0,1 2 0,0 1 1,0 1 751,0-8 0,0 1 0,1 2 0,1 4 0,0 1 0,0 8 0,1-4 0,1 10 0,0 2 0,0 8-90,-2-12 90,3 16 777,-2-7-777,1 11 3276,-7 5-3160,3 2-116,-18 10 0,-7 5 0,7-3 0,-3 1 0,-15 5 0,-5-1-527,12-5 1,-3 0-1,-4 0 527,8-3 0,-3 1 0,-2-1 0,-2 1 0,-1-1 0,1 0-473,-4 0 0,1-1 0,-1 1 0,-1-1 1,-3 0-1,-2 1 464,12-2 1,-1 0 0,-2 0 0,-1 0 0,-2 1 0,0-1 0,0 1-1,-1-1 1,0 1 0,0-1 0,1 0-153,1 0 0,0 0 0,0 0 1,0 0-1,-1 0 0,0 0 1,0 0-1,0 0 0,0 0 1,0 0-1,-1 0 0,1 0 161,1-1 0,0 1 0,-1 0 0,0-1 0,0 1 0,0 0 0,0-1 0,1 1 0,-1-1 0,1 1 0,1-1 0,0 0 0,1 1-104,-5 0 0,-1 0 0,2-1 0,-1 1 0,2 0 0,0 0 1,0-1-1,2 1 0,0-1 0,1 0 104,-10 1 0,0-1 0,1 0 0,2 0 0,2 0 0,4 0 0,4-1 0,-11 1 0,8-1 0,0 0 0,3-1 0,1-1 0,5 0 143,-13-1-143,15 0 1460,-4 0-1460,21-2 2208,1 0-2298,-1 1 2517,4-1-2427,0 2 1148,2 0-1238,4 2 90,9 11 0,-2-3 0,6 13 0,0 3 0,-2 5 0,2 8 0,-1 4 45,-4-17 0,1 2-494,0 13 0,2 8 1,-1-1 448,1-2 0,-1 1 0,1-1 0,-1 0 0,0 1 0,1 1 0,0-3 0,0 2 0,1 0 0,-1-1 0,1 4 0,0-2 0,0-1 0,0-5 0,-2 0 0,2 1 0,2 8 0,0 0 0,-1-9 90,0-2-135,0-6 0,1-1-616,2 7 661,-2-12 0,1 7 0,-6-24-810,-1 3-89,-10-16 1207,-2-6 0,-6-8 0,3 0 0</inkml:trace>
  <inkml:trace contextRef="#ctx0" brushRef="#br0" timeOffset="10234">1053 10255 10951,'-10'-3'-1170,"2"1"1800,2 0-540,24 5 360,18-4-315,3 1 0,2 0-90,-9-1 0,1 0-94,3-2 1,4-1 0,1 0 108,1 0 0,1-1 0,-1 0-30,-7 1 0,-1 1 0,3-1-8,6-1 1,5 0-1,-1 0 1,-6 0 22,-1 1 0,-3 1-288,-2 0 0,2-1 0,-3 1 243,-2 1 0,-3 0 45,2 1 0,-1 0 45,16-1-90,-17 1 0,-3 0 90,-3-2 121,-7 1-1290,-7-5 931,-11-2 148,-6-1 0,-10 1 0,-3 2 0</inkml:trace>
  <inkml:trace contextRef="#ctx0" brushRef="#br0" timeOffset="10700">1931 10015 8972,'8'-4'630,"-6"0"-451,34 16 1,-4-1-180,0 2 45,-8-2 0,1 0 135,17 11-180,-18-9 0,1 0 0,0 1 0,-1-1 90,5 5-90,-9-6 0,-9-3 0,-16 4 90,-18 17-180,-3-3 120,5-5 0,-3 3 0,-1 1-30,0 2 0,-1 1 0,0 0-541,-7 8 1,0 0 540,7-5 0,-1 0 0,6-4-90,0 4-405,3-5 1,1 2 494,0 9 0,-2 7 0,11-12 0</inkml:trace>
  <inkml:trace contextRef="#ctx0" brushRef="#br0" timeOffset="17800">4807 9811 7892,'2'-9'990,"1"-4"-720,-2 6 359,-1-7-179,1 8-180,-2-4-270,-3 13 90,-4 7 0,-10 23 0,-5 4-90,3-2 0,-3 2 0,7-9 90,-3 3 0,6-7 90,5-10-180,16-23 90,-4 3-90,15-24 90,1-3-90,1-8 0,-2 5 0,-5 3-90,-7 15 90,-1 1-90,0 3 0,-11 31 90,-2 2 0,-3 13 0,-4 7-90,2-11 90,1-1-180,-2 2-270,5-12 450,0-2 0,6-19 0,3-13 0</inkml:trace>
  <inkml:trace contextRef="#ctx0" brushRef="#br0" timeOffset="18714">4754 10721 8612,'-2'15'90,"-4"11"-45,-2 0 0,0 2-45,-2 3 0,-1 1 45,-2 11 0,0 0-45,2-10 0,1-2 0,-5 16 90,4-7 0,4-21-90,0 5 0,5-23 0,4-8 0</inkml:trace>
  <inkml:trace contextRef="#ctx0" brushRef="#br0" timeOffset="19314">5267 10691 8702,'11'-5'720,"5"5"-451,15 16-179,-5-1-45,-4 0 0,2 3 45,6 6 0,-1 1-45,-8-8 0,2 2-45,12 11 0,-2-2 90,-6-2-45,-2-3 0,0 1-45,-2-3 45,-2 0 0,0 0-495,0 1 91,-1-2-1710,-6-4 2069,-12-10 0,0-2 0,-2-2 0</inkml:trace>
  <inkml:trace contextRef="#ctx0" brushRef="#br0" timeOffset="21247">17634 14557 7803,'3'-8'2068,"-2"-1"-2068,-7 11 180,-9 11-90,-10 19-90,5-3 90,-6 12-45,14-18 0,0 0-45,-8 18 45,7-13 0,0-1-225,0 0-899,3-6 1079,3-11 0,2-4 0,1-3 0</inkml:trace>
  <inkml:trace contextRef="#ctx0" brushRef="#br0" timeOffset="21647">17500 14958 8882,'2'-10'1349,"-1"2"-1169,1 24-90,-1 5-45,-1 5 0,1 2-45,0 5 90,0 16-90,0-29 90,0 17 0,-1-19-180,0 14 0,0-20-720,0 11 181,1-13 629,2 4 0,1-9 0,1 0 0</inkml:trace>
  <inkml:trace contextRef="#ctx0" brushRef="#br0" timeOffset="22164">17948 14964 9242,'-1'6'809,"-1"8"-719,2 9 0,1 5 0,0 1 0,-1 0-90,1-2 0,0 0 45,0 6 0,1-3 45,0-4-90,3 18-360,-1-14 90,0-9 270,1 1 0,-1-18 0,0 0 0</inkml:trace>
  <inkml:trace contextRef="#ctx0" brushRef="#br0" timeOffset="22630">17892 14540 8882,'5'-8'450,"3"6"-91,4 9-269,0 2 360,14 15-180,3 8-90,-5-6 0,0 1-135,-7-7 0,0-1 0,4 7 0,-1 0-45,-3 1-2339,0 13 1170,-10-15 1169,-8-2 0,-4-11 0,-2 0 0</inkml:trace>
  <inkml:trace contextRef="#ctx0" brushRef="#br0" timeOffset="27417">1200 10452 9062,'4'-14'-270,"-1"4"900,-1-4-450,-3 8 179,-8-6-179,-5 9-90,-14 12 0,4 5-45,-1 13 0,0 12-691,8 1 0,3 6 1,0 3 663,4-11 0,1 3 0,0 1 0,0 1 0,2-2-18,-2 6 0,1-1 0,2 1 0,2 2 15,3-5 0,2 3 0,2 1 0,0 0 0,1-4 0,0-5-604,1 4 1,2-5 0,2 4 603,0-3 0,2 5 0,1 3 0,2 1 0,0-3 0,1-3-435,4 5 1,2-3 0,1-2 0,-1 1 441,0 1 1,-1 1-1,1-1 1,2-1-6,-3-7 1,2 0 0,1 0 0,0-2 0,-1-1-92,6 6 1,0-3 0,1 1 95,-5-7 1,1 1-1,0-1 1,0-1-23,4 5 0,0-2 0,-2-4-45,-1-2 0,-3-4 764,13 7-1528,-16-18 179,-2 1 1002,-1-7 1,-13-7 0,3-1 0</inkml:trace>
  <inkml:trace contextRef="#ctx0" brushRef="#br0" timeOffset="27914">1688 12227 8972,'2'-25'540,"3"3"-271,3 13-89,8 8 90,12 16-270,-4-1 45,-6 3 0,0 1 45,0 3-45,1 4 0,-1 1 45,0 2-90,-3-3 0,0 1 0,-3-5 45,-1 1 0,0 1 45,7 19-90,-1-4 90,-4 1 0,-13-23 0,0-1 180,-15-3-181,5-8 1,-17 5 0,9-4 0,-13 7 0,-5 3-90,11-3 0,0 1 45,-10 3 0,-1 2-45,-3 9 0,3 0-225,16-10 0,2 0-1414,-8 10 1,5-1 1490,8-4 1,21-6-1,5-13 1</inkml:trace>
  <inkml:trace contextRef="#ctx0" brushRef="#br0" timeOffset="29567">8709 10642 9961,'-11'-18'90,"5"6"270,0-10-180,11 10-90,7 2 90,6 17-90,-1 19 0,-5 14-45,-8-12 0,-2 0 0,-1-2 0,1-2 45,11 12-90,18-30 0,1-18 59,-6-5 1,2-8 0,-2 2-439,-4 4 0,1-3 446,2-4 1,4-5 0,1-1-1,-3 1-7,1-3 0,-2 2 0,0-1-60,2-2 0,0 0 0,0 0 45,-4 5 0,0-1 0,0 1 0,-2 3-45,4-7 0,-1 2-180,5-5 0,-1 3-225,-10 9 1,-1 4-406,0 2 810,0 5 0,-10 10 0,3-1 0</inkml:trace>
  <inkml:trace contextRef="#ctx0" brushRef="#br0" timeOffset="36497">20434 13622 9242,'1'-11'0,"4"0"270,7 1 89,6 1-89,12 4-90,12 4-120,-11 1 0,5 1 0,-2-1-291,1 1 1,3-1 274,2 0 1,7-1 0,3 0 0,-1-1-338,-9 0 0,-1 0 0,1-1 0,1 0 0,0 0 311,6 0 0,1 0 0,0 0 0,1 0 0,1 0-3,-5 0 0,1-1 0,1 1 0,-1-1 0,-1 1 0,-3 0-139,5-1 1,-2 1-1,-3-1 1,1 0 152,9 0 1,-1-1 0,-7 1-30,-10 1 0,-3 0 45,-3 0 0,-4 0-224,0 0-296,0 0 475,-5 0 0,-11 1 0,-4 1 0</inkml:trace>
  <inkml:trace contextRef="#ctx0" brushRef="#br0" timeOffset="36964">21891 13350 9332,'-13'-18'719,"2"3"-449,36 19-270,-13-1 90,13 6 0,4 2-45,-3 1 0,1 1-45,2 2 0,2 1 45,7 2 0,-2 1 0,-12-7 0,-2 0 45,20 9 0,-22-13 0,-34-11-90,-13 5 45,-15 4 0,-5 5-45,8 6 0,-1 7-820,10-3 1,-2 4 0,1 2 0,3-3 801,-9 11 1,4 0-1,9-7 1,1 2-1,3-4 1,-6 13 0</inkml:trace>
  <inkml:trace contextRef="#ctx0" brushRef="#br0" timeOffset="40930">17808 12430 9422,'0'-11'629,"0"1"-179,1 3-450,-1 27 90,-1 0-90,1 21 0,-1-15 90,3 3-90,0-6 270,0 3-180,1-5 180,0-12-181,2-5 271,11-9-90,18-15-180,-1 0-221,1-7 1,4-4 190,-11 5 0,1-1 0,1-2-15,1 1 0,2-2 0,1 0 0,-1 0-451,0 1 1,0 0 0,0 1 0,-2 1 405,2-2 0,-1 1 0,-1 4-180,11-6 0,-6 7-179,-12 10 359,8-3 0,-40 25 0,-5 4 0</inkml:trace>
  <inkml:trace contextRef="#ctx0" brushRef="#br0" timeOffset="42100">4578 13897 9512,'-10'-37'-450,"3"2"630,1-9-180,4 19 90,0-8 90,1 17-180,0-1 179,0 4-179,5 13 0,8 18 90,7 15-90,0 1 0,-5-10 0,1 1 90,14 13-90,-11-17 0,0-1 0,12 8 90,8-18-90,-12-21 0,0-5 0,-3 6 0,1-3-425,6-10 0,4-7 1,-2-1 424,-1-3 0,-1-3 0,-1 1-486,1 3 0,-1-1 1,1-3 503,-5 4 0,3-5 0,-1 0 0,-2 1 0,-3 5-18,4-6 0,-1-1 0,-2 3 0,3-6 0,-1 1 0,-3 3-405,4-6 0,-3 3-135,-1 0 1,-1 3 539,-3 7 0,-3 6 0,-4 12 0,1 0 0</inkml:trace>
  <inkml:trace contextRef="#ctx0" brushRef="#br0" timeOffset="55482">24457 11945 6993,'2'-10'989,"2"-7"-449,0 0 270,4-13-630,-2 11 179,1-7 181,1 7-450,-4 5 180,8-10 0,2 7-180,1 1 269,6 11-134,-12 26 0,-5 10-135,4 18-318,-7-14 1,-1 8 0,-1 5 0,-1 0 317,0-2 0,-1 2 0,-1 2 0,-1 2 0,1 1-386,1-7 0,0 3 0,0 1 0,-1 0 0,1 1 0,-1 1 0,1-1 318,-1-5 1,0 2-1,0 0 1,0 0-1,0 0 1,1-1-1,-1-2 1,0-1-23,1 1 0,-1-1 0,1-2 0,0 0 0,0-1 0,-1 1 18,0 9 0,-1-1 0,1 0 0,-1-1 0,1-5-720,-2 9 0,0-5 0,0 0 724,2-11 1,-1 0-1,1 0 1,-1 2-1,-1 6 1,-1 2-1,1-1 1,0-5-709,0 6 0,1-3 686,0-9 0,0 1 0,0-2 261,1 2 1,2-5-262,0-2 0,-1 0 1324,2-4-1234,0-10 2342,-1 3-2342,0-5 3186,0-1-3203,2-5-73,-1 2 0,3-2 0,4 2 0,4-2 90,16 1 0,-6-3-90,26-1-1071,-6-4 0,9-2 1,-4 1 1070,-2 0 0,3 0 0,-11 0 0,4-1 0,3 1 0,1-1 0,1 0-436,4 0 0,2 1 1,0-1-1,-1 0 0,-3 1 436,-4-1 0,-4 1 0,2-1 0,3 1-77,-1 0 1,5-1 0,1 1-1,1 0 1,-1 0 0,-1 0 76,4 1 0,-1 0 0,0 0 0,-1 1 0,0-1 0,-5 0 0,0 0 0,-1 0 0,1 0 0,2 0 0,1 0 0,4 1 0,1-1 0,-2 0 0,-3 1 0,-5-1 0,5 0 0,-7 0 0,-1 0 0,14 0 0,-6 0 90,-6-1 0,-11 1 179,8-1-89,-23 1 2131,4 1-2221,-6-1 3052,-3 0-3052,0 0 1206,-2 1-1296,-9-5 180,-9-2-180,-4-1 180,-9-10-90,5-5-46,1-8 1,0-2-45,5 10 0,1-1 0,-4-20 0,0-6-975,6 6 1,1-2 0,1 1 974,-1-3 0,0-1 0,2 8 0,-1-4 0,1-2 0,1-1-497,1 1 0,0-3 1,1-1-1,1 2 0,-1 3 497,0 4 0,1 4 0,-1-1 0,1-4-15,0-1 0,0-4 0,0-2 0,1-1 0,0 0 0,1 2-143,1 3 1,1 0-1,0 0 1,1 1-1,0 0 1,0 2 139,-1-4 0,1 1 0,0 1 0,0-1 0,0-2 18,0 5 0,0-2 0,0-1 0,0-1 0,0 1 0,0 2 0,0 3-23,1-14 1,-1 4-1,1 2 1,-1 4 22,0 2 0,-1 3 0,0 0 0,0-2 0,0 0 0,-1 6-461,-2-13 461,0 2 1376,-2 4-1376,1 16 2468,-2-2-2558,1 5 1602,-1 8-1512,2 5 1188,-1 1-1188,-2 3 0,-8-2 0,-8 0 0,0 0 0,-22-2 0,15 7 0,-1-1 0,3 0 0,-2 1-213,-5 0 1,-4 1 0,-2 0 212,-5 2 0,-2 0 0,1 0-642,4 0 0,0 0 0,-4 1 642,7 0 0,-4 0 0,-2 0 0,-1 1 0,2-1 0,3 1 0,-3-1 0,4 1 0,0 0 0,-4 0 0,3 0 0,-2 0 0,-2 0 0,-1 1 0,0-1 0,0 1 0,-2 0 0,-2 1 0,0 0 0,0 0 0,3 0 0,2 0 0,-2-1 0,4 1 0,0 0 0,-3 0 0,-2 0 0,-3 1 0,0 0 0,1 0 0,6-1 0,-3 2 0,6-1 0,1 0-45,-6 0 0,1 0-90,-8 1 1,7 1-406,19 1-180,4 3-989,24 6 990,8-7-2558,20 6 3099,-11-9 0,13 4 0,-3-2 0</inkml:trace>
  <inkml:trace contextRef="#ctx0" brushRef="#br0" timeOffset="57716">28985 11622 10141,'-8'-8'1170,"2"0"-901,12 21-89,-1 5 30,1 12 0,1 9 0,-2-3-165,0-4 0,-2 3-675,0 6 1,-1 8 0,1 3 0,-2-1 763,-2-4 1,0 0 0,-1 1 0,-1 4-58,2-9 0,-2 3 0,1 2 0,0 2 1,-1-2-1,1 0 0,-1-4-311,1 5 0,-1-2 0,1-2 0,-1 1 0,-1 3 272,1-5 1,-1 4-1,1 1 1,-1 0 0,0 0-1,0-3 1,0-4 28,0 9 1,-1-4-1,1-1 1,0 0-68,-1 0 0,1-1 0,-1 1 0,1 1 36,0-5 0,0 1 0,0 1 0,1-2 0,0-2 24,-1 7 0,1-3 0,0 0-60,0 0 0,-1 1 0,1 1 45,1-6 0,-1 2 0,1-1 0,-1-5-45,1 4 0,-1-2 45,0 9 0,0-2-45,0-11 0,0-4-417,-2 5 507,1 0-90,-1-6 0,3-13 1611,0 0-1611,0-1 2492,1-6-2492,0 2 720,0-2-720,0-3 0,-1 0 0,1-1 540,-1 0-540,6-2 0,15-2 0,-1-1 0,24-1 45,-4 1 0,2 0-45,-11 0 0,1-1-256,6 1 1,6 0 0,1-1 255,7 0 0,1-1 0,-3 1 0,-12 0 0,-2 0 0,4 0-18,1-1 0,4 0 0,2 0 0,0-1 0,-3 1-27,4-1 0,-1-1 0,-1 1 1,-1 0-235,-5 0 0,-1 0 0,1 0 1,0 0 255,8-1 1,1 1-1,-1-1 1,-3 1-8,-4-1 0,-2 1 0,-3-1 30,5 1 0,-1 0-45,7-2 0,-3 0 45,-2 0 0,-11 1 0,11-2 0,-27 4 675,7-1-675,-12 2 1295,1 0-935,-1 0-180,-4-1-90,-2-6 0,-5-5-90,-5-11 0,2 4 45,-2-3 0,-2-3-45,1-6 0,0 0-314,-1-1 1,0-2 313,2-4 0,-1-5 0,3 1-399,3 2 1,3 1 0,-1 1 398,-2 0 0,0 0 0,2-4-18,3 2 0,1-7 0,2 0 0,-1 1 0,0 7 18,1-8 0,1 0 0,-1 8 0,0-5 0,2-4 0,-1 1 0,1 1-18,0 5 0,1 0 0,-1 0 0,1 2 0,-1 1 18,0 0 0,-1 2 0,0 0 0,1-3-15,1 0 0,0-3 0,1-2 0,-1 0 0,0 2 0,-2 2 15,0-3 0,-2 3 0,-1 1 0,1-3-18,0 4 0,-1-1 0,1-1 0,-1 0 0,0-2 0,-2-4 0,0-3 0,-2 0 0,1 1 0,-1 5 18,-1-4 0,0 4 0,0-1 0,0 4 0,0-2 0,0 2 0,0 7 0,-1 7 0,1 3-45,0-8 0,1 1 45,-1 2-90,0-4 0,0 8 549,1 8-639,0 6 1453,-30 17-1273,-17-3 0,17 4 0,-8 0-466,5-4 0,-6-2 1,-4 0-1,-2-1 0,2 1 466,-3-1 0,0 0 0,-1 0 0,-1-1 0,1 1-363,5 0 0,0 0 0,0 1 0,-1-1 0,-1 0 1,-2 0 362,3 0 0,-2-1 0,-1 1 0,-1 0 0,0-1 0,0 1 0,2 0 0,3 0-60,-2 0 0,1 1 0,2 0 0,0 0 0,1 0 0,-2-1 30,0 1 0,0-1 0,-1 0 0,1 1 0,-1-1 0,1 2-120,0-1 0,-1 1 0,0 0 0,1 0 0,2 1 0,3 1-943,-11 3 1,4 1 0,1 0-1,1-3 1,0 0 0,2 2 709,-9 5 1,9 0 0,7-2 0,3 1 0</inkml:trace>
  <inkml:trace contextRef="#ctx0" brushRef="#br0" timeOffset="59081">25697 12093 11041,'-17'-4'-1170,"4"2"901,-29-3 269,0 1 224,7 0 1,-3 1-45,5 1 0,1-1-135,5 1 0,0 1 45,-6 1 0,1 1 0,3 2 0,1 2-45,-1-2 0,-3 3-15,0 5 0,-4 4 0,4 3-352,-4 11 1,1 6 343,8-5 1,-3 4-1,1 2 1,4-3-23,3-1 0,3-2 0,1 3 22,2-1 1,0 4-1,2 0 1,4 0 7,2 6 0,5 1 0,-1-3-30,-1 8 0,1 0 30,3-2 0,3 3 0,4-2-30,4-8 0,4-2 0,-1-2 0,0 6 0,3-2 30,5 2 0,5 1 0,-3-8-30,10 1 29,-9-15 1,5 2 0,1-4 15,6-5 0,0-2-45,-1 2 0,2-2 0,-4-7 0,3-3 0,-2-2 0,7-6 0,-2-2 45,1 3 0,0-4-15,0-6 0,1-6 0,-4-1 15,-4-8 0,-2-2-15,-4 10 0,1-2 0,-3-2 0,-2-9 0,-3-4 0,-3-2 0,-3-2 0,-2-2 0,-2-2-8,-1 6 1,-1-2-1,0-2 1,-2 0-635,-1 5 0,-2-1 0,0 0 1,-2 0-1,0 4 612,-1-7 0,-1 2 0,-3 0 67,0 5 1,-3-2-1,-1 1 1,-2 2-651,-6-3 1,-2 3 0,0 0 582,3 4 0,2 0 0,-4 0 19,-9-8 0,-5 0 0,2 6 26,-1 8 0,0 4 0,0-5 0,-2 3-45,-5 4 0,0 6 0,5 11 0,2 4-45,-1-4 0,-1 4-195,-7 11 0,-3 7 1,3 4-151,11-1 0,2 2 0,-1 1 157,-6 1 1,-1 0 0,3 3 232,3 11 0,4 5 0,5-5 0,6-9 0,3 1 0,-4 16 0,-1 1 0</inkml:trace>
  <inkml:trace contextRef="#ctx0" brushRef="#br0" timeOffset="60048">30241 12233 10141,'-2'-23'-450,"-1"9"630,-14-20 45,-1 17 0,-3 2-135,-13-14 45,4 10 0,-2 3 269,4 6 1,0 2-225,-15-5-90,10 8 0,-3 4 60,3 7 0,-2 5 0,2 0-353,-2-2 0,-1 4 248,1 3 0,-4 4 0,0 3 0,5 2-807,8 3 0,4 2 0,1 2 0,-1-2 792,-5 4 0,0-2 0,2 4-8,5-1 1,0 4-1,3 0 1,4 0 37,6 6 0,5 0 0,1-3-60,-4 6 0,5 2-158,3-12 0,3 5 1,3-2-1,3-5 203,10 4 0,6-5-655,2-2 0,4-1 0,0-4 655,0-1 0,2-6-15,3-8 0,4-5 0,-2-5-72,-6-5 1,-1-4 0,2-4 59,-2 0 0,3-4 0,2-2 0,0-1 0,-2-2-18,0-2 0,1-1 0,-2-1 0,0-4 0,0-3 140,-3-1 1,0-4 0,0-3 0,-1-2-1,-1 0 1,-3 1 0,-3 0-105,1-3 0,-3 0 0,-3 1 0,-4-3 0,-4-2-11,-5 4 1,-2-4 0,-3-2 0,-2 0-1,-4 1 1,-4 4 0,-4 4-86,-8-2 0,-7 5 0,-4 2 0,-4 3 0,-2 1 34,3 5 0,-4 0 0,-2 0 1,-2 3-1,-1 2 0,-1 3 1,1 4-374,-1 4 1,-1 4 0,0 3-1,-1 3 1,0 1 0,0 1-1,2 1 399,-4 1 0,0 2 0,1 1 0,0 2 0,2 1 0,2 2 0,-3 4 0,0 3 0,3 1 0,2 1 0,3 1 0,7 2 0,-1 1 0,1-1 0,-1 1 0</inkml:trace>
  <inkml:trace contextRef="#ctx0" brushRef="#br0" timeOffset="93765">2297 9003 9152,'-2'-7'809,"-1"-1"-449,1 3 450,-1-3-541,1 1 2520,-1 1-2609,5 18 90,0 0-90,4 15-91,0-4 1,-2-9 0,0 1 90,1-3 90,-1-3 270,7-1 89,9-18-179,13-24-330,-13 7 0,2-5 0,-2 2-675,2-3 1,-1 0 584,0-2 0,2-3 0,-1 2 30,-2 7 0,0 2 0,-1 1-60,1-4 0,0 0 29,1 2 1,2-1 0,-4 5-389,5-8-541,3-2-2377,-10 11 2457,-7 16 1,-4 4 0,0 9 0</inkml:trace>
  <inkml:trace contextRef="#ctx0" brushRef="#br0" timeOffset="94731">4374 8792 11131,'3'-11'1439,"1"0"-720,1 0 181,0 0-1,0 2-449,0 2-360,2 6 180,-1 7 0,4 13-180,1 5 90,8 10-90,-5-9 0,10-2 89,-2-20 1,2-14 0,0-5-180,9-8 135,-1-7 0,3-5-45,-6 4 0,-1-1-45,2-1 0,0-1-405,-1 0 0,-3 4-1888,0-3 2248,-12 16 0,-8 15 0,-3 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09:49.974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16214 10308 24575,'-18'-45'0,"7"19"0,-3 0 0,-3-3 0,-2 1 0,-3-3 0,-1 0 0,1 6 0,-1-1 0,0 3 0,-3-1 0,1 2 0,-7-5 0,0 6 0,-11 7 0,-5 8 0,22 4 0,0 2 0,-5 1 0,-2 1 0,-4 4 0,-2 4 0,9 0 0,-1 2 0,-1 2-430,-6 6 0,-1 3 0,0 1 430,-2 3 0,0 2 0,1 0 0,0 1 0,0 0 0,2-1-73,5-2 1,1 0 0,2-1 72,-4 4 0,4-3 0,8-7 0,3-1 0,-2 5 0,12-11 0,6 0 1275,1 8-1275,2 19 116,-1-10 0,2 4-116,2 8 0,3 4 0,1-11 0,2 2 0,2 1-506,3 3 0,3 2 0,3 0 506,-3-8 0,2 1 0,1-1 0,0 1 0,2 2 0,0-1 0,1 1 0,2 2 0,0-2 0,2 3 0,1 0 0,-1-1 0,-1-3 0,-1-2 0,-2-3 0,1 0 0,0 0 0,5 6 0,1 2 0,1-3 0,-4-5 0,6 0 0,-3-5 0,-1-3 0,0-3 0,-4-6 0,1-2 0,-2-4 0,4-2 0,3-3 0,5-3 0,2-3 0,-3-4 0,1-5 0,1 0 0,0-1 0,0 2 0,1 1 0,-1-2 0,0-2 173,1-4 1,1-3 0,-2-1 0,-3 0-174,-4-1 0,-3-1 0,-1 1 0,9-10 0,-1-1-81,-10 5 0,-1-1 0,-2 0 81,1-5 0,-3-1 0,-4 6 0,0-1 0,-3-3 0,-5-11 0,-4-2 0,-2 1 0,0 9 0,-2 2 0,-2-3 0,1 1 0,-2-2 0,-1-1 0,-4 2 0,-4 1 0,-3 0 0,-3 1 0,0 0 0,-3 0 0,-1 0 0,-1 0 0,0 0 0,-1 0 0,1-1 0,-2 2 0,1 1-121,0 3 1,-1 0 0,0 2 0,2 3 120,-10-8 0,0 4 396,3 5 0,-2 3-396,-5 2 0,-2 4 123,-1 6 1,-3 3-124,8 2 0,-2 0 0,0 2 0,1 3 0,-1 2 0,0 0 0,-2-1 0,-1 0 0,5 0 0,2 2 0,4 0 0,-18 0 0</inkml:trace>
  <inkml:trace contextRef="#ctx0" brushRef="#br1" timeOffset="19414">18211 8486 7892,'-16'-9'990,"-12"-4"-900,5 5 135,-3 0 0,-3 1 89,-7 3 1,-2 1-165,6 1 0,-2 0 0,-2 2-970,-3 2 1,-3 2 0,1 1 0,3 0 704,3 0 0,3 0 0,-1 2 175,-12 5 0,-3 3 0,3 5 96,11 0 0,0 4 1,3 2-1,1 1-96,-4 5 0,3 1 0,1 5 7,2 2 1,-1 4-1,5 2 1,9-2-8,11 4 0,9 0 0,3-3-30,-1-6 0,2-2 0,7-2 15,5-4 0,6-1 0,2-2 0,2-4-666,7-1 0,3-5 1,0-1 620,-2 4 0,0 0 0,5-4 54,-4-7 0,5-2 0,2-3 0,-1-1 0,-3-2-175,-4-3 1,-3-2 0,1-2-1,3-1 151,0-1 0,3-1 0,2-1 0,0 0 0,-3-1 0,-3 0 0,10-4 0,-5-1 0,0-3-8,-5 0 1,0-3-1,-1-1 1,-6-4 97,-1-9 0,-6-4 0,-2 2-120,6-3 0,-3-3 22,-10 10 1,-1-4-1,-4-3 1,-6-1-33,-10 0 0,-6-2 0,-5-1 0,-2 1 0,-1 1 46,2 5 0,-2 1 0,-1 1 0,-3-1 0,-4 0-36,-1 0 0,-5-1 0,-3-2 0,-1 1 0,0 2 0,0 4 0,3 3 89,-6-1 0,1 5 0,0 4 0,-4 3-89,-2 2 0,-4 3 0,-2 3 0,1 4 0,1 4-36,2 8 0,0 5 0,1 3 0,1 1 0,3-2-32,0-3 1,3 0-1,0 1 1,-2 2-95,-4 4 0,-3 1 0,-1 3 0,5 3 0,8 3 96,8 6 1,7 4 0,3 1 0,0-3 0,-2-1 0,1-3 0,2 4 0,7 1 0,1 1 0,-1-1 0,0 1-1</inkml:trace>
  <inkml:trace contextRef="#ctx0" brushRef="#br1" timeOffset="136665">28049 3506 10951,'-43'-3'1259,"14"2"-1079,-6 6 0,-2 5-90,8 1 0,0 4-664,-1 3 0,-2 5 0,0 4 628,7 0 0,-1 4 0,1 3 0,0 1 0,1 0-621,1 1 1,1 1 0,0 1-1,2-1 1,-1 1 584,1-1 0,0-1 0,1 0 0,2 1 0,2 1 27,1 10 0,2 2 0,4-2 0,4-3-15,5-4 0,3-2 0,1-2-30,-3 2 0,0-2 0,4 0 359,10 3 1,4-2-1,3-8-314,-2-12 0,4-5 90,18 4 0,2-9 90,-10-15 0,-4-11-1,3-17 1,-5-4 229,-12 13 0,-4-1-364,-7-22 0,-13 3-46,-14 22 1,-9 7-135,-13-1 1,-7 9 542,4 14 0,-4 8 0,2 4-1383,6 2 1,2 3-1,2 2 330,3-2 1,2 1-1,6 0 600,4 5 0,9-3 0,13-1 0,3 3 0</inkml:trace>
  <inkml:trace contextRef="#ctx0" brushRef="#br1" timeOffset="136998">28395 3897 12480,'-6'-32'2788,"1"5"-1978,2 14-540,-12 31 0,-6 17-181,-1 3 1,-3 5 0,-1 1-789,8-12 1,1-1 0,-2 1 0,-2 4 713,-1 3 0,-3 3 0,-1 3 0,0 0 0,-1 0 0,3-2-15,-1 0 0,1-1 0,1-1 0,-1 1 0,-1 4-79,4-9 0,0 3 1,-2 2-1,1 0 0,-1 1 1,1-1-1,1-1 1,1-2-132,-2 5 0,0-2 0,1 0 0,1-1 0,1-1 0,1-1 66,-1 2 0,0-1 0,2-1 1,1-2-1,3-2-949,-1 5 1,3-2 0,5-7 1012,6 3 1,7 9 0,8-26 0</inkml:trace>
  <inkml:trace contextRef="#ctx0" brushRef="#br1" timeOffset="137515">28199 4862 12120,'-6'-10'540,"1"-1"-360,8-2 90,28-11-181,-5 6-44,2 3 0,4 0 90,3 2 0,0 2-135,-7 2 0,1 1 0,6 1 0,-5 3 0,-9 6 0,-14 11 0,-23 4 0,-8 0 0,-4 6 0,-9 3 0,-2 1 0,15-11 0,2-1 0,-3 3 0,2 1 0,1 14 0,20-14 0,18 5 0,17 7-90,-10-8 45,-2 1 0,-4 3-45,-13-1 0,-6 3 90,-6 7 0,-6 0 0,-6-6 0,-4 0 0,-1-2 0,-2 0 0,-3-2 0,-10 0 0,2-4-269,0-4-1081,11-6-449,18-12 1799,38-21 0,-5 3 0,4-1 0,7-5 0,1-1 0</inkml:trace>
  <inkml:trace contextRef="#ctx0" brushRef="#br1" timeOffset="138015">28867 4873 11400,'10'-24'630,"-1"7"-90,16-7-450,0 9 90,8-1 0,4 2-180,-13 7 0,2 2 45,10 1 0,-2 2-45,-6 7 0,-9 12 0,-45 20 0,6-11 0,-13 3 0,-4 1 0,9-11 0,1-1 0,-4 2 0,4 2 0,-2 17 0,46-10 0,8-5 0,5-8 0,2-1-45,-10-1 0,-1 0-45,20 11 90,-20 11-90,-47 0 135,-7-5 0,-5 0-1328,0-1 0,0-3 1283,-1-2 0,2-2-675,11-5 1,7-4-316,13-5 990,19 0 0,17-13 0,-5-2 0,-1 1 0</inkml:trace>
  <inkml:trace contextRef="#ctx0" brushRef="#br1" timeOffset="138798">29710 4902 10411,'1'-14'1259,"0"-1"-449,-3-2-540,-1 6 90,0-4-1,0 7-269,-1-1 1709,0 3-1619,-9 9-90,-20 31-90,13-9 0,1 3 30,3 3 0,0 4 0,4 0-30,-1 10 0,8 1 30,8-10 0,3 1 0,2-4-30,1-5 0,3-4 45,13 5 0,6-7 0,-1-18 0,3-5 0,8-2 0,1-6-33,-6-4 1,1-6-1,-4-2 78,-6-1 0,-4-3 0,-3-4 30,-2-13 0,-6-6 0,-7 2-90,-7 12 0,-5 0 0,-5 2-30,-9-7 0,-7 1 0,-4 10-90,1 13 0,-4 8 0,0 5-390,-9 8 0,-2 7 1,5 5-614,8 4 1,4 5 0,3 0 827,3 0 1,2 0 0,6 0-1,8 9 1,9-4 0,17 7 0</inkml:trace>
  <inkml:trace contextRef="#ctx0" brushRef="#br1" timeOffset="139015">30873 5090 13829,'9'-11'3276,"-5"0"-1965,-5-4-2930,-5 3-1658,-15 1 2499,0 6 1,-13 4 0,2 0 0</inkml:trace>
  <inkml:trace contextRef="#ctx0" brushRef="#br1" timeOffset="141465">27181 6469 9512,'5'-10'899,"0"-4"1,-1-1-1,-1 0-179,-2-1-451,-7 7 1,-28 14-180,8 8 0,-3 6-60,-3 6 0,-2 5 0,1 3-1123,4 3 1,3 2 0,1-1 1083,0-3 1,1 0 0,6 1 8,5 4 0,6 2 0,5-4-669,8 1 0,5-2 669,-5 2 0,5-1-45,13 5 0,7-6 0,-3-14 0,4-5 45,7 3 0,2-5 0,-4-7 0,-3-7 0,-6-12 0,-4-4 0,-2-6 1364,-20-4 1,-8 0-1410,-13 7 0,-6 4 955,0-4 1,-4 3-1586,-12 2 1,-1 6-965,13 6 1,2 3 1333,-15 1 0,23 3 0,13-4 0</inkml:trace>
  <inkml:trace contextRef="#ctx0" brushRef="#br1" timeOffset="141765">27753 6506 11580,'-6'-27'1440,"-4"4"-1261,-3 18-44,-6 27 0,0 10-90,6-10 0,1 2-393,-4 13 0,-3 9 0,0 3 365,5-12 1,-1 3 0,0 2 0,0-1 0,2-3-249,-1-1 1,2-3 0,0 1 0,-3 4 185,0 2 0,-3 6 0,-1 1 0,0 1 0,1-2 0,1-4-225,0 2 0,1-4 0,1-1 0,-1 1-158,-2 4 1,0 1 0,1-1 0,1-2 427,-1 3 0,1-2 0,3-5 0,4-8 0,4-6 0,3 1 0</inkml:trace>
  <inkml:trace contextRef="#ctx0" brushRef="#br1" timeOffset="142198">27742 7180 11131,'-2'-17'1889,"1"3"-1710,4 5 181,23-3-270,-4 5 0,5 0 0,2 2 0,16 2-45,-13 3 0,-1 6 0,-10 9 0,-5 6-45,-11 11 0,-12 7 0,-6-7 0,-8 3 0,-3 0 0,2-2-162,-1 2 1,0-2 0,-2 1 161,-1-1 0,-3 2 0,1-2 0,6-6 0,5-6 0,4-2 45,-2 5 0,9-1-135,28-3-180,17-3 90,4-5-675,-2-13 1,0-3-785,-16 0 1,0-2 1055,8 1 1,-1-2-1,12-9 1,-15 4 0</inkml:trace>
  <inkml:trace contextRef="#ctx0" brushRef="#br1" timeOffset="142631">28350 7278 11760,'-6'-27'2519,"1"2"-1979,-2 12-181,-12 19-179,-10 28-90,9-2 0,1 4-90,2-1 0,3 0-45,5 6 0,5-3 45,6 0-90,20 3 45,6-26 0,3-3 0,-7-1 0,1 0 45,13 2 0,-2 0-90,-7 4 90,-13-4 0,-36 18 0,1-14 0,-2 0 0,1 0 0,0 0-225,-9 4 1,0-1-2295,-4 1 2519,5-3 0,15-13 0,16-13 0</inkml:trace>
  <inkml:trace contextRef="#ctx0" brushRef="#br1" timeOffset="142848">28476 7250 12120,'-12'-13'540,"7"1"-270,14-11-180,6 10-45,5 0 0,6 0-1684,16-3 1,1 0 1614,-13 4 0,0 0 1,14-5-1,-5 2 1,-10 1-1</inkml:trace>
  <inkml:trace contextRef="#ctx0" brushRef="#br1" timeOffset="143249">29011 7003 12030,'5'-19'2609,"-11"12"-2340,-10 20 1,-6 12-120,-1 3 0,-2 6 0,-1 1-105,6-4 0,-1 2 0,0 0 0,2-1-423,-6 8 1,1 0 0,2 1 407,4 3 0,2 2 0,5-4-165,7 1 0,4-2 90,-4 0 0,5-1-162,15 4 1,10-8 26,-6-22 0,5-5 45,15 3 0,2-8 45,-8-15 0,-3-7 90,-4 5 0,-5-5-45,-4-9 0,-11-2 90,-16 6 0,-7 2 0,-1-2 0,-3 3-180,-5 3 0,-2 5-1658,-19 14 1793,33 10 0,15 4 0,18-4 0</inkml:trace>
  <inkml:trace contextRef="#ctx0" brushRef="#br1" timeOffset="143516">29338 7351 12300,'-14'-25'3276,"4"6"-2504,17 22-233,24 20-494,-1 2 0,4 3-675,-2 0 1,0 0-586,0 0 1,-4-2 1214,2 8 0,-19-20 0,-8-8 0</inkml:trace>
  <inkml:trace contextRef="#ctx0" brushRef="#br1" timeOffset="143681">29596 7348 11490,'-15'-31'2519,"-13"21"-2204,5 20 0,-3 10-136,1 5 1,0 6 0,0 2-390,0 4 0,2 3 1,1-1-884,1 0 1,3 0 0,3-1 1028,2 9 1,8-4 0,12 2 0,9-14 0</inkml:trace>
  <inkml:trace contextRef="#ctx0" brushRef="#br1" timeOffset="144114">30033 7187 11940,'-12'-21'2429,"2"-2"-1800,5-1-449,4 6 270,23 0-180,19 8-180,-14 6 0,1 3 0,12 3 0,0 6-45,-6 6 0,-4 8 0,-4 16 0,-5 4-45,-8-11 0,-7 1 30,-13 7 0,-8 4 0,-6-3-1015,-6-4 0,-6-3 0,0 0 985,3 0 0,0 2 0,-2-2 0,2-4 0,-2 0 0,0-2 0,7-2 323,1-2 1,9 0-684,16 18-135,33-37 1,10-8 269,-6 2 0,2-3-457,5-3 0,5-3 1,-1-1 681,-8 0 0,0-1 0,-1 0 0,-3 1 0,0 0 0,0 0 0,-2-1 0,0 0 0,0 0 0</inkml:trace>
  <inkml:trace contextRef="#ctx0" brushRef="#br1" timeOffset="144532">30897 7180 12210,'2'-29'3276,"-5"0"-2414,-1 17-413,-6-2 361,-14 18-450,-21 19-270,14-1 0,0 5-135,3 0 0,5 2-45,8 7 0,7-2 0,10 2-90,25 3 0,-3-23 0,0-3 180,9 7-90,-4-4 0,-2 1-90,-10 7 180,-15 9 0,-11-5 0,-14-8 0,-5-2-45,6-5 0,0-1-45,-1 1 1,0 0-1710,-20 8-1478,31-15 2814,14-12 0,16-11 1,18-15-1</inkml:trace>
  <inkml:trace contextRef="#ctx0" brushRef="#br1" timeOffset="144749">30966 7089 11580,'-17'-15'2339,"5"3"-1350,-1-7-449,20 5-405,15 1 0,10 1-1170,12-2 1,7-1-59,-11 4 1,2 0 0,-1 0 623,-6 2 1,-2 1 0,-1-1 0,9-1 0,-5 1 0,4-2 0</inkml:trace>
  <inkml:trace contextRef="#ctx0" brushRef="#br1" timeOffset="145148">31853 6835 13110,'-11'-11'3238,"-26"27"-2969,8 3 1,-4 5 0,2 1-1170,-4 3 0,-1 3 990,7-1 0,-4 6 0,2 1 0,4 0-1,5 3 1,4 1 0,1 0-52,-2 3 1,1 1 0,6 0-129,9 2 0,4 0 0,5-7 45,1-8 0,6-6 171,18 0 0,7-10-171,0-20 0,1-7 45,1-2 0,-1-5 180,0-8 0,-10-6 89,-24 3 1,-10 0-90,-15-14 30,-11 29 0,-11 4 0,2 4-120,4 3 0,-2 5-428,0 1 1,-6 2 0,-1 3-1,7 1-1301,-6 7 1,3 3 1605,6-1 0,-1 3 0,6-2 0,8 0 0,5 0 0,-10 16 0</inkml:trace>
  <inkml:trace contextRef="#ctx0" brushRef="#br1" timeOffset="146648">28046 8144 13199,'-37'-2'629,"0"0"1,1 0 0,-6-1 0,2-1 134,-6 2 1,18-3 584,52-14-1079,5 11 0,9 1 0,7 0-739,-9 2 1,6-1 0,3 1 0,3-1 0,0 1 0,0-1 0,-1 2 256,-2-1 0,0 1 0,-1-1 0,1 1 0,1 1 0,0-1 0,1 0 99,-2 0 1,1 0 0,-1 1 0,2-1 0,0 0 0,1 1 0,3 0 0,1 0 132,-10 1 1,3 0 0,1 0 0,2 1-1,0-1 1,1 1 0,0-1 0,1 1-1,-1 0 1,0 0 0,-2 0 0,-1 0-1,-1 0-46,4 0 0,-3 0 0,-1 0 0,-1 0 0,0 0 0,0 1 0,1-1 0,2 1 1,1-1-1,3 1 31,-8 0 1,3 0-1,2-1 1,2 1 0,0 0-1,2 0 1,0 0 0,0 0-1,1 0 1,-2 0 0,0 1-1,-1-1 1,-2 0-1,-2 0 1,-3 0 0,-2 1-126,12-1 1,-4 0 0,-2 1-1,-2-1 1,-2 1 0,1-1-1,0 1 1,2 0 119,4 0 0,3 0 0,0 1 0,1 0 0,-3-1 0,-2 1 0,-4-1 0,-6 0 414,11 1 0,-8-1 1,-1 0-176,7 1 1,-1-2 0,-4 1 726,-4 0 0,-5 0-607,6-2-269,-21 0 2215,2 1-2035,1 2-270,-6-1 3118,11 1-3028,-11 0 435,2-1-435,5 2-180,0-1 0,-1 1 90,17-1-180,9-6 135,-13-4 0,1-5-15,-7-1 0,0-3 0,-1-2-162,10-13 1,-3-4 191,-10 1 0,-2-3 0,-3 2 30,-2 2 0,-2-2 0,-4-2 0,0-5 0,-3 0-30,-4-1 0,-3-1 0,0-1-291,0 5 1,0-1 0,-1-1 0,0-3 302,0 0 0,-1-3 0,-1-2 0,1 1 1,0 2 17,-1 5 0,1 0 0,0 1 0,0 1 0,1 0 0,-1-3 0,0 0 0,1 1 0,0 0 0,2-4 0,1 0 0,1 0 0,-1 5-30,0 7 0,0 2 0,0 1 30,0-3 0,1-1 0,-1 2 0,2-10 0,-1 6-180,-1 6-180,1-9 90,-5 20 487,-4 10-307,-30 14 90,5 3-45,-7 3 0,-10 1-214,8-3 0,-7 0 0,-4 1 0,-2-1 0,2-1 214,5-1 0,2 0 0,-2-1 0,-1 1 0,-3-1 0,-3 0-215,9 0 1,-4 0 0,-2 0 0,-2 0-1,-2 0 1,0 0 0,1 0 0,0 0-1,1-1 1,3 0 0,2 0 246,-5 0 0,3 0 0,1-1 0,2 0 1,-1 0-1,-2 0 0,-2-1-175,3 1 0,-1 0 0,-1-1 1,-2 0-1,0 1 0,-1-1 1,0 0-1,0 0 0,1 0 1,0 0 160,2 0 0,-1 0 0,1 0 0,-1 0 0,0-1 0,1 1 0,0 0 0,1-1 0,2 1 0,0 0-104,-1-1 1,2 1-1,1 0 1,1-1-1,0 1 1,-1-1-1,-2 1 1,-3 0 115,5-1 0,-4 1 0,-1 0 0,-2-1 0,0 1 0,-2 0 0,1-1 0,1 1 0,1 0 0,1-1 0,3 1 0,3 0-37,-7-1 1,2 1-1,3 0 1,2 0 0,-1 0-1,0 0 1,-1 0-6,1 0 1,-1 0 0,-1 0 0,1 0 0,-1 0 0,1 0 0,1 0-1,0 0-98,-9 0 1,-1 1-1,1-1 1,2 1-1,3-1 1,5 1 94,-6-1 0,5 1 0,1 0-60,3-1 0,1 1 0,6-1 389,-14 3-629,6 0 1031,14 0 0,-1 1-851,-11 2 90,11-2 0,0 0 90,-6 0 946,8-2 0,0 0-946,-11-1 3276,-8-1-3250,-6 0-26,12-3-90,7 1 90,4 1 0,14-1 0,-1 5-90,9 0 180,3 13-90,6 8 60,0 3 0,2 8 0,0 2 0,-1 1 0,0 2 0,0 5-362,-1-9 0,1 3 0,-1 3 0,1 1 0,-1 0 0,0-2 338,0 6 0,-1-2 0,1 1 0,-1 1 0,0 1-11,0-6 1,0 2 0,0 0-1,0 1 1,0 0 0,1-2 0,-1-1 9,1 7 1,1-1 0,0-2 0,-1-1 0,1 0-36,-1 2 0,0-1 0,1-2 0,0 0 22,2-5 1,0 1 0,1-3-1,0-3-196,2 10 1,0-4 38,2 5 1,0-3-1505,-2-11 1,2-8-1639,9-18 2576,-6-9 1,4-25 0,-10 3 0</inkml:trace>
  <inkml:trace contextRef="#ctx0" brushRef="#br1" timeOffset="164648">29747 8247 8162,'-3'-9'1080,"1"0"-181,-3-1-269,-1 1 269,-2-3-539,0 16 360,-5 40-406,5-2 1,0 10-746,4-16 1,-1 7 0,-1 3-1,1 1 1,0-2 0,0-3 475,0 5 0,0-5 0,0 2 0,0 4 6,0-6 0,0 3 1,0 3-1,0 1 1,-1 0-1,1 1 1,0-2-274,0 1 1,0 1 0,0 0 0,0 0-1,0-1 1,0-1 0,0-2 239,0 4 0,0-3 0,0 0 0,0 1 0,0 5-129,1-10 0,0 4 0,-1 2 1,0 2-1,1 0 0,0 1 0,0-2 1,1-2-1,0-3 186,0 6 0,1-1 0,1-2 0,0-2 0,0 0 0,0 0-60,-1-3 0,0-1 0,1-1 0,-1 0 0,0 1 0,1 0-1,1 2 1,0 1 0,0 0 0,0 0 0,0-3 0,1-2 52,1 1 1,-1-2 0,1-3-1,0-1-67,0 1 0,-1-2 0,1 1 30,0 8 0,0 0 0,0-6-150,2 4 30,-3-12 143,2-5-1402,0-34-647,1-14 1996,1-12 0,-4-6 0,-3 4 0</inkml:trace>
  <inkml:trace contextRef="#ctx0" brushRef="#br1" timeOffset="165081">29084 10932 10861,'-1'-26'2338,"1"6"-2068,0 2 270,9 17-180,8 20-225,2 8 0,1 6-45,2 10 0,0 4-61,-6-12 1,1 1 0,-2-1-183,2 7 0,-1-2 198,1 2 0,-1-4 45,4 2-90,2 4 90,4-17 0,-2-26-90,1 0 0,4-27 0,-1-12 45,-6-2 0,-2-1-263,-3 11 0,1 1 0,-2-2 188,0-6 0,-2-1 0,-2 4-420,-2 7 1,-1 1 134,1-3 0,0 1-2962,6-14 2544,-12 30 1,5-4 0,-6 12 0</inkml:trace>
  <inkml:trace contextRef="#ctx0" brushRef="#br1" timeOffset="173498">28316 11932 8702,'-4'-7'1529,"-1"-3"-1169,2 4 360,-4-2-631,1 4 91,-1 1 270,-18 11-450,10-1 90,-9 10 0,-1 7 0,4 7 0,3 3 0,-5 7 0,4 2-859,8-9 0,3 2 0,2-3 769,0-2 0,5-2 45,5 2 0,5-3 0,7-7 0,4-3 45,19 7-45,-1-16 0,2-7 0,-7-12 0,-3-9 15,-5-3 0,-1-5 0,-3 1-60,0-2 0,-5-1 45,-3-14 0,-9-4 45,-16 1 0,-7 3-90,10 13 0,-3 1 30,-8-3 0,-5-2 0,-2 9 15,-5 10 0,-4 8-90,-6 0 0,-1 5-45,8 2 0,2 7-630,-2 16 1,7 5-1710,8 5 2429,7-5 0,4 0 0,12 8 0,7 0 0</inkml:trace>
  <inkml:trace contextRef="#ctx0" brushRef="#br1" timeOffset="173964">28627 12201 10951,'4'-14'899,"0"-1"271,0 3-721,-2 3-89,2-1-180,2 18 90,5 22-270,-2-2 45,0 3 0,1 3 0,-1-7 0,0-1 0,1 1 0,0 1-90,2 3 0,0-3 45,1-7 0,8-10 0,3-51-1639,-8 6 1,-2-3 1580,-2 6 1,-2-1-957,1-5 1,-2 4 833,-3 13-629,2-13-2468,-3 16 3196,1 0 1,-3 10 0,0 6 0</inkml:trace>
  <inkml:trace contextRef="#ctx0" brushRef="#br1" timeOffset="174781">29205 12327 11490,'-4'-13'900,"1"-2"-810,5 8 90,6-4 0,4 3 0,7-4-1,0-4-179,-3-6 0,-6 4 0,-5-8 0,-13 4 0,-7 3 0,-27 20-45,14 17 1,0 8 44,0 4 0,2 3 0,2-3 0,6 1 0,8 2 0,6-1 0,12 9 0,1-2 44,5-16 1,5-3-45,11-7 45,1-9 0,3-6-45,-3-10 0,0-7 30,-4-2 0,0-5 0,-3-2-30,-3-1 0,-4-1 0,-1-1 0,4-15 0,-5 2-45,-7 11 0,-5 3 45,-11-5 0,1 28-90,1 6 90,10 13 0,18 3-89,11-3 89,4-1 0,2-3 0,-15 2 0,-7 1 0,-12 24 0,-9 3 0,0-9 0,1 2 0,-1-1 0,1 1-135,3-4 0,2 0-135,1 11-900,13-11 1170,8-17 0,5-3 0,9-3 0</inkml:trace>
  <inkml:trace contextRef="#ctx0" brushRef="#br1" timeOffset="175282">30315 12249 10951,'-21'-11'1349,"-2"1"-539,-6-1-631,9 3 361,-4 3-90,-11 10-180,-12 11-180,21-6 0,1 3-1,2 5 1,5 2-90,5 16 0,8-6-89,28 8-91,13-6 135,-13-12 0,1 0 0,-2-2 0,0 0-45,9 14 90,-19-15 0,-10 5 0,-37 6 90,3-8-90,10-6 0,-2 0-45,-2-2 0,2-2-135,4-2 180,-23 10 0,47-22 0,-3 0 0</inkml:trace>
  <inkml:trace contextRef="#ctx0" brushRef="#br1" timeOffset="176448">30653 12431 11311,'-12'-24'2428,"-3"4"-1708,-11-7-271,-1 12-359,2 4 180,-7 16-90,8 14-225,6-2 0,2 4-225,-3 22 45,15-16 1,4-1 134,7 4-90,12-1-90,10-19 180,-9-4 0,16-6-90,3-29 90,-8-6 135,-9 5 0,-3 1-45,-5-6 0,-4 1 0,-6 24 0,0 14 0,1 13 0,4 27 0,-2-20 0,2 0 0,4 14 0,14-1 90,8-24-90,11-3 0,-9-15 0,2-9 0,-3-9 0,-2-6 0,0-3 0,-4-3 90,-6-6 0,-6 2-90,-4-4 90,-11 7 0,-8 27-90,-4 11 90,-5 10-90,3 9 0,0 4 0,2-2 0,0 2 45,-2 10 0,0 0-45,0 6 0,2 0 90,5-17-90,2-8 90,5-7-180,7-25 90,4-10 0,-1-2 0,5-10-45,-4 7 0,1 0-45,8-9 0,-3 12 90,9 8-90,-11 35 0,-3 12 0,-5 14 90,-6-16 0,1 3 0,2-18 0,5-2-90,14-18 90,-7-1-90,14-16 90,1-4-90,-9 10 0,14-8 90,-18 32-90,-3 12 90,-8 30 0,-9-11 0,-3-8 0,0 0 90,2 17-90,-1-12-90,7 14-1259,7-28-1928,5-4 2949,1-7 1,5-16-1,-6-1 1</inkml:trace>
  <inkml:trace contextRef="#ctx0" brushRef="#br1" timeOffset="176748">31840 12315 13020,'-23'23'1619,"0"14"-1470,10-7 1,1 6 0,-1 1-581,2-1 0,0 1 0,0 3 498,0-2 1,0 3-1,0 0 1,2-4-23,-3 13 0,2-3-45,2-11 0,2 1 0,1-5-137,0 14-3140,0-4 2184,5-32 1,1-23 0</inkml:trace>
  <inkml:trace contextRef="#ctx0" brushRef="#br1" timeOffset="177064">31831 12291 11311,'9'-24'359,"-4"9"361,6-11-360,-1 16 0,13-1-271,-6 7 91,20 9 0,3 21-135,-19-10 0,-2 4-45,2 9 0,-5 2 90,-3 7 0,-18 8 0,-13-27 0,-4-2 0,-18 10-315,8-10 0,-1-3-1484,-5-9 1709,12-11 0,18-9 0,8-6 0</inkml:trace>
  <inkml:trace contextRef="#ctx0" brushRef="#br1" timeOffset="177398">32403 11939 11221,'8'-22'1978,"1"-1"-358,-1 4-1081,2 33-449,-5-2 0,-3 16 0,-2 7 30,-1 1 0,-2 3 0,0 0-90,0-2 0,1-1 0,0 3-170,0 0 0,0 3 0,1-1 0,0-3-220,1 14 1,1-5-292,2-9 0,2-4-2626,7 3 2499,1-27 1,0-13-1,0-6 1</inkml:trace>
  <inkml:trace contextRef="#ctx0" brushRef="#br1" timeOffset="177831">32568 12320 11041,'-5'8'1619,"2"0"-360,12 1-539,6-3-540,3 1 269,18-8 1,9-8-270,-15-2 0,0-4-135,-3 0 0,-4-3-45,-5-6 0,-7 0 0,-5-6 0,-25-4 0,-20 34 0,11 7 0,-1 7 0,-8 15 0,1 6-45,12-9 0,2 2 90,-1 9 0,6-2-135,9-9 90,3 20 90,16-9-90,-1 0-270,10-15 0,5-4-1349,16-5-20,5-10 1,1-4 1104,-18-2 1,-2-3 0,13-6 0,-2-4 0,0-6 0</inkml:trace>
  <inkml:trace contextRef="#ctx0" brushRef="#br1" timeOffset="178048">33261 12387 12210,'-3'8'3276,"4"2"-2864,2-4-3200,1 2 2788,-13 4 0,-6-3 0,-14 5 0</inkml:trace>
  <inkml:trace contextRef="#ctx0" brushRef="#br1" timeOffset="179615">29919 13184 10951,'13'-14'989,"6"-1"-629,-3 2 90,2 2-450,-8 9 180,-4 8 89,-7 29-269,-2-10 90,-3 11 0,-1 3-45,0-10 0,1 0 0,-2 6 0,0 0 0,2-4 0,0-3-45,1-2 90,3-7-90,11-28 0,8-17 0,3-3 0,2-3 0,-3 2 0,1-1 0,5-4 0,-1 3 0,1 1 0,2 13 0,-9 25-90,4 7-180,1 17 180,-7-2 0,-1 3 1,-2-15 89,5-8 0,14-19 0,-9-2 0,0-3 0,2 0 0,0-1-45,1-2 0,-2 1 45,4 1 0,-7 22 0,-18 26 0,-3 14 0,-2-15 0,-1-2 0,0 6 0,6 4 90,10-26-90,8-3 89,19-24-89,-19 0 0,0-3 0,4-5 0,-1-2 0,-4 4 0,-3 1 90,5-6 0,-12 32 0,-15 24-45,1-3 0,1 1-45,-2 0 0,2-1 0,4 2 0,4-3-539,12 6-2738,27-19 2724,-16-14 1,16-18-1,-23-1 1</inkml:trace>
  <inkml:trace contextRef="#ctx0" brushRef="#br1" timeOffset="179848">30932 12963 10951,'-2'-12'2608,"1"2"-3867,4 11-1260,-1 14 2519,2 3 0,-1 9 0,-2-8 0</inkml:trace>
  <inkml:trace contextRef="#ctx0" brushRef="#br1" timeOffset="180365">31095 13340 13020,'1'-14'2428,"-1"1"-1079,1 7-809,-7 36-360,3-14-135,-3 10 0,0 4-45,-2 4 0,1-1-135,1-7 0,0 0 0,-3 12 0,1-4 45,5-11 0,30-32 0,-4-9 0,2-7 60,-2 2 0,2-3 1,1 1-61,1-2 0,0 0 0,-1 2 45,3-3 0,-2 6-45,18 8 90,-32 40-45,-8 4 0,-4 2 45,-2 10 0,-1-9 0,2-2-360,8 5-809,10 0-2108,26-13 0,-10-18 3161,16-10 1,-17-6-1,6-1 1</inkml:trace>
  <inkml:trace contextRef="#ctx0" brushRef="#br1" timeOffset="181132">31871 13424 11940,'-7'-8'1979,"-2"1"-810,-18 10-359,-11 12-585,14-3 0,0 3-90,-2 7 0,4 3-135,-4 16-90,9-3-180,19-7-90,19-14 180,17-7 90,-13-12 0,1-5 45,1-10 0,-2-6 45,-7 1 0,-3-2 0,3-19 90,-18-1-90,-7 18 0,-4-1-90,-2 10 0,25 6 90,-8 6 0,34-13 0,-7-4 0,0 1 0,-10 4 0,-1-1 0,5-8 0,3-6-90,-8 7 90,-9 12-90,0 11 90,4 8-90,5 5 90,9 6 0,-4 2 0,-3 13 90,-12-9 0,-11 25-45,-5-23 0,-1 1 0,0 4 0,1 2 0,1 7 0,1-3-45,3 6 0,11 3-1709,21-15-1568,4-10 3104,-11-8 1,1-3 0,17-10 0,-6-4 0</inkml:trace>
  <inkml:trace contextRef="#ctx0" brushRef="#br1" timeOffset="181331">32720 13482 14369,'-3'1'-270,"-16"4"0,-10 6 0,-12 1 0</inkml:trace>
  <inkml:trace contextRef="#ctx0" brushRef="#br1" timeOffset="182382">27661 13015 10591,'14'-5'1349,"-3"1"-989,-10 19-135,-14 22 0,-8 10-135,2-7 0,-2 4 0,-2 5-637,4-11 1,-3 5 0,-1 3 0,0 0 0,0-2 0,2-3 369,-3 5 1,1-4 0,0 0 0,-1 3 191,4-6 0,-2 2 0,-1 1 0,1 1 0,-1-1 0,2-2-261,-2 3 0,0 0 0,0-2 1,1-1-1,1-1 246,0-1 0,2-3 0,-1 1 0,0 3-64,-3 3 1,-2 4 0,0 0 0,1-2 0,4-5 3,1-2 0,3-5 0,0 0-189,0 1 0,0 0 0,2-2 249,-3 6 0,4-8 0,5-9 0,5-13 0</inkml:trace>
  <inkml:trace contextRef="#ctx0" brushRef="#br1" timeOffset="182815">26525 14539 11131,'-2'-14'899,"-1"2"1,3 5-720,5 9 269,6 20-269,4 18-45,-5 2 0,-1 2-135,-3-17 0,-1 0 45,1 12 0,2-1 0,2-12 0,1-3-45,5 10 0,3-10 0,5-4 45,5-15 0,3-7-45,9-2 0,2-6 0,-4-5 0,1-5 0,-3 0-192,1-1 1,-3-1 56,5-10 0,-5 1-3142,-1 0 2499,-10 11 1,-2 2 0,-16 18 0</inkml:trace>
  <inkml:trace contextRef="#ctx0" brushRef="#br1" timeOffset="184548">26095 15260 9871,'-7'-5'90,"0"1"2969,4 0-3059,-2 8 90,2-1-1,-7 33 1,6-14-90,-2 5 0,1 4 45,0 11 0,2 1 0,-1-4 0,2 1-45,2-1 0,0 1 0,2-2 45,3-3 0,1-3-45,-1-5 0,2-3 0,14 13 90,3-21 0,10-2-90,2-16 0,2-22 0,-16 3 0,-1-17 0,-11-11 0,-4 9 0,-3 13 0,-2 0 0,-2-4 0,-1 6 0,0-1 0,-1 10-90,3 0 90,10 8 0,8-1 0,1 4 0,15 1 0,-1 1 0,9 1 0,0 0 0,-14 1 0,-2 0 0,-13 1 0,0 7 0,-7-1 0,-3 11 90,-4 17-90,1-8 0,-1 3 0,-1 4 45,0-7 0,0 1-45,-1 4 0,0 1 135,0 0 0,-1-2 45,0 1 270,0-5 89,2-18-449,10-13 180,17-29-225,-8 7 0,3-3-45,1 2 0,1-2 0,-1 2 45,-1 0 0,0 2-90,5-4 0,1 4 45,8 6 0,0 8 0,4 18 0,-24 39 0,-12-8 0,-4 2 0,-1 0 0,-2 1 0,-2 2 0,3-2-450,9 6-539,10-16 539,1-18-2827,19-23 3219,-7-7 0,12-10 1,-4-4-1</inkml:trace>
  <inkml:trace contextRef="#ctx0" brushRef="#br1" timeOffset="185798">27294 15658 11580,'-5'-11'1260,"1"0"-541,1 3-179,-2-1 0,-11 6-450,4 2 179,-21 19-179,16-2 0,0 4 0,-6 10 0,2 4-45,3 2 0,4 1-45,4-4 0,7-1-45,8-5 0,5-4 45,6-1-90,27-13 45,-15-22 0,0-6-334,-5 7 1,1-3 378,11-15 0,-2-9-30,-13 5 0,-4-3 0,1-2-30,1-4 0,-1-1 0,-1-4 24,-4 8 0,-1-3 0,-1-1 0,0 2 1,-2 3-418,2-5 1,-2 5 0,-1-2 452,-2-6 0,-2 0 0,-1 5-375,-3 12 0,0 5 375,-2-15-90,-5 14 90,-4 73-1038,5-4 1,1 5 1037,-1-3 0,0 4 0,4-11 0,0 4 0,0 0 0,0-1-5,0 1 0,1-1 0,0 0 5,-1-1 0,1 0 0,0 2 0,2-2 0,0 3 0,2-1 0,0-6 45,2 2 0,2-1-6,2-3 0,2 5 0,2 0 0,0-6-39,6-1 0,3-3 45,0 6 0,4-7-45,1-18 0,2-7 45,5-10 0,0-6-45,9-7 0,-1-6 0,-13 5 0,-1-3 0,-3-2 0,-3-6 0,-3-3 0,-4 0 1393,-2-5 0,-7 1-1393,-7-5 0,-3 5 0,-8 2 1474,-12 7-1474,-6 36 0,9 0 358,0 14 1,1 7-359,10 2 0,3 3 0,-1 8 0,1 0 0,4-7 0,3-2 45,6 2 0,4-4-45,19 8 0,-5-19 0,3-3 45,6-7 0,2-8-45,-3-9 0,2-8 0,-2-2-30,-3 0 0,-1-3 0,-1-1-141,11-9 1,-4-3 170,-4-4 0,-6 2 0,-9-5-90,3 0 90,-16 5-89,-9 18 89,-4 0-90,0 14 90,9 13 251,12 6-251,3-1-90,22 4 0,-9-7 90,18 8 0,-17 1 0,-7-3 0,-12 14 0,-11 4 0,0-2 45,-2 0 0,0-1-45,1 3 45,1 2 0,4 0-225,8 1-450,5-13 0,4-3-179,4-3-2159,21-8 2968,-15-12 0,10-3 0,0-4 0</inkml:trace>
  <inkml:trace contextRef="#ctx0" brushRef="#br1" timeOffset="186298">28921 15793 10141,'15'-17'720,"-6"5"89,0 2-89,-8 1-540,0 2 629,-17-5-269,-2 7 0,-22 4-450,16 2 90,-12 13 89,16 6-359,6 5 1,17 14-91,16-4 180,1-3-180,8 9 180,-18-18-45,-5 2 0,-4 1-45,-14 6 90,-2-9 0,-4-1-180,-15 5-1079,-7-3-2018,16-14 2769,6-6 1,13-5-1,4-1 1</inkml:trace>
  <inkml:trace contextRef="#ctx0" brushRef="#br1" timeOffset="187381">29242 15916 11400,'-1'-25'2879,"-8"1"-2699,0 11 180,-11 3 89,-10 16-359,8-1 90,-22 17-90,14 11-180,1 5-90,19-13 0,4-1 90,4 1-179,15-2-181,16-19 180,1-9 180,14-18 0,-17-9 0,-2-9 0,-14 17 90,-3 5 0,-4 21 0,-2 1 90,0 19-90,-1 8 0,4 19 90,10-1-90,-2-14 0,10-12 90,11-24-90,-9 1 0,3-8 0,0-6 0,-3-8 0,-2-3 0,2-3 0,-1-1 0,-1-7 0,-3 1 0,-4-4-90,-8 10 90,-16 48 0,1 2 0,-2 5 0,0 4 0,2-4 0,0 0 0,-1 4 0,1-1 0,-3 6 0,2-4 90,6-24-90,24-43 0,-11 16 0,2-4-30,3-3 0,2-4 0,-1 2-15,1-2 0,-1 3 45,-3 5 0,0 3 0,8 2-90,-5 25 90,3 13 0,-6 13-90,-6 8 180,-6-15-90,0-4 0,3-15 0,6-9 0,11-13 0,6-8 0,6-5 0,-12 14-90,-2 7 270,-12 30 0,-3 9-135,-2-1 0,-2 2 0,-1-4 0,1 0-225,1 4 0,3-2-1799,7 7 90,1-12 1889,4-16 0,-2-8 0,5-2 0</inkml:trace>
  <inkml:trace contextRef="#ctx0" brushRef="#br1" timeOffset="187664">30190 15827 13199,'-5'30'1169,"-2"0"1,-1 5-900,-3 11 0,-2 5-342,5-16 0,-1 3 1,0 1-1,0-1 132,-1 11 0,1 0 0,0-1-450,0-3 0,1-1 0,1-3-1004,1 4 0,1-7 1394,0 0 0,6-45 0,2-16 0</inkml:trace>
  <inkml:trace contextRef="#ctx0" brushRef="#br1" timeOffset="187981">30259 15850 12030,'5'-24'2339,"-1"6"-1710,0 6-449,2 8 180,6 7-270,15 12-360,8 12 0,-4 7 180,-23-7 0,-5-1 90,-9 9 0,-6-10 0,-8-1 225,-12-4 0,-1-3-135,-7 8-45,5-10 0,2-3-45,16-8-630,-11 1-1348,13-4-1171,-1-3 3149,15-9 0,9-5 0,8-7 0</inkml:trace>
  <inkml:trace contextRef="#ctx0" brushRef="#br1" timeOffset="188248">30678 15397 12030,'-1'-17'3276,"-1"4"-1964,-13 40-1088,5-1 1,-1 4-557,-2 4 0,0 5 422,0 0 0,0 4 0,1-1-30,3-7 0,2-2 0,-1 0-60,0 0 0,-1 0 0,2 1-240,0 8 0,2 1 0,2-5-647,4-9 0,1-2-752,5 13 1,3-3 818,5-7 1,17-16 0,-11-14 0</inkml:trace>
  <inkml:trace contextRef="#ctx0" brushRef="#br1" timeOffset="188631">30766 15951 13110,'-4'-8'3276,"9"2"-2595,14 2-681,10-1-270,16-6-89,-10-9 89,-7-13 270,-17 10-90,-14-3 90,-32 35 270,-3 18-135,9 2 0,2 6-46,10-3 1,6 1-90,0-4 0,6-1 90,9-2 0,7-3-180,17 4 0,2 1-405,1-16 1,6-6-1145,7-8 1,3-5 1310,-14 3 0,1-2 0,1-1 1,5-5-1,1-2 0,-2-1 1,-9 0-1,1-1 0,-1 1 1</inkml:trace>
  <inkml:trace contextRef="#ctx0" brushRef="#br1" timeOffset="188814">31512 15917 13739,'-15'-1'3276,"3"0"-3134,11 7-3419,2 3 3106,-13 12 1,-5-3 0,-17 6 0</inkml:trace>
  <inkml:trace contextRef="#ctx0" brushRef="#br1" timeOffset="189648">28304 16757 11041,'5'-30'1169,"-2"13"90,4-19 360,-1 14-809,1 0-90,6 12-181,-1 39-404,-6-3 0,-2 5-45,-2 15 0,-1 1-45,-2-11 0,-1 0 0,-4 11 0,0-4 45,-1-3 0,-1 6-90,22-76 0,2-8 0,3-7-30,-2 6 0,1-1 0,0 0 0,-1 1 0,0 1 0,1 3-60,5-4 0,1 11-180,8 17 90,-5 26 45,-13 6 0,-4 5 45,2 15 90,0 1 0,-1-27 0,6-15 0,17-25-90,3-2 1,3 2 89,-11 26 0,-18 24 0,-6 5 0,-8-4 0,-2 2 0,-1 11 0,1 0-540,3-1-2159,17-23 2699,28-3 0,3-10 0,-14-6 0,0 1 0</inkml:trace>
  <inkml:trace contextRef="#ctx0" brushRef="#br1" timeOffset="190331">29312 16826 11850,'-13'-16'1979,"1"0"-1619,-1 0 809,-6-1-359,-4 10-630,0 0 359,-21 14-269,21 6 0,1 5-180,-1 3 0,2 3-180,1 2 0,7 2-180,14-2 0,7-2 90,9 0-179,33-22 179,-19-25 135,-7 0 0,-3-1-45,4-15 90,-8 5 0,-7 18 0,-4 17 0,3 15 0,-2-2 90,4 22-90,1-13 90,10 1-90,17-16 0,1-22 90,-14-3 0,-2-3 89,-4 1 1,-3 0 0,9-16-90,-15 31 0,-20 46-90,-1 5-150,3-12 0,-3 6 0,1 1 360,1 0 0,0 0 0,0 2-75,0-6 0,1 1 0,-1 0 0,1-2-45,-1 7 0,0-2 0,0-3-90,-3 3 0,1-8-180,0-10-360,-8-13-989,-15-28 899,10 5-225,0-3 1,2-5 854,8-7 0,3-2 0,-8-18 0,12 13 0,0 0 0</inkml:trace>
  <inkml:trace contextRef="#ctx0" brushRef="#br1" timeOffset="190581">29548 16465 11490,'-1'-23'1709,"5"-4"-989,1 15-270,6-3-630,-1 13-2609,2 9 1080,-5 0 1709,3 9 0,-5-4 0,2 5 0</inkml:trace>
  <inkml:trace contextRef="#ctx0" brushRef="#br1" timeOffset="191681">29852 16665 12120,'-13'-5'1979,"2"1"-1259,-13 18-361,-4 18-269,-2 1 45,11-3 0,2 2-135,7-5 0,3 1-270,2 6 0,5 2-135,4-6 1,6-3-136,9-5 1,3-6 89,20-7 360,-6-10 0,-5-21 450,-19-4-90,1-6 179,-13-3-89,-6 9 90,-4-1-270,2 12 0,11 2-180,8 8 0,14-1 0,5 0-45,-6 0 0,2-1 45,16-6 0,0 0 0,1-4 0,-19 5 0,-2 1-90,2-6 90,-6 5 0,3-4 0,-10 6-90,0 2 90,1 4 0,-4 7 0,-1 13 0,-2-6-90,8 14-90,3-7 90,3 4 0,4-1 90,-12-9 0,-3 1 90,-17 13-90,-2 4 0,2-3 0,-1 0 90,-1 17-45,7-16 0,3-2-45,2 2 0,7 1 0,13-13-270,7-6-90,1-6 0,3-4-45,-2-4 1,0-5-91,10-6 0,-2-3 405,-14 7 1,-2-2-46,0-6 0,-3 0 45,-3-9 90,-5 8 90,2-8 90,-8 16 899,1 0-359,1 14-541,-5 4 451,-1 20-90,-6 3-450,1-1 134,-1-1 1,1 1-135,-1 7-675,1-8 1,2-1-135,-1-1 719,6-6 0,2-18 0,4-2 0</inkml:trace>
  <inkml:trace contextRef="#ctx0" brushRef="#br1" timeOffset="191915">30712 16624 12030,'-2'-15'2699,"4"-5"-1080,4-2-900,1 2-3996,1 5 0,-6 17 2532,1-2 0,-4 8 0,1-5 0</inkml:trace>
  <inkml:trace contextRef="#ctx0" brushRef="#br1" timeOffset="192198">31124 16373 12120,'-4'-28'3276,"1"8"-795,-8 48-2122,1-1 1,-2 5-150,-4 8 0,-1 7 0,-1 1-399,3-11 1,0 1-1,0-1 1,1 1 30,-1-2 1,0 1 0,1-1-1,2-1-592,-1 3 1,1-1 0,4-5-2528,7 14 1351,8-24 1926,21-29 0,-10-7 0,10-9 0</inkml:trace>
  <inkml:trace contextRef="#ctx0" brushRef="#br1" timeOffset="192365">30976 16748 11580,'-7'-9'2429,"5"2"-1080,22 3-539,18-1-1440,10 0-1009,-20 2 1,-1 1 1108,6-1 0,-2 1 0,-13 2 0</inkml:trace>
  <inkml:trace contextRef="#ctx0" brushRef="#br1" timeOffset="192948">31494 16728 13199,'-11'-11'3059,"-1"-1"-1890,6 7-90,-7 25-539,2 13-585,1 4 0,0 2-405,3-6 1,0-1 269,1-3 0,1-1-989,9 13 89,15-26 810,2 0-90,11-17 1,6-9 404,-7-4 0,1-3 314,0 0 1,4-3 0,-3 1 224,1-4 1,-3 0-405,-6 4 0,-3 3 810,-4 1-361,-21 37-359,-13 15 0,-4 8-150,3-4 0,0 3 0,-2 4-262,3-8 1,-1 3 0,0 3-1,0-1 1,0 1 177,2 0 0,0 0 0,0 1 0,1-1 0,0 0-108,1-5 0,1 0 0,0 0 0,1-1 0,0-2-176,-1 2 1,1 0 0,0-2 0,1-6 22,-1 4 0,-1-8-1574,-22-4 1079,13-32 1,-2-9 449,-3 0 0,-2-3 0,0-2 390,4-1 0,1-1 0,0-1 150,-12-12 0,6-1-135,19 7 0,7 2-225,10-2-495,20 2 0,11-1-508,-10 11 1,3 2 0,1 0 851,5-5 0,2 0 0,1-1 1,3-1-1,0-1 0,0 0 0,-7 3 1,1 1-1,0-1 0</inkml:trace>
  <inkml:trace contextRef="#ctx0" brushRef="#br1" timeOffset="193131">32393 16981 16438,'-1'-11'3276,"1"1"0,-1 4-6553,0 0 0,-34 15 2867,-14-3 0,18-2 1,-4 1-1,0-1 1,-2-2-1,0 0 0,0 0 1</inkml:trace>
  <inkml:trace contextRef="#ctx0" brushRef="#br1" timeOffset="199216">27114 5713 8162,'-19'-2'630,"7"1"-270,-7-2-180,9 2 539,-17 0-539,14 1 180,-13 1 270,7 2-361,6-1 451,-5 2-630,21 4 360,25 2-360,6 0-599,2-5 0,11-2 0,3-1 598,-3 0 1,3-2 0,2 0 0,-1 0-562,-4 0 1,-1 1 0,2-1 0,7 0 521,-13 0 0,4-1 0,3-1 0,3 1 0,1 0 0,0-1 0,0 0 0,-2 0 0,-3 1-288,-1-1 0,-3 0 0,-1 0 0,0 0 0,1 0 1,0 0-1,3 0 0,3 0 258,-6-1 1,2 1 0,1 0 0,3-1 0,0 0-1,2 1 1,0-1 0,0 0 0,-1 0 0,1 0-1,-2 0 1,-1 0 0,-2 1-132,1-1 1,0 0 0,-1-1 0,-1 1-1,0 0 1,0 0 0,-1 0 0,-1 0-1,0 0 1,0-1 0,-1 1 110,5 0 0,-1 0 0,0-1 0,-1 1 0,0 0 0,-1 0 0,0-1 0,-2 1 0,0 0 31,4-1 1,0-1 0,0 1 0,-2 0-1,-2 0 1,-3 0 0,-4 1 208,9-1 0,-6 1 0,0 0 90,2-1 0,0 0 0,-4 1-16,-2 0 1,-7 0 2400,-10-2-2715,-4-2 825,-16 5-4102,-1 11 3222,0-2 0,6 4 0,-1-9 1</inkml:trace>
  <inkml:trace contextRef="#ctx0" brushRef="#br1" timeOffset="200414">28546 1067 11311,'10'-17'1079,"-2"4"450,-4-3-719,-3 7-271,-12 8-449,-3 9 90,-16 21 0,-7 12-475,12-7 1,-1 4 0,0 3 0,0 1 330,4-6 0,-1 2 0,1 0 0,1 2 0,1 1-36,1 0 0,0 1 0,0 2 0,3 1 0,2-2 0,3-1-135,2 9 0,5-1 0,4-1 0,2-3-352,5 6 0,5-2 0,3-6 397,7 2 0,7-11-189,7-17 0,4-10 99,-6-11 0,0-5 135,-5 3 0,1-2 45,10-11 0,-5-5 450,-9-17-271,-21 11 1,-8 0 617,-13 6 0,-9 5-797,-18 4 0,-4 8-405,6 7 0,1 5 760,5 1 0,5 4-3632,-5 21 3015,34-18 1,9 7-1,13-12 1</inkml:trace>
  <inkml:trace contextRef="#ctx0" brushRef="#br1" timeOffset="200748">29065 1328 11221,'5'-28'1214,"1"0"0,3-13-450,-3 12 1,-1 1 675,1 2-991,-14 40-224,-8 20 0,-2 9-135,3-4 0,-3 5-637,5-10 1,-2 5 0,-2 5 0,1-1 0,0-2 0,2-5 401,0 4 0,1-5 0,-2 4 175,3-3 0,-3 4 0,0 2 0,-1 1 0,1 0 0,2-2-276,-2 4 0,1 1 0,1-2 1,0 0-1,1-3 268,-1-2 1,2-3-1,-1 0 1,0 4-78,0 2 1,-1 4-1,0 0 1,1 0-1,0-5-245,-1 8 0,2-4 1,0-2 29,2-10 0,2-1 0,-1 0-720,-3 8 1,0 1 0,3-9-2288,2-9 78,4-14 3732,4-14 0,4-14 1,-1 1-1</inkml:trace>
  <inkml:trace contextRef="#ctx0" brushRef="#br1" timeOffset="202098">29215 1976 10861,'-4'-8'989,"0"1"-719,3 0 90,5-2 0,11-4-270,-1 1 90,27-9-46,-17 12 1,2 1-90,4-2 0,0 3 0,-1 3 0,-3 4-45,4 5 90,-20 27-45,-20 0 0,-6 2 0,-1 2 0,-2 2-45,1-6 0,-2 1 0,1-3 0,1-4 0,1-2 0,0 0 0,8-2 0,23 2 0,20 4 45,0-10 0,3-3-45,-12-5 0,0-1 0,9 4 0,-6 3 270,-15 12-180,-3-3 90,-25 15-45,-10-18 0,-3-2-45,-6 11-46,3-10 1,1-1-854,0 0 359,9-7-2827,1 0 2567,25-14 0,8-7 0,11-6 1</inkml:trace>
  <inkml:trace contextRef="#ctx0" brushRef="#br1" timeOffset="202517">30252 2004 12120,'-16'-10'2069,"-8"6"-1709,3 0 539,-22 21-494,14 7 0,-1 7-226,6-5 1,0 3 0,1 2-254,-2 3 0,1 3 1,4 0 163,5 0 0,2 1 0,7-3-90,5 5 0,12-5 0,19-5 0,7-8 0,-10-9 0,3-6-30,10-8 0,6-5 0,-3-5 75,1-6 0,-1-8 45,-3-1 0,1-5 0,-6-3 179,-11-2 1,-5-2 0,-3 1-180,3-8 0,-8 1 90,-17-3 0,-13 7 89,-16 18 1,-6 6-225,14 2 0,-2 2-15,-3 4 0,-5 4 0,1 5-660,-8 14 1,4 5 269,10-7 0,1 2-873,-11 11 0,10 4 1233,36 19 0,5-14 0,8-15 0,1 0 0</inkml:trace>
  <inkml:trace contextRef="#ctx0" brushRef="#br1" timeOffset="202715">31203 2277 16348,'-4'-11'-3059,"1"3"811,-3 9-1029,-1 0 3219,-4 6 0,-14-2 0,-5 0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13:40.223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3012 8739 10231,'13'-3'3276,"10"0"0,6 7-2882,1-4 1,7-1 0,3-2-283,-5 1 0,1-1 1,3-1-1,4 0-581,-1 1 1,4-1 0,4-1 0,1 1 0,2-1 0,0 0 0,-1 1 436,-4 0 0,0 0 0,1 0 1,1 0-1,-1 0 0,1 0 0,-1 0 1,-1 0-134,-2 0 0,-1 0 0,-1 0 0,1 1 0,-1-1 0,1 1 1,2-1-1,0 1 183,-2 0 0,1 0 0,1 1 0,1-1 0,1 1 0,-1 0 0,0-1 0,0 1 0,-2 0 0,0 1-186,3-1 1,-1 1 0,-1-1 0,-1 1 0,1 0 0,-1 0 0,0 0 0,1 0 167,0 0 0,-2 0 0,1 0 0,0 0 0,0 0 0,1 0 0,2 0 0,1 0-85,-4 0 1,2 0 0,2 1 0,1-1 0,1 1 0,0-1 0,-1 1 0,0 0 0,-2-1 0,-3 1 0,-2-1 96,4 1 1,-2-1 0,-4 1 0,0-1 0,1 1 0,1-1 0,2 1 6,0-1 0,4 1 0,1-1 0,0 1 0,1-1 0,-1 1 1,-1 0-1,-3-1 0,-4 0 53,10 1 0,-4-1 0,-2-1 0,-3 2 0,-3-1 310,10 0 1,-5 1 0,-6 0-113,-6-1 0,-6 1 2164,0 0-1894,5 0 2205,-10 0-2476,-6 1 2854,-6-1-2853,-3 0 99,-1 0-190,-3-6-179,0-6 0,-4-2 90,5-25-90,0 7 0,1-8 0,1 0 0,1-8 0,-1-2 0,0 1-363,-1 3 1,-2 0-1,1 0 1,-1-3 362,-1 5 0,1-2 0,-1-1 0,0 0 0,-1 1 0,-1 4 0,-1-2 0,-2 3 0,0 2 0,-1-1-122,0 0 1,-2-1 0,0 3-1,1 4 122,-2 0 0,0 4-45,-1 0 0,1 4 45,3 11-90,-4-5 90,3 15 1386,-4-2-1386,-10 5 461,-7-1-461,-10 4 0,-7 1 0,7 0 0,-2 1 0,-7 0-433,8 0 0,-4 0 0,-4 0 0,-3 1 1,1-1-1,0 1 0,4-1 418,-1 0 0,3 1 0,0-1 0,-1 0 0,-2 1 0,-4 0-2,7-1 1,-4 0 0,-3 1-1,-2 0 1,-1 0 0,0 0-1,0 0 1,2 0 0,1 0-1,3 0 1,5-1 16,-14 1 0,6 1 0,2-2 0,-1 2 0,-6-1 0,11 0 0,-3 0 0,-3 0 0,-1 0 0,-2 0 0,0 1 0,1-1 0,1 0 0,1 1 0,3-1-13,-7 0 0,2 1 0,2 0 0,0-1 1,1 1-1,-1-1 0,-1 0 13,4 0 0,0 0 0,0 0 0,0 0 0,0 0 0,0-1 0,0 1 0,0-1-13,-5 1 0,-2 0 0,0 0 0,1 0 1,2-1-1,3 0 0,5-1 13,-12 1 0,6-1 0,2-1 0,0 0 0,1-1 0,8-1 0,-4-1 0,13 1 0,0 0 0,-11 0-90,6 0 90,-16 0 3030,15 1-2985,6-2 0,0 0-45,-15-2-45,15 0 0,-1 0 45,-2 0 0,0-1 0,-5 1 0,0 0 0,-7-1 0,0 1-45,4 0 0,1 1 45,1 0 0,2 0 0,-16-1 0,16-1 0,10 1 0,5 0 0,-6-2 0,11 2 0,-9-2 0,7 1 0,-5-2 0,1-1 0,5 1-90,-2 0 90,5 0-90,-1 1 90,-5-5 0,5 4-90,-9-7 90,3 3-90,3 2 0,-5-3 0,-1-1 0,2 3 90,-9-4-180,10 7 90,-2 5 0,-2 24 90,10-1 0,5 5 0,1 6 0,3 2 0,1 3 0,0-1-359,0 3 0,-1 3 359,2 0 0,-1 6 0,1 2 0,0-2-326,1-1 0,0-1 1,0 0-1,1 2 344,-1-4 0,0 1 0,0 1 0,1 0 0,-1-2-350,1 5 0,-1-1 0,1 0 1,0 0 331,0 2 0,1 1 0,0-1 0,0-4 0,1-2 0,0-3 0,-1 0 0,1 0 0,-1 1 0,1 0-98,1 2 1,0-1 0,1-5 97,-1-12 0,-1-1 291,2 11 0,0-3-291,2-3 570,-2-27-2279,2-20 33,6-27-1601,6-1 3058,-4 17 1,1 1-1,12-12 1,-13 20 0,1-1-1</inkml:trace>
  <inkml:trace contextRef="#ctx0" brushRef="#br0" timeOffset="832">4312 8095 11400,'-8'-4'540,"-3"-1"450,2 1-91,-3-1-359,2 2 89,-4 1-539,6 1 90,-2 5-90,7 0 90,4 11-90,4-1 0,3 3 90,1-2 0,-4-6 0,0-3 90,-1-3-91,1-2-89,2-3 90,1-2 90,0-1 0,-1 0-180,2 11-1709,3 5-1658,2 9 3106,2 1 1,-5-5 0,-1 1 0</inkml:trace>
  <inkml:trace contextRef="#ctx0" brushRef="#br0" timeOffset="20416">27395 14367 9422,'-5'-20'2338,"3"2"-1438,1 10 179,3-3-179,0 6-810,-1 6 89,-1 15-89,-3 34 0,0-17 0,0 0-90,1-5 0,1-1 45,-1 6 0,4-3 45,12-2 0,21-7-30,-5-24 0,6-8 0,1-3-38,-5-1 1,0-2-1,1-3 1,2-1-666,1-2 1,4-3 0,0 0-1,-2-1 1,-2 2 642,6-5 0,-4 0 0,1 0 22,-9 5 1,0 0-1,-1 0 1,-4 3-47,3-3 0,-4 3-381,-4 5 1,0 3-1845,14 0-1028,-27 35 2747,-5 5 0,-6 13 0,1-10 0</inkml:trace>
  <inkml:trace contextRef="#ctx0" brushRef="#br0" timeOffset="20915">28307 13933 11041,'-20'-38'269,"0"1"1,-11 1 0,-7 4-180,9 12 0,-3 3 0,-4 4-534,-5 6 1,-6 5-1,-2 4 1,-1 5 473,11 3 0,-1 5 0,-1 2 0,1 1 0,0 1 0,1-2-418,-1-1 0,1-2 1,1 2-1,-1 1 0,0 5 400,2 1 1,-2 5 0,0 1 0,0 3 0,1 0 0,4 0 0,3-1 5,3 1 0,3 0 0,2 0 0,2 1 0,0 3-2,0 1 1,0 3-1,0 1 1,3 1 0,3-1-1,4 0-16,5 2 0,2 0 0,5-1 0,5-1 0,7-2 18,9 0 0,8-1 0,6-3 0,4-4 0,3-4-6,-6-10 1,3-4 0,3-3 0,3-2 0,0-2 0,0-1 0,0-1-259,2-2 1,3-1 0,-1-3 0,1-1 0,0-1 0,-1-1 0,-3-1 260,2 0 0,-1-1 0,-1-1 0,-1-2 0,0-2 0,-1-3 23,-5-1 1,1-1-1,0-3 1,-1-1-1,-2-1 1,-3-2 0,-2-2 5,-2-3 0,-3-1 0,-2-3 0,-2-1 0,-1-1 0,-1-2 75,3-4 1,-1-2 0,-2-2 0,-2-1 0,-3-1 0,-4 1-60,-4-1 0,-1-1 0,-4-1 0,-4 1 0,-5 2 0,-7 3 4,-7 6 0,-6 2 0,-5 1 1,-3 1-1,-2 3 0,1 1 1,2 3-75,-1 0 1,1 1 0,-2 4-1,-1 2 1,-6 4-36,4 5 0,-5 1 0,-3 3 0,-2 2 0,0 1 0,0 3 0,3 2 0,3 2-495,-8 6 0,2 5 1,3 3-1,0 1 1,-2-2 251,0-2 0,0-2 0,-1 0 0,1 3 1,-1 4 287,9 0 0,-1 4 0,0 1 0,1 2 0,1 0 0,2-1 0,2-2 0,-2 2 0,4-1 0,0 0 0,-2 2 0,-5 5 0,0 0 0,-1 0 0,1-1 0,0 1 0</inkml:trace>
  <inkml:trace contextRef="#ctx0" brushRef="#br0" timeOffset="22416">12053 16167 10321,'-6'-12'810,"-3"-9"-91,13 4-179,20-4 0,15 1-293,-2 6 0,7 3 1,5 0-1,2 0-651,-13 3 0,3 0 0,2 0 0,1 0 0,1 0 0,2 1 0,-1 0 1,1 0 452,-2 0 1,1 1 0,0 0 0,1 1 0,1-1 0,0 1 0,1 0 0,1 0 0,2 1-131,-9 0 0,1 1 1,1-1-1,2 1 0,-1 0 1,2 0-1,-1 0 0,1 0 1,-1 0-1,0 1 0,0 0 1,-1-1-1,-2 1 97,4 0 0,-2 1 1,0-1-1,0 1 0,-1-1 1,0 1-1,0 0 1,1 0-1,0 1 0,1-1 1,1 0-107,-2 0 1,2 1-1,1-1 1,0 1-1,1 0 1,0 0-1,0 0 1,0 0-1,0-1 1,-1 1 0,-1 0-1,0 0 1,-2 0 98,6 0 0,0 0 0,-1-1 0,0 1 0,-1 0 0,-1 0 0,0 0 0,-1 0 0,-1 0 0,-1 0-145,2 0 1,-1 0 0,0 0 0,-2 0-1,0 0 1,-1 0 0,-1 0 0,0 0 149,6-1 1,1 1 0,-2-1 0,-2 0 0,-2-1 0,-5 1 15,5-1 0,-5-1 0,-1 1 423,-3-1 0,-1 1 0,-1 0-318,19-2 0,-7 1-45,-12-1 1576,-4 4-1486,6 26-135,-15-2 0,0 6-23,-4 0 1,0 6-1,0 1 1,-2-2 472,-1-1 1,-1-2-1,-1 3-473,-2 7 1,0 6-1,-1-2 1,-2-5 811,-2 1 1,-2 2-817,0-7 0,-1 6 0,-1 3 0,1 2 0,1-2-18,1 2 0,-1 0 0,2 1 0,-1 1 0,2 1 12,-2-9 1,0 1 0,1 0 0,0 2 0,1-1 0,0 0-1,0 0 0,2 2 1,0 0 0,1 0 0,1 0 0,0-1 0,0-2 0,1-1 5,3 4 0,0-1 0,1-2 0,0-1 0,0-3 49,1 2 1,-1-2 0,1-2-1,-1-4 23,6 10 0,-2-9 450,-1-9-360,-19-35-45,-14-17 0,-7-5-91,9 10 1,-4 0-278,-4-3 1,-5-4 0,-3 1 0,-4 3 249,-1 7 1,-3 2 0,-4 2 0,-1 1 0,-1 0-310,1 0 1,-1 1-1,-2-1 1,-1 2-1,-3 0 1,-2 1 291,11 4 0,-2 0 0,-2 1 0,-1 0 0,-2 0 0,0 1 0,0 1 0,1-1 0,1 1 0,1 1 0,2-1-153,-9 1 1,3-1 0,2 2 0,0 0 0,-1 1-1,-2 0 1,-5 0 158,14 1 1,-3 0 0,-1 1 0,-2-1 0,-1 2 0,0-1 0,-2 0 0,1 1 0,-1 0 0,1 0 0,0 1 0,2-1 0,0 1-118,-1 0 1,1 1 0,0 0 0,1 0 0,-1 1 0,1-1 0,0 1 0,-1 0 0,1 0 0,-1 0 0,0 0 0,0-1 110,1 1 0,0-1 0,0 1 0,0-1 0,-1 1 0,1 0 0,-1-1 0,1 1 0,-1 0 0,0 0 0,-1 0 0,1 0 0,0 0-41,0 1 0,-1 0 0,-1 0 0,0 0 0,-1 0 0,1 0 0,-1 1 0,2-1 0,-1 1 0,2-1 0,1 0 0,2 0 0,1 0 0,2-1 41,-7 2 0,1-1 0,3 0 0,2 0 0,0 0 0,1 0 0,1-1 0,-1 1-15,-11 1 0,0 1 0,0-1 0,2 0 0,5-1 0,7 0 15,-15 0 0,11 0 0,-7 0 1037,91-34-1037,-22 11 0,1 1 0,9-5 0,0-1 775,-5 1 1,-2-1-821,0-6 0,-1-1 45,-6 8 0,1-2 0,6-8 0,3-6 0,-1-3 267,-6 4 0,-1-2 0,0-2 0,0-1-285,-1 2 0,0-1 0,1-2 0,-2-2 0,0-2 140,-2 3 0,0-3 1,0-2-1,-1 0 0,-1-1 1,0 1-1,-2 2-182,0 0 0,-1 1 0,-2 0 0,0 1 0,-1-1 0,-2-1 8,0 2 1,-2-2 0,-1-1-1,0 1 1,-1 1 0,-1 2-1,0 5 22,0-16 0,-2 6 0,-4 1-90,-4-5 0,-5 1 1,-4 14-691,-23 18 315,15 14 1,3 10-1145,5 22 1,9 10-1,11 1 1,7 1 1261,2-1 0,6-4 0,8-8 0,2-5 0,9-1 1</inkml:trace>
  <inkml:trace contextRef="#ctx0" brushRef="#br0" timeOffset="23682">4967 16565 10501,'-21'-19'450,"4"-3"89,3-4-359,9 6 450,25-3-315,11 11 0,4 3-225,-6-1 0,5 0-469,3 2 0,8 1 0,5-1 0,2 1 0,-3 0 432,-2 2 1,-1-1 0,1 2 0,2-1 0,4 0-266,-13 1 0,4 0 0,2 0 0,0-1 0,2 1 0,-1 0 1,-1 0-1,-1 0 0,-2 0 227,7 0 0,-2 0 0,-1 1 0,-1-1 0,2 0 0,2 1 5,-7 0 0,1 1 0,2-1 0,1 1 0,1 0 0,-2-1 0,0 1 0,-2 0 0,-2 1-139,4-1 1,-2 0-1,-1 1 1,-1 0-1,0 0 1,3-1 156,1 1 1,2-1-1,1 1 1,0-1-1,-1 1 1,-3 0 0,-3 0 6,8 0 0,-3 0 0,-4 0 0,-1 1 104,4-1 1,-2 0 0,-12 1 570,-10 0-450,-15 5 940,-12 0-1075,-12 10 0,-2 6-45,4 12 0,3 8-45,3-3 0,0 6 0,2 1 0,0-1 467,0 2 0,1 0 0,2 3-494,2-6 0,1 4 0,2 1 0,1 1 0,2 0 12,1-6 0,2 0 0,2 1 0,0 0 0,2 0 0,0 1-5,-1-4 1,2 2 0,0 0 0,1 0-1,0 0 1,0-1 0,-1 0-212,1 2 0,-1-1 0,0 0 0,0-1 0,1-1 1,1-1 185,4 4 0,1 1 0,0-2 0,-1-5 0,-3-6 44,0-4 1,-1-3-53,8 17 0,1-2 278,-1 1-90,0-1-90,-24-26 0,-8-16-45,-16-8 0,-11-5-23,7 3 1,-4-2-1,-3-1 1,-2 1-243,-1-1 1,-4 0 0,-1 0-1,0 0 1,1 1 201,3-1 0,1 1 0,0 0 0,-1 0 0,-3 1 30,3 1 1,-3 0 0,-2 1 0,0 0 0,0 0 0,0 1 0,2 1-64,-2 0 0,1 1 0,0 0 0,1 1 0,0 0 0,-1-1 51,1 1 0,1-1 0,-1 1 0,0-1 0,-1 1 0,-2 0-83,5 1 1,-2 0 0,-1 1 0,-1-1 0,0 1 0,1 1-1,1-1 1,2 1 82,-5 0 0,3 1 0,0 0 0,1 0 0,1 0 0,0 0 0,-7-1 0,2 0 0,0 0 0,0 1 0,-1-1 0,-1 2 0,-2-1 0,1 1 0,4-1 0,7 2 0,-3-2 0,4 1 0,-12 1 0,3-1 0,-1-2 0,18 2 1903,10-1-1903,5-2 2846,-4-5-2846,-5-16 1559,6-15-1559,11 10 0,0-7 0,2 2-45,1 1 0,1-3-110,0-5 1,1-5 0,2-3 82,1 11 0,1-2 0,0-1 0,1 1 0,-1 3-417,1-8 1,-1 3-1,1-5 453,1 3 0,-1-5 0,1-2 0,1 2 1,1 3-10,1 3 0,1 2 0,0 2 0,1 1-689,-2 1 1,1 2 0,0 0 0,0 1 703,2-10 0,1 1 0,0 5-285,0 2 0,0 8-1124,2 5-540,0 3-456,5 15-842,0 11 3219,1 2 0,9-3 1,-2-3-1</inkml:trace>
  <inkml:trace contextRef="#ctx0" brushRef="#br0" timeOffset="25866">9394 7723 8522,'19'-23'1529,"2"-6"-719,-4 3-1,9-12-719,-10 15 270,15-6-180,1 14 0,10 1 0,2 1-113,-5 2 1,1 0-1,2 1 1,5-1-356,-5 1 1,3 0 0,3 0-1,2 0 1,-1 0 0,1 0-1,-3 2 303,2-1 0,-1 2 0,0 0 0,0 0 0,0 0 0,2 1 10,-1 0 1,3-1 0,0 1 0,1 0 0,-3 1-1,-2 0 1,-5 1-26,5-1 0,-6 1 0,-1 1 0,1 0 22,4 0 1,3-1-1,-3 2 1,-9 0 22,-7 1 0,-4 0 0,10 0 0,-3 3 45,3 12 0,-14 19-30,-16 6 0,-5 12 0,0-2-311,0-8 0,-2-1 1,1 7 272,0-10 1,0 4-1,0 5 1,0 2-1,-1 1 1,1-1-1,1-1 1,-1-4 8,0 2 0,1-3 1,0 0-1,0-1 0,0 2 1,1 3-21,-1-1 0,1 3 0,0 2 1,1 1-1,-1 0 0,1-1 0,0-2 1,1-3-12,0 0 0,0-2 0,1-1 0,-1-2 0,1 1 0,1-1-460,0 8 0,1 0 0,1-1 0,-1-2 0,0-4 460,1 1 0,-1-5 0,0 0 120,0-1 0,1-2 0,-5-5 329,-6 6-179,-14-3-135,-12-20 0,-6-6-45,-7-4 0,-4-3-383,9-1 0,-3 0 0,-1-1 0,3 0 293,2 0 0,2 0 0,-2 0 22,-3 1 1,-3-1 0,1 1-1,5 1 291,-2 0 0,-1 1-313,2 0 0,-5 1 0,-5 0 0,0 1 0,2 0 18,2 0 0,2 0 0,-1 1 0,-2 0 0,-2 1-18,1-1 0,-2 0 0,-3 0 0,0 1 0,1-1 0,1 1 0,3-1 0,-1 1 0,2-1 0,2 1 0,0-1 0,-1 1 0,-1 0 0,-1 1 0,0-1 0,2 0 0,2 0-145,-12 0 0,4 0 0,2 0 145,7-2 0,3 1 0,-2-2 0,-7 0 0,-1-2 0,8-1 0,0-5 350,3-15-350,23 0 0,2-5 0,-3-3 0,-1-5 0,2 1 0,-2-6 0,1-2 0,1 1 368,1 5 1,2 0-1,-1 0 1,1-4-369,0 0 0,0-4 0,1-1 0,-1-1 0,1-1 0,2 2-88,1 3 0,1 1 1,0-1-1,2 1 1,-1-3-1,2-1 76,-1 3 1,2-2 0,-1-2 0,1 0 0,1-1 0,0 0-1,0 0 1,1 1-23,1 1 0,1-1 1,0 1-1,1-1 0,0 1 1,0 0-1,1 1 0,-1 0-95,1-4 1,0 1-1,1-1 1,0 1 0,0 2-1,0 1 1,1 1 331,1-4 1,0 0 0,1 3-1,1 3 1,0 6-1843,11-16 1,1 19 950,-1 28 1,6 40 0,-12 2-1</inkml:trace>
  <inkml:trace contextRef="#ctx0" brushRef="#br0" timeOffset="27883">13462 13885 8792,'-33'-11'337,"1"1"0,0 0 1,-1-1-1,1 1 203,-12-2 0,2 2 449,-3-1-450,10 4 1,1 1 90,-9-2 359,11 4-899,36 6 54,16 0 0,17-1 0,11-1 0,3-1 0,-3 1-665,-5 0 1,0-1 0,2 1-1,0-1 1,1 1 0,1-1 532,-2 1 1,0 0 0,1 0 0,0 0 0,1-1 0,1 1 0,2-1-246,-5 0 1,3 0 0,0 0 0,1-1 0,1 0 0,-1 1 0,0-1 0,-2 1 0,-1-1 257,4 0 1,-3 1 0,-1-1 0,0 1 0,0-1-1,3 1 1,3-1-156,-9 0 0,3 1 1,2 0-1,1-1 0,0 1 1,1-1-1,1 1 0,-1 0 1,-1-1-1,0 0 0,-2 1 139,0-1 0,-1 0 0,0 0 0,0 0 0,0 0 0,-1 0 0,0 1 0,-1-1 0,-1 0 0,1 0-44,4 0 0,0 1 0,0-1 0,-1 0 0,-1 1 0,-2-1 0,-1 1 0,-1-1 179,7 0 0,0 0 0,-3-1 0,-4 1 0,-6 1 770,9-1 0,-8 0-554,7 0 1658,-23 1-1928,-7 1 2792,-7 1-2792,6 6 1538,1 17-1628,-3 16 0,-1 5-1492,-11 2 1,-2 2 1491,0-20 0,0 0 0,-1 9 0,-1 4 0,0 1-792,2 7 1,1 1 0,0-2 791,-1-12 0,1-2 0,0 2 0,1 4 0,1 3 0,0 1 0,2-2-339,1 7 1,2-1-1,0-2 309,0-6 0,0-1 0,0 1 30,2 10 0,0 0 0,0-6 0,0-12 0,0-3-45,1 3 0,-1-2 45,3 8 90,1 5 1530,-8-20-1620,-18-14 0,6-9 2672,-18-8-2672,-10-5 0,10 6 0,-1 0 0,0-1 0,-3 1 331,-5 2 1,-5 1 0,-3 0-332,0 1 0,-3 2 0,-4-1 0,-4 2-376,15-1 1,-2 2 0,-3-1-1,-1 1 1,-1 0 0,-1 0 0,-1 0-1,0 0 376,3 0 0,-2 0 0,-1 0 0,0 0 0,-1 0 0,-1 0 0,1 1 0,-1-1 0,1 1 0,0 0-183,5 1 1,0-1-1,0 0 1,0 1-1,0 0 1,0 0-1,-1 0 1,1 0 0,-1 0-1,0 0 1,0 1 182,-2 0 0,-2 0 0,0 0 0,-1 0 0,0 0 0,1 1 0,0-1 0,0 1 0,2 0 0,1-1 0,1 1-94,-4 1 0,1 0 0,2 0 0,1-1 0,0 2 0,0-1 0,0 1 0,-1-1 82,-1 2 1,-1 0 0,-1 0 0,1 1 0,0 0 0,2-1 0,2 0-1,4 0-150,-4 1 1,2 0 0,4-1 0,1 1-1,1-1 162,-13 4 0,3-1 0,8 0-45,12-1 0,5-1 1281,3-1-1236,-4 3 1848,8-4-1848,5-3 1269,-2-3-1269,-2-3 3276,-1-2-3160,-1-2-116,5 1 0,2-4 90,1-2-90,1 0 0,-1-13 0,-6-24 0,4 9-163,3 8 1,-1-6 0,0 1 162,3 0 0,-1 0 0,1 1-338,0-1 0,0 1 0,0-4 338,0-3 0,1-4 0,0-1 0,1 1-514,0 4 0,1 1 0,1 1 1,-1-1 513,0 1 0,1 1 0,-1-1 0,1-3 0,0 1 0,1-3 0,0-2 0,0 0 0,0 1 0,-1 3 0,1-3 0,1 4 0,-1-1 0,-1-3 0,0 2 0,0-2 0,-1-3 0,1 1 0,-1 1 0,-1 4-282,0-4 1,-1 2-1,0 3 1,-1 1 281,0-3 0,-1 3 0,-1 3 0,-3-1 0,0 8 0,3 11 138,-5-11-228,7 21 765,0 6-765,8 12 1988,4 13-1898,2-1 1522,1 9-1522,-6-12-90,1 13 0,1-11 90,0 1-90,24 7 45,-2-15 0,10-2 27,-4-3 0,7-2 0,3 1 0,1-1 0,-4 0-569,-1 0 0,-3-1 1,1 1-1,4-2 535,-4 0 1,2-2-1,2 1 1,3-1 0,0-1-1,2 1 1,-1-1-169,-2 0 0,2-1 0,2 1 0,0-1 0,0 0 1,0 0-1,-1-1 0,-2 1 0,-2 0-325,5 0 1,-4 0 0,-2 0 0,1 0 0,2 0 0,4-1 265,-6 1 0,5 0 0,2-1 0,2 1 0,1-1 0,-1 1 1,-2-1-1,-3 0 0,-3 0 0,-6 1-171,8-1 0,-7-1 1,-2 1-1,5-1 450,-1 1 0,4-1 0,1 0 0,0 0 0,-1 0 0,-3 0 0,5 0 0,-4 0 0,1 0 0,2 0 0,-2-1 0,1 1 0,0-1 0,0 1 0,0 0 0</inkml:trace>
  <inkml:trace contextRef="#ctx0" brushRef="#br0" timeOffset="29082">6233 16801 9242,'-22'-22'2518,"-5"-15"-2068,11 15 360,-6-16 359,10 14-360,4 7-539,21 30 0,9 12-90,3 9 0,5 7-126,-8-12 0,3 4 0,2 3 0,-1-2 0,-2-2-429,3 5 0,-2-3 0,1 2 285,0-1 0,1 1 0,0 0 0,-1-3-780,0-1 1,0-3-1,-1-2-769,4 3 1,1-4 1574,4 4 1,-3-14 0,-8-36-1,-7-17 1</inkml:trace>
  <inkml:trace contextRef="#ctx0" brushRef="#br0" timeOffset="29232">6773 17251 10231,'1'-44'202,"0"0"0,0 0 1,1 0-1,-1 0 1,-3 0-1,0 1 1,-2 2-1,-4 3 128,-4-9 0,-6 3 0,-6 20-16,-7 27 1,-7 17 0,-3 10 0,4 1-971,6-2 1,1 4-1,1 3 1,1 3 0,-1 4 573,5-6 1,-1 4-1,0 3 1,0 1-1,1 1 1,1 0-1,1-2 1,3-1-466,1 3 1,1-1 0,3 0 0,0-1 0,2-1 0,0 0-110,0 4 1,-1 1-1,2-2 1,3-2 0,4-4 303,4 3 0,4-5 0,3-6 0,17 12 1,3-7-1</inkml:trace>
  <inkml:trace contextRef="#ctx0" brushRef="#br0" timeOffset="29882">13773 16104 12750,'1'-8'1889,"16"11"-1395,12 17 1,7 10-285,-4-2 0,3 3 0,-1 1-812,-5-5 1,0 0-1,1 2 692,-1 1 0,2 2 0,0 1 0,-4-4-90,8 7 0,-2-2-45,0 2 0,0-2-360,3 0 1,-2-6-856,2-9 721,3-1-552,4-37 462,-24-4 629,-6-4 0,0-7 0,-2 0 0,-3-9 0,-2-1 0,-1-2 0,1 0 0,0 0 0</inkml:trace>
  <inkml:trace contextRef="#ctx0" brushRef="#br0" timeOffset="30015">14574 16247 10771,'-4'-33'472,"-1"-1"0,-10 5 0,-5 0 1,2 2-248,3-1 0,-5 6-281,-17 6 1,-11 8-1,-1 11 272,16 9 0,0 9 0,0 5 0,-1 2 0,-1 0-546,2-4 1,0 1-1,-1 2 1,-1 1-1,0 0 1,1 1 0,0 1-70,-1 2 1,0 1 0,0 2-1,0 0 1,1 0 0,1-1-1,2-1 129,-3 4 0,0 0 0,3-1 1,0-1-1,2-1 270,-1 5 0,0 0 0,3-3 0,5-7 0,5-7 0,1-3 0,-5 7 0,0 0 0</inkml:trace>
  <inkml:trace contextRef="#ctx0" brushRef="#br0" timeOffset="30365">13949 14336 10591,'-19'-30'1979,"12"18"-1260,20 32-494,8 11 0,5 7-135,-5-8 0,3 0 0,1 3-415,2 0 0,2 3 0,1 0 0,0-2 302,-2-5 1,1 0 0,-1-2-1,2 0-360,4 1 1,0 1 0,1-3 0,-1-5 48,1-5 0,0-3 1,-2-5-1,7-1 1,-3-7-1,-11-12 1,1 1-1</inkml:trace>
  <inkml:trace contextRef="#ctx0" brushRef="#br0" timeOffset="30516">14730 14555 11311,'-11'-39'652,"0"1"0,0-1 0,-3-4 0,-8 11-1745,-11 23 1,-10 10 0,4 4 620,2 5 0,0 8 562,1 4 0,-2 6 0,-2 5 0,1 1-324,5 0 1,0 2-1,0 3 1,1-1-1,2-3 31,0-1 1,2-2 0,-1 0 0,-1 3-229,1-1 1,-2 3-1,-1 2 1,-1 0-1,1-2 1,1-3 430,1-4 0,0-2 0,1-2 0,0 0 0,-1-1 0,-7 6 0,1-1 0,-2-1 0,0 0 0,2-6 0,0 1 0,1-1 0,-1 1 0,0-1 0</inkml:trace>
  <inkml:trace contextRef="#ctx0" brushRef="#br0" timeOffset="31232">9564 7710 10591,'10'-3'1529,"0"1"-809,7 8-1,19 20-449,-11-3 0,3 6 0,1 2-591,-4-2 0,0 2 1,2 2-1,-1 1 375,0-2 0,0 1 0,0 2 0,1-1 0,-3-1-189,3 2 0,-2 0 0,0-1 1,-1-2-919,3 5 0,0-1 1,-4-7 1052,-4-7 0,-3-4 0,2 1 0,-16-18 0</inkml:trace>
  <inkml:trace contextRef="#ctx0" brushRef="#br0" timeOffset="31382">10157 8180 11041,'-6'-34'719,"0"0"1,0 1-1,-3-13 1,-7 8-405,-7 15 0,-8 13-793,0 17 1,-5 11 0,-1 6 0,1 1 364,-1 2 1,1 4 0,0 3-1,-2 3-356,6-6 1,-1 3 0,-1 2 0,-1 1 0,1 0 0,0-1 0,3-1 275,1-2 0,2-1 0,0 0 1,1-1-1,0 0 0,-1 1 0,-1 0 1,0 1-1,1 0 0,-1 0 0,1-2 1,0-2-1,-6 2 0,0 0 0,0 1 1,0-1-1</inkml:trace>
  <inkml:trace contextRef="#ctx0" brushRef="#br0" timeOffset="32033">5210 8082 11400,'1'-39'270,"0"5"45,1 7 0,0 0 45,4-7-270,2 10 270,26 28-271,-8 11-135,-2 2 1,4 6 0,1 1 134,3 6 1,1 3 0,1 0-553,-6-5 1,2 1 0,0-1 0,-1 0 432,4 5 0,0 0 0,-1-3-300,-3-3 0,0-1 1,-5-6-211,4 2-1888,10 7 2428,-28-24 0,3-9 0,-6-6 0</inkml:trace>
  <inkml:trace contextRef="#ctx0" brushRef="#br0" timeOffset="32165">5711 7815 10951,'-22'-18'112,"-1"-1"0,-7 28 1,-4 13-1,0 0-1751,-10-5 1,-2 9 1316,20-2 1,-2 6-1,-2 6 1,-2 5-1,0 2 1,0 0-1,0 1 1,3-3-1,1-4 238,-2 4 0,2-1 0,1-2 0,1 1 0,-2 1 1,-2 3-1,6-9 0,-1 2 0,-2 2 0,0 0 0,0 2 1,0-1-1,0-1 0,0 0 0,2-2 0,1-2 0,-3 5 1,0 1-1,-1-1 0,1 0 0,-1 1 0,1-1 0</inkml:trace>
  <inkml:trace contextRef="#ctx0" brushRef="#br0" timeOffset="34582">5110 862 8522,'3'-8'3276,"-1"0"0,-14 17-3082,2 2-149,-12 16 0,-5 10-15,7-6 0,1 2 0,0 4-252,-2 3 1,0 4 0,0 2 0,2 0 221,6-8 0,1 1 0,1 1 0,0-1 0,1-2-370,-4 13 1,2-2 0,4-1 399,8-3 0,3-1 0,4-8-30,11 7-129,4-10 0,6-2 129,-3-10 0,4-5 30,5-3 0,4-3 0,-1-4-30,5-5 0,-1-5 0,-7-2 0,1-4 0,-6-1 0,-4-4 0,-6-2 0,7-21 0,-22 13 615,-24-13-615,-3 25 0,-2 3 0,4-3 0,-2 3 30,-8 6 0,-5 5 0,2 2-165,-4 7 0,1 2 592,-4-2 0,0 2-1177,3 5 1,7 3-2558,11 6 3141,6 2 0,22-5 0,9-7 0</inkml:trace>
  <inkml:trace contextRef="#ctx0" brushRef="#br0" timeOffset="34916">5826 1286 11670,'-11'-18'2069,"2"6"-1529,-15 11-360,4 23 0,-2 14-91,4-6 1,-1 6 0,-2 2 0,0 2 0,2-4-706,1 0 0,1-1 1,0 0-1,-2 4 646,1 0 0,-2 3 0,-1 2 0,1 2 0,-1 1 0,1-1 8,3-1 1,-1 0-1,1 2 1,0 0 0,0 0-1,1-1 1,-1 0-27,2-4 1,0-1 0,1-1 0,0 1 0,-1 0 0,1 1 0,-1 1-279,1-1 0,-1 2 0,0 1 0,0 1 1,-1 0-1,2-1 0,0-1 0,1-4 0,2-4 176,-4 13 0,2-6 0,1-3 1,2 0-181,-3 8 0,2-2 0,3-11-270,4-6-2737,6 1 2522,6-28 0,10-8 1,4-16-1</inkml:trace>
  <inkml:trace contextRef="#ctx0" brushRef="#br0" timeOffset="35466">5542 2421 11580,'1'-10'720,"2"0"-180,7-4-360,0 3 179,25-14-269,-11 13 0,3 0 45,11-1 0,0 1-135,-8 1 0,-1 2 90,4 5 0,-3 6 0,-6 18-90,-1-1 90,-21 13 0,-11 5-45,-9-1 0,-5 0-317,4 1 0,-2 1 302,-1-6 0,-4-1 0,4-2 15,3-3 0,1-3 0,-1 1 0,3 0-324,0 10 369,19-23-90,16 11 90,14-3-90,0 0 45,-1-2 0,-1 3-45,-2 12 45,-13 3 0,-5 2-45,-11 7 45,-14-8 0,-9-1 0,-6-5 0,-4-3 0,3-1 0,-1-1 217,1 0 1,2-3-1342,-9 0-2069,28-17 1826,4-9-567,14-8 1889,8-12 0,-1 1 0,2-1 0,1-4 0,0 1 0</inkml:trace>
  <inkml:trace contextRef="#ctx0" brushRef="#br0" timeOffset="35983">6243 2520 12120,'-22'-15'1709,"1"0"-270,12 3-899,12-7-270,18 1 0,7 1-90,11-7-121,-6 11 1,5 0 0,-2 3 30,-4 4 0,0 2 0,10-2 0,-1 4-45,-11 8 0,-4 3-45,1 4 45,-25 10 0,-10 5 0,-19 7 0,-8 1-15,13-9 0,1 0 0,-1 0-30,-3-2 0,0 0 0,3 0 45,-3 5 0,8-1 45,12 8-90,4 2-45,16-14 0,7-1 0,2-4 0,3 1-45,10 8 0,-2 3 45,-7-5 0,-4 0 45,-5-6 0,-8 0 0,-21 24 0,-11-24 90,-16 6 0,-7 0-45,12-10 0,0-1-259,-8 4 1,1 0 123,12-8 0,5-4-1708,7-2 159,36-22 1,12-8 1169,-4 2 1,3-1 0,6-5 0,-3 3 0,-5 0 0,1 1 0</inkml:trace>
  <inkml:trace contextRef="#ctx0" brushRef="#br0" timeOffset="36399">7089 2630 12300,'-17'-26'3276,"2"5"-1515,3 7-771,-3 8-1,-17 37-719,10 3 0,2 4-180,0-7 0,2 3-31,5-2 1,2 3 0,4 0 75,9 8 0,9-2-225,11 2 0,6-3 0,2-1 1,6-8 29,1-21 0,5-7 0,-3-9 0,-7-10 0,-2-7 0,-2-4-227,0-2 0,-1-4 0,-9-4 332,-9-2 0,-7-4 0,-5-1 0,-4 4 45,-9-4 0,-7 4 0,-5 2-45,0 7 0,-6 1 0,-1 3 0,1 5-45,2 3 0,1 5 0,-2 5-180,-8 8 0,-2 6 0,9 2-269,3 9-627,7 5 0,9 5-563,23-5 1,9 1 1425,12 3 0,6-3 0,0-2 0,4-5 0,6-5 0,0-1 1</inkml:trace>
  <inkml:trace contextRef="#ctx0" brushRef="#br0" timeOffset="36566">7904 2624 13829,'8'-16'3276,"-1"0"-1515,-2-1-2660,-2 4 899,-1 2 0,-1 8 0,-1 0 0</inkml:trace>
  <inkml:trace contextRef="#ctx0" brushRef="#br0" timeOffset="37266">9792 664 12480,'7'6'2968,"-7"7"-2518,-20 18-300,5-4 0,-3 5 0,0 3-83,2-2 1,1 3-1,-1 2 1,1 0-888,0 4 1,0 2 0,1 0 0,2-1 584,-1 3 0,1-2 0,5 1 265,5-1 0,4 0 0,4-5-408,7-2 0,3-4 423,-3 4 0,4-4 0,11-2 0,3-9 45,17-12-90,1-1 180,-11-24 0,-4-8 179,-6-12 136,-10-9 0,-11-3-315,-18 18 0,-10 3 1183,-13-7 1,-9 9-1724,-5 20 0,-1 12-495,6 3 1,6 8-785,7 7 1,8 3-1639,10 7 3161,29-3 1,7-22-1,10 1 1</inkml:trace>
  <inkml:trace contextRef="#ctx0" brushRef="#br0" timeOffset="37566">10608 879 12390,'2'-25'2249,"0"13"-1800,-12 12-359,2 15 135,-9 22 0,-3 8-796,7-15 1,-1 4 642,1-3 0,-3 5 0,-2 4 0,0 1 0,1-1-303,-3 4 1,1 0 0,-2 1 0,1 1 0,-1 1 259,2-2 1,-2 0 0,1 2 0,-1 0 0,1-2 0,0 0-30,0 2 0,-1-2 0,2 0 0,-1 0 0,2-1-90,0-2 0,1 0 0,0 0 0,1-2 1,3-4-493,-1 4 0,3-3 0,0 0-511,1 0 1,1 0 0,3-3 811,0 0 1,7-8 0,20-19 0,1-20 0</inkml:trace>
  <inkml:trace contextRef="#ctx0" brushRef="#br0" timeOffset="38099">10506 1791 12030,'-7'-9'2339,"0"2"-1350,5 2-809,3-1 630,20-5-630,-3 3-46,7-1 1,2 0-45,6 1 45,5-1 0,3 0-45,-11 5 0,0 0-45,1-1 0,0 2 45,-3 2 0,-4 6 0,-7 12-90,-2 2-1639,-34 16 1,-12 3 1613,-3-2 25,7-10 0,-3 3 0,1-1 0,-2 1 0,2-1 0,5-2 0,1 0 0,1-2 0,4 0 90,12 11-90,27-7 0,-1 1 0,8-7 0,3 0 0,-11-6 0,-1 0 1638,5 1 0,-2 1-1432,2 22-206,-32-3 0,-11-8 0,-4-1 0,7-8 0,-2-2-135,-13 6 0,0-3-855,9-7-2287,1-1 3205,51-36 1,-11 8-1,2-2 1,5-3-1,1-1 1,-1 1 0</inkml:trace>
  <inkml:trace contextRef="#ctx0" brushRef="#br0" timeOffset="38483">11326 1878 11580,'6'-31'3276,"-6"1"-1245,-11 17-1356,-15 23 0,-5 12-406,1 6 1,1 7-353,6-7 0,-2 5 0,2 2 0,3-1 173,1 5 0,4 1 0,2-1-60,0-5 0,2 0 0,5 0 60,11 12 0,6-6 0,6-9 60,-1-5 1,7-5-17,20-19 1,5-10-135,-12 0 0,1-3-222,1-2 0,3-4 0,-4-5 222,-9-5 0,-3-5 0,-4 1 0,2-3 0,-3-1 0,-5 0 0,-2-2 0,-6-2-149,-10 0 0,-6-2 0,-4 2 149,-2 4 0,-4 0 0,0 1-30,2-2 0,0 1 0,-6 6-300,-11 8 0,-5 6 1,1 8-1310,-3 11 1,0 6 598,-2-7 1,-1 4-600,2 14 1,6 3 1085,7-2 1,-2 7-1,16-12 1</inkml:trace>
  <inkml:trace contextRef="#ctx0" brushRef="#br0" timeOffset="39632">8978 614 11940,'-36'-17'-90,"0"-1"0,1 1 0,-4-2 0,-1 0 0,1 1 330,4 1 0,0 0 0,3 1-150,-9-3 0,5 2 540,-1-4-1,60 13-359,6 1-708,5 5 1,11 1 0,6 2-1,0 0 528,-10-1 0,1 1 0,1 0 0,1 0 0,0 1 0,-1-1-430,0 0 0,-1 0 0,1 0 0,0 0 0,2 0 0,3 0 380,-3 0 0,2 0 0,2 1 0,2-1 0,1 1 0,0-1 0,-1 1 0,-1-1 0,-1 1-240,-3-1 0,-1 1 0,-1-1 0,0 1 1,0-1-1,1 1 0,1 0 0,3-1 222,-7 1 1,2-1-1,2 1 1,2 0-1,0 0 1,0 0-1,0 0 1,0-1-1,-1 1 1,-1 0-1,-3 0 1,-1-1-109,10 1 0,-3 0 0,-1 0 0,-2 0 0,0 0 0,0 0 0,2 0 97,-3 0 0,4 1 0,0 0 1,0-1-1,-2 1 0,-3-1 1,-6 1-1,-5-2-11,9 2 0,-5-1 30,5 1 0,3 1 0,-7-2 825,9 2-765,-18-2 0,1 1 90,12 0-90,-10 0 0,11 2-90,-22-3 1926,22 4-1746,-9 6-135,-12 4 0,0 3 45,11 15 639,-20-5 1,-2 7 0,-3 3-685,-4-3 0,-1 3 0,-2 1 0,0-1-116,1-3 0,0 0 1,0 2-1,-2 3 101,0 3 0,-2 4 0,-1 3 0,0 0 0,0 1 0,-1-3-15,0-4 0,-1 0 0,1-1 0,-1-1 0,0 1 0,0 0-304,1-1 0,0 0 0,-1 0 0,1 0 1,1 2-1,-1 2 300,0-1 0,1 4 0,-1 1 1,0 2-1,1-1 0,0-1 1,1-2-1,0-4 7,0 5 0,2-4 0,-1-2 0,1 1 0,0 4-231,-1-7 0,0 3 1,0 2-1,0 1 1,-1-1-1,1-1 1,1-3-1,-1-3 235,1 9 1,0-5 0,0-2-1,-2 0-22,1 0 0,-2 0 0,0-3 0,-2-4-37,-6 5 1,-2-5 126,5-10 0,-1 0 573,-7 4 1,-5-7-124,-22-16-450,9 0 45,3-8 0,0-3-45,-3-1-1,-8-1 1,-8-1-183,10 4 1,-1 0 0,0 1 92,2-1 0,1 0 0,-7 1 12,8 2 1,-6-1 0,-4 1 0,-2 1 0,1-1 0,4 1 0,4-1 157,0 1 0,5 1 0,-1-1 0,-5 1-159,3-1 0,-3 0 0,-4 1 1,-1-1-1,-2 1 0,0-1 0,0 1 1,2 0-12,-1-1 0,1 1 0,-1 0 0,0 0 0,0 0 0,0 1 0,0-1 0,0 0-97,-1-1 1,0 1-1,0 0 1,0 0 0,-1 0-1,1 0 1,0-1 0,0 1 96,1 0 0,-1 0 0,1 0 0,-1 0 0,1 0 0,1 0 0,0 0 0,1-1 29,-7 1 1,-1 0 0,1-1 0,2 1 0,4-1 0,3 0-368,-7-1 1,6 0 0,0 0 367,-1 0 0,0 1 0,3-2 611,-7-1 0,6 0-461,2-4-180,5 2 90,6-4-90,22 4 979,-7-4-799,2-4 2178,0-4-2268,1 0 3186,3-10-2890,7-7-386,0-5 30,3 1 0,3-9 0,-1-3-430,0 8 1,1-1 0,-1-3 0,0-4 399,-1 11 0,-1-4 0,1-2 0,-1-2 0,0 0 0,1 0 0,-1 2 0,0 3-467,1-2 1,-1 3 0,1 1 0,0 0 0,-1-2 0,-1-3 456,0 3 0,0-2 0,-1-3 0,0-1 0,0 0 0,0-1 0,0 2 0,-1 2 0,1 2-50,-1-7 0,0 3 0,-1 1 0,1 1 0,-1 0 0,1-1 45,0 0 0,-1 0 0,1 0 0,0 0 0,-1-1 1,1 1-51,0 2 1,0 0 0,0-1 0,0 0-1,0 1 1,0 3 0,0 3-362,0-4 0,0 3 1,0 2-1,1-1-136,0-3 0,1 0 0,0 1 0,2 4-653,-1-14 1,8 17-2063,37 44 2621,-20 5 1,-3 8-1,-3 2 1,-8-4 0</inkml:trace>
  <inkml:trace contextRef="#ctx0" brushRef="#br0" timeOffset="51649">22565 7813 14549,'-8'14'539,"2"21"-449,6 13 0,1-9 0,2 1-180,-1-6 0,2 0-405,1 6 1,0-2-945,2 7 539,-1-11 900,-3-20 0,-2-11 0,-1-1 0</inkml:trace>
  <inkml:trace contextRef="#ctx0" brushRef="#br0" timeOffset="52082">22618 7713 11041,'-7'-12'-270,"-10"-6"810,-3 4-361,0-1 271,-7 1-360,17 11 90,-14 16 0,-7 13 0,4 2-90,3 8 0,2 6-610,0-7 0,-2 5 0,1 2 0,6-2 580,6 3 0,6 0 0,3-1-60,0-8 0,1 0 0,6-2 0,12 17 0,5-7 90,6-6 200,5-6 1,6-6-246,3-17 0,3-10-45,-7-1 0,2-3 0,0-6-644,-2-7 1,0-7-1,-1-2 1,-4 1 643,-1 1 0,-4 0 0,-1-5 0,-4-2 0,0-6 0,-4 1 0,-5 4-149,-4 1 0,-6-2 179,-3-9 0,-4-6 0,-2 5 15,0 11 0,-4 0-23,-5 3 0,-3-5 1,-4 2-1,-2 7 23,-19 3 0,-5 7-37,17 0 0,-1 1 0,-3 8-121,-4 10 1,-3 8-1,0 5 1,4 6-708,3 9 1,4 9 0,2 2 0,-1-2-1,0-10 1,0-1 0,1 1 0,2 3 725,1 10 1,3 4-1,3 1 1,4-4-1,6-4 1,5-3-1,0 1 1,-1 6-1,-1 0 1,1 0-1</inkml:trace>
  <inkml:trace contextRef="#ctx0" brushRef="#br0" timeOffset="52552">22484 10407 12030,'1'24'900,"-4"13"-766,0-12 1,0 1-90,0 5 0,0 0 0,1-6 0,1 0-90,2 4 0,2-3-45,1-4-539,8 18-720,0-25-360,0-1 1709,3-12 0,-5-11 0,3-4 0</inkml:trace>
  <inkml:trace contextRef="#ctx0" brushRef="#br0" timeOffset="53182">22339 10398 10501,'-14'-4'450,"-4"-1"89,3 1 361,2 0-720,20 2-90,-3 2 180,27 1-180,-1 4-1,-5 1 1,0 2-90,10 2 45,-11 3 0,-3 2 45,-7-1 0,6 23 180,-25-1-270,0 0 135,-10-5 0,-4-1-45,3-9 0,0 0 0,-5 9 0,1-2-90,-5 4 90,12-3-90,14-21 90,16 7-90,10-8 0,0-1-270,20-4 180,-27-3-180,18 1-90,-21-3-1259,26-11-1658,-17-7 2994,8-3 1,-17-6-1,-11 6 1</inkml:trace>
  <inkml:trace contextRef="#ctx0" brushRef="#br0" timeOffset="53585">22482 10183 11041,'-18'-15'719,"-13"-11"-89,-3 1-360,1 1 359,-7-1-449,22 17 180,-13-3-180,8 23 0,1 7-90,1 3 0,1 5-1183,0 1 1,-1 4 0,4 0 937,-1 5 0,5 3 215,4 3 0,3 4 0,2-5-60,2-8 0,4 1-30,1 6 0,3 5 0,7-3-630,12-5 1,8-4 0,-3-1 614,1 5 0,3-2 0,-4-13 0,6 1 0,0-4 0,-5-5-85,-2-5 0,1-6 62,5-4 1,7-2-1,1-3 1,-7 0-117,-1-2 0,-2-3 184,2-1 0,5-3 0,-2-1 0,-6-1 0,-7-1 0,-4-4 60,2-10 0,1-6 0,-5 2-15,-7 4 0,-4-1 335,-1-9 1,-4-6-1,-4 5-290,-6 6 0,-7 1-23,-4 2 1,-7-3 0,-2 1-1,3 4-22,-5-2 0,-5 4 9,4 9 0,-5-2 0,-3 1 0,-2 3 0,1 6-122,-10 9 1,-1 8-1,-1 4 1,2-2 126,6-6 1,2 0 0,-1 1 0,-1 5-330,0 6 0,-3 3 0,0 4 1,5 0-1,7-1-405,-1 7 1,7 4 519,5 0 0,-1 4 0,1 3 0,5-2 0,6-2 0,3 0 0,1 2 0,-2 3 0,1 0 0,0 0 0,0 0 0</inkml:trace>
  <inkml:trace contextRef="#ctx0" brushRef="#br0" timeOffset="54215">22673 13471 11670,'-9'-8'630,"1"0"-360,9 3-90,3 0 90,28-2-91,13 3-89,1 1-45,-16 2 0,-1 3 45,2 3 0,-1 0 0,-21 13 0,-15-7 90,-25 19-180,6-13 90,-4 3 0,-1 0 0,1 2-45,2 0 0,4 2-135,11 15 0,2-5 45,17-9 0,5-3-45,6-1 0,7 2 0,1 0 0,0-3 90,-2-3 0,-3 2-90,-8 6 0,-6-6 90,-33 16 0,4-22-45,-8 2 0,-2-1-135,5-4-809,-19 6-90,31-12 1079,-4 0 0,12-6 0,-1-3 0</inkml:trace>
  <inkml:trace contextRef="#ctx0" brushRef="#br0" timeOffset="54616">22863 13296 11400,'-35'-21'629,"-1"1"1,8 7 0,-6 3-293,-6 3 1,-9 2-1,-1 2 1,6 2-1046,-2 3 1,1 5 797,4 1 0,-5 3 0,2 2 0,8 1-1,5 2 1,4 5 30,-7 11 0,-3 7 0,5-2-75,9-5 0,3 1 0,3-1 0,-2 5 0,3 1 0,3-4-45,5 2 0,5 1 0,4-1 0,2 6 0,3 0 0,1-4-45,4 4 0,6-1-68,3-1 1,6 4 0,4-1-1,3-7-90,2-12 1,4-6 0,2-2 0,-3 1-53,-4 2 0,-1 1 0,0-3 0,2-3 165,10-4 0,3-4 0,0-4 1,-8-2 44,-3-5 0,-2-4 0,-1-3 0,3-2 0,0-3 0,-5 2 45,1-4 0,-1-3 30,4-5 0,3-6 0,-7-4-495,-16 3 0,-4-4 0,-3-1 0,0 2 525,3 1 0,-1 2 0,-3-4 7,-5-9 1,-4-6 0,-2 2-1,-4 7-181,-6 3 0,-7 4 226,-6 3 1,-6-3-1,-4 3 1,-2 9-91,2 14 0,-2 6 1,-1 4-1,-1-3-178,0-4 1,-1-3 0,0 3 0,-1 9-79,-1 11 0,-2 9 0,0 5 0,3 1 1,6-3-338,4 0 1,6 0 0,-2 5-78,1 0 1,-2 6-1,-1 1 1,3 0-1,6-4-102,3-1 1,5-2 0,1 2 749,-4 9 0,0 2 0,2 0 0,5-4 0,2 1 0,0 0 0,0 3 0,0 0 0,-1 0 0</inkml:trace>
  <inkml:trace contextRef="#ctx0" brushRef="#br0" timeOffset="55516">22537 16447 12390,'-9'4'1619,"-1"13"-1349,1 13 0,1 4-180,-3 12-1,3-13 1,-2 4 0,0-1-45,-3 4 0,1-2-90,1-4 0,1 0 0,-2 1 1,2-5-46,6-15-180,2 6 270,5-13-180,9-3 180,-1-7-180,19-14 180,-12 5-90,13-12 0,-8-1 0,-8 8 90,3-3-90,-14 14 90,4 3 0,-1 2 0,5 2-90,-3 0 90,9 3 0,-8-3 0,12 2 0,-11-2 0,16-3 90,-7-1 0,1-1 180,-3-1 0,-13 3-90,3 22-90,-9 8-45,3 5 0,0 1 45,-2 8-135,4-11 0,1-4-135,-1-7-810,10 13 451,-9-22-2738,8 3 2724,-5-17 1,2-9-1,0-6 1</inkml:trace>
  <inkml:trace contextRef="#ctx0" brushRef="#br0" timeOffset="55916">22758 16295 12300,'-31'-17'719,"-1"0"1,-7 20 0,-4 9-1,-2 6-467,12-2 0,-2 4 0,0 3 0,1 1 0,0 3-774,4 0 0,-1 2 0,1 2 0,1 1 0,1 1 0,2 0 575,-2 7 1,1 1 0,2 1 0,4 1 0,4 0-122,2 5 1,4 1 0,6 0 0,6-3-59,7-5 1,6-2 0,5-1 0,1-4-175,8 1 0,5-4 0,0-3 180,-3-5 0,2-2 1,2-7-325,13-12 1,3-9-1,-5-2 264,-8-2 1,-1-4-24,3-3 1,6-4-1,0-5 1,-6-3-129,-7-3 0,-4-4 0,-2-2 0,-1-1 367,-2 4 0,-1-1 0,0-1 0,-2 0 0,-2 1 8,1-5 1,-2 0 0,-4 0 0,-6 0 135,-5-3 0,-6-2 0,-5 2 0,-5 4 44,-5 8 1,-5 3 0,-3 2 0,-2 1-90,-6-3 0,-4 1 0,-1 2 0,1 2 11,3 5 1,1 0 0,-2 4 0,-2 5-125,-10 6 1,-4 7-1,1 3 1,8 1-68,2 2 0,3 2-285,-5 4 0,-3 3 0,8-1-159,-3 10-1150,18-1 1,5 0 1063,9-4 0,8 12 0,9-18 1</inkml:trace>
  <inkml:trace contextRef="#ctx0" brushRef="#br0" timeOffset="57235">26898 10711 9512,'3'-16'1709,"0"3"-1619,-6 20 89,-12 21-179,2 1 45,-2 0 0,0 2 0,5-7 0,1 0-45,0 4 0,1-2 0,0 13 90,16-9-90,0-19 0,12 6 0,-8-12 90,14 3-90,-3-2 90,1 1-90,-12 6 90,-11-4-90,-23 14 90,-6-3-90,1-1-630,-7 4 181,22-14 449,-4 4 0,12-9 0,2 0 0</inkml:trace>
  <inkml:trace contextRef="#ctx0" brushRef="#br0" timeOffset="57451">26944 10737 10141,'-2'-13'720,"5"0"-360,17-6-91,20 0-809,-12 6 1,1-1 539,0 2 0,-2 0 0,13-13 0,-14 4 0</inkml:trace>
  <inkml:trace contextRef="#ctx0" brushRef="#br0" timeOffset="57866">27180 10167 10141,'-36'5'323,"0"-1"1,0 1 0,-10 6 0,-1 4 0,0 4-212,10-3 1,1 2-1,0 3 1,2 5-468,0 6 1,1 4-1,0 4 1,4 2-1,4-2 400,2 3 0,6 1 0,2 0 0,1 1-23,-1 1 1,1 0-1,3 0 1,7 0 22,7 1 0,7 0 0,3-1 0,2-5-15,5-2 0,3-3 0,1-1-30,-3 5 0,2-1 0,3-2 0,2-10 0,4-1 0,0-3 0,-4-5 0,0-3 0,1-4 0,8 1 0,5-1 0,-4-4 0,-9-6 0,0-5 0,6-6 0,6-4 0,2-3 0,-4-3-672,-7-3 1,-1-3 0,-1-1 0,1 0 671,4 1 0,1 0 0,-1-2 0,-4-4 18,-6-1 0,-1-5 0,-3-1 0,-4-2 0,-3 2-243,-6-4 0,-5 1 0,-3-1 1,2 1 224,2 1 0,1 0 0,-2 0 0,-4-1-75,-6 2 0,-3-2 0,-3 0 0,-3 3 0,-2 6 75,-12-2 0,-6 7 0,1 1 0,3-5 0,1 0 0,-7 7-198,2 13 0,-6 5 0,-3 2 1,2 4-1,5 0-792,-2 4 1,3 3 0,0 0 90,-12 0 1,-2-1-1,7 3 899,9 3 0,7 1 0,10 2 0,2 0 0</inkml:trace>
  <inkml:trace contextRef="#ctx0" brushRef="#br0" timeOffset="58485">26944 8530 10411,'10'-14'450,"4"-3"269,-6 7-269,0 0-90,-3-1 180,-23 10-450,3 1-1,-13 9 1,-6 6 0,7 2 0,0 2-45,-3-1 0,2 3 0,-2 7 0,9 4-135,17-5 0,7 0 45,5 6 0,6-2 0,0-5 0,4-4 0,17-2 1,0-7 44,-4-6-45,-1-3 0,-2-3 45,-8-4 0,10-5 0,-21 0 90,-3-6-90,-8 6 0,-13-5 0,1 8-270,-36 2-450,15 6 360,-9 1-2917,20 5 3039,23-2 1,6 0-1,11-2 1</inkml:trace>
  <inkml:trace contextRef="#ctx0" brushRef="#br0" timeOffset="58932">27105 8140 9781,'-33'-37'480,"0"0"0,-7 10 0,-2 4-1106,5 4 1,-3 6 895,-4 13 0,-4 8 0,1 6-113,12 1 0,1 6 1,1 1-1,0-1-496,-11 2 0,1 0 0,1 6 429,11-2 0,-1 3 0,1 3 0,3 2 0,6 0 0,4 5 0,6 1 0,4 1 0,2 2-54,2-3 0,3 2 0,1 1 0,3 0 0,2-2-36,3 6 0,3-1 0,3-1 0,5-4 0,5-3 0,4-2 0,4-4 0,3-6 0,2-6 0,3-5 0,3-4 0,0-4 0,-4-3 0,1-3 0,1-3 0,0-1 0,-2 1-171,4 0 1,-2 0 0,0-2 0,1-5 170,1-4 0,3-6 0,0-2 0,-3-3 0,-6-2 0,-7-4 0,-4-2 0,-3-2 0,1 1 0,4 2 0,1 2 0,-3-3 0,-6-6 0,-9 0 0,-5-6 0,-3-3 0,-4 0 0,-1 2 0,-3 5 0,-6-9 0,-5 6 0,-9-3 0,3 12 0,-6-3 0,-4-2 0,-3 0 0,-1 3 0,0 3 0,1 7 0,-3 5 0,-1 5 0,0 4 0,-1 2 0,-1-1-18,-5-4 0,-2-1 0,0 2 0,1 4 0,2 8-230,-3 8 1,0 8 0,5 4-1,7 3-845,10 4 1,6 3 0,0 0 385,-4-3 1,0 1-1,6 1 495,6 16 0,11-1 0,11-12 0,4-1 0,2 4 0,0-1 0</inkml:trace>
  <inkml:trace contextRef="#ctx0" brushRef="#br0" timeOffset="61950">22872 7523 8792,'-20'-18'2249,"3"2"-2069,12 8 269,48-11-314,0 6 0,10 0-682,-18 5 1,5 0 0,4 0 0,0 0 0,0 0 0,-4 0 392,6-1 0,-3 2 1,1-1-1,3 0 179,-7 2 1,4-1 0,1 0 0,1 1 0,-1 0 0,-3 0-1,-5 1-249,9-1 0,-6 1 0,6 0 254,-4 0 0,6 0 0,2 0 0,2 0 0,0 0 0,-2 0 0,-3 2 0,0-1 0,0 1 0,0 1 0,0-1 0,0-1-278,-1 1 1,-1 0 0,1-1 0,1 1 0,1 0 0,3 0 274,-9 1 0,4 0 0,2 0 0,1 1 0,1-1 0,-1 1 0,-1 0 0,-2 0 0,-4 0 0,-4 0-27,14 0 0,-8 0 0,-1 1 0,8-1 11,-9 1 0,5-1 0,3 1 1,2-1-1,0 1 0,0 0 0,-3 1 1,-3 0-189,0 2 0,-1-1 1,-2 2-1,-1-1 0,-2 1 1,0-1 176,9 0 0,-4 0 0,1 0 0,2 2 15,-6 0 0,3 0 0,0 2 0,0 0 0,-3 1 0,-4 0-15,6 5 0,-6 1 0,0 1 30,2-2 0,0 0 0,-1 3 268,5 6 1,0 3 0,-5 4-269,-7 4 0,-5 3 0,0-1 0,0-6 0,-2-1 0,0 4-30,-5 0 0,-1 3 0,-1 2 0,-3 2 22,-3 4 1,-3 2-1,-1 0 1,0-2 165,2-2 1,-1-2 0,0 4-189,-3-2 0,1 4 0,0 2 0,-2-3 0,0-6 45,-1 6 0,-2-1-23,1 0 1,-1 6 0,0 1-1,-1-5-22,0 3 0,-1 2 18,0-10 0,0 7 0,0 2 0,0-2 0,-1-7 426,0 8 1,0 1-427,0-10 0,0 7 0,-1 1 0,1-2 0,0-6-18,-1 8 0,1-1 0,-1-6 0,0 6 0,1 0 0,-1-7 0,0 0 0,0 0 45,0-3 0,0 5 0,-1 1 0,0-2-15,-2 5 0,-2-1 0,1 0 0,1 0 0,0 1 0,-2 0-8,0-7 1,-2 1 0,-2 0-1,-1-2-321,-6 6 0,-3-3 0,1 0 299,4-5 0,1-1 0,-3 2 75,-5 2 1,-4 2 0,-1-1 0,3-5-31,-2 2 0,-1-2 55,1-2 0,-5 3 0,-2 1 0,1-1-33,3-5 1,-1-2-1,-1 1 1,-1-1-50,1 0 0,-3 0 0,0 0 0,0-1 0,2-1 300,0 0 1,1-2-1,0-1 1,-3 2-301,-2-1 0,-3 2 0,-2 0 0,3-2 0,5-2 437,2-3 0,4-2 1,-5 2-438,-5 3 0,-7 3 0,-3 1 0,3-1 0,5-4 12,7-3 0,3-2 0,-3 1-12,0 0 0,-3 1 0,-2 1 0,-1 1 0,1 0 17,0 0 1,1 1 0,-1-1 0,-1 1 0,0 1-18,-3 1 0,-1 0 0,-1 0 0,1 1 0,0-1-177,2-1 1,0 1-1,1-1 1,-1 1 0,0 0 188,4-3 0,-1 1 0,0-1 0,-1 1 0,2 0 0,0-1-12,-3 2 0,0 0 0,1 0 0,1 0 0,0-1-18,-4 2 0,2-1 0,0 0 0,-2 2 18,-1 0 0,-3 3 0,0 0 0,3-3 0,7-3-18,1-1 0,2 0 22,1-2 1,-3 2-1,0 0 1,5-3 7,-1 0 0,0-1-30,-8 6 0,-6 3 0,1 1 30,2-1 0,0 2 0,-1 0-30,7-3 0,0 0 0,-1 2 0,0 1-152,4-2 1,-2 2 0,1 0 0,1 0 0,4-2 181,-2 1 0,4-1 0,-2 2-30,1 2 0,-3 2 0,1 1 0,4-2 29,1 0 0,3-1 0,-1 0-29,1-1 0,-1 1 0,0 1-236,-4 9 1,-1 3-1,4-5 236,7-11 0,1 0 0,-5 10 0,-3 5 0,2 0-104,4-3 1,1 1-1,0 0 104,3-5 0,-1 2 0,0-1 0,1 0 0,-2 5 0,2 0 0,0 0 0,1 6 0,1 1 0,3-7 0,3-11 0,1 0 0,-1 13 0,-1 5 0,2-2-265,2 5 1,1-2 264,0 1 0,0 1 0,1-6 0,1 2 0,0-6 245,1-10 0,1 1-215,0 11 0,1 7 0,1 0-30,0-7 0,1-1 0,1 2 0,-2-5 0,1 1 0,-1 0 0,1-1 0,0 3 0,1-1 0,0 1 0,0 3 0,0 0 0,-1-5 269,-1-10 1,0-2-270,0 7 0,2 3 0,-2-5-90,1 15 90,-2-16 0,1 4 0,0 0 45,-1 13 0,0 1 869,1-4 0,-2 4-914,-2-9 0,-1 3 0,-2 1 0,0-3-656,-3 0 1,-2-2 0,0 1 655,1 6 0,0 2 0,-3 0 0,-1-9 0,-3 1 0,0-1 0,1-6 900,-1 0 0,0 0-900,-5 6 0,-2 4 0,1-5 0,6-10 0,-3 0 0,-2 1 0,-4 5 0,0 0 0,0-3 0,-6 7 0,-3 0 0,7-11 0,-4 3 0,-1 1 0,-1-1 0,3-4 0,-3 0 0,1-4 0,-2 0-200,-8 5 0,-3 0 0,3-5 200,6-5 0,0-5 0,-14-4 0,0-6-45,22-3 0,0-4 15,-11-7 0,-6-5 0,3-4-565,3-9 1,3-5 0,0 1 594,1 4 0,0 1 0,0-6-15,8 2 0,-2-6 0,0-3 0,1-1 0,1 1 1,2 4-9,2 0 1,2 2-1,0 0 1,-1-3 22,0 1 0,-1-3 0,-1-2 0,-1 0 0,2 0 0,0 1-66,2 3 0,1 2 0,1-1 0,-1 0 0,1 0 0,1-1 96,-1-2 0,1-2 0,1 0 0,0 0 0,0 1 0,0 1-110,0-2 0,-1 2 0,1 0 0,1-2 1,1-2 104,3 1 1,1-3 0,0-2-1,2 0 1,0 1 0,1 2 0,1 6-26,1-2 0,1 5 0,1 0 0,0-5 12,0 2 1,1-6 0,-1-2 0,2-1 0,-1 0 0,1 2 0,0 4 9,1-6 1,1 5-1,0-1 1,2-6 6,-1 11 1,0-3 0,1-3 0,0-1 0,0-2 0,1-1 0,0 0 0,0 1 0,0 2 0,0 0 0,1 0 0,-1 0 0,1 0 0,0 1 0,1-1 0,-1 0 0,0 0 0,0 0-30,0 1 0,-1 0 0,1 1 0,-1 0 0,1-1 0,-1 0 0,2-2 0,-1-1 0,1-3-29,-1 8 1,1-3 0,0-2 0,0-2 0,1-1 0,0-1 0,0 0 0,-1 0-1,1 2 1,0 0 0,-1 2 0,0 3 0,-1 2 0,0 3 13,2-14 0,-1 6 0,-1 4 0,1 0 0,-1-3 0,2-7-12,-3 14 0,1-2 1,1-3-1,-1-1 1,1-2-1,0-1 1,0-1-1,0 0 1,0 0-1,-1 0 1,0 1-1,-1 0 1,0 3 11,-1-1 0,-1 0 0,0 1 0,0-1 0,-1 1 0,0 0 0,0 0 0,0 1 0,-1 1 0,1 0 0,0 2 0,0 0 3,1-7 1,0 3 0,0 1 0,0 1 0,0-1-1,-1 0 1,0-2 0,0-3 3,-1 6 1,0-3-1,0-3 1,-1-2-1,1 0 1,-1-1-1,0 1 1,0 2-1,0 2 1,-1 3-1,1 4 1,-1 4 63,0-13 0,0 9 1,-1 1-1,-1-8-96,0 8 0,-1-4 0,0-5 0,-1-1 0,0-2 0,-1 1 0,1 0 1,0 2-1,0 4 1,-1 0 0,1 2 1,-1 2-1,1 0 1,-1 0-1,0-1 1,0-1 38,1 1 0,-1 0 0,0-2 0,0 0 0,0 1 0,0-1 0,0 0 0,1 1-26,0-6 0,0-1 1,0-1-1,0 2 1,1 1-1,1 4 0,0 4 26,1-9 0,1 7 0,2-5-15,1 8 0,0-4 0,2-2 0,-1 0 0,2 3 0,0 6 217,2-3 1,1 6-1,4-3-220,3-1 0,4-4 0,1-1 0,1 1 0,-1 7 199,-1 2 1,0 4 0,4-1-200,1 1 0,4-3 0,2-1 0,-1 4 0,-3 4 18,8-2 0,2 5-146,1 3 0,6 0 0,1 1 1,-4 4 145,2 0 0,3 4 0,-8 2 0,6 0 0,4 0 0,0 1 0,-2 2-24,-3 2 0,-1 1 1,1 2-1,-1 0 1,0-1 23,5-1 0,-2-1 0,0 1 0,3 1 22,0 1 1,3 1-1,1 0 1,-2 0-1,-5 0-22,6 0 0,-4 0 0,-1-1 111,1 2 1,0-1 0,2 0-112,-3-1 0,2-1 0,0 0 0,-2 0 0,4-1 0,-2 0 0,4 1 0,-12 1 0,4 1 0,2 0 0,1 0 0,-2 1 0,-1 0 0,-1 1 0,-2 0 0,0 1 0,-1 0 0,0 0 0,8 1 0,-1-1 0,-1 2 0,-4 2-120,4 4 0,-4 2 0,-7-1-60,7 5-90,-3-1 1,-2 1-181,-7-1-680,-6-1 0,-2-1-579,-3-1 2301,4 7 0,-18-17 0,-1-1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15:04.072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3068 6235 9691,'1'-10'1889,"2"2"-1439,0 4-360,1 8 0,1 3 90,9 25-180,-6-13 90,3 6 0,0 2-90,4 8 45,-2-8 0,1 0 45,7 12 359,7-8-179,-3-36 0,4-13-150,4-10 0,2-9 0,-1 1-888,-5 7 0,-1 0 0,1-4 786,-3 2 0,1-5 0,1-1 0,-2 1 0,-4 5 27,7-10 0,-1 1-330,-7 9 1,2-3 0,1-2 0,0 0 0,-2 2 216,1 1 1,-1 1-1,-1 1 1,1 0-23,1-3 0,0 1 0,-1 0 0,1 1-1003,7-7 1,-1 0 0,-4 8 868,6-1 0,4-3 0,-24 28 0</inkml:trace>
  <inkml:trace contextRef="#ctx0" brushRef="#br0" timeOffset="12617">11181 9714 8972,'-12'-7'1619,"-4"-4"-450,2 3-629,0 1 180,4 3-361,26 8 1,28-1 0,10 0-270,-16 0 0,4 1-492,-8-3 0,7 0 1,3 0-1,4-1 0,0 0 1,1 0 457,-7 0 0,2-1 0,1 0 0,0 0 1,2 0-1,0 0 0,2 0 0,0 0-254,-4 1 0,0-1 1,1 0-1,0 1 0,2-1 1,0 0-1,1 0 1,1 1-1,1-1 0,0 0 1,2 1 213,-9-1 1,2 1 0,1-1 0,1 1 0,0-1 0,1 1 0,1-1 0,0 1-1,0-1 1,0 1 0,0-1 0,-1 1 0,0 0 0,0 0 0,-2-1 0,0 1-129,4 0 0,-1 0 0,-1 0 0,0 0 0,-1 0 0,0 0 0,0 1 0,0-1 0,1 0 0,-1 1 0,2-1 1,0 1-1,2-1 122,-7 1 1,2 0-1,1 0 1,0-1-1,2 1 1,-1 0 0,1 0-1,0 0 1,0 0-1,0 1 1,-1-1 0,-1 0-1,-1 0 1,-1 0-1,-1 1 1,-2-1-1,-1 0-107,13 1 1,-2 0 0,-3 0-1,-1 0 1,-1 1 0,0-1-1,-1 0 1,1 1 0,1-1 126,2 1 0,1-1 0,2 1 0,-1 0 0,0 0 0,-2 0 0,-4 0 0,-3 0 0,-5-1 30,18 2 0,-9 0 0,-4 0 74,4 0 1,-10 0 1798,-17-4-5210,-13-3 670,-6 5 2607,-19-2 0,-3 8 0,-5-2 0</inkml:trace>
  <inkml:trace contextRef="#ctx0" brushRef="#br0" timeOffset="22416">11283 3766 10591,'8'-13'0,"0"-3"360,1 1 269,2-5-89,-1 5-360,-1 2 270,-2 3-450,1 8 90,1 8 90,4 22-135,-6-3 0,-2 3-1,0 3 1,0 1-45,-2 8 0,-1 0 0,-1-11 0,-1-2 45,-1 3 0,0-2 225,-1 4 270,-1-5-360,13-73-90,-5 27-60,4-17 0,5-11 0,-2 8-30,1 5 0,3 4 0,4-6 0,-2 9-90,-2 11 90,9-3 0,2 5 0,-10 12 0,20 3 0,-5 17 0,-9-5 0,7 17 0,-18 10 0,-3-12 0,-5 18 0,-1-1 0,-2-14 0,1 15 0,1-3-180,1-24-1979,21 20 1350,-14-36-2468,17-3 3174,-18-6 0,8-9 0,-3 0 1</inkml:trace>
  <inkml:trace contextRef="#ctx0" brushRef="#br0" timeOffset="22800">12048 3864 11131,'-1'8'1889,"6"-2"-1350,26 2-539,-11-5 180,19-2-180,-25-1-2788,30-2 2788,-26 2 0,17-1 0,-26 0 0</inkml:trace>
  <inkml:trace contextRef="#ctx0" brushRef="#br0" timeOffset="24067">12615 3881 10501,'2'-8'1619,"0"0"-899,-1 2-630,2 14 90,-2 19-91,1 14-44,-2-10 0,-2 1 45,-1 16-90,-2 2 90,3-24 0,-1-6-90,5-23 0,9-23 0,-2 3 0,1-4 0,5-6 0,1 1 0,-6 7 0,1 1 0,10-4 0,-1 6 0,-7 13 0,18-4 0,-22 18 0,3 16 0,-1 3 0,-1-4 0,5 19 0,-1 1 0,-6-14-675,6 3 1,-1-2 44,-3-14 630,13 0 0,-11-19 0,6-3 0</inkml:trace>
  <inkml:trace contextRef="#ctx0" brushRef="#br0" timeOffset="24935">12983 3975 10951,'-7'-9'1799,"9"39"-1529,9 19-225,0-13 0,2 0-1,-6-9 1,4-4-45,31-3 90,-15-53-90,5 15 0,-20-14 0,-7-3 90,-9 3-90,2 6 0,-1 0 0,-3-2 0,0 2 0,4 16 0,-8-7 0,-11 7 0,6 2 0,-15 0 0,15 8 0,-1-1-90,-3 5 90,11 0 0,-2 2 0,6-1 0,2-3 0,1 0 0</inkml:trace>
  <inkml:trace contextRef="#ctx0" brushRef="#br0" timeOffset="25867">13242 3945 10681,'7'-8'2429,"7"25"-2340,-7 10-89,3 8 90,-7-4 0,-1-2-90,-1-10 0,1 25 90,-3-33 0,1 7-90,4-21 90,10-40-135,-5 14 0,1-1 45,-1-1 0,0 1-45,4 4 0,-1 8 45,-5 15-270,16 18 1,-13 6 179,4 2 0,9-25 90,-13-5 0,11-14 0,0-2-90,-9 11 90,24-18 0,-28 27 0,8 5 0,-11 6-45,0 18 0,-2 4 45,-1-2 0,1 3 0,0 9 0,-1-8 0,1-6-945,4 7 1,3-5-585,1-25 1529,7-1 0,-6-16 0,-2-3 0</inkml:trace>
  <inkml:trace contextRef="#ctx0" brushRef="#br0" timeOffset="26383">13735 3683 10501,'-4'-10'1619,"0"-3"0,0 4-1304,6 29 0,3 11-225,-3-5-23,0 7 1,1 12-1,0 1 1,-2-8-23,-1-10 0,0-2-559,-1 15 0,-1 5 0,0-10 514,-1-11-122,-4 21 212,4-29 0,-1 12-90,19-70 0,-7 26-45,14-29 0,3 0-45,-9 24-45,11 6 0,0 7 135,-15 17-135,3 19 1,-8 6 89,-22-12 0,-4 0 45,12 4 0,-3-1-495,-19-8 0,-1-8-44,17-10 830,-8-14 1,25 0 0,4-10 0</inkml:trace>
  <inkml:trace contextRef="#ctx0" brushRef="#br0" timeOffset="27117">14104 4011 13559,'13'2'1889,"20"-13"-1709,-10-6-180,9-5 90,-13-19-90,-15 22 0,0-21-90,-7 26 90,-24-2-90,12 17 90,-17 28 0,5 15-90,27-3 0,5 1 90,-20 7 0,8-3 0,33-2 0,13-19-45,-3-42 0,1-9 45,-4 19 0,-2-2-634,-6-16 1,-1-7 0,-8 4 633,-7-1-761,-6-7 0,-1 1 761,-2 13-360,-9-26 270,36 47 90,-22-7-45,20 9 0,1 5 45,-14-4 0,15 36 0,-24-20 0,-3 22 0,-1 1 0,-1-16-1125,2 11 1,3-3-855,4-20 1979,13 13 0,2-24 0,7 0 0</inkml:trace>
  <inkml:trace contextRef="#ctx0" brushRef="#br0" timeOffset="27966">15243 3872 12570,'-4'-13'1889,"-7"2"-1260,-4 9-449,-1 3 180,-7 11 0,0 3-270,5-1 0,-8 16 0,4 3-180,14-14-450,9 9 0,5-3 360,4-17-315,18-5 1,2-6 404,-10-6-90,10-14 0,-1-5 270,-12-13-90,-5 17 0,-3-2 225,-7-9 0,-4 3-225,0 11 90,-2-7 0,-1 2 0,5 14 0,21-19-90,-8 21 0,17-8 0,12-4 0,-2-3 150,-13 4 0,-2-2 0,1 0 59,12-7 1,2 0 0,-5 9-120,4 14-36,-37 30 0,-13 17 0,-7 11 0,-1 2 0,3-5-36,6-9 0,-1-1 0,1 0 0,0 2 0,-2 1-73,-1 2 0,-1 2 0,-1 1 0,0 1 0,2-1 0,1-1 90,3 2 1,1 2 0,1-2 0,1-4 0,1-7-36,0-2 0,2-2-30,1 17 0,0 6 0,5-20-59,4-27-226,15-34 0,1-19 135,-18-3 0,-2-4 150,6 16 0,3-1 0,-4 1-554,-10-13 0,-4 9 584,2 26-328,-4-17 328,7 19 0,25-26-360,7 20-733,5-1 1,9-2 0,-4 1 623,-12 7 1,0-1 0,7-1 0,4-2 0,-6 2 0,1-1 0</inkml:trace>
  <inkml:trace contextRef="#ctx0" brushRef="#br0" timeOffset="29300">16608 3759 11490,'-18'-16'2699,"-19"-2"-2519,11 5 90,-19 5-180,28 13 179,-18 21 1,-1 5-270,11-4 90,-9 10 0,6 3-180,27 1 90,-1-4-225,19-12 0,4-4 136,-1-10-181,25-5 0,3-7 180,-13-7 22,-3-4 1,9-7-1,-1 0 1,-7 3-23,10-8 60,-3 0 0,6-4 0,-10 6-60,-14 9 45,10-3 0,1 4 45,-2 14 0,3-5 0,-8 15 0,-21-7 90,8 10-90,-9-9 90,-2-20-90,-4 7 0,-23-35 0,12 34 0,-22 9 0,-4 12-90,16 17 0,1 5 90,-10-9 0,4 1-315,18 21 1,12-6 224,7-24-270,18 0 0,6-8 225,-6-27 0,1-6 135,0 15 0,-1-3-45,6-24 0,-9 0 45,-14 20-90,10 0 90,-18 21 0,4 28 0,3 7 0,-3-9 0,23 4 90,10-63-90,-3 15 0,-10-14 0,-3-2 90,-5 5 90,1-5 0,1 5 0,-6 23-90,5-11-45,-23 42 0,-9 12-45,2-6 45,-4 10 0,0-3-45,8-25 90,-5 16 0,39-61-90,-13 11 45,10-15 0,4-6-90,-3 4 0,2 6 45,13 6 0,-2 37-405,-26 13 0,-6 5 180,-7-4 0,3-3 225,23-4 0,-9-29 0,11-4 0</inkml:trace>
  <inkml:trace contextRef="#ctx0" brushRef="#br0" timeOffset="29816">17816 3891 11580,'-16'-10'2429,"-8"1"-1890,-2 11 1,0 3-450,-7 0 90,-5 21 0,4 5-180,17-7-45,-2 8 0,3-1-45,12-15-449,9 19 539,0-26-360,43-20 300,-28-17 0,-2-11 0,0 2 60,9 4 0,0-3-23,-9-7 1,-1-10-1,-2 1 1,-5 12 22,-1-6-45,0-5 0,-6 14 45,-6 38 0,-12 40 45,9-8 0,1 2-45,-1-1 0,0 1-1088,1 15 0,1-3 1088,2-8-1387,3 10 0,1-1 667,1-19-919,1 4 1,1-5 1288,-1-18 0,3 3 0,0-5 0</inkml:trace>
  <inkml:trace contextRef="#ctx0" brushRef="#br0" timeOffset="30233">16622 4558 12030,'-2'-12'1979,"1"-4"-1889,4 18 90,0 9-60,-4 16 0,-3 11 0,1 0-30,0 4 0,-1 0-90,0-6 0,-1 1 0,1-2-135,-1-1 0,1-5 135,3-5 0,3-16 0,6-12 0</inkml:trace>
  <inkml:trace contextRef="#ctx0" brushRef="#br0" timeOffset="30700">16676 4527 11131,'10'-17'449,"10"6"1,7 3-315,14 7 0,3 6-45,6 0 0,-2 5 45,-13 6 0,-11 5 135,-24 28-270,-33-16 45,14-12 0,8-1 44,38 13-44,-34 2 0,-3 3 45,19 8-23,-27-21 1,-13 2 0,-4 0-1,6-5-67,2-1 0,1-2 0,-16 9 0,10-1 0,25-12 0</inkml:trace>
  <inkml:trace contextRef="#ctx0" brushRef="#br0" timeOffset="31350">17243 4763 11940,'-14'-2'1170,"-2"0"-631,-10 10-449,10-3 90,-3 15 0,1 3-90,6-4-90,-3 10 0,6 2-990,24 5 360,7-25 1,4-5 449,18-8 135,-13-17 0,-6-9 135,-16 4 0,-6-1 0,0-15 360,-20-4-450,10 31 180,-9-13-180,17 21 90,6-1-90,3 3 0,11-1 0,-9 2 90,35-7-90,-28 6 0,12-1 0,-1 1 90,-14 3 90,25 14-180,-30-4 134,12 22 1,0 4-135,-6-8 45,4 11 0,0-2-45,-7-15 90,3 3 0,1-1-180,-4-7-1439,15 10 720,-23-27-2468,2-7 3196,-7-1 1,2-11 0,-2-1 0</inkml:trace>
  <inkml:trace contextRef="#ctx0" brushRef="#br0" timeOffset="31550">17713 4681 10951,'-7'-14'3058,"-27"26"-2878,14-9 179,-16 28 1,2 6-449,15-11-1550,-3 19 1,4-1 818,15-23 1,7 24 0,8-37 0</inkml:trace>
  <inkml:trace contextRef="#ctx0" brushRef="#br0" timeOffset="32217">17771 4799 12480,'-8'10'3276,"11"-1"-2145,31-14-1041,-12 2-45,8-11 0,-3-4-135,-14 4 0,0-12 0,-4-1 0,-9 12 1,-11-15 89,3 29-90,-21 13 90,13-1-45,-8 23 0,0 3 45,10-9-30,5 4 0,1 6 0,11-8-15,20-18 0,4-3 45,-10 14 0,1-6-60,18-24 0,8-15 0,-8 0 60,-2-5-30,-4-6 0,4-9 0,-8 8 30,-11 4 0,-1-9 0,-6 12-90,-20 48 180,7-20-90,2 31 0,5 11 0,7-10 0,-2-6 0,0-1 0,5 6 0,-9-20-1080,-8 22 1080,-7-17 0,-3 4 0,1-13 0</inkml:trace>
  <inkml:trace contextRef="#ctx0" brushRef="#br0" timeOffset="32385">18219 4856 14819,'5'9'-68,"3"1"1,-8 0-1,3-3 1</inkml:trace>
  <inkml:trace contextRef="#ctx0" brushRef="#br0" timeOffset="32584">18404 4883 16438,'-15'3'-1260,"-8"3"-1618,6-6 2878,-18 1 0,0-8 0,-14-2 0</inkml:trace>
  <inkml:trace contextRef="#ctx0" brushRef="#br0" timeOffset="34017">11711 3332 9242,'-8'-24'629,"-5"-12"-269,-4 0-135,4 12 0,-3 2 45,-18-6-180,-5 24 0,-5 13-45,14 6 0,-1 8 0,0 6 0,2 6-371,6-3 1,1 6 0,1 5 0,2 1 0,0 3 0,2-1 0,3-1 350,1-2 1,0 1 0,2 0 0,2 1-1,3 0 1,2 1 0,4 2 4,4-2 0,1 3 0,3 2 0,2 1 0,2-1 0,3-2 0,3-2 0,2-4 0,3-6-330,7-3 0,4-4 0,4-4 0,2-3 0,0-2 1,0 0-1,-2 1 315,0 3 0,-1 2 0,0-2 0,0-2 0,1-7 0,1-8 15,4-11 0,4-8 0,0-7 0,-2-4 0,-5 0 0,-8 1-218,2-10 0,-8-10 255,-12 9 0,1-7 1,0-7-1,0-3 1,-2-3-1,-2 1 1,-3 1-1,-4 4-37,-3-5 0,-4 3 0,-3 1 0,-3-1 0,-2-2 0,-1-3-158,1 11 1,-2-3 0,-2-3 0,-1-1-1,-1 0 1,-1-1 0,0 1 0,-1 1 0,1 3-1,0 2 1,0 4 127,-2-10 0,1 3 0,0 3 0,-2 3 0,-5 4 0,-7 5 0,-4 7 0,-9 2 0,-4 3 0,-4 3 0,1 3 0,2 5 0,6 3 0,9 5 225,-1 6 1,7 7-1,-1 10-635,4-1 0,-4 9 1,-2 4-1,-1 4 1,2 1-1,3-1 0,5-3 1,6-5 197,3 5 1,8-4-1,1 5 1,-1 0-1,1 6 1,-1 3-1,3 0 1,1-3-1,2-7 1,7-2 0,1 0-1,-1 0 1</inkml:trace>
  <inkml:trace contextRef="#ctx0" brushRef="#br0" timeOffset="46885">23721 1240 9242,'8'-29'2608,"-5"-1"-1798,-8 9 269,-10-4-809,3 11 45,-14 15 0,-5 9-225,-4 15 0,-1 9-338,7-5 0,-2 5 1,-1 1-1,3 1 270,3-1 1,2 1 0,1 2-1,2 1-22,2-3 0,1 1 0,1 1 0,5 1 0,5-2-90,9 6 0,8 0 0,3-2 1,-2-3 89,-6-2 0,0-3 0,9-3-23,16-4 1,10-3-1,2-5 1,-7-6-68,14-11 90,-10-5 0,5-3 0,-6-3-58,-16-4 0,-3-2 58,6 2 0,-7-3 0,-28-20 0,-13 0 0,-4 14-820,-4 10 1,-12-1 0,-1 3 0,8 4 500,-14 8 192,10 6 0,-5 4 1,16 1-1,25 3 0,0 15 1</inkml:trace>
  <inkml:trace contextRef="#ctx0" brushRef="#br0" timeOffset="47252">24344 1193 12030,'9'-36'1619,"0"2"-1469,-17 53 0,-7 21 0,1-2-150,4-12 0,-1 2-311,-2 5 1,-4 7 0,-3 5-1,-1 3 1,0 1 0,-1-1 343,4-9 1,-1 1 0,-1 0 0,0 1-1,-1 0 1,1 1 0,-1-1 0,1 1-147,-2 0 1,1 1-1,-1 0 1,0 0-1,0 0 1,1 0-1,-1 0 1,1-1 112,1-1 0,-1 0 0,0 1 0,0-1 0,1 0 0,1-3 0,1-2 0,1-3 0,-4 7 0,1-4 0,3-3 0,4-8 0,1 4 0</inkml:trace>
  <inkml:trace contextRef="#ctx0" brushRef="#br0" timeOffset="48119">24327 2021 11400,'41'-22'450,"-19"8"-420,18 6 0,13 2 0,-5 7 105,-6 7 0,-10 11-105,-21 11 0,-10 10 0,-6-1 0,-4-5 0,-5-1 0,-4 2-30,-8 0 0,-6 1 0,2 0 0,11-3 0,14 8 0,13-3 45,13-3 0,6-4-45,8-12 0,-10 3 0,-29 8 0,-14 5 0,-5-4-90,-13-4 0,-5-3 90,9 1 0,-1 2 0,3-6 0,0-5 0,12-10 0,22-13 0</inkml:trace>
  <inkml:trace contextRef="#ctx0" brushRef="#br0" timeOffset="48550">25055 2241 11131,'-22'-31'1092,"-4"39"0,-8 14 0,3-1-752,2-8 1,1 4-269,3 10 0,-3 10 0,0 5 0,7 0 0,12-5-42,18 5 0,14-4 0,3 1-8,-6-7 1,3 1-1,1-2 1,2-4-23,9 4 0,2-6 0,2-15 45,-1-20 0,2-15 0,-2-5 0,-12 3-45,-10 6 0,-9-4 90,-4-14 0,-6-11 0,-7 1 0,-6 12-540,-12 19 0,-8 9 1,2-3 239,1-16 0,2-3 0,-2 12 210,-19 23 0,13 15 0,35 1 0,1 16 0</inkml:trace>
  <inkml:trace contextRef="#ctx0" brushRef="#br0" timeOffset="50650">29249 965 11131,'8'-5'2698,"-1"-3"-2428,-7 3-90,-26 26-90,6 4 0,-3 9 0,-1 5 0,4 1-45,4 5 0,3 4 0,0 0 0,-1-1-45,-6-2 0,-3-1 0,2 1 0,9 0 0,9-3 0,5 3 0,4-1 0,3-6 0,5-10-45,16-8 0,3-6 45,-5 21 0,2-10 0,10-41 0,-6-13 0,-21 3-30,-21-7 0,-11-8 0,-7 13-270,-8 23 0,-7 12 0,1-4 150,4-17 0,1-5 0,0 11 150,-5 22 0,1 12 0,14-2 0,21 4 0,4 20 0</inkml:trace>
  <inkml:trace contextRef="#ctx0" brushRef="#br0" timeOffset="50984">29919 1445 12210,'6'-24'2698,"1"-10"-2383,-28 52 0,-8 13-225,-1-6-559,11-1 1,-6 12 0,-4 7 0,-2 5 0,1-1 0,3-3 0,4-8-147,-3 5 1,5-5-1,-5 9 639,8-13 1,-4 6-1,-2 5 1,-2 3 0,0 3-1,-2 0 1,2-1-1,1-1 1,1-4 0,3-5-1,4-6 332,-7 13 0,6-8 0,-3 6-705,4-8 0,-3 8 1,-1 3-1,-1 2 1,1 0-1,2-5 1,3-5-1,5-10 121,2-1 1,4-4 227,-3 27 0,9-10 0,16-33 0,12-1 0</inkml:trace>
  <inkml:trace contextRef="#ctx0" brushRef="#br0" timeOffset="51483">29653 2371 11940,'-8'-18'2519,"3"4"-1890,22-6-539,-1 11 30,16 3 0,13 1 0,-6 1-30,5 0-90,-2 4 0,7 0 0,-13 2 0,-19 4 45,-24 18 0,-10 3-45,-11-4-30,-8 5 0,-7 7 0,14 1-60,27 4 0,5 0 90,-22-1 0,4 0-60,26-3 0,11 2 0,-4-7 60,-5-5 0,-18 6 0,-10 7 0,-6-5-60,-9-13 0,-7-5 0,2 1-30,4 7 0,2 1 1,-2-4-1004,-6-4 1,-2-3 0,17-6-2185,20-6 3094,0-1 0,26-14 0,1-2 0</inkml:trace>
  <inkml:trace contextRef="#ctx0" brushRef="#br0" timeOffset="51984">30290 2521 11400,'-12'-47'3059,"6"15"-4152,29 18 1,15 4 0,-4 2-662,12 0 2151,-10 2 0,10-2 0,-1 3 1,-11 4-488,-3 12 90,0-9 0,-10 3 0,-47 15 0,-16 2 0,8-5-30,7 4 0,-3 7 0,9-3 30,16-1 339,3 11 1,6 5-520,15-6 1,-4 2 134,-22 9 0,-13 2 135,-1-11 0,-5-1 0,-2-4-90,3-7 0,-1-4 0,-2-1 441,-10-1 0,-2-2 0,15-3-1701,20-6 1260,12 5 0,21-14 0,13-2 0</inkml:trace>
  <inkml:trace contextRef="#ctx0" brushRef="#br0" timeOffset="52384">31044 2563 12030,'13'-29'3276,"-21"20"-2054,2-2-953,-16 23 1,-11 17 0,4-3-225,11-9 0,1 3-23,-4 12 1,-3 11-1,6 1 1,16-7-203,31-8 0,20-7 0,-8 4 150,-22 9 0,-5 2 0,9-10 30,9-20 0,11-7 0,6-7 0,0-3 0,-4-2 0,-11 0 90,0-4 0,-7-10 134,-6-4 1,2-10 0,-1-6 0,-5-1 0,-7 2 0,-11 8-180,-21 3 0,-16 6 0,-4 1 0,6-5-135,14-12 0,6-7 0,-2 3 1,-10 15-567,-11 18 1,-11 9-1,-3 8 1,5 3 0,12 2-984,12 4 1,3 4 1226,-10 6 0,-3 5 1,9-4-1,9 4 0,-1 3 1</inkml:trace>
  <inkml:trace contextRef="#ctx0" brushRef="#br0" timeOffset="53170">27665 1795 10231,'8'-13'1889,"1"1"450,-6 7-1980,-22 1 1,-15 1-240,4 2 0,-3 1 0,-5 0-776,-6 0 1,-6-1-1,-3 1 1,0-1 0,4 1 478,6 1 1,3-1 0,-1 1 0,-6-1 63,3 0 1,-5 0 0,-4 1-1,-3-1 1,2 0 0,1 0-1,5 0 1,7 0 117,-10 1 1,7-1 0,-3 1 0,2-1 0,-6 0-1,0 0 1,5 0 0,10 0 0,-11 1 0</inkml:trace>
  <inkml:trace contextRef="#ctx0" brushRef="#br0" timeOffset="53550">26622 1541 11400,'-5'-25'2069,"-7"18"-1949,-8 20 0,-8 16 0,-1 1-30,-3 5 0,-1 3 0,0 0-90,1-1 0,0 1 0,2 0 0,-1 3 0,2 1 0,11-11 0,16-15-45,14 10 0,5-3 45,2-12-300,13 8 0,10 6 1,-5-4-61,2 0 32,-6-3 0,9 5 0,0-1 1,-6-4-1,-9-6 0,0-2 1,7 5-1,1-1 0,-1 0 1</inkml:trace>
  <inkml:trace contextRef="#ctx0" brushRef="#br0" timeOffset="54384">24500 712 10861,'-25'-16'-90,"0"0"0,-13 1 0,-7 0 0,-8 3 224,16 8 1,-4 1 0,-4 2 0,-2 1 0,-1 0 0,1 1 0,2-1 0,3-1-738,-6-2 0,3-3 0,1 2 0,-3 3 0,-6 5 658,14 4 0,-4 2 1,-5 3-1,-2 3 1,-2 1-1,-1 2 0,0 0 1,0 2-1,2-1 1,3 1-1,3-2 1,5-1-1,5-1-37,-8 5 0,8-4 0,3 2 0,0 4 0,-4 8 24,8-8 0,-3 4 0,-3 4 0,-3 2 0,-1 2 0,0 3 0,-1 1 0,1 2 0,2 1 0,1 0 0,4 1 0,4 0 0,4-1 0,6 0 0,6-1-8,6 2 1,8 1-1,5 1 1,5 0-1,5 1 1,2 0 0,1 0-1,1 0 1,0 0-1,-2 0 1,-2 0 0,-4-1-1,-4 0-182,-6 4 0,-5 0 1,-3-1-1,-3 1 1,-1-1-1,1 0 1,2 0-1,3-1 1,4 1-1,7-2 0,7 1 157,1-13 0,4 1 0,5 1 0,3 0 0,3 1 0,3 0 0,2 0 0,2-1 0,1 1 0,2-2 0,0 0 0,0-1 0,0-2 0,-1-1 0,-1-1 0,-1-3 0,-3-1 0,-1-2 0,-4-3 0,-2-2-9,12 7 0,-5-6 0,-2-4 0,0-2 0,5-1 0,7 2-6,-11-5 1,4 1 0,5 0 0,2 1-1,4 0 1,1-1 0,2 1 0,1-1-1,0 0 1,0-1 0,-1 0 0,-2-2-1,-1 0 1,-4-1 0,-3-2 0,-4-1-1,-4-2 6,14 1 0,-9-3 0,-3-3 0,2-3 0,8-4 5,-13 1 1,5-1 0,2-1-1,4-1 1,2-2 0,2-1-1,1-1 1,1-1 0,-1-2-1,0-1 1,-2-2 0,-2-1-1,-2-1 1,-4-2 0,-4-1-1,-5-1-81,0-8 1,-5-3 0,-4-3 0,-4-2 0,-1-3 0,-3 0 0,-1-2 0,1 1 0,0 0 0,2 1 0,2 2 0,3 2 75,3 3 0,4 2 0,3 1 0,2 1 0,0 1 0,0-1 0,-1 0 0,-3-1 0,-2-1 0,-5-3 0,-5-1 0,-5-4 18,-7 5 1,-3-3 0,-2-2 0,-2-3 0,-3-2 0,-2-2 0,-3 0 0,-1-2 0,-3 1 0,-1-1 0,-1 1 0,-3 1 0,-1 1 0,-1 2 0,-1 2 0,-1 2 0,-2 3 0,0 4 0,-1 3-101,-5 1 0,-3 4 0,-3 3 0,-2 3 0,-2 2 1,-2 2-1,-2 2 0,0 0 0,0 1 0,-1 0 0,1-1 1,0-1-1,2-2 0,2-1 0,1-4 82,2-2 0,2-3 0,1-2 0,0-2 0,2 0 0,0-2 0,0 1 0,0 0 0,-1 1 0,0 1 0,-2 2 0,-1 2 0,-2 3 0,-1 3 0,-3 4-82,0 5 1,-2 2-1,-4 2 1,-2 2 0,-2 2-1,-2 2 1,0 1 0,-1 2-1,0 1 1,1 1 0,1 0-1,1 2 1,2 1 0,3-1-1,2 2 1,4-1 0,4 0-1,4 1-26,-14 2 0,9 1 0,5 3 0,-2 2 1,-6 5 96,4-2 1,-4 3-1,-4 2 1,-2 3 0,-1 1-1,0 1 1,1 0-1,3 1 1,4-1 0,6 0-1,6-3 1,-3 11-1,10-1 1,2 1 0,-2 3-1,-2 3 1,0 0-1,-1 0 1,1 0 0,-1 0-1,1 1 1</inkml:trace>
  <inkml:trace contextRef="#ctx0" brushRef="#br0" timeOffset="91934">6457 14277 8702,'-18'-15'3276,"11"3"-1245,9 7-1612,29 1 1,23 2 0,-3 1-1100,-16 0 1,7 0 753,-13 1 1,6-1 0,5 1 0,4 0 0,4-1 0,3 1 0,2 0 0,2 1 0,1-1 0,0 0 0,-1 1 0,-1 0-192,-9 0 0,0 0 1,2 0-1,1 1 0,0-1 1,1 1-1,1 0 0,0-1 1,1 1-1,0 0 0,-1 0 1,1 0-1,-1 0 0,0 0 1,0 0-1,-2 0 0,0-1 1,-1 1 122,3-1 0,-1 0 0,-1 1 0,-1-1 0,-1 0 0,0 0 0,0 0 0,1 0 0,-1 0 0,1 0 0,2 0 0,0 0 0,1 1 0,2-1 0,2 1-80,-9 0 1,1-1 0,2 1 0,3 0 0,0 0 0,2 0 0,1 0 0,1 1 0,1-1 0,0 1-1,0-1 1,0 0 0,-1 1 0,1-1 0,-2 1 0,-1-1 0,0 1 0,-3-1 0,-1 0 0,-1 0-1,-3 0 1,-3 0 0,-1 0 0,-4-1 0,-3 1 73,26 0 0,-10 0 0,-7 0 0,0-1 0,4 1 0,8 0-62,-15 0 1,3-1-1,5 1 1,2 0 0,3 0-1,1 0 1,1 1-1,1-1 1,-1 0 0,-1 0-1,-2 0 1,-3-1 0,-3 1-1,-4 0 1,-4-1-1,-6 0 122,24 0 0,-13 0 0,5 0 12,-7-1 1,6 1-1,4 0 1,0 0-1,-4-1 1,-9 0-1,-13 0 18,-2-2 1555,12-12-4704,-39 5 439,-9 0 2620,-7 5 0,-7 7 0,-3-1 0</inkml:trace>
  <inkml:trace contextRef="#ctx0" brushRef="#br0" timeOffset="94468">16113 14143 8792,'-9'0'2429,"-6"-2"-1350,5 2-269,-4 0-361,45 0 1,19 2-360,-27-2 0,5 1-388,-1 0 0,6-1 0,7 1 0,5 0 0,4 0 0,3 0 0,3 0 0,1 0 1,1 1-1,0-1 0,-2 1 308,-13-1 0,1 1 0,2 0 1,0-1-1,2 1 0,1 0 0,0 0 1,1 0-1,1 1 0,-1-1 1,1 0-1,0 0 0,0 0 0,-1 1 1,0-1-1,-1 0 0,0 0 0,-2 0 1,0-1-105,4 1 0,-1 0 0,-1-1 0,-2 1 0,1-1 0,-2 1 0,1-1 0,0 0 0,1 1 0,0-1 1,1 1-1,2 0 0,1 0 0,3 0 0,1 0 100,-13 0 0,2-1 0,2 1 0,2 1 1,1-1-1,2 0 0,1 0 0,1 1 0,0-1 1,2 1-1,-1 0 0,2-1 0,-1 1 1,0 0-1,1-1 0,-2 1 0,1 0 0,-2-1 1,0 1-1,-1 0 0,-2-1 0,-1 1 0,-1-1 1,-3 0-1,-1 1 0,-2-1 0,-2 0 1,-3-1-1,-3 1-162,22 1 0,-8-1 0,-5 1 0,-4-1 0,1 0 0,2 0 0,5 0 1,7 1 158,-18-1 1,3 0-1,2 0 1,2 0 0,2 1-1,2-1 1,2 1-1,1-1 1,2 1 0,0 0-1,1 0 1,1-1-1,0 1 1,0 0 0,0 0-1,-1 0 1,0-1-1,0 1 1,-2-1 0,-1 1-1,-1-1 1,-2 1-1,-2-1 1,-1 0 0,-3 0-89,15 0 1,-2 0-1,-3 0 1,-2 0-1,-1 0 1,-1 0-1,0-1 1,-1 1-1,0 0 1,1 0-1,2-1 1,0 1 84,-3 0 0,1 1 0,1-1 0,0 0 0,1 1 0,-1-1 0,1 0 0,-1 1 0,0-1 0,-1 0 0,0 0 0,-2 0 0,-1 0 0,-1 0 20,12-1 0,2 1 0,0-1 0,-1 0 0,-3 0 0,-4 0 0,-5-1 0,-6 1 0,-9-1 531,-1 0 1,-4-1-492,17 0 0,8 0 0,-8 0-60,5 2-90,-10-1 0,-1 1-809,9 2 359,-22 0 952,-6-7 1,-24-5 0,-4-5 0</inkml:trace>
  <inkml:trace contextRef="#ctx0" brushRef="#br0" timeOffset="106851">11948 16386 8162,'-22'-8'2699,"-6"1"-1260,-7 0-719,15 8-541,14 0 37,21 0 0,23 0 0,15-1 0,8-1 0,-1 0-159,-23-1 1,3 0 0,4-1 0,2 0 0,2 0 0,2-1-1,1 1 1,1-1 0,-1 0 0,0 0 0,0 0 0,-2 1 0,-2 0-1,-2 0-385,5 0 0,-3 1 0,-2 0 1,-1 0-1,0 0 0,0 0 1,3 0-1,2 0 0,4-1 1,4 1 346,-19 0 0,3 0 0,2 0 0,2 0 0,2-1 0,2 1 0,2-1 0,1 1 0,1-1 0,1 0 1,0 1-1,1-1 0,0 0 0,1 1 0,-1-1 0,0 0 0,-1 1 0,-1-1 0,-1 1 0,-1-1 0,-2 1 1,-1 0-1,-2 0 0,-2 0 0,-3 0 0,-2 0 0,-3 1-292,23-1 1,-9 0 0,-4 0 0,-4 1-1,1 0 1,3 0 0,4 0 0,9 0 306,-22 0 1,4 0-1,2 1 1,3-1 0,2 0-1,2 0 1,3 1-1,0-1 1,2 0-1,2 0 1,-1 1 0,2-1-1,-1 0 1,1 1-1,-1-1 1,-1 0 0,0 1-1,-2-1 1,-1 1-1,-2-1 1,-1 1 0,-3-1-1,-3 1 1,-2-1-1,-4 1 1,-2 0-239,22 0 0,-9-1 0,-6 1 0,-1 0 1,0 0-1,4 0 0,8 0 241,-15 0 0,5 0 0,3 0 0,2 0 0,3 0 0,1 0 0,2 0 0,-1 1 0,1-1 0,0 0 0,-2 0 0,-2 0 0,-2 0 1,-3 0-1,-3 0 0,-4 0 0,-4 0 65,14-1 1,-8 1 0,-4-1-1,0 1 1,4-1 136,6 1 1,4-1 0,1 0 0,-2 0 0,-4 0 0,-7 0 557,12-1 1,-10 0-438,-11-2 0,-5-3 2252,-7-9-4411,-2 2 3144,-4-1-1345,0 8 0,-8 5 0,6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17:01.357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6512 3386 7803,'-11'-2'899,"-17"-1"-135,1 2 1,-3 2-91,-5-1 1,-1 1-585,6 0 0,1 1 315,-1 0 0,5 1-135,12 0-90,-7 0 269,33 9-359,-2-8 45,24 2 0,11-1-45,-11-4 0,2-2 0,9 1-394,-11 0 1,6 0 0,5 0 0,4 0 0,2 0-1,0 0 1,1 0 0,-3 0 0,-2 0 0,-6 0 303,4 0 0,-5 0 0,-2 0 0,0 0 0,5 0 0,8 1 9,-17 0 0,5-1 1,3 1-1,3 0 1,2 1-1,3-1 1,1 0-1,2 1 1,1-1-1,-1 1 1,1 0-1,-1-1 1,-2 1-1,0 0 1,-3-1-1,-2 1 1,-3-1-1,-4 1 1,-3-1-374,20 2 1,-10-1 0,-4 0 0,0 1 0,5 0 0,8 0 367,-20-1 1,4 0 0,2 1 0,3-1-1,3 1 1,1 0 0,1 0 0,2 0-1,0 0 1,1 1 0,0-1 0,0 0 0,-1 0-1,0 0 1,-2 1 0,-2-1 0,-2 0-1,-2 0 1,-2-1-139,10 2 0,-3 0 1,-3-1-1,-2 1 0,0-1 1,-1 0-1,1 1 0,1-1 1,3 1-1,3 0 155,-9-1 0,1 0 0,2 0 0,1 0 1,2 1-1,0-1 0,0 1 0,1-1 0,1 1 1,0-1-1,-1 1 0,0-1 0,0 1 0,-1-1 1,-1 0-1,-1 0 0,-1 0-79,5 1 1,-1-1 0,-1 0 0,0 1-1,-1-1 1,-1 0 0,0 0 0,1 0-1,-1 0 1,1 0 0,1 0 0,0 0-1,1 0 76,-2 0 0,2-1 0,0 1 0,2 0 0,0-1 0,0 1 0,0 0 0,0-1 0,-1 1 0,0-1 0,-1 1 0,-2-1 0,0 0 0,-3 0 0,-1 0 4,7 1 1,-3-1-1,-3 0 1,0 0-1,-2 0 1,1 0-1,0-1 1,1 1-1,3 0-6,-2 0 0,2-1 1,1 1-1,1 0 1,1-1-1,-1 1 0,0-1 1,-2 1-1,-1-1 1,-2 1-1,-2-1 14,10 1 0,-3-1 0,-3 0 0,-1 1 0,1-1 0,1 1 71,-4-1 1,1 0-1,1 1 1,-1-1-1,0 0 1,-1 1-1,-2-1-65,10 1 0,0 0 0,-1 0 0,-4-1 0,-5 1 543,-1-1 0,-4 0 0,-2 0-444,7 1 0,-6-1-45,-5 0 2150,-3 0-2061,-16-1 2508,6 0-2597,-5 0 526,-2 0-3893,-3 0 2457,-19-2 1,-3-1 0,-19-1 0</inkml:trace>
  <inkml:trace contextRef="#ctx0" brushRef="#br0" timeOffset="12465">6859 8139 9602,'-3'-19'3058,"0"-4"-2069,2 6-899,9 9 180,7 22-90,11 25-135,-14-14 0,1 1 0,0 7 0,2 1 45,6-2 0,0-2-90,7 8 90,7-38 0,10-13 0,-6-2-46,-15 2 1,0-6-167,0-2 0,5-6 1,5-5-1,2-4 0,3-1 1,-1-2-1,-1 1 0,-3 3 54,-3 2 1,0 0-1,-1 0 1,0 0 0,0-1-1,0 1 1,-1 0 0,1-1-343,0 0 0,0 0 1,0 0-1,0 0 1,0 0-1,0 0 0,-1 1 1,0 0 35,3-1 1,0-2 0,1 0 0,-1 2 0,-3 3 0,-3 4 0,-5 5 373,0 2 0,-3 5 0,15-16 0,-7 7 0</inkml:trace>
  <inkml:trace contextRef="#ctx0" brushRef="#br0" timeOffset="33466">28473 2173 10231,'0'-11'3148,"-2"-4"-1708,3 2-1081,4 22-179,0 13 0,-1 11-54,-2 4 0,-3 10 0,0 5 0,-1-1 0,2-6-613,0 1 1,1-5 0,-2 7 511,0-10 1,-2 6 0,0 3 0,-1 1-1,0-1 1,1-5 0,-1-7 19,-1 16 0,0-4-251,0-2 0,0 3 1,1-6-740,0-7 1,4-7-2333,10-4 2544,1-26 1,16-26 0,-5-4-1</inkml:trace>
  <inkml:trace contextRef="#ctx0" brushRef="#br0" timeOffset="33966">28880 2281 10501,'15'-10'1799,"2"4"-1349,-7 11 269,-15 29-449,-16 3 0,-8 3-210,7-9 0,-2 1 0,-2 1-432,0-1 1,-4 0-1,0 1 1,2-3 431,-2 0 0,2-1 0,0-2-82,0 0 1,-1-1 0,4-3 111,-10 10-90,13-12 0,33-29 0,12-8 0,8-8 1262,0 5-1262,-7 20 0,-4 25 0,-5 0 324,-4 3 0,1 3-324,2-3 0,1 0 44,2 2 1,3-1-315,6 3 1,3-6-541,-4-13 1,0-5-361,18 2 1170,-10-19 0,-1-5 0,5-9 0,-8 3 0,0 1 0</inkml:trace>
  <inkml:trace contextRef="#ctx0" brushRef="#br0" timeOffset="34234">29097 2735 11400,'-9'8'1620,"2"-2"-1441,8 1 361,21-3-180,19-3-495,-5-3 0,2-3-1214,-2-1 0,-1-2 1349,0-1 0,-3-1 0,8-9 0,-16 0 0</inkml:trace>
  <inkml:trace contextRef="#ctx0" brushRef="#br0" timeOffset="35117">29734 2752 10861,'4'-14'2159,"1"0"-1710,-1 1 451,3 0-450,7 28-271,-2 6-134,-3 8 0,-2 4 45,-3-6 0,-1 1-90,-1 7 0,-1-1 90,0 10-90,-2-12 180,2-11-180,4-35 0,8-20 0,-3 5 0,2-6 0,0 0 0,3-6 0,0 0-30,-2 7 0,0 0 0,-1 5 30,9-8 0,-3 28-90,-6 26 90,1 25 0,-5 0 0,-3-7 90,0-1-90,-2-24 0,11 3 0,5-24 0,3-7 0,1-3 0,0-1 0,1 0-45,3-3 0,-1 2 45,12 2 0,-10 34 0,-18 9 0,-4 6 0,0 2 0,-2 3 0,-1 9 0,-1 0-90,0-9 0,2-1-405,0-4 1,2-2-2783,14 5 2971,1-23 1,6-18 0,-3-9 0</inkml:trace>
  <inkml:trace contextRef="#ctx0" brushRef="#br0" timeOffset="35548">30462 2881 11400,'-10'10'1979,"7"-2"-1079,19-3-360,13-8-316,-4-4 1,2-4-90,1-4 0,0-4-90,2-7 0,-3-4-90,-7 2 0,-5-1 45,-7-19 0,-31 29-45,-4 29 0,-3 10 45,3 4 0,2 5 0,4-2 0,1 4 0,4-1-45,1 9 0,7 0 45,7-2 0,7-2-180,6-10 0,6-5-720,10-4 1,6-8-740,5-9 1,1-6 1239,-6 1 1,0-3 0,2-6 0,-4-2 0,9-10 0</inkml:trace>
  <inkml:trace contextRef="#ctx0" brushRef="#br0" timeOffset="36467">31038 2802 12210,'-11'4'3276,"0"-2"-2684,-3 0 37,-17 6-359,-9 7-180,3 1 0,11 2 0,3 3 0,4 9-225,4-6 0,4 1 45,8 8-90,18-6 90,8-17 1,17-24-1,-14 0 90,-6-6 0,-3-3-90,0-12 90,1-4-90,-8 9 90,-7 39 0,3 18 0,-3 7 0,9 11 0,8-17-90,7-1 90,16-8 0,-2-20 45,-13-11 0,-2-2-135,4-8 90,-9-2 0,-3-3 90,-2-10-180,2-1 90,-8 13 0,-19 47 0,1 2 0,-2 3 0,-1 6 0,-1 2 0,0 4 0,0-2 0,1 5 90,6-10-90,20-33 0,5-17 0,2-8 0,7-7 0,4-4-313,-3 5 1,2-2 0,-1 2 312,2-5 0,0 6 0,2 4 0,-2 13 0,-8 27 0,-16 9 0,-5 6 0,-2 4 0,-3 2 0,-1 7 0,2-1-225,2-7 0,4-3-26,2-4 0,5-6-1388,12-10 1,4-7 1399,-2-6 0,1-5 1,5-4-1,0-3 1,-7-2-1,-1 1 1</inkml:trace>
  <inkml:trace contextRef="#ctx0" brushRef="#br0" timeOffset="36850">32150 2814 11580,'-1'-13'3276,"-2"1"-2144,-4 2-502,-9 5-91,-21 9-269,2 11 0,-1 4-270,-9 0 0,11 5 0,8 4-360,27 8 90,8 10 90,6-17 0,4 0 90,-2-7 1,0-1 134,0 4 0,-3 0 44,-2 1 91,-23 9 0,-26-6-315,16-11 0,-2 0-1259,-4 1 0,2 0-1883,-3 6 2477,15-8 0,20-10 0,7-8 1</inkml:trace>
  <inkml:trace contextRef="#ctx0" brushRef="#br0" timeOffset="37032">32458 3062 12210,'19'-14'3276,"-2"2"-435,-8 7-6118,-2 1 0,-14 7 2457,-1 0 1,-26 7 0,4-5 0</inkml:trace>
  <inkml:trace contextRef="#ctx0" brushRef="#br0" timeOffset="37550">29647 4095 12300,'-2'-8'3276,"-2"0"-1965,-1 6-771,-11 2 0,-33 12-361,20 0 1,-2 2 0,-1 1-1273,1 2 1,0 2 0,1 0 1009,-1-2 1,1 1-1,4 3-142,-2 19 1,11 1 394,14-14 1,10-1-771,16 3 0,12 1 1,-3-5 148,-5-4 0,2-6-336,4-5 0,8-3 0,-1-4 0,-4-5 787,4-17 0,-3-7 0,-8 7 0,0-1 0,0-2 0,-3-6 0,1 1 0,-1-1 0</inkml:trace>
  <inkml:trace contextRef="#ctx0" brushRef="#br0" timeOffset="37883">30019 3709 12570,'-4'-12'1799,"1"4"-1080,3-5-269,14 10-90,20 7-180,8 21-90,-3 3 135,-20 14 0,-9 8-136,-14-4 1,-6 4-229,3-11 0,-1 4 1,-2 1-1,-1-2 169,-4 5 0,-2-2 0,0 0-90,-1 3 0,0 0 0,4-4-525,5-2 1,4-4 224,2-9 0,6-5-1279,16-9 1,6-6 1269,15-12 1,-11 0 0,1-2 0,-7-5 0,0-1 0</inkml:trace>
  <inkml:trace contextRef="#ctx0" brushRef="#br0" timeOffset="38932">30435 4162 12570,'-11'-11'2428,"-4"12"-1708,-6 18-360,-1 19-135,10-8 0,2 3-136,4-1 1,3 0-45,4 2 0,4-2-45,16 10-90,22-23 45,-17-22 1,0-8-1,9-9 0,-2-7 0,-6-2 0,-4-3 45,-2-4 0,-5 1 45,-9 7 0,-3 3-45,-4-17-90,-1 17 0,2 4 90,10 5 0,15-1 0,11-2 0,-11 6 0,1 0 0,15-10 90,-9 4 90,-11 4-91,-15 9 1,3-1 0,-4 4-90,-2 8 90,1 10 0,1 32-90,-2-16 0,0 4 30,-1-1 0,1 2 0,0-2-30,0 0 0,-1-1 0,1 12 0,-3-2-90,-10 5 90,2-21 0,-2-1 0,-7-1 0,-2-3 0,-5 0 0,-8-7 0,12-9-90,6-2 90,21-11 0,12-4 0,6-3-30,2-5 0,4-3 0,0-3-459,-2 0 1,0-3 0,-1-1 0,0-2 420,1-2 1,-1-1-1,-2-2 1,0-3 13,-4 1 0,-1-3 0,0-1 0,-3-1 0,0 2 54,-4 2 0,-2 0 0,0 1 0,-2 0 0,0 0-151,2-4 1,-2 1 0,0 1-1,-2 2 151,2-5 0,-2 2 0,-8 17 0,-5 21 45,-8 35 0,-1 21-45,1-12 0,-1 3 0,0 3-171,3-8 1,0 3 0,0 2 0,0-1 0,1-3 170,1 1 0,0-1 0,1-1 0,2 0 22,2 3 1,1 1-1,2-1 1,1-6 22,1 3 0,5-4 484,8 3 0,7-9-3677,21-24 1509,-14-13 1,0-4 1284,-4-1 1,-3-3 0,1-11-1,-4-3 1,2-10 0</inkml:trace>
  <inkml:trace contextRef="#ctx0" brushRef="#br0" timeOffset="39132">31428 3960 12390,'-1'6'1529,"1"-4"-1259,43 3-1363,-9-7 1,6-4 0,-3 2 1020,-2 0 1,-1 1-1,4-3 1,3-1-1,-10 0 1,-5-5-1</inkml:trace>
  <inkml:trace contextRef="#ctx0" brushRef="#br0" timeOffset="39866">31733 4198 12300,'-6'33'3276,"2"-13"-2666,26-14 1,9-10-521,2-22 0,-1-11-270,-4 0 1,-1-1 179,3-3 0,-16 5-135,-38 17 0,-11 12 135,9 24 0,0 13-30,-5-1 0,-4 5 0,7 5-38,11-5 1,4 4-1,4 0 1,5-1-23,5 2 0,5-1 0,2-2 45,-2 17 0,10-12-105,14-29 0,9-11 0,-2-7-75,0-12 1,-2-10-869,3-1 1,1-6 0,-3 2 764,-1-3 1,-4-1 267,-9 2 0,-2-3 0,-5 3-75,-10 8 0,-2 1 90,2-3 0,-3 0-225,-16-10 270,5 24-90,-1 23 90,11-1 3276,21 14-3250,-5-12-115,22 10 268,-19-4 1,-4 20-90,-15-10 30,-7 7 0,-6 9 0,2-5-120,-1 6 60,1-7 0,-1 6 0,5-4-285,9-2 0,5-4-3052,11 12 3158,-6-18 1,2-8 0,16-24 0,-7-9 0</inkml:trace>
  <inkml:trace contextRef="#ctx0" brushRef="#br0" timeOffset="40100">32447 4234 11850,'2'-9'3276,"-3"32"-2054,-1 9-908,-1 3 1,1 3-450,0-6 0,1-3 0,-1-3 1,0-1 134,2 16 0,-2-38 0,1 2 0</inkml:trace>
  <inkml:trace contextRef="#ctx0" brushRef="#br0" timeOffset="40316">32545 3869 11670,'4'-17'3238,"4"-11"-1528,-4 11 448,5-14-4496,-7 22 89,6 5-1028,0 17 2457,0 3 1,5 7 0,-6-7 0</inkml:trace>
  <inkml:trace contextRef="#ctx0" brushRef="#br0" timeOffset="40816">32811 4324 16887,'-6'7'1170,"-4"13"-631,-7 24-359,4-8 0,-1 3-225,-1 3 0,1 1-180,0-2 0,3-3-134,0 6-1,16-26 180,13-27 90,6-9-60,-2-3 0,4-5 0,-2-1 15,5-4 0,0-1 45,-1 0 0,2-1 1,-4 3 44,-4 3 0,-2 6 45,0 12 0,-25 38 0,1 3 0,1 2 0,0-1 0,0 0 0,2-4 0,2 0-360,4 2 0,4-3-1709,8-4 2069,15 2 0,-5-30 0,4-14 0</inkml:trace>
  <inkml:trace contextRef="#ctx0" brushRef="#br0" timeOffset="41450">33374 4411 12840,'-1'-12'3276,"-1"2"-1605,-3 3-952,-13 11-404,-4 7 0,-2 6-135,0 3 0,-1 3-90,-5 10 0,3 3-180,11-8 0,4-2 0,0 16-270,24-9 270,8-24-90,24-8 135,-19-13 0,0-5 45,4-6 0,-2-2 0,-5 2 0,-4 6 0,-10 15 0,-15 24 0,-10 14 0,4-4 0,-1 6 0,-1 1 0,0 1-324,1 0 0,1 1 0,0 2 0,0 1 324,2-1 0,-1 4 0,2-1 0,0 0 0,1-3-68,1-1 1,1-2 0,1-2-1,0 1-142,0 11 0,0 0 1,1-7 164,1-9 0,0-4-405,-5 10 180,-6-39 0,-14-18 225,1-7 0,-1-5 225,1 0 0,0-2 0,-1-2 0,3 0 0,1-9 1206,49 4-1431,12 18 0,9 2-465,-8 2 0,1 1 1,3-2-311,-4 1 1,2-1 0,0 0 0,-3 1 350,-1-2 1,-3 1 0,-1-1 0,12-10 0,-7 0 0,-7-10 0</inkml:trace>
  <inkml:trace contextRef="#ctx0" brushRef="#br0" timeOffset="43733">28229 5977 10141,'-6'-15'2339,"0"-1"-90,4 1-1440,1 5-719,2 8 120,3 29 0,1 31 0,-2 3-121,-3-23 1,-1 2 0,0 1 0,1 0 0,0 0-268,1 8 0,2 1 1,0 0-1,-1-1 43,-3 3 0,-1 2 0,0-5 0,1-12-1124,2-3 1259,-3-15 0,0-30 0,-2-32 0</inkml:trace>
  <inkml:trace contextRef="#ctx0" brushRef="#br0" timeOffset="44033">28209 6036 10771,'-1'-31'540,"2"9"89,4-8-269,12 13-180,9 5 0,3 3-90,15-2 0,0 3 0,2 5 0,-11 5 0,-1 4-46,2-2 1,-3 5 45,-5 6 0,-9 6 90,-30 25-180,-9-7 60,-4-19 0,-7 0 0,3-3-105,5-4 0,1 0-720,-14 7 1,5 1-2513,14 0 2949,13-6 1,28-2-1,3-5 1</inkml:trace>
  <inkml:trace contextRef="#ctx0" brushRef="#br0" timeOffset="44534">28811 6373 12750,'-7'-10'2698,"0"-6"-2428,5 8 450,5-13-91,21-10-629,-7 9 0,2-3-90,0-1 0,2-4 0,-2 1-154,5-14 1,-3-3 153,-9 11 0,-1-2 0,-5 1-50,-4-7 1,-7 3 94,-1 7 0,-6 10-315,-19 25 270,31 20 45,12 5 0,9 0 0,9-10 0,5-4 0,9 0 0,1-3 45,-16-7 0,-3 3 108,-4 10 1,-6 3-109,-7 1-40,-7 14 0,1 4-769,8 3-496,3-10 1,2-2 1304,20 3 0,4-13 0,-3-16 0</inkml:trace>
  <inkml:trace contextRef="#ctx0" brushRef="#br0" timeOffset="45365">29568 6118 11490,'2'-21'2429,"-3"3"-1889,0 0 179,-16 17-629,6 6 90,-8 10 0,-2 6-45,4 6 0,2 3-45,-1 2 0,2 2 0,3 7 0,7-1-90,7-13 0,5-3-90,17 16 90,-5-25-90,8-20 0,-12-28 0,-5-9 90,-10 8 0,-4 0-90,-10-14 45,4 22 0,0 2 45,-1 2 0,6 2 0,17 8-90,13-8 90,4-3 0,3-4 0,0-3 0,1-4-76,-3 0 0,1-2 0,-2-1 76,-7 4 0,-2 0 0,0 0 30,-3 2 0,0 0 0,-3 3 15,-1-4 0,-5 13-45,-8 30 0,-7 19 0,-3 11 0,3-7 0,-1 4 0,0 3 0,0 0-327,0 4 0,-1 3 0,1-1 1,0 0 326,1-3 0,0 0 0,0-1 0,1-2 30,0 6 0,0-1 0,1-7 105,0-5 0,0-7-45,-3-2 286,9-52-376,7-7 0,6-5 0,2-2 0,4-1 0,0 11 0,2 1 0,2 4-45,4 4 0,1 8 90,6 12 0,-2 9-45,-14 8 0,-3 4 0,12 21 135,-29-10 0,-9 0 44,-6-7 1,-4-2 579,4 2 1,-3 0-625,-14 2 0,-1-5 45,-4-2-1080,11-6 1,3-4-2378,7-11 3086,33-24 1,8-6 0,-2 11 0,-1-1 0</inkml:trace>
  <inkml:trace contextRef="#ctx0" brushRef="#br0" timeOffset="45548">30634 6239 14459,'13'4'3276,"-2"0"-3044,-4-1-3509,1 4 2889,-26 2 0,-11-1 0,0-5 0,1 0 0</inkml:trace>
  <inkml:trace contextRef="#ctx0" brushRef="#br0" timeOffset="47233">27971 8272 10231,'0'-28'1439,"0"10"-269,6-19 179,-1 11-899,2 3-181,4 36-89,-8 31-120,-1-11 0,0 6 0,-2-2-60,-1 9 0,-1 1 60,-1-7 0,0 2 0,0-5-60,0-6 0,-1-3 270,-2 21-90,8-69-180,4-3 0,2-5 0,3-9 0,2-4 0,1 0 0,1 3 0,0 0 0,1 2 0,-1 1 0,1 1 0,-1 4 0,4-2 0,1 11 0,4 21 0,-2 27 0,-11 2 0,-3 4 0,0-1 0,-1 0 0,-1-2 0,1-1 0,4 10 0,1-27 0,13-22 45,-6-8 0,1-3-45,-3 3 0,1-1-45,10-12 0,0 2 45,-2 6 0,15 6 0,-22 42 0,-10 9 0,-2 7 0,-3 1 0,-1 0 0,-1-2 0,0-1 0,1 4 0,2-5-270,5 0-585,2-12 1,5-4-2423,20-9 3154,-12-16 0,-1-4 0,0-4 0,-2-3 0,-1-2 0,1 0 0</inkml:trace>
  <inkml:trace contextRef="#ctx0" brushRef="#br0" timeOffset="47617">28900 8413 11400,'-13'15'1889,"14"1"-1259,17-11 0,31-9-495,-21-5 0,1-5-1,8-11 1,-4-4-45,-10 1 0,-4 0-90,-2 1 0,-6-1 45,-13-3 0,-6 3-45,-11 4 90,-28 10-90,24 28 0,2 10 0,-4 15 0,7 7 0,12-11 0,4 3 0,3-1-120,4-3 0,3-2 0,4-1-450,6-2 1,5-2-1,2-5-1069,9-4 1,3-7 1540,3-5 1,-1-7 0,-8-4 0,-2-2 0,-2-4 0,0 1 0</inkml:trace>
  <inkml:trace contextRef="#ctx0" brushRef="#br0" timeOffset="48532">29706 8285 11490,'-29'-10'2339,"-9"1"-1709,11 11-361,2 2 1,-1 3-90,1 2 0,-1 4-45,-7 10 0,0 2-45,8-3 0,3 2-45,0 6 0,5 0-45,8 6 0,9-8 0,29-14 0,5-19 0,0-9 0,2-6-45,-6-2 0,-2-5 90,3-7 0,-3-1-45,-13 12 0,-3 2 90,6-18-90,-14 31 90,4 14-90,-2 33 0,-2-12 0,1 2 0,2 10 0,-1-2 0,4 7 45,-2-17 0,1-5-45,9-8 0,5-5 45,-2-19 0,0-9-45,-1-7 0,0-4 0,-1-1 0,1-3 0,-2 1 0,3-7 0,-3 2 0,-2 4 0,-1 4-90,3-2 90,-10 36 0,3 27 0,-8-6 0,-2 4 0,1 15 0,-1 0 0,-1-8 0,0-3 0,0-5 0,0-2 90,3 13-90,5-26 90,18-7-180,-4-16 0,2-6 0,13-12 0,-1-3 90,-10 9 0,0 0-90,5-8 0,-3 4 90,-3 17 0,-1 9 180,-6 37-135,-12-13 0,0 3 0,5 13 0,1-1 45,4 7-45,3-15 0,4-6-585,23-10-315,-13-10 1,2-7-239,-3-9 1,2-5 0,-4-1 545,2 0 1,-3-3 0,8-12 0,-4-2 0,-4 1 0</inkml:trace>
  <inkml:trace contextRef="#ctx0" brushRef="#br0" timeOffset="48949">31285 8244 11400,'7'-10'2699,"-1"1"-1530,-10 0-89,-17 3-541,-21 4-269,1 9 0,-3 6-135,6 1 0,1 3 0,-5 7 0,5 3-90,19-3 0,6 0-135,3 13-90,24-10 0,7-2 0,12 7 45,-3-6 0,1 1 90,-10-10 0,-3 1 135,7 13 180,-35-1-180,-30 0-270,15-15 0,0-1-585,1-1 1,2 0 764,-5 3 0,20-17 0,8-5 0</inkml:trace>
  <inkml:trace contextRef="#ctx0" brushRef="#br0" timeOffset="49733">31613 7968 12570,'14'-29'2608,"-1"-1"-989,-9 21-989,-5 42-450,-4-4 0,-2 5-90,1 0 0,-1 5 0,-1 1 0,0-3-234,1-2 0,-1-2 1,0 2 210,0 2 1,-1 3-1,0 0 1,1-5 22,-3 9 0,1-4 18,0 2 1,0-1-19,0-5 0,3-6-180,9-16-360,20-33 315,0-5 1,3-4 44,0-2 0,1 1 241,-3 2 1,0 5-242,6 1 90,-13 23 0,-5 5 90,-1 31 0,-2-2-90,0-5 0,1 1 45,-3-7 0,2-1 0,5 0 0,0-4-45,2 1 0,16-10 90,9-27-90,-16 2 0,1-2 0,6-9 0,-2-3 0,-8 4 0,-2 0 90,7-14-90,-13 12 179,-7 16-89,-5 20-90,-6 26 0,2-6 0,0 4 45,1 5 0,3-1-45,1-7 0,4-2-989,15 15-2249,5-38-39,2-27 3043,-7-22 1,-14 15-1,-3-1 1,-3 0 0,0-1-1</inkml:trace>
  <inkml:trace contextRef="#ctx0" brushRef="#br0" timeOffset="49933">32143 8097 11580,'-1'-15'3276,"1"3"-2144,0 3-3741,3 13-668,1 6 2634,2 3 1,2 4 0,-1-7 0</inkml:trace>
  <inkml:trace contextRef="#ctx0" brushRef="#br0" timeOffset="50699">32742 7861 12480,'6'-25'3148,"-3"9"-2069,0-4-449,-11 51-420,0-1 0,-3 7 0,-1 3-143,0-1 1,-1 3-1,-1 2 1,0 3-615,2-7 1,-2 4 0,1 1 0,-1-1 0,1 0 0,0-4 392,-1 5 0,0-4 1,0 0-1,0 2 190,1-1 0,0 3 0,-1 0 0,2-2 0,2-3 28,1 5 0,3-4 0,0 0-124,-1 3 0,0 0 0,3 0-30,1-4 0,2-1 0,3-6-90,13 13 0,4-26 180,-1-21-90,-3-20 0,-2-9 90,-6 0 0,-1-5-30,-1-1 0,0-3 0,-1 1 75,-3-9 0,-3 1-45,-2-2 0,-2 5 0,-2-6 3061,2 17-2971,4 10 909,6 12-999,12-6 0,20 0 0,-10 7 0,2-2-45,15-10 0,2-4-1048,-16 4 1,0-1 0,-2-1 1032,11-6 1,-3-5 59,-7-3 0,-2-6 0,-4 2-83,-5 3 0,-2 0 113,1 2 0,0-3 0,-2 3-30,-3 5 0,-3 4 0,2-5 0,-11 33 45,-7 22 0,-4 9-45,5-9 0,-1 2-188,-4 10 0,-3 7 1,-1 3-1,2-4 218,0 2 0,1-1 0,0 3 6,1-4 0,0 3 0,-1 2 0,1-1 0,2-2 584,1-1 1,1-2 0,1-1-1,1-1-860,0 7 0,1-1 1,5-5-1400,7-2 1,4-8-842,5-9 2467,17-29 0,-18-12 1,7-14-1</inkml:trace>
  <inkml:trace contextRef="#ctx0" brushRef="#br0" timeOffset="50883">32901 8533 12660,'-7'-12'2248,"1"0"-988,13 4-271,15-2-854,3 2 0,5-1-1774,9-2 1,3-2 1515,3-1 0,-1 0 0,-9 1 0,-2 2 0,-9 0 0,-1 1 0</inkml:trace>
  <inkml:trace contextRef="#ctx0" brushRef="#br0" timeOffset="51049">33370 8535 13829,'3'18'3276,"4"0"-5473,3 0-1080,1-6 2457,-14-6 1,-14-8 0,-13-3 0</inkml:trace>
  <inkml:trace contextRef="#ctx0" brushRef="#br0" timeOffset="65950">22204 13168 8612,'-2'-11'1439,"0"1"-90,-1 2-629,1 2 539,-2-1-449,2 2-630,-2 12 0,1 6 0,-2 28-90,4 4-1,1-9 1,2 2-90,0-10 0,0 0 45,3 8 0,0-3-45,4 8 90,1-3 0,-2-16 0,-2-3 0,-3-10 0,5-2-90,-1-6 0,10-4 0,-1-3 90,9-3-90,-7 2 0,2-1 90,-9 1 90,-2 0 0,-3 1-90,-4-2-90,-3 2 90,-4-3 0,0 3 0,-4-13-90,6-9 0,2 4 0,1-3 45,2 0 0,1-2-45,0-6 0,0 0 0,-1 9 0,0 0 0,-1 0 0,-1 2-90,-8-6 0,-10 11-180,-6 11-450,-11 10-359,7 5-1800,-7 2 2879,7 0 0,-1-1 0,3-1 0</inkml:trace>
  <inkml:trace contextRef="#ctx0" brushRef="#br0" timeOffset="66916">21599 13182 10771,'-3'-10'809,"0"0"-269,9 1-180,3 2 0,20-2-90,12 4-181,-12 3 1,0-1-45,-2 2 0,0 0 0,0 0 0,-2 1 135,5 0 0,-4 0 0,-12 4-90,-4 8 0,-4 6 0,0 24-90,-5-16 0,1 3 45,-1 3 0,-1 2-45,0 8 0,-1 0 45,-1-12 0,1-1-45,-1 3 0,0-2 180,0 1 89,-2-6-179,-3-13 0,-11-7 0,-12-7-90,2-2 45,-1 1 0,-2 0 45,-16 0-90,8 0 0,-2 1 45,11 1 0,1 0-45,-3-1 0,3 1 0,-5 0 0,4-1 0,18 1 90,2-6-90,9-1 0,3-17 0,1 4 0,0-5 0,-1-2 0,1-17 0,-1 8 0,0-1 0,0 12 0,0 0-90,0-4 0,2 2-449,5-2-1890,13 3 2429,4 18 0,5 5 0,-2 6 0</inkml:trace>
  <inkml:trace contextRef="#ctx0" brushRef="#br0" timeOffset="68066">20681 13207 10681,'12'-9'450,"0"0"-270,-4 5 539,4-2-179,2 1-90,15 0-181,7 0-134,-3 3 0,3 0-45,-7 1 0,1 1-45,8-1 0,0 0 45,7 2 0,-5-1-90,-19 2 0,-5 6 0,-10 7 90,-7 27-90,1-13 0,-1 3 0,0 4 0,1 2 0,1 4 0,1-1 0,-1-11 0,1-1 0,0 14 180,-1-7 90,-2-22 89,-2 9-269,-2-16 0,-13-5 0,-8-7 0,-15-4-90,-6 0 0,15 5 0,-1 1 0,4 0 0,-2 1 45,-8 1 0,2 0-45,-6-1 0,16 2 0,3 0 0,-2-1 90,-1-1-90,5-3 180,11 0-90,2-15 0,4-16-45,4 2 0,2-2-45,0-1 0,1-1 0,1-9 0,1 1-45,0 10 0,-1 3-225,0 5 0,1 3-179,1-6-2828,11 11 2926,-2 11 1,12-5 0,-4 6 0</inkml:trace>
  <inkml:trace contextRef="#ctx0" brushRef="#br0" timeOffset="72532">27644 4040 11041,'-25'-21'2878,"11"9"-2338,20-2-180,27 13-226,10 1 1,7 1-75,-10 1 0,3 0 0,0 0-304,-4 0 1,0 0 0,1 0 0,-2 0-87,8 0 0,-2-1 1,-1-1-764,-3 0 1,-2-1 0,-5-2 944,16-5 0,-14-5 1,-25 2-1</inkml:trace>
  <inkml:trace contextRef="#ctx0" brushRef="#br0" timeOffset="72916">28157 3828 11850,'3'-9'1529,"8"4"-1349,5 9 0,28 13-90,-5 1-45,-12-6 0,-1-1-45,3 2 0,-7-2 0,-21 4-45,-24 12 0,-9 4 45,1 2 0,-3 3-266,7-7 0,-3 2 1,0 2-1,2-3-304,0 3 1,2-1-1,1 0 356,0 0 1,1 0 0,2-2 0,3 0 0,2-3 0,5-5 0,0-1 0</inkml:trace>
  <inkml:trace contextRef="#ctx0" brushRef="#br0" timeOffset="73532">27082 6176 11850,'-15'-1'1709,"12"-1"-1439,35 1-180,2 0 0,3 0-45,-4 0 0,2 0-219,11 1 0,5-1 1,-3 1-97,-1 1 0,0 0-823,-5 0 1,3 0 0,-5 0 1045,-5 1 1,-6 0 0,2 2 0,-26-3 0</inkml:trace>
  <inkml:trace contextRef="#ctx0" brushRef="#br0" timeOffset="73933">27560 6071 11850,'-5'-18'1799,"1"1"-1619,11 13 0,17 12-90,0 2-45,0 1 0,2 2-45,12 4 0,3 2-90,-7-3 90,-23-4 0,-33 21-45,4-9 0,-3 4 15,-3 6 0,-3 5 0,2-1-448,5-3 0,0-1 1,2 2 477,-2 9 0,1 2 0,2-4 0,3-4 0,3-3 0,4-1 0,-1 0 0</inkml:trace>
  <inkml:trace contextRef="#ctx0" brushRef="#br0" timeOffset="74549">27174 8639 11580,'-12'-9'810,"-10"-8"89,6 4 361,-8-7-811,10 8-89,20 0-90,29 7-180,6-2-90,-5 6 0,7 0 0,-2 1-422,5 0 0,1 0-298,-2 0 1,4 1-1,-5 0-919,0 0 1,-6 0 1085,12 1 1,-30-1 0,-16-1 0</inkml:trace>
  <inkml:trace contextRef="#ctx0" brushRef="#br0" timeOffset="74916">27532 8495 11760,'-17'-16'1170,"5"4"-271,1 5-629,4 7 180,9 13-180,12 8-136,11-2 1,4 0-45,-3-5 0,2-1-45,10 2 0,-1-2 45,8-1 0,-9-6-90,-51 21-90,-14 9-150,5-10 0,-5 4 1,0-1-854,4-4 1,2 0 0,-2 1 1069,-3 5 1,-1 0 0,3-3 0,-1-1 0,1-4 0,3-2 0,0 0 0</inkml:trace>
  <inkml:trace contextRef="#ctx0" brushRef="#br0" timeOffset="90517">20106 6136 5793,'-6'-8'0</inkml:trace>
  <inkml:trace contextRef="#ctx0" brushRef="#br0" timeOffset="90565">20097 6121 5818,'-5'-7'-9,"1"2"1,3 4 0</inkml:trace>
  <inkml:trace contextRef="#ctx0" brushRef="#br0" timeOffset="90582">20080 6100 5762,'-8'-8'0,"0"1"0</inkml:trace>
  <inkml:trace contextRef="#ctx0" brushRef="#br0" timeOffset="90599">20064 6085 5756,'-5'-3'0</inkml:trace>
  <inkml:trace contextRef="#ctx0" brushRef="#br0" timeOffset="91050">20002 6081 5824,'-17'6'809,"1"0"-449,8-3-90,-4-1-90,5-1-90,-4-1 0,3 0-90,1 0 0,1 1 90,1 1-90,-1 0 0,1 0 0,1 1 0,-2 2 0,2-2 0,0 1-270,1 0 270,3 2 0,0-4 0,2 2 0</inkml:trace>
  <inkml:trace contextRef="#ctx0" brushRef="#br0" timeOffset="93598">5914 5614 7083,'-12'-10'450,"0"0"-270,4 2-90,22-3-46,15 3 1,9 1-15,2 2 0,6 0 0,2 0-321,-5 1 0,1 0 0,3 0 0,0 0 291,-1 1 0,3-1 0,0 1 0,-1 1 0,-2-1 22,1 0 1,-2 0-1,0 0 1,-1 1-23,3-1 0,0 0 0,-2 0 0,-5 1 0,9-1 0,-7 1 0,-12 0 0,-4 2 388,3 3-388,-19 8 0,7 34 45,-8-7 0,-1 8-314,0-6 0,-1 4 1,1 2-1,-1 1 287,0-8 0,0 0 0,0 1 0,1 1 0,-1 2-447,0 1 1,1 3 0,-1 0 0,1 1 0,-1-3-1,0-3 429,-1 2 0,0-3 0,0-1 0,0 2 18,0-2 0,0 3 0,0-1 0,0-2 0,-2-4 258,1 10 1,-1-2-157,0-8 0,0 2 0,0-5 105,-1 0 0,-5-8 135,-19-6-316,0-24 1,-6-7-15,-2 0 0,-5-3 0,0 1 0,-2-1 0,0 1 0,-3 1-366,2 2 1,-3-1-1,0 2 1,3 1 335,-9-1 0,2 2 0,7 2 0,-1 1 0,2 1 458,-3 3 1,3 1-459,9-2 0,0 1 0,-13 1 0,1 1 90,-6 0-90,20-1 0,0-1 0,-23-11 2723,16-9-2723,14-8 0,3-3 0,-1-13 0,8 11 0,2-6 0,3 0 313,1 3 1,3-1 0,1-3-314,-1 0 0,1-4 0,0 0 0,1 2-30,0-2 0,1 1 0,1-2 12,1 6 0,1-4 0,1 0 0,1 0 0,0 3-72,0 2 0,1 2 0,1 0 0,0-2-158,1-7 1,0-2 0,1 1 0,-1 3 247,2 1 0,-1 3 0,-1 5 0,-2 6 0,-2 6 0,-1 9 0</inkml:trace>
  <inkml:trace contextRef="#ctx0" brushRef="#br0" timeOffset="94765">5730 6296 7623,'26'7'-270,"-1"-1"0,2 1 0,1 0 180,12 5 0,3 0 45,-6 0 0,0-1 0,1 0 0,-2 0 225,-6-3 0,-4 0 360,9 1 89,-6-3-449,-14-4 180,0-1-270,-7 1 0,4 4-90,-3 5 0,2 13 90,-3 4-90,1 19 0,-5-16 0,-2 17 0,-2-12 90,-2 5 0,-1 0 270,-2-15-180,-2-6-1,-6-11-89,-6-7 0,-19-5-90,-6-1 45,8 2 0,-1 2-45,5 0 0,2 1 0,2 1 0,1-1 0,-23 3 0,28-2 90,-11-1-90,18-2 0,6-4 0,14-7 0,5-9 0,1 3 0,1-11 0,-7-2 0,-3-14 0,-4 6 0,-2-3-45,-1 3 0,-1-2 45,1 8 0,0-2 0,0 2-45,-2-6 0,1 2 45,1 7 0,1 3 0,3-7-449,12 21 449,19 13 0,5 5 0,-11-1 0,2 0 0,17 4 0,0 0 0</inkml:trace>
  <inkml:trace contextRef="#ctx0" brushRef="#br0" timeOffset="96516">7033 7766 7982,'-13'-26'0,"3"3"360,-1-4 0,5 7-90,11-7-180,19 7-45,14 6 0,9 2-15,-11 4 0,2 2 0,3 0-214,2-1 0,4 1 0,0 0 0,-2 1 214,5 0 0,0 0 0,-3 0-30,-7 1 0,-1 1 0,-2 0 0,8-1 0,-6 2 90,-5-1-90,10 2 0,-22 5 0,-3 12 90,-2 7-90,-3 0 0,1 3 0,1 4 45,-5-1 0,0 3-45,-1 7 0,0 4 0,-2 1-26,-3 0 1,-2 1-1,-1 1 48,-1-1 1,-1 1-1,-1 1 1,-1-5-23,1-3 0,-2-3 0,1 1 0,0 10 0,-1 2 0,3-6 0,1-8 0,0-3 45,1 7 0,1 0-45,2-7 0,-1-2 0,2 5 0,-2-2 90,-10-7 812,-4-2-902,-8 6 0,5-7 0,-1 9 0,5-7 0,0 6 0,4-12 90,-8 5 90,-15-5 90,-17 2-150,16-12 0,-5-1 0,-2-1-385,1-3 0,-1 0 0,-3-2 1,-1 1 281,-2-2 1,-3 1 0,-1-2 0,-1 1 0,2-2 18,-1 1 0,1-1 0,0 0 0,-1-1 0,0 0 0,-3-1 0,-1 0 0,-1-1 0,3 0 0,2-1 9,5 0 0,3 1 0,1-2 0,1 1 15,-10-1 0,1-1 0,7 1-60,9 0 0,5 1 90,-19-4 0,18 4 0,7 0 0,-6-3-90,14-4 0,0-12 45,9-4 0,1-5-90,1-10 0,1-7 129,0 10 1,1-4-1,0-2 1,-1-1-85,0 5 0,0-1 0,-1-1 0,1-1 0,-1 0 0,1-1 0,-1 0 0,0-1 0,1 0 0,-1-1-15,1 5 0,-1 0 0,0-1 0,1 0 0,-1 2 0,0 2 15,1-6 0,-1 1 0,0 3 0,1 0-30,1-9 0,0 2 0,4 5-105,5-1 0,5 11-405,5 19 1,3 7-1080,7 7 0,1 5 1619,-6 1 0,-1 3 0,0 5 0,-2 1 0,4 3 0</inkml:trace>
  <inkml:trace contextRef="#ctx0" brushRef="#br0" timeOffset="100299">12681 6539 6273,'5'-7'360,"2"-2"-270,-3 4 180,4-6 180,1 0-90,1-3-1,0-3 91,-3 4-270,-1 0 0,-3 5-180,4 13 180,-2 11-45,-1 8 0,-2 5-1,0 10 1,-2 2-90,1-6 0,-1 3-194,-1 7 0,-1 6 0,0-3 209,1-10 0,1-1 0,0 3-238,0-3 0,0 5 1,0 1-1,1-1 1,0-2 199,1 0 0,-1-1 1,2-1-1,-1 1 0,2 6 1,-1 2 0,1-1-1,0-3-47,1-1 0,-1-3 0,0 0 55,0 0 0,-1-1 0,-1-1 15,0 3 0,-2-3-45,-1-5 0,0-2 630,-2 12-540,1-2 1014,2-10-1014,0 2-90,1-15 307,-1 6-307,0-11 0,-1 5 0,2-6 180,-2 2-91,0-7-89,9-6 90,5-1-90,28-9 0,-13 5 0,4 1 0,3-1 0,4 1 0,0 0-1093,0 1 1,1 0 0,-1-1 1053,-3 1 1,0 0 0,1 0 68,12 1 0,2 1 0,-3 0-171,0 0 0,0 1 141,1-1 0,2 1 0,-2 1 0,-13 0 0,-2-1 0,0 2 30,3-1 0,0 0 0,-3 0-30,-2 1 0,-1-1 0,15 0 0,-1 1 0,4 1 0,-14-2 0,1 1 0,10 1 0,-19-2 0,-2 1 0,4 0 3252,7 0-3252,-11-1 422,6 1-422,12-1 0,-5 0 0,-10-1 0,-1 0 0,6 0 0,16 0 0,-12-1 0,5 1 0,8 0 0,-15 0 0,7 0 0,-13 0 0,-7-1 0,-4 2 0,-7-2 0,5 1 90,-6-1-90,1 2 0,-4-2 0,0 1 90,0-1-90,-1 0-90,8 0 180,1 0-90,9-2 0,-5 0 0,2-1 0,-6 1 0,2-1 0,-6 1 0,4-1 180,-8 1 0,1 0 0,-4-3-90,-4 0 0,-3-5 90,-4-6 0,-3-14-135,3 9 0,-1-3 0,-7-17 0,1-4-252,4 13 0,2-2 0,-1-4 207,2 3 0,0-4 0,0-2 0,1 0 0,0 2-391,1-4 0,1 1 0,0 0 0,0-3 391,2 6 0,-1-3 0,1 0 0,0-2 0,0 2 0,0 1 0,-1-2 0,0 1 0,1 1 0,-1 0 0,-1-1-185,0-1 0,0-1 1,0 0-1,-1 1 1,0 1 184,-2-2 0,1 1 0,-1 2 0,-1 0 0,-2-6 0,-1 3 0,0 3-45,-2-1 0,2 5 45,2 12 0,1 2 0,-1-1 0,1 2 0,-1 1 0,-4-13 0,7 20 466,1 0-466,1 8 1492,3 0-1582,-4-3 1150,2 4-1150,-1-1 0,0 4 90,-2 3 0,-17 7 0,8-1 0,-33 8 0,13-7 0,-5 0 0,5 0 0,-4-1 0,-2 0-656,4-1 1,-4 0-1,-1-1 1,0 1 0,4-1 616,-8 1 1,2 0 0,-2-1 38,-1 0 0,-2 0 0,-1 0 0,1 0-568,1-1 1,1 1 0,0-1 0,2 0 567,0 0 0,1 0 0,-3 1-112,2-1 1,-4 1 0,-2 0-1,1 0 1,4 0 88,6-1 1,2 1 0,1 0-1,-1 0-61,-4 0 1,-1 1 0,0 0 0,1-1 83,2 1 0,-1 1 0,2-1 0,5 0 0,-4 0 0,3 1 868,1-1 1,2 0-869,-10 1 0,12-2 2732,-16 3-2822,21-5 1233,-11 4-1143,12-2-90,-9 3 0,21-4 669,-10 5-2108,11 0 1529,3 3 0,2 1 0,6 1 0</inkml:trace>
  <inkml:trace contextRef="#ctx0" brushRef="#br0" timeOffset="103600">15254 5783 9242,'9'-10'-270,"-1"0"180,-2 4 90,5 5 90,-5 2-90,14 17 360,-4 13-181,-5-4 1,0 7 0,-1 1-30,0 4 0,-1 3 0,-1 3-703,-2-3 1,-1 4-1,1 2 1,-2-1 0,1-4 597,-1-4 0,-1-4 0,0 1 0,0 4 26,-1 6 1,0 4 0,-1 2 0,0-1 0,1-1-207,-1-8 1,1-2 0,-1 0 0,1 1 0,0 1 193,0 0 1,0 2 0,1 1 0,-1-1 0,1 1 0,0-1-24,0 6 0,1-1 0,0 0 0,0 0 0,0-2 0,1-4 0,0 0 0,0-1 0,1-2 0,-1-3-36,1 8 0,0-3 0,1-4 45,0 8 0,-1-4 0,1-5 0,-1-4 45,-1 5-45,0-9 0,0-1-45,-1 0 0,1 1 0,-1-10 2836,-1-2-2836,0 1 1768,1-3-1768,0-6 0,2 7 0,1-4 0,3 6 0,-2-3 0,-1-2 0,3 3 0,-4-7 0,4 6 0,-3-5 0,-2-2 0,0 1 0,-3-4 0,2 5 0,-2-5 0,-1 3 89,2-1-178,0 1 178,2 1-89,-2-2 0,2 0 0,4 0 0,5-1 0,17 3 0,-7-4 90,13 1-90,10-1 0,-14-2 0,-1 0 0,3-1 0,-2-1 0,-1 0 0,6-1 0,1 1 0,8-1 0,-1-1 0,-11 0 0,-2 0 0,-2 0 0,-3 0 0,6 0 0,-6 0 0,-14 1 90,2 0-90,-7-1 0,-3 0 0,-3-5 0,-1 0 0,-5-14 0,0-2 0,-1-2 0,2-3 0,1-4 0,0-3 0,0-5 0,-1 5 0,0-4 0,1-2 0,-1 0-326,1-1 1,-1 0 0,1-1 0,-1-2 307,1-3 0,0-2 0,0-2 0,1 0 0,0 2-300,0 5 1,0 0 0,1 1 0,0-1 0,1-1 317,-1-1 0,2-2 0,0-1 0,0 0 0,0 0 0,0 3-431,0-3 1,1 1 0,-1 2 0,1 0 0,0 1 430,0-4 0,0 2 0,0 1 0,0-2-18,-1 5 0,0-1 0,-1-1 0,0 3 0,-1 3-45,-1-2 1,0 3 0,-2-2 39,1-4 1,-1-5-1,-1 0 1,-1 4 22,-2 1 0,-1 3 0,0 2 0,0 5 0,-1 1 0,0 2 371,-4-7 1,0 4-372,-5-5 1171,4 8-1171,3 10 2768,4 7-2768,1 4 364,1 1-364,1 2-90,0 3 90,-3 1 0,-2 0 0,-30 0 0,10 1 0,-2 1 0,-8 0 0,-3 0 0,3 1 0,-2-1 0,-1 1 0,-2 0-567,3 0 1,-2 0-1,-1 0 1,0 1 0,1-1 566,-6 0 0,1 0 0,0-1 0,-1 2-18,7 0 0,-1 0 0,0 1 0,1 0 0,2 1-128,-11 1 0,4 2 0,-1 1-124,8-1 0,0 2 1,0 0-1,3 1-823,-2 2 1,2 1 0,6 1 921,-10 16 1,36-3 0,8-9 0</inkml:trace>
  <inkml:trace contextRef="#ctx0" brushRef="#br0" timeOffset="105916">16672 6091 9422,'-2'-12'-810,"0"-3"720,-1-2 180,1-3 0,5 23 270,5 32-210,-3 2 0,-1 8 0,-1 2-841,-1-8 0,-1 2 1,-1 1-1,1 0 758,0 0 1,-1 0-1,0 1 1,-2 3 67,-1-1 0,-2 4 0,-1 1 0,-1 1 0,0-1 0,1-2-354,0-2 0,0-3 0,0 0 0,0 1 0,-1 4 286,1-5 1,-1 4-1,1 2 1,-1 1-1,0 0 1,0 0-1,1-2 1,0-2-23,1 2 0,-1-2 0,1 0 0,1-2 0,0 1 0,-1 2-7,2-3 1,-1 1-1,1 1 1,0 0 0,0-1-1,1-1 1,0-4-464,0 13 1,2-3 0,0-2 0,0-2 446,0-6 1,0-1-1,0-1 1,0-1 37,1 8 0,0 0 0,-1-7-60,0-11 0,-1-1 45,0 22 0,-2-3 45,0-13 1786,-3 12-1696,4-28 1454,-1 5-1274,2-9 2916,3-12-3250,4-1-26,13-6 0,10 6 0,2 0 0,2 1 0,11-1 0,-12 1 0,5 1 0,-1-1 0,9 0 0,3 1-235,-7-1 0,6 0 1,2 0-1,0 1 235,-7-1 0,-1 0 0,2 0 0,0 0 0,1 0-174,-2 0 1,1 0-1,1-1 1,0 1-1,-1-1 1,0 1 173,6-1 0,0 0 0,-1 0 0,-1 0 0,-2 0 0,4-1 0,-1 1 0,-2-1 0,-2 0 0,6 0 0,-2-1 0,-4 0-45,1-1 0,-4 0 45,-8 2 0,-3-1 0,17-3 0,-23 3 834,-3 1-834,-9 1 1146,-3 0-1146,-2 0 0,0-2 90,-1-6-180,-1-4 90,-4-15 0,-2 7 0,-2-6 0,-2-5 0,-1-2 0,0-5 0,-2-5 0,-1-6 0,-1-2-386,0 6 1,0-1 0,0-1-1,-1-1 386,2 6 0,-1 0 0,0-1 0,0-2 0,-1 0-501,1 0 1,-1-3 0,0 0 0,1 0 0,-1 2 0,1 4 500,0-4 0,0 4 0,1 1 0,-1-3 0,2 0 0,-1-2 0,0-1 0,0 0 0,2 3-509,-1-5 0,1 1 0,1 1 0,0 3 509,-1-2 0,1 2 0,0-4-113,0 6 0,0-5 0,0-1 1,0 0-1,1 5 90,1 3 1,-1 3-1,1 0 1,0 2 22,0-10 0,-1 1 0,0 0 0,1-2 0,-1 0 0,0 5 0,-1 3 0,1 4-45,1 8 0,-1-1 323,-3-7 0,-2 1-278,-3 0 1853,-3-1-1853,1 4 2905,6 14-2995,1 2 1559,4 7-1469,0 0 0,1 4 0,0-1 0,-1-2 0,0 0 0,-2-2 0,-3-1 0,-1 2-89,-11-3 89,-8 5 0,-6 2 0,-4 2 0,13 0 0,-3 1 0,-10 1 0,-8-1 0,-1 1-315,7-1 1,-2 0-1,-1 0 1,-1 0 314,4 1 0,-1-1 0,-1 1 0,-1-1 0,-2 0-491,0 0 0,-4 0 0,0 0 0,0 0 0,2 0 0,4 0 491,0 0 0,4 1 0,2-1 0,-2 1 0,-3-1 0,-2 1 0,2-1 0,7 1-631,-1 0 0,4 1 586,8-1 0,0 1-225,-4 0 0,5 3-2788,14 7 3242,3 2 0,15 1 1,8-2-1</inkml:trace>
  <inkml:trace contextRef="#ctx0" brushRef="#br0" timeOffset="109999">19976 6100 9691,'-3'-11'-179,"0"2"269,2 1-1,-2-1 1,1 2 0,-1-3 0,9 0-90,-3 5 0,21-4 45,1 4 0,6 1-45,12-2 0,7-1-387,-7 1 0,4 0 0,3 0 1,1 0 404,-7 2 0,3-1 0,-1 1 0,1 0 0,-1-1-326,-5 1 0,0 0 0,-1 0 1,2 1-1,2-1 308,-1 1 0,3 1 0,1 0 0,1-1 0,-1 1 0,-2 1 0,-5-1 0,5 1 0,-6 0 0,1 0 0,6 0 0,-7 0 0,5 0 0,3 0 0,2 0 0,0 0 0,-2 0 0,-2 0 0,-5 1 22,11-2 1,-4 1-1,-2 0 1,2-1-23,1 1 0,3 0 0,0-1 0,-3 0 0,-6 1 0,-3-2 0,-5 1 0,-3-1 45,2 0 0,-4 0-45,13-2 90,-21 1-90,8-1 0,-11 0 1344,-2 0-1344,-6 3 1832,0-1-1832,-4 2 0,1 0 0,-1-1 0,0 2 0,3 0 0,1 3 0,6 6 0,4 13 0,-7-2 0,0 6 30,1 7 0,-1 5 0,-1 4-30,-1-2 0,0 3 0,-1 2 0,0 0-355,-1-3 0,0 1 1,0 1-1,-1 1 1,0 2 369,0-2 0,-1 2 0,0 2 0,0-1 0,-1 1 0,0-2 15,0-2 0,-1 0 0,0 0 0,0-1 0,-1 0 0,1 0-30,-1-1 0,0-1 0,0 1 0,0-1 0,0-1 0,-1 0 17,1 6 1,0 1 0,-1-2 0,0-1 0,0-3-18,1 9 0,-1-4 0,0 0 30,-1-1 0,0 0 0,0-5-30,-1-7 0,0-3 45,-1 1 0,1-3-45,-1 3 90,0 3-90,-1-4 0,1-13 0,0 5 1864,1-9-1864,0 9 0,0-9 0,-1 3 0,-1-4 0,0-3 0,-1-2 0,1-2 0,0 0 449,0 0-269,-2-3 0,-8-1-90,2-2 90,-15 0-90,7 1-45,-9 0 0,-7 2 15,1-1 0,-5 1 0,-2 0-595,-5 1 1,-3 0 0,-3 0-1,0 1 553,7-1 0,-1 0 0,-1 0 0,-1 1 0,-1 0-18,0 0 0,-1 0 0,-2 1 0,1 0 0,-1 0 0,2 1-433,4-1 1,0 1 0,0 0 0,1 0-1,0 0 1,1 0 432,-4 0 0,0 1 0,2-1 0,0 0 0,3 1 0,-1 0 0,3 0 0,1 0 0,0 0-81,-8 3 1,1 0 0,3 0 80,-4 0 0,-1 0 0,10-3 0,-3 1 0,0 0 0,4-1 0,-6 1 0,2-1 0,4-2 0,-2 0 0,2-2 0,-3-1 0,1 0 0,-5 0 0,-2-1 0,-3 0 0,3-1 1365,-4 0-1365,1 0 0,23-1 0,5 0 3241,-2 0-3241,9 0 457,2 0-457,-7 2 0,10-1 0,-7 3 0,10-2 0,-3 1 0,5 0 539,-1 1-449,-2-8-90,2-3 90,-6-14-90,6 7 0,-6-19 0,-3-6 0,1-1 0,-2-6 0,3 5 0,0-5 0,0 0-334,2 8 1,0-1-1,0-2 1,2-1 333,0-2 0,1-3 0,0-1 0,1 1 0,0 4 0,-1-5 0,1 3 0,1-3-18,2 6 0,0-5 0,1 0 0,1 0 0,0 4 18,0-8 0,2 4 0,1-5 0,0 10 0,0-4 0,0 0 0,1-1 0,-1 2-23,2-6 1,0 1-1,1 1 1,-1 1 22,0 1 0,1 1 0,-1 2 0,0 4 0,0 3 0,0 3 0,0 1-45,0-15 0,-1 4 45,0 3 0,-1 10 0,0 1 0,1-4 0,-1 5 0,-1 14 0,0 0 1334,-1 7-1424,0-1 0,-2 2-2248,2 1 2338,-2-1 0,2 3 0,-2 0 0</inkml:trace>
  <inkml:trace contextRef="#ctx0" brushRef="#br0" timeOffset="114298">20550 5206 9152,'7'-24'-1260,"-1"6"811,0 0 449,-1 23 90,-3 18-45,-1 14 0,-1 7 45,1 3 0,1 4-217,-1-10 0,0 3 1,0 2-1,1-1 172,1-1 0,0 1 0,1 0 0,0 0-23,0 0 1,0 0 0,0 0-1,1 1 23,0 2 0,1 2 0,0-2 0,0-2-15,0 1 0,-1-3 0,1 1-8,-1-5 1,0 2-1,0-1 1,-1-2 7,0 0 0,-1-3 0,0-1-30,2 10 0,-1-3 45,1-4 0,-2-3 45,1 9-45,0-7 0,-1 1-45,-2-8 0,0 1 45,1 8 0,0 3 0,1 1 0,1 2-15,-1-8 0,1 1 0,1 0 10,1 11 0,1-1-40,-1-7 0,1 0 45,0 4 0,0-2-82,-2-12 1,0 1 66,0 2 0,0 4 0,-1-3 15,2 4 0,-2-2-45,0-7 0,0 0 45,0-2 0,-1-1-45,1 5 90,1 0 0,0 3-90,-3-19 870,1 9-870,-2-11 78,0-3 12,1-1-90,-2 1 0,1 2 0,0 1 0,1 7 0,0-5 0,0 8 0,1-3 0,0 9 90,1 1-90,0 18 0,-2-20 0,-1 1 45,1 3 0,-2 1-45,-1 4 0,0-2 0,1 12 0,-1-14 0,-1 0 0,1 9 45,0-7 0,1 0-45,-1-6 0,0-2 0,2-1 0,0-1 0,2 20 0,0-17 0,1 1 0,-2-13 180,0 1 0,-1-8 0,1-1-90,-1-4-90,4-2 90,14-4 0,8-2-90,3 0 0,6-1 30,6 1 0,7-1 0,1 1-389,-10 0 0,1 0 0,2 0 1,4 0 358,-6 2 0,4-1 0,3 1 0,1 0 0,0 0 0,-2 0 0,-5 1-465,1-1 1,-5 0 0,0 0 0,1 0-1,5 2 476,-4-1 0,4 1 1,1 1-1,3 0 0,-1 0 1,0 0-1,-1 0 0,-2 0 4,3 1 0,0-1 0,-2 1 0,-1 0 0,2-1 0,0 1-3,-2-1 1,1 1 0,0-1 0,0 1 0,1-1 0,0 0 0,-1-1-13,3 1 0,2-1 0,-1 0 0,0 0 0,0-1 0,-3 0 0,-1 0-128,2-1 1,-2-1 0,-2 0 0,-1-1-1,0 1 128,5-1 0,-2 0 0,-1 0 0,-4-1 0,0-2 0,-3 1 0,-5 0 45,-5 0 0,-2 1 984,13-4-1029,-14 4 2396,-9 2-2306,-4-1 1058,-4 1-1058,0-2-90,-3-3 0,-2 1 0,2-8 90,-3 3 90,0-13-90,-3 0-90,0 2 90,-5-22 0,-2-3-90,4 14 0,-1-4 0,2-1-1071,-1-3 0,2-1 1,0 1 1100,-1 3 0,0 1 0,2-3 15,1 0 0,1-2 0,0-1 0,1 1-742,1-8 1,1 0 0,-1 1 696,-1 12 0,0 1 0,1-1 0,-1-4-115,0 0 0,1-5 1,-1-1-1,1-1 0,-1 1 1,-1 3 114,0-6 0,-2 4 0,1 0 0,-1-6 0,1 13 0,-1-4 0,1-2 0,-1-1 0,1 0 0,-1 0 0,0 1 0,0 3-210,0-4 0,0 1 0,-1 1 0,1 1 0,-1 0 1,1 1 209,-1-3 0,0 1 0,0 1 0,0 0 0,1 0 0,0 1 0,0-1 0,0 1 0,1 1 0,0 3-30,0-8 0,1 4 0,0-1 30,0 0 0,-1 0 0,1-1 273,1 6 0,-1-3 0,1 2 1,0 3-319,0-7 0,0 0 45,0-1 0,0-3 0,0 3-45,-1-4 0,1 1 280,-1 13 0,-1-1 0,2 2-235,0-7 0,1 2 0,-1 6 0,1 1 1075,2-4 0,2 2-1165,0-6 1697,0 10 1,-1 0-1608,1-10 443,1 0-533,-4 14 90,-1 4 92,-2 1-92,-1 8 0,0-6 0,0 7 0,0 1 0,0 4-90,0-1 90,0 0 0,0 1 0,0 0-90,-4-1 90,-7 1 0,-15-1 0,-8 3 0,-6 1-30,6 1 0,-2 0 0,-4 0-484,3 0 0,-5 1 1,-2-1-1,-1 1 0,0 0 514,5 0 0,-1 0 0,-1 1 0,1-1 0,-1 0 0,2 1 0,-4-1 0,1 1 0,0-1 0,-1 1 0,-3 0-12,5 0 1,-2 0 0,-2 1 0,-2-1 0,0 1 0,2 0-1,0 0 1,4 0 11,-2 0 0,3 1 0,1-1 0,0 1 0,-1 0 0,-4 0 0,4 0 0,-3 0 0,-2 0 0,-1 0 0,-1 0 0,1 0 0,0 0 0,2 1 0,3-1-424,-10 1 1,1 0-1,2 1 1,1-1 0,1 0-1,1 1 424,0-1 0,2 1 0,0-1 0,1 1 0,1-1 0,1 1 0,0-1 0,2 1 0,0 0 0,3-1-75,-11 2 1,4 0 0,-2 0 74,4-1 0,-1 1 0,0 0 0,2 0 0,-3 0 0,2 0 0,2 0-129,-10 2 0,6-1-231,-1 2 1887,16-3-2157,11 3 2563,12 2-1933,9 4 0,10 0 0,11-2 0</inkml:trace>
  <inkml:trace contextRef="#ctx0" brushRef="#br0" timeOffset="117132">23191 6167 8702,'-12'-13'-899,"1"2"449,-6-1 450,7 4-90,-9-3 180,6 4 0,-2-1 0,-1 0-90,7 5 0,-1 7 90,7 8 179,1 28-134,2-10 0,0 6 15,-1 5 0,1 7 0,-1 0-908,1-9 0,-1 1 0,1 1 0,-1-1 788,0 8 0,-1 0 0,1 4 78,1-5 0,-1 4 0,1 1 0,1-1 0,-1-3-311,0-8 0,0-3 1,1 2-1,0 5 270,1-3 1,-1 6-1,2 4 1,-1 2-1,1 1 1,0-1-1,0-2 1,0-4-23,1 2 0,0-4 0,0-1 0,0 0 0,1 2 0,0 3-208,0-5 1,0 3 0,1 2-1,-1 2 1,1-1 0,0-1-1,-1-1 1,1-3 0,-1-3 180,1 5 0,0-4 0,0-2 0,1 0 0,-1 2 36,1 5 0,0 2 0,0 1 0,0-1 0,-1-2-256,-2-4 0,0-1 1,-1-1-1,0-1 1,0-2 231,1 8 0,0-2 0,0 4 101,-1-9 0,-1 3 0,1 2 0,-1 0 1,0 0-1,0-3-86,0 8 0,-1-3 0,0 0 0,0 2-27,0-5 0,1 2 0,-1 0 0,1 1 0,-1 1 12,0-3 0,-1 2 0,1 0 0,0 1 0,-1-2 0,0-2-30,0 0 0,0-2 0,0-1 0,0-1 0,0 0 22,0 2 0,0-1 1,-1 0-1,0 0-22,-1 1 0,0 0 0,0-1 0,-1-4 301,-2 10 1,-2-1-302,1-2 0,0 3 0,-1-4 0,-2 3 0,-1-3 938,0-2 0,-1-2-893,4-13 0,1-3-45,-4 13 2806,4-10-2806,3-11 1502,-2 7-1502,2-10 357,-1 3-267,2-10-90,5-6 0,14-10 0,21-12 0,-2 6 0,-7 7 0,5 0 0,0 2 0,5 1 0,5 1-343,-9 2 0,5-1 0,3 0 0,1 0 1,-1 1 377,-1 2 1,0 0 0,1 0 0,0 1 0,-1-1-437,0 1 1,-2-1 0,1 1 0,1 0-1,2 1 416,2 0 0,3 0 0,1 1 0,0 0 0,-1 0 0,-3 1 3,0-1 0,-2 1 0,0-1 0,-1 1 0,0-1-18,1 1 0,-1 0 0,1-1 0,1 1 0,0 0 0,1 0 0,1 0 0,1 0 0,0 1 0,-2-1 0,-4 0-157,0 0 1,-4 0 0,-1 0 0,4 0 156,6 0 0,4 0 0,1 0 0,-1 0 0,-4 0 0,-2-1 0,-3 0 0,-1-1 0,0 0 0,0 0 0,0-1 0,-1 1 0,-3-1 0,16-2 0,-6 1 45,-12 0 0,-3 1 45,17-4-90,-28 4 1313,12-3-1313,-15 2 2250,-4 0-2250,-4 1 1138,-4 1-1138,0-2 0,1 2 0,0-1 0,0 0 0,1 1 0,-1-1 0,1 1 0,2-1 0,2 0 0,4 0 0,4 1 0,1 0 0,-3 1 0,5-1 0,-6 1 90,5-1 90,-7 0 90,-3 0 270,-6 1-361,1-2 91,-3-4-180,0-7 0,-1-8-90,-2 1 90,0-23-90,-3 6 0,-3-6 0,1 8 0,-1-4 0,-2-2 0,0-1-281,-1 2 0,0-2 0,-2-1 0,0-1 0,0-2 281,0 5 0,-1-2 0,0-1 0,-1-1 0,0-1 0,1 0 0,1 0-327,-1-1 1,1-1 0,0 0 0,1 0-1,-1 0 1,2-1 0,0 0 326,1 5 0,1-1 0,-1 1 0,1-1 0,1 0 0,1 0 0,0-1 0,2-1 0,1 2 0,2-2 0,0 0 0,0 0 0,2-1 0,1 0 0,0 1 0,0-1 0,2 1-10,-1 1 0,2-1 0,1 1 0,0 0 0,1 0 0,0 0 0,1 0 0,-1-1 0,1 0-171,-1 2 0,1-2 0,0 1 1,1-1-1,-1 0 0,1 0 0,0 0 1,-1 1-1,0 0 0,0 1 181,1-5 0,1 0 0,-1 1 0,0 1 0,-1 0 0,0 0 0,0 0 0,-2 1-13,1-5 0,0 0 0,-1-1 1,-1 2-1,0 0 0,-2 3 0,-1 1-99,-1-2 0,-1 3 0,-2 1 0,-1 1 0,-1 0 94,-1 0 0,-2-1 0,-2 1 0,1 2 0,0 4 18,-1 0 0,0 4 0,-1 1 0,-7-18 0,1 6 680,2 6-680,-2 0 1636,5 7-1726,4 14 2555,0-2-2465,0 2 1096,-3-5-1096,-1-2-90,-2-10 90,6 12 0,-1-10 0,2-8 0,0 11 0,2-2 0,-1-3-45,0 5 1,1 0 44,-1-5 0,-1-1 0,-1-6 0,0 1 0,0 11 0,0 1-45,0-4 0,-1 3 45,-1-3 0,0-3 0,2 14-90,-2-1 0,0-1 90,-2 9 0,-5 0 0,3 7-90,-6 1 90,-6 2 0,5 1 0,-28 0 0,6 2 0,-5 0-445,6 0 1,-3 0 0,-5 0 444,3 0 0,-5-1 0,-2 0 0,1 0 0,4 1-350,5 0 1,3 0 0,-1 0 0,-4 0 336,3 0 0,-3-1 0,-3 1 1,-1-1-1,0 0 0,0 1 0,2 0-268,-2 0 0,0 0 0,2 0 1,-1 0-1,-1 0 0,-1 1 281,6-1 0,0 1 0,-1-1 0,-1 1 0,0 0 0,-1 0 0,0 0 0,-1 0-225,0 0 1,-2 0 0,-1 1-1,-1 0 1,1 0 0,0-1-1,3 1 1,1 0 0,3 0 224,-7 1 0,3-1 0,3 0 0,0 1 0,-3 0 0,0 0 0,-2 1 0,0-1 0,-1 1 0,2 1 0,3-1-199,1 2 1,3-1 0,0 2 0,1-2 0,2 1 175,-2-1 1,2 0-1,0 1 1,-4-1-35,3 1 0,-4 1 1,-2 0-1,1 0 1,1 0-1,3 0-258,-4 1 0,4-1 0,0 1 1,0 0-5,-1 0 0,-1 0 0,2 0 0,1 1 319,-5 1 0,3 0 0,7 0 0,-2 2 0,27-5 0</inkml:trace>
  <inkml:trace contextRef="#ctx0" brushRef="#br0" timeOffset="183816">25482 16670 10501,'11'-5'1079,"16"-1"-899,-9 2 180,27-2-90,-11 2 0,1-1-90,-7 2 0,0 0-1,12-2 1,-4 1-90,-7 0 270,-4 1 360,-11 4-450,-5 1 449,-2 14-359,-8 4 0,-3 29-270,3-25 0,0 2 44,0 14 1,0 2-90,0-6 0,0-1 45,1 10 0,-2-1-45,1-17 0,0-1 315,0 1 0,1-3 269,-2-5-359,-6-11-90,-21-16-90,-15-3-45,6 4 0,-2 1-45,4 3 0,-1 1 0,-9 0 0,2 1 45,12 0 0,1 1-45,-1-1 0,1 0 0,-9-2 0,8-3 0,13-1 0,12-7 0,10-2-90,12-11 90,-4 8 90,13-19-90,-4 3 0,0-3 0,-6 12 0,-1-1 0,4-14-90,0-1-90,-3 7-180,-9 20-629,1 3-1350,-3 9-89,4 2-849,6-2 2792,-3 3 0,9-5 0,-5 1 0</inkml:trace>
  <inkml:trace contextRef="#ctx0" brushRef="#br0" timeOffset="185165">24291 15333 11490,'1'-10'3276,"0"1"-2144,11 7-412,29 3-541,-5 1 1,4 1-60,-3-1 0,2 0 0,-2 0-75,3 0 0,-1 0 45,8 0 0,-5-1 90,-10 1 0,7 1 0,-20 5-90,-13 5-90,-9-1 0,-6 12 90,2 8-90,1 0 0,3-1 0,1 4 44,2 9 1,1 4-45,-1-10 0,0 3 0,0-1-292,0 0 0,1 0 0,0-2 292,-1 3 0,1-3 0,0-9 0,-1-3 270,0 6 269,0 3 1,-7-12-270,2-13-180,-13-9 1146,-12-10-1146,-16-4-45,9 4 0,-1 0 0,13 3 0,-1 0-45,-12-1 0,-1 0 0,13 3 0,1 0 45,-4 0 0,2 0-45,-14-1 0,12 1 0,16 3 0,-4-2 0,4 0 0,4 2 90,-4-1-90,7 0 0,-2-1 0,6-7 0,1 3 0,2-16-90,3-7 90,-2 1-45,2-3 0,1-5 15,0 2 0,1-1 0,-1 0-389,1-8 0,1-2 374,-2 8 0,1-4 0,0 1 0,-1 3 0,2-5 1,-1 2-1,0-3 0,0 2-286,0 6 0,-1 6-389,-1 11-809,1-5-450,-5 38 989,-2-5-2287,-4 31 3111,3-19 0,1 12 1,2-8-1</inkml:trace>
  <inkml:trace contextRef="#ctx0" brushRef="#br0" timeOffset="186049">24592 15744 11131,'-17'-7'2698,"4"1"-2248,16 9 44,15 11 1,4 3-315,8 6-193,-3 0 1,5 5-1,-1 0 193,-4-2 0,-1 0 0,0 0-505,1 2 0,1 0 1,3 2 436,1 3 1,3 4-1,1 0 1,-1-1-499,-6-4 1,0-1 0,0 0-1,0 1 431,0-1 0,0-1 0,1 2 0,0 0 63,-1-1 0,0 1 0,0 1 0,0 0 0,-1-3-99,0 2 0,0-2 0,0-1 0,1 2 63,-1 0 0,1 0 0,1 1 0,0 0 0,-2-2-5,2 2 1,0-1-1,-1-2 1,-2-1-38,-1-1 0,-1-1 0,-2-4 149,-1-1 1,-3-4 847,0 0-487,0-3 614,-2-9-1244,-9-9 1243,-4-14-1513,-3 6 353,-5-10-1972,-7-2 1440,3 7-721,-7-10-2017,-1-1 0,4 10 2959,-3-8 0,7 12 0,-1 0 1</inkml:trace>
  <inkml:trace contextRef="#ctx0" brushRef="#br0" timeOffset="186465">25835 16842 10951,'-6'-13'2338,"2"-1"-898,0-1-91,2 5 90,1-1-1259,6 15 180,1 7 89,9 31-359,-6-11-45,-1-5 0,-1 3 45,-2-3 0,1-1 0,2 12-45,-2-9 0,-1 0 45,1-3 90,-2-2-90,-13-21 90,-24-15-90,1-4-45,-1 8 0,-4 3-450,4 5 0,-2 3-540,-5 0 1,-1 1-695,-6 3 1,3 1-1639,-4 2 3139,3 0 0,27-10 0,-3 0 0</inkml:trace>
  <inkml:trace contextRef="#ctx0" brushRef="#br0" timeOffset="187481">24564 15668 10771,'-10'2'1079,"0"0"-89,4-1-181,0 1 91,2 1-91,0 0-359,3 2 180,4 6-91,6 8-359,1-1 90,2 3 0,2 3-135,-1 0 0,2-1-90,-1 1 0,0 1 134,6 11 1,-2-2 0,1 2-180,2 7 180,-8-17 810,-8-13-900,-4-10 90,-10-30-90,-3-4-46,-1-7 1,-2 0-45,1 1 45,0 1 0,0-1-45,-2 1 0,1-1 0,4 9-90,4 15 90,2-2 0,13 6-89,14 9 89,21 5 0,-6 3-45,-7-1 0,1 1-45,18 3 90,-2 0-180,-21-5 0,-2-1-1349,3 1 809,-2-2-2557,-4-1 2859,-16-5 1,0 0-1,-4 1 1</inkml:trace>
  <inkml:trace contextRef="#ctx0" brushRef="#br0" timeOffset="202516">22292 1115 7803,'-4'4'1349,"0"6"-1035,-3 19 1,-1 10-135,-1 3 0,1 5-299,-1-1 0,0 4 1,0 0 185,3-13 1,-1 0-1,0 1 1,1-2 79,-2 8 0,0-1 0,0-2-87,2-5 0,0-1 0,1-4-150,-1-1 0,1-3-90,-1 7-3097,2-18 3297,11-18 1,-1-10 0,8-9-1</inkml:trace>
  <inkml:trace contextRef="#ctx0" brushRef="#br0" timeOffset="202999">22567 1144 9332,'18'-20'1619,"-5"6"-720,-5 4-809,-7 16 360,-25 36-360,3-5-30,5-13 0,-3 5 0,-2 0-321,-9 8 0,-2 1 0,1-2 291,6-5 0,1-2 0,-1 1-8,0-1 1,-2 2-1,2-1 1,3-4 73,-1 0 0,4-4-186,-5 7 90,22-24 0,19-20-90,11-9 90,2-4 706,-8 10-706,-5 15-25,3 24 25,-4 1 0,3 3 45,3 3 0,1 2-45,8 6 0,0-2 0,-11-13 0,0-3-90,5 2 0,0-5-1619,18-7 90,-10-3 1619,-8-6 0,0-5 0,1-9 0,8-7 0</inkml:trace>
  <inkml:trace contextRef="#ctx0" brushRef="#br0" timeOffset="203265">22990 1474 11311,'-11'4'1259,"-1"1"-360,5-2-629,14 0-45,15-3 0,7-3-135,15-1 0,4 0-360,2-1 0,0-1-270,-14 2 1,0 1-1,-3-1-899,-6 1 0,-3 0 1439,10-1 0,-21 1 0,-9 0 0</inkml:trace>
  <inkml:trace contextRef="#ctx0" brushRef="#br0" timeOffset="203934">24176 1135 10231,'-17'-7'180,"7"3"90,-5-1 180,10 2-91,21-2-89,6 1-90,28 2-90,-10 11-90,-8 1 90,-14 24-45,-26-4 0,-7 2 0,7-5 0,-4 1-144,-7 1 1,-5 3 0,-2 1-1,2-4 99,-9 6 0,0-1 0,1-1 0,-2 3 0,3-4 0,5-4 0,4-3 0,-4 7 90,25-11-90,23-11 0,-3 0 45,10-6 0,3-3-180,-7-2 0,1-1-585,17-2 1,2-2 719,-12-2 0,-1 0 0,-2-1 0,-3-1 0,11-9 0</inkml:trace>
  <inkml:trace contextRef="#ctx0" brushRef="#br0" timeOffset="204382">24542 1147 10771,'-15'-18'360,"4"5"179,-15-1-269,7 12 0,-25 18-180,23 3 0,3 6-30,1 3 0,1 4 0,2 1-15,-3 12 0,5 3 15,9-5 0,3 2 0,3-4-15,4-2 0,7-4 45,12 4 0,8-9-46,1-20 1,2-11 75,-2-9 0,2-7 0,-4-3-155,-5-2 1,-2-3 0,-4-3 124,2-11 0,-4-5 0,-10 1-60,-13 6 0,-8 1 0,-4 2-30,-3 3 0,-3 2 0,-6 7-180,-9 6 0,-5 7 0,3 4 45,0 2 0,2 7-270,-7 10 1,6 7-1235,18 3 1,5 2 1286,-10 10 0,15-9 0,4 0 0,8-2 0</inkml:trace>
  <inkml:trace contextRef="#ctx0" brushRef="#br0" timeOffset="204832">24919 1261 11041,'4'-15'1799,"-22"22"-1619,-5 22-90,-9 6 44,13 3 1,3 2-90,8-13 0,3 0 45,-1 19 0,4 0-90,7 2 45,4-19 0,6-5 45,28 0-90,-13-9 0,-2-7 0,1-8 270,3-17 0,-4-10-1,-6-2 1,-6-7-90,-5-7 0,-5-7 0,-4 4-394,-4 1 1,-8 1 273,-6 4 0,-4-2 0,-2 8 30,-6 9 0,0 6-90,7 1 0,-1 3-180,-11 5 0,0 11-540,10 19 1,4 8-721,-1-2 1,3 3 1439,3 11 0,7 1 0,8-12 0,4-3 0,10 22 0</inkml:trace>
  <inkml:trace contextRef="#ctx0" brushRef="#br0" timeOffset="205632">25517 1257 10321,'-7'-5'180,"-4"-3"540,-3-1-181,-6 0-269,-8 7-180,5 5 45,-1 10 0,-1 7 0,-3 11 0,2 5-45,5-5 0,0 3 0,3 1-119,0 0 1,1 0 0,5 1 58,5-1 0,4-1 0,1-3 15,1-3 0,4-3 0,5 0 0,5-4 45,24-1-1,-8-7-44,2-10 0,4-9 45,-4-14 0,-1-9-60,-8 5 0,0-2 0,-3-5-161,0-12 1,-3-6-1,-6 1 131,-7 4 0,-4 0 0,-5 1 0,-5-3 0,-5 1 0,-4 5-179,-9 4 1,-6 10-497,1 10 0,1 11 675,6 22 0,5 8 0,0 20 0,19-15 0,-1 1 0</inkml:trace>
  <inkml:trace contextRef="#ctx0" brushRef="#br0" timeOffset="205983">26407 1439 11940,'-17'-7'2249,"3"0"-2159,16 4 270,41-3-270,-7 1-45,5 2 0,8-1-1138,-7 0 1,2-1 0,-2 0 739,3 0 1,3 0 307,-5-1 0,6-1 0,1 0 0,-3-1-88,-8 1 0,-2-1 0,0 1 0,0-1-182,2 1 0,1 0 0,-1-1 1,0 0-779,12-4 1,-1 0 0,-6 1 686,-12 4 0,-5-1 0,10-8 0,-27 7 0</inkml:trace>
  <inkml:trace contextRef="#ctx0" brushRef="#br0" timeOffset="206582">27945 1009 10141,'6'-15'2789,"-1"2"-2609,-16 29-91,-3 4 1,-1 2-90,-10 18 45,5-11 0,2 2 0,6-4 0,3 0 45,2 20-45,12-13 0,8-2-45,3-14 0,5-3 45,11 2 0,0-4-45,-7-6 0,-1-1 0,21 3 0,-30-1 0,-30 6 0,-4-3-90,-7 0 0,-3-1-629,-8 3 359,0 0-2608,4-3 2968,23-8 0,-5-4 0,8-2 0</inkml:trace>
  <inkml:trace contextRef="#ctx0" brushRef="#br0" timeOffset="206816">27831 985 10951,'-10'-10'1349,"13"-4"-989,33 3-360,-7 1-180,6 4 0,3-1-1169,-7 0 0,0-1 880,5-1 1,0 0 0,-2-2 0,-2 0 0,-8 1 0,0 0 0</inkml:trace>
  <inkml:trace contextRef="#ctx0" brushRef="#br0" timeOffset="207265">28495 962 11041,'-1'11'2069,"-2"1"-1530,-12 12-269,-6 5-135,4-5 0,0 3-45,3 1 0,1 0-90,2-1 0,3 1 45,5-1 0,5-3-45,20 5 0,15-14 45,-7-21 0,0-9-45,-3-9 0,-3-5 0,-3-3 0,-6-3 0,-14-10 0,-10 0 0,-7 14 0,-6 4-90,-11-3 0,-4 9-315,0 15 0,1 8-585,3 7 1,3 7 989,10 2 0,6 4 0,8 18 0,24-9 0</inkml:trace>
  <inkml:trace contextRef="#ctx0" brushRef="#br0" timeOffset="207699">29237 1071 11400,'-26'-28'1620,"2"5"-991,-3 9-359,-5 14-135,5 10 0,0 3-135,-10 10 45,11-4 0,3 3 45,9 2 0,3 0 0,-2 17-45,14-11 0,7-4-45,29-2 0,4-20 0,2-7 0,-16 0 0,1-3 45,17-14 0,-5-8-45,-23 3 0,-5-3 0,1-8 0,-6-3 0,-13-1 0,-9 1-225,-1 11 0,-5 5-360,-7 6 1,-1 8 44,-1 8-2737,0 25 2837,27-9 0,5 15 0,8-8 0</inkml:trace>
  <inkml:trace contextRef="#ctx0" brushRef="#br0" timeOffset="208082">29733 987 12030,'2'-16'900,"-2"6"359,0-9-629,-3 9-91,-7 1-359,2 7 0,-22 26-180,14 0 0,2 5-90,-3 3 0,2 3-45,5 7 0,5-2 135,3 8-90,17-9 0,15-30 90,-5-4 90,1-11 0,2-6 45,-9-9 0,-3-3 0,2-5 0,-5-2-135,-14-16 0,-7 2-90,0 18 0,-4 2-225,-10-6 0,-6 8-1324,-5 23 1,0 6-1639,-11 0 2828,11 5 1,2 3-1,5 10 1,1 1 0</inkml:trace>
  <inkml:trace contextRef="#ctx0" brushRef="#br0" timeOffset="210616">24357 2190 8882,'6'-17'2698,"0"0"-1438,2-7-91,-1 6-449,-2 0-181,-2 7-449,0 14 90,-2 20-135,0 4 0,0 3-45,0 14-45,1-11 0,0 0-495,4 16 271,-2-13-271,1-10 0,-1-3-2737,2-5 3264,1-2 0,2-9 1,0-7-1</inkml:trace>
  <inkml:trace contextRef="#ctx0" brushRef="#br0" timeOffset="210998">24735 2163 11580,'9'-27'2159,"-2"4"-1349,-5 11-451,-17 28-269,6 2 45,-1 12 0,2 5-135,11 12 0,6-13 0,3-3 0,8 0 0,17-7 90,4-27-90,-12-1 0,-1-11 0,-2-7 45,-14-7 0,-5-4-45,1-6 0,-8-2-45,-15-6 0,-11 5-450,-4 16 1,-5 8 134,2 1 0,-1 10 360,-7 20 0,5 9 0,6 3 0,9-1 0,0-1 0</inkml:trace>
  <inkml:trace contextRef="#ctx0" brushRef="#br0" timeOffset="224715">2251 922 7263,'-1'-9'540,"0"-1"89,0 4 541,0-1-811,-2 3-359,4 11 180,-2 8-180,3 5 90,-4 8-45,-7 6 0,-4 3 0,0-1 0,-1 1-90,-3 3 0,-1 2 1,1-2 44,-2 0 0,0-3 0,0 1 0,2-5 0,3-3 90,8-6 90,15-17-90,21-4 0,-6-4-90,2-4 0,1-1 90,11 2-90,-10 4 0,1 3 90,18 13 67,-26 3 0,-5 5-157,-7 2 0,-7 3 89,-11 14 1,-7 0-90,4-15 0,-3-2-75,-5 1 1,-4 0 0,1-4 74,-1-4 0,-1-3 0,2 2 0,-1-2-557,-4-2 0,2-4-1422,4-9 1979,-10-4 0,16-14 0,3-6 0</inkml:trace>
  <inkml:trace contextRef="#ctx0" brushRef="#br0" timeOffset="224965">2095 1048 9871,'-3'-19'810,"1"3"-360,-2 7 179,6-4-539,-1 8 180,11-10-90,24-1-270,-12 4-225,3 2 0,1 0-2563,11-2 1709,-5 1 1169,0 1 0,-15 1 0,2-1 0</inkml:trace>
  <inkml:trace contextRef="#ctx0" brushRef="#br0" timeOffset="226199">2895 1579 9691,'2'-17'720,"0"4"269,-6-4-449,1 7 180,-5-8-540,2 12 90,-17 20-270,12-2 89,-3 10 1,1 4 0,6 19-135,4-17 0,4 1-135,5 3 1,5-3-91,16 8 90,10-12 90,-11-19 0,8-21 0,-21-3 225,-8-14 0,-5-3-45,-7-2-45,-6 1 0,-3 0 45,1 15 0,0 2 0,-9-12-90,-2 0 90,20 15-90,4 5-180,19-8 90,11 4 0,6-1 45,4-5 0,1-1-152,0 1 1,0 0 196,3-9 0,-5-1-45,-18 9 0,-3 0 45,4-1 0,-4-1 45,-5-4 0,-6-1 135,-7-8-90,-3-7-90,-3 40 45,4 24 0,3 11-45,-1-3 0,1 5-489,1 3 1,1 7 0,0 1-1,0-5 489,0 6 0,1 0-579,-1-3 1,0 5-1,0-1 1,0-7 578,0-6 0,1-3 0,-1 12 0,0-4 180,2-15-180,2-16 0,5-27 0,2-21 0,3-8 0,-3 15 0,1-1 0,2 1-174,1-3 1,3-1-1,-1 5 174,2-2 0,3 8 1253,4 13 0,2 9-1253,-3 10 0,1 7 0,6 6 0,-2 5 0,-6 3 0,-6 2 45,-8 3 0,-11 1-45,-20 0 0,-10-3 0,-4-7 0,-4-2 45,3-2 0,0-3-360,-4-5 1,3-6-1485,2-9 179,2 1 1620,20-12 0,20 2 0,7-6 0</inkml:trace>
  <inkml:trace contextRef="#ctx0" brushRef="#br0" timeOffset="226482">4065 1382 11580,'-3'-13'990,"0"3"-810,-2 13-90,-4 15-30,-2 12 0,-2 9 0,2 1-30,3-4 0,0 0 0,1 3-153,-2 2 0,-1 4 0,0 1 0,3-2-237,1 7 1,1-1-1,2-5-185,-1 1 1,1-4-1095,1 1 1,0-7 1445,1-17 0,-2 5 1,0-8-1</inkml:trace>
  <inkml:trace contextRef="#ctx0" brushRef="#br0" timeOffset="226732">3813 859 12120,'-9'-38'1259,"1"9"-899,0 6-630,6 24-1169,1 10-1838,3 8 2972,1-3 0,-1-9 0,-1-5 0</inkml:trace>
  <inkml:trace contextRef="#ctx0" brushRef="#br0" timeOffset="227299">4327 1247 11311,'-2'8'899,"1"0"-809,7 6-90,-3-5 90,11 14 0,2 3-180,3 1 0,-2-2-180,1-9 90,-2-15 180,-1-2-180,8-27 450,-15-7-45,-6 4 0,-3-2-45,-4 7 0,-5 2-45,-10 0 0,-3 3-45,-6 6-46,4 14 1,0 9 0,0 17 0,4 9 45,2 10 0,5 6-90,5-11 0,3 1 0,5 2-246,10 3 0,7 0 0,4-4 246,0-10 0,4-4 0,0-1 0,9 7 0,3-7-315,2-10 0,2-10-1324,3-12 1,-1-6 1630,-3 2 1,-1-3 0,4-7 0,-4-3-1,-18 4 1,0 0 0</inkml:trace>
  <inkml:trace contextRef="#ctx0" brushRef="#br0" timeOffset="227599">4955 1281 11670,'9'-3'3276,"-3"5"-2774,-24 31-367,2-6 0,-1 4-45,0-3 0,0 3 0,1 0-60,0 4 0,2 1 0,5 0-150,5-1 0,5 0 0,4-2-330,7 8 1,5-5 224,1-7 0,5-7-810,7-12 1,3-10 1034,-4-9 0,0-6 0,1 3 0,0-3 0,0-7 0,0 1 0</inkml:trace>
  <inkml:trace contextRef="#ctx0" brushRef="#br0" timeOffset="227853">5341 853 12120,'-2'-14'360,"0"0"-180,6 48-45,0-6 0,-1 6-68,0 0 0,1 6 1,0 1-1,0-1-330,0-2 0,0 0 1,0 0-1,1 1 218,0 6 0,2 3 0,0-1 0,0-4-615,2-2 1,0-3-1,2-3 680,5 6 0,3-8 1,10-8-1,-1-26 0</inkml:trace>
  <inkml:trace contextRef="#ctx0" brushRef="#br0" timeOffset="228032">5559 1224 11131,'-23'-33'1619,"2"2"-810,17 20-629,2 1 90,16-5-510,14 3 0,11 0 0,2 0-853,-4 0 1,1-1 0,2 0 764,-5 1 0,2 0 0,0 0 1,-1 0-1,8-3 0,0 0 1,-4 1-1,1-2 0,0 0 1</inkml:trace>
  <inkml:trace contextRef="#ctx0" brushRef="#br0" timeOffset="229515">1176 5976 7623,'-8'-23'1169,"-2"-4"-719,4 7-270,0 3 179,1 3 1,3 3-180,-1 2 0,-1 0 90,1 0-270,1 3-450,-1-1-2338,0 2 2788,-4 4 0,4 0 0,-3 3 0</inkml:trace>
  <inkml:trace contextRef="#ctx0" brushRef="#br0" timeOffset="229932">1028 5835 9062,'-10'-1'3276,"8"-3"-2774,12-2-323,17-4 1,6 2-90,-4 2 0,2 3-60,5 4 0,3 2 0,-4 1-30,-6 1 0,-3 4 45,8 11 0,-8 8 0,-22 13 0,-9 3 0,5-13 0,-3 2-182,-6 3 1,-4 4 0,-5-1 166,-6-4 0,-5-1 0,3-2 15,0 3 0,0 1-15,-4-2 0,-3 2 0,7-5 60,3 7-90,10 3 90,18-18-90,17-15 0,7-7 0,4-4 0,1-2-90,-3 2 0,2-1-270,4-5 0,2-3 0,-3-1-1124,-5-2 0,-1-2 1200,11-2 1,-3-3-1,-14 4 1,-3 0 0,6-10-1</inkml:trace>
  <inkml:trace contextRef="#ctx0" brushRef="#br0" timeOffset="230332">1846 5941 11940,'-6'-29'1889,"-2"6"-1619,-4 2 270,-6 8-91,-2 20-269,0 3-45,0 21 0,3 9 0,9-2 0,3 5-75,3 3 0,1 5 0,2-4-612,2-2 0,4-3 522,3-7 0,3 1 0,5-7-60,12-7 0,2-5 90,-10-2 0,1-3-45,19-2 0,2-11 15,-14-13 0,-1-8 0,-2 1-15,3 2 0,0-4 45,0-10 0,-1-9 0,-11-1-1049,-17 2 0,-10-2 1,0 1 1048,7 8 0,0 0 0,-5 0 0,-10-11 0,-6-2 0,-7 9-253,-5 16 0,-6 8 0,2 2 28,-8-4 1,-3 7-564,11 11 1,-4 5 0,0 3 0,8 2-68,3 4 1,4 5 854,3 3 0,0 5 0,7-2 0,6 14 0,6-14 0,0 0 0</inkml:trace>
  <inkml:trace contextRef="#ctx0" brushRef="#br0" timeOffset="233465">22721 916 10231,'-2'-10'-540,"0"0"451,-4 2-1,2 3 0,-7-5 90,0 1 0,-1 1 0,-9-7 0,0 7 0,-2-2 0,-16 0 0,-5 6 0,1-1 90,2 3 0,-1 1-1,-6 0-29,11 1 0,-6-1 0,4 1-60,10-1 0,0 1-75,-4-1 0,-4 1 0,1 0 105,1 3 0,0 0 0,1 0-30,-4 0 0,-2 2 0,5 2 0,-4 1 0,0 3 0,3 1-239,1 4 0,3 3 0,-2 2 239,-1 3 0,-1 3 0,0 2 0,3-2-285,1 0 0,3 0 1,1 5 284,6 1 0,0 5 0,2 2 0,2 1 0,4-3 22,4 1 1,4-2-1,2 1 1,-1 0-363,-4 5 0,-2-1 1,3 2-1,3 2 358,5-3 0,3 3 0,3 0 0,1 0 0,2-2 0,2-2 0,2-1 0,1 0 0,1 0 0,1 1 0,0 3 0,1 2 0,1-1 0,1 0 0,2-1-18,-2-7 0,2 1 0,0-1 0,1-1 0,0-3 0,-2-3 0,7 8 0,-2-4 0,5-3 22,1-5 1,4 0 0,1-2-1,-1-6-657,-2-7 0,1-4 0,0 0 665,4 5 0,2 1 0,2-6 15,-6-8 0,2-4 0,0-3 0,-1-4-100,3-6 0,-1-5 1,1-3-1,-1-4 85,-7 5 0,1-3 0,0-2 0,0-1 0,-1-2 0,-2-1 0,2-2 0,-1-1 0,0-1 0,-2-2 0,-2-2 0,-1-1-55,-5 1 0,-1-2 0,-1-1 1,-2-2-1,-1 1 0,-2 1 1,-1 0 39,-2 1 0,-1 1 0,-3-1 0,0 2 0,-1 0 0,-1 1-15,1-2 0,-1 1 0,0 1 0,-3 0 0,-2 0 44,-3-9 1,-3 0 0,-3 1 0,-2 4-222,-5 2 0,-3 3 0,0 0 177,2-2 0,1 1 0,-5 0 45,-2 7 0,-4 1 0,-2 1 0,0 4 46,-6 3 0,-1 5 0,-1-1-91,3-2 0,0 0 0,-5 3 1,4 9 0,-5 1 0,-2 3 1,0 2-1,3 3-339,1 4 1,3 3 0,-1 3 0,-3 1 337,-5 1 0,-4 1 0,-1 3 0,2 0 0,3 2 0,0 2 0,4 1 0,1 1 0,1 2 0,0 3 0,1 0 0,0-1 0,0 1 0</inkml:trace>
  <inkml:trace contextRef="#ctx0" brushRef="#br0" timeOffset="237298">18617 1465 10771,'-2'-10'360,"1"-1"-180,0 4 629,0-2-629,10 21-90,-3 12 0,0 10 0,-1 6-30,-4-7 0,-1 2 0,-1 1-30,-1 0 0,0 1 0,-1-1 0,0 2 0,0 1 0,0-5-75,-1-5 0,0-2-585,1 19 630,7-23 0,1-9 0,4 0 0</inkml:trace>
  <inkml:trace contextRef="#ctx0" brushRef="#br0" timeOffset="237748">18852 1616 10591,'0'-19'1079,"-2"0"-629,0 8-180,-2 0 180,-2 12-270,0 1-90,-4 15 179,0 28-179,7-21 0,2 2-45,3 16 0,2-1 45,5 4-90,1-17 0,3-4 0,18 1 90,-7-6-90,17-6 0,-16-19 0,-1-5 0,7-3 90,-2-7 0,-6-8 45,-22-11 0,-10-4-45,2 11 0,-2-1 0,-4 0-144,-9-7 0,-7-2 0,-2 6 84,6 11 0,-1 2 0,-3 6-75,-18 0 0,1 14-419,17 16 0,5 9-256,4 4 1,7 3 719,11 11 0,9 1 0,1-16 0,2-1 0,7 2 0,0 1 0</inkml:trace>
  <inkml:trace contextRef="#ctx0" brushRef="#br0" timeOffset="238167">19385 1542 11400,'0'-18'1440,"-2"5"-991,-3-4-89,-9 15-270,4 4 270,-20 36-315,18-15 0,2 3 45,-5 12 0,3 3-45,5-6 0,4 0-45,1-8 0,4-2-45,6 1 0,5-3-45,13-6 45,0-7 0,2-7 45,0-10 0,-1-9 45,4-16 0,-6-7 45,-7-4 0,-9-3 0,-8 8 0,-5-2 0,-2 3-45,-6-3 0,-6 6-180,-9 9 0,-2 9-135,-3 13-675,10 18 1,4 7 944,10 17 0,1 9 0,13-2 0</inkml:trace>
  <inkml:trace contextRef="#ctx0" brushRef="#br0" timeOffset="238549">19919 1564 12030,'-2'-17'720,"-4"3"-1,-6-4-359,-11 16-180,-8 17-90,2 5-45,11 2 0,2 2 135,0 17-180,0-2 90,15 11-90,14-16-90,-2-3 90,14-5-90,0-28 90,5-7-90,-2-25-450,-13 1-2737,-10-4 3196,-5 17 1,-2 7 0,1 7 0</inkml:trace>
  <inkml:trace contextRef="#ctx0" brushRef="#br0" timeOffset="240682">415 7088 11131,'9'-2'1169,"-1"0"-989,-1 1 180,17-3-270,0-1 29,9-2 1,10-3 0,1-1-940,-5 2 1,2-1 0,0 0 0,1 0 643,1 0 0,-1 0 0,2-1 0,4 0 206,-4 0 0,4 0 0,2-1 0,1 0 0,-1 0 0,-2 1-250,-6 2 0,0 0 0,-1 0 0,0 0 1,-1 0-1,1 0 235,0 0 0,-1 0 0,0 0 0,0-1 0,2 1 0,1 0-103,3 0 0,3 0 0,1 0 0,0 0 1,-1 0-1,-3 1 0,-5 2 110,3-1 1,-6 2-1,-1 1 1,4-1-65,2 0 0,4-1 0,0 0 0,-2 1 0,-6 1 72,-1 0 0,-5 2 0,-3 0-30,-1 1 0,-3 0 1815,8-2-1815,-16 2 2894,4 0-2624,-5 0 1760,-2 0-1310,-4 0 375,-2 0-915,-4-2-1,-2-1-89,-1 0 0,-1-4 0,-4-17 0,-2-11-60,1 7 0,-1-6 0,1-1-30,0-4 0,-1-1 0,1-6-350,0 7 0,0-5 1,-1-2-1,0-2 0,1 0 1,-1 2 349,1 4 0,-1 1 0,1 0 0,0 0 0,-1-1 0,0-2-13,1-1 0,-1-3 0,0-2 0,0 1 1,0 0-1,0 1 0,0 2 13,0 2 0,0 0 0,0 2 0,0 0 0,0 2 0,0 1-49,0-12 1,-1 2-1,1 1 1,0 3 48,0-3 0,0 2 0,0 6-45,2 7 0,-1 6-45,-6-9 90,2 24 0,-8 11 0,-11 17 0,-4 8 0,4-6 0,-3 2 0,-6 4 0,-7 3 0,-3 1 0,1-2 7,5-5 0,1-1 1,-1 1-1,-5 0-33,5-2 0,-4 1 1,-2 2-1,-1-1 0,0 0 1,3-1-1,2-2 26,1-1 0,4-1 0,0 0 0,-1-1 0,-2 1-15,-3 2 0,-3-1 0,-1 2 0,0-1 0,0 0 0,2 0-21,-3 0 0,0 1 0,2-1 0,0 0 0,2 0-9,-1-1 0,3-1 0,0 1 0,-2 0-45,0 1 0,-4 2 0,0 0 0,5-2 1,7-3-1,4-1 0,5-1 7,-4 3 1,4-2-188,9-1 180,1-2 0,6-2-90,2-1 90,4-3 90,-4 3 1979,5-4-2069,5 8 90,8 9 0,4 7 0,2 5 0,4 10 0,1 1-711,-5-6 0,0 1 0,1 2 0,2 2 726,-2-2 0,1 2 0,1 3 0,0 0 0,0 2 0,0 0-4,-2-5 0,0 2 0,0 1 1,0 0-1,-1 1 0,1-2 0,-1-1 1,-1-2-12,3 7 0,-1-2 0,0-2 0,-1 1 0,2 2 12,-3-4 1,1 2 0,1 2 0,-1-1 0,0-1 0,-1-3 0,-2-5-830,4 9 0,-2-6 1,0 0 816,1 4 0,0-1 0,0-2 45,4 9 0,-3-8 187,-2-10-52,0 3-180,-13-35-720,-7-25 360,-3-1 1168,-2-17-808,3 1 0,1 3 0,0-10 0</inkml:trace>
  <inkml:trace contextRef="#ctx0" brushRef="#br0" timeOffset="243532">18223 1626 8702,'17'-9'1529,"3"-3"-1079,0-2-360,-4 2 180,15-3 0,2 3-181,0 0 1,-2 5 0,2 1 90,12 2-135,-8 2 0,0 3 0,-11 2 0,-3 5 0,-2 9 0,-7 4 0,-10 6 0,-8 3-15,-4 4 0,-6 3 0,-1-1 0,-3 1 0,-2-1 0,0 0-413,-2 3 1,-1 0-1,2-3 383,-2 1 0,3-3 0,2-5 0,3-3 90,1 3-90,0-2 0,3-1 0,11-10 0,0-3 0,13-1 1148,13-11-1148,-1 0 45,7-3 0,1-2-315,9-2-1369,5-3 1,1 0 1358,-7-1 0,-8 2 0,-3 0 0,-5 1 0</inkml:trace>
  <inkml:trace contextRef="#ctx0" brushRef="#br0" timeOffset="313866">23797 1944 10501,'-7'7'1799,"1"0"-1349,4-3-270,3 1 179,5-1 361,25 2-495,-2-6 0,6-1-91,-1-1 1,5-1 0,4-1 0,0-1-611,1 0 1,1 0-1,3-1 1,0 0 0,1-1 505,-5 1 0,1 0 0,0 0 0,1 0 0,0 0 0,1 0-5,-3 0 1,1 0 0,1 1-1,0-1 1,-1 1 0,0 0-1,-1 0-172,1 0 0,-1 0 1,0 1-1,-1 0 1,0 0-1,-2 0 147,5 0 0,-1 1 0,0 0 0,-2 0 0,-1 0 10,3 1 1,0-1-1,-3 1 1,-3 0 19,-3 0 0,-3 1 0,-2 0-30,6 0 0,-4 0 45,-6 0 0,-4 1-45,2 1 90,2-1-90,-14 0 2513,7 0-2154,-3 1 1438,-4-2-1168,-2 1-102,-6-1-258,0-2 1,-5-12-180,-6-18-45,0 4 0,-4-5-45,0-1 0,-3-3 0,0-3-217,1 5 1,-1-2-1,-1 0 1,0-1 193,-1-1 1,1-1-1,-1-1 1,-1 1 44,0-4 1,-1 0-1,0 1 1,1 2-53,0-3 0,0 2 0,2 2 15,0 4 1,1 0-1,2 4 15,-2-2 0,2 5 0,-2-12 0,5 21 90,1 2 0,0 9 952,-10 5-952,-12 6-90,-13 7 0,-7 4 0,13-4 0,-2 0 0,-5 1-279,7-1 0,-4 1 0,-3 0 0,-1 0 0,0 0 0,1 0 261,-4 0 0,1 0 0,0 0 0,-2 1 0,-2 0 29,9-2 0,-2 0 1,-2 1-1,0 0 0,-1 0 1,1 0-1,2-1 0,2 1-29,-8 1 0,2-1 0,1 0 0,1 1 0,-2-1 18,-2 2 0,-2-1 0,1 1 0,3-1 0,6-1 0,4 0 0,6-2 0,0 0 0,-10 3 0,4-2-627,4-1 627,9-2 0,-2 1 0,9-3 0,5 0 0,-5 1 1606,10-3-1606,-2 1 563,4-1-563,1 5 0,4 12 0,7 26 0,0-3 0,-1-7 0,1 6-230,2 3 0,1 5 1,0-1 229,0-3 0,1-1 0,1 4-203,-1-7 0,0 5 0,2 0 0,-1 0 1,0-4 202,2 7 0,1-3 0,-1-1 22,-1-7 1,0 1-1,-1-2 1,-1-5-23,2 4 0,-2-5 0,1 2 0,-1-4-496,4 2 496,-5-8-180,2 4-1080,-5-14 109,4-6-2126,3-15 0,-4-3 3060,0-10 0,-6 3 1,0 0-1</inkml:trace>
  <inkml:trace contextRef="#ctx0" brushRef="#br0" timeOffset="330215">24450 12211 5824,'-8'1'0,"2"0"0</inkml:trace>
  <inkml:trace contextRef="#ctx0" brushRef="#br0" timeOffset="330232">24426 12214 5824,'-6'1'0,"1"0"0</inkml:trace>
  <inkml:trace contextRef="#ctx0" brushRef="#br0" timeOffset="330264">24408 12218 5824,'0'0'0</inkml:trace>
  <inkml:trace contextRef="#ctx0" brushRef="#br0" timeOffset="330849">24398 12220 7982,'-1'-8'900,"1"0"-900,4 5 90,-1-1-90,2 3 0,1-1 0,0 1 630,-1-1-91,2 3-1078,-9 2-91,-1 2-809,-5 0 1439,1-2 0,2 0 0,0-1 0</inkml:trace>
  <inkml:trace contextRef="#ctx0" brushRef="#br0" timeOffset="332316">24399 12197 8342,'-8'1'990,"17"-5"-990,-3 1 0,14-4 0,-7 3 0,-5 1 0,2 1 0,-4 0 0,1 2 0,-1 0 0,1 0 0,-1 2 0,-1-1 0,0 1 0,2 0 0,-1 0 0,2 0 0,1 1 0,2 1 90,0 2-180,-2 0 180,-6 7-90,-6 3 0,0 0 0,-16 17 90,2-8-90,1-5 0,-1 1 0,-8 7 0,5-6 0,5-7 0,8-8 0,-2 2 0,2-3 0,0 1 0,1 0 0,-1 1 0,2-2 0,1-1 0,1 0 0,0-1 0,0 0 90,0 0-90,6-1 0,3-2 0,7-1 0,6-3 0,8-2 89,21-4-89,-18 5 0,0 1 0,1 0 0,-1 1 0,15 0 0,-5 3 90,-16 2-90,-1 0-539,1 3-721,-16-4 1260,4 4 0,-10-5 0,0 0 0</inkml:trace>
  <inkml:trace contextRef="#ctx0" brushRef="#br0" timeOffset="332832">24893 12326 8522,'0'-14'540,"-4"-1"-270,2 2 89,-10 2-179,-2 18 0,-4 13-90,6 10-90,6-2 90,15 12-90,6-19 90,15 10 0,-1-20 0,8-14-90,-16-4 0,4-14 90,-12-21-90,-10 0 45,-7 9 0,-4 0-45,-18-6 0,6 23 0,-2 4 0,-3 5 0,-5 13-270,13 15-989,8 1 1259,7 7 0,13-11 0,5-4 0</inkml:trace>
  <inkml:trace contextRef="#ctx0" brushRef="#br0" timeOffset="333549">25189 12197 8792,'-9'-4'720,"0"3"-720,1 7 90,0 8-1,2 18 1,6 11-90,6 4 45,2-22 0,2-1-45,12 6 90,9-7-90,-10-14 0,7-8 90,-1-20 0,-7-4 0,-11 0 0,-4-3 90,-18-17-90,-5 5-45,-1 20 0,-3 4 45,-12 4-90,-1 0 90,-7 17-450,24 6-2069,0 11 2429,19-6 0,12 2 0,4-8 0</inkml:trace>
  <inkml:trace contextRef="#ctx0" brushRef="#br0" timeOffset="334867">21771 16250 8432,'-10'-17'540,"2"2"449,-1-6-719,4 7 450,-2 0-630,6 20 90,0 20-90,3 21-46,-2-9 1,0 2 0,-1-4 0,0-1-45,-1-6 0,1 0 45,-2-1 0,1-4-45,1-4 90,-1 8-90,5-19 0,8-9 0,8-12 0,5-4 0,-2 2 0,4-2-180,0 5 90,6-2-179,7-2-1,-6 0 180,-6-2 0,-10 3 0,-9-7 90,-10 6-90,0-3 90,-4 4 0,2 20-90,2 11 135,4 12 0,3 4-45,-2-9 0,1 2 45,6 20 0,0 0-135,2-1 90,-5-15 0,2-5 0,4-14 0,0-11 0</inkml:trace>
  <inkml:trace contextRef="#ctx0" brushRef="#br0" timeOffset="335299">22104 16295 9152,'0'-10'1169,"-1"1"-1079,-4 15 270,2 13-360,-2 2 180,7 15 0,7 2-90,-1-10-45,1-4 0,1 0 44,10 0 1,3-3-90,5-17 90,-11-21-90,-4-3 0,-15-25 45,-6 19 0,-2 1-45,2 1 0,-1 0 45,-9-10 0,-3 3 45,-4 4 0,-11 0-90,16 27-719,9 24-2558,19 14 3174,2-7 0,14 0 0,-8-17 1</inkml:trace>
  <inkml:trace contextRef="#ctx0" brushRef="#br0" timeOffset="335736">22475 16143 9871,'-16'-19'1080,"0"2"-900,3 10-90,0 5 179,-3 24-179,6 0 0,2 11 0,4 4-45,4-11 0,3-1-45,2 14 0,3-2 90,12 6-180,7-14 90,3-30-90,-5-23 90,-13-2 0,-6-3 0,-4-2 0,-6-1-45,-6-6 0,-3 2 45,-9-8 0,-11 6-90,-6 38-269,9 4 359,6 12 0,2 5 0,6 5 0,0 16 0</inkml:trace>
  <inkml:trace contextRef="#ctx0" brushRef="#br0" timeOffset="336933">20752 12330 9152,'-3'-25'539,"1"6"1,-2-1 0,1 7 0,-1 2-271,0 3-179,-7 13 0,-3 13-45,1 3 0,0 3-45,-5 8 45,7-10 0,1 1-45,0 12 0,4-11 0,2 8 90,19-14-90,-5-7 0,20 0 90,8-15-90,-10 1 0,15-3 0,-15 3 0,-8 2 0,2 3 0,-22 15 0,0-5 0,-16 18 0,-14 4 0,8-9-90,4-7 0,0 1-1259,-7 4 539,8-8-1438,-6 3 2248,16-15 0,0 0 0,5-3 0</inkml:trace>
  <inkml:trace contextRef="#ctx0" brushRef="#br0" timeOffset="337149">20653 12438 9332,'-3'-25'989,"7"-8"-899,0 13 90,7-2 0,4 0 0,16-12-180,-6 9 0,2-1-1305,1 4 1,0 1 1304,13-6 0,-6 9 0,-19 14 0</inkml:trace>
  <inkml:trace contextRef="#ctx0" brushRef="#br0" timeOffset="337549">21150 12196 9602,'-24'4'1798,"-3"10"-1438,2 13-180,15-4 0,3 3-135,6 0 0,4 0 45,3 19 0,3-21 0,5-2 90,22 2-180,-13-12 0,3-6 45,13-10 0,0-9-45,-5-12 0,-4-6 45,-3-5 0,-6-2-45,-6 5 0,-9 0 0,-14-5 0,-12 2-45,-7 11 0,-6 5 45,-6-2 0,-3 7-315,-6 8 0,0 11-1214,6 17 0,5 6 764,13-8 1,3 1 549,3 6 0,5 0 0,5 4 0,-1 2 0</inkml:trace>
  <inkml:trace contextRef="#ctx0" brushRef="#br0" timeOffset="338499">19283 13960 9602,'-13'-10'-270,"3"3"360,-2-2 359,2 1-179,1-3-90,3 1 180,12-3-270,4 1 0,2 2 180,17-8-270,-8 6 90,4-1 0,1-1-90,5-2 0,6-1 0,-21 13 0,-7 7 89,-5 19-89,-2-7 0,-3 31 0,2 2 45,-1-19 0,2 2-90,0 4 0,2-1-584,3 11 359,0-12-2698,2-13 2968,-5-15 0,2 1 0,-4-5 0</inkml:trace>
  <inkml:trace contextRef="#ctx0" brushRef="#br0" timeOffset="338882">19615 13765 9242,'4'-20'1529,"0"4"-1349,-5 20 0,1 1 44,-1 17 1,1 6-45,6 8-90,1-2 0,4-1 90,13 2-180,0-10 90,7-21 0,-6-17-90,-1-2 45,-10-6 0,-6-4-45,-8 0 0,-6-1 45,-6-14 0,-5 1-45,-3 9 0,-5 4-540,-9 4 0,-2 10-1099,7 17 1,1 6 1539,5 0 1,2 3 0,3 6-1,4 2 1,0 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22:56.306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23110 13663 8882,'-22'-25'1799,"4"5"-990,13 1-359,3 8 540,-1 1-631,14 9 181,37 0-360,-18 1 0,5 0 0,5-1-751,3 0 1,6-1-1,2 0 1,0 0-1,-3 0 616,-2 1 0,-2-1 0,0 0 0,5 1-7,-9-1 1,3 0 0,1-1-1,2 1 1,0 0 0,2 0-1,-1 0-277,0 0 1,1 1-1,1 0 1,1 0-1,-1 1 1,0-1-1,-1 0 1,-3 0 253,4 0 0,-3 0 0,-1 0 0,0 0 0,2 0 0,5 0-137,-12 1 0,2-1 1,2 1-1,2-1 1,0 0-1,1 1 1,1 0-1,0-1 1,0 1-1,0 0 1,-1 0 135,-1 0 1,1 0 0,0 0 0,1 0 0,-1 0 0,1 1 0,0-1 0,-1 1 0,-1-1 0,-1 0 0,-1 1 0,-2-1-131,8 0 1,-4 0-1,-1 0 1,-1 0-1,0 1 1,1-1-1,2 0 1,3 0 115,-5 1 0,2-1 0,3 1 0,0-1 0,2 1 0,0-1 0,1 1 0,-2 0 0,0-1 0,-1 1 0,-2 0 0,-3-1 11,7 1 0,-1 0 0,-2 0 1,-1 0-1,-1-1 0,-1 1 1,-1 0-1,-1 0-11,4 0 0,-3-1 0,-1 1 0,0 0 0,1 0 0,3 0 56,-3 0 1,2 0 0,1 0-1,1 0 1,0 0 0,-2 0 0,-2 1-1,-3-1-56,2 0 0,-2 1 0,-3-1 0,-1 1 0,-1-1 0,11 1 0,-2-1 0,0 1 22,-5 0 1,3 0 0,-3 0-1,-7 0 641,-6-1 1,-4 0-394,20 2 1629,-12-2-1269,-20-4 1986,-1 0-2346,-1-3 1468,-5 1-1558,0 1 1147,0 0-1417,-8 1 180,-5-2-90,-10-2 0,-7-5 0,-3-4 0,9 1 0,-1-4 45,-4-9 0,0-4-45,4 2 0,1-2 0,0-2-352,0-5 1,1-3-1,1-2 352,3 1 0,1-4 0,0 0 0,2 4 0,2 3 0,0 3 0,2-2-23,0 0 1,1-2 0,0 0-1,1 2 23,1-3 0,1 1 0,0 2 0,0-5 0,-1-1-30,1 3 0,0-3 0,1 7 30,0 11 0,0 2 0,0 0 0,0-1-448,-2-16 448,2 28 0,-3-14-90,2 16 0,-1-5 90,0 5 0,-18 13 0,6 1 0,-5 5 0,-6 2 0,-4 0 0,-5 0 0,-2 0-800,-8 1 0,-3 0 1,0 0 799,10-2 0,1 0 0,-2 0 0,-5 0 0,4-2 0,-5 0 0,-2 0 0,-2-1 0,0 0 0,2 0 0,3 0-244,-3-1 1,5 0 0,1-1-1,-5 0 1,-6 1 243,16-2 0,-4 1 0,-2 0 0,-2 0 0,-3 0 0,-1 0 0,-2 0 0,0 0 0,0 0 0,0 0 0,1 0 0,0 0 0,3-1 0,1 1-168,-3-1 0,2 1 0,0-1 1,2 1-1,-1-1 0,1 0 0,-1 0 1,0 0-1,-2 1 0,-1-1 0,-2 0 168,7 1 0,-2-1 0,-2 0 0,0 1 0,-2-1 0,0 0 0,0 1 0,-1-1 0,0 1 0,0-1 0,1 0 0,0 1 0,1-1 0,1 1 0,1-1 0,2 0-98,-5 1 0,1-1 0,1 0 0,0 1 1,1-1-1,1 0 0,0 1 0,1-1 0,0 0 1,1 0-1,1 0 0,0 1 98,-5-1 0,1 1 0,1-1 0,1 0 0,0 1 0,1-1 0,1 0 0,0 1 0,0-1 0,-8 0 0,-1 1 0,1 0 0,1-1 0,2 0 0,4 0 0,5 0 0,-4 0 0,5 0 0,-3 0 67,-1-1 0,-6 1 0,-1-1 0,2 1 0,5-1-67,0 0 0,5 0 0,-3-1 343,3 1 1,-2-1 0,1 1 0,2-1-344,-15 1 0,6-1 0,16 0 0,3 0 1976,-9 1-2066,20-1 2999,-4-1-2909,5 1 801,2 0-801,4 0-66,0 0 66,2 1 0,4 3 0,2 7 0,5 9 0,-1-3 0,2 14 0,-1-5 0,1 1 0,1 21-236,-2-15 1,0 8 0,0 3 0,-1-3 235,1 6 0,0-1 0,0 1-335,-1-7 0,0 1 0,0 1 0,1 0 335,0 5 0,2 0 0,-1 0 0,-1-3 30,1 2 0,-1-3 0,0 0-30,1 0 0,-1 0 0,1 0 0,-1 5 0,0 0 0,-1-5 0,1-1 0,0-2 0,0 5 0,0-2 45,0-11 0,0-3-45,1 5 805,-3-15-805,1-7-1403,-3-4-1874,4-20 2702,-1 2 0,4-18 0,-2 7 1</inkml:trace>
  <inkml:trace contextRef="#ctx0" brushRef="#br0" timeOffset="1833">25047 13907 10591,'-11'0'2159,"1"-1"-2159,28-3 90,-9 2-45,17-2 0,4 1-45,0 1 45,3 2 0,2 3-45,-2 9 90,2 20-90,-27-8 0,-11 0 0,-7 1 0,-8 7 0,-2-1 0,6-8 0,-1 1 0,-4 3 0,-2 3 0,2-4 44,3-5 1,2-1-45,-6 11 0,1-2 0,1 4 0,9 3 0,21-21 0,0-1 90,25-7-90,-13-8 0,3-2 0,2 0 0,1-1 0,8-1 0,-1 0-90,3-1-449,5 3-1170,-24 6 90,0 0 1619,-2 4 0,-7-1 0,3 2 0</inkml:trace>
  <inkml:trace contextRef="#ctx0" brushRef="#br0" timeOffset="2333">25823 14200 10771,'-1'-10'450,"-2"-5"359,-1 1-539,1 0 719,-3-2-449,0 8-180,-9 3 0,-6 18-180,-3 20-91,14-10 1,2 2-90,-1 17 45,10-16 0,6 0 45,17 11-45,-5-17 0,3-2-45,1-5 0,3-5 45,6-9 0,-1-9 0,-6-8 0,-4-5 0,0-3 0,-7-3 45,-9-12 0,-11 0 0,-8 8 0,-8 2-45,-7 2 0,-3 6 0,0 9 0,-2 8-225,-2 10 0,3 8-989,-7 15-470,23-6 1,6 2 1422,11 6 1,16-1 0,5-13 0</inkml:trace>
  <inkml:trace contextRef="#ctx0" brushRef="#br0" timeOffset="2833">26386 14048 12120,'-16'-15'1889,"-6"1"-1169,0 6-91,-12 10-539,13 2 180,-6 13 0,4 20-180,7-11 0,4 4 0,2 0-90,7-5 90,1 4 0,4 0 0,11 12-45,0-12 0,4-1-1,3-7 1,3-4-45,2-5 0,1-5 0,13-3 0,0-19 45,-19-7 0,-2-5-45,-6 3 0,-2-2 0,5-3 0,-5-2 0,-15-4 0,-7 2 0,-12-4 0,8 10 0,-4 3 45,-2 8 0,-3 4-225,-13 7-989,-7 18-900,21 14 720,10-1 1349,18 6 0,7-14 0,6 9 0</inkml:trace>
  <inkml:trace contextRef="#ctx0" brushRef="#br0" timeOffset="3316">26954 14029 12030,'-13'-17'1889,"1"3"-1709,1 4 629,-5 3-449,-6 15-90,-7 11-135,10 5 0,2 3-45,-5 10-45,12-4 0,5 2 45,11 11-90,2-1 45,4-19 0,3-3 45,17 0-90,-1 0 0,15-16 0,-7-21 90,0 1-90,-9-15 0,-3-5 0,-7 0 45,-1-2 0,-6-4 45,-13 2 0,-5 1-46,3 10 1,-2 1 0,-13-18 0,-9 3 0,2 21 0,-3 5 0,-6-3 0,-1 3-90,7 6 0,1 5-630,-3 10 1,3 3-45,7 0-2070,-12 16 2789,31-8 0,6 1 0,8 0 0</inkml:trace>
  <inkml:trace contextRef="#ctx0" brushRef="#br0" timeOffset="3517">27848 13901 14189,'13'-9'180,"-3"3"-3457,-12 6 0,-15 8 3206,-3 1 1,-19 3-1,6-4 1</inkml:trace>
  <inkml:trace contextRef="#ctx0" brushRef="#br0" timeOffset="8966">19390 12460 10501,'4'-13'270,"4"-4"-180,-3 5 90,6-4 269,8 1-269,5 0-90,22-2 0,-18 10 0,14 9 0,-26 18 0,-11 28-90,-8-6 30,-8-13 0,-6 4 0,1-2-30,1-2 0,0-1 0,-4 5 0,0 0 45,5-8 0,3-3-45,-1-1 0,2 1 0,4-8 0,18-12 90,-5-1-90,22-7 0,-3-4 0,1 0 0,14-5-540,-7 5-1978,5-2 2518,-6 2 0,-10 4 0,-6 0 0</inkml:trace>
  <inkml:trace contextRef="#ctx0" brushRef="#br0" timeOffset="9399">19927 12459 10681,'-7'-27'1439,"3"9"-899,-5 2-1,-8 21-269,0 13-135,3 5 0,3 3-90,4 1 0,2 0 0,1-1 0,2 0 0,6 1 0,4-2 45,14 6 0,10-3 0,17-28-90,-27-13 0,-3-6 45,-3-10 0,-7-4-45,-7-2 0,-8-1 0,-9-1 0,-6 4 0,-4 10 0,-2 6-225,2 7 0,0 7-3052,-17 24 168,22-2 3109,9 6 0,17-13 0,1 3 0</inkml:trace>
  <inkml:trace contextRef="#ctx0" brushRef="#br0" timeOffset="9583">20406 12262 12120,'2'-15'1349,"0"3"-989,-1 3-90,0 3-3547,1 1 3129,-7 14 0,-5 3 1,-9 12-1</inkml:trace>
  <inkml:trace contextRef="#ctx0" brushRef="#br0" timeOffset="10466">16801 13383 10681,'-35'-16'-810,"8"2"1080,-7-5 90,15 3 90,6-6 89,17-8-359,17-8-90,3 7 0,-2 12 0,2 2 90,17-6-90,4 5 0,-1 23-45,-32 16 0,-5 7 0,-4 7 0,-4 4-45,-4-4 0,-3 2 0,0-2 0,-4 5 0,-1-2 45,2-7 0,1-2-45,-1 4 90,15-19-90,8-5 0,28-21 0,-8-3 45,-3-3 0,2-2-405,6-8 180,0 0-899,-3-2 269,-22 18 810,9-12 0,-14 10 0,2-5 0</inkml:trace>
  <inkml:trace contextRef="#ctx0" brushRef="#br0" timeOffset="10882">17124 13020 9871,'-5'-21'630,"1"7"90,-1-2 269,4 10-809,-6 7 270,0 28-315,3-2 0,1 3-46,3 5 1,3 1 0,7 6 0,3-3 0,6 2-45,-2-20 0,3-7 45,18-21-90,-11 1 45,-3-9 0,-2-5 45,-8-22-90,-15-1 0,-4-2 0,1 17 0,-4 0 0,-7-1 0,-5-2 0,-1 7 0,-20-4 0,19 13 0,1 2-180,-19 8-1259,23 21 1439,6 9 0,9 2 0,15-2 0</inkml:trace>
  <inkml:trace contextRef="#ctx0" brushRef="#br0" timeOffset="11083">17480 12731 11131,'2'-21'1259,"0"3"-989,-3-2-3059,0 11 2789,-7 7 0,-2 5 0,-7 8 0</inkml:trace>
  <inkml:trace contextRef="#ctx0" brushRef="#br0" timeOffset="12983">13442 12150 9961,'8'-7'1080,"-2"1"-721,-2 2 451,-1 1-720,1 13 0,-2 11 0,-2 7 0,-1 3-90,0 7 0,0-4 0,1 0 90,1 3-90,1-1 90,1 4-360,3-16 0,-1-1-3007,7-4 2927,-4-15 0,8-1 0,-5-6 0</inkml:trace>
  <inkml:trace contextRef="#ctx0" brushRef="#br0" timeOffset="13433">13727 12163 10951,'-1'-17'989,"-1"4"-89,-2 3-810,-3 9 269,-5 16-269,4 0 90,-1 30 90,18 1-270,-4-6 45,4-15 0,2-3 45,18 2 0,-8-7-90,15-2 90,2-29-90,-6-7 45,-12-2 0,-5-4-45,-12 0 0,-4 0 0,-5-18 0,-8 18 0,-6 5-90,-22 6 90,14 11 0,-1 6 0,4 5 0,2 4-90,-9 13-899,25 12-2288,23-7 2702,-3-3 0,18-1 0,-9-14 0</inkml:trace>
  <inkml:trace contextRef="#ctx0" brushRef="#br0" timeOffset="13883">14183 12092 11131,'-10'-15'1799,"-3"9"-1440,-5 9 91,-3 28-315,12-8 0,3 3-90,0 3 0,3-1 45,1 17 0,14-3 90,13-17-90,8-5-45,-6-19 0,-1-6-45,5-7 0,-10-3 0,-5-5 0,-9-10 0,-8-4 0,-4 1 0,-5-1 0,-3 1 0,-5-1 0,-2 3 0,-7 1 0,-1 5 0,0 3 0,1 6 0,-13 16-360,20 19 0,1-1-2917,10 30 2972,12-20 0,6 17 0,2-15 0</inkml:trace>
  <inkml:trace contextRef="#ctx0" brushRef="#br0" timeOffset="14116">14985 11953 12750,'3'-9'-3277,"-1"-1"2792,-9 11 0,-4 1 0,-8 7 0</inkml:trace>
  <inkml:trace contextRef="#ctx0" brushRef="#br0" timeOffset="15083">8767 13506 10051,'-1'-10'-180,"0"0"270,1 4 90,4 2-90,8 14 0,-2-1-45,5 15 0,2 6 0,-3-5 0,-1 1 0,2 3 0,1 2 0,0 5 0,-1-1-225,4 8 0,-2 1-2069,2-2 2249,-12-28 0,3 5 0,-7-14 0</inkml:trace>
  <inkml:trace contextRef="#ctx0" brushRef="#br0" timeOffset="15533">9011 13461 8882,'-4'-16'899,"0"5"-89,1 0-720,-1 16 270,6 21-270,-1-5 0,8 19 179,8-9-269,-5-11 90,11 8 90,8-20-180,-5-6 45,0-10 0,-2-6 45,-3-19-90,-14 0 0,-6-1 0,-8-5 0,-6 13 0,-5 2 0,-21 2 0,10 6 0,-14 6 0,9 28-270,10 3-1259,3 20 1529,27-11 0,9-4 0,6-10 0</inkml:trace>
  <inkml:trace contextRef="#ctx0" brushRef="#br0" timeOffset="15949">9280 13197 9781,'-9'-17'360,"4"6"0,-5-4 539,3 6-539,0 2-270,1 7 90,6 14 0,9 14-90,0-2 0,8 3 0,3-1-90,5 1 90,8-2 0,2-3 0,-6-9-90,-4-7 0,1-5 90,6-26-90,-10 8 45,-6-8 0,-6-3-45,-12 1 0,-5 0 0,-1-20 0,-10 9 0,-8 4 0,-2 14 0,-1 3 0,4-2 0,-1 2-45,-6 6 0,0 8-90,4 14 0,2 4-135,-9 3-135,9 2 0,4 4 405,15-1 0,4 1 0,-4 18 0,7-15 0,-1 0 0</inkml:trace>
  <inkml:trace contextRef="#ctx0" brushRef="#br0" timeOffset="17533">4681 15620 9242,'4'-5'1169,"11"-9"-899,21-13-270,-6 4 45,-7 6 0,2 2 135,17-5-180,-18 9 0,0 3 45,3 3 0,-2 2-45,-1 5 0,9 14 0,-16 5 0,0 0 0,1 19 0,-7-4 0,-1-1 0,-4-5 0,-1 0 90,3 9-315,-1-7 0,2-1-944,7 6 1169,5-12 0,-2-23 0,0-9 0</inkml:trace>
  <inkml:trace contextRef="#ctx0" brushRef="#br0" timeOffset="17966">5267 15321 8972,'-17'-13'270,"-3"2"-180,10 13 0,-1 15 0,17 18 0,8 11-46,-2-20 1,4-1 0,5-3 0,1-2-45,7 4 90,18-12 0,-20-23 0,0 1 0,-4-22 0,-25-9-90,0 2 45,-11 6 0,-7 1-45,-4 10 0,-1 3 0,4-1 0,-1 1 0,-8 5 0,-1 7 0,1 16-270,9 5 0,3 6-854,7 7 0,5 2 1124,-3 20 0,13-22 0,4-1 0,4-1 0</inkml:trace>
  <inkml:trace contextRef="#ctx0" brushRef="#br0" timeOffset="18799">7381 14555 8342,'5'-9'810,"1"-2"-360,-2 3-181,3-2-179,-1 3 180,12-6-90,2 3-90,14-8 0,-6 6 0,0 3-90,-12 12 0,-7 9 90,-9 22-90,-4-9 0,-4 18 90,0 3-90,3-12 0,2-8 0,0 1 0,6 20-810,-1-7 810,0-14 0,1-1 0,4-3 0,-1-3 0</inkml:trace>
  <inkml:trace contextRef="#ctx0" brushRef="#br0" timeOffset="19199">7721 14556 9781,'-18'-14'2069,"1"9"-1709,14 19 0,6 23-270,3-9 90,10 15 0,10-11-180,-7-9 90,17 2-90,-10-27 89,15-20-89,-14 1 0,-12-3 0,-5-4-45,-13 3 1,-3-1 133,-3-21-89,-12 11 0,-3 4 0,0 8 0,-2 5 0,-2 6-179,-16 28-766,22-3 1,2 4 944,0 9 0,4 4 0,9-4 0,3 0 0,4 23 0</inkml:trace>
  <inkml:trace contextRef="#ctx0" brushRef="#br0" timeOffset="57683">25832 9583 9512,'0'-23'2608,"0"7"-269,0-1-1890,3 25 1,2 11-270,0 12 45,-3 6 0,-2 4-45,-1-5 0,-1 0-180,1 3 0,-2 1 135,0 2 0,-1-2 44,0 9-179,0-6 180,1-1-90,3-28-90,1-8 0,2-18 0,-1-7 0,1-24 0,-3 4-90,0-8 0,0 13 90,0 11-90,4 10 0,-1 3 90,9-1-89,17 6-1,-9 1 45,6 2 0,2-1-45,1-1 0,0-1 90,21-2-45,-18 0 0,-1-1-135,9-14 180,-12 6-90,5-14 90,-25 15-90,-2-27 90,-9 6 0,0 10 0,-1 0 0,-5-5 0,4 27 0,6 40 0,1 8 0,2 2 0,2 5-62,-2-17 1,0 1 0,1 0 61,2 6 0,0 1 0,-1-2-249,2 7 0,0-3 249,0-10 0,-1-6-630,1-5-899,-1-9-1748,1-17 3151,-5-13 1,1-18 0,-3 3 0</inkml:trace>
  <inkml:trace contextRef="#ctx0" brushRef="#br0" timeOffset="57966">26499 9709 12030,'10'-3'3276,"14"16"-2755,-5 1 0,1 4-252,8 6 1,3 3-120,-5-5 0,2 2 0,0-2-240,11 9 0,-2-2-330,-7-5 0,-2-3-300,13 8-2557,-28-21 2457,-3-8 1,-5-7 0,-7-12 0</inkml:trace>
  <inkml:trace contextRef="#ctx0" brushRef="#br0" timeOffset="58166">26855 9676 11221,'-13'-27'1709,"4"11"-1080,-8 8-89,0 22 0,-1 9-271,0-1 1,-1 5-90,0 5 0,-1 4 0,2 0-270,-3 11 0,4-2 0,3-4 0,1-2-675,3-4 1,3-2-2513,4 2 2522,1-5 0,8-8 0,2-16 1</inkml:trace>
  <inkml:trace contextRef="#ctx0" brushRef="#br0" timeOffset="58799">27110 9515 11940,'4'-10'3276,"1"0"-165,0 15-2482,-1 15-359,-1 4 0,-1 14 0,-1 5-135,1-8 0,0 2-105,1 1 0,1 3 0,0-3-30,2 4 0,0-4-45,0-7 0,1-4-45,6 2 0,5-26 0,9-18 90,-1-13 0,-1-14 0,-15 17 0,-2 4 0,2 24 0,5 12 0,4 7 0,2 4 0,3 1 0,1 0 0,11 6 0,0-1 0,-13-14 0,0-3 0,5-1 0,0-8 0,9-23 0,0-15 0,-23-5 0,-4-11 0,-4 0 0,-4 4 0,-5-2 0,0 1-226,2 7 1,0 0-1,0 0 1,-4 1 285,-5-12 0,-4 2 0,-1 6-60,-2 7 0,-1 4-45,3-2 0,-3 4-585,-17 1-809,20 40 629,0 1-829,16 16 1,7 5 1193,2-11 1,3 0 0,4 11 0,1 0 0,1-11 0,0 1 0</inkml:trace>
  <inkml:trace contextRef="#ctx0" brushRef="#br0" timeOffset="59016">28273 9600 14639,'7'-7'3276,"-1"1"-976,-2 2-5577,-1 0 2867,-17 18 0,-11 9 1,5-7-1,-3 1 1,-5 6-1,0 0 0,0 0 1</inkml:trace>
  <inkml:trace contextRef="#ctx0" brushRef="#br0" timeOffset="63900">25215 10751 11131,'-1'-10'359,"0"1"1,1 2 270,-1 1 269,-1 1-629,0 32-90,4 18-180,-2-18 0,1 3 45,1 11 0,1 2 0,0-10 0,0 1-315,-1 5 0,1-1-450,0-6 1,0-3-2558,1 2 2972,4-21 0,1-19 0,4-5 0</inkml:trace>
  <inkml:trace contextRef="#ctx0" brushRef="#br0" timeOffset="64283">25455 10750 10411,'3'-8'720,"1"1"-451,5 1 91,13 0-90,25-1-180,-18 6 0,1 3-45,2 2 0,-2 5 0,-6 10 0,-5 5 45,-2 12-90,-20 2 0,-10 2 45,-6-5 0,-4-1-45,4-5 0,-2 2 0,1-2 0,-7 9 0,2-2 0,6-11 0,7-2 0,19 1-90,7-19-270,30-10 360,-4-9 0,1-2 0,-12 5 0,0 0 0,15-7 0,0-1 0</inkml:trace>
  <inkml:trace contextRef="#ctx0" brushRef="#br0" timeOffset="64866">26171 10725 10501,'-1'-8'989,"0"-1"-89,-2 0-720,-2 4 180,-1 0 89,-21 19-359,10-1 0,-6 6 0,0 5 0,9-2 0,2 2 0,0 3 0,3 0-90,1 16 0,17-19 0,7-3 0,6-5 0,3-1-45,-4 1 0,2-1-45,18 3 0,-1-2-90,1 3 45,-12-5 0,-5 3-44,-8 11 179,-14-4-45,-21-2 0,-9-1 90,3-6 0,-3-2 89,-11 7 1,-2-4 0,12-8 0,2-8 45,-6-38-135,33 2 0,8-4-220,-2 4 1,3-2 204,8-6 0,4-4 0,-1 5 15,-4 7 0,-1 1-45,1 0 0,0-2 0,-6 5 0,-7-16 0,-37 23-225,4 25 0,-3 6-945,-1 3 1,1 3 1169,4 1 0,5 1 0,2 9 0,21-8 0</inkml:trace>
  <inkml:trace contextRef="#ctx0" brushRef="#br0" timeOffset="65183">26741 10736 11400,'-12'-24'2699,"4"9"-2159,0 2 269,5 8-449,18 22-180,4 4 0,4 4-90,6 8 0,4 2-150,-3-4 0,2 0 0,-2-2-333,-2-1 0,-1-3 78,2 1 1,-1-3-2205,1-5-539,-9-7 3058,2-3 0,-17-13 0,0-2 0</inkml:trace>
  <inkml:trace contextRef="#ctx0" brushRef="#br0" timeOffset="65383">27059 10796 10951,'-14'-25'1259,"-3"-2"-809,10 21 269,-16 13-269,-2 27-270,4 1 0,-1 4-135,7-11 0,1 1-135,-3 11 0,1 0-630,7-13 1,1-2-91,-4 14 810,3 9 0,11-31 0,0 5 0</inkml:trace>
  <inkml:trace contextRef="#ctx0" brushRef="#br0" timeOffset="65683">27374 10630 11580,'2'-13'3276,"-1"3"-2594,2 14-232,-1 28-270,-1 6 0,0 5-135,1 2 0,0 3-1138,0-6 1,0 1 0,0-4 652,0-5 1,1-2 460,0 2 1,2-3-3080,5-1 1079,-2-9 1979,5 0 0,-7-18 0,3 0 0</inkml:trace>
  <inkml:trace contextRef="#ctx0" brushRef="#br0" timeOffset="66116">27553 10725 11490,'-2'-17'2069,"1"3"-1799,2 5 270,4 2-1,11-2 1,19 0-270,14 4-180,-22 5 0,0 3-90,-1 6 0,-4 6 0,-10 33 0,-10-3-279,-22-3 0,-8 0 234,4-12 0,0 0 45,-2 1 0,1 0 0,-4 2 0,4-4 0,7-3 0,-1 9 0,18-21 0,19-8-90,14-12-360,2-3 1,5-3-1190,5-4 1,0-1 1614,2-2 1,-2 0-1,-8 2 1,-3 0-1,7-7 1</inkml:trace>
  <inkml:trace contextRef="#ctx0" brushRef="#br0" timeOffset="66716">28156 10689 11400,'1'-15'3276,"-1"0"-2054,0 7-323,-15 6-539,-8 11-180,1 4 0,1 3-180,-8 6 0,0 15-90,25-6-90,3-8-180,20 15-359,20-13 404,-16-9 0,2 0 45,7 3 0,-1-1 180,4 2-179,-2 12 89,-29-10 180,-12 11 0,-9-7 45,-16-2 0,-6-3 45,11-7 0,0-2 44,-13 7 1,1-5-45,0-8 0,42-43-90,9 9 0,8-5 0,0-1 0,3-4 0,2-2 0,1-2-180,-1 3 0,1-3 0,-1 0 0,-1 3 150,-2-1 0,-3 2 0,-1 1 30,4-10 0,-14 7 0,-26 21 0,-10 9-45,-7 13 0,-5 9-495,6 1 1,-1 3-1,3 2 540,0 7 0,5 1 0,8-3 0,8-1 0,20 6 0</inkml:trace>
  <inkml:trace contextRef="#ctx0" brushRef="#br0" timeOffset="66900">29023 10654 13289,'8'-1'-719,"0"0"-2339,-8 10 3058,-8-1 0,-15 10 0,-9-3 0</inkml:trace>
  <inkml:trace contextRef="#ctx0" brushRef="#br0" timeOffset="68383">17050 13745 8882,'-10'-3'2518,"3"0"-2158,13-8 270,27-22-495,-1 6 0,5-5-45,-8 7 0,3-3 0,2 0 0,-1-1-510,1-1 0,1 1 1,0-2-1,2-1 456,-2 2 0,1-2 0,1 0 0,-2 0 0,-2 3-36,3-3 0,-3 2 0,1 0 30,4-5 0,1 0 0,-7 5 310,-12 11 1,-3 2-71,16-16-360,-30 23-719,-8 14-990,-7 13 1799,13-2 0,6-2 0,4-3 0</inkml:trace>
  <inkml:trace contextRef="#ctx0" brushRef="#br0" timeOffset="69166">19392 12885 10411,'-38'6'989,"7"-1"-269,2-1 359,14 0-449,19-1 360,33-2-811,0-2-208,-4-1 0,7-3 1,2 0 140,-4-2 0,1 0 1,2 0-1,0-1-259,-3 2 1,1 0 0,1-1 0,1 1-1,0-1 201,7 0 0,2-2 0,0 1 0,-3 1 0,-3 0-24,3 0 0,-4 1 0,-1 0 0,3 0 0,0 1 0,-8 1 60,3 0 0,9 1 0,-24 1-90,-6 1-270,-13 1 28,0-1-3035,0-1 2457,-7-4 1,-1 3 0,-6-4 0</inkml:trace>
  <inkml:trace contextRef="#ctx0" brushRef="#br0" timeOffset="75950">11392 10800 9871,'5'-13'-899,"-3"2"809,-6 7 0,-10 8 90,-16 22-45,9-4 0,-2 5 45,-1 1 0,-1 3 0,0 1-296,0 1 0,0 0 1,0 1 295,-1 1 0,0-1 0,1 0 0,4-5 0,1 0 0,2-4 0,2-3 0,1-3 0,-9 19 0,15-23 0,0 2 0,2-3-90,3-6 90,2 1 977,3 0-977,13 0 0,13-1 0,1-3 0,6-1 0,-1-1 0,3-1 0,1 0-263,3 1 1,0-1 0,3 0 262,2 0 0,4-1 0,0 0 0,-5 0 0,-4-1 0,-4 1 0,3-1 0,1-1 0,1 1 0,2-1 0,1-1 18,-3-1 0,2-1 0,1-1 0,1 0 0,-2 0 0,-3 1 0,-1 0 0,0 0 0,1-1 0,3 1-200,2-2 0,5 1 0,0-1 0,0 0 0,-2 0 0,-5 1 182,0 0 0,-4 1 0,-2-1 0,-1 2 30,3-2 0,-2 2 0,-3 0-30,-3 1 0,-4 1 0,6 1 0,1-1 0,-4 1 0,-6 0 775,1 0-775,-1 0 1194,-5 0-1194,-5 0 0,-2 0 0,-5 0 0,4 1 0,-5-1 0,1 0 0,-1 0 0,-1 2 0,0-1 0,1 0 0,2-2 90,2-2-90,9-9 0,-6 4 0,14-15 90,-4 1-90,2 0 0,-3 2 0,1-2 0,1 3 0,2-1 0,4-4 0,1 0 0,-6 5 0,-1 1 0,0 2 0,-3 1 90,4-6 0,0 2 179,5-10 1,-14 9-90,9-16-90,-9 5 0,-3 5-90,3-4 90,-2 9-90,0 0 0,4 1 90,-8 7-90,3 0 90,-3 0 180,-4 6 90,-2 0-270,-9 6-90,0-1 89,-17 4 1,-14 5-45,4-2 0,-3 1-45,-6 2 0,-4-1-159,4-1 0,-4 0 0,1 0 159,2-1 0,0 0 0,1 0-282,5-2 1,1 0 0,-4 0 281,-3 0 0,-5 1 0,0-1 0,2-1 0,-1 0 0,1 0 0,-3-1-603,4 1 0,-4 0 0,-1 0 0,1-1 0,5 0 603,-4 1 0,4-1 0,-1 0 0,-3-1 0,-1 0 0,4-1-15,-5-1 0,3-1-30,7 1 0,0 0 45,-8-2 0,4 1 344,0 0-344,-1 3 0,20 1 595,-6 2-595,7 0 0,6-1 3276,-5 1-3267,9-1 43,2-1-52,-2 1-449,6-2-91,-1 0 540,1 3 0,0 1 0,0 3 0</inkml:trace>
  <inkml:trace contextRef="#ctx0" brushRef="#br0" timeOffset="79500">24841 11542 9691,'-19'-3'-269,"-2"1"359,5 0-90,-1 0 719,7 2-539,15 3 270,37 2-241,-6-3 1,7 0 0,-1 0-755,-6 0 1,-2 0-1,8-1 612,-6 0 1,5-1-1,4 0 1,3 0-1,1 0 1,-1-1-1,-1 1 1,-5-1-511,7 1 1,-4-1 0,-1 0 0,4 0 0,7-1 476,-16 1 1,5 0-1,3 0 1,2 0 0,2 0-1,2-1 1,1 1 0,0-1-1,0 1 1,-1-1 0,-2 1-1,-2-1 1,-3 0-234,7 0 0,-2 1 0,-2-2 0,0 1 1,-1 0-1,-1 0 0,1 0 0,1 0 0,0 0 199,-1 0 0,0 0 0,1 0 0,0 0 0,0 0 0,0 0 0,0 0 0,0 0 0,-2 0 0,0 0-85,2 0 0,-1-1 1,0 1-1,0-1 0,0 1 1,-2-1-1,-1 1 0,-2-1 1,-2 1 102,11-1 0,-4 0 0,-1 0 0,-1 0 0,1 0-18,3 0 0,0 0 0,0 0 0,-1 0 0,-2 0 22,5 0 0,-1 0 1,-3 0-1,-7 1 256,-3-1 0,-5 1-233,3 0 0,-2 0 1440,13-1-1395,-32 2 2068,6 0-1978,-9 1 1760,-5 0-2030,4 0 1156,-4 0-1606,0 1-2737,3 5 2680,-5 0 0,1 1 0,-6-3 1</inkml:trace>
  <inkml:trace contextRef="#ctx0" brushRef="#br0" timeOffset="97299">18447 4164 10051,'-2'-20'-1439,"1"7"1169,-1-16 180,1 4 180,1-6 90,-1-2 0,1 12 180,0-2-180,1 12 0,-1-2 89,0 7 91,-1 0-90,5 6-90,7 1 90,15 4-90,9-1 0,3-1-135,-12-2 0,1 1-177,7-1 0,4 1 0,3 0 177,-1 0 0,3-1 0,1 1 0,-4-1-870,1 1 1,-2-1 0,4 1 842,-4 0 0,4-1 0,2 1 0,1-1 0,1 1-3,-3 0 0,1 1 0,2-1 0,-1 1 0,0-1 0,-1 1 3,2 0 0,-1 0 0,0-1 0,1 1 0,2 0-7,-7 0 0,2 0 0,3 0 1,0 0-1,-1 0 0,-1 0 0,-4 0 1,-3 0-12,4 0 0,-5 1 0,-2-1 0,1 0 0,13 2 0,1-1 0,-6 0 45,-5 0 0,-3 0 0,-6-2 0,0 0 179,5 2 1,-3-1 135,-7-1 90,-2 0-360,-14-1 448,2 0-358,-5 0 2600,0 0-2690,0-1-90,-1 1 0,-2 0 0,-1 0 0</inkml:trace>
  <inkml:trace contextRef="#ctx0" brushRef="#br0" timeOffset="100767">19422 13529 10321,'3'-12'-90,"2"-1"0,-2 9-2248,9-8 2068,-5 8 270,4-5 0,-6 6 0,1 0 0</inkml:trace>
  <inkml:trace contextRef="#ctx0" brushRef="#br0" timeOffset="101366">19876 13418 8072,'9'-6'-1259,"1"1"1259,-5 3 0,0-1 0,0 1 0</inkml:trace>
  <inkml:trace contextRef="#ctx0" brushRef="#br0" timeOffset="101583">20180 13276 7443,'14'-10'0</inkml:trace>
  <inkml:trace contextRef="#ctx0" brushRef="#br0" timeOffset="101866">20251 13264 9242,'-5'-10'269,"1"4"1,3 4 0</inkml:trace>
  <inkml:trace contextRef="#ctx0" brushRef="#br0" timeOffset="102716">20195 13289 8522,'-10'-2'810,"-1"1"-630,5 0-90,-2 1-1,1 0 1,-1 0 0,2 1 0,-1-1 180,0 1-989,0-1 719,-1 0 0,0 1 0,1 1 0</inkml:trace>
  <inkml:trace contextRef="#ctx0" brushRef="#br0" timeOffset="109850">12788 4491 12750,'-2'-14'809,"0"2"-359,3-11-180,5-11-135,5-7 0,3-7-75,-1 7 0,0-3 0,1-1-880,-2 4 1,0-2 0,0 0 0,0 2 524,2-5 0,-1 1 0,0-2 295,-2 3 0,0-2 0,-1 0 0,1 3-470,0-3 1,0 2-1,-1 1 470,1-2 0,-1 0 0,1 0-39,0-1 1,0-1 0,-1 5-7,-2 3 0,-1 2-135,1-3 0,-3 1-180,-2 8 0,-1 4-89,-3 1-2828,-5 8 3266,2 11 0,-7-4 0,-1 4 0</inkml:trace>
  <inkml:trace contextRef="#ctx0" brushRef="#br0" timeOffset="110917">13234 2561 10951,'0'-8'719,"1"-8"-359,-1 7 809,1-9-1169,8 21 180,24 32-180,-9-8 45,1 3 0,1 3 0,-3-8 0,-1-1-90,-1-2 0,-1 0 45,0-1 0,-1-1-180,8 5-89,-14-16-1,8-8 90,-3-28 135,-7-10 0,-2-6 0,1-4 0,-2-1-148,-2 2 0,0 0 193,0 4 0,-1 3-90,-1-4 0,0 4 90,-1 15 0,-1 41 90,-2 11-90,0 10 0,-1-11 0,-1 0 90,-3 12-90,0 2 0,-2 6-450,1-13-603,-2 6 1053,3-11 0,2-10 0,2-11 0</inkml:trace>
  <inkml:trace contextRef="#ctx0" brushRef="#br0" timeOffset="111183">13592 2730 11760,'4'27'1170,"0"11"-991,0 5 1,0 4-135,0-6 0,-1 0-225,1-4 0,-1 2 1,1-3-586,-1 1 1,1-4 764,0-6 0,0-3 0,2 0 0,1-16 0</inkml:trace>
  <inkml:trace contextRef="#ctx0" brushRef="#br0" timeOffset="111983">13933 2783 10321,'-17'24'540,"4"-7"-1,8-4-179,5-4 450,13 1-450,5-10-1,12-12-359,-11-1 90,2-10 90,-14-2-90,-2 6-90,-8-14 0,-12 17 0,-9 9 0,0 23 0,1 7 0,-5 12 0,6 2 0,3 7 0,11 1 0,5-1 0,0-11 0,0 1 0,1 6 0,6-2 0,20 3 90,3-25-90,3-10 0,1-6 0,8-9 45,-8-5 0,-2-9-45,-9-2 0,-3-5 0,-1 0 0,3-4 0,-1-3 0,-6 3 0,0-6 0,-1 1 0,-4 5 45,-3-2 0,-2 2-45,-2-13 0,-3 7 0,-2 15 0,-7 14 0,2 30 0,0 1 0,8 29 90,14-12-90,2-9 0,3-1 0,7 2 0,-6-11 0,1 0 0,14 11 0,-10-7 0,7 12 90,-26 3-90,-17 6 0,-5-10 0,-5-2 0,-11 5-90,11-15 0,0-4-1619,-2-7 810,9-4 899,1-16 0,18-10 0,4-11 0</inkml:trace>
  <inkml:trace contextRef="#ctx0" brushRef="#br0" timeOffset="112183">14662 2708 11311,'8'3'-1260,"0"-2"1260,-2 0 0,-2-1 0,-1 0 0</inkml:trace>
  <inkml:trace contextRef="#ctx0" brushRef="#br0" timeOffset="113133">14805 2197 11041,'-11'-19'2158,"0"3"-1078,2 7-630,13 45-361,3 0 1,2 3-45,0 0 0,2 4-317,-2-5 1,1 5 0,0 1-1,-1-6 317,-1 4 0,0 0-23,-2-4 1,1 6 0,0 0-1,-1-7-22,-2-4 0,-1-3 160,1 17 1,-2-3-71,-1-9-180,-2-2 0,-3-25 90,0-23-45,0-13 1,1-3 44,0-7 472,1 2 0,0-1-562,2-4 90,3-8-90,8 5 90,-1 21 0,9-1 0,11-2 0,-3-1 0,-6 4 0,-2-2 0,2-16 0,-6 3 0,-13-11 0,-7 3 0,0-3-90,-3 5 180,10 47-90,4 18 0,1 8 45,0-4 0,0 4-178,5 15 1,1 8 0,-1-4 132,-1 0 0,0 1 0,-3-13 0,1 4 0,0-1 0,-1-3-135,3 11 0,-1-3-622,-2-5 1,1-5-2521,4-7 528,2-16 2749,-5-14 0,6-11 0,-3-2 0</inkml:trace>
  <inkml:trace contextRef="#ctx0" brushRef="#br0" timeOffset="114233">15454 2581 12120,'-12'2'1709,"-1"5"-1079,1 10-91,-2 19-269,6 6-180,3-4 90,11 10-90,5-14-180,0 0-90,11 3-90,-5-25 1,19-2 89,-4-21 180,-3-6-90,0-23 0,-16 3 90,-1 0 0,-10-13 0,-8 24 90,-4-12-90,2 19 0,0 4 0,5 7 0,10-3 0,15-5 0,4-1 0,5 0 0,6-3 90,-9 5-90,6-3-90,-14 8 90,-4 22 0,-4 23 0,-3-8 0,1 3 45,-1 10 0,0 2-45,-2-8 0,1-1 0,0 1 0,-1-2 90,1-1 0,-1-5 89,-5-18-89,2-16 0,2-27-90,-2-3 0,-1-4 0,0-4 45,0 7 0,0 1-90,-1 0 0,1 0 0,1 0 0,3 8-45,6 17 90,13 24 0,-10 9-45,-3 2 0,-2 1 45,0 4 0,3 5 90,-7-13-90,2-3 0,-2-18 90,9-17-90,-6 0 0,-1-5 0,1-4 0,6-14-90,2 0 90,9 23-90,-4 35 90,-8 8 0,-2 4 0,4 12 0,-7-8 0,0-1-89,3 5-1,2 1-720,12-8-539,0-27-290,0-13 1,-1-5 1286,7-9 0,-11 1 0,-1-1 0,0-5 0</inkml:trace>
  <inkml:trace contextRef="#ctx0" brushRef="#br0" timeOffset="115084">16571 2425 11131,'1'-12'2878,"-2"3"-1979,-4 5 1,-18 9-450,0 7-270,2 4 0,0 3-91,6 0 1,1 2-135,-1 8 0,3-1 45,1 6-269,10 7 89,9-25-90,12 1 90,7-18 0,7-19 180,-6-15 0,-17 11 0,-2-2 0,2-13-90,-5 6 0,3 33 90,3 29 0,6 14-90,-2 0 45,-5-18 0,1-3-45,4-1 0,11 5 90,-3-23 0,6-28 0,-17 1 0,-3-2 0,8-20 0,-10 8 0,-4 2 90,-1 4-135,-1 4 0,1 5 45,1 19 0,-2 24 0,-1 25 0,-3 0 0,0-15 0,-1 0 0,0 1 0,-1 12 0,4-23 90,10-25-90,6-25 0,4-6 0,-6 3 0,0-2 0,6-9 0,-10 21 0,1 0-90,12-8 90,-7 32 0,9 20 0,-6 21 0,-3 2-45,-6-12 0,0-1-224,6 0-1261,2-4 1,1-2-270,3-5 1799,19-4 0,-11-17 0,12-4 0</inkml:trace>
  <inkml:trace contextRef="#ctx0" brushRef="#br0" timeOffset="115250">17744 2423 12840,'17'4'2608,"1"4"-2068,-1 5-3688,-2 12-129,-18 4 2769,-6 0 1,-25 2-1,-2-8 1</inkml:trace>
  <inkml:trace contextRef="#ctx0" brushRef="#br0" timeOffset="117717">14256 12876 9422,'1'-9'2248,"1"1"-1348,1 3-450,8 1 179,3 5 181,10 9-450,-3 11-271,-3-1 181,-2 16 0,-6 5-90,2 5-180,-4-7 90,5-8 90,14-27-180,3-13 0,1-5 0,-5 1 0,1-3-373,1-7 0,2-5 0,2-5 1,1 0 390,-4 1 0,0-1 0,1-3 0,1 0 0,0-1-70,-3 5 1,1-2-1,0 0 1,1 0 0,-1-1-1,1-1 1,-1 2-361,1-2 1,-1 0 0,1-1 0,-1 1 0,0 0 0,-1 1-1,-1 1-244,3-5 1,-1 0-1,-1 2 1,-1 2 0,-4 2 186,2-2 1,-2 2 0,-6 4 0,-6 2 0,-5 4 0,-7 1 0</inkml:trace>
  <inkml:trace contextRef="#ctx0" brushRef="#br0" timeOffset="124368">22819 2562 6633,'-5'-8'1259,"-2"-1"-719,1 2 270,-2-3 269,2 1-269,1 2-630,-1 7 179,5 18-89,1 15-180,2-4 0,1 3 0,0 12 0,2 1 0,-1 2 0,1-1-45,-1-1 0,0-1 0,-1-8 0,0-3 45,0 5 539,-1-8-539,-6-35 0,-3-37 0,-2-2-90,5 13 0,0-4 0,0 1 0,1-2 0,-1 0 0,-1-12 0,1 1 0,1 11 0,1 4 0,0-9 0,19 34 0,-5 11 0,8 11 0,4 5 0,5 2 0,0 2 0,5 4 0,1 1 0,-7-7 0,1 0 0,-2-1 0,2 1 0,-1-2-225,-2-1 0,-2-3-44,0 0-1800,-3-8 2069,-15-14 0,-2-5 0,-3-6 0</inkml:trace>
  <inkml:trace contextRef="#ctx0" brushRef="#br0" timeOffset="124635">23127 2401 9871,'-7'-22'-90,"2"2"990,3 15-630,-1 11 539,2 24-539,2-2 0,0 2-225,1-5 0,0 3 105,3 6 0,1 3 0,-1-3-60,1-7 0,1 1-90,2 9 0,2 6 0,-1-6-315,1-7 0,0-3-1169,4 9 0,1-4-405,-1-10 1889,1-8 0,-2-13 0,1 0 0</inkml:trace>
  <inkml:trace contextRef="#ctx0" brushRef="#br0" timeOffset="125018">23464 2741 10231,'6'-26'2879,"-1"4"-2340,-17 25-89,-2 16-225,1 5 0,1 4-135,4-1 0,3 0 0,-3 19-90,19 1 0,7-22 0,0 2-90,13-12 90,-1-24 0,6-20 0,-21 7 0,-3-3 0,2-21 89,-19 5 1,-7 2-90,-6 2-90,-9 3 1,-5 5-631,-15 23-919,13 9 1,2 6 1535,-5 15 0,9 8 1,17-9-1</inkml:trace>
  <inkml:trace contextRef="#ctx0" brushRef="#br0" timeOffset="125685">23631 2202 11400,'-15'-27'300,"0"0"0,-7-6 0,-2-1 15,-4 2 0,-4 1-76,0 6 1,-3 1 0,-2 3-565,-1 5 1,-2 3 0,-3 4 395,4 5 1,-4 3 0,-2 2 0,1 2 0,4-1-894,-8 1 1,3 2 0,-2 3 839,6 2 0,-2 1 0,-2 3 0,2 3 0,1 4 12,8 2 0,0 4 0,2 3 0,1 1 0,1 1 0,1-1-157,-3 3 0,2 0 0,1 1 0,0 2 0,2 3 152,2-1 1,0 3 0,-1 3 0,2 1 0,3 0-1,3 0 1,5-2-214,2 6 1,6 0 0,4-1 0,4 0 0,3 0 202,4-3 0,5 1 0,2 0 0,3 0 0,0-4 0,-1-2 7,1 3 0,-1-4 1,3-2-1,6-2-4,4-3 0,7 0 0,3-3 0,0-3 0,-3-6-18,10-4 0,0-8 0,-1 0 30,-2 3 0,0 0 0,3-4-30,-11-7 0,3-1 0,1-3 0,0-2 0,-1-3 18,0-3 0,0-3 0,-1-3 0,1 0 0,0-1-18,-1 1 0,1-1 0,0 0 0,0-1 0,0-3 0,1-2-106,-5 1 1,0-2 0,2-1 0,-1-2 0,-1-1 0,0-1-1,-2 0 1,-2 1 90,4-8 0,-2 0 0,-2-1 0,-2 0 0,0 0 0,-1 1 15,-2 3 0,-1 2 0,-1-1 0,-1 1 0,-2-2 0,-2-2 0,-2-2 0,-1-1 0,-2-2 0,-3 0 0,-3 0 0,-3 1 37,-5-3 0,-3 1 0,-4-1 1,-3 1-1,-2-1-52,-1 2 0,-2-1 0,-3 0 0,-2 1 0,-2 1 0,-3 3 0,-4 0 0,-2 1 0,-2 2 0,-3 3 0,-4 2 0,-2 5-8,1 7 1,-5 3-1,-3 3 1,-2 3-1,0 1 1,1 2 0,1 0-1,4 1 5,-8 0 0,3 1 0,1 2 0,0 3 0,-5 2-32,11 1 0,-2 2 0,-3 2 0,0 0 0,-1 2 0,1 0 0,2 1 0,2 1 0,4-1-170,-8 5 1,4 1 0,3 1 0,1 2 0,-3 0-6,2 1 0,-1 1 0,-1 0 1,2 2-1,1-1 0,4-1 45,-4 3 0,3-2 0,4 2 1,7 3 99,4 13 1,9 4-1,9-6 1,13-4-1,7-3 1,1 0 0,-1 0-1,1 0 1</inkml:trace>
  <inkml:trace contextRef="#ctx0" brushRef="#br0" timeOffset="125918">25422 2395 13739,'-14'-7'720,"0"2"-3239,9 3 2519,-12-1 0,-9 0 0,-11-2 0</inkml:trace>
  <inkml:trace contextRef="#ctx0" brushRef="#br0" timeOffset="128951">6801 4615 9422,'-4'-10'989,"1"3"-539,0 0 179,1 1-89,0-1 450,-1-1-631,1 1-269,1 11 180,9 44-180,-1-9-112,-1-6 0,1 6 0,-1-2 67,2 4 0,-1 1-15,0-5 0,0 2 0,0-2 15,1 4 0,0-3 44,-1-4 1,-1-5 0,-1-6-90,-7-20 0,-9-44 0,1 9 0,-1-5 0,0 0 0,1-4 0,0 3 0,-1-2 0,1 1 0,-2-11 0,2 3-90,4 7 337,10-8-247,25 29 0,1 19 0,2 5 0,-5 0 0,2 4 0,8 6 0,4 5 0,-4-1 0,-7-3 0,0 0 0,8 4 0,4 2 0,-6-3-45,-13-6 0,-1-1-45,9 4 0,-3-3-900,-7-10-359,-2-5 810,-7-7 539,-13-15 0,-5-4 0,-4-11 0,0 5 0,0-1 0</inkml:trace>
  <inkml:trace contextRef="#ctx0" brushRef="#br0" timeOffset="129168">7246 4368 9781,'-7'-37'0,"0"0"0,0 7 0,2 3 1170,-3-8-721,13 34 181,12 36-450,-4-6 0,1 4 0,1 2-326,0 0 1,0 0 0,2 3 145,-2-2 0,2 2 0,-1 0 0,-1-5-90,3 9 0,0-3-180,2 4 0,0-3-1349,-6-17 0,-1-2 180,7 11 1439,3-4 0,-9-21 0,1-1 0</inkml:trace>
  <inkml:trace contextRef="#ctx0" brushRef="#br0" timeOffset="129552">7747 4543 10771,'-7'-11'1529,"-8"11"-809,-1 25-451,7-2 1,2 4-135,1 3 0,5 2 0,6 9 0,7-1-45,1-12 0,5-3-90,7 0 0,3-7 0,-1-13 0,0-5 0,15-6 0,-16-12 0,-5-6 90,-10-19-90,-11-3 0,-10-1 45,-7 10 0,-7 3-75,0 9 0,-3 2 0,-2 5-150,-12 8 0,-1 11-1459,-2 14 1,4 7 1104,14-7 1,4 2 0,3 7 0,6-1 0,13-8 0</inkml:trace>
  <inkml:trace contextRef="#ctx0" brushRef="#br0" timeOffset="274120">25143 14705 8612,'-17'-2'1169,"1"1"-719,9-1 270,0 1-630,10-2 359,13 0-89,27-2-270,1 0-233,-12 4 1,6 0-1,2-1 263,6 0 0,3 0 0,-1-1-732,-1 2 0,1-1 1,6 0 667,-16 0 0,5 1 0,3-1 1,2 0-1,0 0 0,-1 0 0,-3 0 1,-5 1-488,7 0 0,-5 0 0,-1 0 0,7 0 442,-6 0 0,4 0 0,3 0 1,1-1-1,2 1 0,0 0 0,-1 1 1,-2-1-227,-3 2 1,1-1 0,-1 1 0,0 0 0,0 0 0,-1-1 0,-2 1 0,0 0 229,2 0 0,-2-1 0,-1 1 0,0-1 0,1 1 0,3 0-4,0-1 0,2 1 0,2 1 1,1-1-1,0 0 0,-2 0 1,0 0-1,-4 0-172,1 0 1,-1 0-1,-1 0 1,-2 0 0,-1 0-1,-1 0 161,9 0 0,-2 0 0,-1 0 0,3 0 120,-2 0 1,3 0 0,0 0 0,-3 0 0,-3-1-91,1 0 0,-4 0 0,-2 0 15,5 1 0,-1 0 90,3-1 0,-5 0 1385,-16 1-1340,-3-2 2290,1-1-2650,-11 0 2751,-1 0-4280,-3 1 1785,0 0 1,-3 1 0,-1 0 0</inkml:trace>
  <inkml:trace contextRef="#ctx0" brushRef="#br0" timeOffset="1.03166E6">18099 9910 9062,'-8'4'360,"-3"4"-180,-5 10-91,-10 8 1,-3 1 0,-2 3 0,-2 1 0,-1 2 0,3-4 0,-2 2 0,1-1-30,4-3 0,2-1 0,-1 0-30,-2 2 0,0 0 0,3-2 15,3-3 0,1-2 0,-2 3 0,1-2-45,-2 3 90,0 1-90,2-3 0,12-12 180,-1 1 0,7-7-1,-4 4 1,3-4-90,0 0 0,1 1-90,1-3 0,0 1 90,0-1-90,2 1 0,6 1 0,9 2 0,0-2 0,27 3 90,6-2-90,-14-2 0,5-1 0,1 0-314,1-1 0,0-1 0,3 0 314,-4 0 0,2-1 0,3 1 0,-1-1 0,-1 0-309,6-1 0,-1 1 0,0-1 1,2 0 308,-1 0 0,3 0 0,0 0 0,-2 1 0,-4-1 0,5 0 0,-5-1 0,0 1 0,8 1 0,0-1 0,-9 1 0,-17 0 0,-1 0 0,9 1 0,4 1 0,-2 0 45,-3-1 0,0 1-45,0 1 0,3-1 0,-2 1 0,0 0 0,-3 0 0,2 0 0,-2 0 0,12 2 817,-12-2-817,-6-1 0,-12-1 1360,10 1-1360,-13 0 0,13 1 0,-12-1 0,11 2 0,-3-1 0,-5 0 0,8 1 0,-14-3 0,8 1 0,-8-1 0,10 1 0,-5-1 0,7 1 0,-6 0 0,8 0 0,-6-2 0,13 1 0,-3-1 0,9-1 90,-4 0-90,0 0 0,-9 1 0,-2 0-90,-8 1 90,-1 0 90,-1-1 180,-4 0 0,1 0-180,-4-4-90,1-1 90,-1-9-90,5-4 0,6-15 0,7-12 0,-7 16 0,2-4 0,0 0 0,0 2 0,1 1 0,1-1-119,1-1 0,2-1 0,1 0 0,-1 2 119,2 0 0,0 2 0,0 1-30,4-1 0,0 0 0,-1 3 30,1 0 0,-2 3 0,0 1 0,-3 2 90,-1 2-90,0 0 0,-12 9 0,3-2 0,-2 2 386,-4 3-296,0 1-90,-2 2 90,-1-1-90,-3-1 90,-7 1-90,-15-1 0,-10 3 0,-2 1 0,-7 1 0,9 1 0,-1 0 0,-5 0-414,0-2 0,-3 1 0,-3-1 1,-1 1-1,2-1 414,3 1 0,0 0 0,1-1 0,-2 1 0,-2-1 12,2 0 1,-3 0 0,-1-1 0,-1 1 0,1-1 0,1 1 0,1-1-13,-5 0 0,2 1 0,0-1 0,1 0 0,-3 0 0,4 0 0,-2-1 0,0 1 0,0-1 0,1 1 0,2 0-186,-9 0 0,2 0 0,2 0 1,1 0 185,7 0 0,1-1 0,2 1 0,1 0 0,-2 0 0,3 1 0,3 0 0,3-2 0,4 1 0,-15-2 0,12 0 1960,10 3-1960,4 0 941,4 1-941,2-1 0,1 0-359,0 0-541,5 6 900,2 11 0,2 0 0,2 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25:41.309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2947 13190 10501,'-10'-6'3058,"1"0"-1259,4 4-1529,27-8-90,5 1 0,10 0-113,0 1 1,7 0-1,4-1 1,3 0-537,-10 2 1,3 1 0,2-1 0,2 0 0,0 0 0,2 1 0,-1 0 399,-6 0 1,1 1 0,1 0-1,1 0 1,0 0 0,0 0 0,0 0-1,-1 1 1,-1-1-109,1 1 1,-1-1 0,-1 1 0,0-1 0,0 1 0,1 0 0,1 0 0,1 0 186,0 0 0,3 1 0,0-1 0,1 1 0,0-1 0,0 1 0,-2 0 0,0 0 0,-3 0-240,3 0 1,-1 0-1,-2 1 1,-1-1-1,0 1 1,1-1-1,-1 0 230,2 1 0,-1-1 0,0 0 0,0 0 0,0 0 0,0 0 0,0 0-63,3 0 1,1 0 0,0 0 0,0 0 0,-2 0 0,-3 0 0,-2-1 62,3 0 0,-3 0 0,-2-1 0,1 0 327,3 1 1,1 0 0,-1-1-1,-4 0-267,-1-1 0,-4-1 0,-6 1-60,10-3 2040,-19-4-2309,-14 7 666,1-3-3275,-16 9 2878,-18 9 0,-11 5 0,12-3 0,1-1 0</inkml:trace>
  <inkml:trace contextRef="#ctx0" brushRef="#br0" timeOffset="549">2510 14534 10771,'-28'-15'2428,"4"2"-1708,12 7-360,30 1-1453,13 2 1,11 0 0,-1 0 1037,-9 0 0,0 1 0,5-1 109,3 0 0,5-1 0,4 0 0,4 0 0,2-1-141,-12 1 0,3-1 0,3 0 0,2-1 0,1 1 0,1-1 0,-1 0 0,0 1 0,-3 0 1,-2 0 97,-2 0 0,-2 1 0,-2 0 1,-1 0-1,1-1 0,2 1 0,3 0 1,4-1-86,-10 1 1,2 0-1,2-1 1,2 1 0,2-1-1,1 0 1,1 0 0,1 0-1,1 0 1,-1 0 0,1 0-1,0 0 1,-2 0-1,0 1 1,-1 0 0,-2 0-1,-1 0 80,3 0 1,-1 1 0,0 0 0,-2 0 0,0 0 0,0 1 0,-1-1 0,0 1 0,1-1 0,-1 1 0,1-1 0,1 0 0,0 0-80,1 0 1,0 0-1,1 0 1,-1 0 0,2 0-1,-1 0 1,0 0-1,1-1 1,-1 1 0,0 0-1,0 0 1,0 0-1,-1 1 1,-1-1 78,2 0 1,0 1 0,0 0 0,1 0 0,-1-1 0,1 1 0,-2 0 0,0 1 0,-2-1 0,0 0 0,-3 0 0,-1 0 0,-2 0 152,9 0 0,-2 0 0,-3 0 0,-1 0 1,-2 0-1,-2 0 0,-2 0-114,14-1 0,-2 1 0,-6-2 0,-12 0 1613,-5-5-1568,-55 0 1266,-2 2-1356,7 2 0,15 2 0,6 2 0</inkml:trace>
  <inkml:trace contextRef="#ctx0" brushRef="#br0" timeOffset="2567">14654 13193 10051,'0'-12'450,"-1"3"360,-3-1-91,0 3 1,-2-4-540,-1 3 449,-3-2-89,-4-1-360,1 2 180,-14-7 89,-12-2-269,2 2 0,-1-1-135,9 5 0,0 0-202,-12-5 1,-5-1 246,9 6 0,-1-1 0,2 1-45,-1 0 0,-4-1 0,0 2 0,-6-2 0,-2 1 0,3 3-288,8 3 1,2 2-1,-2 1 1,-2 0 242,0 0 0,-3-1 0,-1 1 0,-2 0 0,0 1 0,1 1-270,-2 1 0,1 1 0,-1 0 0,-1 1 0,1 0 1,0 1 269,-2 1 0,-1 0 0,0 1 0,1 0 0,2 0 0,2 1 0,-7 0 0,4-1 0,0 3 0,-1 2-15,10 1 0,-3 2 0,0 2 0,2 0 0,2 1 0,4-1 15,-5 5 0,5 1 0,-2 4-391,4-1 1,-4 4 0,-2 3 0,2 1 0,2-1-1,5-3 391,-2 4 0,5-1 0,0 5 0,3-1 0,-1 6 0,1 1 0,2 2 0,5-2-146,4 4 0,4 0 0,3 0 0,2 3 146,0-1 0,1 3 0,2 0 0,1 0 0,1-2 22,0 2 1,0-2 0,3-1-1,6 3-22,4-8 0,4 3 0,3 0 0,2-1 0,2-2 0,-1-4-98,1-4 0,0-5 0,2-1 0,2 0 0,3 2 109,-2-2 0,3 1 0,2 1 1,2 0-1,0 1 0,1-2 0,0-2 1,0-2-61,1-1 1,0-2 0,1-1 0,0-2-1,0 0 1,2-2 0,2 0 58,-4-2 0,3-1 0,1-1 0,0 0 0,1-1 0,0-1 0,-2 0 0,-2-2 0,-2 0-5,10 2 0,-4-2 1,-2-1-1,1-2 0,2 0 10,-1-2 0,1 0 0,0-1 0,1-1 0,0-2 0,0-2-15,0-2 0,0-3 0,0-1 0,0-1 0,-1 0 0,-2 0 18,0 1 0,-2 1 0,0-1 0,1-2 0,4-3-18,-8 0 0,4-1 0,3-2 0,0-1 0,1-2 0,-1 0 0,-2-1 0,-3 0 0,-4-1 0,6-6 0,-5-1 0,-3-1 0,-1-3 0,2-3 0,-6 3 0,1-2 0,1-3 0,-1-1 0,-1-1 0,-1-1 0,-2 1 0,-4 0 15,1-5 0,-3 0 0,-3 0 0,-2 0 0,-2-3 0,-1-1-79,-4 4 1,-2-2 0,-1-2-1,-1-1 1,-2 0 0,-1 2-1,0 2 1,-1 2 63,1-4 0,-1 4 0,-1 1 0,-4 0 0,-4-2 12,-3 3 1,-4-2 0,-2-2 0,-3 1 0,-2 2 0,-1 2 0,-2 5-17,-8-2 1,-2 5-1,-3 4 1,-4 0-1,-5-1 22,11 7 0,-5-1 0,-1 0 0,-4 0 0,0 1 0,-2 0 0,0 0 0,0 2 0,1 1 0,1 1-42,-1 1 0,0 1 0,1 2 0,0 0 0,0 1 0,-1 1 0,-2 1 0,0 1 0,-2 0-21,5 1 0,-2 1 0,-2 0 0,0 0 0,-2 1 0,0 1 0,1 1 0,-1 0 0,2 1 0,0 1 0,2 2 0,2 0-195,-4 2 0,0 2 0,2 1 0,1 1 0,1 1 1,0 1-1,1 1 0,1 0 0,0 1-170,-2 2 0,1 1 1,0 1-1,0 1 1,2 0-1,2 1 0,1-1 1,3 1 81,-7 2 0,2 1 0,4-1 1,2 2-1,6 2 0,-3 11 1,6 2-1,7-4 0,3 14 1</inkml:trace>
  <inkml:trace contextRef="#ctx0" brushRef="#br0" timeOffset="17283">10924 6778 10771,'13'-4'3276,"-3"2"-1245,-10 11-1671,0 1-91,-7 10-89,6-3-90,1-1 90,4 11-90,3-5 0,9 13-90,-4-14 0,8-1 0,17-19 0,-12-8 0,3-6 0,6-6 0,4-4 0,-1-3-230,-2-4 1,-1-2 0,2-4 229,-9 7 0,3-3 0,-1-1 0,-1 1 0,-3 2-539,3-4 1,-3 2-1,0-1 449,3-8 0,1-1 0,-2 4-675,-2 3 1,-2 4 404,-5 5 1,0 2-1280,4-3 1,-2 6 1332,-7 11 1,2 1 0,-7 8 0</inkml:trace>
  <inkml:trace contextRef="#ctx0" brushRef="#br0" timeOffset="36716">28493 15685 8792,'-1'-13'1079,"0"4"271,1-18-361,1 9 450,1-13-269,-1 11-541,-1 7-179,-17 17-360,2 6 90,-12 15 0,-4 8-45,5 1 0,0 4-76,5-5 1,-1 3 0,3-1-60,-2 9 0,7-1 0,12-2 0,7-4 0,8-3 0,7-16 0,5-3 0,10-3 0,3-3-45,-6 1 0,0 1 45,12 4 0,-4 3 0,-9 13-45,-34 4 1,-11 3-1,-4-9 0,-7-1-165,-1 0 0,-5 1 0,2-3-330,-3-3 1,1-4-1100,0-3 1,3-7 1580,5-19 0,12-18 0,13-16 1</inkml:trace>
  <inkml:trace contextRef="#ctx0" brushRef="#br0" timeOffset="36933">28404 15694 11400,'-7'-9'360,"-2"-3"270,9-2-90,17-10-406,2 10 1,7 1-105,3 2 0,4 0 0,0 0-420,3 2 1,0 0-1,0 1-1126,13-2 0,-2 1 1516,2 1 0,-4 3 0,3 0 0,-18 2 0,1 1 0</inkml:trace>
  <inkml:trace contextRef="#ctx0" brushRef="#br0" timeOffset="37534">29266 15551 12210,'-8'-10'630,"2"2"-181,-16 12-269,-16 13-180,1 1 90,2 8 0,2 4-90,6 3 45,4 5 0,7 3-45,16-15 0,6 0 0,11 13 0,8-1 0,2-9 0,3-3 0,-1-2 0,1-2 0,3-1 0,-3-2 0,5 6 0,1 0 0,-12 13 0,-30-4 45,-10-1 0,-7 0-45,-6-3 0,-3-3 0,1 0 0,-1-2 90,-2-5 0,2-5 180,-5-2-180,5-8-90,35-45-30,11 13 0,6-4 0,2-2-1063,0-5 1,2-3 0,-1 2 1053,1 3 1,1 1 0,-3 0 68,-4 0 0,-1 0 0,-5 2 150,-7 0 0,-6 0-1,-11-10 1,-9 3-135,-7 9 0,-7 7-165,5 9 0,-3 4 1,2 3-16,-1 2 0,1 5-450,3 1 0,5 6 585,15 7 0,10-2 0,12 4 0</inkml:trace>
  <inkml:trace contextRef="#ctx0" brushRef="#br0" timeOffset="37933">29797 15440 12210,'-1'-28'1529,"-1"7"-629,-4-11-541,-3 19 91,-13 11-450,7 8 90,-11 19-270,15 0 0,3 3 90,19-2 0,9-18 0,8-11 90,-4-21 0,-14 1-179,-11-8-721,-10 17-1169,-5 9 2069,11 11 0,7 4 0,10 3 0</inkml:trace>
  <inkml:trace contextRef="#ctx0" brushRef="#br0" timeOffset="38250">30266 15279 12210,'-1'-15'1889,"0"2"-720,0 4-989,-4 13 135,-15 26 0,-3 11-270,7-14 0,-2 2-442,1 3 1,-4 4 0,0 3 0,0 1 450,3-3 0,1 1 0,-1 1 0,1 0 0,1-3-54,0-1 0,1-2 0,0 0 0,-1 3 18,0 3 0,-1 3 0,1 1 0,0-1 0,2-1-86,1 4 1,2-1-1,1-2 1,0 0-189,-1 3 0,2-2 0,-1 2-261,2-3 0,1 3 0,0-3 0,2-6 112,1-5 0,3-5-2743,8 11 3148,2-30 0,6-3 0,2-7 0</inkml:trace>
  <inkml:trace contextRef="#ctx0" brushRef="#br0" timeOffset="38616">30165 16325 12120,'1'-16'3276,"0"2"-2594,-10 19-232,-1 8-1,-10 20-449,9-9 90,2 10-360,12-8-179,6-5 89,12-1 180,0-19-90,-2-14 180,-20-7 0,-16-1-180,-8 7-1798,0 9-1209,12 7 2724,14 1 1,9-3-1,8-1 1</inkml:trace>
  <inkml:trace contextRef="#ctx0" brushRef="#br0" timeOffset="38816">30875 16131 12930,'-4'-8'1529,"0"0"-4806,-4 17 3264,-6-1 0,-14 7 0,-5-6 1</inkml:trace>
  <inkml:trace contextRef="#ctx0" brushRef="#br0" timeOffset="39816">24316 16513 10681,'-11'-19'719,"4"5"181,-1-1-630,5 9 180,-1-4-360,5 21 89,3 22-134,0-7 0,-1 2-45,1-3 0,-1 1 45,0 7 0,0-2-45,-2 9 90,1 0-90,-5 0 0,0-26 0,-5-2 0,2-29 0,0-3 0,2-8 0,1-3 0,1-3-45,0-2 0,-1 0 45,3 2-90,-1 0 90,10 32 0,0 12 0,7 11 0,-6-6 0,-2-2 0,-2-4 0,-1-4-90,9-7 90,-6-4 0,10-17-45,-6 2 0,1-2 45,5-7 0,-3 4 0,2 0-89,13 1-1,-3 18 90,10 29 0,-19 9 0,-9-4 0,0 5 89,-1 5 1,-1 0-90,-1-11 0,0 1 0,1 8 0,2-3-719,14 7-2070,1-23 2789,11-1 0,-1-21 0,-5-9 0</inkml:trace>
  <inkml:trace contextRef="#ctx0" brushRef="#br0" timeOffset="40350">25084 16171 11670,'-11'-15'1709,"0"4"-1259,-2 25-225,3 11 0,1 7-90,0 10 0,0 3-520,1-3 0,0 2 445,1-5 0,1 1 0,1-1-15,-1 6 0,1-2 0,-1 3 0,-1-1-45,3-9 0,0-1 0,0-4 161,-1 11-161,2-13 0,0-6 0,1-17-90,4-27 0,2-13 0,0-15-172,0 13 1,1-6 0,0-3 171,1-1 0,-1-4 0,2-1 1,-1 2 8,-1 7 0,0 2 0,1 0 1,0-2 26,-1 1 0,1-4 0,0 1 0,0 2 0,0 7 54,3-9 0,1 10-48,3 4 48,11 60-45,-11 3 0,-2 3 45,1-5 0,1 3-266,-2 8 0,0 5 1,0-3 265,-1-4 0,1 0-90,-1-1 0,1 4 0,-1-5-136,3 0 0,0-5-3051,7 12 3086,-5-31 1,-6-21 0,-2-6 0</inkml:trace>
  <inkml:trace contextRef="#ctx0" brushRef="#br0" timeOffset="40567">25068 16445 10771,'-12'4'899,"22"-6"-809,30-14-945,-3 1 1,3-3 854,4-4 0,-1-1 0,-5 2 0,-1 0 0,-8 2 0,-1 0 0</inkml:trace>
  <inkml:trace contextRef="#ctx0" brushRef="#br0" timeOffset="40849">25735 16018 10411,'-3'-13'1799,"-7"-11"-630,5 8-449,-4-4-450,15 24-45,2 20 0,0 6-136,8 15-29,-8-11 0,-1 6 0,-1 0 0,-2-5 0,-2-1 0,0 1-150,0 3 0,1 0 0,-1 0-330,-1 0 1,0 0-1,-1-5 150,0-6 0,0-4 270,0 11 0,0-28 0,-1-1 0</inkml:trace>
  <inkml:trace contextRef="#ctx0" brushRef="#br0" timeOffset="41166">25695 16043 12300,'-6'-15'180,"0"-3"180,10 6-180,-1-1 269,27-8-359,-8 11 0,3 1 0,19-6 0,1 1-45,-13 5 0,0 2-45,7-1 0,-3 4 90,2 14-90,-14-2 90,-5 18 120,-32-4 0,-15 5 0,-1-2-91,4-3 1,-2-2 0,0 2-852,-2 2 0,-1 2 0,0-1 1,2-3 641,-9 0 0,8-2-1619,7 9-1568,69-30 2935,-1 2 1,-14-5-1,3-2 1,0 0 0,9-3-1,-1 1 1</inkml:trace>
  <inkml:trace contextRef="#ctx0" brushRef="#br0" timeOffset="41316">26540 16088 14279,'-1'-17'3276,"-1"-4"-1425,2 10-1581,-1-5-1799,1 0-1748,-3 4 2960,-22-1 1,-11 5 0,8 4 0,-1 1 0</inkml:trace>
  <inkml:trace contextRef="#ctx0" brushRef="#br0" timeOffset="92317">12362 14492 11850,'-17'0'1979,"1"0"-989,-2 0-631,3 0 631,0 0-540,5 0 269,0 0-449,38-7-150,4 1 0,8 0 0,-1 0-601,5-1 1,3 0 502,-6 1 1,5 0-1,2 0 1,1 1-596,-4 1 0,2 1 0,1 0 0,-2 0 1,-1 0 594,-2 0 1,-3 0-1,1 0 1,4 0-11,-6 1 1,2-1 0,2 1 0,1-1 0,1 1 0,-1 0 0,0 1-291,2 0 0,0 1 0,0 0 0,1 0 0,-2 0 0,-1 1 0,-3-2 296,3 1 0,-4-1 0,-1 1 0,1-1 0,3 1-118,0 0 0,4 0 0,1 1 0,1-1 0,-1 1 0,-2 0 0,-4-1 122,11 1 1,-4 0-1,-2 0 1,-2-1-23,1 1 0,-2-1 0,2 0 0,-1 1 0,3-1 0,-1 1 0,-5-1 228,4 1 1,-5-1-229,-5 0 0,0 1 0,2-1 0,-4 1 0,-10 0 1871,-3 0-1782,-9 0 2709,-3 0-3428,3 0-2647,-5-1 3000,-26 0 1,-1 0 0,-26-1-1</inkml:trace>
  <inkml:trace contextRef="#ctx0" brushRef="#br0" timeOffset="169150">10535 16804 8342,'-5'-14'1709,"-6"-17"-1439,4 13 450,-6-19 1079,0 5-1440,5 10 181,-3-7 360,8 15-720,2 4-1,10-6 271,37 4-360,-13 3 0,11 4 0,5 7 0,-8 12 0,-2 3-196,-2-6 1,-2 2 150,5 14 0,-9 7 44,-24 10 1,-8 2-90,4-12 0,-4 0-193,-5 5 1,-5 3 0,-3-1 222,-5-3 0,-4 0 0,1-3-30,0 5 0,-1 1 30,-2-1 0,-1 2 0,4-4-30,7-7 0,4-3 0,-2-3 0,2 1 0,5 20 0,34-17 0,-8-9 0,14-4 0,6-5 44,-3-8 1,1-2-135,9 2 1,1-2-451,3-2 0,-2-1-989,-11-1 0,-2-1 1529,-5 1 0,-3-1 0,13-5 0,-15-1 0</inkml:trace>
  <inkml:trace contextRef="#ctx0" brushRef="#br0" timeOffset="169617">11649 16816 11850,'-3'-18'630,"-1"-12"-360,2 15 539,-1-11-179,2 15 179,1 0-719,-6 14 180,-9 26-270,1 3 90,-6 11 0,1 2 0,1-6-45,2-1 0,1 1 45,5 8-90,5-13 0,7-8 0,7-2-45,10-7 0,5-3 0,-2 3 0,3-1-15,5-1 0,3 0 0,-3-2 60,15 7-45,-11-5 0,-4 4-45,-11 15 90,-7-9 0,-17 21 0,-20-22 0,-6-2 0,12-5 0,-1 0 0,-7 0 0,-4 1 0,2-3-989,-16 4 359,2-2-1619,16-9 2249,21-21 0,6-7 0,3-14 0</inkml:trace>
  <inkml:trace contextRef="#ctx0" brushRef="#br0" timeOffset="169834">11588 16784 11311,'-11'-17'989,"9"-2"-539,33-8-315,-4 12 0,6 2-1228,2 2 1,4 0 0,-2 1-547,2 1 1,-1 1-1,8 1 1,-4 1 1479,-15 5 0,12-1 0,-9 2 0</inkml:trace>
  <inkml:trace contextRef="#ctx0" brushRef="#br0" timeOffset="170233">12553 16547 11400,'-8'-17'2789,"0"2"-1710,0 11-89,-29 37-720,8-7-588,4 6 0,-5 10 1,3 2 436,3-1 1,3 2 0,0-1-90,-1-2 0,0 0 0,1 4 6,6-8 0,-1 4 0,2 1 0,2-3 0,2-4-81,-1 8 0,6 0-135,4-4 0,4 5 0,1-1 1,2-7 254,2-7 1,6-4-256,17 11 1,4-9-1,-2-22 0,5-8 0,2-6 0,-12-5 0,-1-3 135,4 3 0,-3-4 0,-7-15 0,-11-3 45,-22-6 0,-16 3 0,-5 4 1071,-7 4-1071,3 13 0,1 9-1259,4 25 450,10-6-2430,3 16 3239,23-12 0,7 5 0,6-2 0</inkml:trace>
  <inkml:trace contextRef="#ctx0" brushRef="#br0" timeOffset="170517">13068 17064 12030,'-3'-23'3276,"2"6"-2414,-1-2-323,26 30-359,-4 5 0,2 4-135,-1-2 0,3 2-131,1 4 0,3 3 0,-1-1-319,8 7 0,0 0-688,-6-6 1,2 1 0,-1-1-547,5 5 1,-2-4 1149,-12-10 1,-4-3 0,-4-6 0,-11-8 0</inkml:trace>
  <inkml:trace contextRef="#ctx0" brushRef="#br0" timeOffset="170701">13453 17195 11580,'-18'-32'989,"0"0"1,-6-9-450,0 14 180,-13 45-631,12-3 31,5 7 0,-2 7 0,1 0-165,0 9 0,2 4-645,0-1 1,1 5 0,1-5 14,0 1 0,3-3 675,2 8 0,4-5 0,8-13 0,3 10 0</inkml:trace>
  <inkml:trace contextRef="#ctx0" brushRef="#br0" timeOffset="171183">13858 16851 12120,'-11'-15'1619,"2"1"-629,10-11-451,24 1-359,2 1 0,7 7 0,5 4 0,-4 4 0,1 2-90,7 0 0,0 6-1729,0 16 1,-5 5 933,-1 9 735,-29 0 0,-7 8 0,-6 0 129,-5-7 1,-7 0 0,-2 3-138,-3 6 1,-4 4 0,-1 1-1,1-3-22,-1 1 0,1-2 0,-1-1 30,-2 1 0,-1 0 0,6-4-30,11-8 0,4-4 0,2 1 0,20-2 0,10-17 1534,1-4 1,5-1-2030,9-4 1,2-1-631,8-3 1,2-2 1124,-8 0 0,1-2 0,-3 0 0,3-1 0,-2-1 0,2-2 0,1-1 0</inkml:trace>
  <inkml:trace contextRef="#ctx0" brushRef="#br0" timeOffset="171633">14834 16905 11850,'-10'-18'1439,"-6"-11"540,-2-3-1529,3 3 360,-1 2 359,9 14-719,0 4-270,-2 7 359,-14 35-449,8-7 45,-5 10 0,0 1-45,4-3 0,-1 3 0,2 1-180,5 8 90,0 0-225,14-16 0,6-1-135,23 8 180,-5-10 1,0-1 134,-5-10 0,0-2-45,9 3 0,-3-2 0,-7-2 0,0 0 0,-1 2 0,-4 9 0,-15 14 90,-14-5-180,-26-6 0,-6-2-90,2-3-90,-1-4 1,0-2-2918,4-10 617,11-3 2660,0-10 0,24-12 0,1-8 0</inkml:trace>
  <inkml:trace contextRef="#ctx0" brushRef="#br0" timeOffset="171850">14862 16599 12390,'-14'-15'630,"6"6"-91,-2-2 541,50-14-900,-14 13-46,16-5 1,8-2-1228,-9 7 1,1 0 0,-1 1 605,2-1 0,2 0 157,-2 0 0,4-1 0,-5 3-1309,-6 6 1,-4 1 1091,-6 0 1,0 1 0,3 3 0,-3 2 0,-4 5 0</inkml:trace>
  <inkml:trace contextRef="#ctx0" brushRef="#br0" timeOffset="172250">15924 16542 11760,'3'-12'3059,"-7"2"-1800,-35 27-900,8 8 1,-2 5-1209,1-3 1,0 4 983,8-2 0,0 4 0,0 3 0,3 0-23,4-1 1,2 1-1,1 1 1,1 1-68,-2 1 0,1 0 0,0 2 0,4 0-135,2 3 0,2 2 0,3-2 0,2-5 0,2 5 0,7-6-225,14 3 0,7-10 74,-3-21 1,1-5 195,-1 3 0,1-2 21,12-11 1,-2-7-67,-2-14 135,-11 13 0,-6-3 225,-15-26-46,-22 28 1,-6 2-45,-16-12-30,6 19 0,-6 5 0,5 1 890,-12 8-1040,4 1 0,4 5-1799,13 18 539,10-10-1241,15 11 2501,28-15 0,7-3 0,-8-8 0,-1 0 0</inkml:trace>
  <inkml:trace contextRef="#ctx0" brushRef="#br0" timeOffset="172767">13754 18270 11940,'-8'-2'1619,"9"-5"-1349,7 1 90,26-7-180,-10 5-180,4 1 0,1 0-1439,15-3 89,3 1 1350,-20 3 0,-1 1 0,0 0 0,11-4 0</inkml:trace>
  <inkml:trace contextRef="#ctx0" brushRef="#br0" timeOffset="172950">13984 18268 11670,'-14'12'810,"8"-3"-540,13 1-360,18-6 0,5-3-360,12 2-643,-10-3 1,4-1 0,-1-1 955,6-3 1,1-1 0,-7 1-1,2-1 1,-1 0 0,2-1 0,-1 0-1,0-1 1</inkml:trace>
  <inkml:trace contextRef="#ctx0" brushRef="#br0" timeOffset="180318">15723 17990 9242,'1'-17'2338,"-1"1"-1438,-4-5-91,-5 5-89,-15 6-495,1 14 0,-2 8-90,-7 9 0,2 4-588,2-1 1,2 3 482,7-2 0,1 5 0,3 0 60,7 4 0,3 2 0,1-3-90,-4 5 0,3 1 30,7 6 0,4 5 0,5-7 60,11-4 0,3-5-90,-3 5 0,4-3 10,2-14 1,5-4-1,-1-6-10,-3-9 0,0-5 45,13-4 0,-1-5-45,-4-10 0,-16-19 45,-36 18 0,-6 1-45,-2-6 0,-5 6 0,-4 4-90,4 13 0,0 4-1,-18 3-3186,-2 8 3010,40 4 1,19-5 0,12-4-1</inkml:trace>
  <inkml:trace contextRef="#ctx0" brushRef="#br0" timeOffset="180750">16204 18152 11400,'-4'-18'990,"-1"-4"89,0 6-539,0 2 180,0 0-91,2 8-269,-10 15-90,0 15-270,-3 6 90,6-4 0,2 2 90,0 16-180,0 1 90,10-14 0,5-2-90,15 1 0,-2-4 0,2-3-90,9 0 90,5 0 0,-21-1 0,-5-5 0,-10 16 0,-15-6 0,-6 1-45,6-6 0,-1 0-540,-11 12 0,1-2-2692,3-6 2457,9-19 1,13-19 0,5-13 0</inkml:trace>
  <inkml:trace contextRef="#ctx0" brushRef="#br0" timeOffset="180967">16106 18160 11041,'-16'-16'989,"4"3"-809,15 6 180,17-4-225,5 3 0,1-1-135,20-5-315,-3 3 0,-1-1-1324,-15 6 1,-2 0 773,3-2 0,-1 1 747,7 0 0,-13 3 1,1 0-1</inkml:trace>
  <inkml:trace contextRef="#ctx0" brushRef="#br0" timeOffset="181401">16946 18033 11760,'-22'-16'2519,"6"4"-2069,-4 12-1,-3 11-269,1-1 0,-1 9 0,0 3 0,-7 14-45,7-4 0,2 2-90,10-10 0,7 1-45,11 7 0,9-2-45,7-8 0,6-2-45,12 6 0,0-3 90,-12-10 0,-1 0-45,0 3 0,-6 2 45,-14 7 0,-2 2 0,-15-5 0,-7 1 0,-1-4 0,-2-1 0,2 1 0,-1 0-135,-5 1 0,2-2-1124,0 0 539,-2-2-2557,8-14 2567,12-7 0,2-17 0,4-2 1</inkml:trace>
  <inkml:trace contextRef="#ctx0" brushRef="#br0" timeOffset="181600">16780 18140 10681,'-16'-16'1349,"3"3"-989,-1-1 0,11 2 0,22-2-271,3 1 1,11 0 0,7 0-720,6-1 1,2 1-464,-11 3 1,0 0 0,0 0 545,9-2 1,-2 1 0,-10 3 0,-3 2 0,2 0 0</inkml:trace>
  <inkml:trace contextRef="#ctx0" brushRef="#br0" timeOffset="182084">17422 17977 11131,'-11'1'1799,"1"-2"-1619,18-3 269,27-3-359,-11 3 0,2-1-45,0 2 0,0 0 45,2 2 0,-1 1 0,5 6-90,-1-1 180,-14 15-180,-23-3 45,-15 9 0,-4 1-45,-2-1 45,-2-2 0,3 1-45,10 8 0,6-7 0,12 15 45,13-16 0,4-2-45,5 11 0,0-6 0,2-1 0,7 8 0,-9-9 90,-4 14-90,-22-26 0,-17 20 0,-8-9 0,-1 0-90,-8-1-990,18-12 1080,0-1 0,17-19 0,10-9 0</inkml:trace>
  <inkml:trace contextRef="#ctx0" brushRef="#br0" timeOffset="182501">18251 18024 11670,'1'-33'2519,"1"10"-1350,-9 8-359,-4 13-540,-2-1 179,-22 24-1875,10 5 0,1 3 1471,3-8 0,1 3 45,2 7 0,0 5 0,6-2-1180,9 5 1,3-2 1089,-3 2 0,4-1-90,10 10 1,8-4-1,2-16 0,4-4 45,1 4 0,2-4 0,5-8 0,-2-5 45,0-9 0,-4-17 90,-33-8 0,0 1 1134,-13 3 0,-7 2-1179,0 8 0,-2 2-135,-5-1 0,-1 4-900,1 8 1,3 3 0,1 6-387,15 15 1376,21-17 0,9 6 0,4-7 0</inkml:trace>
  <inkml:trace contextRef="#ctx0" brushRef="#br0" timeOffset="183083">15186 19042 11400,'-22'-10'2069,"-5"-4"-899,9 3-811,11-3-44,33 2 0,13 3-225,-12 2 0,5 1-535,2 1 0,8 0 1,5 1-1,2-1 1,-2 1 489,-8 1 0,0 0 0,0 1 0,2 0 0,3 0 0,4 0-206,-7 0 1,3 0 0,3 1 0,2-1 0,2 1 0,1-1-1,1 1 1,0-1 0,0 1 0,-1 0 0,-1 0 0,-1 0 176,-1-1 0,-2 2 1,1-1-1,-2 0 0,1 0 1,0 0-1,0 1 0,1-1 1,0 1-1,2-1 0,2 1-126,-9-1 1,3 1 0,1 0-1,1 0 1,1 0 0,1 0-1,0 0 1,0 0 0,0 0-1,-1 0 1,0 1 0,-2-1-1,-1 0 1,-2 0 0,-2 1-1,-2-1 121,12 0 0,-3 1 1,-3-1-1,-2 1 0,0 0 1,-1 0-1,1-1 0,1 1-62,1 0 1,3 1 0,0-1 0,-1 0 0,0 1 0,-3-1-1,-3 0 1,-3 1 297,7-1 1,-5 0-1,-3 0 1,-1 0-69,0 0 1,-1 0 0,-2 0 790,25-1 1,-23 3-701,-36 0 2022,-7 0-2921,-11 4 2304,9 3-1675,9-1 0,-3-13 0,2-8 0</inkml:trace>
  <inkml:trace contextRef="#ctx0" brushRef="#br0" timeOffset="184667">18562 15682 9062,'12'-39'2788,"-1"-4"-2518,-4 21 360,7-11-91,15 5-404,-9 13 0,4 0 0,7 0 0,3 4-90,-6 5 0,0 5 45,-1 8 0,-6 7-45,-17 18 0,-11 7 15,-6-2 0,-5 2 0,-2 0-286,-3 2 1,-1 0-1,-2 1 248,4-8 1,-1 2 0,1-2-1,2-4-22,-2 4 0,3-1 0,3-1 0,9-1-427,28 14 427,-8-17 0,11-2 0,7-4 45,-3-11 0,1-4-45,-4 3 0,0-2-45,7-2 0,-1-3-1215,14-4 541,-12-1-1513,10-4 2232,-27-1 0,2-4 0,-3-2 0</inkml:trace>
  <inkml:trace contextRef="#ctx0" brushRef="#br0" timeOffset="185100">19290 15772 10771,'4'-17'899,"-1"-9"451,-7-4-451,-4-2-89,-18 8-451,-15 28-89,5 21 0,0 10-180,9-2 0,4 4-30,8 1 0,4 4 0,8-3-15,13 3 0,12-4-45,5-13 0,7-3 0,0-3-183,1-3 0,2-6 183,-2-7 0,4-4 0,-3-7 30,0-10 0,-2-7 0,-2-1-30,4-8 0,-5-6 0,-9-3 0,-5-6 0,-11 4 0,-17-2 0,-13 5-32,-1 12 1,-6 3 0,-1 7-104,-10 6 0,0 13-540,2 14 1,4 8 404,14-6 0,6 4-1369,8 19 1,9 1-1639,11-8 2887,-1-4 1,2-2-1,14 2 1,2 0 0</inkml:trace>
  <inkml:trace contextRef="#ctx0" brushRef="#br0" timeOffset="185551">20255 15718 11940,'-8'-13'360,"-8"-7"360,-4 1-451,-1 1 361,-9 1-90,3 14-450,-2 1 179,-3 17 1,0 6-90,3 3-90,-2 4 0,1 5 45,15 1 0,3-1-135,3-10 0,1 1 90,-1 12 0,9-1 0,16-9 0,4-3-90,3 9 45,9-9 0,8-8 0,0-20 0,2-8-45,1-2 0,0-3-136,0 0 1,-6-6 135,-7-12 0,-12-5 0,-16 0 0,-9-1 0,-3-6 0,-7 0-181,-2 17 0,-3 2 0,-1 4 181,-2 0 0,-4 6 0,-15 9 0,3 8 0,7 8-90,1 2 0,0 5-630,14 9 1,4 1 179,-7 8-899,14 3 0,10 0 1439,11-10 0,6-2 0,-2 3 0,3-1 0,6-2 0,0-1 0</inkml:trace>
  <inkml:trace contextRef="#ctx0" brushRef="#br0" timeOffset="185950">20829 15736 11041,'-7'-26'989,"-8"-6"270,-14-1-989,5 9 90,-12-2 270,0 33-540,10-1 0,3 8 0,1 7 44,8 7 1,4 3-45,-9 14 0,13-2 0,10 0-45,15-14 0,3-3 0,-7 0 0,1-2-45,13 0 0,5-8 45,3-17 0,0-6-45,-12 4 0,0-2 45,19-8 0,-3-11-45,-15-17 0,-9-8 0,-6 2 0,-7-3-1093,-7 2 1,-4-4 0,-4 6 1079,-4 4 1,-5 6 12,-9-2 0,-5 11-1017,1 26 1,-1 8 791,9-5 0,0 4-617,-17 14 1,-1 9 841,14 0 0,2 7 0,1-1 0,0-3 0,1-1 0,-1 3 0,2 1 0,0-1 0,0 1 0,0 0 0</inkml:trace>
  <inkml:trace contextRef="#ctx0" brushRef="#br0" timeOffset="186516">19247 16691 10411,'8'-30'630,"-2"10"-91,0-6 1350,3-7-989,-3 8 1079,2-15-1440,-10 27-359,-10 8 180,-20 30 0,-4 14-270,13-14 0,-1 3-366,-1 0 1,-2 6 0,-1 2 0,1 2 347,4-3 0,1 2 0,1 1 0,0-1 0,0-2-50,1-1 1,1-3-1,0 1 1,-1 3 22,-1-1 0,-1 3 0,-1 2 0,0 0 0,1-2 0,2-3 14,-8 10 1,3-4 0,-1 1 0,-1 1 0,1 1 0,0-1-90,3-6 0,1-1 0,4-5-149,-5 10-811,10-18 360,8-25-1348,5-12 1258,-3 3-2158,6-15 2878,-3 10 0,2-6 0,0 0 0</inkml:trace>
  <inkml:trace contextRef="#ctx0" brushRef="#br0" timeOffset="186868">18462 17459 10951,'-6'-29'2428,"1"4"-1618,3 3 629,1 7-1079,0 25 90,-2 17-360,1 8 89,0-3 1,0 1-90,2-5 0,-1-1-45,1 0 0,0 2 45,0 2 0,2-2 90,8 5-90,25-14-45,-7-19 0,2-7-45,-3-2 0,1-3-90,13-11 0,0-1-270,-16 7 0,-1 0 180,1 0 1,0 0-1460,-1-1 1,-3 1-1639,-5 3 3228,8-5 1,-9 11 0,0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29:46.726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1885 9913 8882,'5'-9'989,"2"2"-539,10 6-90,7 2 90,25-2-316,-23 3 1,3-1-45,4 1 0,4-1 0,-2 0-366,0 1 0,1 0 336,3 0 0,5-1 0,3 1-6,-9-1 0,1 0 0,2 1 0,0-1 0,1 0-531,1 0 0,0-1 1,1 1-1,2-1 0,3 1 499,-5 0 1,2 0-1,3 1 1,1-1-1,0 1 1,2-1 0,0 0-1,-1 1-13,-6-1 0,0 0 0,2 0 0,0 0 0,0 0 0,0-1 0,-1 1 0,0 0 0,-1 0 0,-2 0-347,10 0 1,-3 1 0,0-1 0,-1 0 0,0 0 0,-1 1 0,1-1 337,1 0 0,1 1 0,1-1 0,-1 0 0,-2 1 0,-3-1 0,-4 0 22,3 1 1,-3-1 0,-4 0-1,1 0-372,5 1 0,-1 0 1,2 0 349,-4-1 0,2 0 0,0-1 0,-2 1-178,3 0 0,-1 0 0,1-1 178,-6 1 0,1-2 0,1 1 0,2 0-45,-2-1 0,2 1 0,1 0 0,-1 0 0,-3-1 45,0 1 0,-4 0 0,2 0 0,3 0 0,0 0 0,5-1 0,1 1 0,1 0 0,-2 0 0,-4 0 272,2 0 1,-4 0 0,-1 0-1,4 0-254,6 0 0,3 0 0,2 0 0,-2 0 0,-4 0 100,-6 0 0,-3 0 0,0 0 0,1 0-118,9 0 0,3 0 0,-1 0 0,-4 0 0,-5 0 0,-3 0 0,3-1-185,3 1 0,4-1 1,0 0-1,-4 0 185,-2 1 0,-3-1 0,2 0 22,-4 0 1,1 0-1,2-1 1,-2 1-53,11-1 0,-1 1 0,-1-1 60,-12 1 0,-1 1 0,3-1-27,2 0 0,2-1 1,2 1-1,0 0 19,4 0 1,2 1 0,-1 0-1,-4 0 11,-4-1 1,-3 1 0,4 0-16,-1-1 0,3 1 0,2 0 0,-1 1 0,-2-1-18,2 1 0,-2 1 0,-1-1 0,-1 1 29,0-1 1,-1 0 0,3 1-30,3 0 0,3 0 0,1 0 0,-1 1 0,-4-1 0,0 1 0,-2-1 0,-1 0 0,1 1 0,-3-1 0,4 1 7,3 0 1,3 0 0,1 1 0,0-1-8,-9-1 0,0 1 0,0-1 0,-1 0 0,-3 1-6,8-1 0,-4 1 0,5 0 6,-5-1 0,4 1 0,1-1 0,1 0 0,-3 0 22,2-1 1,0-1-1,-1 1 1,-3-1-23,2 1 0,-2 0 0,4-1 0,-6 0 0,3 0 0,2 0 0,0 0 0,-1 0 0,7-1 0,0 1 0,-1 0 0,-2 0 0,1 0 0,-2-1 0,3 1-34,-8-1 0,3 1 0,2 0 1,0 0-1,0-1 52,2 0 0,2 0 0,0-1 0,-1 0 0,-4 1-75,-4 0 0,-4 0 1,1 0-1,4 0 57,0-1 0,3 1 0,3-1 0,0 0 0,0 0 0,-4 0 0,2 0 0,-1-1 0,-2 1 0,-1 0 0,-1 0 0,-2 0 0,-3 0 0,1 0 0,2 0 0,6-1 0,4 1 0,1-1 0,0 0 0,-2 1 18,-6 0 0,-1 0 0,0 0 0,-1 1 0,-2-1-18,-1 0 0,-3 0 0,2 0 0,2 0-23,2 0 1,3 0 0,3 0 0,0 1 0,-1-1 0,-2 0 40,-2 1 0,-1-1 0,-1 0 0,1 1 0,1-1-107,-1 1 1,2 0 0,1 0 0,-1 0 0,0-1 0,-2 1 88,2 0 0,-1 0 0,-1-1 0,0 1 0,1 0 18,5 0 0,1-1 0,0 1 0,0 0 0,-2 0 45,2-1 0,-2 1 1,0 0-1,-1 0-63,1 0 0,-1-1 0,1 1 0,2 0 159,-8 0 1,2 0 0,0 0 0,1 0-1,0 0 1,-1 0-142,6 1 0,0-1 0,0 1 0,-1-1 0,-1 1-29,-5-1 0,-2 1 0,0 0 0,1-1 0,3 1 11,2-1 0,4 1 0,1 0 0,0-1 0,-2 1 0,-4 0 116,1 0 0,-3 0 1,-1 1-1,0-1-116,2-1 0,-2 1 0,2-1 0,1 1 18,-2-1 0,1 1 0,1 0 0,-1 0 0,0-1 150,5 1 1,-1-1 0,0 1 0,2-1-151,-6 1 0,1 0 0,1-1 0,1 1 0,1-1-18,-2 1 0,2-1 0,1 1 0,-1-1 0,-1 0 0,-4 1 0,3-1 0,-4 0 0,-1 1 0,1-1 45,3 0 0,2-1 0,-3 1 0,-6-1 363,3 1 0,-5-1-363,-1-1 0,-5 0-45,0 1 1423,3-1-1423,1 3 0,-7-1 45,8 1 0,5 1-45,7 0 0,1 0 925,-7 0 0,0 0-925,-6 0 0,0 0 0,2 0 0,2 0 0,0 1 0,0-1 0,5 1 0,3-1 0,-3 1 0,5 0 0,0 0 0,-7 0 0,-1-1 0,0 1 0,8 0 0,5 1 0,-7-1 0,-18-1 0,0 1 0,10 0 0,6 1 0,-2 0 191,3-1 0,-2 0-191,0 2 0,0-1 0,4-1 0,-1-1 0,-17 1 0,-1-2 0,6 0 0,1 0 0,-5 0 0,-1-1-90,13-2 400,-6 1-310,-9-1 1035,-1 0-1035,-4 1 0,-4 1 0,-6 0 0,-3 2 0,4-1 0,-3 1 0,6 0 0,6 1 0,-4-1 0,7 2 0,-10-1 0,-4 0 0,1-2 0,-5 0 0,4 0 0,-5 1 0,5-1 0,-4 1 0,4 0 0,-5 0 179,0 0-89,-14-3-90,6 0 0,-13-2 0,12 1-359,-3 0-2918,-8-2 3264,-7 1 0,-9-2 0,-4 0 0</inkml:trace>
  <inkml:trace contextRef="#ctx0" brushRef="#br0" timeOffset="15617">14821 10988 8162,'15'-3'810,"-2"1"-180,1 2 179,8 0-719,-2 0 450,20-1-271,-7 0 1,7-1-144,-4 0 0,6 0 0,4-1 0,0 1 0,-3 0-625,-2 0 0,-3 0 1,1 1-1,6-1 544,-4 0 0,3 0 0,4-1 0,2 0 0,2 0 0,-1 0 0,1 0 0,-2 1-312,-4-1 0,-1 1 0,0 0 0,1 0 0,0 0 1,0-1-1,1 1 0,0 0 0,1 0 283,-3 0 0,0-1 1,0 1-1,1 0 1,0 0-1,1 0 0,0 0 1,1 0-1,0-1 1,1 1-1,0 0-138,-4 1 1,2-1 0,1 0 0,1 0 0,0 0 0,0 0-1,1 1 1,0-1 0,-2 0 0,0 0 0,-1 1 0,-1-1-1,-3 1 1,-1-1 132,10 1 0,-3-1 1,-3 1-1,-1-1 0,0 1 1,0-1-1,1 1 0,3 0-97,-3 0 1,2 0 0,2 0 0,1 0 0,-1 0 0,1 0 0,-3 0-1,-1 0 1,-2 0 0,-4 0 103,10 0 0,-4 0 0,-3 0 0,-1 0 0,3 0 132,2 0 0,2 0 0,0 0 1,-2 0-1,-3 0-38,0 0 1,-2 0-1,-4 0 1,-5 0 21,-3 0 1,-6 0 1558,5 0-1513,-20 1 2306,-6 2-2576,-2 2 1699,-3 6-3048,0 4-313,-1 2 1752,0-1 0,-4-2 0,-3-2 0</inkml:trace>
  <inkml:trace contextRef="#ctx0" brushRef="#br0" timeOffset="18966">24991 10938 6543,'-18'-1'1170,"5"1"-721,-6 1 271,4-1-360,3 0 269,1 0-89,4 0 539,1 0-719,23-6-90,20-1-180,2 2 0,9 0 0,-2 0-704,2 1 0,3 0 614,-13 2 0,4 1 0,4-1 0,1 1 0,1 0-410,-6 0 1,2 1 0,2 0-1,0 0 1,0 1 0,-1-1-1,-2 0 428,5 0 0,-3 0 0,0 1 0,2-1 0,5 0-18,-10 1 0,2-1 0,3 1 0,2 0 0,1 0 0,1 0 0,0 0 0,0 0 0,-1 0 0,-1 1-189,-3 0 0,-1 0 1,1 0-1,-1 0 1,0 1-1,1-1 0,-1 1 1,1-1-1,1 1 1,0-1 188,0 0 0,0 1 0,0-1 0,0 0 0,1 0 0,0 1 0,1-1 0,0 0 0,0 1 0,2-1 0,0 1-95,-6-1 1,3 1-1,0 0 1,1-1 0,0 1-1,1 0 1,0 0-1,0-1 1,0 1 0,-1 0-1,-1 0 1,-2-1 0,0 1-1,-2-1 95,5 1 0,-1 0 0,-1-1 0,-1 1 0,-1-1 0,-1 1 0,0-1 0,-1 0 0,0 1 0,0-1-38,4 0 0,-1 0 0,0 1 1,-1-1-1,-1 0 0,-1 0 0,-1 0 1,-1-1 73,10 2 0,0-1 0,-3-1 0,-3 1 0,-6-1 580,8-1 1,-5 0-528,5 0 1,-3 0 847,-14-1 1,-4 0-669,4 0 2310,2-1-2489,-6 2 2043,-12 0-2133,-4 2 325,-1 2-2394,-4 1 1350,-1 4 719,-9 0 0,-7 0 0,-4-1 0</inkml:trace>
  <inkml:trace contextRef="#ctx0" brushRef="#br0" timeOffset="20850">2314 11920 8702,'-14'1'180,"10"2"360,19 0-360,1 0-1,8-4 1,6-1 0,8-2 0,5-2 0,5 0-744,-10 2 0,3-1 0,1-1 0,3 1 0,3-1 609,-4 2 0,3-1 0,3 0 0,1-1 0,1 1 0,-1 0 0,-2 0 0,-3 1-311,1-1 0,-2 0 1,-1 0-1,0 0 0,1 1 1,2 0 287,-2 0 1,2 0-1,0 0 1,2 0-1,0 1 1,1-1-1,1 1 1,1 1-7,-8 0 0,1 1 1,1 0-1,0 0 0,1 0 1,0 0-1,0 1 0,1 0 1,0-1-1,0 1 1,0 0-161,-3-1 1,1 1-1,-1 0 1,0 0 0,0 0-1,0 0 1,1 0-1,1 0 1,1 0 0,1 0-1,1 1 1,1-1 153,-7 0 0,2 1 0,2-1 0,0 1 0,1-1 0,1 1 0,1-1 0,0 1 0,1 0 0,-1-1 0,1 1 0,-1 0 0,0 0 0,0 0 0,-2 0 0,0 0 0,-1 0 0,-2 0-91,5 1 1,-1-1 0,-2 1 0,1-1 0,-2 1 0,0 0 0,0 0 0,0 0 0,0 0 0,-1 0 0,1 0 0,1 0 0,-1 0 0,2 1 92,-1-1 0,1 0 0,1 1 0,1-1 0,0 1 0,0-1 0,0 1 0,0 0 0,-1-1 0,0 1 0,-2-1 0,-1 1 0,-2 0 0,-1-1 0,-2 1-41,11 0 0,-3 0 0,-3 0 0,-1 0 0,-2 0 0,1 0 0,1 0 0,0 0 29,4 1 0,2-1 0,-1 1 0,1-1 0,-1 1 0,-1-1 0,-2 0 0,-3-1 13,7 1 0,-2-1 0,-3 0 0,-2 0 0,0 0-13,0 0 0,-1 0 0,-1 0 0,2 0 18,1 0 0,3 0 0,0-1 0,-3 0 0,-7 1 616,10-1 0,-5 1-499,6-1 0,-2 0-45,-14 0 0,-4 0 0,-6 0 1623,-2 0-1623,-10-1 2130,1 0-2130,1 0 3186,-4 1-6553,0-1 642,-12-5 2635,0 3 0,-13-5 0,1 4 0</inkml:trace>
  <inkml:trace contextRef="#ctx0" brushRef="#br0" timeOffset="26100">11485 11241 10591,'4'-10'90,"-1"1"270,1 0 449,3 0-359,3 5 0,6 6-90,9 28-181,-9 2 1,0 6-120,-4-6 0,1 2 0,-1 1-30,0 1 0,-1 1 0,0-1 30,-2 0 0,1-1 0,-2-2-60,2 1 0,-2-3 180,0-2 0,0-4 90,6-6-90,11-34-135,-8-14 0,-1-9-23,-3 5 0,0-4 1,1-1-1,-2 2-258,0 0 1,-1 2 0,0-2 235,0 0 0,-1-2 0,0 0 0,-1 4 45,2-12 0,-2 5-45,-2 10 0,0 1-45,0-7 0,-1 4-1034,-3 13 629,4 6-2827,7 22 2612,-2 4 0,11 13 0,-6-10 0</inkml:trace>
  <inkml:trace contextRef="#ctx0" brushRef="#br0" timeOffset="26767">12639 11060 11580,'-12'-14'630,"4"5"-360,-12 0 180,-18 16-270,9 1-91,-5 8 1,-1 8 0,13-1 0,1 4 0,0 0-60,-1 3 0,-1 0 0,2 3 0,-3 10 0,1 3 0,4-1 30,8-11 0,3-1 0,2 0-60,0 16 0,7-4 0,10-10 0,4-4 90,8 1-180,17-9 90,-15-26 0,-1-4 0,20-9 0,-16-1 0,-3-3 0,-3-4 0,-15-7 0,-23 7 0,5 6-90,-17-5 0,11 12-270,24-1 180,13 2 91,16 3-1,-8 2 0,1 2 0,12-3 90,1 1-90,2 4 90,-26 12 0,-2 23 90,-12-6-90,-7-3 0,-2 2 0,2 1 0,0 0 0,-1 12-45,4-5 0,5 0-1305,17 5-1927,9 0 3129,0-15 1,2-19-1,-8-7 1</inkml:trace>
  <inkml:trace contextRef="#ctx0" brushRef="#br0" timeOffset="27450">13379 11112 10501,'3'-22'1709,"-1"7"-1079,-6-4 179,-28 30-449,3 13 0,-2 7-240,5-4 0,-1 2 0,1 3-940,2 1 1,1 3 0,1 0 0,2-2 644,2-3 0,3-2 0,0 1 205,1 4 0,1 1 0,4-1 534,8 4 1,5-2-520,0-5 0,4 0-45,7 8 0,5-7 90,20-8-90,-2-11-45,-14-19 0,0-6 45,-4-4 0,-2-1 0,2 1 0,-1-2 0,2-13 0,-5-2 0,-11-11-45,-9 12 0,-4 0 45,-18-9 0,-4 12 0,3 13-90,18 12 3366,8-1-3160,30 6-116,-3-1 0,4 1 0,4-1-45,0 0 0,0 0 45,2 1 0,1 0 0,6 2 0,-3 2 90,-1 2-90,-5 15 90,-30 13 0,-6 15-45,-4-14 0,-3 1-45,-2 10 0,3-19 0,2-1-180,5 10 0,0-12-1079,11 10-2018,9-25 2457,-2 2 1,13-14 0,-8-4 0</inkml:trace>
  <inkml:trace contextRef="#ctx0" brushRef="#br0" timeOffset="27700">14168 11605 12390,'6'7'3148,"-6"7"-2608,-10 13 0,-7 5-361,2-3 1,-2 2-360,0-2 0,-1 2 1,0-2-991,-2 3 1,1-3-270,-8 12-1838,10-14 2814,13-18 1,-1 2-1,3-7 1</inkml:trace>
  <inkml:trace contextRef="#ctx0" brushRef="#br0" timeOffset="28169">14892 11377 10951,'-7'-16'989,"3"5"-359,0 1 359,2 5-449,11 46-405,-8-17 0,1 2-90,2 8 0,0 3 45,-4 10 0,-4 1 0,1-9 0,-2-1-270,1 7 0,-1 0-540,1-9 1,0-3 719,-1 8 0,3-25 0,1-8 0</inkml:trace>
  <inkml:trace contextRef="#ctx0" brushRef="#br0" timeOffset="30233">14862 11354 11580,'0'-18'1440,"13"-3"-1081,13 12-134,7 0 0,5 1-135,-8 3 0,2 2 0,11 0 0,-2 6-90,0 15 45,-35 12 0,-8 5 0,-9-2 0,-6 0-45,-3-1 0,-3 3 0,-1-4-1003,-2 1 1,1-4 1002,2-4 0,3-3 0,-1 6 0,16-16 0,11 0-90,13-12 90,17-10 0,-4-1 0,-5 1 2005,-9 9-2005,-8 9 0,2 0 90,4 20-90,-2-4 45,-1-1 0,3 0-45,17 10 90,-3-6-90,-7-16 0,2-4 0,19-6 0,3-2 45,-5-11 0,-1-7-45,-13 2 0,-1-4 0,-2 1 0,2-4 0,-5 1 0,-4-3 0,-4-1 0,2-16 0,-29 17 0,-18 29 0,-10 12 0,16 7 0,2 6 0,7 2 0,5 2 0,5 4 0,7-2 0,5-7 0,5-3 0,9-4 0,5-5 0,7-9 0,3-8 30,-2-6 0,1-5 0,0-2-242,0-3 1,0-2-1,-1-3 212,4-6 0,-1-4 0,-3 3 0,-4 0 0,-4 2 0,-2-1 0,-4 3 0,-6 4 0,-4 8 0,-3 17 0,-9 29 0,1 1 0,1-5 0,3 1 0,4 14 0,2-1 362,-2-13 1,2-1-363,4 11 0,-4 8 0,-10-11 0,-24-10 0,5-14 0,-19-4 0,8-5 0,8-1-90,-4 0-90,17 0 90,13 1 0,18-3 90,2 0-90,20-6 45,-15-2 0,0-1 45,14-6 0,-2-4 0,1-5 0,-12-3 0,-1-2 45,3-1 0,-2-2 45,-2-4 0,-5 1 0,-1-1 0,-9 6 0,-8 23-90,-1 18 90,-8 22-90,-1 4 0,-2 3 0,0-5 0,0 1 44,-3 7 1,1-3-45,0 0 90,0-6 270,8-23-360,6-12 180,24-39-180,-4 8 0,3-2 0,-2 1 0,2-1 30,-2 5 0,2 0 0,-2 3-30,-1 3 0,-1 3 0,0-2 0,0 2 0,17-2 90,-24 28-90,8 22 0,-9 17 0,-3-2 0,-3-14 0,0-1 90,9 9-90,1 0 0,-2-17 0,4-4 0,14-7 0,4-9 0,4-7 0,-6-9 0,1-6-1093,-6 0 1,2-4 0,-5 0 1034,-1 0 1,-4-1 12,-1-4 0,-7 1-270,-19 0 315,-1 10-90,-22 6 90,6 24 0,-3 8 0,-3 6 0,1 5 0,0 2 0,3 3 1618,7 5 0,8 0-1618,11-9 0,6-4 235,7-1 1,4-6-191,4-5 0,3-6-45,15-9 0,3-10 0,-14 0 0,-1-3 0,1-5-820,0-3 1,1-5 0,0-1 0,-3 1 750,-1 2 1,-2 0 0,-1-4 45,-1-4 1,0-6-1,-2-1 1,-4 2-42,-4 2 1,-4 0 0,1 1 33,1-2 0,0 0 0,-1 2 75,1-9 0,-5 9-45,-8 18 179,-9 35 1,-2 12 0,-3 8 0,2-2-135,0-1 0,0 1-26,1-3 1,-1 5 0,0 1-1,2-1 131,-2 12 0,1 0 0,2-2-90,2-8 0,0-1 0,1 1-15,2-1 0,0 3 0,2-2 0,1-7 1534,2-3 0,4-4-1759,14 13-1529,13-39 720,-6-4-451,-3-8 1,0-5 1439,-5-8 0,-2-4 0,-1 5 0,0-1 0,-1-7 0,0-1 0</inkml:trace>
  <inkml:trace contextRef="#ctx0" brushRef="#br0" timeOffset="30417">17379 11491 11400,'-9'1'360,"-1"1"720,4-1-721,10 3 1,10-3-180,29-3-360,-10-1-495,-3 0 1,2-2 674,0-1 0,1 0 0,-2 1 0,0 0 0,7-2 0,0 0 0</inkml:trace>
  <inkml:trace contextRef="#ctx0" brushRef="#br0" timeOffset="30633">18333 11592 12660,'-5'12'2338,"-4"5"-1708,-8 10-315,1-3 0,-1-1-315,-6 11-225,6-10 0,-2-1-1414,-5 0 1,1-3 1052,-10 9 0,7-10 0,1-2 0,1-5 1</inkml:trace>
  <inkml:trace contextRef="#ctx0" brushRef="#br0" timeOffset="32451">18893 11421 9691,'-4'-17'1620,"1"6"-1081,6-2 361,11-4-630,12 1-91,5 4 1,6 0-90,3 4 0,0 2-45,-4 0 0,1 1-135,2 1 0,-2 0-809,3 0 899,-3 0 0,-27 5 0,-23 1 0</inkml:trace>
  <inkml:trace contextRef="#ctx0" brushRef="#br0" timeOffset="32716">19159 11394 12750,'7'29'539,"-4"1"1,-2 6-450,-1-3 0,0 2 0,-1 1-30,-1 1 0,0 1 0,0-1-180,0 1 0,-1 0 0,0-4-600,0 1 1,0-4 719,0-4 0,1-3 0,0-1 0,-1-7 0</inkml:trace>
  <inkml:trace contextRef="#ctx0" brushRef="#br0" timeOffset="32950">19000 11973 10951,'19'4'1619,"27"-5"-3258,-3-1 1,2-1 446,-7-1 0,0-1 112,1-2 1,2-1 0,-4-1 1120,-8 0 1,-1-1 0,13-4 0,-2-1 0,3-9 0</inkml:trace>
  <inkml:trace contextRef="#ctx0" brushRef="#br0" timeOffset="33433">19632 11686 11490,'-11'-1'1889,"5"4"-1619,4 4 270,5 13 90,-2 18-451,-1-12 1,-2 1-90,-1 1 0,-1 1 45,-2 0 0,-1-1-45,-4 6 90,2-7-180,9-26 0,22-37-45,-5 10 0,3-4 45,0 1 0,2-3 0,0 3 0,-1 0 0,0 2 0,2-2 0,-1 5-90,1 14 90,-8 4 0,2 21-90,-14 16 90,-1-4 0,-1 1 0,-2 12 0,0-13 0,2 0 0,2-1-90,1 0-899,11-3-2288,15-19 2926,5-5 1,9-13 0,-9-6 0</inkml:trace>
  <inkml:trace contextRef="#ctx0" brushRef="#br0" timeOffset="33717">20313 11655 13289,'-14'-1'1709,"-21"11"-1529,17-2 180,-22 17-45,18-2 0,2 2-135,-7 11-45,10 1 0,5-1-135,13-10-450,22 9-765,3-29 1,4-3-135,12 4-290,0-7 1,-1-3 982,-3-5 1,-10 1-1,0-2 1,13-8 0</inkml:trace>
  <inkml:trace contextRef="#ctx0" brushRef="#br0" timeOffset="35033">20640 11689 12030,'-29'16'1529,"4"3"-989,5 3 0,15-1-271,17-9-179,2-4 90,17-11 0,0-11-180,-1 0 0,-7-6 0,-3-3 0,-4-10-90,-6-16 90,-27 28-45,-7 23 0,-4 7 45,-9 9 0,9 5 0,3 5 0,13-3 0,4 0 0,-7 13 0,11-10 0,7-1 0,26 4-45,-6-15 0,5-3 45,5-2 0,4-7-60,-3-8 0,2-6 0,-2 0 15,-3 1 1,0-3 14,1-7 0,3-4 0,-5-1-60,-4-3 0,-4-1 45,4-3 0,-2 0 45,-7 7 0,-5 3 0,-1-5 90,-18 43 0,-2 9 0,-4 15 0,-1 7 44,2-4 1,2 0-246,0-2 1,0 1 200,3 0 0,1-1-1,2-10 1,1 0 0,0 2 0,0 0-135,1-3 0,-1-6-45,-3-8-179,3-25 269,-1-12-270,7-26 180,4 15 0,1-3 45,3-4 0,1-2-1042,2 3 0,2-1 1,-1 3 1086,-1 3 0,1 1 0,11-11 0,2 2-65,-12 19 1,0 2 64,0-1 0,2 1 0,0 0 0,1 3 0,11-2 90,10 4-90,-5 24 3276,-18 19-3137,-19 0 0,-6 2-139,-8 9 208,0-14 0,-5-2-118,-4-8 0,-1-3-90,-19 8-45,14-11 0,1-3-674,3-8-361,18-16-89,27-6 809,3 0-225,7 6 1,4 0 359,-5 3 0,2 0 285,3-1 0,2-2 0,-1 0 165,8-4 0,0-3 44,-7 2 1,1-1 0,-5 1-348,-3 2 1,-2-2 256,-1-2 1,0-3 0,-2 0 248,2-9 1,-2 0-24,1-4 0,-2 1-180,-1 2 0,-3 4 314,-2-4-449,-11 34 0,-10 27 0,-7 13-90,-1 10-92,2-6 1,-4 8 0,2-2 150,1-6 1,2-1 0,0 1-47,0-1 1,0-1 0,1 2 16,0 8 0,1 2 0,3-9-30,2-14 0,2-3-180,2 8 1,4-5-2340,11-13 1170,-4-6 1349,16-19 0,-14-11 0,8-13 0</inkml:trace>
  <inkml:trace contextRef="#ctx0" brushRef="#br0" timeOffset="35217">21663 11537 11221,'7'-3'1619,"-3"0"-1080,28 2-179,5 0-270,-2 0-135,-6 0 0,0 0-1934,13-2 180,0 1 1799,-2-1 0,-19 2 0,4 0 0</inkml:trace>
  <inkml:trace contextRef="#ctx0" brushRef="#br0" timeOffset="35450">22111 11565 11850,'-5'18'2429,"-2"9"-1889,0 8-226,2-8 1,0 0-225,-1 10-180,-1 7-3187,1-15 2792,3-9 0,0-1 0,3-16 0</inkml:trace>
  <inkml:trace contextRef="#ctx0" brushRef="#br0" timeOffset="35650">22253 11156 11760,'-3'-14'990,"-1"-4"89,1 5 0,-2 0-1438,0 15-2918,5 12 2457,-1 2 1,7 7 0,0-9 0</inkml:trace>
  <inkml:trace contextRef="#ctx0" brushRef="#br0" timeOffset="36483">22441 11533 13289,'-2'9'3276,"-5"3"-1604,1-5-953,-21 21-449,4 3-405,4 0 0,1 1-135,-2 8-45,12-11 1,3-1-226,9 0-90,12 4 271,11-19 179,16-25 90,-23-2 0,-1-5 45,0-9 0,-4-1 135,2-10-90,-8-3 0,-8 14 0,-1 9 0,5-9 0,-3 20 0,9-4 90,14 1-90,-7 3 0,19-9 0,9-3 0,-7 3 45,-13 5 0,-1 3-45,-1 8 0,-12 23 0,-10-1 0,-9 22 0,0-18 0,0-1 90,-5 17 0,3-14 0,4-3-90,10-12 179,23-24-134,7-12 0,4-5-45,-2 3 0,2 0 0,-10 5 0,1 1 0,-2 4 0,0 6 0,-4 6 0,7 11 0,-19 37 0,-8-11 0,-6-2 0,-1 0-539,2 10-1100,3-12 1,1 0 147,3 6 1491,23 1 0,-2-26 0,15 5 0</inkml:trace>
  <inkml:trace contextRef="#ctx0" brushRef="#br0" timeOffset="36650">23581 11786 14729,'-10'12'1529,"-4"5"-1169,6-4 89,-14 17-1798,2-2-90,-3 2-1838,-10 5 2457,21-23 1,-6 5 0,15-16 0</inkml:trace>
  <inkml:trace contextRef="#ctx0" brushRef="#br0" timeOffset="37900">24204 11389 9961,'2'-12'2069,"7"-2"-1799,-1 7 90,3-1 629,-2 10-809,-3 1 180,5 13-1,-9 10 1,-2 4-270,0 9 0,-1-1 0,-3 3 45,-4-10 0,0-3-135,-3 16 45,3-17 0,-1-1 135,-5 7-90,3-12-90,-9-7-90,12-18 90,-3-18-45,9-8 0,3-3 45,-1-12 0,3 0 0,1-4-45,3 4 0,1 3 45,-3 10 0,1 1-45,4-13 0,4 11 45,4 26 0,23 33 0,-16 4 0,-4-1 0,0 4 0,-4-1 0,0-1 0,-2-4 0,0 0 0,4 7 0,0-2 0,1-2 0,-5-11 0,2-12 0,6-15 0,15-18 0,-18 9 0,0-2-45,1-6 0,-2-2 45,-4 3 0,-1 1 0,6-19 0,-5 6 0,-8 18-90,2-2 90,0 12 0,5 4-90,8 22 90,-7-2 0,2 26 0,-11 6 0,-2-11 0,-2-6 0,-2 0-90,0 6-539,0 5-900,5-3 899,-1-22-1979,5-1 2609,-2-12 0,0 0 0,1-2 0</inkml:trace>
  <inkml:trace contextRef="#ctx0" brushRef="#br0" timeOffset="39133">25079 11685 10951,'9'-15'2428,"-2"0"-1438,-4 8-720,-10 9 179,-9 19-269,-8 13-90,10-8 0,2 0-90,-3 6-180,6 8-90,10-23 91,2-1-181,9-7-90,8-18 180,7-17 90,-3-12 135,-15 10 0,-4 0 0,-7 2 0,-3 1-45,-6-17-89,-1 8-91,16 17-180,23-4 360,-5 11 0,2-2 0,16-12 0,0-3 90,-14 10 0,-1-1-45,9-12 0,-2-4 270,-9-2 0,-4-1 0,-4 9 0,0 1 44,4-12 1,-4 8-270,-11 20 270,-10 53-270,-3-4 30,3-7 0,-1 6 0,0-1 15,-5 10 0,0 1-87,3-13 1,0 2 0,-1-1 41,-1 3 0,-1-1 0,0-3 45,1-3 0,0-3-45,-6 12 90,9-26-90,11-17 0,15-20-45,-1 4 0,0-1 45,14-16 0,-11 15 0,1 2-90,7 2 90,-2 1 124,8 10-124,-14 15 0,-1 0 0,-8 18-90,-21 9 90,-9 9 0,7-23 0,-2-1 0,-15 12-180,14-20 90,10-10 0,32-17 90,20-1 0,-10 4 0,3 0-30,-7 4 0,2 2 0,0-1 30,-2-1 0,1-1 0,-1 0 0,1-1 0,0-1 0,-2-1 0,4-5 0,-4-1 90,-6 0 0,-5 0-90,-1-2 180,-6 3-180,-16 22 0,-4 16 45,-2 3 0,0 4-45,0-1 0,2 1 0,2 8 0,1 0 90,3 2-180,12 0-360,8-20 91,-4-7-2700,17-8 3059,-12-15 0,9-11 0,-4-6 0</inkml:trace>
  <inkml:trace contextRef="#ctx0" brushRef="#br0" timeOffset="39400">26054 11286 11760,'2'-11'-2158,"0"2"2158,-3 24 0,3-10 0,-3 16 0</inkml:trace>
  <inkml:trace contextRef="#ctx0" brushRef="#br0" timeOffset="40216">24453 11644 10771,'-22'-10'360,"11"5"-91,-5-4 451,11 6-540,8-2 360,25 2-226,12 2 1,8 2-225,-5 0 0,5 0 0,4 1-611,-12 0 1,4-1 0,3 1 0,0 0-1,-2 0 1,-3 0 542,4-1 1,-3 1-1,0 0 1,3-1-8,-6 1 0,3 0 0,1-1 0,0 1 0,-2-1 0,-1 0-560,6 0 0,-1-1 1,-2 0-1,-3 1 545,3-1 0,-4 1 0,3 0 0,-4-1 0,3 1 0,-2-1 0,-6-1-944,-3-1 0,-6 0 134,1-1 810,-43-3 0,-7 4 0,-6 1 0,-11 0 0,0 0 0</inkml:trace>
  <inkml:trace contextRef="#ctx0" brushRef="#br0" timeOffset="40584">24234 11828 11311,'0'-5'3148,"31"-3"-2789,7 1 1,10 1-180,-10 3 0,5 0 0,3 1 0,2 0 0,-2 1-836,1 0 1,-1 0-1,2 1 1,1 0 0,3 0 604,-11 1 1,3-1-1,2 0 1,1 1-1,0 0 1,1-1-1,-1 1 1,-2 0-1,-1-1 63,2 1 1,-1 0 0,-2 0 0,1 0 0,-1 0 0,0-1 0,2 1-2,-1 0 0,2 0 0,0 0 1,1-1-1,-1 1 0,-2 0 1,-3-1-1,-3 1 11,8-1 1,-6 0-1,-1 0 1,0 0-23,1 0 0,2-1 0,-3 1 0,-5-1 462,2 0 1,-5-1-733,-5 1 0,-2 0-2878,18-3-129,-52-2 2895,1 4 1,-25-3 0,8 3 0</inkml:trace>
  <inkml:trace contextRef="#ctx0" brushRef="#br0" timeOffset="41983">26794 11420 10861,'1'-17'1259,"3"-5"-359,-1 0 269,2-1-719,0 11-270,1 19-1,-3 18 1,-2 7-90,3 13-60,-4-11 0,-1 5 0,-1-2 105,-1 6 0,-1-2-135,1 3 0,-1-1 90,0-3 0,1-5 0,-1-6 90,2-9-180,3-48 0,0-18 0,-1 11 0,0-2-426,0-7 1,0-5-1,0 4 426,0-1 0,0 5 0,-2 7 0,2 3-90,5-9 90,2 25 90,15 24 0,2 9 0,5 12-60,-9-7 0,4 5 0,0-1 0,1 2 0,2 1 0,1 0-466,2 0 1,1 1-1,0-1 466,-2 0 0,0-1 0,1-2 0,4 0 0,0-1 0,-4-6-479,9 2-541,-8-7 1,-3-7-2071,-7-15 3060,-9-14 0,-12-13 0,-4-3 0</inkml:trace>
  <inkml:trace contextRef="#ctx0" brushRef="#br0" timeOffset="42216">27389 11362 11041,'-2'-16'1439,"0"1"-1259,4 40 180,2 11-226,-1 10 1,1 6-75,0-18 0,1 0 0,-1-1-263,0 13 0,1 0 23,1-11 0,1-1 0,1-3-1349,0-3 0,0-2 359,1 3 1,0-2 1059,7 7 1,-2-18 0,2 1 0</inkml:trace>
  <inkml:trace contextRef="#ctx0" brushRef="#br0" timeOffset="44150">27812 11752 11490,'-1'-13'900,"-4"-7"-360,-3 5 539,-20-11-629,0 18-226,0 8 1,-2 7-135,5 6 0,1 3-45,2-1 0,1 2-45,1 11 0,6 2-180,8-2 45,4 2 1,6-1-136,13-7 90,18-3 90,-11-20 0,10-18 0,-6-19 90,-7 10-45,-6 4 0,-2 0-45,0-2 0,-2 6 90,-3 17 0,-4 20 0,-2 4 0,5 17 0,2-12 0,0 2 0,14 0 0,-1-20 0,23-7 0,-16-8 0,-7-5 0,0-6 45,-1-8 0,-2-3-90,-4 9 0,0-2 45,6-17 0,-3-2 90,-4-2-135,-7 18 0,0 1 45,1-6 0,-2 28 0,-1 19 0,3 15 0,-1-6 0,0 1 0,6 21 0,-5-17 0,-1-1 0,0 4 0,-3 4 0,-11-10 90,-1-4-90,-5 3 0,3-13 0,2-3-90,5-2 90,8-2 0,12-5 0,18-7 0,-13-4 0,2-3 0,13-12 0,2-4 0,-15 6 0,0-1 0,0-4-108,-1-1 0,1-3 0,-1-2 0,-2 0 108,-2 0 0,-1-1 0,-2-1 0,0 2 0,4-10 0,-2 1 0,-2 2 0,-3 4 0,-1 1 0,-3 5 0,3-9 90,-11 42-90,-11 37 0,2-6 0,0 3 0,0-3 0,1 1 45,1 3 0,0-3-45,0 2 0,2 6 0,1-9 0,2-9 432,-3 17-342,-1-13-90,0 5 90,-2 0-90,2-14 90,1-4 0,2-6-90,8-14 90,5-10-135,6-10 0,2-5 45,1 1 0,1-1 0,-2 1 0,2 1 0,2-2 0,0 5 0,-2 5-90,18-6 90,-22 20 0,4 15 0,-16 21 0,0-4 0,-6 19 90,-2 2-90,2-15 0,1-4 0,3 0 90,6-1 0,14 9-90,-5-17 0,22-10 0,-1-23 90,0-2-90,-7-6 0,-1-7 0,-6-5 0,-2-4 0,2-2 0,-3-1-45,-5-3 0,-6 2 45,-7 0 0,-28 15 0,-18 39 0,2-2-45,7 12 0,2 8 90,9 2 0,5 3-45,-2 5 0,4 2 0,4-1 0,9-1 0,14-8 0,4-5 0,7 3 0,-2-17 0,3-5 0,4-9 0,0-5 0,16 0 0,-5-5 0,4-8-337,-8-8 0,1-8 0,-2-2 277,-3 3 0,-1-3 0,1-3 24,-5 4 0,2-3 0,-1-2 0,-1 0 0,-4 3 6,1-7 0,-3 2 0,-2 1 30,-2 4 0,-1 1 0,-2 6-90,3-13 90,-26 70 0,-2 4 0,-3 6 45,2-3 0,-1 4 0,-1 1 0,1-2-305,0 1 1,1-3-1,-1 3 305,1 0 0,-1 2 0,2 0 0,3-6 45,3 1 0,2-3-90,-2 2 0,2-1 90,5-4 0,5-5-450,15-4-1397,14-12 1757,-8-19 0,-1-9 0,-2-6 0,-2-6 0,1-8 0,0-1 0</inkml:trace>
  <inkml:trace contextRef="#ctx0" brushRef="#br0" timeOffset="44350">29427 11583 10771,'12'27'1259,"10"-5"-989,5-13 0,7-3-1125,13-2 1,5-3 854,-9-1 0,3-1 0,-1-2 0,1 0 0,0-2 0,0 0 0,1-2 0,-1 0 0,0 0 0</inkml:trace>
  <inkml:trace contextRef="#ctx0" brushRef="#br0" timeOffset="44500">30936 11812 12840,'-23'11'779,"0"0"1,-11 8-1,-4 2-1872,4-2 1,-1 2 0,-1-2 727,3-2 1,1-1 0,-1-1 0,-1 0 0,1-1 0,2-3 0,0-6 0,-1 0 0</inkml:trace>
  <inkml:trace contextRef="#ctx0" brushRef="#br0" timeOffset="59600">8806 8504 9961,'-8'-9'1170,"-9"-7"-541,-7 0-314,-5-1 0,-6-1-165,4 6 0,-2 0 0,-3 1-83,2 1 1,-2 0-1,-1 1 1,-3 1-724,-2 2 1,-4 0-1,-1 1 1,1 1 0,4 0 478,3 1 1,2 0 0,1 0 0,-5 2 191,1 0 0,-4 0 0,-2 2 0,-1-1 0,1 2 0,0 0-235,2 1 0,0 1 0,0 0 0,0 1 1,-1 0-1,-1 0 220,1 0 0,1 0 0,-2 0 0,0 0 0,0 1 0,-2 0 0,0 1-110,5-1 0,-1 0 0,-1 1 0,0 0 1,-1 0-1,1 1 0,0 0 0,2 0 0,0 0 110,-3 1 0,1 1 0,1-1 0,1 1 0,0 0 0,0 1 0,1-1-87,-4 2 0,1 0 1,0 0-1,0 1 0,2 0 1,2 2 86,-4 3 0,1 1 0,2 1 0,2 1 0,3 2 301,2 2 0,3 2 0,3 2 0,3 3-301,3 4 0,2 3 0,4 2 0,5 0 22,5-3 1,5 1 0,4 1-1,5 0 215,4 1 0,6 1 1,4 0-1,2-1 1,0-2-220,0-4 0,1-1 0,3-2 0,2 0 0,3 1-9,-1-7 1,2 2 0,3-1 0,2 0 0,1-1 0,0 0 0,0-2 0,-1-2 2,0-1 1,0-2 0,-1-1 0,1-1 0,2-1 0,1 0 0,2 0-117,-2-3 0,1 1 0,3-1 0,0 0 0,2-1 0,0 0 0,0-1 0,0 0 0,-1-1 0,-1-2 104,0 0 0,-1-1 0,-1-1 0,1-1 0,-1-1 0,0 0 0,2 0 0,1 0 0,1 0-87,-3 0 1,2-1-1,0 1 1,2-1-1,0 0 1,1 0 0,-1 0-1,1-1 1,0 1-1,-1-1 1,0 0 0,-2 1 86,1-1 0,-2 0 0,0-1 0,-1 1 0,0-1 0,0 1 0,1-1 0,1 1 0,0-1 0,3 0 0,1 1-37,-5-1 0,2 1 0,1-1 1,1 1-1,2-1 0,0 1 1,1-1-1,0 1 0,0 0 1,0-1-1,0 1 0,-1-1 1,0 1-1,-1-1 0,-1 0 0,-2 1 37,2-1 0,-1 1 0,-2-1 0,0 1 0,-1-1 0,0 1 0,0-1 0,0 1 0,1-1 0,0 0 0,1 1 0,2-1 0,1 1-11,-5-1 0,2 1 0,0-1 0,2 0 0,1 1 0,0-1 0,0 1 0,1-1 0,0 0 0,1 1 0,-1-1 0,0 1 0,-1-1 0,0 1 0,-1-1 0,-1 0 0,-1 1 0,-1-1 11,7 0 0,-2 1 0,-1-1 0,-1 1 0,0-1 0,-1 1 0,0-1 0,-1 0 0,1 1 0,1-1 0,0 0 0,1 1 0,2-1 5,-5 0 1,2 0-1,1 0 1,0 0 0,2 0-1,-1 0 1,1 0 0,-1 0-1,1 0 1,-1 0 0,-1 0-1,0 0 1,-1 0 0,-2 0-1,-1 0 1,-2 0-6,9 0 0,-3 1 0,-1-1 0,-1 0 0,-2 0 0,0 0 0,0 0 0,1 0 0,0 1 0,2-1 0,-2 0 0,1 0 0,1 0 0,0 0 0,0-1 0,0 1 0,0 0 0,0 0 0,0 0 0,-1 1 0,0-1 9,3 0 0,-1 1 0,1-1 0,0 1 0,-1-1 0,-1 1 0,0 0 0,-1-1 0,-2 1 0,-1 0 6,4-1 0,-4 1 0,-1-1 0,-1 1 0,1-1 1,3 1-1,4-1-15,-8 1 0,4 0 0,1-1 0,2 1 0,2 0 0,0 0 0,1 0 0,-1 0 0,0 0 0,-1 0 0,-2 0 0,-2-1 0,4 1 0,-2 0 0,-1-1 0,-1 1 0,0-1 0,0 1 0,0-1 0,1 1 0,1-1 0,-4 1 0,1-1 0,1 0 0,-1 1 0,2-1 0,-1 0 0,0 0 0,0 1 0,-1-1 0,-1 0 0,0 0 0,2 0 0,0 0 0,0 0 0,-1 0 0,-1 0 0,0 0 0,0 0 0,0 0 0,1-1 0,4 0 0,1 0 0,0 0 0,0-1 0,-1 1 0,-1-1 0,-2 0 0,-3 1 0,7-2 0,-2 1 0,-3-1 0,0 0 0,0 0 0,3 1 0,1-1 0,-1 1 0,0-1 0,0 0 178,0-1 1,0 0 0,0-1 0,-1 0 0,-3-1-134,-2 0 0,-2-2 0,0 0 0,1 0 0,6-1 0,1-1 0,0 0 0,-1-1 0,-4 0 0,-2 0 0,0-1 0,-2 1-15,6-4 0,-2 0 0,-5 0-30,-4 3 0,-3-1 45,3-1 0,-1 0 624,-7 1 0,-1 0-669,-2 0 0,2-2 1086,10-8 1,-1-2-1042,-11 4 0,-3-2-45,-3 5 0,-1-2 1557,0-7 1,-3-2-1468,4-16-90,-8 21 0,-2-1 417,1-14 1,-5-2-418,-5 7 0,-5-3 0,-3-5 0,-4-5 0,-4 1-820,0 11 1,-3 1 0,-2 0 0,1 2 780,-4-8 1,-1 1 0,-6 1 38,3 8 0,-3 0 0,-3 0 0,-1 2 0,-1 1-444,2 4 0,-1 1 1,-1 2-1,0-1 1,0 1 443,1-2 0,2 0 0,-1 0 0,-2 0 0,-5 0-184,7 5 0,-4-1 1,-2 1-1,-2-1 0,-1 1 1,-1 0-1,1 0 0,1 1 1,0 1 183,1 0 0,0 1 0,2 0 0,-1 1 0,0 1 0,-2-1 0,-2-1 0,-2 0-7,6 2 0,-2 0 0,-2-1 0,0 0 0,-2 0 0,-1 0 0,-1 0 0,0-1 0,1 1 0,-1 1 0,1-1 0,0 1 1,1 1-82,-1-1 1,0 1 0,-1 0 0,1 0 0,0 0 0,-1 1 0,2 0 0,-1 0-1,1 0 1,1 0 0,0 1 0,1 0 87,-2-1 0,1 1 0,1-1 0,1 1 0,0 1 0,0-1 0,-1 1 0,1 0 0,-2 0 0,-1 0-8,3 1 1,0 0-1,-2 0 1,1 0-1,-1 1 1,-1-1-1,0 1 1,1 0-1,-1 0 1,1 1 0,0-1-1,0 1 8,-2 0 0,0 0 0,1 1 0,0-1 0,1 1 0,-2 0 0,1 1 0,-1-1 0,0 0 0,-2 0 0,0 0-11,4 0 0,-1 1 0,0-1 0,0 0 0,-1 0 0,0 1 0,-1-1 1,0 0-1,-1 1 0,0-1 0,0 1 0,0-1 0,-1 1 0,-1 0 5,5 0 1,-1 0 0,0 0 0,-2 1-1,1-1 1,-1 0 0,0 0 0,-1 1-1,1-1 1,-1 1 0,1-1 0,0 1-1,0 0 1,0 0 0,1-1 0,0 1 0,1 0 5,-2 0 0,0 1 0,0-1 0,1 0 0,1 1 0,-1-1 0,1 1 0,-1-1 0,1 1 0,0-1 0,-1 1 0,1 0 0,-1-1 0,0 1 0,-1 0-6,1-1 0,0 1 1,0 0-1,-1-1 0,0 1 1,0 0-1,-1 0 1,1-1-1,0 1 0,0 0 1,0 0-1,1 0 0,0 0 1,0-1-1,1 1 1,1 0-2,-2 0 1,1 0-1,1 0 1,0 0-1,1 0 1,0 0 0,0 0-1,0 0 1,0 0-1,0 0 1,0 1-1,0-1 1,-1 0 0,0 0 6,-3 0 0,1 0 0,-2 0 0,1 0 0,-1 1 0,1-1 0,-1 0 0,0 0 0,1 0 0,-1 1 0,2-1 0,-1 0 0,1 0 0,1 1-8,-3-1 1,0 1-1,1-1 1,1 1-1,-1-1 1,1 1-1,0 0 1,1-1-1,-1 1 1,0 0-1,1-1 1,-1 1-23,1 0 0,1 0 0,0-1 0,-1 1 0,1 0 0,0 0 0,0 0 0,0 0 0,0 0 0,0 0 0,1 0 0,-1 0-52,-3 1 0,-1-1 0,0 1 1,-1-1-1,1 1 0,0 0 0,2-1 1,0 1-1,2 0 0,2-1 0,2 1 22,-11 0 0,4 0 0,2-1 0,2 1 0,-2 0 1,-1 0-60,5 0 1,-1 0 0,-1 0 0,0 0 0,0 0 0,2 0 0,2 0 0,4 0-702,-12 1 1,5-1 0,1 1 0,0-1 738,0 0 1,0 0-1,1 0 1,-1 1-1,1 0 1,-1 0-1,1 0 1,4 0-1,4 0 1,1 0-1,-1 0 1</inkml:trace>
  <inkml:trace contextRef="#ctx0" brushRef="#br0" timeOffset="68033">10924 15928 9062,'-5'-8'2338,"15"7"-2248,-8 3 90,22 4 0,5-4-90,0 0-45,2 0 0,5-1 15,-3 0 0,2 0 0,4 0-405,2 1 0,4 1 0,1 0 0,1 0 363,-6 0 0,0-1 0,1 0 0,0 1 0,3 0-215,-2 1 1,3-1 0,0 1 0,1 0 0,-1 0-1,-2 0 215,3 0 0,-1-1 0,-1 1 0,-1-1 0,-1 0 4,5 1 1,-1 0 0,-1 0-1,0-1 0,-1 0 1,0 0 0,-1 0-1,-4-1-1190,11 1 1,-3-1 1212,0 1 0,1-1 14,-14-1 1,1 1 0,-5-1 30,12 0 45,0-1 0,-1 1 691,1 0-781,-13-1 0,-2 0 45,-5 0 1215,3 0-1215,-12 0 3186,1 0-3070,4 2-116,-4 0-90,3 0 0,-3 0 0,2 1 0,-3-2 0,0 1 0,1 0 0,4-1 90,2 1-180,14-1 180,-5-1-180,8 1 90,-16 0 90,4 1-90,-15-1 0,6 0 0,-9-1 0,1 1 90,-3 0 1169,-1-1-1259,-2-4 270,-2-11-180,-3-16-45,1-7 0,1-5-15,3 8 0,2-3 0,0-2-850,2-4 1,0-4 0,1 0 0,0 3 810,0 1 1,1 3 0,0-1 8,0 2 0,0-1 0,0 0 0,-1 2-757,-1-1 1,-2 2 0,0 2 756,1-7 0,0 1-5,-2 2 1,1-1 0,-2 4 4,-3 5 0,0 3 0,0-3 0,-1 1 0,-1 2 0,-1 3 0,-1 1 2262,0 2-2262,-2 11 3276,1 3-3260,-7-2 14,-4 9-30,-4 1 0,-9 4 0,10 0 0,-7 2 0,-5 5 0,8-4-90,-25 6 0,2-3 90,2-2 0,-2 1-443,11-2 1,-4 1 442,-2-2 0,-7 2 0,0-1 0,6 0 0,1-1 0,0 0-23,1-1 1,-5 1-1,-1-1 1,2-1 22,-6 0 0,2-1 0,3 0 0,10-1 0,2 1 0,-3-1-23,-5 0 1,-5 0-1,0-1 1,3 1 22,-2-1 0,2 0 0,0 0 0,-1 0 0,0 0 0,-3 0-18,8 1 0,-4-1 0,0 1 0,2-1 0,6 1 18,-9-1 0,2 1-30,-4 0 0,-3 1 0,5 0-15,4 1 0,4 0 0,8-1 0,0 0 28,-13 1 1,1 0-74,-4 0 90,9-2 0,1 1 0,-8-1-45,14 0 0,2-1 45,-2-1 0,0 1 0,-2-1 0,12 1 792,-4 0-881,6 0 124,1 0-35,7 0 0,-2-1 0,3 1 0,0 1 0,-3 3 0,3-1-90,-2 1 90,2 0 0,1 2 0,-2 11 0,4-5 0,0 26 0,3-8 0,-1 3 0,1 3 0,0 4 0,0-2-279,-1 8 1,0 0 278,1-6 0,-1 3 0,0-1 30,-1-2 0,-2-1 0,2-2-30,0 5 0,-1 0 0,-1 2 0,-1 4 0,1-4 0,1-8 0,1-1 0,-2 6 0,0-2 0,2-11 0,0-3 0,-1 15 0,1-18 90,0 1-90,-1-2 0,4-9 557,-2 5-557,1-8 0,0 1 0,0-4-1799,1-1 1170,5-7-2648,3-4 2769,0-5 1,7-4-1,-1 0 1</inkml:trace>
  <inkml:trace contextRef="#ctx0" brushRef="#br0" timeOffset="70033">14639 15976 9961,'17'-7'2429,"23"0"-2294,-1-1 0,9 0-1,-11 3 1,5 1 0,1 0 0,-3 1-891,-1-1 1,-2 1-1,3 0 801,4 0 0,4 0 0,3 1 0,4 0-343,-12 2 1,4 0 0,2 0 0,1 1 0,0 0 0,1 0 0,-2-1 322,0 1 1,-2-1 0,1 1 0,0-1-1,1 0 1,3 1 0,2-1-113,-12 1 0,1-1 0,3 1 1,1 0-1,1 0 0,1 0 1,0-1-1,1 1 0,-1 0 1,-1 0-1,0 0 0,-2-1 1,-1 1 86,5 0 0,-1 0 0,0-1 0,-2 1 0,1 0 0,-2-1 0,1 1 0,-2-1 0,1 1 0,-1 0-171,6-1 1,-1 1-1,-1 0 1,-1-1-1,1 1 1,-1 0-1,1-1 1,0 1 180,-4-1 0,1 1 0,0-1 0,0 1 0,0-1 0,0 0 0,-2 1 0,-2-1 0,-2 0-151,12 0 1,-3 0-1,-2 0 1,0-1 0,1 1 140,2 0 0,0 1 0,0-1 0,0 0 0,-1 0 0,-1-1 0,2 1 0,-2-1 0,-2 1 0,-4-1 241,2 0 0,-5 0 0,0 0-151,7 0 0,1 0 0,-4 0 0,2 0 0,-8 0 0,-3-1 1473,-14 2-1474,-9 0 2056,0 0-2145,0 0 3276,1 0-3242,-4-1 485,4 1-519,0-1 0,2 1 0,2-1 90,4 1-90,-8-1 0,10 1 0,0 2 0,7 0 0,15 2 0,-18-2 0,2 1-45,0-1 0,1 1 45,1 0 0,0-1 0,-2 1 0,-3 0 0,11 0 0,0 1 0,-18-2 0,-4 0 0,-5-1-3277,-3 0 2882,-15 2 0,0-1 0,-14 3 0</inkml:trace>
  <inkml:trace contextRef="#ctx0" brushRef="#br0" timeOffset="75284">4222 16902 9152,'-6'-8'-1170,"1"1"991,1 3-1,-2 0-90,-4-2 180,1 1 0,-5-2 90,6 3 90,-1 1 0,4 0-90,-1 1 90,-3 1 0,0 0 90,-1 1-90,2-1 359,-3 1-269,1 0 180,0-1-90,2 2-180,12 2 90,22-1-90,1 1-45,5-1 0,7-2 104,6 0 1,5 0 0,-1 0-534,-14 1 0,-1-1 0,5 0 443,-2 0 1,4 0 0,4 0 0,2 0 0,0-1 0,-1 1-350,-3-1 0,-1 0 1,2 0-1,-1 0 1,2 0-1,0 0 1,1 0 311,0 0 1,1 0-1,1 0 1,0 0-1,1 0 1,1 0-1,2-1 1,0 1-191,-8 0 1,1 0-1,2 0 1,0 0-1,1-1 1,1 1-1,-1 0 1,1-1-1,-1 1 1,0 0-1,-2 0 1,0 0 185,2 0 0,-1 0 0,0 1 0,-1-1 0,-1 0 0,1 0 0,0 1 0,1-1 0,0 0 0,1 1-117,-3-1 0,2 1 1,0-1-1,1 0 1,0 1-1,0-1 1,0 1-1,0-1 1,0 1-1,-2-1 0,0 1 1,-1 0 108,7 0 0,-1 0 0,-1 0 0,0 0 0,-1 0 0,-1 0 0,1 1 0,-1-1 0,0 0-10,3 0 0,-1 0 0,0 0 0,0 1 0,-1-1 0,0 0 0,0 0 0,-1 0 11,-2 1 0,-1-1 0,0 0 1,0 1-1,-1-1 0,-1 0 1,-1 1-1,-1-1 7,10 0 0,-2 0 0,-1 1 0,-2-1 0,0 0-18,2 1 0,-1-1 0,-1 0 0,1 1 50,1-1 0,0 1 0,-1 0 0,-3 0-21,-1 0 1,-3 0 0,1 1-30,1-1 0,1 1 0,0-1 30,6 1 0,2 0 0,-4-1-30,-10 0 0,-1 0 0,-1 0 0,0 0 0,1 0 0,2 0 22,-1-1 1,3 0 0,1-1-1,0 1-22,-2-1 0,1 0 0,-1 0 0,0 1 262,8-1 1,-1 0-1,2 0-262,-1-1 0,3 1 0,-1 0 0,-4 0 0,-7 0 0,-3 0 0,3 0 432,2 0 0,2-1 1,2 1-1,-1-1-410,-3 1 1,0-1 0,1 1-1,-1-1-22,0 1 0,-1-1 0,1 0 0,0 0 22,3 0 1,2 1-1,-1-1 1,-5 0 445,-3 0 1,-4 1 0,2-1-469,7 0 0,3 1 0,-1 0 0,-1-1 0,-1 1 0,-1 0 0,3 0 0,2 0 30,0 0 0,3 0 0,-1 1-30,-7-1 0,-2 1 0,-1 0 0,4 0 0,1-1 0,1 1 0,3 0 0,-2 0 0,2 0 0,-2-1 0,-5 1 0,0-1 0,9 0 0,1-1-897,0-1 1,-2 0 896,-14 2 0,2-1 0,5-1 0,5 0 0,-3 0 176,1 1 0,-2-1-176,3 0 0,2 0 88,-9 1 1,0-1 0,-3 0-89,-3 1 0,-1-1 0,10 0 0,-3-1 855,0 1-855,5 0 3220,-5-1-3220,11 0 518,-6 0-518,-6 1 0,-19 2 3,-1 0-3,-6 0 0,6 1 0,8-2 0,3 2 90,13 0-90,-2 2-45,-11-1 0,2 0 90,2 0 0,1 0-45,3 0 0,3 0 0,10 0 0,1 0 0,-5 0 0,-1 0 0,-6 1 0,-1-1 0,1 0 0,-3-1 0,8 0 0,-1 0 0,1-1 0,-19 1 90,0-1 180,0 0-181,-13 0 91,7 1-270,-9 0-3187,2-1 3129,-21 6 1,0-4-1,-16 4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31:51.709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6679 10170 7083,'-15'-25'720,"4"2"-181,3-7-359,5 11 270,5-18 269,6 4-269,0-7-270,2 9 0,-6 15-90,-2 25 0,-2 21-45,-2 0 0,0 9 0,-1 4 0,0-3-384,1 6 0,1-1 0,-1 5 357,0-4 0,0 4 0,0 3 0,0-3 0,1-6-18,0 0 0,0-5 0,1 0 29,1 6 1,0 1 0,0-4-30,1-2 0,1-3-45,0-4 1,-1-1-1171,0 3 1,0-4 1214,-2-8 0,-5-17 0,-1-13 0</inkml:trace>
  <inkml:trace contextRef="#ctx0" brushRef="#br0" timeOffset="550">6977 10018 9332,'13'-21'359,"-1"3"-179,-8 10-180,1 11 90,-11 23-90,0 3 45,-8 10 0,-5 6-159,2-11 0,0 1 1,-2 2 135,2-5 1,0 2-1,-1 0 1,0 0-23,-5 8 0,0 0 0,1-3 30,3-7 0,1-1 0,2-4-30,1-2 0,2-4 0,-3 6 89,8-12-178,15-29 178,1-1-89,11-20-89,-7 15 430,1 3-341,-1 17 0,-3 1 0,16 17 0,-7 3 0,2 3 0,6 3 0,2 2 0,0-1 0,1 2 0,-1-4 45,-2-1 0,-1-3-45,7 3 0,-1-2-180,6-3-90,-11-5-1709,11 0 1979,-27-14 0,9-5 0,-6-3 0</inkml:trace>
  <inkml:trace contextRef="#ctx0" brushRef="#br0" timeOffset="1367">7068 9306 8342,'-41'-18'-90,"13"11"0,-3 2 135,-7 3 0,-5 5-1138,3 6 1,-4 3 0,3 1-55,-3 1 1,0 3 1146,6 1 0,-2 4 0,2 7 128,7 2 0,2 6 0,2 3 0,1 0-106,1 1 1,1 1-1,1 2 1,1 4-11,5-8 1,-1 2 0,0 3 0,1 1 0,1 1 0,2-1 0,3-1-159,2 2 0,2 0 0,3 1 1,2-1-1,0-1 0,-1-1 146,0 2 0,0-2 0,1 0 0,3 0 0,3 1 15,2-3 0,4 2 0,1-1 0,2 0 0,2-1 0,1-5-320,8 7 1,3-4 0,2-2 0,-1 1 304,-3 2 0,-1 0 0,2 0 0,7-2 152,-1-9 1,5 0-1,3-1 1,1-2-1,-1-3 1,-2-4-108,1-2 0,-2-5 0,1-2 0,4 0 30,-1 0 0,4 0 0,1 0 0,1-2 0,-1-2 0,-3-5 37,6-3 0,-3-4 1,0-4-1,-1-4-22,-4-2 0,1-3 0,-2-3 0,-1-3 0,-4-2 0,1-5 0,-4-2 0,-3-5 0,-1-5-52,-9 5 1,-1-4-1,-2-3 1,0-3 0,-2 0-1,-2 0 1,-1 2-123,-1-2 1,-2 0 0,-1 0 0,-3 0 0,-1-2 0,-1-3 92,-2 10 0,0-2 0,-1-2 0,-2 0 0,0-2 0,0 1 0,-2-1 0,-1 2 0,0 1 0,-1 1 6,-2-2 1,0 2 0,-1 0-1,-1 1 1,-2 0 0,-1 1-1,-2 0 1,-2-1-36,-2-1 0,-2-1 0,-1 0 0,-3 0 0,0 1 0,-2 1 0,-1 1 0,0 2 0,0 3-45,-4-2 1,-1 3 0,-1 1 0,-1 2 0,-1 3 0,-2 0-1,-2 2-37,2 4 1,-2 0 0,-2 0 0,-1 3 0,0 1 0,-1 3 0,1 4 0,1 3-169,-1 3 0,0 5 0,0 3 0,0 2 1,1 2-1,1 2 0,1-1 270,-6 3 0,1 2 0,2 2 0,2 3 0,2 3 0,5 3 0,0 3 0,4 2 0,2 1 0,4 1 0,4 10 0,0 0 0,0 1 0</inkml:trace>
  <inkml:trace contextRef="#ctx0" brushRef="#br0" timeOffset="6533">10977 9568 7173,'8'-7'540,"19"4"-361,-2 5 1,5 1-90,11 1 0,1 0-45,-6-1 0,2 0-333,3 0 0,4 0 0,2 0 355,-6 0 1,2 0-1,2 0 1,4 0-312,-10-1 0,4 1 1,1 0-1,2 0 1,1-1-1,-1 1 0,0 0 282,1 0 1,-1 0-1,1 0 1,0 0 0,1 0-1,1 0 1,0 0-212,-5 0 1,2-1 0,1 1 0,0-1 0,0 0 0,0 1 0,0-1 0,-2 0 0,-1 0 197,5 1 1,-1-1 0,-1 0-1,-1 0 1,-1 0 0,0 0-1,-1 0-25,0-1 0,-2 1 0,0 0 0,0-1 0,-1 1 0,1-1 15,0 0 0,2 0 0,-1 0 0,0 0 0,-2 0 0,-2-1-55,6 1 0,-3 0 0,-2-1 0,2 1 85,2-1 0,2 0 0,-2 0 0,-2 0 175,4 1 1,-2-1 0,-6 0-131,-4 0 0,-6 0 1744,3 1-1834,-7-1 2453,-8 1-2453,-2 0 812,-3 0-722,1 0-42,-6 0-48,2 1 0,0 0 0,1 0 0,9 1 0,-7-1 180,6-1-1,-9 0 1,0 0-180,-3 1 0,-4 3 0,-10 12 45,-12 13 0,-8 7-45,7-9 0,-3 2 0,-4 5-356,4-6 1,-4 3 0,-2 3 0,-2 1-1,0 1 1,0-1 0,0-1 367,3-4 1,1 0 0,0-1 0,-1 0 0,-1 1 0,0 1 0,-2 1-270,2-2 0,-1 2 0,-2 1 0,0 1 1,-1 1-1,0 0 0,0-1 0,0 0 1,2-2-1,0 0 257,-1 0 0,1 0 0,0-2 0,1 0 0,-1 0 0,1 1 0,-1-1 0,-1 2 10,1 0 0,-2 1 0,0 1 0,-1 0 0,1 0 0,1-1 0,0 0 0,2-3 0,2-1-184,-6 6 0,2-3 1,2-1-1,0 0 0,-1 1 174,3-2 0,-1 1 0,0 0 0,0 0 0,1 0 0,2-2-126,-6 9 1,1-2-1,2-1 1,0 1 125,2-2 0,2-1 0,-1 0 0,-2 2 0,0 1 0,-3 3 0,0 0 0,1-1 0,3-3 30,-3 5 0,2-2 0,1-3-30,4-4 0,1-2 0,0-1 0,-7 10 0,2-5 0,12-13 0,1-2 0,-2 2 0,0-1 611,0 2 1,1-2-612,-3 2 2495,-10 12-2495,11-15 0,5-4 1516,2-5-1516,6-4 1282,-1 0-1372,-1 2 180,4-5-90,-2 2 90,1-3-90,-3-3 90,3-1 0,-7-7-90,0-2 0,-2 0 0,-17-6 0,-1 5 0,-4 1 0,3 1 0,-3 0 0,-4 0-218,4 2 0,-4 0 0,-1 1 0,-2 0 0,-1 0 218,4 1 0,0 1 0,-2-1 0,0 1 0,-1 0 0,-1 0-243,3 1 1,-2-1 0,-1 1 0,0 0 0,1 0 0,-1 0 0,2 0 227,-5 1 0,1-1 0,0 0 0,1 1 0,0 0 0,-1-1 15,2 1 0,-1 0 0,0 0 0,1 0 0,1 0 0,2 0-155,-10 0 0,2 1 0,1 0 0,1-1 155,3 1 0,0 0 0,2 0 0,2 0-91,-1 0 1,1 1 0,3 0 90,-10-1 0,3 1 396,14 0 1,1 0-397,-1 0 0,2 0 0,-2-1 1782,-1 0-1692,13-1 831,-3-2-921,0-1 270,7 0-180,1-2 90,1-4-90,4-4-90,1-8 90,13-20-90,1 8 0,1 5 0,3-5 0,1-1 0,1-4 0,0 3-384,0-2 1,1-3 383,-3 8 0,2-5 0,1-4 0,1 0 0,-1 1-350,-1 1 1,1-1 0,-1 0 0,1 0-1,1-2 350,0 2 0,0-1 0,0 0 0,1-2 0,1 0 0,0-1-332,-1 5 1,0-2 0,2-1 0,-1 0 0,1 0 0,-1 1 0,-1 2 0,0 4 331,1-5 0,0 3 0,-1 3 0,0-1 0,2-1 0,0 2 0,0-2 0,1 0 0,1 1 0,0 1 0,1 3-428,7-7 0,2 2 0,0 3 0,-3 1 428,1-2 0,-2 2 0,3-1-19,-2 5 1,3-2 0,2 1 0,0 0 0,-3 3 18,7-3 0,-1 3 0,0-1 0,-5 5 0,1-1 0,0 0 0,1 0 0,1-2 0,1-1 0,-1 2 0,-4 2 0,7-5 0,-3 3 0,2-4 0,-2 2 0,-9 8 0,-2 1-90,12-10 515,-11 8 1,0 0-426,5-5 1953,1-3-1863,-1-1-90,-14 17 3055,-1-2-3145,-6 8 1107,0 0-1017,1 0 0,-4 4-540,1-2 540,-2 2 0,-15 8 0,-5 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32:29.47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20147 2397 24575,'29'0'0,"15"0"0,-14 0 0,2 0 0,1 0 0,0 0 0,-5 0 0,-3 0 0,9 0 0,-15 0 0,-8 0 0,-5 0 0,1 0 0,0 0 0,1 0 0,2 0 0,-1 0 0,-3 0 0,-4 0 0,-15-1 0,-9-2 0,-16-2 0,-4-5 0,-7-1 0,2 0 0,6 0 0,11 3 0,11 2 0,10 3 0,7 1 0,4 1 0,3 1 0,2 0 0,1 1 0,0 1 0,0 2 0,5 2 0,8 3 0,10 2 0,8 3 0,3 0 0,-6 1 0,-8-3 0,-10-4 0,-7-2 0,-6-4 0,-5-2 0,-5-1 0,-4 0 0,-3 0 0,-6 1 0,-10 1 0,-13 12 0,13 0 0,-2 3 0,-4 3 0,-1 3 0,-2 3 0,1 0 0,2-2 0,3-1 0,5-4 0,2-1 0,-9 6 0,18-12 0,9-6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32:38.642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5431 7341 7803,'9'-7'1619,"-2"2"-1170,-2-1 181,-2 0-180,9-3-360,6 1 45,23 0 0,7 2-91,-19 2 1,3 0-485,7 0 1,7-1-1,5 0 1,1 0 469,-9 2 0,1 0 0,2 0 0,2 0 0,0 0 0,1 0-352,-7 1 1,2 0 0,0-1 0,1 1-1,0 0 1,0 0 0,0 0 0,-1 0 321,4 0 0,0-1 0,-1 1 0,0 0 0,1 0 0,0 1 0,2-1-157,-7 1 1,1 1 0,2-1 0,0 0 0,-1 1 0,1 0 0,-1 0 0,-2 0 0,0 0 171,9 2 0,-2 0 0,-1 0 0,0 0 0,0 1 0,0-1-211,0-1 0,-1 0 0,1 1 1,0-1-1,0 1 0,2 0 196,-7 0 0,2 1 0,0 0 0,1 0 0,-1 1 0,0-1 0,-1 0 0,-2 0 15,6 0 0,-2 0 0,-1 0 0,-1 0 0,0 0 0,0-1-15,5 2 0,-2-1 0,1 0 0,0 0 0,2 0 15,-2 0 0,2 0 0,1-1 0,0 0 0,-4 1 0,-3-2 49,-3 1 1,-4-1-1,0 0 1,2 0-47,0 0 0,3 0 0,0 0 0,-1 0 0,-2 0 402,13 0 0,-3 0 0,-3 0-360,-10 0 0,-2-1 0,-3 0 807,1 0 0,-5 0-687,6 0 2527,-11 0-2527,-3 1 994,-12-1-1084,2 1 404,-4-2-3771,-2 0 2657,-5-4 0,0 0 0,-6-1 1</inkml:trace>
  <inkml:trace contextRef="#ctx0" brushRef="#br0" timeOffset="3100">11045 6386 10051,'2'-15'180,"0"1"90,-5 4 0,2 1-180,-15 14 0,-14 11-45,0 3 0,-2 1 0,2 2 0,1 0-45,0 0 0,3 0 0,0 18 0,20-17 0,23 13 45,5-15 0,5 0-45,1 2 0,2 3 0,-5-4 0,1 2 0,-3-1-45,1 4 0,-4 0 45,-4-6 0,-6 1 0,-11 20 90,-20-15-90,-4 1 0,-11-9 0,-4-3 45,13-7 0,-1-1-90,-15 4 0,2-3-855,-3-4-899,17-6 1799,25-16 0,10-4 0,5-12 0</inkml:trace>
  <inkml:trace contextRef="#ctx0" brushRef="#br0" timeOffset="3317">10849 6443 9062,'-5'-16'-180,"-2"-7"270,5 1 90,17-12-180,0 17 45,5 3 0,5 2-135,12 0 0,2 1-180,-13 3 0,1 0-225,20-5 1,-4 2 217,-12 3 1,10-6-1,-14 4 1</inkml:trace>
  <inkml:trace contextRef="#ctx0" brushRef="#br0" timeOffset="3851">11561 6320 8702,'-1'7'360,"1"-1"-270,14-3 180,23 3-225,-9-2 0,3 1-45,4 2 0,1 0 45,-8-2 0,-1 1-45,21 8 89,-27 0-89,-1-2 0,-14 12 0,-32 16 0,7-11 0,-1 1 0,-3 1 0,0 0 45,5-7 0,1-1-45,0 18 0,15-11 0,0 0 0,13 11 90,-1-23-90,8 24 0,-12-26 0,-3 11 270,-23-5-270,3-6 135,-9 3 0,-4-1-45,-12 5-585,10-4 1,2 0-676,-3 0 1170,10 2 0,20-18 0,2 1 0</inkml:trace>
  <inkml:trace contextRef="#ctx0" brushRef="#br0" timeOffset="4150">12493 6780 9691,'-15'-20'1709,"2"2"-989,3-1-270,39-1-315,-2 9 0,6 1-105,6 0 0,5 1 0,1-1-626,-2 1 0,1 0 0,1-1-224,-2 0 1,1-1 0,0 0 0,-3 1 505,-7 1 1,-2 1-1,1-2 1,8-2-1,1-2 1,-3 1-1,-3 0 1,0 1-1</inkml:trace>
  <inkml:trace contextRef="#ctx0" brushRef="#br0" timeOffset="4700">14379 6259 10231,'-5'-11'-180,"-2"-4"450,5 7 450,-1-6-450,1 8-181,-12 10 1,-9 14 0,-10 15 0,0 4-90,13-15 0,1 0 0,-2 3 0,-2 2 0,4-1 45,8-2 0,2-1-45,-6 11 90,8 12-180,33-4 90,-6-12-45,1-7 0,5 0 0,2-8 0,-2-1 45,9 6 0,-10-8 0,-1-1-90,-8 3 90,-6-4 0,-14 11 0,-32-4-1639,1-3 1,-3 1 1580,12-5 1,-1-1 57,-14 3 0,2-1-1250,7-1 890,-2-1 360,7-5 0,17-6 0,-2-3 0</inkml:trace>
  <inkml:trace contextRef="#ctx0" brushRef="#br0" timeOffset="4950">14305 6249 9512,'-2'-18'809,"3"1"-449,20-7-180,22 3-90,3 7 0,3 2-180,-16 4 0,1 1-360,0 0 0,3 1 1,-5 0 449,-2 2 0,-2-1 0,2-1 0,0-1 0,-2 2 0,-1-1 0</inkml:trace>
  <inkml:trace contextRef="#ctx0" brushRef="#br0" timeOffset="5534">15124 6091 9422,'-9'1'809,"-1"0"-719,3-1 270,-9 4-90,-16 12-90,-3 10-90,10-1 0,2 2-90,-1 9 44,13-6 1,5 1 45,12 13-90,3 2 45,5-14 0,4 0-168,-2-8 1,2-1 122,-2 1 0,2-1 0,4 5 0,-2-1 0,-2 3 0,3 5 0,-18-3 0,-21-10 0,0 0 0,-16-7 0,-6-4 45,15-5 0,-1-1-45,-22 3 0,0-1 0,4-4 425,-3-4-425,40-13 0,1 2 0,19-11 0,11-6 0,-2 3 0,3-3 0,1-1-191,1-3 0,1-2 0,1-1 191,-6 6 0,1 0 0,-1-1 0,-3 1-30,-2-5 0,-2 1 0,-6 1 30,-3-2 0,-8 1-45,-13 1 0,-7 4-270,-4 12 0,-4 6-989,-1 4 0,1 4 1304,-6 5 0,16 5 0,17-3 0</inkml:trace>
  <inkml:trace contextRef="#ctx0" brushRef="#br0" timeOffset="5952">15486 5981 9512,'-1'-29'809,"0"12"-179,-4-6-360,0 15-91,-5-2 1,-16 18-90,9-2-90,-12 18 0,12 0 0,5-6 0,0 6-90,10-11 90,2-3 0,9-11 0,-4-15-90,2-9-89,-16-3-271,-3 9-360,-7 12 810,8 14 0,5 7 0,10 5 0</inkml:trace>
  <inkml:trace contextRef="#ctx0" brushRef="#br0" timeOffset="6250">15730 6025 10321,'-19'39'135,"0"-1"0,-1 0 0,2-3 0,0 2-90,1-1 0,-1 5 0,-1 1 0,0-2-1138,-2 7 1,1-2 0,0-1 357,2-3 1,0 0-1,-1 1 757,1-1 1,-2 2 0,0 0-1,4-5-331,-2 7 1,3-4 218,-3 3 0,1-1-637,8-4 0,5-5 727,7-5 0,10 6 0,5-15 0</inkml:trace>
  <inkml:trace contextRef="#ctx0" brushRef="#br0" timeOffset="6617">15773 7072 10231,'-5'-5'2339,"-2"8"-2249,-8 4 180,-3 14-90,5 1-180,1-4-90,6 9-90,15-14 90,7-3 0,4-10 90,-2-16-90,-20-10 90,-9 0-990,-20 2-2287,3 15 3084,3 4 1,5 4-1,6 1 1</inkml:trace>
  <inkml:trace contextRef="#ctx0" brushRef="#br0" timeOffset="11451">7516 8344 7982,'-11'1'2159,"18"0"-1799,8-3-180,10 1 90,1-2 0,6 0-61,12 1 1,7 0 0,-1 1-1275,-9-1 0,-2 0 0,7 1 1129,-6 0 0,5 0 0,4 0 1,3 0-1,1 0 0,0 0 0,0 1-238,-9-1 1,2 1-1,-1 1 1,2-1-1,0 0 1,-1 0 0,1 1-1,0-1 1,-1 0 183,-2 0 0,-1 0 0,0 0 0,-1-1 0,1 1 0,1 0 0,1 0 0,2 0 0,3 0-112,-8 0 1,1 1 0,3-1 0,0 1 0,2-1 0,1 1 0,0 0 0,1-1-1,0 1 1,0 0 0,-1 0 0,0-1 0,0 1 0,-2 0 0,-1-1 123,5 1 1,-1 0-1,0 0 1,-1 0-1,0-1 1,-1 1-1,1 0 1,-1 0-1,0 0 1,1 0-1,-1 0 1,1-1-118,-1 1 0,1 0 1,-1 0-1,-1 0 1,1 0-1,0 0 1,0 0-1,1 0 0,0 0 1,0 0-1,1 0 1,1-1 106,-6 1 0,2 0 0,0 0 0,1 0 0,1 0 0,0 0 0,0 0 0,0 0 0,-1 0 0,1 0 0,-1 0 0,-1 0 0,-1-1 0,0 1 0,-2 0-18,6 0 0,-2 0 0,0 0 1,-1 0-1,-1 0 0,0 0 0,0 0 1,-1-1-1,0 1 0,0 0 1,0 0 5,2 0 0,-1-1 0,0 1 0,-1 0 0,0 0 0,1-1 0,-1 1 0,1 0 0,0 0 0,1-1 8,0 1 0,2 0 0,1 0 0,0 0 0,1-1 1,-1 1-1,-1 0 0,-1 0 0,-2-1 0,-3 1 0,-3-1 28,12 0 0,-5 0 0,-2 0 0,-1 0 0,1 0 125,4 0 0,1 1 0,0-1 0,-1 0 0,-3 0 64,3 0 0,-2-1 0,-3 0 0,-6 0 774,-4 0 0,-3 0-684,11-1 0,-3-1 2001,-3 0-2046,-8 0 2700,-13 2-3150,-4 0 552,-4 1-3610,-1 1-39,-14 4 2859,1-2 1,-21 2-1,4-4 1</inkml:trace>
  <inkml:trace contextRef="#ctx0" brushRef="#br0" timeOffset="38767">14276 11774 7713,'-11'-6'269,"1"2"-89,0 0 450,-5-2-270,1 2 269,-5-1-269,7 4 720,0 2-721,30 3-224,8-4 0,10 0-45,0-2 0,6 1 0,6-2 0,3 1 0,0-1-481,-7 1 1,1-1 0,2 0 0,2 0-1,1 0 1,1 0 0,2 0 0,0 0 405,-9 1 0,1 0 0,0-1 0,2 1 0,0 0 0,1-1 0,1 1 0,0 0 0,1 0 0,1 0 0,0 0 0,0 0-152,-4 0 1,0 1 0,1-1 0,0 1 0,1-1 0,1 1 0,0-1-1,1 1 1,-1 0 0,1 0 0,0 0 0,0 0 0,1 0 0,-2 0-1,1 1 1,-1-1 141,-1 1 0,-1-1 1,0 1-1,0 0 0,1 0 1,0 1-1,-1-1 0,1 0 1,-1 1-1,1-1 0,0 0 1,-1 1-1,1 0 0,-1-1 1,0 1-1,0 0 0,0-1-95,2 1 1,1 0 0,0 0 0,-1 0 0,1 0 0,0 0 0,0 0-1,0 0 1,-1 0 0,-1 0 0,1 1 0,-2-1 0,0 0 0,-1 1-1,-1-1 1,0 0 89,6 1 0,0 0 0,-2 0 0,-1-1 0,0 1 0,-1 0 0,-1 0 0,1 0 0,-2 0 0,1 0 0,1 1-72,1-1 0,0 0 1,1 1-1,-1 0 1,0 0-1,0-1 1,-2 1-1,-2 0 1,-1-1-1,-2 0 72,8 1 0,-3-1 0,-3 0 0,0 0 0,0 0 0,0 0 0,1 1 0,1-1 0,0 1 0,-1 0 0,0-1 0,-2 0 18,5 0 0,1 0 0,-2 0 0,-3 0 0,-6-1 628,7 1 0,-5-1-602,4 0 1,-2-2 924,-11-1 1,-4-1-700,-4-5 2362,11-4-2543,-18 4 2458,-1 0-3716,-4 3 564,-2 3 605,0 4 0,-4 0 0,-2 1 0</inkml:trace>
  <inkml:trace contextRef="#ctx0" brushRef="#br0" timeOffset="45751">24538 11274 10951,'18'-2'-1349,"5"1"1259,-3-1 0,14 1 270,-10 1 269,15 3-179,-7 2 0,6 6-180,-15-4 0,4 8 270,5 14-1,-5 6-179,-8 0 0,-4 7-90,-10-8 0,-4 3 0,-2 1-243,-2 7 1,-3 2 0,-2 3 206,1-11 0,-3 1 0,0 2 0,0-1 0,-1 0-246,0-1 0,-1 0 0,0 0 0,0 0 1,1-1 213,-3 8 0,1-1 1,1 0-1,1-1 0,2-5 1,1 0 0,1-3-1,3-2-22,0 9 0,5-4 45,9-2 0,3-6-45,4-3 90,21-7-45,-7-23 0,3-7 284,-2 1 0,0-3-194,14-6 0,-4-2-90,-18 6 0,-3-1 1253,11-12-938,-21 11-270,-18 25-90,3 10 0,-14 15 45,12-2 0,2 4-45,2-2 0,1 0-219,-1 0 1,0 2 218,3-3 0,1 2 0,0-1 45,1 12 0,2 1-45,-2-9 0,0 1 0,0-1 0,0-1 0,0 0 0,-1-4 0,0 1 0,-1-3 45,0-2 0,-2-3-45,-2 9 0,-2 0 0,-10 7 0,-9-14 0,2 2 0,-3-9 0,-2-1 0,-8 6 0,12-11 0,1 0 437,-17 15-527,13-8-630,-1 2-2557,9-8 3106,22-13 1,7-10 0,12-6 0</inkml:trace>
  <inkml:trace contextRef="#ctx0" brushRef="#br0" timeOffset="46017">25884 13314 12030,'7'-21'1439,"-1"1"-359,-4 10-541,-2 1-1258,2-1-451,-10 14 1170,-19-2 0,-6 0 0,7-3 0,1-1 0</inkml:trace>
  <inkml:trace contextRef="#ctx0" brushRef="#br0" timeOffset="50067">8757 14906 7263,'-7'-7'3238,"0"2"-3148,13 2 0,0 2 45,17 0 0,9-1-75,3-1 0,4-1 0,0 0-722,-3 0 0,1 0 1,6 0 686,-7 0 1,5-1 0,4 0-1,2-1 1,0 1 0,-1 0 0,-1 0-249,0 0 1,-2 1-1,0-1 1,1 1 0,3 0-1,3 0 232,-7 0 0,4 0 0,2 1 0,1-1 0,2 1 0,0-1 0,1 1 0,-2 0 0,0 0 0,-2 0-220,1 0 1,-1 1 0,-1 0 0,0-1 0,-1 2 0,1-1 0,1 0 0,1 0 0,1 1 225,-5 0 0,1 0 0,1 0 0,1 0 0,1 1 0,0-1 0,-1 0 0,0 1 0,-1 0 0,-2-1 0,-1 1 0,-3-1-241,10 1 1,-3 0 0,-2-1 0,-2 1-1,1 0 1,1 0 0,1 0 225,-3-1 0,0 1 0,2 0 0,0 1 0,0-1 0,0 0 0,-1 0 0,-1 0 0,-1 0 12,5 0 1,-1 0 0,-1 0 0,0 1 0,-2-1 0,-1 0 0,-1 0-6,4 0 0,-3 1 1,-2-1-1,2 0 0,3 1-7,-2-1 0,4 1 0,2-1 0,0 1 0,-1-1 0,-5 1 0,-5 0 30,9 0 0,-7 0 0,0 0 241,7 0 1,0-1-1,-3 1-271,-8 0 0,-3 0 0,-4-1 90,18 0 1589,-15 0-1679,-12 1 2829,-9-1-2829,3 1 1377,-2 0-1377,-2-2 322,-3 2-322,-2-1 0,-1 0 0,1 1 0,0-1 0,0 0 0,0 1-1349,0-2 1349,-2 3 0,-2-1 0,-2 0 0</inkml:trace>
  <inkml:trace contextRef="#ctx0" brushRef="#br0" timeOffset="56683">6575 16121 8702,'-39'-4'90,"3"-1"630,-10-2-451,19 2 181,-2 0 809,8 1-989,5 1 450,-5 0-630,56 2 0,5-1 0,10-1 0,5 0-529,-17 1 0,1 0 0,2 0 0,3 0 1,2-1-1,3 0 455,-8 1 0,4-1 1,1 0-1,2 0 0,2 0 1,1-1-1,1 1 1,0 0-1,0-1 0,0 1 1,-1 0-193,-7 0 1,1 0-1,-1 0 1,1 1 0,-1-1-1,1 0 1,0 0-1,1 1 1,1-1 0,0 0-1,1 0 1,1 1-1,2-1 180,-7 1 1,2-1 0,1 1 0,1-1-1,1 1 1,1-1 0,1 1 0,0-1 0,0 1-1,1 0 1,-1-1 0,0 1 0,-1-1-1,0 1 1,-1 0 0,-1 0 0,-1-1 0,-2 1-1,-1 0-134,9 0 0,-2 0 1,-2-1-1,-1 1 1,-1 0-1,-1 0 1,1 0-1,-1 0 1,1 0-1,1 0 1,1 1-1,3-1 135,-7 0 1,2 1-1,0 0 1,1-1 0,0 1-1,1-1 1,0 1 0,1 0-1,0 0 1,0 0 0,0 0-1,0 0 1,1 0 0,0 0-1,-1 0 1,1 0-58,-4 1 1,1-1 0,0 1 0,0 0 0,0 0 0,1 0 0,0-1 0,0 1 0,0 0-1,0 0 1,0 1 0,0-1 0,0 0 0,-1 0 0,1 0 0,-1 0 0,0 0 0,0 0 56,1 0 0,-1 0 0,-1 0 1,0 0-1,0 0 0,0 0 1,-1 0-1,1 0 0,0 0 0,0 0 1,0 0-1,1 0 0,0 0 1,1 1-1,1-1 0,0 0 1,2 0-10,-6 0 0,1 1 1,2-1-1,0 0 0,1 1 1,1-1-1,1 0 1,0 1-1,0-1 0,0 1 1,1-1-1,-1 0 0,1 1 1,-1-1-1,-1 1 1,0-1-1,0 1 0,-2-1 1,0 1-1,-1-1 0,-2 1 1,0 0-1,-3-1 10,11 1 0,-1 0 1,-2-1-1,0 1 1,-1 0-1,-2 0 1,0 0-1,-1 0 1,0 0-1,-2 0 1,1 0-1,-1-1 1,-1 1-1,0 0 1,7 0 1,0 1 0,-1-1 0,-1 0-1,-1 0 1,-1 0 0,0 0 0,-2 0-1,0 1 1,-1-1 4,7 1 1,0 0 0,-2-1 0,-1 1 0,-1 0 0,-4 0 0,-2-1 171,5 1 1,-5 0 0,-1-1-1,1 1-139,1-1 0,1 1 0,-1 0 0,-3-1 45,1 0 0,-3 0 0,-5 0-90,6 0 1733,-3-1-1463,-16 1 1964,7-1-2144,-12 1 2647,1-2-3907,-8 1 1495,2-1 1,-5 1 0,-1-1 0</inkml:trace>
  <inkml:trace contextRef="#ctx0" brushRef="#br0" timeOffset="63834">26602 4840 7892,'1'-18'2159,"0"-6"-1889,0 7 540,-1-8 89,1 9-269,-1-3-91,1 6-449,4 12 180,7 31 0,-2 14-180,-2-17 0,0 3-391,-2 4 0,2 7 0,-1 4 1,-1 3-1,-1-3 391,-1 3 0,-2 1 0,-1 0 0,0 1 0,0 1-60,1-5 0,0 2 0,0 1 0,-1-1 0,1 0 0,-1-1-12,0 4 0,-1-2 0,-1 1 0,1-2 0,0 0 18,0-2 0,0 0 0,0-1 0,0-2 0,1-2-901,0 7 0,1-4 0,0 0 865,-1 2 0,0 1 0,2-2 60,0-1 0,2-1 0,0-7 30,3 10-360,-4-14 0,3-8-540,1-20-829,-6-42 1,-6-20 1518,3 26 1,0-1 0,0-2 0,-2-7 0,-1-3 0,0-2 0,0 3 0,-2-3 0,1-1 0,-1 1 0</inkml:trace>
  <inkml:trace contextRef="#ctx0" brushRef="#br0" timeOffset="64600">26606 4808 10771,'-8'-17'360,"0"-1"89,0-1-359,3 3 360,18 2-270,24 0-90,-5 7 0,9 1 0,6 0 0,2 0 0,-1 1-594,-7 0 0,1 2 0,0-1 0,2 0 1,2 1-1,4-1 520,-10 1 0,4 0 1,3 0-1,1-1 0,1 1 1,1 0-1,0 0 0,-1 0 1,-2 0-1,-1 1 1,-3-1-5,6 0 1,-2 1 0,-2-1 0,-1 1 0,0 0 0,1 0 0,3 0-13,-2 0 0,0 0 0,2 0 0,1 0 0,0 1 0,1-1 0,-1 0 0,0 1 0,-1 0-240,-2 1 1,0-1 0,1 1 0,-1 0 0,1 0 0,-2 0 0,0 1 0,-2-1 0,0 0 239,8 0 0,-3 0 0,-1 0 0,0 0 0,1 0 0,4 1 10,-6-1 0,4 1 0,2 1 0,1-1 0,0 0 0,-1 1 0,-4-1 0,-5 1 0,-5-1-50,11 1 0,-9 1 0,1-1 70,8 2 0,2 0 0,-12 0-30,-5 0 90,-7 0-90,-9 2 2177,1 6-1997,-1 9 0,-1 4-90,5 14 1293,-4 3 1,-1 8-1249,-9-13 0,-3 4 0,0 2 0,-2 2-639,0-2 1,-2 3 0,0 0-1,0 1 1,0-1 521,0-2 0,0-1 0,0 0 0,-1 2 0,-1 2 15,-2-6 1,-1 4 0,-1 2 0,0 0-1,-1 0 1,0-1 0,1-4 0,0-3-266,-2 8 0,1-5 0,0-1 0,-1 5 257,1-3 1,-1 5 0,0 3 0,0 1-1,0-2 1,1-4 0,0-6 4,-1 7 0,1-7 0,0 3-8,1-1 1,0 4-1,0-2 1,1-7 67,-1-1 0,2-5-45,0 0 0,0-2 134,-5 12 181,-27-32-315,11-7 0,-6-3-27,-4-2 0,-7-2 0,-5-1 0,-2 0 0,2 0-230,-1 0 0,1 0 0,-1 0 0,-3 0 0,-3 1 221,12 1 0,-2-1 0,-3 1 0,-2 0 0,0 0 0,-1 0 0,1 0 0,1 0 0,2 1 0,3 0-9,-9-1 0,3 1 0,3 0 0,-1 0 0,-1 1 0,-2 0 0,2 0 0,-1 1 0,-1 0 0,-1 0 0,-1 0 0,1 1 0,0-1 0,2 2 12,-4-1 1,1 1 0,0 0 0,0 1 0,2 0 0,1-1-1,1 0-12,-5 1 0,3-1 0,2 0 0,-2 0 0,-3 1 0,10-1 0,-2 1 0,-2 0 0,-1-1 0,1 1 0,1 0 0,3 0 0,3 0-23,-11 0 1,5 0 0,2 0 0,2 0-8,-3 0 0,3 1 0,-1-1-180,-4 0 0,-2 1 0,10-2-35,2-3-2544,4 0 1996,21-7 793,20-1 0,8-7 0,4 0 0</inkml:trace>
  <inkml:trace contextRef="#ctx0" brushRef="#br0" timeOffset="65284">27788 5406 10861,'1'-17'989,"0"4"-629,0 5-180,0 3 0,7 30-90,-3-8 0,0 11 0,1 9 89,-3-1 1,-1 4 0,0-2-135,1 1 0,-1 1-234,0-2 1,0 5 0,0 1 0,0-4 278,-1-3 0,1-3 0,-1-1-90,1 14 0,0-1 45,1 1 0,1-4 135,3 0-180,-2-10 36,3 2-396,-5-27-719,9-23-900,-8-29 360,5-5 1619,-7 11 0,-2 0 0,2-9 0,-1 17 0,0 0 0</inkml:trace>
  <inkml:trace contextRef="#ctx0" brushRef="#br0" timeOffset="65883">27907 5484 9871,'-10'-26'810,"3"8"-540,2 3 539,4 6-449,0 0-90,3-2 270,16 1-271,19 2-179,-5 4 0,5 1 0,2 0-496,7 1 1,2 0 0,2 1 427,-9 0 1,2 0-1,-1 0 1,0 0-1,0 2 0,-1-1 1,0 1-1,-4 0-22,15 1 0,-5 1 45,-5 3 0,-6 1-45,-5 1 90,-5 11-90,-17 5 0,-3 5 0,0-4 0,0 4 30,1 16 0,-1 8 0,0-2-30,-2-14 0,0-2 0,-1 3-710,1 3 0,0 4 1,-1-1-1,0-6 710,1 5 0,-1-4 0,-1 3 0,-1-3 1120,-5 11-940,-2-15 45,-9-8 0,-5-4-45,-26-8-120,9-10 0,-6-2 0,3-2-175,0-2 1,0-1 144,-1-1 0,-4-1 0,1 0 0,4 0 0,1 0 0,2 0-30,-3 0 0,1 0 30,3 0 0,-2 0 0,4 0 1229,5 1 0,3-1-2698,-16-4-1838,9-13 2522,28 7 0,17-18 0,4 6 1</inkml:trace>
  <inkml:trace contextRef="#ctx0" brushRef="#br0" timeOffset="67000">28676 5012 10861,'-2'-18'90,"1"7"90,-3-4 539,3 7-269,-2-1-180,1 1 90,1 2-360,-2 8 180,0 42-136,1-19 1,1 5 0,1 4 0,0 7 0,1 0 0,-1-3-300,0 5 1,1 1 276,0-5 1,0 4-1,1 1 1,-1-3 7,1-4 0,0-3 0,0 1 0,0 0 0,0 1 0,0-2-30,1 8 0,0-4 90,0-9 0,0-5 90,0-3 809,2 11-719,3-37-90,0-3-90,2-12 509,6-4-599,-2 12 45,12 0 0,3 0-45,6 1 0,0 4 0,5 0 45,3 3 0,1 2-1684,4 0 1,1 1 1617,-4-1 1,0 1 20,6 1 0,-3 1 0,-22-1 0,-2 0 44,13 0 1,-1 1 45,6-1 0,-14 0 270,-9 0-270,-10 0 360,6-2-360,-7 0 3186,3-4-2874,-8-2-312,-1-9-90,-5-10 0,0 1 45,-1-6 0,-1-4-45,0-1 0,1-2 0,0 1 0,0-2 0,0 0 0,-1-3 0,1 4-978,2 6 1,-1 2 977,-1-8 0,0 0 0,2 12 0,-1 4 0,0 0 0,-1-1-180,0 2 90,2 13 0,-9-3 0,-9 10 1067,-3 3 1,-5 0-978,-13 2 0,-4 0-416,7 1 1,-4-1 415,7-1 0,-4 0 0,-1 0 0,1 0-1079,-8-1 0,0 1 0,1-1 1049,0 1 0,0 0 0,0-1-68,5 0 0,1 0 1,2 0-173,-3 0 0,3 0-360,9 0 1,0 0-1010,-8 0 1,2 1-662,2-1 2420,9 0 0,16-1 0,1-1 0</inkml:trace>
  <inkml:trace contextRef="#ctx0" brushRef="#br0" timeOffset="68100">27212 5243 9961,'-10'-7'1080,"2"1"-271,1 0-359,13-2-90,13 4-270,4-2 90,15 1 0,7-1-91,-7 2 1,3-2-1161,6 1 1,6-2-1,-5 2 1116,-4-1 0,-2 2-45,8-2 0,-4 2-151,2 1 241,-14 1-1,9 3-89,-32 1 0,3 6 0,-9 14 0,-2-5 0,2 21 45,-4-9 0,1-1-45,1 17 0,-1-1 0,-1 2 0,-1-6 0,-1 0 45,1 4 0,-2-1 1591,1-7 1,0-2-1637,-1-3 0,0-3 361,0 7-361,0-1 0,0-2 90,1-15 90,0-1 90,-3-1-90,-2-10-90,-2 0-1,-9-5 1,-7-3-90,-1 1 45,1 0 0,-4 1 0,-4 0 0,-4 2-45,1-1 0,-4 0 0,1 0 30,3 1 0,1-1 0,-1 1-30,-4 0 0,-1-1 0,6 1 0,6-1 0,3 1 0,-1-1 0,2-1 0,-7 2 0,10-1 0,-12 1 90,23-2 0,-9 0 0,12 0 90,-9-9-180,7-4 90,-6-23-90,7-12 90,3 0-439,5 6 0,0-3 349,2 3 0,0 1 0,0 1 0,1-2 0,-1 9 0,0-2 0,1 5-179,0-15-361,0 15 0,0 2-1349,-1 5-899,4 21 2788,-2 14 0,3 14 0,-2 0 0</inkml:trace>
  <inkml:trace contextRef="#ctx0" brushRef="#br0" timeOffset="69250">27134 6326 10501,'-6'-7'1169,"6"-1"-989,3 5 270,23-5-360,-9 4 0,27-5 90,-10 3 0,1 0-135,-4 1 0,2 0 0,13-2 0,-2 1 45,6 1-1,-8 1-89,-24 4 0,-3 2 90,-6 10-90,-2 3 90,3 20-90,-5-1 0,0-9 0,-1 1 0,0 4 0,1 9 0,0-12 90,-3-7-90,3 5 360,-2-10-90,-3-4 0,-3 3-180,-2-10 180,-18-2-180,0-4-1,-26-3-89,2 1 45,13 2 0,0-1-45,-8 1 0,15 0 0,1 1 90,-21 0-90,7 1 0,12 0 0,2 1 0,-2 0 0,1 0 0,13 1 180,1-3 270,6 1-90,-1-4-90,2-3-90,1-13-90,3 5-90,2-26 44,1 16 1,1-2 0,-1-2 0,1 0-45,1-7 0,0 2 0,0-9-90,1 7-89,-2 18-451,4 5-809,3 8-1838,13 1 0,-5 1 3184,7 0 0,-1-3 0,3 0 0</inkml:trace>
  <inkml:trace contextRef="#ctx0" brushRef="#br0" timeOffset="70484">29413 6081 10861,'-24'-6'989,"2"1"-719,10 1 720,-1-1-990,17 2 179,9 1 91,29 1-180,6 0-90,-4 0 180,6-1-180,-28 0 270,16 1-270,-20 1 90,3 4-90,-12-1 90,0 6-90,-5 18 0,-2-8 0,1 26 45,-1-12 0,0 0-45,1 12 0,1-1 0,1 1 0,0-15 0,0-3 90,3 22-90,-3-24 0,0-1 270,1 5 179,-3-9 1,0 6-360,-5-19 90,-7-2-180,-1-4 90,-7-3 0,-26-1-90,6 1 45,-10-1 0,-3 2-45,18 0 0,0 0 0,-18-1 0,2 1 0,4 0 0,-1 0 0,21 0 0,2-1 90,-1 1-90,11 0 90,1 0 0,6-1 0,1-2 0,4-8-90,3-2 89,4-35-89,-3 22 0,-1-3 30,0-4 0,0-5 0,0 4-30,0 2 0,0 1 0,-1-12 0,0 2 0,0 16 0,0 1-90,0-16-989,1 3 0,3 34-2198,-2 18 2881,4 3 1,-4 0 0,-1-7 0</inkml:trace>
  <inkml:trace contextRef="#ctx0" brushRef="#br0" timeOffset="71368">29180 5402 14639,'9'-30'1394,"1"6"0,0-1-1124,11-17-1,-8 14 1,3-4 0,-1-1-1168,2-4 0,-1-1 0,1 0 958,-1 2 0,0 0 0,2-4 12,-1 1 0,0-3 0,2-3 0,0-2 0,1 1-27,-2 4 0,0-1 0,1 0 0,0-1 0,0-1 0,1-2-79,-2 4 0,0-1 0,1-2 1,1 0-1,-1-1 0,1 0 1,-1 0-1,0 2-328,-1 1 0,1-1 0,-1 0 0,1 1 0,-1 0 0,0 1 0,-1 2 0,0 0 332,0-2 0,1 1 0,-1 0 0,-1 2 0,-1 2 0,0 1-173,2-8 1,-1 3 0,-2 2 0,-2 5 87,0-2 0,-2 4-65,1-1 0,0 2-823,-4 5 1,-1 4-977,-3 8 2260,-2-8 0,-5 16 1,-4 2-1</inkml:trace>
  <inkml:trace contextRef="#ctx0" brushRef="#br0" timeOffset="72234">29962 3078 10321,'15'-2'-270,"-5"2"450,1-2 450,-1 2-180,-3-1-91,1 2-89,-4 3 180,-9 15-90,-12 14-180,-4 2 0,-2 1-136,7-11 1,-1 0 0,-9 11 0,-2 0 45,3-7 0,1-3-45,8-7 0,0 1 0,-9 7 0,1-3 135,6-4 720,1-1-721,28-37-89,6-4 0,7-5 0,0-1-45,6-9 0,2-2-23,-3 8 1,3-3 0,0 2-1,-3 4-22,2-1 0,-1 4 0,10-7 0,-1 5 0,0 8 0,2 13 0,-8 20 0,-10 5 0,0 5 45,4 9 0,0 3-45,3 3 0,0 1 0,-7-10 0,1 0 0,-2-3-45,-1-2 0,-1-2-270,3 1 1,-2-4-2963,4-1 2926,-9-6 1,-1-3 0,-14-9 0</inkml:trace>
  <inkml:trace contextRef="#ctx0" brushRef="#br0" timeOffset="77652">16963 16841 7803,'-12'-1'989,"-2"-1"-809,2 0 180,-6 1 89,-4 0-89,-2 2 450,0 0-540,6 0 89,1 1-89,9-1 90,-2 0-180,22 1 270,34-3-360,-1-2 0,9-1-334,-11 0 0,3 0 0,3 0 0,1 0 262,-4-1 0,0 1 0,2-1 0,0 0 0,0 1 0,1-1 0,1 1 0,0 0 0,-1 0 0,1 0 0,-2 1 0,1-1 0,0 1 0,-2 0 0,-3 1-18,-2 0 0,-2 0 0,-2 0 0,-2 1 29,4 0 1,-1 0 0,-5 0 15,3 0 0,-6 1 45,-2 0 0,-4-2 0,-15 2 0,0-2 1156,-4 1-1156,0 0 0,0 0-90,-2-2 0,-10-13 0,-4-13 0,-3-2 0,5 6 0,-1-5 0,1-6 0,-1-6 0,1 1 0,1 7 0,0 0 0,0-4-265,-1-5 0,0-6 0,-2-2 0,2 1 0,0 5 265,0-2 0,2 5 0,-1-3 0,0 2 0,0-3 0,0 1 0,1 6-45,-1-1 0,1 5 45,-1-11-438,1 17 438,4 19-90,-4-11 90,4 12 0,-3-3 0,2 5 1260,-10 8-1260,-6 4 503,-2 2-503,-9 3 0,-6 2 0,-2 0 0,-6 2-820,4-3 1,-6 2 0,-2 0 0,4-1 780,3-1 1,2 0 0,-2 0 38,-3 0 0,-2 0 0,-2 0 0,2-1-567,4-2 0,-1 0 0,2-2 0,2 1 597,1 0 0,2-1 0,-2 0-55,-1 0 1,-4-1-1,2 0 1,3-1 69,-5-1 0,4-2-45,3 0 0,1-1 0,2 0 0,4 1 0,-6-2 0,17 0 0,-1 0 2174,-2-2-2174,6 3 3276,-1-1-3166,-4 0-92,5 1-18,-7 0 0,7-1 0,0 1 0,6 0-90,3 1 90,2 2 0,7 14 0,1-1 0,4 19 0,1 8 0,-3-10 0,1 3 0,1 7 0,1 8 0,0 2 0,-1-4-264,-1-11 1,-1-2-1,0 0 1,0 3 263,1 3 0,1 3 0,0 1 0,-1-2 0,0-4-371,-1-1 1,-1-4 0,0 0 370,2 3 0,-1 0 0,0-3 0,1-1 0,0-4-90,3 19-45,-2-21 0,0-3-2057,5 6 2192,-2-11 0,3 0 0,-7-17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40:31.509"/>
    </inkml:context>
    <inkml:brush xml:id="br0">
      <inkml:brushProperty name="width" value="0.09071" units="cm"/>
      <inkml:brushProperty name="height" value="0.09071" units="cm"/>
      <inkml:brushProperty name="color" value="#00B0F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13129 2196 6813,'-10'-7'1079,"-5"-4"-269,-2-2 179,-2-3-809,3 5 0,6 5-180,22 8 157,16-1 1,14-1-1,8 0 1,0 0-113,-7 0 0,1-1 0,3 0 0,2 1 0,1-1 0,2 0-392,-8 1 0,0-1 0,2 1 0,0-1 0,2 1 0,2 0 0,3-1 0,2 1 1,4-1 365,-20 0 1,2 1-1,2-1 1,3 0-1,1 1 1,2-1-1,1 0 1,1 0 0,1 0-1,1 0 1,0 0-1,0 0 1,1 0-1,-1 0 1,-1 0-1,0 0 1,0 0 0,-2 1-1,-1-1 1,-2 0-1,-2 0 1,-1 1-1,-3-1-201,12 0 1,-4 0-1,-3 1 1,-2-1-1,-1 1 1,-1-1-1,0 1 1,2-1-1,0 1 1,3-1-1,3 1 1,4-1 184,-14 1 0,3 0 1,1-1-1,3 1 1,1-1-1,2 1 1,2 0-1,0-1 1,1 1-1,1-1 1,1 1-1,-1 0 1,1-1-1,0 1 1,-1 0-1,-1-1 1,0 1-1,-2 0 1,0 0-1,-3-1 0,-1 1 1,-2 0-1,-2 0 1,-2 0-1,-3 0 1,-3 0-159,18 0 1,-7 0 0,-5 0 0,-3 1-1,0-1 1,3 1 0,4-1 0,8 1 161,-17 0 0,2 0 1,3-1-1,3 1 1,1 0-1,2 0 1,2 1-1,1-1 1,1 0-1,2 0 1,0 1-1,0-1 1,1 0-1,-1 1 1,1-1-1,-1 0 1,-1 1-1,0-1 1,-1 0-1,-2 1 1,-2-1-1,-1 0 1,-2 0-1,-2 0-83,10 0 0,-3 0 0,-1 0 0,-3 0 0,-1 0 0,0 0 0,-1 0 0,0 0 0,1 0 0,0 0 0,3 0 0,2 0 0,2 0 76,-7 0 0,1 0 0,3 0 0,1 0 0,1 1 0,2-1 0,0 0 0,1 1 0,0-1 0,1 0 0,-1 1 0,1-1 0,-2 0 0,0 1 0,0-1 0,-3 0 0,0 0 0,-2 0 0,-2 0 0,-2 0 0,-2-1 77,13 1 0,-3 0 1,-2-1-1,-3 1 0,-1-1 1,-1 0-1,0 1 0,-1-1 1,0 0-1,0 0 24,8 0 0,1-1 0,-1 1 1,0-1-1,-2 0 0,-2 1 0,-4-1 1,-4 1-57,3-1 0,-5 1 0,-2-1 0,1 1 194,18-2 1,-1 0 0,-15 0-60,-18 1 1866,14-1-1326,-16 2 1110,1-2-2100,0 1 1015,-11-1 0,-19 0 0,-12 0 0</inkml:trace>
  <inkml:trace contextRef="#ctx0" brushRef="#br0" timeOffset="16819">11206 14317 8072,'-2'-5'1889,"1"2"-1439,16-1-45,11 5 0,1 1-315,8 0 67,3 0 0,12 0 1,2 0-1,-8-1-727,-7-1 0,5 1 639,-8-1 1,8 1 0,6 0 0,5 0 0,2 0 0,2 0 0,-1 0 0,-3 0 0,-4 0-348,0 0 1,-3 0-1,-1 0 1,0 1-1,1-1 1,2 1 0,4-1 291,-9 1 1,3-1 0,1 0 0,2 1 0,1-1 0,1 1 0,0-1 0,0 1 0,-1 0 0,0-1 0,-3 1 0,0 0-5,4 0 0,0 0 0,-1 1 0,-1-1 0,-1 1 0,0-1 0,-1 1 0,0-1 0,-1 1 1,0-1 0,0 1 1,-2-1-1,1 1 0,-1-1 1,-1 1-1,0 0 0,0-1-146,3 1 0,0 1 0,0-1 0,-1 0 0,-1 0 0,-3 0 0,-3 0 135,6 0 0,-5 0 0,-1 0 0,1-1 0,1 1 0,1 0 0,-2-1 0,-8 0 90,15 1-90,-9-1 0,-18-1 580,12 0-580,-11 1 2339,6 0-2339,-8 1 1559,5 2-1559,-11-2 0,6 3 0,-7-2 0,1 0 0,1 2 0,-3-2 90,1 0 0,-2 0 0,-2-1 540,-2-1-630,-7-9 90,-1-1 0,-9-18-90,2-7 90,2 0-90,2-9 0,3-6 0,2 16 0,1-1 0,1-5-326,0-1 0,1-4 1,-1-3-1,2-1 1,0 1 325,0 5 0,2 1 0,0-1 0,0-1 0,1-1 0,0-1-248,0 1 1,1-1 0,0-2 0,1-1 0,0 0 0,0 0 0,0-1 0,1 1 247,-1 0 0,1 0 0,1 0 0,-1-1 0,0 0 0,1 0 0,0-3 0,0-1 0,-2 9 0,1-2 0,0-1 0,0 0 0,0-2 0,0 0 0,0 0 0,0-1 0,0 1 0,0 0 0,0 1 0,-1 0-189,1-1 0,-1 0 0,0 0 0,0 0 0,0 0 0,0 1 0,0-1 0,0 1 1,-1 0-1,1 0 0,-1 0 189,0 1 0,1 0 0,-1-1 0,0 1 0,0 0 0,0 0 0,0 1 0,0 0 0,-1 1 0,0 1 0,-1 1 0,1-6 0,-1 0 0,0 0 0,-1 2 0,0 1 0,0 2 0,-1 1 0,0 3-55,0-14 0,-1 4 1,0 4-1,-2 1 55,-1 0 0,-1 3 0,-1 3 0,-1-4 0,-1 6 0,-1 1 839,-1 3-929,2 14 1599,1 0-1599,-1 2 3312,2 9-3222,-6 2 422,-1 6-422,-13 6 0,-3 1 0,0 0 0,-2-1 0,-11 2 0,-7-2 0,-7 0 0,16-3 0,-3-1 0,-1-1 0,-3 0-522,6 1 0,-1-1 0,-2-1 0,-1 1 0,-2 0 0,-2-1 522,4 0 0,-2 0 0,-2-1 0,-1 1 0,0-1 0,-2 0 0,0 1 0,0-1 0,0 0-9,2-1 0,-1 1 0,0 0 0,0 0 0,0-1 0,-1 1 0,0-1 0,-1 0 0,0 1 1,0-1-189,4 0 1,-1 0 0,0 0 0,0 0-1,-1 0 1,0-1 0,0 1 0,1 0-1,-1-1 1,1 1 0,1 0 0,0-1 187,-3 1 0,-1-1 0,2 1 0,-1-1 0,1 0 0,1 1 0,-1-1 0,1 0 0,0 0 0,0 0 9,-3 0 0,0 0 0,0-1 0,0 1 0,1-1 0,1 1 0,1-1 0,1 0 0,2 1-116,-7-1 0,2-1 0,2 1 0,1 0 0,1-1 0,-1 0 116,2 1 0,-1-1 0,1 0 0,1 1 0,1-1 0,3 0-51,-7 0 0,2 0 0,3 0 0,1-1 21,-5 1 0,3-1 0,4 1 898,-3 0 1,6 0-869,-2-2 2814,15 3-2814,6-1 1239,4 2-1329,2 1 596,2 1-506,5 4 0,5 8 0,9 14 0,1 2 0,0 6 0,-3-4 0,-2 2 0,1 5-391,-2-1 1,0 3-1,0 3 1,0 2-1,-1 1 403,-1-4 1,0 0 0,-1 3 0,0 0 0,0 1 0,0 0 0,0 0-305,-1-2 1,0 0 0,1 1 0,-2 0 0,1 0 0,0 1 0,0 1-1,-1 0 302,1 2 0,-1 1 0,0 1 0,0 1 0,0 0 0,0-1 0,0 1 0,-1-2 0,1 0 1,-1 0 0,0-1 1,0-1-1,-1 0 0,1 0 1,-1 0-1,1 1 0,0 0-150,0-3 0,-1 2 0,1-1 0,0 1 0,0 0 0,0-1 0,0 0 0,0-1 0,0-2 151,0 4 1,0-2 0,0-1 0,0 0 0,0-1 0,0 1 0,1 0-116,0 1 0,1 1 0,-1 1 0,1-1 1,0-1-1,0-1 0,1-2 121,0 5 0,0-4 0,0 0 0,1 0 0,0 1 73,0-2 0,0 0 0,0 1 1,0 0-1,1-1 0,0-1-91,1 10 0,1-2 0,0-1 0,0 1 22,0-2 1,0 1 0,0-1-1,-1-3-22,1 2 0,-1-4 0,-1-1 836,1 10 1,-3-6-792,-1-17 0,-2-3-45,-1 18 90,1-22 1622,-1-2-1622,2-10 1789,0 1-2059,0-1-727,-1-4-2370,8-4 2634,-4-1 1,8-10 0,-6 1 0</inkml:trace>
  <inkml:trace contextRef="#ctx0" brushRef="#br0" timeOffset="78529">24159 1132 12660,'-9'5'719,"1"0"-629,2-3-90,2-1 90,-1 1-90,0 0 0,-3 1 0,2 0 0,-5 3 0,3-2 90,-4 3-90,2 0 0,-2 1 0,3-1 0,-1 1 0,3-2 0,0 1-90,1-1 90,2 0 0,0-3-90,1 5 90,1-2-90,2 6 180,5-2-180,0 0 90,12 8 0,-1-6 0,5 4 0,3-1 0,5 0 0,0 1 0,1 0 0,-4-1 0,-11-6 0,14 10 0,-15-9 0,9 7 0,-11-6 0,0 3 0,-3-2 90,-3 0-90,-9 8 0,-3-5 0,-6 3 0,-8-4 0,8-7 0,-14 6 0,7-7 0,-5 1 0,6-3 0,-2-3 0,6-2 0,-4-5 0,5 0 0,-2-12 0,8-1 0,0-3 0,6-6 0,5 0 0,4-9 0,4-3-90,-1 9 90,8-11 0,-5 16 90,3-4-180,-4 7 90,-4 7 90,1-2-90,-2 2 0,-3 7 90,-1-2-90,-4 5 0,-3-1 0,-5 1 0,-11 1-90,-5 2-180,-2 0 1,7 3-181,3 1-360,4 2-269,0 2-1979,3-1 3058,5 3 0,2-5 0,2 1 0</inkml:trace>
  <inkml:trace contextRef="#ctx0" brushRef="#br0" timeOffset="79090">24636 1248 10411,'3'-10'2429,"-1"2"-2070,-5 2-89,-2 2 0,-6 4 0,-7 5-180,2 0 90,-10 8-180,13-4 90,-12 14 0,5 5 0,-2 7-45,13-8 0,2 1-45,2 11 90,7 11-90,18-13 0,-5-15 90,16 3-90,-15-19 0,16-3 0,-1-8 89,13-8-89,-8-2 0,-15 1 0,-1-3 0,5-22 0,-5 3 90,-10-13 0,-15 16-90,-7-5 0,-2 9 90,-11 1-90,2 13-90,-10 2 0,7 9-269,-8 8-271,6 6-899,-9 10 719,15-3-2467,-1 6 3062,19-10 0,-1 5 0,5-2 0</inkml:trace>
  <inkml:trace contextRef="#ctx0" brushRef="#br0" timeOffset="79545">24991 1292 12030,'4'-7'3276,"-1"0"-2144,-13 18-1042,5-3 0,-10 16 89,5 4 1,0 4-180,1 1 0,2 7-180,5-10 1,2 6-1,5-4 0,4-7 90,1-8-180,13-5 270,-7-9-90,19-8 0,-5-11 0,8-16 90,-10 1-182,-15 6 0,-2 0 182,-3-17 0,-6 15 0,-3-2 90,-7-19-90,-9 3 0,2 16 0,-8 6-270,4 15-720,-15 9 541,12 5-91,-6 9-1259,12 3-1478,4 1 3061,1 1 1,5 5 0,4-5 0</inkml:trace>
  <inkml:trace contextRef="#ctx0" brushRef="#br0" timeOffset="79863">25418 1293 12120,'9'-6'2429,"-1"0"-2070,0 7-179,5 5 180,15 19-180,-8-5 0,1 1-135,-2-3 0,-1 1 0,6 7 0,0 0 45,6 5-270,3 4-90,-10-11-1709,3 1-1298,-13-16 2567,5 1 0,-11-16 0,-2-4 1</inkml:trace>
  <inkml:trace contextRef="#ctx0" brushRef="#br0" timeOffset="80073">25748 1266 11221,'-5'-12'1169,"0"1"-719,1 6-270,-3 6 269,-3 9-179,-6 11 0,-8 13-90,4-2-90,5-9 0,0 1 0,-9 15-225,10-16 0,0 0-765,-11 18 181,9-14-2249,0 1 2968,7-11 0,1 4 0,2-4 0</inkml:trace>
  <inkml:trace contextRef="#ctx0" brushRef="#br0" timeOffset="80606">26409 1156 11670,'-3'-12'2609,"1"3"-2069,0 3-361,-4 8 1,1 1-90,-4 7 180,-12 17-180,7-7 0,-1 3 0,-1 6 0,-1 3 0,1-1-45,-1 3 0,2 0-327,-1 4 1,3-3 191,8 1-90,9-9 0,6 4 90,3-7-90,13-2 1,0-11 89,11-2 472,-8-6-471,7-6 89,1-10 0,-9 1 89,2-7 271,-13-13-270,-10 14 180,-6-22-180,-14 24 0,-12-2 0,-6 14-270,-5 6-180,1 7-359,4 3 269,11-2-719,3 3-2108,9-5 2724,3 3 1,10-3-1,4-2 1</inkml:trace>
  <inkml:trace contextRef="#ctx0" brushRef="#br0" timeOffset="81089">27003 1223 12030,'-8'-12'720,"1"3"-1,-3-1-179,0 4 0,-3 0-91,-3 6-179,-4 6-90,2 3 90,-10 14-90,2 6-212,10-8 1,1 1 31,-8 15 90,12-14 0,2 1 0,-2 12-90,2 7 0,6-4-90,8-5 0,7-4 0,0-9 0,12-3 90,-2-8-90,10-4 90,-6-5-90,16-14 90,-21 2 0,-1-4 0,-1-2 0,0-16 0,-1-8 90,-11-4 0,-12 5-90,-4 9 333,-11-2-333,-1 12 0,-7 1 0,5 8-360,-3 9-719,-2 11 449,7-2-180,-2 6-2467,16 3 2679,5-6 1,5 9 0,4-7 0</inkml:trace>
  <inkml:trace contextRef="#ctx0" brushRef="#br0" timeOffset="81545">27419 1235 12030,'4'-8'2878,"-2"1"-2338,-6 4-180,-5 9 0,-7 5-180,0 5 0,-4 9-1,3 0 1,-4 11-90,6-7 0,0 6 0,7-7 0,2 4-90,3-9-90,6 1 90,4-8-180,11 1 180,-3-8 0,12-5-90,-5-10 90,5-8 0,-5-3-90,0-18 90,-11 1 45,-7 7 0,-3-2-45,-6-16 45,-1 20 0,-4 2-45,-18-11 0,6 14-180,-11 7-269,9 14-451,-6 6 181,8 1-1350,-1 8-1079,12-3 3148,1 4 0,9-2 0,6-1 0</inkml:trace>
  <inkml:trace contextRef="#ctx0" brushRef="#br0" timeOffset="81745">27858 1289 12300,'20'0'3238,"-4"0"-1799,-2-2-269,-3 2-361,-5 0-989,1-1-359,-2 3-2250,-1 1-488,-16 15 2457,3-9 1,-21 14 0,6-12 0</inkml:trace>
  <inkml:trace contextRef="#ctx0" brushRef="#br0" timeOffset="83878">21366 1275 11221,'-12'-2'2878,"1"-1"-1259,4 3-1619,24 0-90,-10 0-360,28-1 91,-22 0-361,9-2 180,-11 2-1169,7-2 1709,-8 1 0,4-1 0,-3 0 0</inkml:trace>
  <inkml:trace contextRef="#ctx0" brushRef="#br0" timeOffset="84112">21467 1260 10771,'-9'5'-180,"1"-2"540,0 4 89,3 0 1,-2 6-180,3-2 90,2 8 0,-2 1-90,1 11-91,1-5 1,-2 9 0,1-5 0,-2 7-270,1-8-180,-1 1-989,2-6 629,0-4-2647,1 1 3084,0-13 1,-1 1-1,0-4 1</inkml:trace>
  <inkml:trace contextRef="#ctx0" brushRef="#br0" timeOffset="84328">21297 1673 10861,'-10'2'629,"2"0"-359,3 1 270,0-1-360,6 2-90,1-2 90,6 2 90,13-3-91,4-1-179,6-1-539,9-5-810,-5-2-290,-11 1 1,0-1 1512,11-6 1,2-7 0,-11 4 0</inkml:trace>
  <inkml:trace contextRef="#ctx0" brushRef="#br0" timeOffset="84621">21917 1126 12840,'2'10'2068,"-4"14"-1888,-4 16-90,-2-6 0,-1 3 0,1-4 0,-2 2-456,-1 1 0,-1 3 0,0-2 411,-2 7 0,0-1-105,1-7 0,0 2 0,1-4-165,2-3 1,0-3 261,0-1 0,2-2-936,-2 7-136,4-14-1753,2 1 2788,2-8 0,6-4 0,1-3 0</inkml:trace>
  <inkml:trace contextRef="#ctx0" brushRef="#br0" timeOffset="84906">22025 1448 11580,'6'-9'900,"-2"1"89,-1 4 361,-1 1-1171,-3 9 91,-1 5-90,-5 14-90,0-3 90,-4 12 0,0-1-90,-2 8-90,2-7-270,-5 9 90,8-22-809,-8 16-630,9-20 1619,-1 0 0,4-8 0,3-7 0</inkml:trace>
  <inkml:trace contextRef="#ctx0" brushRef="#br0" timeOffset="85212">21959 1393 11311,'1'-13'269,"-1"4"181,1-1-180,-1 4 0,2 0-180,0 0 180,5 1-90,4 1-1,6-1 1,8 2 0,3 5-180,-5 0 90,2 11 0,-17-6-90,2 10 0,-10-8 90,-6 10-90,-8-1 90,-7 4-90,1-4-90,-12 3-270,13-10 0,-4 2 360,9-6 0,18-8 0,1-2 0</inkml:trace>
  <inkml:trace contextRef="#ctx0" brushRef="#br0" timeOffset="85678">22411 1514 12210,'-7'1'1349,"3"0"-1259,2 7 0,3 5 90,-1 4-90,1 6-90,0 3 0,-1-7-360,0 4-359,-1-7 179,0-2-2159,-1 1 2699,-1-9 0,-3 1 0,0-4 0</inkml:trace>
  <inkml:trace contextRef="#ctx0" brushRef="#br0" timeOffset="85906">22405 1239 11311,'4'-9'899,"-1"1"-269,-1 3-181,0 0-449,1 1 0,-2 7 0,1 3 0</inkml:trace>
  <inkml:trace contextRef="#ctx0" brushRef="#br0" timeOffset="86623">22543 1469 12030,'9'6'720,"-2"0"-91,-1 6-539,-4-5 0,3 9 90,-4-1 0,0 4-90,-1 7 0,0-5-180,-2 5-90,-1-6 90,0 5-90,1-5 0,0-3 0,0-5 180,5-13 90,-1-1-90,5-16 0,0-3 90,2-8-90,2-3 0,0 0 0,0 5 0,-2 8 0,2 2 0,-2 8 0,3 0 0,1 8 0,-2 5-90,2 5 90,-7 0 0,2 6 0,-5-4 0,2 1 90,-3-5-90,1 1 0,0-5 0,2 2 0,0-7 0,8-10 0,5-6 0,4-5 0,-5 7-90,2 4 90,-7 16 0,-1 3 0,-4 11 0,-6 3 0,-2-4 0,0 5 0,0-4-90,3 5-89,-1-7-1081,6 3 451,-2-12-2468,6 1 3241,-3-7 1,6-1 0,-1-1 0</inkml:trace>
  <inkml:trace contextRef="#ctx0" brushRef="#br0" timeOffset="87256">23195 1523 12030,'-7'-9'1529,"1"2"-899,-8 5-180,-1 7-360,-3-1 0,1 5 89,3 2-89,0 3-90,-3 4-180,5-3-89,1 1-1,6-5-450,4 3 450,13-9 180,-2-1-89,12-12 89,-9-2 269,6-8 1,-5 1 0,0-2 0,-6 7-90,-2 3 0,-2 18 0,-2-1-90,0 30 90,-3 7-288,0-9 1,0 5 227,0-3 0,-1 4 0,0 0-1117,-1 6 0,-1 1 0,1-1 1116,0-9 1,1-2 0,-2 0-30,1 0 0,-1-1 0,-1-5 90,-4 8-90,-1-5 0,0-11 90,-3-14 175,0-9-265,-8-7 3276,2-2-3070,-8-13-206,3-3 0,-2-4-3277,3-3 3162,8 11-52,2-5 167,8 14 0,-1-9-90,8 8-270,3-5 180,2 4 2680,6-3-3849,2 2-1928,8-6 3101,-5 4 1,7-7 0,-6 5 0</inkml:trace>
  <inkml:trace contextRef="#ctx0" brushRef="#br0" timeOffset="87530">23369 1519 11311,'4'-3'1349,"-3"1"-1169,17 0-360,-5 0-90,-1 0-630,3 0 900,-1 1 0,-5 0 0,0 1 0</inkml:trace>
  <inkml:trace contextRef="#ctx0" brushRef="#br0" timeOffset="87730">23434 1615 11131,'-3'9'2248,"3"-1"-2068,3-4 0,2-1 0,3 0 90,4-1-1529,9-1-1980,5-2 3239,4-1 0,-5-3 0,-4 0 0</inkml:trace>
  <inkml:trace contextRef="#ctx0" brushRef="#br0" timeOffset="92872">24427 1941 9871,'2'-8'3276,"1"0"-1065,-1 2-2121,0 15 0,-1-2 0,-1 12 0,-1 8 0,0 0 0,0 3 0,0 3 0,0 1-440,-1 1 0,1 1 395,-1 3 0,0-2-45,0-7 0,1-1 45,-1 6 0,0-1-45,-1 15-62,1-3 62,1-16 90,-1 4-90,1-11 0,0-2 270,0-4-90,1-3-1,0-1 631,-1-7-32,9-8-778,5 2 164,11-6-164,20 4 0,-18 0 0,3 0-293,8 0 1,2 0 292,-8 0 0,1 0 45,9 0 0,2 0-45,4 1 0,0 0 0,-9 0 0,2 0 30,5 0 0,4 1 0,-6 0-30,-11 0 0,-3 0 0,13-1 0,-1 1-45,-11 0 0,-5 0 135,1-1-90,8 1 0,-14 0 0,-11 0 90,6 0-360,-3 0 135,-2-1-2024,-2-6 1530,-8 1-1,-2-2-899,-3 0-1748,-1 1 2904,0 0 1,-3-4-1,0 3 1</inkml:trace>
  <inkml:trace contextRef="#ctx0" brushRef="#br0" timeOffset="93345">25314 2436 11940,'-4'-10'1439,"1"2"-449,1 3-1,1-1 1,0 1-810,6 8 89,7 8-179,7 8-90,0 0 180,17 13-180,-14-14 0,10 10 90,-11-10-90,-3-1 0,-4-3 0,1 2 90,-6-3-90,-4-4 0,-1 6 0,-14 0 0,-4 0 0,-4 3 0,-9 1 0,3-3-90,-8 5-90,1-2-269,2 0-181,0-2-360,5-1 271,6-4-1260,3-2 1979,7-3 0,1 1 0,4-3 0</inkml:trace>
  <inkml:trace contextRef="#ctx0" brushRef="#br0" timeOffset="93978">26063 2368 11580,'-1'-14'360,"1"1"90,0 4 90,2-2-181,-1 5-89,1-4 630,0 6-810,-10 12 0,-3 7 0,-6 10-90,2-3 90,1 1-90,4-5 0,-1 5 0,4-8 89,0 3-89,6-5 0,0 3 0,3-4 0,6 3 90,2-5-90,15 7 0,-7-6 0,15 3 0,-10-5 0,7 3 0,-8-2 0,3 3 0,-9-2 0,2 4 90,-6-4-90,-5 4 90,-9 0-90,-2-2 90,-10 6 0,-10-2-90,5-3 0,-7 0 0,7-6-180,0-1-179,-5 1 89,7-5-720,-1-1-539,6-5-1748,-1-2 2972,5-3 0,2-7 0,3 0 0</inkml:trace>
  <inkml:trace contextRef="#ctx0" brushRef="#br0" timeOffset="94339">26087 2376 11221,'-3'-9'269,"2"-1"91,0 4-90,0-2 90,1 1 90,-1 1-270,1-1-1,1 3 1,2-1-90,2 0 0,1 2-90,0-1 180,4 1-180,-1 0 90,12-2 0,4 0-90,7-2 0,2 0-180,-7 2-450,8-2 271,-18 4-991,16-5 631,-21 6-2519,9-2 3238,-14 2 0,3-1 0,-5 2 0</inkml:trace>
  <inkml:trace contextRef="#ctx0" brushRef="#br0" timeOffset="96388">26667 2391 10501,'-8'-8'2249,"2"0"-1889,0 6-271,-1 2 1,0 2 0,-5 5 0,4-2 90,-10 15-180,8-7 90,-9 17 0,9-4-90,1 8 90,4 1-90,4-9 90,6 4-90,2-8 90,4 4-90,-1-8 0,5 0 0,6-7 90,3-2-90,1-3 0,1-7 0,-4-4 90,6-4-90,-6-1 0,1-10 0,-8-4 0,0-11 90,-7 5-90,-9 3 0,-2-1 90,-11-14-90,7 17 0,-2 0 90,-16-14-90,0 18 90,-8 0-90,5 10-90,-7 7-270,1 11 90,6 0-90,-3 7-629,15 0-2288,1 7 2837,6-4 0,6 6 0,6-9 0</inkml:trace>
  <inkml:trace contextRef="#ctx0" brushRef="#br0" timeOffset="96721">27048 2458 11760,'4'-8'1529,"0"0"-449,-1 4-810,7 5-1,1 4-89,4 3 0,7 10 0,3 3-90,6 7 0,-2-1 0,3 1 0,-5-4-270,1 2 0,-7-8-989,0 0 539,-12-10 630,5 1 0,-7-10 0,2-3 0</inkml:trace>
  <inkml:trace contextRef="#ctx0" brushRef="#br0" timeOffset="96928">27385 2443 10951,'-5'-17'360,"1"3"-91,0 3 271,0 3-180,-8 14-180,2-1 90,-13 18-91,8-4 1,-1 2-90,0 0 0,0 1-45,-1 2 0,-1 0 0,3-2 0,1-1-315,-6 9-359,-3 6-1,8-14-1888,1 2 2518,7-10 0,1-1 0,4-4 0</inkml:trace>
  <inkml:trace contextRef="#ctx0" brushRef="#br0" timeOffset="97545">27650 2317 10681,'-1'-9'1529,"2"2"-1439,3 1 0,1 2 90,1 1-90,6-1 90,4-1-90,9 0 0,-4 2 0,9-1-1,-7 3-89,5 1 90,-5 2 0,-6 4-90,-7 5 0,-5-1 90,-10 10 0,-7 2-90,-13 12 0,4-8 0,-8 8 0,13-11 0,1 5 0,8-2 90,18 12-90,10-6 0,8 4 0,1-11 0,-10-8 0,-5-5 90,-5 2 180,-9 3-180,-1-3 0,-7 2 90,-16 4-90,-3-3 0,-5 4 0,-3 1-270,9-7-360,-7 6 90,9-8-989,2-1 1439,8-6 0,4-1 0,5-3 0</inkml:trace>
  <inkml:trace contextRef="#ctx0" brushRef="#br0" timeOffset="98045">28130 2329 12300,'0'-9'1709,"3"2"-1259,1 5-90,10 0-1,8-1-89,6 0-90,8-2 0,7 0-90,-7 1 0,-2 1-90,-11 2 90,-7 2-90,2 2 90,-5 10-90,-7 0 0,-9 18 0,-7-8 45,-6 12 0,-2 4-45,6-14 0,-1 1-222,-5 10 1,1-1 221,5-9 0,1-2 0,-2 11 0,-1 7 0,5-8-180,4-6-180,3-7 0,2-6-629,3-3-1080,0-7-1208,8-2 2904,-4-6 1,11-4-1,-3-2 1</inkml:trace>
  <inkml:trace contextRef="#ctx0" brushRef="#br0" timeOffset="98356">28752 2441 14908,'11'7'630,"7"5"-360,7 8 0,12 8-180,-15-12 0,0 0-45,0 2 0,1 0-90,4 3 0,-2-2-225,5 6-540,4 3-629,-23-20 1439,0 0 0,-2-6 0,-2-3 0</inkml:trace>
  <inkml:trace contextRef="#ctx0" brushRef="#br0" timeOffset="98563">29070 2481 11221,'-8'-19'1169,"2"5"360,-1 1-450,-14 15-719,-5 7-180,4 3 0,1 3-215,-1 4 1,1 1 214,-13 14-135,14-11 0,2 1-141,-9 14-444,10-12 0,0 0-944,3-3 0,2-2-1793,-7 14 2972,8-15 0,9-10 0,3-5 0</inkml:trace>
  <inkml:trace contextRef="#ctx0" brushRef="#br0" timeOffset="99045">29469 2312 14009,'6'-1'2249,"-5"3"-2159,-5 10 0,-4 0 90,-3 5-91,-4 5 91,-1 7-180,2 1 90,5-7-90,7 2 90,4-5-180,7 5 90,9-1-90,6 0 0,13 2 0,-5-6 1,3 2-1,-6-2 90,-12-3-3277,-9 6 3162,-10-9 205,-17 4-90,-2-6-180,-15 4-270,5-4-360,-3 0-2467,3-9 2301,14-2 976,-2-6 0,11-6 0,0-2 0</inkml:trace>
  <inkml:trace contextRef="#ctx0" brushRef="#br0" timeOffset="99289">29445 2333 14009,'-2'-9'1529,"0"3"-1079,27 2-360,2 0-405,0-1 0,2 0-854,-1 0 0,-1-1-271,19-4-1837,-2-3 2810,-28 8 1,9-6 0,-8 1 0</inkml:trace>
  <inkml:trace contextRef="#ctx0" brushRef="#br0" timeOffset="99579">29978 2284 15628,'-2'9'1079,"5"13"-539,3 14-360,-2-7 0,0 0-90,1 20 90,-4-7 0,-2-1-270,-1 8-630,1-10 1,0-1-811,0 3 181,2-11-1928,5-16 3241,2-8 1,7-3 0,1-4 0</inkml:trace>
  <inkml:trace contextRef="#ctx0" brushRef="#br0" timeOffset="100039">30223 2343 12750,'3'-7'2248,"7"3"-1978,8 6 0,9-1-180,-4 1 90,9 0 0,-4 1 0,12 7-180,-15-2 90,3 17 0,-31 11-90,-1-1 0,-17 9-267,5-22 1,-1 0 266,1-1 0,-1 1 0,-5 6 0,1 1 0,2 2 0,3-1 90,-3 12 0,8-4 90,20-18 90,9-8 0,12 1-180,-1-7 180,13-4-135,-14-3 0,2-2-46,5-2 1,2 1-315,3-2 1,-2 0-1,-10 2 0,-2-1-1394,13-4 0,-25 5-1658,3-5 3374,-12 5 1,-7-7 0,-7 1 0</inkml:trace>
  <inkml:trace contextRef="#ctx0" brushRef="#br0" timeOffset="100689">26310 3150 11760,'-7'-7'180,"0"-3"270,6 4 180,0-2 449,2-3 90,0 2-899,2-2 360,3 4-270,1 2 359,20 1 1,6 3-540,-9-1 0,3 2-661,7 0 0,9 0 1,5 0-1,-1 1 1,-5 0 600,4 0 0,-3 0 0,9 1-49,-15-1 1,5 0 0,5 1 0,3-1 0,2 1 0,1 0 0,-1-1 0,-2 1 0,-2-1 0,-5 1-420,4-1 0,-4 0 0,-2 0 0,0 0 0,3 0 0,6 0 378,-10 1 0,4-1 0,3 0 0,1 1 0,3-1 0,0 1 0,0-1 0,1 1 0,-1-1 0,-2 1 0,-1-1 0,-2 0-169,2 0 0,0 0 1,-3 0-1,0 0 1,0 0-1,-1 0 1,2 0-1,0-1 1,2 1 154,-3 0 0,2 0 1,0 0-1,2 0 0,-1 1 1,1-1-1,0 0 0,-1 0 1,-1 0-1,-2 0 0,-1 0-132,5 0 1,-2 0-1,-1 0 1,-1 0-1,0 0 1,-1 0-1,1-1 1,1 1 137,2 0 1,1 0-1,0 0 1,1 0-1,-2-1 1,0 1-1,-3 0 1,-1-1 13,7 1 0,-2 0 0,-3-1 0,0 0 0,3 1-21,-5-1 0,1 0 0,1 1 0,-1-1 0,0 0 0,-3 0 39,3 0 0,-1-1 0,-1 1 0,-2-1 0,-3 1 65,7-1 1,-4 1 0,-1-2 610,12 0 0,-7-2-280,-6-3-270,-1-1 1516,-21 0-1336,-10 2 1728,1 0-2717,-3 2 1638,1 4-4286,-2 2 0,-9 3 2656,-8-4 1,-18-1 0,-6-6-1</inkml:trace>
  <inkml:trace contextRef="#ctx0" brushRef="#br0" timeOffset="116738">21519 4095 7353,'-1'-10'809,"0"0"-449,1 3-90,0-1 540,0 2-541,0-4 181,1 4 180,0-4 179,0 4 181,1 0-900,1 9 90,-1 5-180,1 6 90,-2 13-1,-1 1 1,-1 14 0,0-8-90,-1 9 0,2-2 0,-1-8 0,1 6-90,-2-20-89,2 2-361,-1-8-2737,0-3 2837,-2-15 0,2-4 0,-1-11 0</inkml:trace>
  <inkml:trace contextRef="#ctx0" brushRef="#br0" timeOffset="117323">21497 4030 10231,'-9'-12'900,"2"1"-720,6 4-1,5 0-89,7-1 0,3 2 90,16-2-90,-7 4-90,6-1 0,-4 5 90,-2 5-90,2 3 90,-2 8-90,-8-3 0,-6 8 0,-9-2 90,-6 8-90,-3-6 0,-14 13 0,10-18 0,-12 14 0,11-17 0,-2 2 0,4-3 0,4-3 0,11-5 0,2-3 0,6-3-90,-3-1 90,-2 1 0,1 1 0,1 4 0,-2 0 0,1 8 0,-1 1 0,2 9 0,-3-3 0,4 10 0,0-4 0,1 6 0,0-7 0,4 6 0,-4-11-270,7 3 0,-7-11-449,4-3-2558,1-7 3264,-1-2 0,6-5 0,-4-2 1</inkml:trace>
  <inkml:trace contextRef="#ctx0" brushRef="#br0" timeOffset="117796">22109 4181 10141,'-6'-11'2159,"-1"2"-1889,-1 2 270,1 3-181,-7 7-179,6 1 180,-11 9 0,-2 12-270,5-4 0,-5 9 90,8 4-3457,6-4 3341,-1 6-64,11-5-89,4-7-91,14 4 90,3-9-90,17-8 90,-3-13 90,0-8 3276,-6-5-3250,4-16-3303,-13 1 3162,3-8 137,-18-3 68,-11 7 0,-12-13-90,-2 14 90,-14-3-90,3 19 0,-5 3-90,2 10-360,2 9-449,5 3 1469,5 6-3358,9-4 2813,5-1 0,5 2 0,1-1 1</inkml:trace>
  <inkml:trace contextRef="#ctx0" brushRef="#br0" timeOffset="118146">22336 4101 11490,'8'-7'630,"2"0"-360,0 4-180,1 0 90,9-1 90,15-4-180,3 0 0,4-1-180,-12 1-180,-11 2-90,-5 2-2917,4-3 3264,-9 5 0,2-3 0,-8 4 1</inkml:trace>
  <inkml:trace contextRef="#ctx0" brushRef="#br0" timeOffset="118430">22544 4059 13110,'-7'17'449,"2"-4"-359,3 20 0,-1 0-90,-1 12-90,0-7-270,1 6-809,-1 3 719,1-14-449,0 9-2339,1-27 3238,1-1 0,1-4 0,-1-4 0</inkml:trace>
  <inkml:trace contextRef="#ctx0" brushRef="#br0" timeOffset="118713">22300 4572 10051,'-3'9'990,"5"-1"-631,5-3-89,6 0 0,4-3-180,-1 0 90,10-3-270,-1-3-450,11-4-89,-8 2-2648,5-6 3241,-16 5 1,10-6 0,-5 3 0</inkml:trace>
  <inkml:trace contextRef="#ctx0" brushRef="#br0" timeOffset="119380">23248 4236 11041,'-11'-1'1439,"32"1"0,12 1-1349,-2-2-60,-1 1 0,6 0 0,0-1 15,6 0 0,-1-1 0,-1 0 0,1 0 0,6 0 0,-3-1-45,-3 1 0,-4-2-90,-25 3-90,-1-1-630,-2-1-2467,-5 2 2657,-8-1 0,3 1 0,-7 1 1</inkml:trace>
  <inkml:trace contextRef="#ctx0" brushRef="#br0" timeOffset="119840">23673 4142 10681,'-4'-8'2159,"0"1"-1710,8 3-269,1 2 360,12 4-270,1 3 90,15 3-91,2 5-89,3-1-90,-3 3 0,-4 1-90,-8-3 0,0 1 0,-7-2 0,-5-4 0,-2 0 0,-5-2 0,-5-1-90,-3 1 90,-7 3 0,-15 9 0,1 0 0,-3 3-270,1 0 1,0 1-307,-4 2 1,2 0-100,7-6 1,3-2-2295,-7 6 2969,4-3 0,7-3 0,2-1 0</inkml:trace>
  <inkml:trace contextRef="#ctx0" brushRef="#br0" timeOffset="125645">24576 4019 9332,'-1'-10'-1260,"0"0"1170,1 3 0,1 1-89,1 1 179,1 1 90,0 0 1439,1 2-1080,0-2-179,0 2 2249,-1-2-2519,-3 10 0,1 3 90,-3 22-90,2 1 90,-4 10-90,-1-2 0,0-16 0,-2 1 45,0 3 0,-1 0-45,2-3 0,0-1 0,-6 16-3277,5-12 3162,5-15 115,-3 7 0,3-10 0,-1 3 0,7-14 0,1-2 0</inkml:trace>
  <inkml:trace contextRef="#ctx0" brushRef="#br0" timeOffset="126228">24867 4137 10321,'0'-8'90,"0"-2"180,0 4 90,1-1-1,-2-1 451,1 1-630,-5 9 0,-5 8 90,-11 23-180,3 1-45,6-4 0,2 2 45,3 8-90,4-11 0,3 1 89,11 15-89,8-6 0,3-7-89,3-18 89,-4-10-90,0-4 90,-1-6 0,-5 0 0,3-9 0,-11 4 0,2-8 0,-8 4 0,-4-3 90,-2 5-90,-7 0 0,-1 7 0,-8 1 0,3 4 0,-14 9-90,12-1-180,-9 7-90,15-4-630,2 2-2287,8-3 3129,0 0 1,5-2-1,2-2 1</inkml:trace>
  <inkml:trace contextRef="#ctx0" brushRef="#br0" timeOffset="126745">25353 4180 10321,'-2'-8'720,"0"1"-540,-3-2 269,2 4-89,-2-4 90,1 5-270,-7 5-90,3 2 180,-14 17-180,6 1-1,-6 13 1,7-8 0,0 14-90,10-20 90,2 22-90,9-22 0,6 7 0,5-11 0,3-7-90,2-5 90,1-7 0,-2-7 0,-5-2 0,0-8 0,-7-1 0,0-8 0,-6 4 0,-4-5 90,-5 6 0,-4-4-90,-4 4 0,-1 7 90,0 7-90,-16 7 0,13 4-180,-20 6-449,14 2-541,-1 4-2107,4 0 3062,10-2 0,4-1 0,5-4 0</inkml:trace>
  <inkml:trace contextRef="#ctx0" brushRef="#br0" timeOffset="127139">25677 4295 11131,'3'-14'809,"0"3"-359,-2 4-90,0 3 89,1-1-269,7 8-180,-1 0 180,13 15-90,-1-1 0,8 8 0,2 1 0,-3-1-270,-2-3-180,-5-4 91,-6-6-631,-2-1 900,-4-6 0,1-3 0,-1-3 0</inkml:trace>
  <inkml:trace contextRef="#ctx0" brushRef="#br0" timeOffset="127329">25949 4227 10501,'-12'-3'180,"0"4"180,-9 16-180,-2 4-91,4-2 1,-1 1 0,-9 11-45,10-9 0,0 0-505,-12 14 325,13-15 1,-1 0-226,-7 11-1574,1-2 1934,11-11 0,-3 4 0,4-2 0</inkml:trace>
  <inkml:trace contextRef="#ctx0" brushRef="#br0" timeOffset="129628">26495 4154 9332,'-1'-10'270,"-1"2"-181,-3 5 1,0 1 0,-3 2-90,2 1 90,-6 3 0,5-1-90,-8 5 90,2 2 0,-4 4-90,4-2 0,1 5 90,3-1-90,-1 10 90,5-8-90,2 6 0,7-8 0,4 5 0,1-5 0,6 5 0,2-5 90,4 4-90,-2-3 0,8 6 0,-13-11 0,11 12 0,-12-11 0,3 5 0,-4-2 90,-4-1-180,-4-4 180,-3 2-90,-4-4 0,-3 2 0,0-3 0,-7 1 90,0-3 90,-12 0 0,-1-3-90,3-1 179,-2-6-269,16 0 90,-5-6 0,10-2 0,7-16-90,9-7 45,0 11 0,3-2-45,6-5 0,2 0-281,-7 8 1,0 1 280,8-9 0,-1 3 0,1-5 90,2-4 0,-10 12 90,-3 0-90,-8 7 90,-6-8-90,-8 8 0,-8 0 0,-12 8 471,10 5-651,-11 2-270,12 7-360,-2 1 181,5 1-2738,4 2 3241,7-2 1,1-1 0,3-3 0</inkml:trace>
  <inkml:trace contextRef="#ctx0" brushRef="#br0" timeOffset="130095">26985 4196 10681,'8'-5'1169,"1"-1"-539,-6 2 89,1-2-359,-5 1-90,-8 4 0,-7 5-90,-8 9-90,3 2 90,-10 15-90,6 3 0,8-8 0,2 1-90,-4 10 89,4 7-178,13-19-1,4 6 0,2-9-90,8 2 0,3-11-180,13 0 270,3-9-90,7-8 90,3-15 90,-14 3 0,4-16 0,-18 4 0,-1-10 0,-7 8 0,-9-8 0,-6 10 0,-9-5 0,-1 11 0,-13 5-90,2 14-315,5 7 1,-1 2-316,-8 4-919,10 3 1,2 1 1355,4 2 1,-6 8-1,7-2 1</inkml:trace>
  <inkml:trace contextRef="#ctx0" brushRef="#br0" timeOffset="131794">24307 3642 10681,'9'-4'-90,"-1"-1"90,-1 2 0,0 0 0,8 0 0,-3 1 0,7 0 0,-6 2 90,0 2-90,-5 5 0,-1 5 0,-3 0 0,-9 12 90,-8 5-90,-7 10 0,1-7 45,5-10 0,0-1-45,1-2 0,-11 18 0,16-26 0,-4 8 0,9-14 0,5 0 0,7-9 90,12-8-90,11-13 0,-3 2 0,-2 1 0,0-2 0,6-9 0,-11 12 0,-1 0 90,8-11-90,-12 11 90,0 0-90,-8 9 90,0 1-90,-11 14 0,2-1 0,-12 21 0,6-8 0,-6 16 90,8-9-180,0 6 180,5-2-90,1-7 0,5 1-270,4-4 90,0-4-450,7-1 1,-9-8 629,11-3 0,-5-4 0,6-2 0</inkml:trace>
  <inkml:trace contextRef="#ctx0" brushRef="#br0" timeOffset="132543">24181 4068 9602,'0'-9'1169,"-1"16"-1079,1-2-90,0 14 90,-1-9 0,0 7 0,1 3-90,-1 6 90,2-6-90,-1 5 90,1-6-90,-1 3 89,1-2-89,-1-8 0,1 0 180,0-3-90,1-1-90,-1 0 90,3-5 0,5-3-90,-2 0 0,13-3 0,-9 1 90,13-1-90,-10 1 0,9 0 0,-3 0-180,6 1 0,-9 0-359,2-1 269,-9 2-450,-2-1-1079,1 0 1799,-4-1 0,2-1 0,-2-1 0</inkml:trace>
  <inkml:trace contextRef="#ctx0" brushRef="#br0" timeOffset="132938">24370 4178 9602,'4'7'989,"-2"-6"-989,11 18 90,-3-7-90,-2-2 0,2 1 90,-2-3 0,-2-1 0,2 3 90,-3-4-180,-5 2 0,-1-3 90,-11 9 0,0-1-90,-3 3 0,-2 3-90,3-1-360,-3 3-90,5-5-2158,1 2 2698,7-10 0,1 2 0,2-5 0</inkml:trace>
  <inkml:trace contextRef="#ctx0" brushRef="#br0" timeOffset="134005">26429 3585 9691,'8'-17'810,"-1"2"-180,-2 4-361,-3 3 1,1-1 90,-1 4-270,-5 12 0,0-2 0,-4 16 0,-3 13 0,4-2-180,-1 11-90,9-17 90,2-11-90,4-1-90,3-6 90,4-3 90,-2-3-179,11-8 269,-10 0-90,13-9 0,-14 4 0,10-14 90,-9 7-90,4-9 90,-8 13 0,-3 1-90,-2 8 90,0-1 0,1 13 0,-2 6 0,0 26 0,-4-10 0,-2 11-45,-2-15 0,0 1 45,-4 13 0,3-13 0,0 0-90,-7 10 0,2-11 0,-9 5 0,2-9 90,-5-5 0,2-10-90,-1-6 180,-8-10-90,8-1 90,-1-3-90,12 1 90,4 2-90,6-5 0,5-1 0,15-4 0,4 2-450,15-5-539,-9 6 989,11-5 0,-15 7 0,4-2 0</inkml:trace>
  <inkml:trace contextRef="#ctx0" brushRef="#br0" timeOffset="134380">26936 3699 9691,'10'-5'1350,"0"0"-1260,-4 7 0,-2 1 89,2 8-89,-2 2 0,0 5 90,-2 13-90,-2-8 0,-1 19-90,-2-23 90,0 13-90,0-13 0,0 3-809,0 1 809,1-7 0,0-3 0,1-8 0</inkml:trace>
  <inkml:trace contextRef="#ctx0" brushRef="#br0" timeOffset="134773">26850 3926 10321,'-6'12'1349,"1"-5"-1259,4 20 0,3 5-90,0-13 0,1 13-90,3-16 90,1-4 0,1-5 0,3-6-90,3-4 90,5-7 0,5-6 0,-4-2 0,4-9-90,-4 4-179,3-7-541,-4 4-89,-7 7 899,-2 0 0,-7 11 0,2-4 0</inkml:trace>
  <inkml:trace contextRef="#ctx0" brushRef="#br0" timeOffset="138012">24092 5068 9242,'7'-13'719,"-1"4"-269,-3 3 180,3-1-450,-3 1 269,2-1 181,-2 2-540,0 15 90,-3 4-90,1 16 0,-2 5-90,1-7 90,2 12-90,2-8 90,2 8-90,0-11 0,3 0 0,2-7 0,-1-4 0,4-3 0,-2-12 0,3-4 0,1-5 0,-3 0 0,1-6 0,-4 1 0,1-2 0,-1 2 0,-3 3 0,-2 3 0,-1 2 0,3 4 0,2 4-90,4 5 90,2 2 0,3 2 0,-2-3-90,5 0 90,-3-5 0,4 0 0,-5-5 0,3-5 0,0-10 0,0-3 0,-2-3 0,-5-6 0,-7 0 90,-2-10-90,-4 4 45,-5 6 0,-1-1-45,-3 1 90,-8-19-90,8 30-90,-3-5-360,4 13-270,-6 5 91,7 7-2648,-2 12 3196,7-4 1,3 11 0,2-2 0</inkml:trace>
  <inkml:trace contextRef="#ctx0" brushRef="#br0" timeOffset="138561">24935 5176 10321,'-10'0'450,"2"0"0,-1 0 89,2 1-89,-1-1 1259,2 2-1619,20-2-270,3 1-270,14-2-1259,-1 1-90,-13-1 1799,0 1 0,-9 1 0,0 0 0</inkml:trace>
  <inkml:trace contextRef="#ctx0" brushRef="#br0" timeOffset="138772">24915 5297 10501,'0'11'360,"0"1"-90,5-4-180,-1 0 89,7-1 1,3-1 0,7-2-180,-2 0-360,8-3-809,-3-3 1169,18-3 0,-5-3 0,8-2 0</inkml:trace>
  <inkml:trace contextRef="#ctx0" brushRef="#br0" timeOffset="140510">25653 5144 10591,'-5'-11'1349,"3"-1"-1259,6 5 90,3-1-180,1 3 90,4-2 0,3 2 0,6-1 0,3 2-90,1 2 90,-1 2-90,-2 1 0,-5 2 90,-1 3-90,-5 1 0,-1 4 0,-4-2 90,-7 5-90,-6 0 0,-5 6 0,-5 0 0,-1 0 0,2-2 0,3-2 0,3-3 0,5-4 0,4 1 0,4-2 0,5 2 0,0-1 0,6 2 0,0-2 0,8 8-90,-3 2 90,-4 0 0,-7 0 0,-8-6 0,-7 0 0,-5 0 0,-6 2 0,3-4 0,-4 2-630,3-3-2068,1-2 2698,1-1 0,8-6 0,4 0 0</inkml:trace>
  <inkml:trace contextRef="#ctx0" brushRef="#br0" timeOffset="140976">26105 5143 10861,'-3'-8'1709,"1"-2"-1349,3 5-180,5-1-1,6 0-89,7-1 0,0 3 0,7-2 0,-5 4 0,4 0-90,-6 2 0,-1 4 90,-3 8 0,-6 4-90,-2 3 0,-14 7 0,-9 4 90,-9 11-90,2-8 0,-4 5 0,6-8 0,6-6 0,0 4 0,12-16 0,2 7 0,6-8 0,6 4 0,1-8 0,9-1-90,0-5-270,10 0 0,-6-2-1259,17-5-180,-19 2 1799,18-6 0,-16 1 0,7-3 0</inkml:trace>
  <inkml:trace contextRef="#ctx0" brushRef="#br0" timeOffset="141422">26676 5219 11670,'3'-8'3276,"-1"1"-2684,-8 6-502,1 2 0,-6 8 90,-3 9 0,-2 6 0,-3 10-180,5-5 0,1 11 0,9-19-180,-1 14 90,8-16-180,3 2 180,2-7-180,9-4 0,4-8 1,9-5 179,-3-4 0,-4-5 0,-2-4 0,8-16 4,-11 8 1,-1-2 175,1-12 0,-12-10 0,-10 7 0,-3 16 0,-1 0 0,-7-14-49,-12 3-41,1 21 0,-8 1-359,-1 13-361,-1 9 180,10 4-2737,-3 13 528,18-10 2749,-1 6 0,11-4 0,2 0 0</inkml:trace>
  <inkml:trace contextRef="#ctx0" brushRef="#br0" timeOffset="141646">27230 5236 12300,'7'-7'1349,"-1"1"-719,-2 3-180,1-1-91,-2 0-988,0 0-2648,0 0 2457,-12 6 1,-6 1 0,-11 7 0</inkml:trace>
  <inkml:trace contextRef="#ctx0" brushRef="#br0" timeOffset="142623">24259 5944 11041,'13'-1'1529,"-4"2"-1349,-3 1-180,-3 2 360,0 13-181,-3 10-89,-1 4 0,-2 3-45,-2-1 0,-1 3-15,0-3 0,0 1 0,-1-2 15,-1 2 0,1-2-45,0-1 0,0-4 90,1-2 0,3-14-90,9-10 0,14-23 0,3 0 0,4-9 0,-6 9 0,-3 5 0,15-5 0,-2 13 0,3 9 0,-10 23 0,-13 0 0,-6 14 0,-6-16 0,-2 15 0,-2 1 0,0 6-90,1 3-180,5-15-1259,11-11-1079,5-17 2608,10-13 0,-1-7 0,3-3 0</inkml:trace>
  <inkml:trace contextRef="#ctx0" brushRef="#br0" timeOffset="142909">24887 6226 12570,'1'-5'2159,"12"1"-2069,4 0-360,10-1 0,1 1-720,-2-1-2287,23-3 2657,-34 5 0,-6 1 0,-6 2 1</inkml:trace>
  <inkml:trace contextRef="#ctx0" brushRef="#br0" timeOffset="143110">24947 6331 11850,'-4'9'630,"2"-1"-540,6-3 90,1-2-90,3 0 0,3-3 90,8-1-91,8-2-898,20-5-91,-14 2-899,5-2 1799,-17 2 0,0 1 0,3 0 0</inkml:trace>
  <inkml:trace contextRef="#ctx0" brushRef="#br0" timeOffset="144394">25770 5991 10861,'0'-7'180,"1"-2"179,0 4 181,0-4 0,0 2 269,0-2-629,1 18-90,-2 6-45,-1 13 0,-1 3 45,-1 11-422,-1-3 0,0 1 332,1-12 0,0-1 45,0 7 0,-1-1-45,-2 14-27,-1-1 27,3-19-449,1 8 179,1-15-90,2-3-809,1-11 1169,8-5 0,1-5 0,7-5 0</inkml:trace>
  <inkml:trace contextRef="#ctx0" brushRef="#br0" timeOffset="144855">26022 6049 11400,'5'-7'540,"-1"0"1349,0 4-1529,-4 9-180,-3 4 90,-5 13-180,-2-5 44,-2 5 1,-1 2-45,-4 11-45,5-12 0,2 0 45,-4 17 0,9-10 0,1 8-90,7-5 0,2-9-90,13 4 0,-6-16 0,14 6 90,-6-13-90,7-2 90,0-8 0,-8 0-90,3-9 90,-9-1 0,0-7 0,-5 0 0,-7 5-90,-9-4 90,0 12 0,-11-5 0,0 11 0,-8 4-89,-1 6-271,2 4 0,7-1-540,2 2-629,7-4 1529,2 0 0,6-2 0,5-2 0</inkml:trace>
  <inkml:trace contextRef="#ctx0" brushRef="#br0" timeOffset="145314">26585 6154 12120,'2'-9'1439,"-2"1"-359,-3 2-811,-6 1 271,-2 4-270,-1 3 90,-8 7-46,1 6 1,0 2-225,-8 7 0,2 0 0,1 4 45,9-3 0,3 0-45,-9 13-45,10-8 0,4 0 45,8-3-180,6 10 0,2-17-180,23-1 0,2-15 180,1-8 1,1-5 44,-6-6 0,-1-6 45,2-5 0,-4-3-45,-10-4 0,-5-1 90,-6 6 0,-4 0 134,-5-4 1,-3 2-90,-9-6-629,-16 9-361,7 23-719,-8 15 180,15 1-1838,5 7 2859,8-10 1,3 9-1,3-7 1</inkml:trace>
  <inkml:trace contextRef="#ctx0" brushRef="#br0" timeOffset="145501">27223 6280 12480,'8'-3'2339,"2"-1"-720,-3-1-1260,1-1 451,-3 2-720,0-1-3367,-2 1 2457,-9 1 1,-14 2 0,-11 2 0</inkml:trace>
  <inkml:trace contextRef="#ctx0" brushRef="#br0" timeOffset="181961">22897 7299 8252,'12'-2'180,"-2"0"-180,-3 3 90,1 1-90,2 0 90,1 4-90,0 4 90,-3 6-90,-3-1 0,-4 12 90,-10 4-90,-8 14 90,-2-6 0,-1-8 0,-2-1-90,-1 1-176,-2-2 0,0-1 266,-6 4-121,-3 3 121,7-8 0,9-9-90,7-7 179,3-1 721,4-6-720,14-8 0,3-8 525,23-17-660,-17 12 0,-1-1 45,18-15-45,-7 7 0,0-1-179,-8 7 0,0 2 179,3-6 0,1 1 0,-3 3 0,-2 2 45,5-5 0,3-1-90,-13 11 90,-1 2 0,-8 7-90,0 9 575,-9 9-575,-6 14 0,-7 9 90,1-5-220,3-8 0,1 0 130,-1 11 0,3-12 0,0 1 0,1 7 89,2 1-89,7-1 90,4-3-90,3-2 0,2-11 0,10-2-179,0-6-1,4 0-450,4-9-279,-4-6-1879,8-6 2788,-9 0 0,0-8 0,-7 5 0</inkml:trace>
  <inkml:trace contextRef="#ctx0" brushRef="#br0" timeOffset="182262">23468 7615 10411,'-9'4'1979,"1"0"-1889,22-7 90,-7 1-90,24-6 0,-9 3-180,7-1-180,-7 2-540,1-1-1528,-9 2 2338,-1 1 0,-4 2 0,-3 2 0</inkml:trace>
  <inkml:trace contextRef="#ctx0" brushRef="#br0" timeOffset="182425">23651 7709 10411,'2'8'540,"3"3"-360,-1-6 359,15 6-359,7-4-3457,21 0 3017,-13-3 0,6-6 0,-21-1 0</inkml:trace>
  <inkml:trace contextRef="#ctx0" brushRef="#br0" timeOffset="189871">24237 7540 6903,'-1'-11'540,"-1"2"-360,0-2 89,-1 2-89,0-4-90,1 4 180,0-1 0,1 3 180,-1-5-270,2 4 179,0-5-179,2 3 180,-2 2-180,3 0 180,-2 4 0,2-5-91,-1 2-89,1-1 90,-1 2 90,0 1-360,2 9 90,-1 5 0,1 6 0,-3 12 0,-3 16-45,0-17 0,0 1-45,0-1 0,-1-1 45,0 2 0,1-1 45,-1 13-90,-2 8 0,2-4 90,2-6-90,-1-5 0,2-10-270,1-1-720,3-5 361,-1-5-2648,3-1 3219,0-11 0,4-3 0,2-4 1</inkml:trace>
  <inkml:trace contextRef="#ctx0" brushRef="#br0" timeOffset="190339">24515 7531 10411,'5'-21'989,"0"8"-719,-5-1 180,0 9-270,-4 11 0,-1 6-90,-4 14 0,1 14 0,3-4 0,2 10 0,8-9-90,8 2 90,7-4-90,-3-16 0,2-2 90,15 5-90,8-8-3277,-5-12 3251,-8-6-40,8-8 66,-7-9 90,5-14-90,-9-7 0,-20 4 0,-5-2 0,-5 10 0,-5 0 0,-3 0 0,-4-1 0,-4 3 0,-18-2 0,-4 7-97,3 4 1,-1 6-174,-5 7 1,4 10-1126,16 7 1,5 6 1394,-6 18 0,21 2 0,11-6 0</inkml:trace>
  <inkml:trace contextRef="#ctx0" brushRef="#br0" timeOffset="191283">26245 7417 10951,'-8'-16'449,"1"2"91,1 3 180,1 2-540,-5 14-90,1 4 0,-6 25 0,4 0-1,2 6-89,4-6 0,4-8 90,10 15 0,13-13-90,9 3 90,14-22-90,-2-23 45,-15-10 0,-1-6 0,-6 3 0,-2-2 0,2-9 0,-3 2 135,-2-5-90,-18 88-90,-3-8 0,-1 7 22,1-7 1,1 6-1,-1 1 1,1-1-331,1-6 1,1-1-1,-1 0 1,2-2 307,0 9 0,1-1 0,0-3 0,3 11 0,0-7 90,1 2-90,-7-3 90,-5-37-90,-35-24 45,18 2 0,-1-3 90,-13-9 0,-1 0-90,15 10 0,2 1 659,-1 0 1,4 2-525,7 1 0,17-7-90,33-7-45,-11 12 0,3 1-163,13-4 1,4 1 27,-12 3 0,1 0 1,-3 0-46,3 1 0,1-2-945,3-3 1,2-1 0,-6 1-720,2-3 1799,-1-2 0,-3-1 0,-10 1 0,4-7 0</inkml:trace>
  <inkml:trace contextRef="#ctx0" brushRef="#br0" timeOffset="191542">26942 7575 13559,'12'2'900,"5"-2"-540,-1-3-91,9-1-179,-3 1 180,9-2-270,-9 0-360,5 0-719,-6-1 1079,-7 1 0,-5 2 0,-6 1 0</inkml:trace>
  <inkml:trace contextRef="#ctx0" brushRef="#br0" timeOffset="191744">26969 7794 10861,'-4'15'989,"3"-2"-359,5-7-180,6-2-91,8-4 271,30-7-630,-1-3-609,-12 1 0,0 0-21,10-5-809,-19 3 0,0 0 1439,-3-1 0,-1-1 0,8-6 0,2-2 0,2-2 0,0-1 0</inkml:trace>
  <inkml:trace contextRef="#ctx0" brushRef="#br0" timeOffset="192178">27942 7292 12210,'4'-7'3276,"-10"7"-1605,1 3-1311,-16 22 0,1 15-315,10-15 0,1 1 45,-5 19-90,14-2-90,8-14 0,1-7 0,3 2-45,5 4 0,2-1 90,-3-4 0,0 0 0,1-3 0,-1-1-45,2 4 0,-6-6 90,-3 6 0,-30 6 0,-20-2-45,10-13 0,-3-1-271,1-4 1,-1-2-45,4-1 0,2-2-269,-10 3-1710,1-3-938,16-4 3264,-1-2 0,6-6 0,4-3 1</inkml:trace>
  <inkml:trace contextRef="#ctx0" brushRef="#br0" timeOffset="192404">27820 7358 12300,'-2'-10'1529,"0"-3"-719,5 5-451,1-2 271,12-2-90,8 0-90,21-4-271,-4 2-89,-10 5 0,2 0-695,7-2 1,1 0-71,-1 0 1,1 0-419,-7 1 1,2 0 0,-3 1 828,-2 0 1,-2 0 0,-1 1-1,-2-1 1,8-3 0</inkml:trace>
  <inkml:trace contextRef="#ctx0" brushRef="#br0" timeOffset="192606">28691 7399 13379,'2'8'3239,"0"-1"-1800,-1-3-540,2 0-4176,0-1 2745,-30-5 0,1-2 0,-2-1 0,0 0 1</inkml:trace>
  <inkml:trace contextRef="#ctx0" brushRef="#br0" timeOffset="194001">22734 8500 8432,'8'-10'1439,"-2"3"-629,-2 0-450,-4 1-1,-3 2-179,-8 7-90,-2 9 0,-1 5 0,-1 14 0,5 5-923,0 13 833,4-8-106,4-12 0,3 0 196,3 7-90,-1-10 0,1-1 0,4 1 90,3-1-90,1-11 1069,4-3-1069,-1-6 336,4-8-246,-2-6-90,11-12 0,-4-8 90,-1-1 0,-8 2-90,-8 12 90,0 3-90,-4 7 0,3 1 90,-2 6-90,4 5 0,2 7 0,2 4 0,4 4 90,2-1-90,3-2 0,2-3 0,-5-7 0,4-4 90,-2-7-90,6-6 0,-5-3 0,5-10 0,-8-2 269,2-11-89,-8-4 0,-8-3 0,-8 1-90,-7 1-90,0 13 90,-9 3-180,4 14-270,-5 3 0,5 6-719,1 7-1529,5 4 2608,2 4 0,8 2 0,3 0 0</inkml:trace>
  <inkml:trace contextRef="#ctx0" brushRef="#br0" timeOffset="194289">23560 8575 12930,'12'-1'449,"0"0"-359,0 0 270,24-5-630,-1 2-539,8-2 809,-14 2 0,-20 2 0,-3 1 0</inkml:trace>
  <inkml:trace contextRef="#ctx0" brushRef="#br0" timeOffset="194492">23629 8696 10591,'-7'8'1529,"7"0"-1439,7-6 0,5 0 90,10-4 0,4-2-810,16-3 90,-13 1-1978,9-2 2518,-19 2 0,3-1 0,-3 0 0</inkml:trace>
  <inkml:trace contextRef="#ctx0" brushRef="#br0" timeOffset="195952">21269 6493 9602,'13'-11'899,"-3"2"-539,-5 4-180,0 2 179,-2-1 1,3 1-270,-2 6 90,0 5-90,0 12 0,-3 0 0,-1 16 0,-2 1-179,0-10 0,1 0 89,-2 15 45,1-15 0,0-1-45,0 11 90,0 6-180,1-13-360,2 4-270,2-17 91,1 3-2609,4-11 3238,-2-6 0,8-4 0,0-3 0</inkml:trace>
  <inkml:trace contextRef="#ctx0" brushRef="#br0" timeOffset="196378">21652 6430 10771,'-4'5'1349,"2"-1"-1259,-10 16 90,-2 8-90,-4 10-802,7-12 1,0 0 801,-6 18 135,8-17 0,2 1-135,0 21-45,4-24 0,1 0-45,1 19 90,8-10-90,3-11 90,6 4-90,0-11 89,6-3 1137,-2-10-1226,6-4 0,0-8 90,-7 0 17,-2-12 73,-11-5-90,-1 4 0,-12-10 90,-8 15-180,-9-1 90,3 7-270,-8 8-270,7 4-359,-3 6-900,6 1 1709,7 3 0,9-1 0,6-1 0</inkml:trace>
  <inkml:trace contextRef="#ctx0" brushRef="#br0" timeOffset="197030">21918 6703 10951,'-2'-12'989,"1"3"-899,4 2 0,5 1 0,2 3 0,3-2 0,-3 3 0,7 6 0,-12 0-90,4 11 90,-27 29-45,5-18 0,-3 2-45,-7 11 0,-2 1 0,4-8 0,1-3 0,2-4 0,3-2 270,1-1-180,16-17 89,9-15-89,6-6 0,6-11 0,1-3-45,-7 9 0,-1 0 0,13-15 0,0-2 0,-7 8 0,-1 2 45,7-11-90,-1 3 0,-20 31 0,-13 36 0,-2 1 0,-1 4 45,1 6 0,0 1-90,0-1 0,3-2 0,5-9 0,4-3-674,8 0-2558,12-15 3219,-6-18 0,4-11 0,-9-4 1</inkml:trace>
  <inkml:trace contextRef="#ctx0" brushRef="#br0" timeOffset="198509">21679 6145 10231,'-15'-14'-450,"-2"1"450,3 2 270,-15-3-180,0 2 0,-5-2-45,9 8 0,0 1 135,-20 0-1555,9 4 0,-2 1 1420,9 2 0,-2 2 0,-14 6 0,-2 5-372,4 6 1,0 5 386,7-1 0,-2 3 0,3 1 0,5-4 0,3 1 0,0 3-15,3-1 0,0 3 0,2 2 0,3 0 0,2 1 0,3 2 0,2 0 0,0 1 0,1 1 0,0 0 0,1 1 0,2-1-16,-2 11 1,3-1 0,4 0 0,7 1 0,4 1 0,4-4-439,1-7 1,2-3 0,3 2 430,-1-5 1,1 2-1,1-1 1,1-3 6,2 1 1,0-2 0,3-3 0,5 2 0,4-3 0,0-3-444,9 0 0,3-3 444,-8-5 0,3 0 0,-1-2-30,8 1 0,1-4 22,-11-7 1,3-2 0,0-2-1,-1-1 8,3-3 0,-3-3 0,3 0-30,-7 2 0,2-1 0,0 0 0,0-3 0,0-2 0,1-2 0,-2-1 0,-1-1 30,4-4 0,-2-2 0,0-1-67,-3 2 0,1-2 0,0-1 0,-2-2 37,-1 0 0,-2-3 0,0 0 0,-2 1 30,2-3 0,-3 0 0,0-2-46,2-7 0,-2-3 1,-4 1 45,-7 7 0,-3 1 0,0-1-30,1-9 0,-1-3 0,-3 2 0,-2 10 0,-3 2 0,-4-3 22,-4-3 1,-4-2-1,-4-1 1,-2 5 7,-5-1 0,-4 4 0,-3-1-41,-1-1 1,-4-1-1,-2 2 1,0 3 40,-3 3 0,-1 5 0,-4 3-30,1 5 0,-2 2 0,-2 3 0,0 2-182,1 3 0,0 3 0,0 2 0,-3 1 182,3 1 0,-3 0 0,0 2 0,0 0 0,2 0-45,-4 2 0,1 0 0,1 1 0,-2 3-95,5 0 1,-2 2 0,1 2 0,1 0 0,2 1-64,1 1 1,2 1 0,2 1-1,-1 2-400,-4 2 1,-1 2 0,2 1 0,3 0 2,-1 1 1,2 0-1,4 1 600,-4 9 0,6 1 0,10-2 0,2 0 0,1 2 0,0 0 0</inkml:trace>
  <inkml:trace contextRef="#ctx0" brushRef="#br0" timeOffset="201078">24005 8546 9602,'2'-9'89,"-1"-1"181,-1 4-90,0-3-90,2 2 0,1-1-90,4 0 90,2 3 0,7-2-90,2 2 0,10-1 0,-4 1 90,13 2-90,-18 2 0,14 3 0,-19 1 90,7 10-90,-13-4 0,-4 23 0,-8-14 90,-14 27-90,-5-8-829,7-12 0,-1 1 829,-11 12-103,12-15 0,0-1 103,-4 5 0,-2 7 0,9-9 90,5-3-90,6-6 0,10 1 0,0-9 1708,15 5-1708,1-9 0,12 0-180,6-2-90,-7-3-1079,13-4-888,-6-5 2237,1 0 0,2-5 0,-10 1 0</inkml:trace>
  <inkml:trace contextRef="#ctx0" brushRef="#br0" timeOffset="201521">24726 8573 9242,'1'-11'809,"-1"2"1,-1-2-360,0 3 89,-2 1-269,-11 11-90,-1 8 0,-12 17-90,8-4 90,-1 13-90,9-4-997,2 8 907,5-9 90,10 6 0,7-11-90,18 6 90,-7-13-90,17-6 0,-8-15 0,15-10 0,-10-2 0,-13 0 0,-1-3 0,7-13-525,-14 7 0,-1 0 525,1-12 621,-8-13-621,-16 2 0,-1 18 0,-3-1-45,-3-1 0,-3 2 45,-2 5 0,0 3 0,-14-7-2980,-14 14 2800,23 11 371,-19 10-1990,21 7-1169,1 9 3016,10-5 0,11 6 0,5-6 1</inkml:trace>
  <inkml:trace contextRef="#ctx0" brushRef="#br0" timeOffset="202491">26347 8486 9961,'-1'-26'1439,"3"3"-1169,1 6 0,0 5 720,0 4-721,-4 23 1,-3 18-180,-1-4 0,0 3-45,-1 0 0,0 0 0,0 1 0,0 0 0,0-2 0,0-1-45,-2 15 45,2-18 0,2-3 45,1-7 0,-1 3 0,24-42-90,-10 12 0,11-15 0,4-4 0,-6 10 0,0 1 0,2-3 0,0 1 0,16-10 0,-14 20 0,-3 18-90,-6 18 90,-4 1 0,-11 19 0,-1-11 0,-2 1 0,3-8 0,0 0 90,4 8-90,2-10 0,3-2-90,12 1-3187,15-15 1633,-11-10-1055,11-15 2699,-14-2 0,4-7 0,-2-1 0</inkml:trace>
  <inkml:trace contextRef="#ctx0" brushRef="#br0" timeOffset="202743">26790 8752 11580,'-11'1'1260,"3"1"-1170,24-3 0,-6 0 179,35-3-269,-17 1-90,5 0-539,-7 0-810,-11 1 1439,-1 0 0,-7 1 0,-5 1 0</inkml:trace>
  <inkml:trace contextRef="#ctx0" brushRef="#br0" timeOffset="202945">26801 8915 10231,'-2'8'360,"2"3"180,8-3-360,4 0-1,9-4-89,14-5-3058,15-6 2968,-2-2 0,-22 3 0,-1-2 0,10-6 0</inkml:trace>
  <inkml:trace contextRef="#ctx0" brushRef="#br0" timeOffset="204701">27325 8410 9242,'6'-9'539,"-1"1"91,-1 6-180,1 6-270,-1 6 269,0 12 1,-3 11 0,-1 15-792,0-4 522,-1-11 0,0 2-45,2-6 0,0 0-1,-1 5 1,0-1-150,1-3 0,0-3 105,0 17 90,-1-10-180,0-11 90,-1-2-180,2-7-360,-1 1-269,1-5-1379,2-2 2098,0-6 0,9-7 0,2-4 0</inkml:trace>
  <inkml:trace contextRef="#ctx0" brushRef="#br0" timeOffset="205181">27850 8531 10861,'17'-13'2069,"-2"2"-1620,-27 16-179,-16 21-135,9-6 0,0 3 0,-3 10 0,4 2-90,6-4 0,7 0 45,9 7 0,6-2-90,9 3 0,2-17 0,2-4 90,2-8 0,24-3-90,-4-15 0,-12-2 0,0-7 90,-2-11 0,-2-4-46,-7 10 1,-5-3 45,-8-11 0,-4-6 0,-4 6-657,-7-6 597,0 11 0,-2-4 0,-3 3 14,-9 2 1,-2 5-45,-8-15 0,6 19 0,1 5 90,5 13-180,-27 15-899,10 15-495,11-6 0,2 1-1793,-1 20 2915,13-12 1,11-4 0,3-7 0</inkml:trace>
  <inkml:trace contextRef="#ctx0" brushRef="#br0" timeOffset="205361">28587 8635 13020,'9'0'1259,"-3"2"-1529,0 1-1709,0 4 0,-3 0 1979,-1 7 0,-10-3 0,-4 4 0</inkml:trace>
  <inkml:trace contextRef="#ctx0" brushRef="#br0" timeOffset="212745">28835 6915 12570,'13'3'719,"-4"-1"-629,3-8 90,4-2 0,6-4-90,2 0 0,17-9 0,-16 8 0,-1 0-90,19-12 45,-12 7 0,-3-1 45,-1 0-90,0-5 0,2-3 45,-8 2 0,0 0-233,4-5 0,0-1 188,1-7 0,0-4-795,-9 10 1,1-3 0,-1 0-1,0 1 795,1-1 0,-2 2 0,2-3 0,-1 2 0,0-3 0,2-2 0,-2 1 0,0 1-547,1-4 1,-2 1 0,0 1 0,0 1 576,1-4 0,0 2 0,0-3-247,-1 1 0,1-2 1,-1-1-1,-3 5 277,-2 5 0,-2 3 0,0-2-206,3-8 1,-1-2 0,0 0 175,-1 1 0,0 0 0,-2 2 426,2-9 1,-1 1-427,-3 11 0,-1-2 0,0 2 15,-2-8 0,-1-1-15,-1 9 0,0-2 0,-1 2-30,-1-7 0,-1 1 30,-1 9 0,-2-1 0,0 0 0,-1 0 0,-1-1 0,0 2-30,-2-10 0,0 0 0,0 7 0,-1-1 0,1 3 687,0 2 0,0 2-687,-2-7 0,0 0 0,0 1 0,1 2 525,2 7 0,-1 1-525,0-6 0,-1 1 0,2 7 0,1 0 0,-3-5 0,0 1 0,-3-13 1386,-2-2-1386,2 4 0,1-1 0,0 2 0,4 8 1267,1 8-1267,-1-2 833,3 7-833,-1 1 578,3 5-668,0-1 90,0 4 0,1 0 0,-1 2 0,1 1 0,-1-1 0,1 3 0,0 0 0,0-1 0,-1 1 90,1 0-90,-1 0 0,1-1 0,0 0 0,-1 0 0,0 0 0,1 1 0,-1 1 0,1-1 0,0-1-90,0 1 0,0 0 90,-2 10 0,-2 7 0,-3 15 0,2-5 0,-1 2 0,-1 0 0,-2 12 0,0-7 0,-1 1 0,-3 11-3277,-1-5 3252,9-18 25,1-5 90,4-6 0,-1-1-90,-1-23 0,5 1 0,-2-15 3276,7-17-3160,1 9-116,0 5 0,0 0-90,2-5 90,0 6 0,-2 16-90,-2 11 90,16 5 0,0 16 0,6 6 0,3 2 0,-4-1 0,3 1 0,10 5 0,2-1-375,-13-10 1,-2-2 374,19 6 90,-11-11-90,-17-5 0,15 0-2338,-8-1-939,-4-2 2679,-3 2 1,-12-2-1,-3-1 1</inkml:trace>
  <inkml:trace contextRef="#ctx0" brushRef="#br0" timeOffset="213007">30632 3927 12660,'-5'-13'60,"0"12"0,2 9 0</inkml:trace>
  <inkml:trace contextRef="#ctx0" brushRef="#br0" timeOffset="215977">23926 1734 8432,'-10'3'1170,"1"-1"-901,4 1 1,0-1 90,2 1-90,5 0-90,15 0 90,32-2-225,-17-2 0,4 1-376,-3-1 1,2 0-1,-1 0 331,8 0 0,1 0-560,-2 0 1,2 0 0,0 0 588,-3 0 1,0 1 0,1-1-8,-1 1 1,2 0 0,0-1-1,-1 1-22,3 0 0,-1-1 0,1 1-398,-3 0 1,1 0 0,1 0 0,-3 0 397,4 0 0,-1 0 0,0 0 0,-3 0 0,0 1 0,1-1 0,-3 0-145,2 1 0,-2-1 0,1 0 175,4 1 0,1-1 0,-4 1-30,-6-1 0,-3 0 380,5 1 0,-2-1-200,5 1 180,-12 0-270,-7 0-1,-1-1 1600,-9 1-1509,1-1 2082,-1 0-2172,0 0 793,-2 1-883,-2 0-629,1 0 629,-1 0 0,-2-1 0,-1 0 0</inkml:trace>
  <inkml:trace contextRef="#ctx0" brushRef="#br0" timeOffset="217008">26127 1874 9242,'-7'-2'-900,"-2"1"720,1-1 90,-1 0 90,1-1 0,-1-1 0,3 1 180,-2 0-180,2-1 180,2 2 90,-2-2 90,2 2-180,-2-2 449,1 1-539,5-2 0,9 2 0,7-1 0,12 2 0,-4 2 0,19 0-45,-17 0 0,1 0-223,10 2 1,2-1 267,9 0 0,2 0-694,-12 1 0,0-1 0,2 1 634,2-1 0,2-1 0,1 1 0,3 0 0,0 0 0,-1 0 0,-8-1 0,-2 0 0,2 0-30,8 0 0,2 0 0,-1 0 30,-8 0 0,-1 0 0,2-1-8,-3 1 0,1 0 1,0 0-1,-2-1-22,3 1 0,-2 0 0,1 0-269,4 0 0,0-1 1,-2 1 268,3-1 0,-1 0 135,5 1 0,0-1 45,-12 1 0,-3-1 359,17 0-89,-17 1 227,-10-1-227,-3-1 1583,-8 1-1853,1 0 1073,-6 0-1073,1 0-90,-1 1 90,0-2-180,-1 1 179,0 0-179,1 1-179,-2-2-3098,1 0 0,-12 0 3094,3-1 0,-11-1 0,4 1 0</inkml:trace>
  <inkml:trace contextRef="#ctx0" brushRef="#br0" timeOffset="224643">12566 2477 9691,'-7'-10'90,"1"1"180,4-1-90,1 1 180,0-1 90,-1-1-180,0 6-1,-1-2-179,-4 5 0,-6 6 0,-11 9 0,0 4 0,-7 10-90,10-3 90,3 6-90,14 2 90,18 1-90,18 5 0,2-8 0,-7-11 0,1-1-307,-5-3 1,0-1 261,5 3 0,-1 1-45,13 9-90,-4 2 90,-17-7 0,-5 4 0,-9-4 0,-14 6 90,-13 2-45,-3-7 0,-2-1-201,6-5 1,0-2 200,-14 5 0,0-2 45,-11-1 0,21-8 0,1-1 497,-11 1-497,8-6-90,14-7 0,1-5 90,8-3-180,15-27 90,8 0 29,-4 7 1,2 0 15,-5 9 0,1-1 45,2-5 0,-1 0 0,3-14-108,-9 18 1,-1 0 197,0-10-180,-11 0 90,-8 10 0,-11-5-90,1 10 90,-15 3 0,11 11 183,-12 5-453,17 4-1218,-1 8 1488,14-2 0,1 2 0,6-2 0</inkml:trace>
  <inkml:trace contextRef="#ctx0" brushRef="#br0" timeOffset="225058">12997 2511 9602,'-8'-9'269,"-3"2"-179,4 7 0,-5 1 90,-5 5-90,-9 9 0,0 1-45,4 5 0,0 4 45,-2 13 0,7-8 0,5 2-45,10 4 0,6-1-45,4-5 0,5-1-90,12 4 0,7-5 0,-2-14 0,2-4 45,-4-3 0,1-4 0,6-11 0,-4-5 45,-4-6 90,10-9 90,-34-15 180,-19 10-270,-5 7 0,-4 4-360,-4 11 0,-1 5-855,-2 4 1,2 6 1124,-14 14 0,24 8 0,15-5 0</inkml:trace>
  <inkml:trace contextRef="#ctx0" brushRef="#br0" timeOffset="225335">13652 2797 10411,'-21'1'630,"-8"5"-181,-6 11-1511,7-1 0,-1 2 1152,3-2 0,-1 3-1,1 0 1,-1 2 0,1 1 0,0 1 0,1 2 0,-1 1-536,-6 7 0,0 1 0,0 2 505,0 0 1,2 1 0,-1 1-60,7-6 0,0 1 0,0 0 0,1 0-685,-3 8 0,0 0 0,2-2 565,4-6 0,0-1 0,1 0-300,2 0 1,1-1-1,3-3-2857,-5 13 3163,4-4 1,7-10 0,6-10 0</inkml:trace>
  <inkml:trace contextRef="#ctx0" brushRef="#br0" timeOffset="225913">13365 3361 8342,'9'-8'-989,"1"0"1349,-2 5 269,3-2-269,-3 2 1259,2-1-1529,-6 7 180,-12 16-180,2-5-90,-14 17 90,11-17 0,-5 23 0,13-14-90,14 18 90,2-23-90,22 0-90,1-7 90,-10-4 0,8 5 0,-24 0 0,-5 3 0,-22 20-695,3-16 695,-14 13-359,3-14-2790,-2-2 3149,3-3 0,3-7 0,11-6 0</inkml:trace>
  <inkml:trace contextRef="#ctx0" brushRef="#br0" timeOffset="226101">13499 3328 9871,'4'-11'630,"2"-1"-540,0 1 90,5-1-90,7-1-180,-2 2-360,13-4-1349,-1 0 1799,6-3 0,-3-1 0,-4 1 0</inkml:trace>
  <inkml:trace contextRef="#ctx0" brushRef="#br0" timeOffset="226312">13821 3115 9961,'-41'28'240,"1"0"0,7-5 0,2 0-105,-7 4 0,1 2-641,5-4 0,0 1 596,-1 2 0,-4 2 0,3-2-90,-1 2 0,-1 1-428,2-3 1,-4 3 0,-1 1 0,4-4 427,1-4 0,2-2 0,-1 0 0,-6 7 0,-2 0 0,2-2 0,-3-3 0,0 1 0</inkml:trace>
  <inkml:trace contextRef="#ctx0" brushRef="#br0" timeOffset="226607">13018 2528 9871,'15'-10'900,"-4"3"-720,-31 24-180,-1-1 45,-12 10 0,-6 4-551,12-8 1,-1-1 0,-3 3 343,3-2 0,-2 2 0,-3 2 0,-1 0 0,-1 0 27,3-2 0,-3 1 0,0 1 1,-2 0-1,1-1 0,0 1 1,2-2-1,-1 1 0,1-1 1,0 0-1,1 0 0,-1-1 1,-1 1-1,-4 2 0,0 0 0,0 0 1,0 0-1,0 0 0,0-1 1</inkml:trace>
  <inkml:trace contextRef="#ctx0" brushRef="#br0" timeOffset="227195">11182 1981 8702,'9'-15'-360,"-4"5"540,6-7-90,-6 8 270,6-9-180,-6 9-90,3-5 90,-2 3 0,-3 5-1,3-4-89,-2 17 0,-1 13-45,-1 6 0,-1 2-471,-1-4 0,0 3 471,-1 20 0,0 2-674,1-6 0,1 1 629,-1-8 0,1 2 0,0-2-90,0 6 0,2-1-782,1-7 0,1 1 0,0-2 872,0-4 0,2 0 0,1 8 0,1-1 0,5 9 0</inkml:trace>
  <inkml:trace contextRef="#ctx0" brushRef="#br0" timeOffset="232311">11943 1983 8702,'-6'-21'-450,"0"4"540,1-5 90,-1 2 0,1 3 180,-2-4 0,0 3-180,2 5 179,-2 0-179,3 6-90,-5 1 90,-2 11-90,-11 11 0,-8 15 0,3 2-313,9-9 0,2 2 223,4-4 0,1 0 45,-3 7 0,2 0-45,-4 15 45,9-15 0,4 1-45,9 11-74,0-13 1,2-1 73,12 11 90,13-2-90,3-13 0,-13-13 0,0 0 90,15 0-90,5-6 0,-11-7 0,11-5 90,-17 0 433,-2-5-523,-22 4 90,-8-3-90,-7 4 249,-17 2-249,-4 6 0,9 4 0,-1 1-89,-15 6-46,16 0 0,3 2-675,-2 10-1888,6 6 2698,12-6 0,12 1 0,3-6 0</inkml:trace>
  <inkml:trace contextRef="#ctx0" brushRef="#br0" timeOffset="232575">11032 3006 9961,'-25'7'90,"-1"1"0,-18 4 0,13-3 180,5-1 540,11-4-451,52-15-224,4-2 0,7-3-810,-10 4 1,4-2 0,3 0 0,0-1 674,-2 2 0,2-2 0,0 0 0,2 0 0,0 0-524,-3 1 0,1-1 0,1 0 0,0 1 0,0-1 0,-1 0-23,1 0 1,1 0 0,-1 0 0,0 0 0,-1 0 0,-1 0 413,3 0 1,-2 0-1,-1 0 1,0 0 0,-1-1-1,-1 0 1,1 0 0,-2 0-1,0 0 1,-3 0-1,-2-1 1,0 1 0,0 0-1,-1-1 1</inkml:trace>
  <inkml:trace contextRef="#ctx0" brushRef="#br0" timeOffset="235905">26703 2198 7443,'2'-13'809,"0"1"-629,-2 1 90,-2 1 90,-2 0-180,-3-1 0,0 2 0,-5-2-1,0 1 1,-6-4-90,2 4 0,-8-3 90,-10 2-180,4 2 90,-17 0-90,11 5 90,-8 1-207,18 4 0,0 1 207,-13 1-90,10 4 0,-1 1-288,5-1 1,0 2 332,-8 4 0,1 1-90,7-3 0,1 2 90,-4 6 0,0 3-45,3 3 0,2 2 0,3-5 0,0 2 0,-4 11 0,3 1 45,10-10 0,2 1-45,-3 7 0,1 1 0,3-8 0,2 0 45,1 4 0,2-1-45,2-4 0,2 0-595,1 6 1,2 0 594,-1-6 0,2 1-97,3 3 0,2 0 142,0-6 0,1-1 200,9 9 1,2 1-246,5-2 0,2-3 45,1 0 0,2-3-289,3-3 1,0-4 243,-10-6 0,1-2 0,15 2 0,-1-2 0,5 0 0,-6-2 0,0-2 0,-4-3 0,-1-1 0,0 0 90,0-2-90,-1 0 0,1-1 90,12-4-1,-18 0 1,0-1 0,18-6 0,-21 2 0,0-3 0,13-16 0,-14 6 0,-1-2-45,0-6 0,-3-2 197,1-4 0,-3-2-197,-3 6 0,-2-1-302,1-11 1,-3 0 301,-4 4 0,-2 0-15,-2 7-1,0 0 1,-2-1 0,-2-1 0,-2 0 0,-2 1 0,-2 2 0,-1 0 0,-3 1-415,-3-2 0,-3 2 1,-2 0 384,-3 2 0,-4 2 0,0 1 30,2 4 0,0 1 0,-4 1-510,-4 3 0,-5 1 1,0 1-1,4 2 480,-9-3 0,0 3 0,6 5 0,-5 0 0,0 1 0,5 2-111,-3 2 0,2 4 21,-2 1 0,-4 2 0,2 2-270,-6 5 0,1 2-420,9 1 1,-1 1-1,2 1-209,-7 4 0,4 1 848,3 2 1,3 0 0,1 1-1,1 0 1,-2 2 0,1-1 0</inkml:trace>
  <inkml:trace contextRef="#ctx0" brushRef="#br0" timeOffset="245535">23732 2645 9242,'-7'-8'-90,"0"0"360,3 5-1,0-1 181,0 0 90,0 1-90,0-2 89,0 2-449,-3 10 0,1 5-90,-4 16 90,1 8-45,4-12 0,0 2-710,0 0 0,0-1 755,-3 21-271,2 1 271,3-13-90,1 9 0,1-13-90,2 2-540,0-8-89,0 0 179,0-7-855,0-7 1395,1-5 0,-1-3 0,1 0 0</inkml:trace>
  <inkml:trace contextRef="#ctx0" brushRef="#br0" timeOffset="245963">23938 2734 9602,'4'-10'1079,"0"2"-944,-15 28 0,-6 14-90,7-10 0,1 1 0,-10 18 0,2 1-1684,8-8 1,3-4 753,2 2 1835,11 14-950,4-25 89,13 11-89,-1-18 90,11-5-90,-6-16 3276,-2-13-3070,-17-10-206,-24-9-90,-13 14-179,-7 7-451,6 15 720,5 9 0,11-2 0,2 4 0</inkml:trace>
  <inkml:trace contextRef="#ctx0" brushRef="#br0" timeOffset="246277">24239 2859 9602,'3'-14'809,"-1"1"360,-1 8-989,-10 24 0,-2 22-135,3-12 0,0 2 0,2 2 0,1 0 45,-1 10-369,5 5 279,2-10 90,4 8-180,-1-11-360,9 4 90,-6-21-2067,12 5 2427,-5-18 0,6-5 0,-3-6 0</inkml:trace>
  <inkml:trace contextRef="#ctx0" brushRef="#br0" timeOffset="246488">24213 3090 9512,'29'-3'-180,"0"-1"0,2-1 0,0-1 180,15-6 0,-6-2 0,-15 4 0</inkml:trace>
  <inkml:trace contextRef="#ctx0" brushRef="#br0" timeOffset="246718">24476 3096 8972,'-3'9'180,"2"2"0,-1-1-90,1 4 0,-1 0 0,2 6-1,0-1 1,2 6 0,-1-6-180,2 3-359,0-8-1080,0 3 1529,-1-6 0,1-3 0,-2-3 0</inkml:trace>
  <inkml:trace contextRef="#ctx0" brushRef="#br0" timeOffset="246968">24581 2817 8972,'-3'-8'1169,"0"0"-629,1 2 0,-1 1-181,1 0-3636,0 0 3084,-2 8 1,1-3-1,-1 8 1</inkml:trace>
  <inkml:trace contextRef="#ctx0" brushRef="#br0" timeOffset="248188">24633 3050 12480,'9'6'1799,"-4"12"-1619,-4 18-270,-4-10 0,-2 1-180,-4 18-90,0-1 90,3-22 180,12-18 0,7-23 45,2-2 1,1-3 44,-1 1 0,0-2-45,3-4 0,0 1 45,4-4-90,0 5 90,-15 21 0,5 2-90,-5 8 90,0 6 0,-1 15 0,-2-2 0,0 6 0,-3-13 90,1-3-90,0-5 0,1-1 0,6-7 0,0-4 0,12-14 0,-4 2 0,6-4-90,-10 10 90,-2 9 0,-7 7 0,-1 18 0,-2 3 0,2 14 0,7-6 0,12-7 0,-3-13 0,6-17 0,0-5 0,-6-1 0,7-9 0,1-6 0,-10 1 0,-3-3 45,1-2 0,-1 0-45,-2 0 0,-4 1 0,-7-8 0,-8 18 0,-14 15 0,-1 21 0,-1 4 0,10 1 0,4 3-90,2 9 45,4-11 0,0-1 45,6 5-90,9-3 90,-3-16 0,18 3 0,-6-14-90,22-10 90,-17-9 0,-1-3 0,-2 2 0,-2-2 0,-1-1 0,-1-2 0,-7 0 0,-2 3 90,-4 2-90,6-19 0,-10 26 90,0-6-90,-6 20 0,0 3 0,0 12 0,3 7 0,13 17 0,2-2 0,-4-15 0,0 0 90,3 12-90,-7-13 0,-15 12-90,-9-12-270,-5 6-1349,-6-7 1709,11-10 0,4-3 0,6-5 0</inkml:trace>
  <inkml:trace contextRef="#ctx0" brushRef="#br0" timeOffset="248716">25838 3138 10051,'6'-8'990,"-1"-1"-451,-3 0-179,-2 0 90,-7-2-270,-6 8 0,-7 3-90,-1 8-90,6 0 90,-2 4 0,7 1-90,-1 3 0,6-3 0,4 1-180,15 10 180,-4-10-180,22 19 90,-18-21 90,12 8-90,-16-11 0,8 10 90,-18-3 0,-1 3 0,-15-2 0,-3-6-90,3-2-450,-1 1 540,4 0 0,4-3 0,1 0 0</inkml:trace>
  <inkml:trace contextRef="#ctx0" brushRef="#br0" timeOffset="249384">25987 3294 10591,'-1'-16'1529,"-1"3"-539,0 3-91,0 4-809,-3 5 180,2 10-180,-4 8 0,1 7-360,0 10 0,0-6-90,1 5 0,3-15 270,6-16 1,9-22-1,10-25 45,-12 22 0,0-1 0,1-2 0,-1 1 45,1 1-90,1 13 0,-5 21-180,2 8 90,-4 4 90,0-5 0,11-19 0,1-10 0,9-10 0,-8 4 90,1 15 0,-12 5 0,0 15 0,-8 1 0,-2 7 0,0-4 90,0 10-719,2-3-1620,4 2 810,0-9 1439,3-12 0,-1-7 0,1 0 0</inkml:trace>
  <inkml:trace contextRef="#ctx0" brushRef="#br0" timeOffset="250344">26421 3262 10411,'-5'-9'1079,"-1"1"-719,-1 5 0,0 0-90,-9 3-180,7 0 180,-10 4 0,1 4-270,4 0 179,-7 15-179,16-2-179,-1 6 89,10-6-270,9-7 180,6-6 90,1-7 0,0-6 90,-2-12 90,-6 2-90,2-3 0,-6 25 0,-1-2 0,0 21 0,-1-12 0,6 0-90,10-12 0,6-9 0,10-24 90,-13 6 0,-11 2 0,-2-4 0,-3-1 0,-3-3-45,1 0 0,-1-3 90,1-9 0,-1-1-45,-3 9 0,0 3 0,2-18 0,-4 34 0,-2 29 0,-2 14 45,-1 5 0,-1 1-45,0 3 0,-1 2 0,0 0 0,0 6 0,2-11 0,2 0 90,1 16-90,11 0-90,8-28 90,11-18-90,-7-11 90,-1-16 0,-1-6-45,-6 2 0,-2-3 90,6-15 0,-2-2 45,-6 9 0,-3 2-45,-2 2 0,-3 14 45,-3 25-90,-3 30 0,-3 11 0,-1 6 45,3-10 0,-1 0-45,-1 8 0,1-2-45,4-18 0,4-3-1844,13 19 1889,7-34 0,7-12 0,-3-16 0</inkml:trace>
  <inkml:trace contextRef="#ctx0" brushRef="#br0" timeOffset="251042">26941 3300 9871,'0'9'900,"1"-2"-360,2 0-91,5-2 1,3-2-180,5-4-90,-4-1 180,10-9-181,-7 0-89,3-4 0,-4-4-90,-7 2-90,-1-3 90,-4 4-90,-4 2 90,-4 8-89,-6 4 89,0 6-90,-12 18 90,11-6-45,1 5 0,0 3 45,4-3 0,-3 20-90,11-17 0,2 5 90,4-7 0,5-1 0,2-8 0,6-2 0,-2-5 0,13-8 0,-6-7 0,4-2 0,-2-12 0,-4-4 0,-1-7 0,-5 3 0,-5-1 0,-8 10-90,0-3 90,-2 8 0,-2 3 0,0 6-90,-2 2 90,-2 7 0,4 4 0,1 2 0,6 1 0,3-4 0,2 2 0,-1-3 0,6 0-90,-2-1 90,9-1 0,-7 0 0,2 0 90,-9 2 0,-3 3 0,-2 2-90,-5 6 90,-2 2 0,-2 6-90,1-2-540,0 3-2737,2 0 2882,2-5 0,9 2 0,4-10 0</inkml:trace>
  <inkml:trace contextRef="#ctx0" brushRef="#br0" timeOffset="251230">28051 3372 14009,'7'-7'3276,"1"2"-6553,-1 1 0,-14-2 2477,-7-3 1,-24-5-1,-7-1 1</inkml:trace>
  <inkml:trace contextRef="#ctx0" brushRef="#br0" timeOffset="253826">3101 10636 8792,'7'3'3058,"-5"-4"-2968,34 4 0,-2-3 0,-7-1 0,1 1-45,-4 0 0,2-1 0,11 1 0,2 0-677,-4-1 1,0 1 631,10-1 0,1 1 45,-2 0 0,-2-1-45,-11 1 0,-1 0 87,5-1 0,-3 1-87,2 0 0,4 0 180,-13-1 0,-10 1 90,3-1-90,-4 0 916,-4 1-1186,-2-1-3187,-2 0 2677,-9-4 1,-4 1 0,-8-1 0</inkml:trace>
  <inkml:trace contextRef="#ctx0" brushRef="#br0" timeOffset="254867">3504 9969 9961,'-5'0'900,"5"-1"-900,-13 12 0,8-5 90,-3 5-90,2 1 0,1-1 90,3 5-90,5-4 90,5 5-90,1-3 0,8 2 90,0-2-90,6 3 0,1-1 0,1 1 0,-3 0 0,-6-2 0,-2 3 0,-6-2 0,-2 4 90,-5 1-90,-5-3 0,-7 3 89,-12 3-89,5-6 0,-15 5 0,14-14 90,-4 1 0,8-6 0,3-4 0,7-7 0,2-8-90,4-1 90,13-22-90,1-2 45,0 5 0,-1-2 0,-4 14 0,-1-1 0,2-6 0,-1 1 45,-5-2 90,-1-1-90,-6 9 0,-6 3-90,-5 9 90,-7 1 0,3 7-90,-8 5-180,4 4-270,-4 6 90,5 0-2248,0 8 2608,10-5 0,1 2 0,7-5 0</inkml:trace>
  <inkml:trace contextRef="#ctx0" brushRef="#br0" timeOffset="255311">3714 10086 10231,'9'-8'270,"-2"0"180,-1 2 539,0 0-719,1-1 360,-3 2 629,0 0-1079,-3 14-90,1-4 90,-1 19 0,2-1-90,4 9-90,2-4 179,12 11-179,-4-14-90,9 5 90,-8-16 0,3-8-89,-2-7 89,5-7 0,-6-1 0,3-10 0,-6-2-90,0-7 90,-5 3 0,-8-13 0,-8 10 0,-2-5 0,-10 6 0,2 12-90,-7 3 90,5 7-270,-5 7-180,6 8-270,-5 5 91,8 0-1980,0 7 2609,9-6 0,2 6 0,4-2 0</inkml:trace>
  <inkml:trace contextRef="#ctx0" brushRef="#br0" timeOffset="255740">4228 9995 11311,'2'-9'1529,"0"-2"90,-1 1-1349,-8 17-180,4-5-1,-5 18 181,8 5-270,1-8 90,5 17-90,0-19-180,11 13-89,4-13 89,10-2 0,11-24 90,-10-8 90,-13-4 0,-4-4 0,-6-11 0,-3-7 90,-16 8-90,-16-2-180,-9 11-270,10 16 0,-1 6-719,-14 15-2108,2 18 2704,17-4 0,3 9 0,5-6 0</inkml:trace>
  <inkml:trace contextRef="#ctx0" brushRef="#br0" timeOffset="260022">12539 10865 10861,'-1'-13'180,"1"3"0,2 0 89,2 3-89,3-4-90,-2 5 360,5-1-270,-3 5 0,5 2 0,-6 8 0,-1 9 0,-5 7-91,0 0 1,-3 11 0,0-5 0,0 9-90,1-10 90,2 7 0,3-15-90,5 5 0,2-14 90,14-4-90,-9-7 90,22-4-90,-10-2 0,0 0 0,0 2 0,-14 7 0,-1 5 0,-9 8 0,-6-2 0,-16 18 0,4-12 0,0 0 0,-1 0 0,-2 1 0,-10 9-90,10-11-360,-7 5 91,11-11-721,-4-2-2197,12-8 3017,-3-4 0,1-6 0,-1-2 0</inkml:trace>
  <inkml:trace contextRef="#ctx0" brushRef="#br0" timeOffset="260284">12557 10982 11221,'-1'-9'449,"1"2"-89,0-4 0,0 1 0,2-3-90,4 0-180,0 4 89,8-4-89,2 0 90,18-8-360,7-1-359,0-1-451,-1 5 91,-19 8-2378,0 2 3241,-10 5 1,8 0 0,-5 2 0</inkml:trace>
  <inkml:trace contextRef="#ctx0" brushRef="#br0" timeOffset="260523">13011 10841 9422,'-2'-9'-2339,"0"0"2339,-2 2 0,0 3 0,-2-1 0</inkml:trace>
  <inkml:trace contextRef="#ctx0" brushRef="#br0" timeOffset="262228">14335 11933 9422,'-12'-1'3276,"1"-2"-2685,12-2-411,-1 1 0,5-4-180,-4 2 90,-3 0-90,-2 1 0,-4 0 0,0 3 90,-6 1-90,4 1 0,-2 2 0,4 1 0,-1 0 0,2 3 0,5 0 0,5 1 0,11-4 0,9-2 90,-1-2-90,13-4 0,-10-1 0,0 0 0,15-4 0,-8 0 0,-1 0 0,-7 1 0,20-12 0,-24 7 0,2-5 0,-15 7 0,-11-1 0,-12 7-90,-13 2 90,-1 4 0,5 5 0,-1 3 0,-14 9 0,16-6 0,2 1 0,-8 13 0,19-3 0,12-2-90,13-4 0,2-5 0,14-4 0,-4-8 0,11-4 0,-3-6 180,-7-1 0,-4-5 90,-9-5-90,-5 4 0,-10-8 0,-11 11 0,-10-1-90,-6 6 90,2 7-90,-4 7-90,8 7-180,-2 6 0,8-2-629,6 4-630,7-7-1748,4 3 3219,2-5 0,6-2 0,0-3 1</inkml:trace>
  <inkml:trace contextRef="#ctx0" brushRef="#br0" timeOffset="262850">14221 11415 10321,'-10'-7'360,"2"-1"180,-2-2-181,5 2-179,-1-3 180,4 6-90,4-7 0,3 3 0,4-5-180,0 4 89,5-1-89,0 2 0,9-2 90,3 2-180,4 0 90,0 3 0,-5 3-90,-8 1-90,-1 4 90,-8 3 0,-1 0 0,-7 6 0,-6 1 0,-5 6-90,-4 2 90,-3 1 0,2 1 0,3-1 0,4 1 0,5-7 0,5 4-90,3-4 0,6 6 90,2-2-90,-2-4 90,1 4-90,-4-7 90,-3 5-89,-4 0 89,-7-1 0,-6 1 0,-7 3 0,0-3-180,-1-1-3097,3-2 3264,8-6 0,0-1 0,9-6 1</inkml:trace>
  <inkml:trace contextRef="#ctx0" brushRef="#br0" timeOffset="263232">14574 11294 11131,'-4'-10'1169,"3"1"-809,6 2 179,17-2-89,20-3-360,-17 5 0,2 0-45,-1 1 0,-1 0 45,13-3 0,-10 4 0,-13 11 0,-15 21-90,-12 3 0,-6 6-270,-1 9 0,-2 0-675,2-4 1,2-1 944,6-4 0,5-5 0,9-5 0,5-7 0</inkml:trace>
  <inkml:trace contextRef="#ctx0" brushRef="#br0" timeOffset="294501">24302 4720 6993,'-9'0'1259,"0"0"-359,0 0-271,1 1 361,1-1-361,-1 0-89,1 0-90,-2 0 270,1-1-91,1 1-359,8 3-180,8 1 90,7 2 0,20-1-45,-11-2 0,2 0-481,13-1 1,2 1 390,-4-1 0,3-1-455,-4 1 1,2-1 0,3 0 476,0-1 1,3 0-1,0 0 1,-1 0-728,-5 0 1,-2 1 0,1-1-1,2 0 678,-1 0 0,2 0 0,0 0 0,2 0 0,1 0 12,0-1 0,0 1 0,2 0 0,1 0 0,-1-1 0,-1 1-309,-3-1 0,-2 1 0,1 0 0,0-1 0,1 1 1,3-1 278,-2 1 0,3 0 0,1-1 0,2 1 0,-1 0 0,0-1 0,-3 1 0,-2 0-174,8 0 0,-3-1 1,-2 1-1,0 0 0,2 0 174,-3 0 0,1 0 0,0 0 0,0 0 0,-1 0 0,-2 0-102,6 1 1,-3-1-1,-1 1 1,2 0 119,-5-1 0,2 0 0,-1 0 0,0 0 0,-4 0 169,11 0 0,-3 1 0,-2-1-127,-2 0 0,-2 0 0,-4-1 686,-1 1 0,-3 0-566,2-1 0,-2 1 90,5-1 2106,-6 1-1927,-10 0 2118,-2 0-2297,-3 0 1369,-6 1-1549,-5-1 578,3 1-578,-2-1 0,-1 1 0,3 0-180,-3 0-90,2 2-809,0-1-91,-3 1-2197,2 0 0,-11 1 3251,1-2 1,-9 1 0,2-3-1</inkml:trace>
  <inkml:trace contextRef="#ctx0" brushRef="#br0" timeOffset="303976">2548 11382 7173,'4'-7'899,"1"0"-449,-3 3-90,0-2-90,1 2 90,-1-1-181,1 0-179,0 0 90,1 0 90,4-2-180,0 1 180,20-8 0,9-1-374,-9 4 1,1 1 193,-4 1 0,1 2 90,8-3 0,2 1-742,0 1 1,3-1 681,-5 2 0,3 0 0,-1 0-30,11-3 0,2 1 30,-6 3 0,2-1 0,0 1-599,-7 2 0,-1 0 1,2 1 568,10-2 0,1 0 0,-1 1 30,-11 1 0,-2 1 0,2-1-414,11 1 0,1-1 0,-3 0 384,-2 2 0,-1-1 0,-10 1 0,2-1 0,-2 1 45,8-1 0,-3-1-41,-11 2 0,-1-1-4,5 0 0,-2-1 0,10 0 864,-4-2-684,-13 3 1815,6-2-1815,-10 1 1847,0 1-1847,-8 0 373,-1 1-373,-2 1-90,-1-1-90,-1 2 0,-2 2 90,-2 4-90,-2 7 90,-1 2-90,-4 21 0,0-1 0,-1 2-251,1-5 1,0 1 250,-1 6 0,-2 4 0,2-2-700,1-6 0,0-1 0,0 2 722,0 1 1,0 3-1,0 0 1,0-2-23,-1 5 0,0-2 0,1 3 0,0-3 0,1 2 0,-1 0 0,1-3 0,-1 3 0,0-2 0,1 2 22,0-5 1,1 2-1,0 0 1,0-3-23,0 2 0,1-3 0,-1 1 0,1 7 0,0 0 0,0-1-412,2-10 1,0-1-1,-1 1 442,1 7 0,0 2 0,0-1-304,1-6 0,0 0 0,0-1 274,0-1 0,0 0 0,0-1-91,1 10 1,1-1 90,-2-1 0,2-2 628,-1-11 0,0 0-583,0 1 0,0-2-45,0 7 1284,-1 6-1284,-1-13 1174,-1 0-1174,0-7 879,1 2-879,-1-2 335,1-3-335,0-4 90,-1 0 270,2-2 0,-2-2-90,0-1-90,0-2-90,-3-1 0,-3-1 0,-1-2-90,-2-1 90,-3 1-90,-2 0 0,-7 1 89,0 0-89,-14 3 0,-12 1-288,14-2 0,-3 0 288,-11 1 0,-2 0-582,13-2 0,0 0 1,-1 0 610,-4 1 1,-2 0 0,2-1-30,7 0 0,1-1 0,-1 1 0,-8 0 0,-1 1 0,0-1 0,8 0 0,1-1 0,-2 1 0,-7 0 0,-3 1 0,1-1 0,1 0 0,0 1 0,3-1 0,-6 0 0,2-1-315,-3 2 1,3-2 314,20-1 0,1-1 0,-3 0 0,2 1 0,-12-1 435,11 1-525,5-2 1793,9 0-1703,2-1 813,0 0-813,3 0 0,-3-1 0,4 1 0,1-1 0,1 0 0,0-1 0,-1-4 0,3 1 0,0-3 0,3 1-89,1-2 89,3-4 0,-1 1 0,4-10 0,2-8 0,-2 8 0,1-3-217,2-8 0,-1-3 217,1-7 0,-1-1-600,-3 9 0,0-1 1,-1-1 599,-1-3 0,-1-2 0,0 2 0,-1 6 0,0 0 0,-1-1 0,-1 0 0,1-3 0,-1-1 0,0 1 0,0 1 0,-1 0 0,1 0 0,0-2-549,0 0 1,0-2-1,0-2 1,0 2 0,0 0 548,0-2 0,-1 1 0,1 1 0,-1-3-18,1 4 0,0-2 0,0 0 0,-1 0 0,1 2-366,-2-1 0,1 1 1,-1 1-1,0-2 361,0-6 1,-1-2 0,1 0-1,-1 2 0,0 4 1,0 1 0,0 0 0,1 1-156,-2-7 0,1 1 1,0 1 147,1 8 0,-1 1 0,2 1 30,0-13 0,1 2 0,0 14 0,0 3 275,2-2 1,1 2-276,1-9-90,2-3 0,-1 16 1901,1 0-1991,-1 10 2220,1-2-2310,-1 2 1899,-2 8-2349,0-3 382,-1 5-2540,0-2 2878,-5 4 0,-2 2 0,-5 1 0</inkml:trace>
  <inkml:trace contextRef="#ctx0" brushRef="#br0" timeOffset="309751">24631 4590 8342,'2'-9'-68,"1"3"1,-2 3 0,0 1-1</inkml:trace>
  <inkml:trace contextRef="#ctx0" brushRef="#br0" timeOffset="321393">30420 1451 6273,'6'-10'360,"0"1"-270,1 0 0,-1 0 0,6 3-90,-3 2 0,11 6 90,7 9-90,15 10-140,-20-11 1,2 2 184,9 7 0,2 2-752,-1-2 1,2 1 736,-4-2 0,1 1 0,-1 0 15,6 4 0,3 1-23,-7-3 1,5 3-1,-1 0 1,-4-2 21,4 4 1,1 2-27,-7-5 0,6 4 0,1 3 0,-1-1 0,-4-2 12,1 3 0,-3-1 0,2 3-499,-3-2 1,3 4-1,1 1 1,-2-1 0,-2-1 490,-4-3 1,-3 0-1,0-1 1,-1 0-23,9 10 0,-2 0 0,-1 0-448,-2 1 0,-2 1 0,-2-2 448,2 2 0,-1-1 0,-4-7 0,0 0 0,-1-2 45,2 2 0,0-2-186,2 2 0,1-2 141,-5-7 0,1 0 180,13 10 0,-1-2-90,-2-7 637,3-5-907,-23-25 1860,-2-5-2849,-3-6 1169,-5-2 0,-8-7 0,-3 1 0</inkml:trace>
  <inkml:trace contextRef="#ctx0" brushRef="#br0" timeOffset="321817">32205 2386 7533,'-1'-9'180,"0"-1"-90,0 2-1,1-2 1,6 13-90,-1 2 0,16 27 0,3 10-287,-5-11 1,0 1 286,-4-5 0,2 1 0,0 2 0,1 3 0,0-2 45,1 6 0,-1-2-45,6 8 0,0 1 0,-2-2 0,0-3 45,-7-10 0,1-2-45,2 5 0,0-1 0,3 8 180,-4-8 90,-9-13 90,-2-2-1,-11-5-179,-13-8-90,-29-9 0,3-3-377,1 0 1,-4 0 331,6 2 0,-2 1-165,7 1 0,-3-1 0,3 1-60,-8 0 0,1 1-675,-7 3 1,2 1 854,20 0 0,1 1 0,-13 1 0,1 0 0,10-1 0,-1 1 0</inkml:trace>
  <inkml:trace contextRef="#ctx0" brushRef="#br0" timeOffset="324843">21811 7807 6813,'-4'-10'540,"0"1"-270,2 4-1,-2-1-89,1 1-90,-1 0 180,1 0-270,9 3 90,4 2 0,15 3-90,15 3 45,-12-2 0,1-1-45,-2 0 0,1 0-369,4 0 0,3 0 1,-2-1 413,5 0 0,-2 0-45,9 1 0,-1 0-280,-4-1 0,-3 0 369,13 0-165,-21-1 1,-1 0 75,6 0 0,-2 1 90,-14-1 1012,3 0-1012,-5-2 443,-1 0-533,-4 0 0,-3 0 0,-6 1 0</inkml:trace>
  <inkml:trace contextRef="#ctx0" brushRef="#br0" timeOffset="325225">22348 7728 7713,'-2'-7'0,"1"-2"0,-1 4 90,2-4-90,0 3 0,1-2 0,2 2 0,0 1 0,7 3 0,-3 2 0,11 3 0,5 4 0,-4-2 0,11 5 89,-10-2-89,5 2 0,-6-2 0,-2 1 90,-6-2-90,-1 3 0,-7 1 0,-6-1 0,-13 10 0,-19 10 0,8-7-213,2-2 1,0 0 212,-9 10-90,11-10 0,0 1-180,-11 14-225,17-16 1,2-1 494,1 1 0,-1 9 0,7-8 0</inkml:trace>
  <inkml:trace contextRef="#ctx0" brushRef="#br0" timeOffset="325996">25405 7641 7353,'-10'-4'450,"-2"-2"-1,3 1 181,-3-2-90,2 1-450,18 6 0,5 1-1,27 5 1,-4-2-45,12-1 0,3 0 0,-21-1 0,0-1-45,15 1 0,-1 0-90,2-1-179,-18-2-91,4 0-270,-11-2 630,-9 1 0,-13-7 0,-7 1 0</inkml:trace>
  <inkml:trace contextRef="#ctx0" brushRef="#br0" timeOffset="326325">25715 7552 8072,'-8'-8'450,"12"3"-450,6 6 90,14 6-90,-3 1 0,11 5 0,-3-1 90,7 6-90,-4-1 0,-9-4 90,-3 0-90,-9 0 0,-4-1 0,-13 6 0,-17 0 0,-15 9-284,0-4 329,11-6 0,-1 0-417,6-3 1,0 0 191,-6 5 0,0 1-495,1-1 1,2 0 674,-12 11 0,2 0 0,11-8 0</inkml:trace>
  <inkml:trace contextRef="#ctx0" brushRef="#br0" timeOffset="326825">21596 8630 7803,'4'-12'449,"3"2"-359,1 4 180,13-1-90,-1 4-90,5-1 0,9 3 90,0 3-135,-7 0 0,1 0-45,14 2-90,-14-1 0,0 1-540,7 1-269,7 0 899,-15 0 0,-2-1 0,-7 0 0</inkml:trace>
  <inkml:trace contextRef="#ctx0" brushRef="#br0" timeOffset="327174">21935 8520 8072,'-5'-8'90,"1"1"-90,1 1 180,-1-1-180,7 1 0,7 4 90,12 7-90,11 6 0,-4 0 90,9 5-90,1 1 0,-9-3 0,8 3 0,-21-9 90,2 1-90,-8-5-90,-4 1 90,-11-1 0,-5 2 0,-13 4 0,-3 0 0,-19 14 0,23-10 0,-1 1-127,-6 6 1,0 3 36,3 1 0,2 1-450,2 1 1,3 2 539,6-4 0,4-1 0,3 17 0,12-7 0</inkml:trace>
  <inkml:trace contextRef="#ctx0" brushRef="#br0" timeOffset="327793">25929 8509 7713,'-12'-1'-90,"-3"-1"180,5 1 89,-3 0 1,5 1-90,1 0 0,9 2 0,11 1-90,18 2 45,-4-2 0,1 0-45,21 2 0,-11-2 0,2 1-344,-9-1 1,0 0 208,4 0 0,-1 0-135,15 2-899,-10-4 1169,-23-1 0,3-2 0,-9-2 0</inkml:trace>
  <inkml:trace contextRef="#ctx0" brushRef="#br0" timeOffset="328116">26144 8415 7533,'7'-8'180,"-1"3"-180,3 4 0,-2 2 0,5 1 90,5 5-90,7 4 0,14 10 89,4 3-243,-20-11 1,0 1 153,16 10 0,-12-8 90,-2 1-90,-10-6 0,0 2 0,-10-3 0,-7-2 90,-20 2-45,-5-2 0,-3 0-224,6 0 1,-2 0 208,-3 2 0,-4 1 0,2 1-541,-2 2 0,0 3 16,-5 4 0,1 0 225,9-4 1,3 0 269,5-1 0,2 0 0,-5 6 0,1-1 0</inkml:trace>
  <inkml:trace contextRef="#ctx0" brushRef="#br0" timeOffset="332784">24136 9542 9332,'-16'29'-195,"-1"1"0,0-1 0,-3 1 0,-3 1 0,0-4 0,-3 3 0,-3 1 1,1-3-1,-3-1 0,0 0 0,-1 0 0</inkml:trace>
  <inkml:trace contextRef="#ctx0" brushRef="#br0" timeOffset="347928">18391 10802 8342,'-9'-2'1170,"0"0"-991,2 1 181,1 0-270,-1 0-90,2 3 360,0 0 450,3 2-631,3 1-89,2-1 180,8 0 90,10 0-180,11-1-45,-5-2 0,2 0-45,6 0 0,3-1-45,9 0 0,4-1-15,-8 1 0,2-1 0,0 1-296,-2-1 0,0 1 1,2-1 287,-3 1 1,1-1-1,1 1 1,-2-1-23,5 2 0,-1-1 0,2 0 22,-3 0 1,2 0-1,1-1 1,-5 1-23,-1 0 0,-3 1 0,1-1-117,9 0 0,2 0 0,-5 1 117,-7-1 0,-4 0 0,-3 1 0,0-1 0,6 1 0,-1 0 45,-10-1 0,1 0-45,20 1 0,-1 1 0,-16-2 0,-2 0 383,-1 0 1,0 1-384,13 0 380,-9-1-380,8 2 0,-19-1 0,6 0 0,-8 1 0,-1-1 0,-3 1 0,-4 0 0,-5-2 0,2 2 0,-2-1 0,-2 1 0,2 0 0,-2 0 0,2-1 0,-2 1 0,3-1 0,-3 2-899,0-1 899,-14 9 0,0-4 0,-14 8 0</inkml:trace>
  <inkml:trace contextRef="#ctx0" brushRef="#br0" timeOffset="388122">1718 3332 7533,'3'-10'1439,"2"0"-180,-1 2 1260,1 0-1800,1 9-179,5 42-360,-3-7-245,-5-7 0,0 10 1,-1 7-1,0 2 1,-1 1-1,-1-4 170,-2-3 0,-1-2 0,0 1 0,-1 0 0,0 3 0,0 2-269,1-2 1,-1 2-1,1 2 1,0 2-1,0 1 1,-1 0-1,1 1 1,-2-1-1,1 0 218,-1-4 0,-1 2 0,0 0 0,0 1 0,0 0 0,-1-1 0,1-1 0,-1-1 0,1-2 0,1-3-54,-2 9 0,0-3 0,1-3 0,0 0 0,-1 2 0,1 3 40,0-5 0,1 4 0,-1 2 0,0 1 0,0 0 0,1-2 0,-1-1 0,1-4 0,0-5-585,0 10 0,-1-7 0,1-2 0,0 3 545,0-1 0,1 2 0,-1 1 0,0-1 0,0-3-335,0 1 1,-1 1 0,1-5-1,1-8 335,0 3 320,-2 7 0,1-3-50,1-17 785,0 8-695,1-15 2448,-1-6-2538,2-1 3006,-3-2-2530,2-1-746,12-7 45,25-5 0,7-2-45,-17 3 0,6 0-252,-2 2 1,9-2 0,5 0 0,6 0 0,3-1 0,2 1 0,1 0 0,-1 0 0,-1 2 251,-7 1 0,2 1 0,0 0 0,2 1 0,0 0 0,1 0 0,0 1 0,0-1 0,-1 0 0,0 0 0,0 0 0,-1-1-224,0 0 0,-1-1 0,-1 0 0,-1 0 0,1-1 0,0 1 0,0-1 0,1 1 0,2 1 0,1-1 0,3 2 229,-9 0 0,2 0 0,3 1 0,2 0 0,1 1 0,2-1 0,0 1 0,0 0 0,1 0 0,-1 0 0,-2 0 0,0 0 0,-3 0 0,-1 1 0,-3-1 0,-4 0 0,-2 0 0,-5 1-23,18-1 0,-10 1 0,-4 0 0,2 0 0,8 0 25,-8 0 1,3 0-1,5-1 1,2 1-1,2 0 1,1 0-1,0 0 1,0 0-1,-2 0 1,-3 0-1,-3 0 1,-5 0-356,16 1 1,-6-1-1,-3 1 1,-1 0 0,1-1 365,-2 0 0,0 0 0,0 0 0,-1 0 0,-1 1-77,9 0 1,1 1 0,-6 0 0,-14-1 238,-11 0 1238,26 5-1058,-37-3 1414,1 0-1594,-16-16 2088,1 5-2238,-3-21 0,-3-16 0,2 5-30,4 13 0,1-3 428,-1-8 1,0-9 0,1-6 0,-1-3-1,1 0-428,0 14 0,1-2 0,-1-2 0,1-1 0,0 0 0,0 1 0,0 1 0,0 1-229,0-2 1,0 3-1,0 0 1,0 0-1,0-4 1,-1-5 221,1 12 1,0-3-1,0-3 1,0-3-1,0-1 1,0-2 0,-1 0-1,1-1 1,0 1-1,0 0 1,0 1-1,0 2 1,-1 2 0,1 3-288,0-6 0,0 2 0,0 2 1,0 1-1,0 0 0,0 1 0,0 0 1,0-1-1,0-1 294,0 0 0,0-1 0,0 0 0,0-1 0,0 0 0,0 1 0,1 0 0,-1 1 0,0 0 0,0 3 0,0-10 0,0 0 0,0 0 0,0 3 0,0 2 0,-1 4 0,1 4-30,0-7 0,-1 7 0,0 0 0,-1-2 0,1 1 0,-1 1 30,1 3 0,-1 2 0,0 4-90,-2-9 806,-2 21-716,3 13 0,-45-2 0,11 7 0,-11 2 0,-6 1 0,0 1 0,6-2-129,9 0 1,4 0-1,-2-1 1,-6 2 128,5-1 0,-4 0 0,-3 1 0,-2-1 0,-3 2 0,-1-1 0,0 0 0,0 1 0,1-1-17,5 0 1,-1 1 0,-1 0-1,-1 0 1,0 0 0,0 0-1,1 0 1,0 0 0,1 0-1,1 0 1,3-1 16,-5 1 0,4-1 0,2 0 0,1 0 0,-1 0 0,-2 0 0,-4 1 0,-3 0-22,10 0 1,-4-1 0,-3 2 0,-2-1 0,-3 1 0,-1 0 0,-2 0-1,1 0 1,-1 0 0,1 1 0,1-1 0,3 0 0,1-1 0,3 1-1,4-1 1,4 0 0,4-1-108,-13 2 1,10-1 0,3-1 0,-2 1 0,-7 0 60,6 0 1,-6 1-1,-3 0 1,-4 0-1,-1 0 1,-2 0-1,2 1 1,1-1 0,2 0-1,5-1 1,5 0-1,7-1-832,-12 1 1,10 0 0,-3 0 79,-7 2 1,-5 2 0,3 0 0,9-1-1,-10 5 1,30 4 0,17-13 0</inkml:trace>
  <inkml:trace contextRef="#ctx0" brushRef="#br0" timeOffset="389440">537 4244 10051,'7'-10'1439,"0"1"-179,-2 0-631,0 3-449,-1 0 0,0 2-90,-2-2-90,1 1 0,-1-3 0,-1 2 0,0 0 0,-1-4 90,-1 0 0,0-1 450,-1 3-540,-3 21 45,-6 26 0,-1 7 0,5-21 0,1 2-45,-3 10 0,-1 6 0,1-3 0,0 2 0,2-2 0,-1 0 0,1-1-45,1-1 0,-1-1-180,2-6 0,1-6-45,1-5-1079,-3 16 1349,6-23 0,0 1 0,2-7 0</inkml:trace>
  <inkml:trace contextRef="#ctx0" brushRef="#br0" timeOffset="389907">831 4166 11580,'5'-25'3276,"-4"7"-2530,-17 35 0,-5 12-656,1 0-910,5 6 1,-4 13 0,1 1 0,5-8-148,4-13 0,2 1 733,1 11 0,0 8 1,2-1-1,2-12 54,8-4 168,12 10 1,4-5-79,-7-25-90,31 5 45,-30-36 0,-3-5 135,9 2 90,-15-21 0,-9 0-90,-6 21 804,-14-4 1,-4 8-3233,0 24 3047,-9 2 0,22 9 0,13-6 0</inkml:trace>
  <inkml:trace contextRef="#ctx0" brushRef="#br0" timeOffset="390555">1002 4130 11041,'-13'46'1349,"5"-21"-1229,8 7 0,2 7 0,1-6-120,3 3 90,6 3 0,5 8 0,-2-10-90,1-8 45,9 7 0,2-4-45,-2-22 0,4 4 0,-6-24 0,-3-5 0,-5-2 89,-5-13 1,-3-11 0,-3 5-90,-8-6-820,-7 10 1,-5-8 0,-2 1 0,2 10 25,-11-1-299,-5 15 1,-8 4 0,8 8-2056,5 22 3000,-2 3 0,4 3 1,14 11-1,3 2 1</inkml:trace>
  <inkml:trace contextRef="#ctx0" brushRef="#br0" timeOffset="391355">2964 6215 11760,'-14'-15'1529,"-7"-3"-269,-25 10-1170,17 2 134,-7 26 1,3 8-135,14-5-45,-6 11 0,7 5 45,29 3 0,7 0-90,-13-16 0,3 0-23,11 3 1,10 4 0,1-2-1,-6-8 23,10 2-30,-1 0 0,5 5 0,-9-6 30,-13-7-45,-1 8 0,-8 1 135,-33 1 0,-14-2 0,-6-4-45,15-14 0,1-4-45,-11 8 0,9-10-45,23-24 0,11-9-45,12-8 0,6-5 30,-5-1 0,0-3 0,-1 1 60,-3 8 0,-1 1 0,-5 0 0,-7-1 0,-5 1 0,-2 7-90,-14-1-1484,-8 25 0,1 9-1703,19 5 3017,-8 11 0,27-8 0,3 2 0</inkml:trace>
  <inkml:trace contextRef="#ctx0" brushRef="#br0" timeOffset="391790">3353 6415 13559,'8'-7'1638,"-18"30"0,-6 15-2731,10-7 1,3 4 0,-2-1 585,-5-1 0,-2-1 0,4 2 357,8 10 0,5 1 0,10-13-222,21-21 1,5-7 326,-13 10 0,1-4 328,6-14 0,4-10 1,-6-7-224,-10-15 0,-7-9 0,-1 3-15,9 7 0,-8-2 134,-18-4 1,-8-7 0,-6 2 0,-1 12 1226,0 15 1,-6 6-1565,-11-1 1,-9 1-1,-1 2 1,9 6-472,-9 11 629,1 11 0,15 3 0,38-8 0,17 11 0</inkml:trace>
  <inkml:trace contextRef="#ctx0" brushRef="#br0" timeOffset="392722">5960 4630 10321,'-14'6'2609,"0"1"-1980,10-4 451,-1 3-811,5-1 1,9 1 90,17 0-180,6-5 0,1-1-180,10 2 45,1-3 0,-3-1-2923,-22 1-181,1 4 3059,-30 0 0,-17 6 0,3-3 0</inkml:trace>
  <inkml:trace contextRef="#ctx0" brushRef="#br0" timeOffset="392988">5865 4924 11490,'-9'21'1440,"4"-9"-271,17 7-450,16-14 1,8-4-675,3 0 0,4-4-1138,2-2 1,3-4 0,-4 1-373,-4 0 1,-3-2 1240,3-5 0,-9-1 0,-20 3 1,-1-5-1</inkml:trace>
  <inkml:trace contextRef="#ctx0" brushRef="#br0" timeOffset="397456">7091 3957 8612,'7'-7'3276,"0"0"0,-2 17-2542,2 8-644,-2 6 90,1 11 0,-1 11-68,-2-6 0,-2 6 1,0 4-1,0 1-52,-2-11 0,0 3 0,0 0 0,-1 2 0,1-1 0,-1-1-310,1 7 1,0 1 0,0-1 0,0-1 0,-2 0 267,-1-1 0,-1 0 0,-1-1 0,1-2 0,0-3 42,-1 5 0,0-4 0,-1 0-109,1-2 1,0-1 0,0-1 48,-1 1 0,0-1 0,0-2 90,-2 6 0,0-5 0,-3 8 89,2-4-89,7-34-90,0 6 90,0-9 1124,1 0-1124,-1-1 178,13 0-358,4-3 180,6 0-90,11-4 0,2-2 0,-1 0-45,15 0 0,1-1 45,-6 0-656,-6 3 1,11-1-1,4 0 1,-1 0 0,-10 1 552,1 1 1,1 0 102,-5 0 0,10 1 0,5-1 0,2 0 0,-1 1 0,-6 0 0,-8 0-27,8 1 0,0 1 27,-9-1 0,9 0 0,5 1 0,2 0 0,-1-1 0,-3 1 0,-6 0 0,-1 0 0,-5 1 0,-1-1 0,2 0-111,8 1 1,3-1 0,-1 0-1,-4 0 141,-2 1 0,-3-1 0,-9 0 150,-6 0-180,0-1 360,1 1-270,-17-1 3186,10 1-3090,-12 0 1904,1 1-2000,-10-6 764,0-1-764,-5-6 180,3-3-91,2 4 361,-2-10-540,2 8 270,-3-24-180,2 4 0,0-4-90,-1 3 0,0-3 0,0-2-308,0-6 1,0-3-1,-1-2 1,1 0 284,0 1 1,-1 0-1,0-2 1,1-2-491,1 8 1,0-3-1,0-1 1,0 0 0,0 2-1,1 4 513,-1-2 0,0 5 0,1 0 0,0-3-18,0-2 0,1-3 0,0-1 0,-1 2 0,1 5-12,0-2 0,-1 5 0,1-2 7,0 2 1,0-2 0,1 0-1,-1 4 23,-2-15 0,1 5-45,0 7 1,0 6-46,0 7 912,0 7-912,1 4 3366,-1 8-3250,-1 0-26,-13 8 0,-9 3 0,-9 2 0,-8 2 0,2-3 0,-3 1 0,1-1 0,-2 1 0,-4 0 0,6-2 0,-5 0 0,-2 0 0,5-2-1093,1-1 1,3-1 0,-1 0 1053,1 1 1,-1 0 0,-2 0-597,-1 0 1,-6 0 0,4 0-1,8 0 635,-9 0-478,11 0 0,-8 1 0,1-1 0,9 1 298,-6-1-570,2 0 1,-7 1-1,9-1 301,10 0 449,-10 0 0,5 0 0,22 0 0,-8-1 0</inkml:trace>
  <inkml:trace contextRef="#ctx0" brushRef="#br0" timeOffset="399288">8055 5861 11670,'11'-22'3276,"-2"7"-2504,-17 49-682,4-15-45,-6 22 0,0 9-315,4-1 0,2 0 135,-1-14 0,1 1-958,3 0 1,1 2 0,2-10-2185,2-14 3026,6 11 1,-8-25 0,1 0 0</inkml:trace>
  <inkml:trace contextRef="#ctx0" brushRef="#br0" timeOffset="399672">8334 5928 12030,'2'4'3058,"-7"11"-2788,-3 5 90,-2 11 0,2 2-180,7 12-180,-3-15 0,2-1-90,18 14 0,-6-30-180,38 2 180,-29-16 45,18-25 0,-1-9 45,-19 6 90,-8-10 0,-2-12 0,-6 11-90,-11 7 0,-13-11 0,-10 10-1639,-10 38 1,-3 10 1389,11-10 1,0 2 0,-12 10-1,6 2 1,10 1 0</inkml:trace>
  <inkml:trace contextRef="#ctx0" brushRef="#br0" timeOffset="400555">6760 4398 11400,'-6'4'2519,"-8"15"-2339,-7 21-90,4-5 0,12-5 0,5-1 0,7-4-45,9 7 0,3-2-45,-1-10 135,3 4 0,-3-2-46,-13-10 451,-20 35-450,0-31-45,-8 8 0,-1-1-135,5-9-990,-8 7 1,0 0 180,8-9 899,-23 12 0,29-29 0,-4-2 0</inkml:trace>
  <inkml:trace contextRef="#ctx0" brushRef="#br0" timeOffset="400788">6563 4621 10591,'1'-8'1889,"3"-5"-540,24-11-1259,-12 8-360,21-12 0,4-1 270,-18 12 0,-1 0 0,11-7 0,-1 0 0,3-6 0</inkml:trace>
  <inkml:trace contextRef="#ctx0" brushRef="#br0" timeOffset="406939">6868 4492 9242,'-11'-8'809,"0"0"-179,2 1-270,-1 1-270,2 1 90,1 0-1,2 2-179,8-1 90,17-5-90,-6 4 90,21-6-90,-27 8 0,10-3 90,-9 3-90,2-1 270,-2 1-180,-40 7-90,18-3 0,-25 6 0,-4 0 0,8-2 45,6 0 0,0 0-135,-4 0 90,17-3-90,-2 0 90,10-2 0,8 4 0,-1 3 0,3 7 0,-3 14 0,-4 2 0,0-4 0,0 1 0,-6 18 45,5-17 0,-1 1-45,-1-2 0,1-1 0,-1 10 180,0-4-180,16-33 0,1-1 0,27-18 0,-19 11 0,7 1 0,2 5 0,4 15 0,5-1 0,-12 23 0,-26-4 0,-15 3 0,-5 0 0,-2 0-1093,-1-9 1,-5 2 0,5-7 797,5-6-605,-9 4 1,2-8 899,18-19 0,-6-4 0,14-10 0</inkml:trace>
  <inkml:trace contextRef="#ctx0" brushRef="#br0" timeOffset="407222">6659 4592 9242,'23'-32'-90,"5"15"0,8 1 0,-1 0 90,8-6 0,0 1 0,-4 5 0,2 0 0,-4 2 0,-5 1 0,-1 0 0</inkml:trace>
  <inkml:trace contextRef="#ctx0" brushRef="#br0" timeOffset="410105">6740 4679 7173,'3'-15'1619,"0"-18"-899,-1 10-1,-3-16-539,-19 50 0,-3 13-90,9 2 0,5 5 0,-4 16 0,4 1-90,5-11 0,11-8 135,24-17 0,4-12-135,-10-15-1071,-4-14 0,3-11 0,-6 4 1071,-6-10-666,-9 1 0,-2-9 0,-3 11 666,-8 7-247,-19 6 1,-5 10 246,9 25 0,0 13 0,-3 9 0,7 0 0,7 18 45,3-4 0,4-1-45,15-11 2070,22-10-2070,-18-18 360,21-34-270,-29 16 45,-7-12 0,-6 2-135,-3 17 89,-25 16 1,-2 9-180,15 8-480,2 14 1,1 13-1,11-4 570,19-5 0,8 0 0,-11-4 0,0 2 0,4-3 0,14-5 0,-1 1 0</inkml:trace>
  <inkml:trace contextRef="#ctx0" brushRef="#br0" timeOffset="410938">8210 6100 10321,'-6'-10'720,"-6"-8"-540,5 10 269,-5-8-359,-1 22 0,2 2 90,-3 22-180,11-14 180,43 3-135,-14-27 0,3-8-45,10 0 0,-2-7 90,-16-8 0,-5-7 0,-15 5-60,-29 8 0,-20 6 0,0 6 0,7 6 0,0 5 0,4 8-75,-8 21 0,22 7 15,41-11 0,22 0 0,2-3 52,-8-5 1,2-1-1,2-4 1,0-6 134,8-10 0,4-8 1,-6-3-1,-17 0-67,-21-8 22,-26 5 1,-19-1-1,-9 1 1,4 7-293,6 9 0,-1 6 0,-1 2 1,-1-3 66,-8-7 1,-3-4-1,2 2 1,6 8 112,1 12 0,4 5 0,20 0 0,30 1 0,13 13 0</inkml:trace>
  <inkml:trace contextRef="#ctx0" brushRef="#br0" timeOffset="421540">16515 11530 7173,'1'-9'2159,"1"0"-1440,-2 2-719,2 2 90,-1 0 180,2 1 0,-2-2-270,1 1 0,-2 2 0,1 1 0</inkml:trace>
  <inkml:trace contextRef="#ctx0" brushRef="#br0" timeOffset="432056">9384 17450 9602,'-5'-8'989,"-3"-5"-269,2 1-181,9-11-449,0 10 180,40-10-270,-26 18 90,17 12 0,0 6-90,-20 3 30,-10 20 0,-5 16 0,-4-8-30,-2-18 0,-5 0 22,-5 14 1,-7 9-1,0-1 1,4-10-23,-7 3 0,8-13 0,-2 4 0,5-9 90,9-10-90,26-27 0,8-11 0,-3 1 0,1-4 0,7-10 0,0-1 0,-6 8 0,-9 7 0,0 1 0,9-16 0,5-6 0,-5 16 90,-7 23-90,6-16 90,-22 42 0,-5 11 44,-2 10 1,0 2-90,2-5 0,1-1 0,3 10 0,2-6-135,7-16-719,15-10-2468,8-29 2859,-7 5 1,12-18-1,-18 8 1</inkml:trace>
  <inkml:trace contextRef="#ctx0" brushRef="#br0" timeOffset="432338">10156 17513 10951,'-11'-13'2698,"4"5"-1528,-2-4-991,12 6-179,36-10-449,-19 9 449,8 0 0,-2 2 0,-17 4 0,4-1 0</inkml:trace>
  <inkml:trace contextRef="#ctx0" brushRef="#br0" timeOffset="432523">10077 17645 12030,'32'1'-855,"-3"-5"1,2-2-540,-1 0 0,0-1 738,4-1 1,-6 0-1,-11 2 1,-1 0 0</inkml:trace>
  <inkml:trace contextRef="#ctx0" brushRef="#br0" timeOffset="432838">10759 17334 12480,'-15'-13'2249,"-4"-4"-1530,8 46-629,0-20 30,5 21 0,4 15 0,1-7-120,-1 2-150,0-3 0,0 7 0,2-6-1379,6 11 1529,0-19 0,1-3 0,9 1 0,3-21 0</inkml:trace>
  <inkml:trace contextRef="#ctx0" brushRef="#br0" timeOffset="433257">10992 17327 11580,'-2'-14'3239,"-18"30"-3060,11-8 181,-8 18 0,1 9-45,10 4 0,7 2-270,7 2 0,3-1-45,-7 0 0,9-8-90,31-18 0,3-21 45,-22-28 0,-11-12 180,-8 0 0,-15 3-405,-27 12 0,-11 8 135,1-1 0,0 14-958,10 21 1,0 10 0,15-1 989,22 1 0,5 6 1,15-10-1</inkml:trace>
  <inkml:trace contextRef="#ctx0" brushRef="#br0" timeOffset="433605">11657 17156 12210,'2'-18'2968,"1"-3"308,-3 7-2719,-12 28 0,-8 22 1,-1 5-397,2-3 1,-1 7 0,-1 3 0,1 0 0,-1-4-391,4-7 0,0-3 0,0 0 1,0 2-1,-1 4 240,1-1 0,-1 6 0,-1 3 1,-1 1-1,2-1 0,0-3 1,3-6-1,3-7 46,-3 7 0,2-3-867,-3 8 1,-2 8-1,1-2 1,5-14-2468,3-7 2457,4 2 1,13-48 0,8-18 0</inkml:trace>
  <inkml:trace contextRef="#ctx0" brushRef="#br0" timeOffset="434040">11693 17601 13199,'-8'-16'3276,"12"2"-1245,5 5-1671,31 1-270,-9 4 0,2 0 0,0 0 0,1 1-90,6-2 0,-2 2-90,6 4 90,-18 15 0,-20-1 0,-15 11 0,-7 7 45,-7 7 0,-2 3-141,7-11 0,0 1 1,-1 2 125,-2 5 0,0 1 0,2-3-75,0 1 0,3-3-693,3 0 1,2-4-1692,2 1 2429,7-11 0,11-24 0,4-7 0</inkml:trace>
  <inkml:trace contextRef="#ctx0" brushRef="#br0" timeOffset="435955">15269 17456 11580,'10'-27'3239,"-4"8"-3060,-5 35-44,-2 9 0,1 6-135,8 5 0,1 0-45,-7-2 0,5-6 0,22-14 0,4-10 45,-7-15 0,2-9 0,5-7 0,-7 3 0,-4-2 90,7-18 0,-9 14-90,-30 68 0,11-27 30,-6 26 0,-4 19 0,1-3-237,5-18 0,1-3 1,0 4 206,-1 6 0,1 4 0,0 1 0,0-6 0,0 4 0,1-2 60,0-4 0,0 1 0,1-9-60,-3-6 0,-6 0 0,-4-5 0,0-17-45,-11-7 0,-3-4 45,2-5 0,1-2 0,2 2 0,0 0 0,-6-3 0,6-1-90,9-10 90,4 7-90,25-2 0,16-6 0,-4 5-180,10-3-550,-4 3 1,9-7 0,0 1 0,-9 5-2458,7-2 2621,0-3 1,-2 1-1,-20 12 1,0 1 0</inkml:trace>
  <inkml:trace contextRef="#ctx0" brushRef="#br0" timeOffset="436207">16161 17545 11940,'-18'-8'3276,"34"-1"-6553,12-2 2872,8 5 1,-3 1-1,-28 5 1</inkml:trace>
  <inkml:trace contextRef="#ctx0" brushRef="#br0" timeOffset="436405">16171 17645 11311,'-7'19'944,"29"-18"0,8-6-1213,5 0-751,-4-4 1,6-3-1,-6 2 446,6-3 0,-12 3 0,1 1 0,9-5 0</inkml:trace>
  <inkml:trace contextRef="#ctx0" brushRef="#br0" timeOffset="436990">17146 17156 10771,'8'-14'719,"0"0"1890,-3 3-2069,-24 43-406,10-7 1,1 2-45,-3 8 0,2 1-90,6 1 0,5-5 90,12-3-90,25-1 0,-13-15 0,0 0 0,-3-1 0,-2 2 0,1 5 0,-5-1 0,-13 0 0,-24 16 0,1-18 0,-5 0-540,-7 5 1,-2 0 269,8-6 0,1-2-3007,-23 4 3196,40-22 1,0-9 0,6-5 0</inkml:trace>
  <inkml:trace contextRef="#ctx0" brushRef="#br0" timeOffset="437222">17178 17205 11311,'-11'-10'1529,"-2"-4"-1170,8 7 1,9-11-90,25-2-420,2 4 0,8-2 0,-4 3-120,-6 1 1,0 1 269,11-1 0,4-2 0,-8 4 0,-6 5 0,16-3 0</inkml:trace>
  <inkml:trace contextRef="#ctx0" brushRef="#br0" timeOffset="437555">18092 17043 11580,'-33'-19'3239,"11"11"-2880,0 15 1,-2 12-90,2 11 0,0 12 0,0 5 0,-2 1-166,5-10 1,-1 2 0,-1 1 0,0 1 0,0 1 0,0-1-574,3-4 1,-1 2 0,0-1 0,0 1 0,1 0 0,0-2 0,1-2 42,-3 6 1,0-2-1,2 0 1,1-4-1,2-3-1213,-7 15 1,13-17 1219,17-31 0,4-5 0,8-12 0</inkml:trace>
  <inkml:trace contextRef="#ctx0" brushRef="#br0" timeOffset="437991">18167 17394 12570,'-4'-9'2878,"-1"-3"-1978,3 7-541,8-2 91,13 3-90,25 0-330,-7 2 0,6 1 0,-4-1-75,-8 1 0,1-1-45,9 1 0,5-1 0,-11 2-90,-10 5 90,-1 13 90,-36 19 45,-8-2 0,-4 3 45,-2 3 0,0 3-1183,4-6 1,0 2 0,2-4 1079,2-1 1,2-2 12,-1 6 0,3-1-1079,4 0 179,3-8 900,17-17 0,0-27 0,12-14 0</inkml:trace>
  <inkml:trace contextRef="#ctx0" brushRef="#br0" timeOffset="447909">10450 17406 9332,'-9'-3'359,"0"0"91,3 1 90,0 0 269,0-1-269,2 0-270,11-6 90,11-4-270,13-4 0,-9 6 0,2 1 0,15-3 0,10 8 89,-15 24-89,-8 21-45,-19 3 0,-8 6 0,-3-1 0,-4 2-133,0-13 0,-2 2 0,0 1 1,-1-3 146,1-2 1,-1-2 0,-1 0 0,-1 3 0,-1 1 0,2-5 210,-8 12 360,6-11-450,17-21-90,11-12 0,17-14-45,-5 1 0,0-2-45,14-6 0,0 0 531,-3 5-531,-17 8 0,7-4 0,-7 5-360,-12 4-359,8-1-2558,-7 2 3039,0 1 0,2 0 1,-3 0-1</inkml:trace>
  <inkml:trace contextRef="#ctx0" brushRef="#br0" timeOffset="450127">16871 17218 11041,'2'-7'-450,"0"-4"540,-1 5 90,1-5 270,-1 2-181,0-2 451,-1 0-270,1 2 89,0 1-179,6 21 0,-1 9-225,0 2 0,0 3 45,2 17-488,-4-10 1,0 2 442,-1-4 0,-1 0-45,1 10 0,-1 1-45,0-9 0,-1 0 45,0 13 0,0-1 0,0-19 0,0-1-90,0 7 0,0-1 90,2 9-90,0-14-180,0 0 0,-1-9-540,1-7-539,0-7-1889,3-11 449,-1 0 2699,2-10 0,-1-7 0,0-4 0</inkml:trace>
  <inkml:trace contextRef="#ctx0" brushRef="#br0" timeOffset="450760">17469 17009 11311,'-4'-13'359,"1"3"-179,-1-1 270,1 4 0,0 0 269,1 3-539,-5 4 180,-4 8 0,-11 14-180,1 3-1,3-1 1,0 2-456,1 0 0,0 2 411,-4 9 0,-1 1 0,2-1 0,2 0-45,0-1 0,2 0 0,3-2 0,0-1-45,2 0 0,1 0-110,3-9 0,1 0 110,0 3 0,2-1-45,3 9 90,0 7 0,3-13-90,5 3 90,4-9 0,-1-4 800,10-5-890,0-14 90,9-6-90,0-5 0,-8-1 0,2-2 0,-2 0 0,0-2-749,7-7 1,0 0 748,-7 4 0,-2 0 0,6-10 0,-1-3-349,-8 6 1,-1-1 348,3-10 0,-2 0 0,-4 8 0,-3-1 0,-2-13 0,-3-1 0,-4 13 0,-2 1 0,-2-13 0,-2 1-122,0 16 1,-2 1 121,-6-1 0,-2 2 2,-14-3 88,-11 0-45,13 23 0,-1 5-45,2 4 0,0 4-50,-6 6 0,2 4 50,8-2 0,2 3-165,-3 12 0,3 2-195,8-10 0,2 2-315,-1 6 1,1 0-165,6 6-2438,9-1 3241,6-11 1,3 5 0,1-3 0</inkml:trace>
  <inkml:trace contextRef="#ctx0" brushRef="#br0" timeOffset="451725">12434 17557 11131,'-14'-2'1259,"-2"-1"-539,8 1 269,-1 0 0,1 1 810,2-1-1439,17-5-270,2 1-450,24-7-359,-9 6 179,-2-1-1619,-10 4 2159,-8 4 0,-12 8 0,-6 5 0</inkml:trace>
  <inkml:trace contextRef="#ctx0" brushRef="#br0" timeOffset="451913">12354 17715 11580,'-7'11'3149,"15"-4"-2700,8-6-89,23-7-270,-3-4-495,-2 1 1,1 0-1235,-5 1 1,-1 0 982,-1 1 1,-1 1-1,18-2 1,-27 8 0</inkml:trace>
  <inkml:trace contextRef="#ctx0" brushRef="#br0" timeOffset="455167">13146 17295 8522,'-3'-8'1169,"1"2"-899,7-1 630,8-3-630,-3 2 269,16-7 1,-2 5-180,10-2-180,-6 3 180,7 2-91,-9 5-89,7 3 0,-6 11 0,-5 9-90,-10 12-45,-11-8 0,-2 1-399,-6 17 399,-4-9 0,-3 0-380,2-6 1,-2 0 379,-4 8 0,-1-2-45,5-7 0,1-2-85,-2 1 1,1 0 173,-1 6-89,0 4 90,8-9 312,8-6-312,8-6 689,2-6-779,12-4 282,3-6-282,12-3 0,-6-3 0,10-3-180,-11 0-450,5-3 180,-12 4-2827,1-4 3219,-12 5 0,3-7 1,-6 3-1</inkml:trace>
  <inkml:trace contextRef="#ctx0" brushRef="#br0" timeOffset="455411">13707 17511 11580,'-10'-10'900,"-1"1"179,4 3-539,0 1-540,2 0 0,3 3 0,0 0 0</inkml:trace>
  <inkml:trace contextRef="#ctx0" brushRef="#br0" timeOffset="456073">13980 17250 11400,'-8'-15'1440,"0"-3"-901,3 9-179,0-1 180,-3 7-360,1 2 0,-8 6 179,-9 15-269,7-6 0,-10 21 90,20-4-180,0-5 90,13 10-90,11-10 90,0-4-90,3-3 0,0-1 0,0-3 0,20 13 90,-22-16-90,15 14 0,-18-12 0,10 16 0,-18-10 90,-4 8-90,-13 3 0,-2-9 0,-17 14 0,13-21 0,-16 9 0,19-15 90,-13 3-90,16-8 0,-8-3 0,18-34 0,2 8 0,5-5 0,3-5 0,4-5 0,0 1-308,-4 10 0,0 1 308,3-14 0,-3 0-124,-8 11 0,-2 3 124,1-12-1448,-6 8 0,-1 3 1448,-2 10 90,-10-9 0,8 18 307,-12-2-487,9 9 61,-9 2-151,11 3 2583,-8 8-2853,10-2-1979,-2 10 2429,18-6 0,7 3 0,9-3 0</inkml:trace>
  <inkml:trace contextRef="#ctx0" brushRef="#br0" timeOffset="456515">14509 17161 11940,'5'-10'1259,"-2"1"630,-2 0-1079,-3 2-270,-1-1-1,-8 8-269,1 4 90,-16 16-90,-4 15-135,10-9 0,-1 1-90,4-3 0,1 1 44,-3 5 1,3 1-208,6-5 0,1-1 163,0 4 0,2 1-45,5 9 0,3-2-90,7 12 45,0-19 0,3-4-45,4-3-90,8-5 180,-8-12-270,20-6 90,8-25 180,-10 8 0,0-16 0,-31 11 0,-6-2 0,-4 1 507,-14-1-507,-4 10 0,-7 2-180,-1 9 0,9 4-180,3 4-1259,6 6-899,8-1 1078,2 3-1837,14-3 3084,1-4 1,12 0-1,-1-2 1</inkml:trace>
  <inkml:trace contextRef="#ctx0" brushRef="#br0" timeOffset="456707">14719 17493 13829,'-3'-12'3276,"1"1"-1785,1 5-4768,1 0 0,-5 3 2457,0 2 1,0 2 0,1 1 0</inkml:trace>
  <inkml:trace contextRef="#ctx0" brushRef="#br0" timeOffset="457794">19197 17472 10951,'-9'-6'1349,"1"1"-270,3 1-89,0 1 539,0 1-1439,10-4 0,1 3 180,22-6-90,4 1-135,-7 2 0,0 1-1298,24-6 1073,-8 3 0,-9 2-989,-2 2-1,-10 3-628,2 0-91,-16 6 1889,-9 4 0,-9 6 0,-4 2 0</inkml:trace>
  <inkml:trace contextRef="#ctx0" brushRef="#br0" timeOffset="458010">19322 17593 11850,'-7'9'1979,"1"-1"-1439,6-3-270,4-1-90,3 0 89,5-2 91,10-3-180,-2-1 90,30-4-360,-3-1-1037,-17 2 1,-1 1 316,14-3-2068,-5 0 2878,-12 4 0,-8-1 0,-4 2 0</inkml:trace>
  <inkml:trace contextRef="#ctx0" brushRef="#br0" timeOffset="459425">20258 17274 10681,'-3'-15'90,"2"3"360,-1 0 179,1 1 91,1 3-180,0 0 1079,-1 1-1170,4 21-89,-2-3-180,1 16 0,0 4-90,-1 4 45,0 2 0,0 3 0,-2-11 0,1 0-1078,-1 9 0,0 1 988,0-9 0,0-1-222,0 9 1,0-1-4,1 6-101,-1-14 1,1-3-170,2 1-719,1-2-1260,2-11 2421,2-3 8,4-7 0,3-9 0,5-4 0</inkml:trace>
  <inkml:trace contextRef="#ctx0" brushRef="#br0" timeOffset="459706">20525 17533 12390,'-8'-8'3276,"1"0"-4663,1 9-1890,-1-12 3016,3 8 1,-1-11 0,4 5 0</inkml:trace>
  <inkml:trace contextRef="#ctx0" brushRef="#br0" timeOffset="460585">20933 17241 11041,'0'-10'719,"0"0"-179,0 3-180,-1 0 90,0 1 899,2-1-1169,-1 17 89,0-3-89,-1 23-90,-1-10 90,-2 6 0,-2 5-45,-2-2 0,-1 1-90,-1 5 0,-1 1-143,-2-1 0,0-3 188,-2 4 0,-4-1 0,11-15-90,-4 1 90,6-8 89,0-2-179,9-13 0,1-1 287,9-11-287,-3 4 0,4-4 0,-1 4 0,2-2 0,-2 3 0,3 0 0,-2 4 0,6-1-90,-5 3 90,6-1-90,1 1 90,-3-1-90,6-1 90,-8 0-90,4-3 90,-6 2 0,3-6-90,-5 1 90,2-4 0,-5 4 90,-1-2 90,-3 4-180,-3 9 0,-7 10 90,-9 26 0,0-2-45,4-3 0,0 2-334,2-5 0,2 0 333,-2 7 1,2 0-45,1-8 0,1-2 90,1 23-180,3-13 90,0-7-179,2 0-451,0-18-629,1-1 179,2-8-1670,2-6 2750,4-11 0,2-9 0,1-8 0</inkml:trace>
  <inkml:trace contextRef="#ctx0" brushRef="#br0" timeOffset="461156">21385 17344 12210,'-13'-6'1619,"3"1"-809,10-6-181,14 0 1,18-11-540,-3 6 90,2 4 0,0 1-90,-3 4 44,2-1 1,2 4 45,9 12-90,-1 9 90,-22 26-90,-24-18 0,-8 2 45,-9 6 0,-4-1-90,6-10 0,0-2 0,-5 2 0,3-4 45,8-6 0,-6 7-90,9-6 90,1 4-90,5-6 90,14 10-90,5-8 0,4 6-180,18 4 180,-18-12-90,15 12 360,-17-4 179,-11 4-269,-3-1 180,-16-5 0,-7 0 0,-16 7-912,16-9 0,-1-1 552,-11 5-539,13-6-1440,0 0 1079,4-3-2377,2-1 2457,17-13 1,7-7 0,10-8 0</inkml:trace>
  <inkml:trace contextRef="#ctx0" brushRef="#br0" timeOffset="461311">22034 17593 14189,'-2'-11'3238,"2"2"-1889,0-1 90,2 1-1618,0-5-2340,-1 4-758,-2 1 0,-5 7 2457,-11 3 1,-7 4 0,-8 1 0</inkml:trace>
  <inkml:trace contextRef="#ctx0" brushRef="#br0" timeOffset="471109">6453 5876 6993,'-9'-2'540,"1"-2"-91,3 2 91,0-1 1079,-1-2 90,3 1-1619,2 7 90,2 7 0,4 22-90,-4 5-90,-1 11-540,-1-6-2428,1-2 2968,2-17 0,2-5 0,0-11 0</inkml:trace>
  <inkml:trace contextRef="#ctx0" brushRef="#br0" timeOffset="471528">6567 5904 9871,'1'-10'720,"0"2"89,-2 0-629,-2 11-180,-1 3 180,-1 12-90,-1 4-90,4 3 180,2 2-180,3-1 0,2-5 90,5 0-90,1-6 90,5-1-90,-2-6 0,4-3 90,-4-7-90,3-2 0,-3-7 0,-2-4 90,-7-7-90,-5 0 0,-4 2 0,-7-2 0,-1 6 0,-5 0-90,2 7-90,-1 5-270,3 5-2428,-1 6 2878,9 5 0,8 2 0,8 2 0</inkml:trace>
  <inkml:trace contextRef="#ctx0" brushRef="#br0" timeOffset="471778">6935 6073 10681,'-14'16'719,"5"-4"-449,0 13-90,1 0-90,1 0-90,-3 7-90,4-16-539,-4 13 179,5-16 450,-3 11 0,6-16 0,-1 3 0</inkml:trace>
  <inkml:trace contextRef="#ctx0" brushRef="#br0" timeOffset="472209">7093 5989 10231,'3'-7'2249,"-9"9"-2159,3 1 0,-7 8 0,4-3 0,-4 3 90,0 2-180,-1 0 90,-1 4-1,5-4-89,1 3 0,4-4 0,6 5 0,5-7-89,1 3 89,4-2 0,-3-3 0,2 1 0,-3-1-90,-2 1 90,-3 0 0,-3 5 0,-7 3 0,-2-2 0,-9 5 0,-2 0 0,2-3-270,-4 3-270,10-11-539,1 0 1079,2-4 0,5-4 0,-1 0 0</inkml:trace>
  <inkml:trace contextRef="#ctx0" brushRef="#br0" timeOffset="472439">7079 6079 10861,'-2'-10'450,"1"3"-361,11 0 1,6-1-90,5-1-179,11-5-91,-9 4-900,3-2-1168,-13 6 2338,-2 1 0,-2 0 0,-5 3 0</inkml:trace>
  <inkml:trace contextRef="#ctx0" brushRef="#br0" timeOffset="472706">7288 5940 10411,'5'-15'2519,"1"4"-2250,4 5 181,15 20-360,-7-2 45,5 15 0,-2 5-45,-8 5-45,-1-9 0,-3 1-90,-10-2 0,-6 0-450,-14 9 1,-3-1 224,10-8 0,-3-1-823,-7 2 1,-4 1 0,4-6 436,-7 0 1,5-5-1,-1-2 1,-4 0 0</inkml:trace>
  <inkml:trace contextRef="#ctx0" brushRef="#br0" timeOffset="473127">6160 5775 12030,'13'14'1349,"-1"5"-1169,-5 0 270,-2 12-90,-1 8-225,-4-11 0,0 0-303,0-2 0,1 0 302,0 7 1,0 3-45,3 1 0,2-1-45,-2-6 0,1 0-45,4 11 0,2-2 0,0-15 0,1-2-90,3 4 0,4 0-45,2-4 1,2-3-136,17 8-135,-14-17 0,2-3-450,-3-5 1,1-2-785,9-1 1,0-2 1434,-8-1 1,1-1 0,3-3-1,0-1 1,13-7 0</inkml:trace>
  <inkml:trace contextRef="#ctx0" brushRef="#br0" timeOffset="474091">7740 6055 10411,'4'0'2968,"-3"0"-2518,33 3-90,6 0-180,-6-3 0,3 1-807,-5-1 1,1 0 716,0-1 0,4 0 0,0-1-618,11 0 1,3 0 587,-7 0 0,3-1 0,-2 0-31,-8 1 1,-2 0 0,1 0 30,7-1 0,2 0 0,-3 1-15,6-2 0,-2 0-15,-9 2 0,1 0 0,-2-1-30,2 0 0,-2 0-44,2 0 1,-3 0 43,1 0 90,6-1-90,-24 3 964,-1-1-964,-6 1 1700,0 1-1790,-2 0 91,-2 0-1,0 0 0,-13-8 0,-5-2 0</inkml:trace>
  <inkml:trace contextRef="#ctx0" brushRef="#br0" timeOffset="474523">8945 5878 11940,'-7'-8'2069,"15"7"-1979,-2 3 90,21 9-90,-13-4 0,13 5 0,-2-2 0,6 2-90,-6-3 90,2 1 0,-10-4-1,2 2-89,-6-4 90,-2-1-90,-5-1 0,-7 2 0,-1-2 0,-15 6 0,-4 3 0,-5 3 0,-15 13 0,12-6-1639,-4 7 1,0 2 1254,3-2-134,-1 5 0,1 0-2000,5-2 809,-1 2 1709,7-10 0,7-10 0,-3 2 0</inkml:trace>
  <inkml:trace contextRef="#ctx0" brushRef="#br0" timeOffset="475307">8325 6471 13649,'17'-6'810,"11"0"-630,-1 3 0,13 4-180,-20 2 89,1 8-89,-18-3 90,-15 33-90,-1-19 0,-2 2 45,-11 17 0,-2 1-45,7-9 0,-1-3-512,2-2 1,3-3 511,3 0 0,10-10 0,7 0 0,0-3 0,16-2 0,-6-7 90,25-5 843,4-7-1158,-16 2 1,0-1-46,17-6-1709,2-4 1979,-12 2 0,5-5 0,0 0 0</inkml:trace>
  <inkml:trace contextRef="#ctx0" brushRef="#br0" timeOffset="475717">8925 6602 12570,'-7'-10'989,"1"3"-629,0 4 270,-2 1-1,-4 1-449,0 2 270,-10 6-180,1 4 0,-7 8-180,7-3 179,-2 7-179,11-3 90,1 4-180,8 0 90,4-7-90,8 0 0,4-8 0,9 0 0,8-8 0,5-8 0,5-8 0,0-9 0,-10 1 0,-4-11 90,-16 4 0,-6-13-90,-6 10 90,-17-11-90,-11 13 0,2 4-360,-14 10-449,14 18-720,-8 6-1350,9 5 990,7 0 1889,10 2 0,9-1 0,2 2 0</inkml:trace>
  <inkml:trace contextRef="#ctx0" brushRef="#br0" timeOffset="475940">9462 6493 13469,'11'-3'3276,"0"-2"-1874,-3 3-953,1-1-3726,-4 1 78,-11-3-78,-13-1 3058,-11-3 1,-4 0 0,-4-1-1,-1-1 1,0 1 0</inkml:trace>
  <inkml:trace contextRef="#ctx0" brushRef="#br0" timeOffset="477401">6695 5202 10681,'-3'10'-450,"-2"0"540,1-3 90,-2 1-90,2-1 270,-1 0 0,1 0 89,-2 2 1,-1-1-270,2-2 270,-3 2-1,5-4-89,-4 2 270,4-3-1,-1 1-449,1-8-90,3-2 90,2-23-90,5-14-45,0 7 0,1-3-645,-1 5 0,0 0 630,2-1 0,0-3 0,0 1-672,-1 0 1,0 1-1,1-3 642,-1 4 0,0-3 0,-1 1 0,1 0 0,0-4 0,-1 2 0,0-2 30,1-7 0,-2 0 0,0 2-276,-2-2 1,0 1 245,-1 6 0,0-2 0,-1 4-83,0-2 0,-1 2 83,0-1 0,0 4 0,-2 2 948,1 6-1038,0 10 2068,-1 7-1978,1-1 690,-1 2-690,0 3 256,1 0-256,-1 1 0,1 0-90,-1 0 90,-4 14 0,0-1 0,-11 21 0,-2 6 0,5-12 0,0 0 0,-11 19 0,9-17 0,0 0 0,-10 13 0,-2 3 0,7-12 0,3-3-90,7-11 90,-1 2 0,5-7-90,0-2 90,12-20 0,-3 3-90,17-31 90,0 3-923,-7 9 0,1 1 923,-3 5 0,0 0 0,1-2 0,-1 0 0,8-16-90,-1 3 90,-4 8 0,-4 13 0,-3 8-90,4 2 1936,-2 6-1846,5 6 0,0 7 0,6 7 0,-4-2 0,4 6 0,1 1 0,-4-5-90,6 5-179,-10-14-271,4 0-1169,-3-6-1170,0-6 2879,-7-1 0,-6-9 0,-6 1 0</inkml:trace>
  <inkml:trace contextRef="#ctx0" brushRef="#br0" timeOffset="477792">6067 4153 11041,'-8'-11'180,"2"2"179,3 1 181,1 2-180,3-2 90,1 4-181,6 5 1,-1 6-180,3 4 90,-1 8 0,-3-2 0,3 14-180,-4-11 0,2 9-180,-4-11-180,1 1 0,-2-5-1169,1-2 1529,0-6 0,6-7 0,2-3 0</inkml:trace>
  <inkml:trace contextRef="#ctx0" brushRef="#br0" timeOffset="478129">6237 4126 11041,'3'-11'629,"0"0"1440,-1 4-1889,-7 28 90,5-5-180,-5 16 0,9-7 0,0-16-90,15 3 0,-4-14 0,14-13 0,-14 1 0,5-25 0,-15 18 90,0-24-135,-11 18 0,-3 1-225,-11-11-360,-1 19 1,-3 7-181,-3 11 810,6 15 0,3 3 0,4 5 0,-4 11 0</inkml:trace>
  <inkml:trace contextRef="#ctx0" brushRef="#br0" timeOffset="479908">9109 5546 11311,'2'-8'0,"1"-1"89,0 4-89,3-3 0,0 3 0,8-4 90,4 0-90,6 0 0,-3 1 0,3 1 0,-9 2 0,2 1 180,-5 7-180,-9 3 90,-7 7-90,-4 0 90,-5 5-90,2-1 0,-1 3 90,3-4-90,5 2 90,2-5-90,5 2 0,0-4 0,5 0 0,4-1 0,0 0 0,1-1 0,-4-1 90,-2-1-90,-3 3 0,-2-1 0,-8 5 0,-4 0 0,-4 3 90,1-2-360,-4 2-90,6-4 360,-2 1 0,8-8 0,3-2 0</inkml:trace>
  <inkml:trace contextRef="#ctx0" brushRef="#br0" timeOffset="480299">9474 5518 10951,'5'-10'2518,"-2"2"-2158,-3 9-270,-7 12 90,0 7 0,-4 9-90,5 0 0,3 0-90,4-2 0,7-2 0,6-5 0,0-6 0,8-7-90,-2-5 90,6-6 0,7-13 0,-12 1 0,1-7 90,-15-10-90,-5 10 0,-3-13 0,-15-1 0,3 15 0,-15-13-90,8 25-360,-7 4-270,3 11 91,5 3-2160,1 9 2789,9-1 0,2 6 0,3 0 0</inkml:trace>
  <inkml:trace contextRef="#ctx0" brushRef="#br0" timeOffset="480535">9799 5658 12660,'8'2'1169,"-2"2"-899,-4 1 0,-4 7 0,0 0-180,-3 3-270,-5 7-360,-2-1-719,-6 5-91,5-6-1927,-4 1 3129,7-11 1,-7 7-1,3-5 1</inkml:trace>
  <inkml:trace contextRef="#ctx0" brushRef="#br0" timeOffset="485275">9929 5457 12570,'4'-8'180,"-1"0"-180,3 7 0,-1-1 90,0 0-90,-1 0 0,2 0 0,-1 0 0,1-1 0,-1 2 0,3-2 0,5 1-90,-3 0 90,4-1 0,-5 1 0,3 0 0,3 1 0,-4 2 0,-1 3 0,-5 1 0,-6 14 0,-4-5 0,-12 22 0,-8-2 0,10-12 0,-2 0 0,0-2 0,1 1 0,-13 14 0,12-12 0,1 0 0,8-8 0,0 1 0,4-5 90,7-1-90,1-5 0,12 0 0,-6-5 0,12-1 0,-4-1 0,6-2 0,-5 1 0,5-2 0,-7 2 0,6-1-90,-7 0-180,3 1-180,-5 0-1079,5-3 90,-7 3 1439,3-4 0,-9 4 0,2-2 0</inkml:trace>
  <inkml:trace contextRef="#ctx0" brushRef="#br0" timeOffset="485706">10321 5480 10591,'1'-9'2159,"0"0"-1620,-1 2-449,-6 8 180,-4 4-90,-10 17-90,6-7-90,-2 9 90,11-16 0,1 10-90,3-9 0,6 11 0,0-12 0,12 11 0,-9-12 0,8 7 0,-9-8-90,5 9 90,-8-8 0,1 9 0,-5-7 0,-10 12 0,3-10-90,-12 12 90,7-12-3277,-16 13 1453,16-14-784,-10 7 2608,16-13 0,1-1 0,4-2 0</inkml:trace>
  <inkml:trace contextRef="#ctx0" brushRef="#br0" timeOffset="485942">10250 5535 11311,'-1'-8'1169,"5"-5"-1079,0 7 270,10-7-180,2 6-1,9-4-89,-2 1 0,8-3-90,-3 1-449,7-4-91,-8 3-2249,3-5 2789,-9 1 0,3-4 0,-3-1 0</inkml:trace>
  <inkml:trace contextRef="#ctx0" brushRef="#br0" timeOffset="486240">10600 5179 11670,'-3'-10'1979,"1"1"-1439,3 3-270,6 4 0,11 11-180,-1 1 44,5 10 1,1 4-135,2 6-83,-1 6 0,0 1 83,-4 5-472,-6 3 1,-3 2 471,-6 0 30,-7-12 0,-2 7 0,-3-5-120,-6-1 0,-5-1-120,2-2 0,-2 2 0,-4-2-690,-5-2 1,-4-1 0,2-3-46,-3 1 1,-1-2 944,2-5 0,-3 0 0,4-3 0,5-6 0,0-1 0,-6 2 0,0 0 0</inkml:trace>
  <inkml:trace contextRef="#ctx0" brushRef="#br0" timeOffset="486734">9316 5302 11490,'-3'-8'1440,"-3"5"-1350,-4 7 0,-1 4 89,-9 14-44,6 1 0,-1 2-135,-10 18-328,9-6 1,2 3 372,7-12 0,2 0-45,0 8 0,3-1-151,1-8 1,3 0 105,4 5 0,2-2-135,15 14 0,-7-19 0,1-1-180,11 6-719,8-11-2198,-6-13 3039,-2-4 0,7-7 1,-7-2-1</inkml:trace>
  <inkml:trace contextRef="#ctx0" brushRef="#br0" timeOffset="499608">16012 5733 8432,'-1'-8'1170,"0"-4"-271,1 4-179,0-3 89,8 32-404,-6 15 0,-2 11-203,-1-4 0,-1 6 1,0 4-1,-1 0-438,1-9 1,-1 0-1,0 2 1,-1 1 0,0 1 299,1-4 0,-2 1 0,1 2 1,0 1-1,-1 0 0,0-2 0,1-1-19,0 2 0,-1-2 0,1 0 0,-1-1 0,1 0 0,0 0-9,-1 6 0,1-1 0,-1 0 0,1-1 0,0-1-78,0 2 0,0 0 0,0-3 0,1-3-198,0-4 0,1-4 0,0-3-1399,0 2 1,1-7 818,1-10 1,2-30 0,3-16 0</inkml:trace>
  <inkml:trace contextRef="#ctx0" brushRef="#br0" timeOffset="499985">16345 5750 11221,'0'-15'-90,"1"2"539,0-2-359,5 17 180,0 9-90,3 27-90,-5-9 0,-1 1-284,0-2 1,-2 2 283,2 18 0,-2 3-974,-3-2 1,0 1 913,0-5 0,-1 1 0,0 1 0,-2 2 0,0 0 0,0-1 0,1-10 0,0-1 0,-1 2-8,1 0 1,-1 4 0,0-1-1,1-2 8,0-3 0,1-3 0,-1 3 0,0 12 0,0 2 0,0-4-372,1-5 0,1-3 252,1-2 0,1-2-465,-1 5-434,2-1-720,1-15 1781,-1-9 1,0-10 0,0-2-1</inkml:trace>
  <inkml:trace contextRef="#ctx0" brushRef="#br0" timeOffset="500340">16752 5907 10861,'3'-25'90,"-1"7"270,0 0-1,1 9-179,4 13 0,0 22-90,-3 14 0,-1 5-749,-1-10 0,-1 1 719,-1 7 0,0 4 0,-2-1-491,1-9 0,-2-1 0,1 2 461,-1 11 0,-1 2 0,0-2 0,1-9 0,0-2 0,-1 2 30,0 7 0,0 2 0,-1-2-30,2-9 0,-1-2 0,0 1 0,0 9 0,0 1 0,0-3-30,1-9 0,-1-2 0,1 0 30,1 1 0,-1 1 0,0-4-310,2 3 1,-1-3 54,1 2 0,0-1-764,0 16-1440,3-19 2707,2-13 0,5-13 1,2-8-1</inkml:trace>
  <inkml:trace contextRef="#ctx0" brushRef="#br0" timeOffset="500692">17199 5791 10591,'-1'-14'0,"-1"-4"90,1 6 450,-1-2-450,3 19 89,0 2-89,3 27 0,-1 12 0,0-8 0,-1 2-1131,0 5 1,-1 4-1,0-2 1086,1 3 0,-2 0 15,0-7 0,-1 2 0,0-1-426,-1-8 0,1 0 0,0 1 426,-1 10 0,1 1 0,-1-2-60,0-10 0,1-1 0,-1 1 60,1 3 0,-1 1 0,1-2-191,0 2 0,0-1 41,1-5 0,0 1 0,0-3 0,0-1 1,0-2-361,1 3 0,-1-4-1979,1-4 2429,1-3 0,-1-10 0,1-7 0</inkml:trace>
  <inkml:trace contextRef="#ctx0" brushRef="#br0" timeOffset="501019">17432 5977 10771,'0'-20'1079,"0"4"-539,1-3-270,1 10-90,2 7 90,4 11-91,2 17-44,-3-3 0,-1 2-228,-1 1 0,-1 1 228,1 19 0,-2 5-836,-3-8 0,-1 2 1,-1 1 760,1 2 0,0 1 0,-1-1-30,-1 0 0,1 0 0,-1-1 30,-1-1 0,1-1 0,0-1-425,1-9 1,-1-1-1,1 1 395,0 6 0,0 1 0,0-2-30,1 5 0,0-1-90,2 1 0,0-2-331,1-14 1,1-1-165,-1 2 1,1-1-2215,3 11 371,-2-19 2918,0-12 0,-3-7 0,1-2 0</inkml:trace>
  <inkml:trace contextRef="#ctx0" brushRef="#br0" timeOffset="501492">15881 6181 10681,'-20'-10'0,"5"3"360,4 1 89,6 3-89,-2-1 270,4 0-180,6-3-91,8 2 1,19-1-225,-2 4 0,5 1-45,-2-1 0,2 1 0,3 0-1042,12-1 1,3 1 0,-1-1 981,-3 1 0,-1 1 0,4-1 6,-10 0 0,2 0 0,1 0 0,1-1 0,-2 2-598,6-1 0,-2 1 0,1 0 0,2 0 580,-2 0 0,1 0 0,1 0 0,0 0 0,-2 0-18,-3 0 0,-1 0 0,0 0 0,-1 1 0,-2-1 0,1 1 0,-2 0 0,0 0 0,-1 0-298,13-1 0,0 1 0,-4 0 163,0 0 0,-2 0-141,5 0 1,-4 0 230,-17 0 0,-5-1 558,6 0-1233,-45-2 2763,2 2-3258,-13-1 1,-6 1 1214,3 2 0,-1 0 0,-5-1 0,0 1 0,-1 0 0,0 1 0</inkml:trace>
  <inkml:trace contextRef="#ctx0" brushRef="#br0" timeOffset="501840">15746 6494 10501,'12'-4'1709,"-3"1"-1439,24-5 224,6 3 1,5 0-270,-6 1 0,1 1-489,-4-1 0,3 1 0,0-1 354,3 1 0,0 1 0,0 0-972,0 0 1,0 1 0,1-1 911,2 0 0,2 1 0,2-1 37,-1 1 1,4 0-1,-1 1 1,-4-1-522,-6 1 0,-3-1 1,5 1 489,0-1 0,6 1 0,3-1 0,-3 0 0,-3 0-96,4 0 0,-3-1 0,1 1 15,-5-1 0,2 1 0,-1 0 0,-2-1-135,6-1 0,-1 0 0,-5-1-135,1 0 1,-3-1 179,0 1 0,-1-1-495,-7 0 1,-6-1-361,-7 1-2220,-14-6 3210,-16 7 0,-27-2 0,0 3 0</inkml:trace>
  <inkml:trace contextRef="#ctx0" brushRef="#br0" timeOffset="502167">15638 6686 10951,'-30'2'809,"6"-2"-629,3 1 810,8-1-451,33-4-269,-3 2 45,14-1 0,7 0-46,-2 2 1,3 0-602,-1 1 0,3 0 0,1 0 481,5 0 1,1 1 0,0 0-710,-5 0 1,0 0 0,4 1 649,-2 0 0,4 0 0,3 1 0,0-1 0,-4 1-620,2-1 1,-2 1 0,0 0 0,4 0 559,-6-1 0,4 1 0,1 0 0,1 0 0,-3 0 0,-3 0-8,4 0 0,-4 0 1,-1-1-1,2 1-293,-3-1 0,1 1 0,0 0 0,-1-1 0,-2 0 248,-2 0 1,-2 0 0,0 0-1,1 0-143,8 0 0,2 1 0,0-1 0,-3 0 76,-2 1 0,-2-1 0,0 0-54,2 0 0,-1-1 0,-4 0-351,-3 1 1,-4-2-136,-1 0 0,-4-1-2338,-2 0 1887,-30-4 1081,-11 3 0,-27-4 0,-2 2 0</inkml:trace>
  <inkml:trace contextRef="#ctx0" brushRef="#br0" timeOffset="502523">15541 7124 11580,'-11'-9'450,"4"1"0,9-3-270,3 3 449,18-4-449,-4 7 45,4 1 0,7 1 15,15 1 0,8 3 0,-1-1-1333,-13 0 1,-2 0 0,5 1 1132,-4-1 1,5 0-1,3 1 1,0 0-1,-2-1 1,-5 1-644,10 0 0,-6 0 0,8 1 641,-12-1 1,6 0-1,2 0 1,2 0 0,0 0-1,-4 1 1,-3-1-39,3 0 0,-6 0 0,2 0 0,5 1 11,-4-1 0,5 0 0,4 0 1,1 0-1,1 1 0,-3-1 1,-3 0-1,-5 0-56,3 0 0,-7-1 0,1 1 0,5 0-187,0-1 1,6 0 0,4 0 0,0 0 0,-1 0-1,-4 0 1,-7 0-249,6-1 0,-7 1 1,4-1-177,-2 0 1,4-1-1,2 0 1,-3 0 0,-8 0 442,3 0 0,-4-2 0,11-1 0,-2 0 0,-19 0 0,0 0 1</inkml:trace>
  <inkml:trace contextRef="#ctx0" brushRef="#br0" timeOffset="516958">12545 18383 7173,'-4'-7'1709,"-2"1"-989,1 3-1,-1 1-719,8 0 90,1 0-90,7 0 90,-1 0 0,12-1-90,-5 0 90,15-2-90,-4 1 0,7 0 90,-6 1-180,4 1-180,-10 2-180,4 1 1,-9 0 449,0 7 0,-11-3 0,1 5 0</inkml:trace>
  <inkml:trace contextRef="#ctx0" brushRef="#br0" timeOffset="517190">12717 18512 9062,'-11'1'360,"0"1"-360,26 0-90,-8-1-90,19 0-180,-12-1 360,18-4 0,-3 0 0,15-2 0</inkml:trace>
  <inkml:trace contextRef="#ctx0" brushRef="#br0" timeOffset="517840">13589 18356 8882,'-3'-19'1529,"1"2"-1349,2 8 90,7-3 0,16 0-90,10 0-180,-1 2 89,7 5 1,-24 6-90,12 3 0,-17 2 90,2 15-90,-10-6 90,-5 21-90,-7-13 45,-10 9 0,-5 2-45,7-12 0,0 0 0,-7 8 0,-2 0 0,2-2 0,3-3 0,0 7 0,-5 4 0,28-11 0,17-12 0,0-1 0,28-5 0,3-9 0,-23 1 0,1 0-213,14-3 0,-2 1 213,0-1-270,0 1 1,-1 1-1,-7 1-135,-2 1 0,-2 0-944,-4 1 1349,13 3 0,-10 0 0,5 1 0</inkml:trace>
  <inkml:trace contextRef="#ctx0" brushRef="#br0" timeOffset="518828">18820 18338 9512,'2'-8'449,"0"-4"-89,0 4-180,1-2 90,0-1 0,6-2-180,-1 1 90,15-4-91,4 5 1,14-2 0,-9 4 0,10 3-90,-14 3 90,3 1-90,-10 3 90,-7 6 0,-14 6 0,-14 14-90,-6-1 45,-11 3 0,-4 1-704,11-10 1,0 0 658,-8 6 0,0 0 45,6-6 0,3-2-81,-7 9 36,-2 3 90,14-11-90,6-1 0,10-4 0,6 1 0,6-3 1401,16-1-1311,21-3-90,-3-1 0,-7-3 0,0-2-241,-10-1 1,0 0 240,6-1 0,-1 1-90,12 0-270,-1-1-359,-17 1-2558,0-1 3151,-11 0 1,-7 0 0,-7 0 0</inkml:trace>
  <inkml:trace contextRef="#ctx0" brushRef="#br0" timeOffset="519290">15989 18397 10321,'8'-8'270,"9"3"-180,-8 6-90,10 4 90,0 6-90,17 12 0,-6-2-225,-4-3 0,1 0-2563,10 9 2788,-4-6 0,-3-3 0,-17-11 0</inkml:trace>
  <inkml:trace contextRef="#ctx0" brushRef="#br0" timeOffset="519456">16333 18277 9332,'-21'-7'809,"-2"10"-629,-7 5 90,-3 19 0,1 5-180,-2 4-769,12-10 1,-2 4 0,4-3 138,-2 11 540,6 0 0,2 2 0,0 6 0,5-11 0,1 0 0</inkml:trace>
  <inkml:trace contextRef="#ctx0" brushRef="#br0" timeOffset="521924">7592 3793 7263,'-11'-3'989,"0"0"-359,4 1-180,1 0-1,0 0-89,0-1-180,0 0 180,1 0-180,-1 0 0,1 0 90,0 1-270,0 4 179,2 17-89,3 18-90,2 13-877,1-6 0,1 6 907,-2-12 0,0 2 0,0 3-703,0-4 0,-1 2 1,0 0-1,0 0 703,0 9 0,0-1 0,-1 1-30,0-9 0,0 1 0,-1 0 0,1-1-356,-2 3 1,0-1 0,0 1 377,1-7 1,1 1 0,-1 0-1,1 0 8,-2 9 0,1 0 0,0-2-30,1-10 0,-1-2 0,1 0 30,0 1 0,-1 0 0,1-1-483,-1 5 0,0-2 408,0-7 0,0-1 220,0 1 0,0-3-894,0-6 719,0-3 0,1-8 0,-1-7 0</inkml:trace>
  <inkml:trace contextRef="#ctx0" brushRef="#br0" timeOffset="522338">7804 3824 9781,'-5'-10'-179,"1"1"89,-1-1 90,1 3 0,-4 11 90,6 32-1,-1 3-1043,4-2 1,0 7 0,1-4 953,0-5 0,-1 0 45,1 0 0,-1 4 0,-1 3 0,0 1-426,0 2 0,-1 4 0,-1 0 0,0 0 0,1-4 403,-1-3 1,0-3-1,0 0 1,0 4 7,0 0 0,0 3 0,-1 2 0,0 1 0,0-1 0,0-2-155,0 0 1,0-1-1,0-1 1,0-1 0,0 0 146,0 4 1,0-1-1,0-1 1,1 1-46,-1 2 1,0 1-1,0-1 1,0-5-248,1-5 0,1-5 0,-1-4-2587,1 11 2857,-1-4 0,2-19 0,1-14 0</inkml:trace>
  <inkml:trace contextRef="#ctx0" brushRef="#br0" timeOffset="522744">7984 3897 9242,'-5'-15'180,"0"3"-90,1 0 89,0 4-89,2 3 90,0 0-180,1 10 0,2 11 90,2 8-90,0 1 0,0 5 30,0 1 0,0 4 0,0 0-650,0 5 1,0 0-1,0 2 680,0 4 0,-1 2 0,0 2-623,-2-7 1,0 1 0,-2 1-1,1-1 608,-1-2 0,-1-2 0,0 1 0,-1 2-27,1-2 0,0 2 0,-1 1 0,0-1 0,1-3 4,0-1 1,-1-1-1,1-2 1,0 2-267,-1 2 1,0 2 0,1-1 0,0-3 273,1-2 0,2-2 0,-1 1-30,-1 4 0,0 2 0,1-3-45,0 5 0,1-2-135,1-2 0,0-3-635,-1-10 0,2-2-804,1 21 1879,0-16 1,-1-18-1,-1-7 1</inkml:trace>
  <inkml:trace contextRef="#ctx0" brushRef="#br0" timeOffset="523123">8138 3893 9062,'-1'-27'180,"0"-1"-90,1 12 180,1 2-91,15 42-89,-6-6-45,3 15 0,1 9-686,-5-2 1,-3 4 0,0-2 640,-1-12 0,1-2 0,-1 4 22,-1 7 1,1 4 0,-1 3-1,-2 1 50,-3-6 0,0 3 0,-1 0 0,-1-2 0,1-2-50,1-5 1,0-4-1,0 1 1,0 5 7,-2 2 0,0 6 0,-1 2 0,1 0 0,-1-2 0,1-5-98,0 1 1,0-3-1,0-2 1,0 1-226,0 3 1,-1 0 0,2 0 0,-1-1 292,1-3 0,1 0 0,0-2 0,0-5 0,1 5 0,1-6 0,2 14 0</inkml:trace>
  <inkml:trace contextRef="#ctx0" brushRef="#br0" timeOffset="523551">8352 3766 9062,'-3'-23'90,"1"6"0,-2-5 0,3 12 180,-1-3-91,7 24-89,3 9 0,0 4 0,0 5 45,2 6 0,0 4-674,-4-7 1,1 1-1,-1 2 599,1 6 0,0 1 0,-1-1-60,-1-6 0,-1-1 0,0 2 45,0 1 0,-1 1 0,0 2 0,-1-2-15,0 7 0,0 0 0,-1 1-707,0-3 0,0 1 0,-1 1 1,1-3 706,-1 4 0,0-1 0,0 0-8,0-7 1,-1 1-1,0-1 1,1-1-332,0 3 1,1-1 0,0 0 278,-1 9 0,1 2 0,0-4-30,1-9 0,-1-3 0,1 1-240,1 6 0,1 1 0,0-5-15,-1-10 1,0 0 314,4 18 0,0-4 0,2-8 0,2 8 0</inkml:trace>
  <inkml:trace contextRef="#ctx0" brushRef="#br0" timeOffset="524190">7266 4274 8522,'-7'-11'540,"2"3"89,2 1-89,0 2-180,0 0-270,9 0 0,0 1 45,25-1 0,8 1-135,-15 2 0,2 0-820,12-1 1,9 0 0,2 0 0,-5 0 780,-8 1 1,-2 1 0,4-1-22,-2 0 0,5 1 0,3-1 0,1 0 0,-1 1 0,-4 0-642,9-1 0,-2 1 0,0 0 0,-1 0 657,1 0 0,0 0 0,-1 0 0,1 0-447,1 1 0,1 0 1,-3 0-1,-7 0 402,-6 0 0,-2 0-158,17 2 1,-5-1 158,-17 0 684,5-1-595,-50 1 0,5-2 0,-33 1 0</inkml:trace>
  <inkml:trace contextRef="#ctx0" brushRef="#br0" timeOffset="524561">7139 4426 8072,'7'-1'1799,"7"-2"-1619,15 0-45,-2-1 0,4 1-15,2-1 0,4 1 0,2 0-1213,2-1 1,2 0 0,0 1 1109,4-1 0,0 0 1,2 0-372,-6 1 1,1-1-1,1 1 1,-2 0 383,4 0 0,-2 1 0,3-1-30,-1 1 0,2-1 0,0 0 0,-3 1-99,-1 0 0,-3 1 0,1-1 69,6 1 0,1 0 0,-4 1-120,-11-1 0,-2 0 0,0 0 60,16 0 0,-1 1-225,-1-1 1,-4 1-168,-14 0 0,-2 0-147,21 0 902,-18 1 0,-22 0 0,-6-1 1</inkml:trace>
  <inkml:trace contextRef="#ctx0" brushRef="#br0" timeOffset="525007">7172 4817 8702,'-10'-1'1259,"2"-2"-1169,11-3 0,1 1 0,7-3 45,13 3 0,3 1-135,10-1 60,2 1 0,10 0 0,4 0-619,-12 1 0,1 0 0,2 1 0,1 0 0,-1-1 577,0 1 0,0-1 0,1 1 0,-1-1 0,1 1-500,2-1 1,1 1 0,-1-1-1,0 0 1,-2 1 503,1 0 1,-1 0-1,-2 0 1,-2 0-23,3-1 0,-2 1 0,2-1-403,1 1 1,4 0 0,-1-1 0,-3 1 432,-5 0 0,-3 0 0,1 0-60,13 0 0,2 0 0,-7 0-15,-11 0 0,-4 1-450,6-1 0,-5 1 207,-12 1-522,-20 0 810,-22 3 0,-2 3 0,-4 0 0</inkml:trace>
  <inkml:trace contextRef="#ctx0" brushRef="#br0" timeOffset="525368">7048 5108 9242,'20'-6'360,"12"-1"-181,10 2-1289,-9 2 0,2-1 1155,-2 1 0,2 0-15,-1 1 0,4-1 0,-1 1 30,-1 0 0,0 0 0,3 1-480,-3-1 1,4 0-1,-1-1 1,-1 2 449,4-1 0,-2 1 0,3-1-8,-4 1 1,3-1-1,-1 1 1,-1-1 7,5 1 0,-2-1 0,3 1-48,-8 0 0,3-1 0,1 1 0,1 0 0,-2 0-424,8-1 1,0 0-1,-1 0 1,-2 0 373,-6 1 1,-2 0-1,-1 0 1,0 0-173,13-1 0,-1 0 1,-9 0-108,1 0-283,-11 0 1,-3 1 629,-14 0 0,-3 0 0,-7 1 0</inkml:trace>
  <inkml:trace contextRef="#ctx0" brushRef="#br0" timeOffset="525735">7079 5389 9242,'8'-9'539,"2"0"-179,9 2 0,10-1-180,7-2 45,6 2 0,5 1-1864,-1 1 1,0 0 1431,-10 2 1,1-1-1,2 0 267,7 1 0,3 1 0,-1-1-286,-11 2 0,0-1 1,1 1-1,1 0 248,7 0 1,3-1-1,-1 1 1,0 0-1,-5 0 1,0 1-1,-1-1 1,2 0-23,3 0 0,1 0 0,0 0 0,-2 0-455,4 0 0,-3 1 0,2-1 387,-7 0 1,2 0 0,0 0-1,-3 1-22,1-1 0,-3 1 0,0 0-120,2-1 0,-1 1 1,-2 0-273,0 0 1,-3-1 481,5 1 0,-4-1 0,5 0 0,-15 0 0</inkml:trace>
  <inkml:trace contextRef="#ctx0" brushRef="#br0" timeOffset="529459">9409 4251 10681,'-11'3'989,"2"0"-539,2-2-90,1 2-90,1 0-180,7 5 0,6 0 0,12 4-90,8-1 90,10 0-90,-5-3 0,14 1-360,-5-5-1479,7 1 1480,-13-4-721,-1-2 1080,-11-4 0,-2-1 0,-3-3 0</inkml:trace>
  <inkml:trace contextRef="#ctx0" brushRef="#br0" timeOffset="529824">9700 4214 11580,'-10'-12'1440,"15"7"-1350,2 6 89,36 19-89,-25-11-90,19 12 90,-14-6-90,-6-2 90,3 4-90,-8-4 0,-6-1 0,-3 3 0,-11 7 90,0-6-90,-6 3 0,-4 2 0,-15 16 0,15-18 0,0 0-135,-4 6 0,1-3-134,5-4-1,-6 9-900,10-12 1170,1 1 0,4-4 0,3-1 0</inkml:trace>
  <inkml:trace contextRef="#ctx0" brushRef="#br0" timeOffset="530291">10534 3975 11850,'-4'-11'1349,"-3"-6"-989,4 6 450,-2-4-630,5 9 90,17 3-181,4 3 1,17 5 0,11-1 0,-14-2-90,-9 0 0,2-1 90,21 1-90,-14 2 90,10-2-90,-32 0 0,5 4 0,-12-2 0,-7 14 0,-15 4 0,-4 0 0,-7 12 0,-1-2 0,1-1 0,5-2 0,0 0 0,1 0 0,3 1-90,2-5 0,0 2-1259,1 13 270,4-10 89,2 1 990,13-19 0,-3-8 0,3 0 0</inkml:trace>
  <inkml:trace contextRef="#ctx0" brushRef="#br0" timeOffset="530590">10998 4144 11940,'0'-12'2159,"1"3"-2069,4 8 90,6 5 90,17 14-180,-7-4-45,3 2 0,0 0 44,-3 0-89,2 1 0,0-1-89,2 3-451,3 3 180,-10-9-629,-4-3 989,-7-6 0,0-5 0,-2-2 0</inkml:trace>
  <inkml:trace contextRef="#ctx0" brushRef="#br0" timeOffset="530777">11232 4163 11221,'-6'-11'0,"-1"-1"269,0 2 1,2 1-180,-3 4 180,-1 5-90,-7 7-90,0 3 90,-18 21-45,12-7 0,0 2-195,3-5 0,0 1 15,-8 10 0,1 1-585,-1 4-135,12-16 1,1 0-2384,-5 12 3148,9-13 0,7-2 0,3-6 0</inkml:trace>
  <inkml:trace contextRef="#ctx0" brushRef="#br0" timeOffset="531197">11443 3876 12390,'12'-3'720,"-1"1"-631,-1 3 181,14 0-180,-6-1 0,12 1-90,-10-1 135,5-1 0,0 1-45,5-1-90,17-1 90,-22 5-90,-17 4 0,3 2 0,-33 34 90,7-18-672,-1 1 1,0-1 491,-3 2 90,-4 9 0,-1 4 45,8-15 0,1 0-45,-8 13 0,1 0-420,8-10 0,2-3-120,1 0 91,-2 8-2828,11-17 2769,6-9 1,1-1-1,4-6 1</inkml:trace>
  <inkml:trace contextRef="#ctx0" brushRef="#br0" timeOffset="531507">12076 4085 12030,'-16'0'990,"1"-1"-451,10 0 271,-1-2-720,8 9 90,5 3-90,12 9 0,6 3-1,-3-3 1,10 9-90,-12-11-359,14 12-451,-13-11 270,-1-1-2428,-6-6 2968,-9-6 0,3 0 0,-4-3 0</inkml:trace>
  <inkml:trace contextRef="#ctx0" brushRef="#br0" timeOffset="531725">12265 4113 11850,'-5'-14'630,"0"-1"-180,2 10-91,0-2 91,-1 3-360,-5 5 0,2 2 180,-18 21-180,9-5-45,-2 2 0,-1 2-351,-12 16 216,12-13 0,0-1-90,-9 16-714,3 2-635,11-16-1748,3 2 2994,6-11 0,6-1 1,3-5-1</inkml:trace>
  <inkml:trace contextRef="#ctx0" brushRef="#br0" timeOffset="532131">12563 4103 12300,'17'-14'2159,"-4"4"-1350,-3 2-359,-19 19-180,-12 14-270,-3 2 90,5-4 0,1 0 0,4-2-90,-6 11 0,9-8-3277,1 12 2352,4-10 475,6 9-449,21-9 719,-6-8-360,20 12 360,-19-17 91,1 2-1,-14 5 180,-25 1 2802,4-1-2892,-17-2 0,15-10-90,-10 2-359,0 0-2699,-10 1 1169,16-5 1979,3-3 0,17-2 0,1-2 0</inkml:trace>
  <inkml:trace contextRef="#ctx0" brushRef="#br0" timeOffset="532361">12548 4149 12300,'11'-7'630,"-2"1"-361,3 4-89,5 0 0,10-2-360,4-1-539,4-2-2070,-2-3 451,-8 2 2338,-3-1 0,-1 1 0,2-1 0</inkml:trace>
  <inkml:trace contextRef="#ctx0" brushRef="#br0" timeOffset="532656">13019 4118 12480,'-9'3'1889,"2"1"-1619,4 7 89,-4 23-224,3-6 0,-1 4-45,-1 9 0,-1 2-270,1-3 0,1-2 0,0-10 1,1-2-1620,0 14-1478,6-22 2747,0 0 0,2-9 0,0-6 0</inkml:trace>
  <inkml:trace contextRef="#ctx0" brushRef="#br0" timeOffset="533061">13192 4138 11670,'-3'-7'1619,"1"-1"-1169,2 3-270,2 0 180,4 0-90,8 2-180,0 0 90,14 0-1,-2 2-89,12 1 0,-1 2 0,-7 2-90,0 5 90,-12 4 0,-5 6-90,-9 0 0,-20 16 0,-2-13 0,-2 1 45,-2 3 0,-1-1-285,0-1 1,-1 0 239,2-3 0,2-1 0,-7 9 0,0 2 90,10-11-90,8-1 90,9-8-90,6 2 90,7-4 389,10-3-569,6-5-360,13-7-89,-5-3-1019,-8-1 0,0-2-81,-4-1 1,-1 0 1169,0-1 1,-1-1 0,6-8 0,-1-2 0,-5 2 0,-1 1 0</inkml:trace>
  <inkml:trace contextRef="#ctx0" brushRef="#br0" timeOffset="533273">13951 4228 13289,'-10'4'3276,"3"-1"-3134,1 2-3380,8-1 3238,5-2 0,3-3 0,4-4 0</inkml:trace>
  <inkml:trace contextRef="#ctx0" brushRef="#br0" timeOffset="535392">7366 3277 7982,'2'13'720,"-2"3"-630,0 33 0,-1-14-90,0 14-404,0-7 448,0-16 1,0-1-45,0 13-508,-2 6-931,1-20 1439,0 3 0,1-9 0,0-6 0</inkml:trace>
  <inkml:trace contextRef="#ctx0" brushRef="#br0" timeOffset="536107">7352 3305 8162,'5'-15'360,"-1"4"-270,18 6 0,7 4-45,-3-1 0,4 1-1138,11-1 1,5 0 0,-2 1-10,1-1 1,1 0 1130,1 0 1,5 0 0,-3 0 67,-12 0 0,-1 1 0,0-1-97,0 1 0,0 0 0,2-1 30,6 1 0,2 0 0,-3 0-30,7 0 0,-1 0 30,-4 1 0,3-1 0,-3 0-30,6 1 0,-4 0 0,1 0 0,-5 0 1174,6 0-1174,-20 2 180,0-1-90,-17 0 0,11 1 0,-10 0 2815,3 3-2815,0 2 1380,-5-1-1470,3 6 90,-3 2-90,2 7 0,-4-2 90,0 10-90,-4 12 0,0-6 45,-4-5 0,-1 2-45,0-6 0,0 1-937,-1 9 0,0 1 937,0-6 0,0 0 45,0 9 0,-1-1-45,0 9 0,1-15 0,0 4 0,0-4 0,1-6 0,0 1 0,0 5 0,-1 3 0,1-2 45,1-1 0,0 0 0,1 14 0,0 0-45,0-15 0,-1-2 0,2-1 0,-1-2 90,1 4 0,-2-18 90,0 10 1784,0-16-1874,-2 6 0,-1-8-90,-2 0 90,0-2-90,-2-2 90,-4-2-180,2 0 90,-9-2 90,1-1-3367,-18-4 2712,11 1-515,-14-4 1080,14-5 0,-2-1 0,1-6 0</inkml:trace>
  <inkml:trace contextRef="#ctx0" brushRef="#br0" timeOffset="536594">8120 2699 8972,'0'8'540,"0"-4"-316,0 23 1,1 8-135,0 0 0,1-3 0,-1 5 0,1-3-1383,1 14 1338,0-2 0,-1 0 45,0-17 0,-1-1-45,0 5 0,0 0 0,-1 1 0,0-2 367,-1 7-412,0 9-270,-1-29-450,0 2 773,0-12 0,-3-21 1,-1-4-1</inkml:trace>
  <inkml:trace contextRef="#ctx0" brushRef="#br0" timeOffset="537274">8096 2847 8612,'5'-10'0,"2"-1"0,3 5 90,1 0 0,12 0 0,6 1-90,-3 1 0,1 0-563,8-2 1,3 0 562,7 2 0,0 0 0,-3 0 0,4 1 22,-5 0 0,5-1 1,2 1-1,-2 0 0,-6 1 1,0 0 0,-1 0-1,1 0 23,2 0 0,0 0 0,0 0 0,-4 0 0,12 1 0,-7 1 99,-4 0-144,-21 1 0,-1 0 90,1 3 180,3 5-180,-3 2 992,7 13-992,-12-3 0,0 2-45,1 2 0,-1 3-15,-2 1 0,-1 5 0,-1-2 60,0 11 0,-4 1-401,-1-8 1,-1 3 0,-1-3 310,-1 4 0,-2 2 30,0 6 0,-1 5 0,-1-6 15,1-12 0,1-1-45,-2 5 0,1 4 0,0-5 0,0-5 0,-1-3 45,0 0 0,0 2-45,-1 2 0,1 1-122,-1-5 1,0-3 211,-2 9 360,-3 4-361,4-25 91,-6 11 0,3-19 0,-6 0-90,-2-4 1158,1-2-1158,-22-3 0,-7-3-90,-2 1-636,16 0 0,1 0 726,-6 0-90,-8 0 0,-1 0 0,0-1 0,6 1 0,3 1-90,12-1-1037,-2-1 0,-1-2-1931,1-2 3058,-16-5 0,31-2 0,7 1 0</inkml:trace>
  <inkml:trace contextRef="#ctx0" brushRef="#br0" timeOffset="537757">8564 2288 9781,'-4'-8'360,"4"16"-270,3 17-90,1 10 90,1 2 0,-1 1-90,0 4 45,0 0 0,-1-1-45,0-1 90,-1 4 0,0 2-1729,-1-15 1,0-2 1195,0 6 1,1 0 917,-1-7 0,0-3-655,0 2 0,1 1-2429,-2-13 2609,-2-24 0,1-7 0,-2-15 0</inkml:trace>
  <inkml:trace contextRef="#ctx0" brushRef="#br0" timeOffset="538490">8668 2214 8522,'-1'-11'360,"0"1"-270,2 4 90,16 2-90,-3 0 0,28 3-90,-14 2 45,3 0 0,4-1-448,-2 1 1,3 0 432,4 0 0,4-1 0,-3 1-1163,3 1 1,-2-1 1132,-9 0 0,2 0 0,-3 0 45,3 0 0,-2 1-797,11 0 0,0 1 797,-9-1 0,-1 0-90,17 2 0,-4 1 135,-4-1-909,-10 1 1,-3 0 728,-1 0 1563,1 2-1473,-10 2 0,-4-2 90,3 3 1345,-11-4-1165,12 16-180,-8-8-45,1 5 0,0 5 225,-3 6 0,-1 3-135,1 5 0,-1 5 17,-2-1 0,-2 4 0,-1-3-107,0-3 0,-2-1-15,-1-4 0,-3 3 0,0-1-34,-2 0 1,-2 0 0,1-1 3,-1 10 0,1 0 30,-1-4 0,1 2 0,0-4 15,3-8 0,1-3-45,0 14 0,4-11 180,-2-16-180,0 5 90,-4-8 3029,-4-5-3119,-2-5 276,-11-2-276,-10-3 0,1 3 0,-8-1 0,-2 0 0,-3 2 0,8 0 0,-6-1 0,3 2-270,0-1 0,1 1 45,-1 0 1,0 0-1415,4 1 1,5 0 1482,9 0 0,-10 1 0,14-2 0</inkml:trace>
  <inkml:trace contextRef="#ctx0" brushRef="#br0" timeOffset="539157">9198 1759 9332,'7'-4'-450,"2"1"540,-2 7-90,2 6 0,-2 2 180,6 25-90,-7-14 0,2 5 0,0 2-90,-2 2 90,1 5 0,0 1-90,-2-3 44,-1-3 1,0-3 45,-3-7-90,1 12-90,-2-18-269,1 9 359,-1-17 0,-1-1 0,1-4 0</inkml:trace>
  <inkml:trace contextRef="#ctx0" brushRef="#br0" timeOffset="539840">9297 1815 8342,'-2'-10'-90,"4"2"180,5 5 90,26 5-180,-7-2 45,2 3 0,7-1 15,1 0 0,4-1 0,0 0 0,-2 0 0,0 0 0,4-1-450,4 1 1,6-1 0,-1-1-1,-6 1 390,6-1 0,-4 0 30,-10 0 0,1 0 0,-5 0 239,14 0-179,-15 1 0,4 1 90,-17 2-90,-6 0 0,4 9-90,-10 9 90,0 0-90,-2 7 0,0 2 90,0 4-45,-1 4 0,1 1-45,-1 3 164,-1 6 1,0 0-120,-1-22 0,0 1-45,0 11 0,-1 6 0,1-6 0,-1-12 0,0 0 30,0 9 0,1 4 0,0-5-296,-1 7 311,2-7 0,0 2-77,-1-10 0,1-1 32,1 12 90,1 9-90,-1-21 180,-2 0 0,-1-4 1711,-1-5-1801,-1-9 220,-4-1-220,-3-4-13,-1-2 13,-25 0-90,-10 0 0,-4 0-405,9 0 1,2-1-226,1 0-809,4-1 0,1 1 1439,4-1 0,-13-1 0,10 0 0</inkml:trace>
  <inkml:trace contextRef="#ctx0" brushRef="#br0" timeOffset="543125">20517 10329 9152,'-3'-10'1079,"-1"1"-809,1 4-270,-1 1 270,0 0-180,-4 0 0,0-1 0,-6-2-90,2 2 90,-6-2 0,-2 1-90,-8-1 90,-4-2-90,-5 1 0,-4 0-318,-4-1 318,19 5 0,-1 0 0,-18-3 0,15 3 0,-1 0 0,3 0 0,-1 1 0,-5 0 0,1 1 0,4 0 0,-1 0 45,-13 3 0,-1 1-90,11 1 0,0 1 90,-7 1 0,1 0-45,11 1 0,1 2 0,-5 6 0,1 3 0,7-1 0,1 1 0,-11 8 0,3 3 0,0 10 0,15-12 0,3 1 0,1 14 0,6-15 0,1-1 0,3 13 0,5-13 0,2-1 0,13 20 45,5-10 0,4 0-45,-7-11 0,3-1-485,17 6 0,4-4 485,-9-10 0,0-2 0,13 1 0,1-1 45,-12-4 0,0-1-45,12-1 0,0-2 0,-10-3 0,0-1-350,-5 0 0,3-1 0,-2-1 350,-1-1 0,0-1 0,-2-1 0,8-1 0,1-1 45,4-5 0,-1-2-45,-9-1 0,-1-2 0,8-3 0,0-4-404,-4-1 1,-1-3 403,-6 1 0,-3-1 45,-2-2 0,-4-2-48,-6 1 0,-3-1 93,-4 8 0,-2-1 45,-4-5 0,-4-2-45,-4 5 0,-5 0-45,-5-8 0,-4 0 0,3 5 0,-4 1 14,-6 3 1,-5 0 0,0 3-15,-7 0 0,-3 3-121,2 1 0,-3 0 0,2 2-14,-3 3 0,-1 3-90,11 4 0,-2 2 1,1 2-451,-13 2 1,0 2-464,9 1 1,-2 1 0,1 1 1029,-10 2 0,0 2 1,10-1-1,0 3 0,1-1 1,-9 4-1,1-1 1</inkml:trace>
  <inkml:trace contextRef="#ctx0" brushRef="#br0" timeOffset="553402">7048 3812 6543,'-3'10'2519,"0"0"-1710,5-4-179,-1-2 0,3-1-181,2-3 181,0 1-270,3-2-90,-2 1 0,2-1-91,1-1-89,-1 1 90,5-1-90,-3 1 0,5-1 0,-1 0 0,7-2 0,-3 2 0,8-2-90,-1 1 90,10-1 0,6 0-90,3-1-209,-20 2 0,1 1 254,0-1 0,0 1-45,14 0-152,5-1 152,-9 2 0,2-1 0,-9 0 0,-3 1 90,-5 0-90,-4 0 501,0 0-501,-8 1 249,0 0-159,0 0 0,-4 0-90,4 0 0,-4 1 89,2-1 1,-1 0 90,-1 2-180,-7 1 0,1 0 0,-6 2 0,2 0 0,-1 2 0,-3 6 0,-3 6 0,0 4 90,-2 5-90,6-7 0,-3 6 0,3-4 0,-2 6 0,5-8 0,-2 3 0,3-6 0,0 5 0,0-1 0,2-2 0,0-2 0,2-4 0,-1 0 0,0-3 0,0 1 0,1-2 0,0 0 0,1-4 0,-1 7 0,1-7 0,-1 7 0,1-7 0,-1 5 0,1-6 0,-1 5 0,0-3 0,0 3 0,-1-3 0,2-1 0,-2 1 0,2-1 0,-1 0 0,1 1 0,-1-1 0,0 0 0,1-1 0,-1 0 1260,1 1-1170,-4-3-1,-6-1-89,-3-2 90,-18-1-90,7 2 0,-7-1 0,3 0 90,3 0-90,-7 0 0,7 1 0,-5 0 0,7 0 0,-11 0 0,12 0 0,-7-1 0,11 0 0,-5 1 0,6-1 0,-2 0 0,3 0 0,-2 0 0,5 0 0,-1 0 90,2 0-90,1 0-90,-1-1 180,5 2-180,-2-1 180,1-1-180,-1 2 180,1-2 900,-1 1-720,4-3-91,2-2-89,3-5 0,2-3 0,-2 1 0,2-8-90,0-6 90,4-15-90,-1 2 0,-1 9 0,-1 0 0,0 4 0,-1 0 0,0-8 0,0-2-193,-1 6 1,1 1 147,-1 1 1,0 1 133,0-16-89,0 15 0,-1 0-89,0 10 89,-1-2 0,0 4-90,0 1 90,0 5 384,0 0-474,-1 3-1529,0 0-1529,0 1-129,-7 8 3196,-1 2 1,-6 8 0,3 0 0</inkml:trace>
  <inkml:trace contextRef="#ctx0" brushRef="#br0" timeOffset="555649">7268 4023 9691,'3'8'-359,"0"-1"359,-1-4 180,0 2-1,1-1 181,-2 0 0,2 0 270,0-1-360,3-2-91,3-2 1,1-5 0,3-3-90,-1 0 180,5-5-180,0-2 90,4-3-90,1-2 0,-5 1 0,0 3-180,-7 5-270,0-1-1349,-4 5 1709,-1 0 0,-2 4 0,-1 3 0</inkml:trace>
  <inkml:trace contextRef="#ctx0" brushRef="#br0" timeOffset="556335">7650 4018 10051,'0'-10'2519,"-3"18"-2519,10-19 0,-6 20 0,12-29 0,-3 4 0,3-5 0,2-3 0,-3 7 0,0-2 0,-3 8-180,1-4-90,-3 7-270,-2 0-539,-2 4 1079,1 1 0,-2 0 0,-1 2 0</inkml:trace>
  <inkml:trace contextRef="#ctx0" brushRef="#br0" timeOffset="556978">7291 4274 10051,'11'0'180,"-3"2"-180,-2 1 0,-2 2 90,1 0 0,1 0-90,0 0 90,2-3-90,0-3 90,0-3 0,3-3 0,-4 1 180,13-11-180,-11 7 0,14-14 0,-12 11-180,2-2-270,-4 4-1979,-3 5 2339,1 0 0,-4 2 0,-1 3 0</inkml:trace>
  <inkml:trace contextRef="#ctx0" brushRef="#br0" timeOffset="557475">7568 4232 8882,'8'4'90,"-2"0"-90,-2 0 0,-2 0 0,1 1 90,0-1 270,0 0-91,1-2-179,3-4 90,-1-1-90,4-5 180,0-2-90,5-5-90,-3 2 0,5-6 90,-3 4-360,3-3-90,-5 5-1529,-1 1 1799,-7 6 0,0 1 0,-3 4 0</inkml:trace>
  <inkml:trace contextRef="#ctx0" brushRef="#br0" timeOffset="561507">2304 3070 9062,'4'-12'-450,"-1"3"450,0 1 0,2 10 90,-1 1 0,3 15-90,-3 18 45,-2 0 0,0 4-484,-1-3 1,0 3 460,-2-5 1,0 4-1,0 2 1,-1 1-602,-1-1 1,-1 1 0,-1 2-1,1-1 1,0-1 578,0 5 0,0-1 0,-1 0 0,0 3 30,-1-4 0,0 2 0,-1 3 0,0-1 0,0-1 0,0-2-423,0-4 0,0-2 0,0-1 0,0 0 1,-1 3 392,0-1 0,0 3 0,-1 1 0,0-1 0,0 0 0,0-3-148,1 1 0,0-2 1,0 0-1,0 0 1,-1 0 164,-1 7 1,0 0 0,-1 1 0,0-1 0,1-2-18,1 0 0,0-3 0,1 1 0,0 0-195,-2 5 1,1 1 0,-1 0 0,2-3 224,0 2 0,1-2 0,0-1-30,2-2 0,0-1 0,2-1 424,1 7 0,1-2-559,0-3 0,1-3 811,1-8 1,2-4-2116,4-1 1746,2-17 0,0-2 0,0-6 1</inkml:trace>
  <inkml:trace contextRef="#ctx0" brushRef="#br0" timeOffset="562000">2995 3208 8342,'5'-24'90,"-1"6"90,2-2 90,-1 7 90,-2 5 179,1 0-359,-4 25 0,-5 21-90,1 2 0,-2 3-678,1-6 0,0 4 632,1 0 1,-1 7 0,0 1 0,1-6-495,1-6 0,0-4 0,0 6 486,0 4 0,-1 6 0,0 2 0,0 1 0,1-3-464,0-7 1,0-3 0,0 1 0,0 0 0,0 2 472,-1 1 0,0 3 0,0 0 0,0 1 0,0-1 0,-1-2-245,1 1 1,0 0-1,0-2 1,0 1-1,-1 2 230,0-2 0,0 1 0,0 1 0,0 0 0,0-1 0,1-2-164,-1 1 0,0-2 0,0-1 1,1 1-1,-1 2 164,0-1 0,1 1 0,-1 1 0,0 0 0,0-1 0,1-2-8,-1 9 1,-1-3-1,1 0 1,0 0 13,1-7 0,0 1 0,0 0 0,0-2 0,0-2-36,1 9 0,0-4 0,0 1-20,0 5 0,0 1 0,1-2-100,1-9 0,0-2 0,1-2 481,0 6 1,1-5-2431,2 11 2069,-1-26 0,6-27 0,0-10 0</inkml:trace>
  <inkml:trace contextRef="#ctx0" brushRef="#br0" timeOffset="562375">3481 2906 9691,'5'-31'-449,"-1"5"359,0 1 180,-2 11 0,-1 15 90,-3 26-90,0 14-1,-2 2 1,0 9-910,0-12 1,0 5 0,0 1 0,1-2 584,-1 4 0,0-2 1,0 2 234,1-1 0,-1 1 0,0 2 0,0 2-174,0-5 0,0 2 0,-1 1 0,0-1 1,0 0 244,1-3 1,-1-1 0,0-1 0,0 2 0,0 1-253,0-2 1,0 2 0,0 1 0,0 0 0,-1 0 0,1-1 225,0 0 0,0 0 0,-1 0 0,1-1 0,0-1 0,1-1-235,-1 2 0,1-3 0,0-1 1,0 2-1,0 0 220,1 0 0,-1 0 0,0 2 0,1 0 0,-1-2 0,1-2 149,-1 9 0,0-3 1,1 0-1,-1 0-143,1-7 0,1 0 0,-1 1 0,1-2 0,-1-3-6,1 9 0,-1-4 0,1 2-60,0 4 0,0 1 0,1-2 211,0-8 0,0-3 1,1-1-677,0 4 1,1-3-1135,2 12 1629,-1-25 0,3-15 0,-1-8 0</inkml:trace>
  <inkml:trace contextRef="#ctx0" brushRef="#br0" timeOffset="562756">4128 2880 9961,'-3'-29'-225,"1"-1"1,-3-12 224,3 22 0,2 28 45,2 22 0,0 8-45,-1-9 0,1 5-656,-1 2 1,1 10-1,0 3 1,-1-1 0,0-5 450,0 0 0,-1-4 0,-1 5 117,1-2 0,0 6 0,0 2 1,-1 1-1,0-2 0,0-6 110,0-3 1,-1-4-1,0 0 1,0 5 28,0 1 0,-1 6 1,0 2-1,0 3 1,0-2-1,-1-2 1,2-6-7,-2 4 0,2-5 0,-1 0 0,-1 6-12,1-5 1,0 6 0,0 4 0,-1 1-1,1 0 1,-1-1 0,1-5 0,0-5-12,0 3 0,1-7 1,0 0-1,-1 6 0,0-6 1,1 4-1,-1 3 1,0 1 0,0 1-1,0-1 1,0-3-1,1-3-360,-1 4 0,1-3 0,-1-2 0,1 0 0,0 0 320,-1 3 0,0 0 0,1 0 0,-1-1 0,1 0-185,-1 6 1,0 1 0,1-3 0,0-9-164,1-7 0,0-3-804,0 15 1,1-5 1169,1-19 0,3-4 0,-2-12 0</inkml:trace>
  <inkml:trace contextRef="#ctx0" brushRef="#br0" timeOffset="563107">4460 2844 9422,'-1'-45'-360,"1"5"360,1 22 0,4 4 270,12 43-180,-4 6 0,-2 11-746,-4-10 1,-2 7-1,0 3 1,0 3 0,-2-1 657,-2-2 1,0 2-1,-2 1 1,0 1-1,0 0 1,0-2-223,0-1 0,0 0 0,1 0 0,-1 0 0,-1-1 1,-1 0 234,-1-3 0,0-1 0,-1 1 0,-1-1 0,0 0 0,0 0-223,0 3 0,0-1 0,-1 1 0,0 0 0,1-1 0,0-1 244,-1 4 0,1-1 0,1-1 0,-1 0 0,-1 3-21,1-4 0,0 1 0,-1 0 0,0 2 0,1-1 0,0 1-154,0 3 0,1 1 0,-1 2 0,1-3 0,1-2 0,0-4 169,-1 6 0,0-5 0,1 6 86,0-9 0,0 6 0,1 2 0,-1 1 0,1-3 0,1-3-296,1 1 0,1-3 0,0-1 0,0-1 60,-1 10 0,0-1 1,1-1-541,1-5 0,2-1 1,0-10-278,2-8 937,2-2 0,-2-18 0,1-2 0</inkml:trace>
  <inkml:trace contextRef="#ctx0" brushRef="#br0" timeOffset="563458">5039 3000 9602,'-3'-34'-45,"-1"0"0,0-13 224,4 26 91,18 49-180,-7 2-641,0 0 1,0 8-1,-1 4 623,-5 2 0,-1 6 0,-2 2 0,-1 1 0,2-5-383,0-2 1,0-3-1,0 2 1,-1 5 340,-2-11 0,0 3 0,-1 3 0,0 2 0,0 2 0,-1-1 0,0 1 0,0-1 0,-1-2-275,0 2 1,0-1 0,-1-1 0,-1 1-1,1-1 1,-1 1 0,1 1 0,-1 1 270,2-4 1,-1 0 0,0 1 0,0 0 0,1 1 0,-1 0 0,0 0 0,0-1 0,0-1 0,1-1-221,-2 5 1,1 0-1,-1-2 1,1 1 0,0-2-1,0 1 1,0 0 0,0 0 215,1 0 1,0 1-1,1 0 1,-1 0-1,1 0 1,0-2-1,1-2 1,0-2-142,1 6 1,1-3-1,0-1 1,0-1-1,0 0 83,0 2 0,-1-1 0,0 0 0,1 1 0,1-2-110,1 0 0,0 1 0,1-2 0,0-2 0,0-5 146,2 10 0,0-5 0,1 7 0,0-2 0,3 4 0</inkml:trace>
  <inkml:trace contextRef="#ctx0" brushRef="#br0" timeOffset="564041">2170 3178 9871,'-29'-4'-450,"0"0"1,-11-1 404,6 2 0,2 1 45,4 1 180,-21-1-90,17 1 360,10 1-91,18 3-134,39 2 0,24-2-135,-18 0 0,2 1 0,2-1-500,-5-1 0,1 1 0,2-1 1,5 1 442,-6-2 1,4 1 0,3 0 0,3 0-1,-1 0 1,0-1 0,-4 1 0,-4-1-580,1 1 0,-5-1 0,-1 0 0,2 0 0,6 1 555,-5-1 0,5 0 0,3 1 0,3-1 0,1 1 0,0-1 0,-1 1 0,-3-1 0,-3 0 0,-5 0-334,6 0 0,-8 0 0,-1 0 0,2-1 0,8 1 332,-10-1 1,5 0-1,3 1 1,3-1-1,1 1 1,2-1-1,1 0 1,-1 1 0,0-1-1,-2 0 1,-1-1-1,-4 1-144,3-1 1,-3 0 0,-1 0-1,-1 0 1,-1 0 0,2 0 0,0-1-1,1 1 1,4 0 142,-6 0 1,3 0 0,1 0 0,2-1 0,1 1 0,1 0 0,-1 0 0,0 0 0,-1 0 0,-1 0 0,-3 0 0,-1-1 0,-3 1-30,11-1 0,-4 0 0,-2 0 0,-2-1 0,-1 1 0,0-1 0,1 1 23,5-1 0,2 0 0,-1 0 0,-2 1 0,-5-1 0,-6 1-45,6-2 0,-4 2-195,1-1 0,1 0 0,-22 1 1069,-22 2-829,-27 3 0,-21 3 0,-1 1 0,6-1 0,-2 0 0,-3 1 0,8-2 0,1 1 0,0 0 0,0-1 0,0 1 0,-1 0 0</inkml:trace>
  <inkml:trace contextRef="#ctx0" brushRef="#br0" timeOffset="564425">2131 3998 9422,'-28'-3'180,"-2"0"179,10 0 91,-4-1-270,8 0 450,-4-1-181,13 3-359,-1-7 90,13 5 90,26-11-135,-2 7 0,6 0-701,2 0 1,4-1 0,0 0 595,-1 1 0,0 1 0,4-1-549,-5 1 1,3 1 0,2-1 0,1 0 0,-1 1 536,1 0 0,-1 0 0,0 1 0,2 0 0,3-1-270,-5 1 0,3 0 0,1 0 0,1-1 1,-1 1-1,0 0 0,-2 1 267,-1-1 0,-2 1 0,-1 0 0,1 0 0,2 0 0,2 0-143,-3 0 0,2 1 1,2 0-1,2-1 0,0 1 1,-1 0-1,0-1 1,-2 2-1,-3-1 98,7 0 0,-3 0 0,-1 0 0,-1 1 0,0-1 0,3 1-38,-2-1 0,2 1 0,0-1 1,1 1-1,-1 0 0,0-1 1,-1 1-8,3 0 0,0 0 0,-1-1 0,-1 1 0,-1 0 0,-3 0-53,6 0 0,-4 1 1,-1-1-1,2 1-34,-5-1 0,2 0 0,-1 1 1,-2-1-1,-2 1 12,6-1 0,-3 1 0,-3 0-750,10 0 1,-8 1 1146,-11 2 0,-8 0 1,-18-1-1</inkml:trace>
  <inkml:trace contextRef="#ctx0" brushRef="#br0" timeOffset="564824">1760 4396 9781,'-34'10'-179,"11"-3"448,-6 3 541,19-6-540,11-1 90,18-4-181,12-2-44,-7 1 0,4-1-826,6-1 1,7-1-1,2 1 1,-3 0 750,-1 0 0,-2 0 0,7 0-15,-8 0 0,4 1 0,5-1 0,1 0 0,3 1 0,-1-1 0,-1 1 0,-2-1-344,1 1 1,-2 1-1,0-1 1,0 1 0,1-1-1,1 1 1,2-1 318,-2 1 0,3 0 0,1-1 0,0 1 0,2 0 0,-1 0 0,-1 0 0,0 0 0,-2 0-199,-1 1 1,-2-1 0,0 1-1,-1 0 1,0-1 0,1 1-1,0 0 1,1 1 198,0-1 0,1 0 0,1 1 0,1 0 0,-1-1 0,0 1 0,0 0 0,-2 1 0,-1-1-153,3 0 1,-2 1 0,0 0 0,-2-1 0,1 1 0,1 0 0,2 0 132,-4 0 0,2 0 0,1-1 0,0 1 0,0 0 0,0 0 0,-1 0 0,-1 0 0,-3-1-15,7 2 0,-3-1 0,-1 0 0,0 1 0,0-1 1,1 0-25,-1 1 0,1-1 1,0 1-1,0-1 1,0 1-1,-2-1 1,-1 1-70,4-1 0,-3 1 0,-1-1 0,0 1 0,1 0-18,4 0 0,0 0 0,0 0 0,-1 0 0,-4 0 243,11 1 1,-4-2 0,-4 2-478,7-1 0,-12 2-656,-22 1-243,-18 0 1259,-44 3 0,13-4 0,-4-1 0,-2 1 0,-5 0 0,0 0 0,0 1 0</inkml:trace>
  <inkml:trace contextRef="#ctx0" brushRef="#br0" timeOffset="565190">1830 5048 10321,'-29'1'225,"-1"1"0,-6-1 315,6-1-136,50-7 1,18-3-225,3 1 0,8 0 0,8 0-590,-18 2 0,5 0 1,3 0-1,3 0 1,1 0-1,2 0 0,0 0 1,-1 1 383,-5 1 1,1 0-1,1 0 1,0 0-1,1 1 1,1 0-1,-1 0 1,0-1-1,-1 1 1,0 0-132,1 0 1,-1-1-1,0 1 1,-1 0-1,1-1 1,0 1-1,0 1 1,3-1-1,1 2 170,-8 0 1,1 0 0,2 1 0,1 0 0,1 0 0,0 0 0,0 1 0,0-1-1,-1 1 1,0 0 0,-2 0 0,-1 1 0,-1-1-163,5 0 0,-1 1 1,-2 1-1,-1-1 1,0 1-1,-1-1 1,1 1-1,0-1 1,1 1 148,-2-1 0,1 0 0,0 0 0,-1 0 0,2 0 0,-1 0 0,0 0 0,1 1 0,0-1 0,0 1-96,-2 0 1,1 0 0,1 0 0,0 1 0,0-1 0,0 1 0,0 0 0,-1-1 0,-1 1 0,-2-1 0,-1 1-60,11 0 1,-3 0 0,-2 0 0,0 0 0,-1 0 0,0-1 0,2 2 7,-5-2 1,1 1 0,0 0 0,0 0 0,0 0 0,-1 0-1,-1 0 1,-2 0 146,5 0 0,0 0 0,-1-1 0,-3 1 0,-3-1 0,-6 0 0,15 1 0,-11 0 0,-13-1 0</inkml:trace>
  <inkml:trace contextRef="#ctx0" brushRef="#br0" timeOffset="567991">1793 3152 9152,'-12'-2'90,"0"1"90,-3 1-90,6 1 89,-10 0 1,12 0-180,-6 0 180,8 0-90,-3 0 0,2 0-90,-2 0 180,2 0 270,1 1-360,7 2 90,0-1 89,14 0 1,8-1 0,22-3-419,1 0 239,-6-1 0,4-1-991,1-1 1,2 1 960,-6 0 0,2-1 0,-2 1-30,-6 0 0,-1 0 0,2 0 15,1 0 0,4-1 0,-1 1 0,-3 0 0,10 0 0,0 0-45,-9 0 0,1-1 0,-1 1 45,4 0 0,-3 0-208,-13 1 0,-2 1 208,5-2 0,-1 0-45,5 1 90,-4 0 0,-13 1 0,3 0-90,-6 0 364,-1-1-364,-2 1 2035,0-1-2035,-2 0 416,3 1-326,-5-1-90,3 1 0,-3 0 0,-1 0 90,0 0-90,0 0 180,0 0 180,0 0-270,0 2-90,-4 9 90,0-3-90,-5 17 0,0-8 0,-1 13 0,0 3 0,-2 12-300,2-13 1,-2 6 0,1-2 299,-1 10 0,0 1-1022,1-7 1,-1 2-1,1-2 1022,-1 9 0,0 1 30,2-3 0,-1 2 0,1-4-234,1-8 1,0 0 203,-1 10 0,0 5 0,0-5 45,1-1 0,0-4-45,-1 5 0,1-2 0,0-12 0,1-5 0,0 2 90,-1-3-90,0-7 90,0 2 706,1-8-706,0-6 3169,0 1-3169,-1-3 674,-1-2-674,-2-2-90,0-1 0,-3-2 0,2 1 0,0 0 0,-1-1 0,-1 2 0,-3 0 0,-2 2 0,-6 0 0,2 0 0,-14 3 0,-3-2 0,5 0 0,-1-1-128,6 0 0,-1-1 128,-12 2 0,-4-1-248,-5 0 0,-2 0 248,7-1 0,-3 0 0,1 1-516,0-1 1,1 0-1,-1 0 516,1-1 0,0 1 0,4-1 0,3 0 0,2 1 0,-1-1 0,2-1-64,-7 1 64,-3-1 0,5 0 0,17 1 202,-7-2-202,13 2 423,-5 0-513,6 0 1745,2 0-1655,3 0 83,2 0-83,-1 0 0,2 0-90,-2-1 90,8 6 0,-1-3 810,7 4-810,0-8 90,-2 0 90,4-10-90,-3-2-1,1-4-89,3-9 90,0-15-90,0 0 45,-3 3 0,0-3-824,-2 5 0,-1-1 779,-1 4 0,0-2 0,0 1 0,-1-15 0,-1 0-507,-1 2 0,-1-1 507,0 4 0,-1-1 45,-1 4 0,0-1-90,0-4 0,-2 2 45,2 9 0,0 2 0,0-2 0,1 2-110,-1-4 110,-1-5-90,3 12 90,-1-6 0,2 6 0,0 11 0,-1-4 0,1 13 1341,0-8-1341,0 12 1164,1-4-1164,0 4 177,-2 0-177,2 1-90,-1-1 90,0 1-2968,0-1-309,6 11 3219,2-2 0,5 10 1,1-4-1</inkml:trace>
  <inkml:trace contextRef="#ctx0" brushRef="#br0" timeOffset="568890">2021 3583 10861,'-8'-4'3276,"13"10"-2505,1-9-681,6 7 270,1-27-270,-6 2 0,2-3 0,1-2 0,4-15-893,-2 12 0,2-8 0,2-2 0,0 2 803,1-2 0,-1 2 0,2-3 22,-1 2 1,0-1-1,2-1 1,0-1-409,0 5 0,1 0 0,1-1 0,0 1 0,-1 3 386,6-9 0,-1 3 0,3-1-326,-5 6 0,2-1 0,0-1 0,0 1 1,-2 4 325,3-3 0,-1 4 0,2-1 0,1 1 0,4-1 0,0 1 0,-4 4-128,2 1 0,0 1 128,7-5 0,5-3 0,-5 5 0,-10 9 0,-1 3 0,5-3 0,2-1 0,-4 3 0,13-6 0,-10 6 0,-3 1 1503,-9 5-1503,10-5 1780,-14 6-1780,7-2 2948,-11 5-4207,1-2 346,-3 5-257,1 1 1170,-7 10 0,-6 6 0,-5 7 0</inkml:trace>
  <inkml:trace contextRef="#ctx0" brushRef="#br0" timeOffset="569557">2614 3462 10591,'7'-7'1799,"0"0"-1619,-1 0 360,5-5-271,3-5 181,12-18-315,-10 10 0,2-4-45,3-6 0,1-5 0,0 2-513,0-1 1,0-3 444,-3 9 1,0-4-1,2-2 1,-1-1-622,-1 5 1,0-3-1,0 1 1,-1 0-1,0 2 599,0 1 0,-1 2 0,-1 0 0,3-3 18,2-5 0,2-4 0,0-1 0,0 4 0,-5 6-249,2-1 0,-1 4 201,0-1 0,1-1 0,-1 3-617,-3 5 1,-2 4 287,11-15-1280,-34 62 1,-7 13 1228,6-15 0,0 1 1,-8 13-1,-2 6 1,1-3-1,3-8 0,0 0 1</inkml:trace>
  <inkml:trace contextRef="#ctx0" brushRef="#br0" timeOffset="570347">2050 4186 10321,'-8'-5'540,"1"0"-360,2-1 90,3 2 89,-1-6-89,5-2 0,2-8-90,3 1 270,13-23-315,-7 18 0,3-1-1206,0-3 0,3-3 0,-1 1 1071,7-9 0,1-3 45,-7 12 0,2-3 0,1-1 0,0 1-392,-2 1 1,0 1-1,0-1 1,1-2 364,0 1 0,1-3 0,0 0 0,0 0 0,-1 2-18,1-3 0,-1 3 0,0-1 0,1-4 14,-2 3 1,1-5 0,0-1 0,0 0 0,-1 3 0,-2 3-538,3-8 1,-3 4-1,2-4 523,-4 7 0,2-4 0,1-2 0,-1 0 0,0 1 0,-2 3 0,0-1 0,-1 2 0,-1 2 0,1-2-205,0-3 0,1-1 0,0 0 0,0 1 205,2-6 0,0 1 0,-1 3 537,2-5 0,-2 5-537,-5 13 0,0 2 957,8-14-1047,-8 20 0,-1 2 1835,2 6-2014,-5 8 1802,1 0-2342,-2 4 281,-2 6-821,-3 2 90,-1 4 1259,-5 0 0,-4 4 0,-2 0 0</inkml:trace>
  <inkml:trace contextRef="#ctx0" brushRef="#br0" timeOffset="570925">2407 4111 9961,'10'-10'1350,"5"-11"-1171,-8 7 136,5-5 0,3-6-75,2-2 0,2-3 0,0 0-966,4-7 1,1-3 770,-3 6 0,2-4 0,2-2 0,-2-2-274,-1 2 1,-1-2 0,0-2 0,1 0 0,-2-1 243,-1 4 0,-2 0 0,1-1 0,-1-1 0,1 1 0,-1 0-343,1 1 1,0 0 0,0 0-1,-1 0 1,0 0 0,-1-2 342,0-4 0,-1-2 0,-1 0 0,0 0 0,-2 3 0,-1 2-15,0-1 0,-2 4 0,-1 1 0,1-1 0,1-3 0,0-1 0,0 2 0,-1 1-90,-1-4 0,-2 3 0,0 7-544,1-2-625,-1 0-771,-7 62 681,-2-4 1349,-1 5 0,-1 2 0,-2 6 0,-2 5 0</inkml:trace>
  <inkml:trace contextRef="#ctx0" brushRef="#br0" timeOffset="579442">17495 13206 7892,'-14'-3'90,"4"0"-90,-1 1 0,0 0 90,-7-2-90,-15 0 0,8-1 0,-21 0 0,6 1-1061,8 2 1,-1-1 970,6 2 0,0-1-90,-14 1 0,-1 0-225,7 0 1,1 0 404,0 0 0,-1 0 0,1 1 0,1-1 0,-16 0 0</inkml:trace>
  <inkml:trace contextRef="#ctx0" brushRef="#br0" timeOffset="581895">16231 13086 7173,'4'-7'90,"0"0"-90,-2 3 0,1-2 0,1-1 0,-1 1 0,2-4 90,0-2-90,3-5 0,-1 1 90,4-9-90,2-11-45,-4 13 0,-1-2-90,5-13 0,-1-2 90,-2 7 0,-2-1-962,3-7 0,-1 0 1007,-4 14 0,-1 1 0,2-7 0,0 0-208,-2 8 0,0 0 252,2-4 1,-1 1 45,3-13 23,1-4-23,-3 18 0,0-8 0,-3 17 1639,-1 1-1639,0 6 503,0-1-593,0 2 86,-2 2 4,1 2-90,-2-1 0,1 1 90,-2 0-90,2 0 89,3 7 1,0-1 0,3 6-90,1-4 90,3 0-90,0 0 0,17 0 90,-9 0-90,5-1 0,4 0 0,0 0 0,1 0 0,12-1 0,4 1-502,-12 0 0,2-1 0,0 1 502,0-1 0,0 1 0,-1-1 0,9 2 0,0-1 0,6-1 0,-2 1-436,-9 0 1,-1 0 435,7-2 0,-1 1 0,-12 1 0,-2-1 45,-1 0 0,-3 0 45,4 0 90,2 0 0,-8 0 1356,-5 0-1446,-5-1 1021,-4 0-1021,0 1-90,-2 0 90,1 0-90,1 0 0,1 2 0,-1-1 0,3 2 90,-6-1-90,2 1 0,-3-1 0,0-1 0,0 1 0,0-1 180,1 0 179,0 0 271,0-1-90,1 1-540,-1-1 0,-2 3 0,0 3 0,-3 2 0,-1 6 0,1-3 0,-5 18 0,0-2 45,-1 2 0,-2 3-45,1-5 0,-2 1-321,0 7 1,-1 1 320,0-3 0,1-2 45,1-4 0,1-2 135,-5 23-114,5-21 1,0 1 23,2-1 0,-1-1-90,1 0 0,-1 0 90,0 22 0,4-23-90,-2 4 90,3-10-90,-2 1 89,3-8 639,-1 2-548,0-3 140,1 0-50,-1-2 539,0 0-809,-1-13 90,-5 1-90,1-7 90,-7 5-90,-5 0 0,-12-3 90,-3 0-90,-8 0 0,-6 0 0,6 2 0,-3 0 0,1 0-324,3 1 1,0-1 0,-3 1 323,-6-1 0,-3 1 0,-1 0 0,5 0-553,7 1 0,4 1 1,-2 0 574,1 0 1,-3 0-1,0 1 1,5-1-23,-10 0 0,5 1-165,2 1 0,4 0 75,-8 0 90,-3 1 0,17 0-90,-1-1 90,15 1 672,-10 0-762,10 0 1843,-2 0-1753,5 0 443,2 0-443,2 0 0,-1 0-90,0 0 90,1 1-90,0-2 90,0 2 90,15-4-90,-4-2 0,11-1 90,-7-7-90,-1-3 0,5-10 90,0-9-90,-2-4 0,0-5 0,0 7 0,-1-1-208,2-8 1,0-2 207,-1 5 0,-1 2-351,-1 9 0,0 2 351,0-8 0,1 3 0,4-12 0,-1 3 0,-1 15 0,-3 5 0,1 0 0,-7 15 385,2-3-565,-1 2 552,-1 2-3649,0 0 2634,-5 5 1,1-1 0,-5 2 0</inkml:trace>
  <inkml:trace contextRef="#ctx0" brushRef="#br0" timeOffset="585484">18619 10396 10411,'3'-11'450,"-6"2"-270,-9 0 0,-5 2-90,1 4 89,-6-1-89,1 3 0,-5 0 0,4 3 0,-6 4 0,-2 9-90,6-2 0,-8 14 90,15-2-90,-3 10 90,5 2-90,5 3 0,4-9 0,5 5 90,3-8-90,3 7 0,2-9 0,3 1 0,7-7 0,1-1 90,2-6-90,2-9 0,0-6 0,7-3 0,-5-4 90,5-9-90,-2-9 90,2-12-45,-13 14 0,-1-2-354,-3-1 0,0-2 354,-3-2 0,-1-2 0,-1 1 0,-3 1 0,-1 6 0,-2 1 0,-2-6 0,-4 1 45,-11-14-45,7 21 0,-2 1 0,-13-6 0,-2 4-45,-3 4 0,1 5 0,0 2-180,0 9-945,-5 5 1,-2 3 1124,1 5 0,0 2 0,-4-1 0,1 2 0,4 2 0,-1 0 0</inkml:trace>
  <inkml:trace contextRef="#ctx0" brushRef="#br0" timeOffset="588190">16649 11441 9961,'6'0'1350,"-2"0"-1171,-1 9 91,1 11-90,0 5-90,0 6 90,2 16-462,-4-23 0,-1 2 327,1 9 0,1 1-45,-2-5 0,-1 0 45,1 8 0,0 0 0,-2-5 0,1-1 0,-1 8 0,1 0-45,-1-9 0,1-1 45,-1 8 0,0-1-45,0 11-70,0-17 1,-1-2 69,1 6 0,-1 0 0,1-12 0,-1 3 90,0-8 636,1-1-726,0-6 180,0 2 0,0-4 246,0-2-246,0-1 0,0-2-90,-3-1 90,1-1 270,-3-1-181,1 0-179,23-2-90,-8 0 0,28 0 0,-16-1 45,9 1 0,1 0-45,5-1 0,4 2 0,3-1-541,-14 0 1,0 0 540,7 0 0,0 1 0,-9-1 0,-1 0 0,-1 0 0,-2 0 0,10 0 0,3 0 90,-3 0-90,-13 0 0,0-1 89,-12 1 993,2 0-992,-5-1-90,2 1 0,-2-1 90,1 1-90,0-1 90,0 0-90,-3-1 0,-3-4 0,-2-4 0,-1-2 0,0-11 0,2-13 0,0 2 0,0 7 0,1-3 0,-2 3 0,1-1-717,-2-8 0,-1-4 717,1-3 0,-2-3 0,0 9 0,0-1 0,-1 2 0,1-3 0,0 0 0,-2 2 0,0-4 0,0 5-23,1 5 1,0 2 22,-2-9 0,1 2-90,-1-8 90,2 14 0,3 16 0,-1-1-90,2 8 90,-1 1 0,-4 5 1427,2 2-1427,-7 5 52,5-3 38,-8 1-90,4-2 0,-24 2 0,10-1 0,-17 0 0,-4-1 0,-2 1-1093,5-1 1,-7 0 0,6 1 1074,13-2 0,0 1 18,-9 0 0,-4 1 0,6 0-101,11-2 0,1 2 11,-25 2 1,1 0-91,5 1-117,5 0 0,1 1-603,4 1-629,-2 3-1748,11-1 2949,10-1 1,8 0-1,4-3 1</inkml:trace>
  <inkml:trace contextRef="#ctx0" brushRef="#br0" timeOffset="589716">15629 11922 10951,'-7'-6'539,"0"1"91,3 1-360,6-1-180,2 2 180,8-1-180,6 3 0,0 0 90,19 1-136,-13 1 1,2 0-630,9 0 1,2-1 629,5 1 0,3 1-15,-3-1 0,3 0 0,-4-1-30,-3 1 0,-1-1 30,3 0 0,2 1 0,-8 0-83,-2-2 53,-6 1 0,-1 1 90,-2-1 90,3-1 270,-5 0-270,-6 0 982,-1 0-1072,-7 2 150,-1 0-240,0 0 90,-1 1 0,0 0-90,-2 2 89,-1 7-89,-2 2 0,0 4 0,-6 5 90,0 5-90,-4 4 0,2 2 0,-1 2 0,2-7 0,0 1-1016,-2 14 0,0 0 1016,4-14 0,0-2-504,1 5 0,1-2 504,0 3 45,2-2 0,1 0-45,0 0 0,1-3 0,1 2-374,3 4 374,1 8 0,2 2 0,-3-17 0,1 3 0,-2-15 1691,-1 0-1691,-1-1 1192,0-5-1102,-1 0 441,0-3-531,-2 0 0,-4-4 0,-6-4 0,0-2 0,-6-2 0,7 4 90,-17-2-90,1 1 0,-7 1 0,6 0 0,-3 1 0,2 0 0,-1 1-426,-13 0 0,0 0 426,10 1 0,0 0 0,-7 0 0,0 1 0,12 0 0,1 0 0,-7 0 0,1 0-90,-8 1-196,1 0 286,14-1 0,-1 0 0,8-1 0,1 0 0,6 0 90,-4 1-90,5-1 826,0 0-826,3-1 312,-2-2-312,3 2 90,-1-3 0,0-2-90,1 0 90,0-4-90,3 2 90,-1-11-90,3 7 0,1-15 0,3-2 90,1-17-90,0 2 0,0 10 0,-1-2-910,-1 3 0,-1-1 910,2-10 0,-2-2 0,0-1 0,-1 2 0,0 8 0,0 1 0,-2-6 0,-1-1-349,0 3 1,-1 0 348,0 3 0,0 1 0,0 1 0,0 4 0,-2-9 0,2 15-90,0-1 90,1 9-89,1 5-3188,1 4 3164,6 11 0,-3-3 0,5 9 1</inkml:trace>
  <inkml:trace contextRef="#ctx0" brushRef="#br0" timeOffset="613649">16747 4940 10411,'-3'-8'1529,"-1"2"-899,1 1 179,-1 1 91,0 0 89,0 0 1,0 0-810,6-1 179,-1 2-179,7-2 270,2-2-270,2-2 90,21-15-135,-13 9 0,2-3-1348,10-8 0,1-2 1213,-5 4 0,1-2 60,1-3 0,1-4 0,0 1-30,-3 1 0,0 1 0,1-3-8,0 0 1,2-2 0,0-2-1,0 2 0,-1-1 1,0 1 0,-1-1-1,1 1-22,-2 2 0,0-1 0,0 1 0,-1 0 0,5-6 0,-1 2 0,-1 1-234,-5 6 1,-1 2 0,-2 1 233,2 0 0,-3 2 30,-2 3 0,-1 2-30,1-2 0,0-1-89,-7 9-91,-3 1-180,-3 6 1277,1-3-3706,-3 3 2825,-10 4-3274,-4 2 3238,-13 4 0,-2 0 0,-2-1 0</inkml:trace>
  <inkml:trace contextRef="#ctx0" brushRef="#br0" timeOffset="614683">18111 3157 11041,'6'-13'-270,"-1"4"360,2-5 270,-1 4 179,1-5-359,-2 6 90,0-1 90,-2 2-180,1 4-90,1 11 0,0 13 0,-2 8-45,-2-1 0,0 1-45,-2 0 0,0 0-73,0 10 0,0 2 118,-2-1 0,1 0-291,-1-5 1,1 0 290,0-5 0,-1-1-135,-1 15 0,1-17-180,0-1-360,0-12 630,2 1 0,-2-24 0,2-8 0</inkml:trace>
  <inkml:trace contextRef="#ctx0" brushRef="#br0" timeOffset="615023">18090 3063 10051,'-3'-9'270,"8"1"90,15 4-270,0 1 45,8 2 0,1 1-135,2 0 90,3 1 0,3 2-1,1 5 1,-1 2-45,-7-1 0,-3 2 0,3 8 0,-7 2-45,-18 4 90,-34 10-45,1-18 0,-1-3-45,-13 9-45,9-8 0,2-2-1124,-2 2 1169,11-5 0,6 2 0,20-8 0</inkml:trace>
  <inkml:trace contextRef="#ctx0" brushRef="#br0" timeOffset="615824">18606 3264 11670,'15'0'900,"-3"0"-630,3 2 89,4-1-269,-3-1 0,11-3 0,-14 0 90,15-6-90,-15 3-90,9-8 90,-14 5 0,2-14-90,-8 5 0,-5-7 0,-3 10 90,-13-2-90,8 12 0,-15-1-90,4 13 90,-5 8 0,5 2 0,1 14 0,11-9 45,5 4 0,3 2-45,8 17-194,0-12 1,2-1 193,9 10 0,-1-18 0,1-2 0,1-3 0,20 9 0,-19-20 0,21-1 0,-20-8 0,19-9 0,-21 0 0,1-10 0,-1-4 0,1-17-173,-6 10 0,-2 0 173,-3-13 0,-8-2-90,-4 10 90,-2-4 373,1 11-463,-2 1 90,4 18-90,-2-4 0,6 21 90,3-1 0,3 9 360,11 0-360,-2-4 0,10 3 0,4-4 0,-9-3-90,11 3 90,-16-5 0,3 4-90,-7 2 90,-7 4 0,-3 0 0,-3 12 0,-5 12 0,4-13 0,0 1 0,-3 18 0,3-16 0,2-2-359,4 6-1,0 5-360,7-11 270,-4-15-2827,11-4 3084,-8-8 1,12-5-1,-4-3 1</inkml:trace>
  <inkml:trace contextRef="#ctx0" brushRef="#br0" timeOffset="616234">19574 3199 10771,'-17'-7'719,"-1"2"-269,-7 9-360,5 2 0,-3 2 0,6 2 0,4 0-90,0 0 90,1 5 0,6-6 0,1 12-90,4-10 90,12 19-90,16 3 90,1 2-90,1-1 0,-12-14 0,-4 3 0,-6-9 0,0 14 90,-13-10-90,-7 4 0,-11 0 0,2-6 0,-3-1-90,-11 5-90,16-9-450,-14 8-629,23-12 1259,2-1 0,4-3 0,5-2 0</inkml:trace>
  <inkml:trace contextRef="#ctx0" brushRef="#br0" timeOffset="617093">19674 3373 11131,'0'-11'2428,"-8"17"-2158,-1 6-90,-9 17 0,0 1-90,5-5 90,2 13-90,10-10-90,3 5 0,11-3 90,4-10-90,7 0 0,-5-9 0,5-5 0,-3-9 90,4-7-90,-6-3 0,1-14-90,-12-9 90,-5-5 0,-5 1 0,-10 5 0,-1 11 0,-3-2 0,4 8 0,-1 4-90,6 5 90,0 1 0,2 2 0,15 0 0,-4 2-90,18-4 90,-3 1 0,7-3 0,-5 1 0,2-3 0,-7 5 0,2-3 0,-7 4 0,-2 1 0,-3 3 0,1 6 0,-4 2 0,-2 16 0,-6 7 0,-4 18 0,-1-4-161,2-16 1,1-1 160,-4 15 0,1 3 0,1-6 0,2-12-95,0 0 95,3-15 90,-1 2 0,15-22-90,3-10 0,-1-1 0,3-6 30,2-4 0,1-4 0,-1 2-591,-1 0 0,1-1 561,1-1 0,2-4 0,-2 5 0,0 5 0,-1 4-45,-4 3 0,1 1 327,19-14-282,-17 29 87,2 8-87,-7 6 0,-2 19 0,-8 11 0,-3-11 0,-1 2-2,-1 3 0,-2 0 2,2-7 0,-1 1 0,0 0 0,1 0-850,2 15 580,-1-8-450,8 3-989,4-20-1568,10 0 3017,1-9 0,15-8 0,-1-4 0</inkml:trace>
  <inkml:trace contextRef="#ctx0" brushRef="#br0" timeOffset="617252">20930 3296 13199,'6'-16'3059,"1"-3"-1620,-1 3-180,0 1-719,-3 5 629,1 1-1349,-1 5-539,1 4-2558,-4 16 0,-4 2 3028,-11 8 0,-8 1 0,0-6 0,-4 0 0,0 0 0,0 1 0,0 0 1</inkml:trace>
  <inkml:trace contextRef="#ctx0" brushRef="#br0" timeOffset="618507">25713 15153 13739,'14'5'450,"4"-1"-360,7 1-1729,18 2 1,6 0 1072,-15-3 0,2 1 611,1 0 0,7 1 0,1 0 0,-1-1-23,-6-1 1,-1 0 0,1-1-1,1 1 0,8 0 1,2 0 0,1 0-1,-3 0-22,-7 0 0,-2-1 0,0 0 0,1 0 22,3 0 1,0 0 0,-1-1-1,-1 0 34,0 1 1,-3-1 0,2 0-27,4 0 0,1 0 0,-2 0 210,-1 0 0,-1-1 0,-4 1-106,-3-1 1,-3-1 45,-3 1 0,-3-1 1385,1-1-1295,-10 1 89,9 0 91,-13-1 1961,2 1-2501,-3 0 994,-2 0-1263,-1 0-462,0 1-889,0 0-1348,-1 0 1169,1 0 1889,-1-2 0,-2-11 0,-2-2 0</inkml:trace>
  <inkml:trace contextRef="#ctx0" brushRef="#br1" timeOffset="1.1055E6">18355 5750 8072,'-14'-5'1170,"0"0"-451,-6-2 91,1 0-270,0 0-181,5 3 271,6 1-450,15 4 180,24 3-180,7 2-414,-7-3 0,8 0 0,4 0 0,-1 0 324,4 0 0,1-1 0,0 1 0,1-1-541,-8 0 1,0 0 0,0 1-1,2-1 1,3 0 488,-1 0 1,2 0-1,2 0 1,1 0 0,1 0-1,-1 0 1,-2 1-14,-3-1 1,0 0 0,0 0 0,-1 0-1,1 0 1,-1 0 0,0 0-26,0 0 0,-1-1 0,-1 1 0,1 0 0,2 0 0,1 0 0,2 0 16,-6 0 0,4 0 1,1 0-1,1 0 0,1 0 1,1 0-1,-1 0 1,0 1-1,-1-1 0,-3 0 1,-1 0-17,7 0 0,-3 1 0,-2-1 0,0 0 0,0 1 0,2-1 0,3 1 9,-4-1 0,2 0 0,2 0 0,2 1 0,0-1 0,0 0 0,-1 1 0,-1-1 0,-2 0 0,-3 1-313,9-1 1,-1 1 0,-2 0-1,-2 0 1,-2-1 0,-2 1 348,9-1 0,-3 1 0,-2-1 0,-5 0 194,-4 0 1,-4 0 0,-5 0 478,5-1-268,5 1 759,-18-2-1029,-12-1 1831,1 0-1831,-6 1 2774,2-1-6231,-2 1 0,-20 2 2457,6-1 1,-25 2 0,11-2 0</inkml:trace>
  <inkml:trace contextRef="#ctx0" brushRef="#br1" timeOffset="1.10912E6">12055 6211 7892,'-17'-4'1170,"-14"-1"-990,13 2 314,-8 0 1,-4 1 45,-14 0-270,5 1 0,-2 0-136,11 2 1,1-1-45,-20 2 90,15 0 0,15 2-180,0-1 270,-9 11-180,7 0 90,-13 13-90,16-11 90,1 7 0,24-9 89,27 6-179,3-7-265,-7-8 1,8-2-1,4 0 1,-2-1 219,-3 0 0,-1-1 0,1 0 0,5 0-512,3-1 0,5 1 0,2 0 0,2 0 0,-3-1 0,-3 1 467,3-1 0,-3 0 0,-1 0 0,4 0 30,-9 0 0,3 0 0,1-1 0,0 1 0,-1 0 0,-1 0-405,3-1 0,0 1 1,-1-1-1,-1 1 0,-2 0 397,-1-1 1,-2 1 0,0 0-1,2 0-57,-1-1 0,4 1 0,0-1 1,-2 1-1,-4 0 185,3-1 0,-4 1 0,-3 0-60,4 0 0,-2 0 297,7 0 0,-5 0 243,-15 0-540,-7 1 2353,1-1-2353,-4 0 2709,-6 0-6076,8 1 3169,-27 8 1,1-1-1,-20 7 1</inkml:trace>
  <inkml:trace contextRef="#ctx0" brushRef="#br1" timeOffset="1.10984E6">11810 6799 11311,'-23'-13'539,"9"5"-89,-4-3 809,2-1-449,8 1-450,14-6-136,20 10 1,7 3-180,-5-1 0,5 1-332,4 1 1,7 1 0,3 0-1,0 1 341,-5 0 0,1 0 0,1 1 0,1-1 0,-2 1-427,-3-1 0,0 0 1,0 1-1,1-1 1,4 1 405,-3 0 1,3 0 0,2 0-1,2 0 1,0 0 0,-1 0 0,-2 1-1,-3-1 3,5 1 0,-2 1 0,-3-1 0,1 1 0,2-1-36,-3 0 0,1 0 0,1-1 0,0 1 0,-1 0 0,-1 1 18,2 0 0,1 0 0,-2 1 0,-3-1 0,-4 1 27,15 1 0,-5 0-45,4 0 0,-3 0 90,-13 0 0,-6-1 180,-6 0-180,-1-1-630,-10 1-1888,-12 5 628,-1 0 1800,-8 7 0,-6-2 0,-5 0 0</inkml:trace>
  <inkml:trace contextRef="#ctx0" brushRef="#br1" timeOffset="1.11232E6">12206 7251 7263,'-5'-8'629,"-1"-2"91,0 0-360,0-1 180,0-3-271,5 2-89,6 0 0,8 1-90,0 4 90,21 1-90,-5 2-45,7 1 0,4 1-45,-14 1 0,0 1 45,13 0 0,-2 2-45,-6 2 0,-4 4 90,-22 5-90,-3-4 0,-11 9 180,-29 8-180,15-10 0,-1-2 0,1 1 0,1 4 0,6-5 90,0 8-90,15 2 0,0-7 0,7 17 0,8-5 0,-1 4 0,0-5 0,-7-3 90,-14 1-90,-13 4 0,-1-11 0,-4-2 0,-4 0 0,-3-2-90,2 0 0,0-2-180,-13 6-2159,18-2 2429,31-11 0,6 1 0,14-5 0</inkml:trace>
  <inkml:trace contextRef="#ctx0" brushRef="#br1" timeOffset="1.11304E6">12870 7344 8792,'12'-12'540,"-2"0"-181,-2 3 181,-2-3-180,-7 1 0,-14 0-270,2 2 0,-16 6 90,-10 12-180,12-3 44,2 3 1,2 3 45,5 12-90,8 19 0,11-11 45,15-4 0,9-1-45,-1-6 0,1-3 45,0 3 0,1 0-45,10 2 0,-1 0 0,-13-8 0,0 0 0,3 1 0,-3 1 90,2 15-90,-19-16 0,-28 7 0,-13-10 0,1 0 0,3-6 0,1-3 0,2-2 90,-17-9-90,45-18 0,15-6 0,6-1 0,-4 9 0,2 0 45,14-14 0,0 0-45,-11 9 0,-4 3 0,10-14 0,-13 14 0,-7 0 0,-30-10 0,3 11-45,-10 4 0,-4 4 0,5 9 0,0 3-45,3-2 0,0 2-359,-21 4-2250,33 8 1800,5 2 899,9 0 0,15 0 0,2-2 0</inkml:trace>
  <inkml:trace contextRef="#ctx0" brushRef="#br1" timeOffset="1.11347E6">13334 7199 9512,'-4'-24'719,"-3"-3"-179,-5 9-180,-5-3-91,-11 7-89,0 11-90,-6 21-270,11 4-179,6 14 89,16-12-90,15-2 360,-3-15-180,5-13 180,-15-8 0,-9-10-90,-5 7-1979,-7 5 2069,10 12 0,5 9 0,9 4 0</inkml:trace>
  <inkml:trace contextRef="#ctx0" brushRef="#br1" timeOffset="1.11377E6">13559 7190 9152,'-11'-22'719,"5"9"-449,-7-4 90,-1 14-270,1 4 0,-16 21-1131,10 7 0,0 9 1,0-3 1085,1-4 0,-1 2-45,3-2 0,-1 5 0,0 1 0,1-2-697,0 5 1,2-1 0,0-2 696,-1 5 0,-1 0-25,2-2 1,0 2 0,2-3-336,3-2 1,2-3-91,-3 14-450,6-18 1,2-4 899,4-10 0,3 4 0,2-5 0</inkml:trace>
  <inkml:trace contextRef="#ctx0" brushRef="#br1" timeOffset="1.11412E6">13505 7785 9691,'3'-10'1620,"-4"0"-1171,-7 3-269,-4 7 0,-5 10-90,4 10-90,6 2-180,16 0 180,2-12-90,12-5 90,1-17 90,-10-3 0,-10-12-90,-11 12-360,-13 0 360,4 15 0,6-1 0,1 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51:08.798"/>
    </inkml:context>
    <inkml:brush xml:id="br0">
      <inkml:brushProperty name="width" value="0.09071" units="cm"/>
      <inkml:brushProperty name="height" value="0.09071" units="cm"/>
      <inkml:brushProperty name="color" value="#00B0F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1680 826 7803,'5'-10'1079,"0"0"-809,-2 2 899,0-3-179,-1 3-451,-1-2 181,-3 4-360,-2 1-1,-13 15-224,-2 8 0,0 4-90,2-4 0,-1 3 15,-2 7 0,-2 5 0,3-1-15,2 7 0,2-2 0,-3 1 0,3 2-45,6 10 0,8-1 45,6-20 0,4-2-45,7 12 0,7-5 0,4-15 0,5-8 45,4-10 0,2-8-45,-2-11 0,-3-7 0,-9 2 0,-7-4 45,-8-6 0,-11 3-45,-27-5-315,-1 24 0,-3 6-45,-10 6-495,12 10 1,4 5 854,15 6 0,1 6 0,16-4 0</inkml:trace>
  <inkml:trace contextRef="#ctx0" brushRef="#br0" timeOffset="433">2271 940 10951,'-6'-16'629,"-6"2"-359,-4 7 0,-15 20-135,10 9 0,1 6-90,0 5 0,3 1-45,1-2 0,3 0 45,6 4 0,7-2-45,14 6 0,0 1 0,8-21 0,4-5 0,8-9 0,9-14 0,1-10 45,-18-3 0,-4-7 75,-3-3 0,-1-4 0,-5 2-75,-5 0 0,-6 1 44,-8-11 1,-8 4 0,-7 15 0,-2 4 0,-8-11-135,4 15 0,-2 10-810,-2 22 1,3 7-945,-6 0 1799,7 5 0,5 3 0,18 0 0,2 6 0</inkml:trace>
  <inkml:trace contextRef="#ctx0" brushRef="#br0" timeOffset="866">2755 893 11221,'2'-12'1619,"-1"-5"-990,-1 9 181,-4-4-630,-6 13 90,-11 13-1742,-2 13 1,0 5 1516,8-13 0,0 2-70,-2 8 0,-1 4 1,5-2 68,7-6 1,3 0-135,2 14 1,7 0 44,9-13 0,5-5 0,4-4 0,2-4 45,19-7-45,-16-18 0,-3-8 45,-9-3 0,-3-2 0,3 2 0,-2-2 45,-6-15 0,-9 0 1593,-9 8 0,-6 3-1756,-4-1 0,-5 5-434,-4 9 1,-1 9-1088,2 15 1,3 7-1021,-6 15 2448,17 6 1,14-8-1,1 2 1</inkml:trace>
  <inkml:trace contextRef="#ctx0" brushRef="#br0" timeOffset="1300">3259 1153 10141,'-1'-14'180,"-1"-2"0,0 10 180,-7-2-180,3 6 0,-5 0 359,5 1 361,-2 0-810,13 5 90,14 7-90,2-1-1,3 4 1,2 2-45,-4 0 0,0 0-45,-1-2 0,0 2-180,7 6 1,-2-1-631,-5-3 810,11 6 0,-23-16 0,-3-5 0</inkml:trace>
  <inkml:trace contextRef="#ctx0" brushRef="#br0" timeOffset="1483">3489 1138 9961,'-7'-29'810,"-1"1"719,2 12-1169,-8 11 0,-13 19-270,5 9 44,-1 7 1,1 4-270,8-11 1,1 1-316,-5 9 0,1 2 450,4-4 0,3-2 0,0 10 0,4 1 0</inkml:trace>
  <inkml:trace contextRef="#ctx0" brushRef="#br0" timeOffset="2100">4316 789 11760,'-23'-6'1260,"-7"12"-1081,-4 11-179,5 3 180,-4 13-90,16 0-90,6 9 0,19-15 0,7 1-45,6-4 0,3 0 0,3 2 0,0-3 45,-6-7 0,-2-1 0,3 12 0,-20-11 0,0 2 90,-26 5 0,-13-8 0,0 1-45,7-7 0,1-3 45,1-4-90,2-15 0,23-4 0,14-4 0,6-4-45,13-12 0,2-2 45,-10 14 0,1-2-30,2-3 0,2-3 0,-5 2 75,-9 7 0,-3 2-45,3-1 0,-3 1 0,-11-14 0,-33 19 0,10 7-90,0 4 0,-2 5-1349,-15 17 630,13-5-2468,-3 11 3174,28-13 0,3 6 0,5-3 1</inkml:trace>
  <inkml:trace contextRef="#ctx0" brushRef="#br0" timeOffset="2517">4734 831 11760,'2'-14'3276,"-5"-1"-2774,-9 13 218,-26 21-540,12 0-46,-2 10 1,3 4-225,12-3 1,3 0-181,-2 5 0,4-1 180,2-7 0,5-1-360,19 14 0,13-24 361,-2-1-46,-1-13 0,1-7 135,-1-10 0,-3-7 179,1-4 1,-5-5-45,-2-6 0,-9-2 0,-15 1 0,-10 2-180,-1 13 0,-5 6-630,-9 6 1,-1 10-2603,-11 27 2477,8 0 0,22 12 0,14-17 1</inkml:trace>
  <inkml:trace contextRef="#ctx0" brushRef="#br0" timeOffset="2933">5142 867 11580,'-3'-14'1530,"1"6"-271,-12-1-630,-6 12-314,-3 10 0,-1 5-180,6 0 0,1 2-90,-4 10 0,4 2-135,6 8-45,13-14 0,5-2-135,16 6 180,0 0-90,19-13 135,-17-20 0,0-6 90,6-8 0,0-6 45,-4-4 0,-4-3-45,-4 3 0,-6-3 135,-13-14 0,-8 3-90,-8 5-180,-7 4 0,-5 9-1169,-13 25-380,12 12 1,3 6 1304,-1 15 0,17-11 0,4 1 0,6 4 0</inkml:trace>
  <inkml:trace contextRef="#ctx0" brushRef="#br0" timeOffset="3433">5560 882 11760,'-2'-11'2519,"0"0"-1979,-1 8-361,-5 5 271,-10 15-360,1-1 45,-1 9 0,0 4-45,2 12-180,6-6 0,3 0 0,6 3-90,17 0 0,13-23 180,-7-4-180,21-9 180,-9-20-90,0-11 90,-18 8 0,-3-3-90,-3-15-359,-8 8-1530,-7 15 630,-2 14 1349,2 4 0,0 4 0,2 0 0</inkml:trace>
  <inkml:trace contextRef="#ctx0" brushRef="#br0" timeOffset="4450">5627 975 11041,'-9'-4'2878,"0"1"-2698,-4 8 0,4-1 0,-9 14 0,12 0-180,-1-1 90,11 4 0,18-14-90,23-15 44,-19-3 1,-1-4-45,0-1 0,-4-2 135,-2-10 0,-6-2 135,-9-13-180,-2-1 90,-29 6-90,2 36 0,-3 5-90,-15-5-90,7 19 0,4 8-630,12 13 541,-3 4-541,34 2 180,12-22 360,1 0 180,20-19 180,-23-11 540,7-29-360,-31 7-180,-18-8-180,-13 30-450,9 17-450,21 21 630,22-4 360,16-4 0,-11-15 270,1-6 360,-16-9-630,-4 0 180,-5-3 89,-14 8-539,3 10-1349,0 11 990,10-1-2610,16 6 3149,-2-14 0,9 2 0,-3-5 0</inkml:trace>
  <inkml:trace contextRef="#ctx0" brushRef="#br0" timeOffset="6467">1494 1656 8432,'-32'2'1170,"-12"1"-721,15 0 1,0 0-90,2 1 0,1 0 179,-22 4 91,27-4-360,20 5-61,27-3 1,23-4 0,5 0-120,-15 0 0,2-1 0,2 1 0,3-1 0,4 0-394,-9 0 1,4 0 0,2-1 0,2 1 0,2-1 0,0 1-1,1-1 1,-2 0 0,-2 0 0,-2 1 314,1-1 0,-3 0 0,0 0 1,-2-1-1,1 1 0,1 0 1,2 0-1,2-1-4,-4 1 1,2 0-1,3-1 1,0 1-1,1-1 1,1 1-1,1-1 1,-2 1-1,0-1 1,-1 1-1,-2-1 1,-1 1-206,7 0 0,-3 0 0,-1 0 1,-1 0-1,0 0 0,0 0 1,3 0-1,1 0 220,-8 0 1,1 0-1,1 0 1,1-1-1,1 1 1,0 0-1,0 0 1,0 1-1,-1-1 1,0 0-1,-2 0 1,0 0 7,5 0 0,-1 0 0,0 1 0,-1-1 0,0 0 0,-1 1 0,-1-1 0,-1 1 0,0-1 47,7 1 0,-1-1 0,0 1 0,-2 0 0,-2-1 0,-2 1 0,-3 0-25,7 0 0,-4 1 0,-5-1 0,-4 0 83,-2 0 0,-5 1 494,9 0 91,-22-1 1771,5 0-2311,-4-1 1315,-2 0-1495,-4 0 0,-23-1 0,-9-1 0</inkml:trace>
  <inkml:trace contextRef="#ctx0" brushRef="#br0" timeOffset="11133">11345 908 7713,'2'-11'1259,"-1"-1"270,1 3-719,-1 0 719,0 1-1170,4 16 181,2 38-450,-3-24 0,0 5-311,0 10 1,0 9-1,0 4 1,0-2 287,0-3 1,0-1-1,-1 2 1,1 3-451,-1-9 0,0 3 0,0 2 0,0 0 0,0 0 0,0-2 0,0-3 405,1 11 1,-1-5-1,1 0 1,0 0-1,-1 5 1,1 1-1,0-1 1,0-6-461,1-9 1,1-3 0,0-2 392,-1 6 0,1-1-90,1 4 0,2-8-1934,1-21-1208,-2-24 2925,2-10 0,-8-2 0,-2-4 0,-1-21 0</inkml:trace>
  <inkml:trace contextRef="#ctx0" brushRef="#br0" timeOffset="11783">11360 964 11131,'-20'-11'180,"0"2"719,-4-1-539,8 3-90,36-2-180,13 1 0,13 0 0,5-1-637,-12 3 1,3-1 0,3 0 0,2 0 0,0 0 0,1 0 458,-3 1 0,1 0 0,1 0 0,0 0 0,1 0 1,0 0-1,1 0 99,-1 1 0,1 0 0,1-1 1,0 1-1,0 0 0,-1 0 0,-2 1 1,-2 1-12,1-1 0,0 1 0,-3 1 0,-1 0 0,-1 0 0,-1 0 105,6 0 1,-1 1-1,-3 0 1,-3 0-61,16 3 0,-11 0 315,-10 4-270,-1 0 180,-16 9-91,-13-2 91,-1 31-180,-4-12 1452,1 11 0,0 7-1452,1-6 0,0 3 0,0 1-440,1-7 1,-1 2-1,0-1 1,0 0 349,1-2 0,-1-2 0,0 1 0,1 1 45,-1 9 0,1 2 0,0-1 0,0-5 0,0 2 0,1 1-129,0-5 1,-1 6 0,1 0-1,-1-7 174,1 1 0,0-4 45,-1 10 0,-3-5-45,-2-14 0,-15-8 0,-18-17 0,-10-5-45,2 2 0,-8 0-305,15 0 0,-6-1 1,-5 1-1,-3 0 1,0 0-1,1 0 1,3 0 274,-1 1 0,2 0 0,0 0 0,0 0 0,-2 0 0,-2 1-15,5 0 0,-3-1 0,-3 1 0,0 0 0,0 0 0,0 0 0,2 0 0,2 0 0,5-1 0,-8 2 0,4 0 0,2-1 0,2 1 0,-1 0-54,0 0 0,-1 0 0,2 0 0,3-1 0,6-1-816,-5-1 1,7-1-1470,-13 1 2424,28-18 1,33 0 0,17-12 0</inkml:trace>
  <inkml:trace contextRef="#ctx0" brushRef="#br0" timeOffset="12683">15732 1773 11400,'-3'-8'360,"2"-7"-90,2 7 360,1-7 359,2 7-719,3 7 360,1 50-450,-4-5-273,-2-10 0,-2 7 0,0 2 183,-1-3 0,-1 4 0,0 0 0,1-3-353,0-1 0,-1-2 0,2 5 299,-1-3 0,0 5 0,1 1 0,1-2 0,0-5-36,2 1 0,2-4 0,0 0-210,-1 4 0,1 0 1,0-3-16,2 3 0,2-8-3052,5-6 2927,-1-33 0,0-11 0,-1-15 0</inkml:trace>
  <inkml:trace contextRef="#ctx0" brushRef="#br0" timeOffset="13284">15718 1632 11580,'-13'-13'630,"2"3"180,1 0-451,20 4-1998,30 1 1,11 2 1555,-16 0 1,4 0 154,2-1 0,7 0 0,6 0 0,0-1 0,-2 0-126,-4 0 0,-2 1 0,1-1 0,1 0 0,4 0 76,-8 0 1,2 1-1,3 0 1,0-1-1,1 0 1,0 1 0,-1-1-1,-1 1 0,-2-1 1,-1 1-1,0 0 1,-1 0-1,1-1 1,-2 1 0,1 0-1,-2 1-22,10-2 0,0 1 0,-1 0 0,-2 0 0,-2 0 0,-2 1 22,1-1 1,-2 0-1,-3 1 1,-4 0 67,16 0 0,-10 2 450,-9 5 179,-6 16-359,-24 25-210,-8-11 0,-3 4 0,0-1-321,-2 4 1,1 1 230,2 2 0,-1 4 0,2 2 7,3-10 1,1 2-1,1-1 1,-1-2-38,0 0 0,0-2 0,1 3-8,-1 4 1,1 5-1,0 0 1,0-3-165,1 4 1,0-2 0,0-3 141,-1 5 0,1 0 13,0-2 1,1 3 0,-2-8 121,0-15 0,-1-4 107,1 4 0,-5-3-62,-28-2-90,4-20-46,-4-9 1,-9-2 0,0 0 0,-7 0 0,-4 0 0,1 1 50,7 2 1,-1 1-1,-1 0 1,-2 0-1,-4 0-95,11 1 0,-5 0 0,-1 0 0,-3 0 0,0-1 0,1 2 0,1-1 0,2 1 0,3 0-15,-4 1 0,4 0 0,1 0 0,1 1 0,-2-1 0,-1 2-50,-2-1 1,-2 0 0,-2 1 0,1 0 0,0 0 0,1 0 0,3 1-404,-5-1 1,2 1 0,1-1 0,2 1 0,1-1 197,-1 0 0,3 1 0,-1-1 0,0-1-342,1 1 1,-2 0-1,0-1 1,3-1-1,4-1 450,1-5 1,5-1 0,1-2 0,-2 0 0,1-2 0,0 0 0,-2-5 0,0 0 0,1 0 0</inkml:trace>
  <inkml:trace contextRef="#ctx0" brushRef="#br0" timeOffset="13783">8660 1771 8702,'14'0'1979,"-5"-1"-1979,9 1 0,-13-1 0,4 1 0</inkml:trace>
  <inkml:trace contextRef="#ctx0" brushRef="#br0" timeOffset="16084">9642 1764 7892,'-49'8'15,"1"-1"1,-1 0 0,0 0-1,1 0 1,-1 0 0,1 1-1,-1-1 1,1 0 0,-1 0-1,1 0 1,-1 0 0,1 0-1,-3 1 1,-3 0 0,-2 1-1,-1 0 1,1 0 0,3-1 0,4 0-1,5-2 1,6-1 0,9-1-1,9-3 345,3-2 0,0 1 180,1-1-91,4 1-179,-1 0 90,7 0 0,-3 1 0,2-1 269,1 2-269,35-3-180,-10 1-135,17-2 0,3-1 45,3 0 0,3 0 0,0 1-90,0 0 45,-7 1 0,0 0 45,4 0 0,7 0-90,-15 1 44,-6 1 1,-2-1-45,-7 1 90,27 1-90,-33 0 90,8 0 0,-6 1 90,1 0-90,-1 0 180,2 4-90,-1 4-180,-5 1 180,-3 17 0,-5 14-90,-1 3 0,-1-1 0,0 7-1,1-10 1,1 2 0,0-2-330,-2-8 1,1-1-1,0 2 285,2 3 0,0 3 0,0-1 0,0-4 45,1 3 0,1-3-90,-1 1 0,1 0 45,0 0 0,0-3 45,0 1-90,0 1 90,-1 0-90,-3-21 90,-2 18 0,-4-12-90,-5 10 180,-2-8 899,0-3-810,-4-5-89,-5-6-90,-3-4 0,-4-1-45,-12 2 0,-1-1-185,6-1 1,-3 1 169,-7 0 0,-5 1 0,5-1-30,10-1 0,0 1 29,-7 0 1,-5 1 0,6-1-30,-9 1 0,13-1 0,2-2 0,12-1 0,-25 1 0,15-4 0,-2 0 0,7-1 0,-2 0 0,-16-1 0,11 1 0,-3 0 0,2 0 0,1 0 90,-9 2 50,16-1 0,3-1-140,2 1 0,-1 0 90,4-2-90,5 1 90,-7-4-90,2-2 90,-1-10-90,12-15 45,5-9 0,4-7-45,0 10 0,1-1 0,0-5-239,0 6 1,0-3-1,0-2 1,0-1-1,0 1 239,-1-2 0,0 0 0,0 0 0,0 0 0,0 1 0,0 1 0,-1 0 0,1 1 0,-1 1 0,0 1-23,-1 0 1,1 0 0,-1 3-1,0 3-112,-1-11 0,0 7-134,0 7-181,1 10 360,-1 23 90,3 1-90,0 7 1193,15-13-1103,25-8 0,2-1 0,7-1-267,-12 3 1,1 1 0,3 0 198,-3 2 1,3 0-1,-1 0 1,0 0-83,4 1 0,-1 1 0,-1 0 60,-5 1 0,-1 1 0,-4 1-90,4 1 1,-7 2 89,-4 0-180,-9 2-2519,-15 1 2789,-2 2 0,-1-2 0,-1 0 0</inkml:trace>
  <inkml:trace contextRef="#ctx0" brushRef="#br0" timeOffset="16833">8447 1694 10861,'-11'10'1259,"-1"-2"-629,3-3 539,1-1-449,2-9 89,5-25-539,0-14-180,2 13 0,1-5 0,0 0-60,-2-3 0,0 0 0,-1 0-30,0-3 0,0 0 0,-1 1-330,-1 4 0,-1 0 0,-1 4-480,-1 0 1,-1 5 0,-3-5-2468,-4 16 2814,8 13 1,-5-1-1,5 2 1</inkml:trace>
  <inkml:trace contextRef="#ctx0" brushRef="#br0" timeOffset="17133">7994 621 10861,'4'-7'0</inkml:trace>
  <inkml:trace contextRef="#ctx0" brushRef="#br0" timeOffset="17383">8000 610 9961,'7'-10'3276,"-17"13"-2684,-18 23-502,-3 3 45,2 8 0,3 3-45,3 4 0,7 0 0,4-1-90,10-8 45,9-7 0,5-4-45,4-8 0,8-4 0,4-2-315,-2-9 0,0-3 90,1 2 0,1-2-1414,11-9 1,-2-4 1573,-1-5 1,-11 4 0,-2 0 0,-3-7 0</inkml:trace>
  <inkml:trace contextRef="#ctx0" brushRef="#br0" timeOffset="17900">8233 665 11221,'0'-19'2338,"0"-1"-1618,0 12-630,1 14 180,-1 18-225,1 4 0,-1 3-45,0-1 0,0 0-45,0 6 0,-1-1 45,1 3 0,0-7 0,1-21 0,2-17 0,1-21 0,1-3 0,-3-19-90,-2 5 90,1 13 0,-3-9-90,4 25 90,2 5 0,10 12 0,22 32 0,-9-6 0,-4-1 0,0 0 0,-2-4 0,-1-2 0,8 9-45,-8-11 0,1-2-1754,3-5 1079,-5-6 720,1-8 0,-16-9 0,-2-7 0</inkml:trace>
  <inkml:trace contextRef="#ctx0" brushRef="#br0" timeOffset="18150">8486 580 11221,'1'-13'1978,"4"13"-1708,1 17 0,6 24-315,-4-8 0,-1 0-135,2 14-360,-3-12 1,0-2-2339,-2-1 899,3 0 1979,-1-9 0,1-13 0,2 1 0</inkml:trace>
  <inkml:trace contextRef="#ctx0" brushRef="#br0" timeOffset="18683">8802 584 11041,'-3'-15'3238,"0"2"-3058,4 12 90,2 18-180,2 7 44,1 8 1,-1 2-45,0 8-225,-1 1 0,0 0 46,-2-6-46,-1-8 0,-1-3 45,1-12-180,-1 7 0,1-14 180,3-30 0,-2-1 45,-2-12 0,0-3 45,-1 1-45,-2 6 0,0 1-45,2 5 90,1 2 0,21 26 0,2 16 0,1 3 0,2 2 0,-5-4 0,0-1 0,15 13-90,2-9-449,-15-15-1260,8-2 1799,-12-11 0,-5-7 0,-8-6 0</inkml:trace>
  <inkml:trace contextRef="#ctx0" brushRef="#br0" timeOffset="18967">9043 417 10501,'-4'-18'2069,"6"13"-1529,5 18-361,2 6 46,1 8 0,0 3-90,-2-4 0,0 0-90,1 1 0,-1 1 90,0 6 0,-1 0-135,-1 9-90,-1 1-720,1 0-89,-2-25-990,5 2 989,-2-21 900,1-14 0,-7-9 0,-2-6 0</inkml:trace>
  <inkml:trace contextRef="#ctx0" brushRef="#br0" timeOffset="20816">8174 3608 9242,'-9'-8'809,"1"2"91,5 3-720,8 0 269,23 2 1,7 2-360,-8-2 0,4 1-637,0-1 1,6 1 0,6-1 0,4 0 0,2 0 0,1-1 580,-8 1 0,1-1 0,3 0 0,1 0 0,2 0 0,2-1 0,0 1 0,1-1 1,1 1-1,0 0 0,0-1-104,-8 1 0,2 0 0,0 0 0,2 0 0,0 0 0,0 0 0,1 0 0,0 0 0,0 0 0,0 0 0,0-1 0,1 1 1,-1 0-1,-1 0 0,0 0 82,0 0 0,-1 0 0,-1-1 0,0 1 0,1 0 0,-1 0 0,0 0 0,1 0 0,-1-1 0,2 1 0,-1 0 0,2 0 0,0 0 0,1-1 0,0 1-68,-6 0 1,0 1 0,1-1 0,0 0 0,1 0 0,1 0 0,0 0 0,1 0 0,-1 0 0,1 0-1,1 0 1,-1 1 0,0-1 0,0 0 0,0 0 0,-1 0 0,1 0 0,-2 1 0,1-1 0,-1 0-1,-1 1 76,3-1 0,0 1 0,-1-1 0,1 1 0,-2-1 0,1 1 0,-1-1 0,1 1 0,-1 0 0,0-1 0,0 1 0,0 0 0,0-1 0,0 1 0,0 0 0,0 0 0,0-1 0,1 1-72,-1-1 1,0 1 0,0 0-1,-1-1 1,0 1 0,0-1-1,0 1 1,0-1 0,1 1-1,-1 0 1,2-1 0,-1 1-1,1-1 1,1 1 0,1 0-1,0 0 1,2-1 0,0 1 74,-7 0 0,1 0 0,1 0 1,2 0-1,0 0 0,0 0 1,2 0-1,0 1 0,1-1 1,0 0-1,0 0 0,1 0 1,-1 0-1,1 0 0,0 1 1,0-1-1,-1 0 0,0 0 1,-1 1-1,0-1 0,0 0 1,-1 1-1,-1-1 0,-1 0 1,-1 1-1,-1-1 0,-1 1-3,6-1 0,0 1 0,-1-1 0,-2 1 0,0 0 0,-1-1 0,-1 1 0,0 0 0,0 0 0,-1-1 0,0 1 0,1 0 0,-1 0 0,1 0 0,0 0 0,1-1 0,1 1 0,1 0-16,-2 0 1,2-1-1,0 1 1,0 0-1,1 0 1,0-1-1,0 1 1,0 0-1,0-1 1,1 1-1,-1 0 1,1 0-1,-1 0 1,0-1-1,0 1 1,0 0 0,-1 0-1,0 0 1,0 0-1,-1 0 16,1 1 0,1-1 0,1 0 0,-1 1 0,1-1 0,-1 0 0,0 1 0,0-1 0,0 1 0,-1-1 0,-1 1 0,-1 0 0,0-1 0,-2 1 0,0 0 0,-2-1 0,-1 1 0,-2 0 10,14 0 0,-3 0 0,-2 0 0,-3 1 0,0-1 0,-1 0 0,0 1 0,1-1 0,2 1-5,-3-1 1,1 0 0,1 0 0,-1 1 0,1-1 0,0 0 0,-2 1 0,0-1-1,-1 0 1,-2 1-1,8 0 1,0-1 0,-2 1 0,-1 0 0,-2 0-1,-4 0 1,-2-1 417,10 1 0,-6 0 0,1 0-263,2 0 0,1 0 0,-4-1 789,-2 1 1,-6-1-520,-5 0 1866,-14 3-2316,-14 21 0,-4 1 0,-1 4 0,1-4 0,-1 2 598,1 13 1,-1 6 0,1 0-577,-1-10 1,0 1 0,0 0-1,0 0-178,1 1 1,0-1-1,0 1 1,0 3 155,-1 4 0,-1 4 0,0 1 0,1 0 0,0-2-632,0 1 1,1-2 0,0 0-1,0-1 632,0 0 0,-1 0 0,0 0 0,1 3 15,0-7 0,1 3 0,0 1 0,0 0 0,0-2 0,0-3-430,0 2 0,0-3 1,1 0-1,-1 1 415,1 6 0,-1 2 0,0 0 0,0-1 15,-1 0 0,0 1 0,0-2 0,-2-3-15,-1 0 0,-1-3 0,0 1 0,2 0 0,-1 1 0,-2 1 0,0-3 0,-2 2 0,-1-1 0,2-6 45,-1 2 0,-1-2-45,-2 7 0,-3 3 0,2-6 45,4-16 0,0-3-45,-8 10 0,0-6 0,1-12 289,-5-1 1,-5-3-245,-10-5 0,-3-3-45,4 2 0,-5-1 120,2-2 1,-5-1-1,-3-1 1,0 1-121,3 0 0,0 0 0,-2 0 0,0-1 0,1 1 79,4 0 1,1-1 0,0 1-1,-3 0 1,-6 0-80,10 0 0,-3 0 0,-3 0 0,-2 1 0,-1-1 0,-2 1 0,-1 0 0,0-1 0,1 1 0,1 0 0,1 0-132,-2 0 1,-1 0 0,1 1 0,0-1-1,0 1 1,0-1 0,0 1 0,0-1 0,-1 1-1,0-1 132,2 1 0,0-1 0,0 0 0,0 0 0,0 1 0,0-1 0,-1 0 0,-1 1 0,-1-1 0,-2 1 0,0 0-74,10 0 1,-1-1 0,-1 1-1,0 0 1,-1 0 0,-1 0-1,0 0 1,-1 1 0,0-1-1,0 0 1,0 0 0,-1 1-1,0-1 1,1 1 0,-1-1-1,1 1 1,0-1 68,1 1 0,1-1 0,0 1 0,0 0 0,0 0 0,0-1 0,0 1 0,-1 0 0,1 0 0,-1 0 0,0 0 0,-1 0 0,0 0 0,0 0 0,-2 0 0,1 0 0,-2 0 0,0 0-6,6-1 0,0 1 1,-1 0-1,-1-1 1,1 1-1,-2 0 1,0-1-1,0 1 1,-1 0-1,0 0 1,0 0-1,0-1 1,-1 1-1,0 0 1,0 0-1,0 0 1,0-1-1,0 1 1,0 0-1,0 0 1,0-1-1,0 1 1,1 0-1,-1-1 1,1 1 17,0 0 0,0-1 0,-1 1 0,1 0 1,-1-1-1,1 1 0,0 0 0,-1-1 0,1 1 1,-1 0-1,1 0 0,-1-1 0,1 1 0,-1-1 1,0 1-1,1-1 0,-1 1 0,0-1 1,0 1-1,0-1 0,1 0 0,-1 1 0,0-1 1,-1 0-1,1 0-11,1 0 1,-1 0-1,0 0 1,0 0-1,0 0 1,-1-1 0,1 1-1,-1 0 1,0 0-1,1-1 1,-1 1 0,0 0-1,0-1 1,1 1-1,-1-1 1,1 0 0,0 1-1,0-1 1,0 0-1,1 0 1,-1 0 0,2 0-1,-1 0 1,1 0-1,1-1 1,0 1 7,-5-1 0,1 0 0,0 1 1,1-1-1,-1 0 0,1 0 1,1 0-1,-1-1 0,1 1 1,0-1-1,1 1 0,-1-1 0,1 1 1,0-1-1,0 0 0,1 0 1,-1 0-1,1 1 0,0-1 1,0-1-1,1 1 1,-4 0 0,0 0 0,0-1 0,0 1 0,0-1 0,0 1 0,1-1 0,-1 0 0,2 1 0,-1-1 0,1 0 0,1 0 0,0 0 0,1 0 0,1-1 0,0 1 0,1 0 0,1 0-5,-7-1 0,0 0 0,2 0 0,0 0 0,1 0 0,1 0 0,1 0 0,1 0 0,0-1 0,1 0 0,0 0 0,2-1 65,-11-1 0,0-1 1,1 0-1,2-1 0,1 0 1,2 0-1,3 0 0,2 0-47,-3-2 0,5 0 0,2-1 0,0 1 0,-1 0-18,-2 0 0,-2 0 0,2 1 0,0-2 0,2 0 0,-3-3 0,2-1 0,2 0 0,6 0 612,-1-3 1,4 1-613,-3 1 0,2-1 45,7-1 0,4 2-45,7 7 1790,-7-9-1700,9 9 2588,3 3-2678,0-3 1897,4 3-1807,6-9-90,9-26 0,-1 5-72,-2 8 1,1-5 0,0-1 41,-1-1 0,0-1 0,1-5-411,-2 6 0,0-5 0,1-3 0,0-2 0,0 0 0,-1 1 0,1 3 423,0-6 0,0 4 0,0-1 0,0-2 0,1-5 9,-3 12 1,0-2 0,1-4 0,0-1 0,1-1 0,-1-1-1,0-1 1,1 2 0,-1 1 0,-1 2 0,0 3-5,2-5 0,-1 2 0,-1 2 0,0 1 0,1-1 1,-1-1-1,1-2-7,0-1 0,0-3 0,0-2 0,1-1 0,-1 0 0,1 1 0,-1 3 0,-1 2 0,0 4 20,0-5 0,0 5 0,-1 2 0,0 1 0,0-1-68,1-11 1,0-1-1,0 3 1,-2 4-1429,0-6 0,-1 6 1406,0 10 0,0 1-270,-1-6 1,1 3-1990,0 3 1540,-2 10-2468,6-3 0,-6 21 3645,3-2 0,1 0 1,2-1-1</inkml:trace>
  <inkml:trace contextRef="#ctx0" brushRef="#br0" timeOffset="21883">11934 932 13110,'-10'-4'1529,"0"-4"-990,9-9-449,0 3 180,3-20-180,-2-13-135,0 17 0,-1-3-585,-1-6 1,0 1-1,-1-9-1619,0 7 2249,0 29 0,2 3 0,0 4 0</inkml:trace>
  <inkml:trace contextRef="#ctx0" brushRef="#br0" timeOffset="22316">11838 406 10141,'4'-15'90,"-2"5"360,2-2-90,-3 5 449,-2-5-539,-6 6 0,-21 10-90,-4 12-135,6 3 0,2 1-45,-6 8 90,4 10-90,26-8 0,0-9 0,15 9-720,31-13-899,-1-9 1619,-11-4 0,0-4 0,9-7 0,-4-4 0</inkml:trace>
  <inkml:trace contextRef="#ctx0" brushRef="#br0" timeOffset="22867">12118 322 10321,'-5'-11'1619,"0"1"-1439,0 21 0,1 19-135,2-6 0,1 3-90,0 7 0,0 0 0,0-6 0,0-2 45,-2 15-90,-2-19 90,-1-21 0,0-20 0,2-11 0,4 5 0,0-1-90,4-20 90,3 8 0,-1 18 0,8 15 0,3 18 0,0 0 0,14 23 0,2 1 0,-13-15 0,0 0-180,17 11-270,-14-16-269,-6-17 719,-9-14 0,0-5 0,-5-8 0</inkml:trace>
  <inkml:trace contextRef="#ctx0" brushRef="#br0" timeOffset="23100">12319 332 9512,'0'-11'1888,"5"19"-1618,0 16-180,1 4 0,-3 8-1079,-2-2 359,-1-12 630,3 14 0,2-23 0,2 6 0</inkml:trace>
  <inkml:trace contextRef="#ctx0" brushRef="#br0" timeOffset="23600">12477 347 10231,'-5'-11'2339,"2"-1"-2249,7 10 270,4 22-270,1 16-225,-5-2 0,-3 2-225,-2-5 0,0 1-90,-3 0 1,3-5 269,2-16 180,1-29 0,5-18 45,-4 8 0,-1 0 45,0-9 0,0 0-90,1 8 89,1 20-89,6 2 90,19 23-90,5 10 0,3 4 0,-15-12 0,-1 0-90,5 2 1,0-2-541,-4-8 180,-12-15-2248,-1-18 2698,-5 6 0,-9-22 0,-2 15 0</inkml:trace>
  <inkml:trace contextRef="#ctx0" brushRef="#br0" timeOffset="23766">12721 223 9152,'5'18'3058,"-2"23"-2968,1-16 0,-1 1-225,-1 7 0,0 1-1504,-2-5 1,1-3 1376,1 14 0,0-13 0,-1-1 0,2-3 0</inkml:trace>
  <inkml:trace contextRef="#ctx0" brushRef="#br0" timeOffset="24634">16467 1499 10591,'-12'7'2069,"2"-1"-1709,4-17-181,3-4-89,0-6 0,3-13 0,0-3-90,-1-8-1259,0 6 1259,1 16 0,5 18 0,0 8 0</inkml:trace>
  <inkml:trace contextRef="#ctx0" brushRef="#br0" timeOffset="25233">16754 1176 10051,'-4'-16'720,"1"3"-630,-2 7 90,0 2-180,-3 2 90,1 2 0,-4 4 0,-2 3-1,-10 10 1,-3 13-90,3 6 0,7-5 90,12 3-90,11-13 0,1 0-449,22-1-541,0-16 990,-5-3 0,0-2 0,11-7 0,1-5 0</inkml:trace>
  <inkml:trace contextRef="#ctx0" brushRef="#br0" timeOffset="27584">16906 1193 8612,'-4'-9'900,"0"0"-361,1 5-89,-1-1-270,2 9-180,1 0 270,0 13-270,1-6 90,-1 9 90,1 9-180,-1-9 90,1 15 89,0-4-179,0-11 180,0 9 720,0-18-900,-2-12 90,0-2 90,-3-34-180,3 18 0,-1-21 0,0 10 0,1 9 0,0-13 0,2 21 0,-1-8 0,7 11 0,3 4 0,20 21 0,9 14 0,-14-9 0,0 1 0,-5-4 0,0 1 0,0 2 0,-1 0 0,0-2-1440,1 2 721,-12-19-1080,-5-8 1799,-4-8 0,-2-5 0,-2 0 0</inkml:trace>
  <inkml:trace contextRef="#ctx0" brushRef="#br0" timeOffset="27850">17082 1168 9602,'0'-11'539,"0"0"-179,0 4 270,0 0-181,-1-1 1,2 3-360,1 10 0,0-1 90,5 29-90,-3-16 0,2 24 0,-2 7-270,-1-18-180,2 19-1349,-2-27 270,1-8 1439,-1 2 0,3-16 0,1-1 0</inkml:trace>
  <inkml:trace contextRef="#ctx0" brushRef="#br0" timeOffset="28567">17285 1193 10321,'0'-11'1889,"-1"1"-810,1 4-989,1 35 0,1-15 0,0 20 0,-1 5-90,-2 6-45,1-11 0,-1 0-135,-3 9 0,1-14 91,1-28-1,5-35 0,-2-8 90,1 9 0,1 0-90,0-9 90,2 8 0,4 25 0,13 25 0,-1 10 0,-6-6 0,0 2-270,8 15 180,-9-14-540,0-5 1,-5-17-361,-2-10 181,0-9-1,-5-22 540,-4-5 540,-1-3-90,0 14 270,2 7-1,-1 14 721,2-2-1080,4 14 90,-2 2 449,7 25-359,-1 3-225,-3-2 0,1 0-225,2 7-2698,0 10 2878,-5-26 0,1 5 0,-2-7 0</inkml:trace>
  <inkml:trace contextRef="#ctx0" brushRef="#br0" timeOffset="32667">1119 8706 9871,'-7'-11'180,"-3"-7"540,1-1 359,-3-6-359,4 4-1,1 3-179,5 10-360,3 19 45,6 23 0,1 10-135,-3-6 0,1 4 0,0 4-626,-1-8 1,1 4-1,0 2 1,-1 1 0,1-2-1,-1-4 558,0 4 1,-1-4 0,0-1-1,1 4-4,-1 2 0,1 3 0,0 0 0,0 1 0,-1-3-540,1 3 0,-1-2 0,0-1 0,0-2 522,0 1 0,0-1 0,0 1-25,0 3 1,1 2 0,-1 1 0,-1-5 53,0-1 1,-2-4 0,1-1-75,1 10 1,-1-2-1306,-1 5 1,1-9 1097,0-26 0,-4-61 0,0 8 1,1 0-1</inkml:trace>
  <inkml:trace contextRef="#ctx0" brushRef="#br0" timeOffset="33500">1013 8480 10681,'-15'-10'-90,"-1"0"630,6 3-271,0 1 271,2 0-450,9 1 360,19 1-270,9 3 0,9-1 0,-2 1-537,3 0 1,1 1 401,-1-1 0,5 0 0,3 0 0,3 0-418,-9-1 0,2 0 0,3 0 0,0-1 0,0 1 0,0 0 0,-3 0 391,6 0 0,-4 1 0,1-1 0,2 1 0,5-1 0,-11 0 0,3 1 0,4-1 0,1 0 0,1-1 0,0 1 0,-1 0 0,-2 1 0,-3-1 0,-4 1-162,10 0 1,-5 0-1,-3 1 1,0-1-1,2 1 189,-2-1 0,2 0 0,1 1 0,-2-1 0,-2 1 0,-6 0 105,5 0 0,-6 0 0,-2 1 344,4-1 1,-7 1 576,-4 2-801,0-1 2933,-15 9-3023,5 31-90,-8-7 0,0 9-46,-2-1 1,1 7 0,1 3 0,-2-3-113,0-8 0,0-1 0,-1 0 1,2 4 79,-1-5 1,0 3 0,0 2 0,1 1 0,0-1 0,-1-3 0,0-4 16,3 13 1,-1-5 0,1 3-12,-1-5 0,0 4 0,2 2 0,-1-2 0,0-2-195,-1-3 1,1-3-1,0 0 1,0 0 176,-1 3 0,1-1 0,0 1 0,0-1-645,0-1 0,0 0 1,-1-2-1,0-5 690,0 4 0,-2-6 0,1-5 0,-5-5 45,-14-1 1096,-14-7-1051,-8-6 0,-4-4-135,11-3 0,-1-1 60,-2-1 0,-3-1 0,-4-1-116,1 2 1,-4-1 0,-2 1 0,0 0 0,2-1 122,-1 1 1,2 0-1,-1-1 1,-6 1 21,4 0 1,-4 0 0,-5-1 0,-1 1 0,-1 0 0,1 0 0,3 0 0,4 0-54,-6 0 0,4 1 0,2-1 0,-1 1 0,-3-1 2,3 1 1,-3-1-1,-2 1 1,-1-1 0,3 1-1,3-1 1,4 0-39,-1 1 0,5-1 0,2 0 0,-1 0 0,-12 1 0,0 0 0,8-2-279,12-3 1,5-1-1251,-8 1-1748,47-25 2621,11 19 1,8-3-1,2 0 1,7 2 0</inkml:trace>
  <inkml:trace contextRef="#ctx0" brushRef="#br0" timeOffset="34150">3589 9369 11850,'-8'-1'-270,"-8"-1"720,1 1-180,-2-1 540,-6 0 629,3 0-630,-4 1-269,7 0-180,51-1-270,9-2 0,10 0-37,-14 2 1,5-1 0,3-1 0,1 1 0,-1 0-449,0-1 0,1 1 1,0-1-1,2 1 0,2 0 382,-7 0 0,2 1 0,2-1 1,0 1-1,0-1 0,-3 1 0,-2 1-59,4-1 0,-3 0 0,-1 1 0,-2 0 1,-1 0 48,5 0 1,-2 1-1,-2-1 1,-3 1-113,17 0 0,-12 1-135,-20-1 270,-7-4-360,-29 0-1079,-22-5 809,12 3-1259,-4-2 1889,12 1 0,1-2 0,-2-2 0</inkml:trace>
  <inkml:trace contextRef="#ctx0" brushRef="#br0" timeOffset="34516">4682 9134 11041,'-5'-9'1529,"1"-1"-1259,18 8 89,12 7-179,4 4 0,1 2-90,10 6-45,-12-3 0,0 1 135,11 11-180,-12-7 90,11 10-90,-29-10 0,-1-1 0,-15 4 45,-12-4 0,-4-1-45,-6 6 0,-5 3 0,-1 1 0,-5 5-450,15-11 0,1 0-179,-6 6 629,7 3 0,15-20 0,-1 5 0</inkml:trace>
  <inkml:trace contextRef="#ctx0" brushRef="#br0" timeOffset="35350">5234 8881 10501,'6'-19'1259,"-2"7"-629,1-4-180,-3 8-1,0 3-269,-1 9 450,-2 42-480,0-10 0,-1 6 0,1 3-83,0-8 1,1 2-1,0 1 1,0-1-297,-1-1 1,-1 0-1,1-1 1,0 1 273,1 2 0,1 0 0,0 0 0,-1-3 15,1-1 0,-1-2 0,1 1-218,0 2 0,0 1 0,0-3-787,0 7 1,2-7 404,5-12-2737,0-39 2792,2-12 0,-1-21 0,-3 6 0</inkml:trace>
  <inkml:trace contextRef="#ctx0" brushRef="#br0" timeOffset="36066">5295 8610 11041,'29'-9'599,"-1"6"1,7 2 0,2 1-488,3 0 0,4 0 1,1 1-1,-1 0-932,-1 0 1,-1 0 0,1 0 0,5-1 750,-7 1 0,3-1 0,3-1 0,1 1 0,0 0 0,-1-1 0,0 1-153,-4-1 0,0 0 0,0 1 0,0-1 1,0 0-1,-1 0 0,1 0 222,-1 1 0,0-1 0,-1 0 0,1 0 0,1 1 0,1-1 0,3 0 27,-4 0 0,3 0 0,2 0 0,1 0 0,1 0 0,0 0 0,-1 0 0,-1 0 0,-2-1 0,-3 1-12,10-1 0,-4 1 0,-1-1 0,-1 0 0,0 0 0,2 0-25,-2 0 0,1 1 0,0 0 0,0-1 0,0 1 0,-1-1 0,-2 0 25,1-1 0,0 1 0,-2-1 0,-1 0 0,-3 0 0,-5 0 180,3 0 0,-5-1 0,0 1 14,4-1 1,1 0 0,-4 0 15,-1-1 0,-6 1 1051,-7 0-826,-1 1-270,-8 10-90,2-2 2615,5 22-2615,-10-2 0,0 2-90,1-5 0,-1 3 373,-1 11 0,0 6 0,-1 1-313,-3-4 0,-1 1 0,0 0-60,1 0 0,1 0 0,-2 3 18,-1-5 0,-1 4 0,-1 1 0,0-1 0,0-3-907,1 8 0,-2-4 1,1 2 910,0-7 1,0 0-1,0 1 1,-1-1-23,0 8 0,0 0 0,1-6-605,2-8 0,-1-3 605,-1 3 0,1-1 90,1 12-90,-6-32 687,1 3-687,-32-27 0,6 1 0,-2-1 0,0 0 0,-3-1 443,-9 0 0,-5 0 0,-2 1-443,10 4 0,-2 1 0,0 1 0,0 0 9,3-1 1,1 0 0,-1 1 0,-4 0-25,0 0 0,-3 1 0,-3 0 0,-1 0 0,1 1 0,1 0-378,5 2 1,1 0 0,0 0 0,1 0 0,-1 1 0,0-1 377,1 0 0,0 0 0,0 0 0,-1-1 0,-1 2 0,-2 0 3,2 0 1,-2 1 0,-2 0 0,0 1 0,-1-1 0,0 1-1,1 0 1,2 0-133,0 1 1,0-1 0,1 1 0,1 0 0,-1 0 0,0 0 0,0-1-37,-5 1 0,0 1 0,-1-1 0,0 0 0,1 0 0,1 0 0,1 0-210,1 0 0,-1 0 1,1 0-1,3-1 0,2 1 1,4-1 162,-7 1 1,4 0-1,9-3 227,-4-7 0,38-2 0,3-5 0</inkml:trace>
  <inkml:trace contextRef="#ctx0" brushRef="#br0" timeOffset="36533">6185 9072 10681,'6'-9'1439,"-4"-5"-1259,-2 8 270,-8-4 179,-11 8-539,4 0 90,-16 6 0,9 10 0,0 5-90,3 1 0,3 2 0,-6 17 0,5 0-90,10-14 0,4 0 0,7 6 0,6-2 0,8-9 0,1-4-90,8 12-90,-4-14 0,2-4-1080,2-12 1,0-4 1259,21-6 0,-18 2 0,-2-2 0,7-12 0</inkml:trace>
  <inkml:trace contextRef="#ctx0" brushRef="#br0" timeOffset="37084">6601 9121 11490,'-6'-9'990,"-1"-2"-91,0 2-359,1 2 539,-3-3-719,5 32-90,-3 8-270,4 13 90,0-11 0,0 1-45,1-5 0,-1 0-45,0 3 0,0 0 0,-2 15 0,-2-34 90,3-35-90,-1-4 0,3-9 0,1-3 0,-2-7 45,1-1 0,1 1-45,-1 8 0,0-10 0,12 40 0,-3 3 0,16 12 0,0 8 0,0 3 0,9 6 0,-2-1 0,1 3 0,-5-4 0,-1-1 0,9 6 0,-10-7 0,-2-2-720,-2-6 1,-6-3 89,3-4 630,-10-11 0,-2-2 0,-2-4 0</inkml:trace>
  <inkml:trace contextRef="#ctx0" brushRef="#br0" timeOffset="37333">6820 8955 11670,'-7'-17'2159,"3"4"-1619,5 16-450,5 15 179,1 14 1,0 6-315,-1-3 0,0 2-495,-2-1 1,0 2-1,0-3-1099,-1 4 1,0-4 982,-1-6 1,0-3-1,6 9 1,0-16 0</inkml:trace>
  <inkml:trace contextRef="#ctx0" brushRef="#br0" timeOffset="37850">7115 9047 11850,'-5'-19'1170,"0"1"629,3 9-1620,7 13 181,2 24-270,2 1-45,-3 6 0,-1 3-90,-3-12 0,0 0-90,0 9 0,0 0 45,0 8-359,-3-4 359,-4-48 90,1-13 0,-2-20-45,4-5 0,0-1 90,1 22 0,1 0 0,-1-23 0,2 3 45,6 13 89,18 13-179,16 45 45,-7 5 0,0 2-45,-10-8 0,-1 0-135,7 11 1,-2-2-946,3 3-359,-2-3 1439,-7-11 0,-11-20 0,-4-6 0</inkml:trace>
  <inkml:trace contextRef="#ctx0" brushRef="#br0" timeOffset="38084">7438 8905 11221,'1'17'3238,"2"7"-3014,3 16 1,1 4-270,-2-8 1,1 0-136,-1-1 0,0 0-1125,-1 5 1,2-3-1973,5 4 3069,-3-13 0,1-1 0,15 7 0,1-11 0</inkml:trace>
  <inkml:trace contextRef="#ctx0" brushRef="#br0" timeOffset="38616">8815 9311 11400,'-8'-8'2879,"7"2"-2250,30 1-359,14 2-150,-2 1 0,9 0 0,-4 0-930,-4 1 0,3-1 846,-9 1 0,7 0 0,2-1 0,-3 1 0,-5 0-369,6 0 0,0-1 355,2 1 1,5-1 0,2 0-1,-4 0-312,-5-1 0,-3 1 1,0 0 289,2-1 0,1 0 0,-2 1-90,-3-1 0,-1-1 0,-5 1-540,14-5 270,-4 0-1759,-20-1 2119,-27-1 0,-3 2 0,-11-2 0</inkml:trace>
  <inkml:trace contextRef="#ctx0" brushRef="#br0" timeOffset="38983">9808 9065 12030,'4'0'1439,"9"5"-1259,2 6-45,6 3 0,1 2-45,0 0 0,1 0 0,0 2-90,-1-2 0,-2 0 0,9 4-45,-6-4 0,-2-1-45,-1-3 180,5 5 90,-17 0 0,-20 11-90,-7-3 0,-5 0 0,-3 2-90,4-4 0,0-2-90,1 1 0,1-1-990,-4 3 1,2-2 1079,0 0 0,-4 3 0,9-9 0</inkml:trace>
  <inkml:trace contextRef="#ctx0" brushRef="#br0" timeOffset="39733">10689 8889 11850,'6'-12'630,"-1"2"-540,2 8 360,2 22-361,-4 3 1,-1 6-30,-3 5 0,-1 4 0,-1 0-253,1 0 0,-1 0 0,0 2 223,-3 8 0,0 1 0,-1-4 62,2-7 1,0-2-318,0 2 0,-1-6 225,2-16 0,2-13 0,1-16 0</inkml:trace>
  <inkml:trace contextRef="#ctx0" brushRef="#br0" timeOffset="39983">10600 8838 10771,'-2'-9'540,"1"1"-1,14 3-359,-3 2 180,21 3-90,9-1 0,4 0-136,-6 0 1,2 0-315,-1 0 0,2 0 1,-5 0 44,-6 0 0,-4 0-1484,12 0 1619,-29 1 0,-13 5 0,-6 2 0</inkml:trace>
  <inkml:trace contextRef="#ctx0" brushRef="#br0" timeOffset="40183">10731 9063 9961,'-9'24'1080,"6"3"-541,14-15-359,3 0 180,24-7-450,-3-7 0,4-2-1349,5-1 0,2-2 1067,1 1 0,-2 0 0,-8-1 0,-4 0 0,6 1 0</inkml:trace>
  <inkml:trace contextRef="#ctx0" brushRef="#br0" timeOffset="40917">11554 8967 10501,'-17'-28'1799,"8"13"-989,-8-14 449,8 12-360,3 4-539,3 27 0,3 32-360,2-21 0,-1 4-130,-2 6 1,-1 4-1,-1 0 190,0-3 0,-1 0 0,0 0-30,0 5 0,-1 0 0,1-1 0,-1-2 0,0-1 0,1-5 60,-3 11-90,3-48 45,5-18 0,4-12-45,0-9 0,2-6 0,-1 2-279,-1 14 1,-1 2 0,2-2 278,1-14 0,2-3 0,-1 4-45,1 0 0,0 5 45,-2 12 0,-1 2 0,0-8 0,4 10 0,6 23 520,-5 3-520,17 16-45,-3 8 0,1 2-90,-5-8 0,1 0 0,14 10 0,-1-4 135,-3-9 794,8-13-884,-16-15 0,-2-4 90,12-3 0,-7-2 0,0-2-90,7-6 90,-9 8 0,2 6 0,-15 43 0,-3-7 0,-3 8 0,-1 7 0,4 11 0,1-1 0,-4-12 0,2 0 0,4 5 0,3 3 0,1-5-225,1-10 0,3-3-585,11 5 1,5-5-830,-5-14 1,2-8 1630,1-6 1,-2-7 0,0-11 0,-3-5 0,-2-1-1,1 0 1</inkml:trace>
  <inkml:trace contextRef="#ctx0" brushRef="#br0" timeOffset="41466">12574 8098 11940,'-29'-15'54,"0"-1"0,-4 3 0,-7 0 0,-1 0 0,2 1-1080,-1-1 1,2 2-1,-5-1 1086,7 3 0,-2 0 0,-3-1 0,-1 1 0,-3 1 0,0 1 74,1 2 1,-3 1 0,-2 1 0,-2 1 0,1-1 0,1 2 0,2-1 0,3-1-492,-8 0 1,5 0 0,1 1-1,-2 0 1,-6 0 410,14 1 0,-3 0 0,-2 0 0,-2 0 0,-1 1 0,-1 0 0,1 1 0,2 1 0,0 2 0,3 1 35,-8 4 1,1 2 0,2 3 0,0 0 0,2 1 0,0 0 0,2-2-54,-5 0 0,2 0 0,1-1 0,-1 3 0,-2 3-14,9-3 1,-3 2-1,-1 1 1,-1 2-1,2 1 1,1 1 0,4 3-1,5 1-109,0 9 0,5 3 0,3 3 0,2 0 0,1-1 0,0-2 109,-7 4 0,2-2 1,1 0-1,3 6 3,8-9 1,-1 4 0,1 1 0,2 2 0,4 1 0,6 0-1,5-2-131,7-5 0,6 1 1,5 0-1,3 0 0,3 0 1,2 0-1,0-1 1,0-1-1,-1 0 128,2 2 1,0-1-1,1 0 1,1-2-1,1 1 1,1 0-1,3 0 1,2 2-59,-8-10 0,3 1 0,1 2 0,1-1 0,2 2 0,0-1 0,1 0 0,0 0 0,1-1 0,-1-1 0,-1-1 0,-1-2 0,-1-1 0,-2-2 13,8 4 1,-2-3-1,-1-2 1,0-1 0,-1-2-1,1 0 1,1 0-1,2-1-17,-1 0 1,1-1 0,2 1-1,0-2 1,1 0 0,-1-1 0,1-1-1,-1-2 1,-1-2-90,7 0 1,1-3-1,-1-2 1,0-1-1,-1-1 1,-1 0 0,-1 1 92,4 2 0,-3-1 0,0 1 0,1-2 0,3-1-21,-7-1 1,2 1 0,2-1 0,1-1-1,0-1 1,0-1 0,-1-3 0,-2-3-34,-2-2 0,-1-3 0,-1-2 0,0-2 0,0-1 0,-2-1 0,1 0 0,-1-1 94,2-1 0,0-1 0,-1 0 0,0-1 0,-1-2 0,1-3 0,0-3 23,-4 1 0,1-2 0,1-4 0,0-1 0,0-2 0,-1 0 0,-1 0 0,-2 1 0,-3 1 0,-4 1-12,3-4 0,-4 2 0,-2 1 0,-3-1 0,-1-2 0,-2-3 10,-1-2 1,0-3 0,-2-2 0,-2-1 0,-4 0-1,-3-1 1,-5 2 7,-5 5 1,-5-1 0,-4 0 0,-2 0 0,-2 0-1,0 2 1,1 0 0,2 2-68,0-2 1,2 2-1,1 1 1,-2 0-1,-2-1 1,-4-2 43,0 2 0,-1-3 0,-3-1 0,-1-1 0,-1-1 0,-3 2 0,-1 2 0,-2 2 0,-2 4 0,-3 4 0,-4 3 0,-2 2 0,-2 2 0,-1 2 0,0 0 0,1 1 0,2 0 0,3-1-10,-5-5 0,4 1 0,1 1 0,-1 0 0,-3 2 0,-6 0-5,10 9 0,-2-1 0,-3 0 1,-2 0-1,-1 1 0,-2 0 0,0 2 1,-1 1-1,1 1 0,0 2 0,2 3 1,2 2-23,-3 2 0,1 2 0,1 3 0,0 1 0,1 2 0,-1 2 0,0 1 0,0 0 0,0 1 0,-1 1-260,0-1 1,-1 2 0,-1 1 0,0 1 0,0 1-1,0 0 1,0 2 0,1 0 0,0 0 0,0 2 0,2 0 286,1 1 0,-1 0 0,1 1 0,-1 0 0,1 2 0,1 0 0,1 1 0,1 0 0,2 1 0,2 1 0,2 0 0,-4 6 0,2 1 0,2 1 0,2 0 0,2 2 0,2-1 0,2 1 0,2-1 0,6 4 0,-1 1 0,1 0 0,0 0 0,-1-1 0,1 1 0</inkml:trace>
  <inkml:trace contextRef="#ctx0" brushRef="#br0" timeOffset="46250">14052 8979 11400,'-14'-1'3059,"1"-1"-2789,22-1 179,25-2-359,11 0-140,-13 2 0,5 0 0,2 0 140,5 0 0,2 0 0,2 0-228,-5-1 0,3 0 0,0 1 0,0-1 160,-3 1 1,0 0 0,-1 0-1,-3 1 8,0-1 0,-3 0 0,-4 0 15,3 1 0,-7 0-45,-6 0-809,1-2 449,-18-3-2878,-9-1 3325,-8-4 1,4 3 0,0 1 0</inkml:trace>
  <inkml:trace contextRef="#ctx0" brushRef="#br0" timeOffset="46650">14829 8789 11580,'-8'-9'2249,"2"-2"-1619,10 6-91,13 1-179,16 10-270,-1 2 45,-4 3 0,2 4 0,-1 4 0,-1 1-90,4 1 0,0 1 0,1 5 0,-3 0 45,4 7 0,-12-9 0,-17-7 0,-19-8 0,-16 6-46,3 1 1,-2 3-180,6-1 1,1 0-46,-1 2 0,2 0-1529,-2 19-1568,16-15 0,2-1 3206,6-7 1,10-7-1,2-1 1</inkml:trace>
  <inkml:trace contextRef="#ctx0" brushRef="#br0" timeOffset="47316">16260 8746 11940,'2'-22'3276,"-2"-2"-2324,-2 16-323,-6-5 271,-16 10-720,5 1 45,-8 6 0,-2 3-46,6 3 1,0 2-90,-2 3 0,1 2-90,-8 12 180,25 13-90,26 0-90,-2-3 0,6-9 0,6-2-45,0-5 0,0-1-45,4 5 0,-1 0 0,-1-2 0,-5-1 0,1 12 0,-30-1 90,-7-15-90,-21 5 90,5-16 0,-1-2 0,-6 3 0,4-3 0,3-5 0,9-13 0,5 2 0,12-23 0,14 4 0,8-4 0,-1 1 0,0-3 0,1-1 0,-1 1 0,4-4 0,0 0 0,-6 6 0,-3 0 0,-5 2 0,-2-9 0,-9 5 0,-15 11 0,-11 14 0,-6 5-225,1 9 1,0 4-406,-1-1 0,2 3-1009,3 5 1,6 2-571,9 4 2209,37 7 0,1-15 0,16 4 0</inkml:trace>
  <inkml:trace contextRef="#ctx0" brushRef="#br0" timeOffset="47733">16905 8772 11850,'-12'-16'2339,"4"6"-1170,-18-3-89,-8 22-766,6 8 1,0 6-90,1 4 0,4 5-45,-1 12 0,7 3-135,11-7 0,8-1 0,13 1 0,7-4-45,0-13 0,3-7 0,14-5 0,2-12 0,-12-13 0,-1-6 45,-3 3 0,-3-4-45,-4-13 0,-7-3 0,-11 6 0,-4 0 0,4 2 0,-4-1 0,-17-12 0,-6 6-90,-6 9-585,-7 10 0,-2 8-1843,3 25 879,17 4 1,6 3 818,11 10 1,24 8 0,2-18 0</inkml:trace>
  <inkml:trace contextRef="#ctx0" brushRef="#br0" timeOffset="48034">17461 8913 12120,'-8'-20'3276,"0"1"-975,3 6-1761,12 8 269,24 21-629,-3 0 0,4 4 0,3 3-45,-4-1 0,0 0-495,1 0 0,0 1-720,0 0 1,-3-2 270,-5-4 809,-8-5 0,-17-22 0,-2-2 0</inkml:trace>
  <inkml:trace contextRef="#ctx0" brushRef="#br0" timeOffset="48218">17760 8959 11850,'-10'-43'1349,"-1"5"-179,3 28-900,-1 6 269,-11 9-134,-5 20 0,-2 7-270,8-10 0,1 2-345,-6 8 0,-1 4 0,5-2-960,6-8 1,5-1 1169,-1 6 0,6-2 0,12-6 0,11-7 0</inkml:trace>
  <inkml:trace contextRef="#ctx0" brushRef="#br0" timeOffset="49983">18434 8660 10591,'5'-9'1799,"0"2"-990,-2 2-629,-7 3-180,-5 0 0,0 3 90,-3 0-90,6 0 0,0 0 2699,-1 0-2699,16-2 0,-5 2 0,13-3 0,-9 2 90,9 0 0,-10-1 0,14-1 0,1-1-90,10 0 90,9 1-90,-15 1 0,4 3 0,-9 7 0,-5-1 89,4 17-89,-22 10 0,-8 11 0,-3-16 0,-3-1 0,-7 8 90,-7-2-90,13-16 0,6-6 0,-2 2 0,17-11 90,4-1-90,14 1 0,-6-2 0,10 10 0,-17 4 0,-8 22 0,-10-7 0,-12-2 0,-5-2 0,-9 0-90,5-8 0,1-3-179,3-5-541,3-3-2467,13-14 2567,11-7 0,4-9 0,11-5 1</inkml:trace>
  <inkml:trace contextRef="#ctx0" brushRef="#br0" timeOffset="50416">18951 8695 11311,'-6'-8'3276,"9"0"-1605,12 3-1132,26-3-359,-14 3 0,1 1-90,2 1 0,0 0 0,1 0 0,-2 3 0,9 10 0,-18 16-45,-25 8 0,-10 5-45,1-9 0,-2 0 0,-1 2-984,-3 4 0,0 1 0,0-2 984,-4 5 0,2-3 45,4-5 0,3-2-225,1 8-450,3-1-989,12-11 630,3-16-2288,19-9 2457,-10-4 1,19-5 0,-10 0 0</inkml:trace>
  <inkml:trace contextRef="#ctx0" brushRef="#br0" timeOffset="50717">19583 8955 12120,'-11'-18'3148,"3"5"-1349,1-1-1439,15 15 270,19 15-540,-3-1 0,-2 2 0,1 3 44,-3-1 1,-1-1-225,11 10-180,-10-9 1,-1-1-2790,4 1-218,-5-6 2457,4-1 1,-16-14 0,0-2 0</inkml:trace>
  <inkml:trace contextRef="#ctx0" brushRef="#br0" timeOffset="50900">19861 9007 11580,'-2'-39'1530,"-3"2"-451,-2 8-270,-22 28-494,4 18 0,-2 8-135,-4 4 0,-1 6-300,5-3 0,-1 3 0,4-3-105,3-3 0,2 0-1304,-3 6 0,6-3 1529,13-9 0,1 2 0,9-9 0</inkml:trace>
  <inkml:trace contextRef="#ctx0" brushRef="#br0" timeOffset="51419">20312 8704 11850,'12'-10'1260,"0"0"269,-4 5-90,-1-1-810,1 11 1,-14 20-270,-5 15-180,-2-6 0,-3 1-90,3-6 0,0 0-45,0 6 0,3-2-45,7 1 0,21-2 0,11-21-45,-3-5 0,-1 0-45,8 3 90,-10 5 0,-2 4-90,-4 9 90,0 20 0,-13-22 0,-11 6 90,-22-10-90,6-5 0,-20 3-1529,-1-14-1620,13-7 3149,0-16 0,28-8 0,12-11 0</inkml:trace>
  <inkml:trace contextRef="#ctx0" brushRef="#br0" timeOffset="51650">20407 8795 11670,'-3'-11'2159,"1"2"-1169,0-1-451,2 4 91,11-4-90,17-1-361,17-3-358,-4 3-541,-11 4 0,2-1-919,-2 2 1,0-1 1269,0 1 1,-1 0 0,2-1 0,-2 2 0,5 0 0</inkml:trace>
  <inkml:trace contextRef="#ctx0" brushRef="#br0" timeOffset="51949">20918 8789 15088,'7'10'2159,"0"12"-1889,-3-4 45,-2 6 0,-1 4-91,-2 1 1,-1 0-135,1-1 0,-1 2 90,-4 14 0,-1 0-405,1-13 0,0-1-765,-1 5 1,2-1-2288,1 12 2457,10-29 1,8-20 0,5-9 0</inkml:trace>
  <inkml:trace contextRef="#ctx0" brushRef="#br0" timeOffset="52366">21160 8861 11670,'0'-11'2159,"0"-2"-1439,1 7-450,1-3 1259,18 2-1259,-8 3 89,22-1 271,10 6-540,-14 0 0,-3 2 0,0 4 270,12 23-270,-13 0-1,-27 14 1,-13 5-45,-6-16 0,-5-1-889,1 1 0,-3 3 0,2-6 844,1-5 0,2-3 0,-10 16 450,35-20-270,5-6 44,19-7 1,7-5-135,-3-3 0,3-2-510,3-1 0,3-1 1,-3 1 14,-3-1 0,-2 0-899,7 0 0,-2-1 1304,10-6 0,-11 3 0,7-4 0</inkml:trace>
  <inkml:trace contextRef="#ctx0" brushRef="#br0" timeOffset="52617">22056 9199 12570,'9'-1'3276,"0"0"-1335,-2 1-1312,1-1-89,0 1-3817,-1-1 0,-19-2 2457,1 0 1,-29-5 0,3 0 0</inkml:trace>
  <inkml:trace contextRef="#ctx0" brushRef="#br0" timeOffset="53549">16060 9702 9602,'-24'0'2068,"-22"1"-1708,22-1 450,-23 0 1258,30 1-1438,38 0 0,19 1-415,-8 0 1,6-1 0,4 1 0,3 0 0,2 0-626,-6-1 0,2 1 1,1 0-1,3-1 1,1 1-1,4 0 0,1 0 1,4 0 424,-17-1 1,2 0 0,2 0 0,2 1 0,2-1 0,0 0 0,2 1-1,1-1 1,0 0 0,1 1 0,0-1 0,1 0 0,-1 0 0,0 1-1,0-1 1,-2 0 0,0 0 0,-1 0-78,1 1 0,-2-1 0,1 0 1,-1 0-1,-1 0 0,1 0 1,-1 0-1,1 0 0,-1 0 1,1 0-1,1 0 0,-1 0 1,2 0-1,0 0 0,2 0 1,0 0-1,1 0 80,-8 0 0,2 0 0,0 0 0,2 1 0,0-1 0,1 0 0,1 0 0,0 0 0,0 1 0,1-1 0,0 0 0,0 0 0,1 1 0,-1-1 0,0 0 0,0 0 0,-1 0 0,0 1 0,-1-1 0,0 0 0,-1 0 0,-1 0 0,0 0 0,-2 0 0,-1 0-97,7 0 0,0 0 1,-2 0-1,0 0 0,0 0 1,-2 0-1,1 0 0,-2 0 1,0 0-1,0 0 0,-1-1 1,0 1-1,0 0 0,0 0 1,-1 0-1,0 0 1,0 0 84,8 0 1,-1 0 0,0 1 0,0-1 0,0 0 0,-1 1 0,-1-1 0,0 0 0,-1 0 0,-1 1 0,0-1 0,-1 0 0,-2 0-42,9 0 0,-1 0 0,-1 0 1,0 0-1,-2 0 0,-2 0 0,-2 0 1,-2-1-1,-3 1 170,13 0 0,-5 0 0,-3 0 0,1 0-10,-5-1 1,1 0 0,-1 0 0,-2 0 0,-3 1 417,5 0 0,-4 0 1,-7 0-454,4-1 1497,-7 2-3116,-17 3 3407,1 0-5155,-13 9 2972,-16 0 0,-10 3 0,-12-2 0</inkml:trace>
  <inkml:trace contextRef="#ctx0" brushRef="#br0" timeOffset="60600">15223 7146 9961,'1'-11'1350,"-1"-1"-721,1 1 91,0-2-91,1 4-539,-1 11 90,-5 29 0,-5 15-90,2-1 0,-2 5-893,3-11 0,0 4 0,-1 1 0,1-5 833,0-3 0,1-3 0,1 0 0,0 2 0,1 0 0,2-4-806,3 1 0,1-4 686,2 13-450,7 6-2737,9-36 528,-6-5 2749,9-8 0,-7-9 0,2-3 0</inkml:trace>
  <inkml:trace contextRef="#ctx0" brushRef="#br0" timeOffset="61000">15604 7289 11580,'-14'11'810,"-19"22"-720,17-12 45,-4 10 0,0 4 0,10-6 0,3 1-90,-1 7 0,2 1 44,9 4 1,4-4-90,5 6 45,1-19 0,4-4 45,23-5-90,-11-5 45,0-8 0,0-5 135,8-17 90,-7-4 0,-32-17-270,-13 18 90,-11 8 0,-5 4-180,6 10 0,-1 3-450,-1-1 0,0 3 540,-13 10 0,33 0 0,15-2 0</inkml:trace>
  <inkml:trace contextRef="#ctx0" brushRef="#br0" timeOffset="61366">16568 7148 12480,'-8'-10'540,"2"1"-450,4 11 359,5 38-449,-1-7 90,-1 5 0,-2 4 45,-3 8 0,-1-2-793,1-12 0,1-1 688,-1 0 0,1 3 0,1-3 60,4 3 0,2-4-90,-3-8 0,2 0 156,5 9 0,5-5-966,11-12 451,-4-1-1171,11-21 1530,-18-16 0,2-6 0,-7-8 0</inkml:trace>
  <inkml:trace contextRef="#ctx0" brushRef="#br0" timeOffset="61533">16585 7540 11400,'30'-16'1080,"13"-1"-990,-2 4-225,-1 2 0,2 0-1214,-15 5 0,-1-1 1349,8-1 0,-2 1 0,10 0 0,-17 4 0</inkml:trace>
  <inkml:trace contextRef="#ctx0" brushRef="#br0" timeOffset="61767">17080 7491 11580,'8'2'1979,"-3"2"-1799,-5 9 90,-4 14-135,1 0 0,0 3-90,1 0 0,-1 0-90,1-1 0,1-2-270,0-1 0,2-1-2962,1 1 2567,1-1 0,-1-11 0,-2-13 1</inkml:trace>
  <inkml:trace contextRef="#ctx0" brushRef="#br0" timeOffset="62017">17028 7235 11400,'2'-20'2519,"-1"4"-1889,0-1 179,1 7-809,4 13-450,-1 2-1079,3 11-1748,0-1 2634,-2-3 1,-1-6 0,-3-5 0</inkml:trace>
  <inkml:trace contextRef="#ctx0" brushRef="#br0" timeOffset="63266">17274 7560 12840,'0'-10'3148,"0"1"-3058,4 19 0,-2-3 90,4 24 90,-4 12-270,0-13-90,-2-3 0,-1 0 0,0 3 90,0-3 0,3-14 0,2-25-90,0-1 90,5-24 0,0 0-90,7-5 90,1 11-90,-4 18 0,5 18-90,-3 10 90,-2-1-90,3 8 90,-4-8 90,6-4-90,7-18 90,1-13-45,-8 1 0,-1-1 45,10-11-90,3 3 90,-10 25-90,-5 23 90,-8 1 0,-5 19 0,1-1 0,-1-11 0,4 13-90,12-19 90,4-5 0,27-9 0,-14-11 0,-6-5 0,2-3 0,5-8 0,-2-2-307,-8 7 1,-2-1 306,14-10 0,-4-4-45,-16 5 0,-4 0 45,9-11 0,-11 9 0,-9 3-90,-22 9 90,3 3 0,-27 19 0,14 18 0,1 6 0,6-6 0,1 1-45,-6 17 0,9 2 45,19-15 0,6-2 352,4-3 0,5-4-352,10-7 0,2-5 0,11-1 0,-5-14 0,1-6 0,-5-7 0,-1-5 0,4-4 0,-1-3 44,-1-9 1,-5-1 0,-11 11 0,-4 2-45,1-15 0,-10 24 0,-6 19 90,1 11-90,0 18 0,9 13 0,2-8 0,8 3 0,7-7 0,-5-8 0,10 14 90,-17-10-90,-9 6 0,-22 5 0,-11-9-719,-2-6 719,13-9 0,11-9 0,7-3 0</inkml:trace>
  <inkml:trace contextRef="#ctx0" brushRef="#br0" timeOffset="63450">18820 7710 12840,'8'-3'1709,"-1"0"-4986,-4 1 2457,-19 4 1,-9 0 0,-20 4 0</inkml:trace>
  <inkml:trace contextRef="#ctx0" brushRef="#br0" timeOffset="63933">14867 8011 11580,'-9'-7'2069,"3"1"-1709,6-2 809,13 2-449,10 0 0,5 1-271,16-1-864,-11 3 0,7-1 1,4 1-1,4 1 582,-9 1 0,2 0 0,2 1 0,3 1 0,1-1 0,1 0 1,1 1-322,-6-1 0,1 0 0,1 0 0,1-1 0,1 1 0,1 0 0,1 1 0,1-1 0,1 1 0,2-1 182,-11 1 0,3 0 0,0 1 0,3-1 0,0 1 0,1-1 1,0 1-1,1 0 0,-1 0 0,1 0 0,-1-1 0,-1 1 1,-1 0-1,-1 0 0,-2-1 0,-1 1-199,9-1 0,-3 1 1,-1-1-1,-2 1 1,-1-1-1,1 1 0,0-1 1,1 1-1,1 0 1,2 0 189,-5 0 0,1 0 0,1 1 1,2 0-1,1-1 0,-1 1 1,1 0-1,0 0 0,-1 0 0,0 0 1,-2 0-1,-1 0 0,-2 0 1,-3 0-112,11 0 1,-3 1 0,-3-1 0,0 0-1,-2 0 1,0 1 0,1-1 0,0 0 102,0 0 0,1 1 0,0-1 1,-1 0-1,1 0 0,-2 0 0,0 1 1,-2-2 2,6 2 1,1 0 0,-2-1 0,-2 0 0,-3 0 0,-6-1 30,18 0 0,-15-2 759,-20-4-804,-9-6 890,-17 2-4167,-14 1 0,3 7 0,0 2 3154,1 2 0,-3-3 1,-4-1-1</inkml:trace>
  <inkml:trace contextRef="#ctx0" brushRef="#br0" timeOffset="72617">2172 9690 9961,'8'-4'3276,"1"4"-2684,-4 2-322,7 20-270,-5-1 135,6 17 0,0 10-887,-5-11 0,-2 3 1,1 0 781,0-1 0,1-1 0,0 5 6,-3-4 0,0 5 0,0 1 0,-1 0 0,1-2-14,-1 5 0,1-2 1,-1 0-1,0 0 0,1 1 1,0 0 0,0 1-1,0 1-4,0-2 0,1 1 0,0 1 0,0 0 0,0-3 27,2 2 0,0-2 0,0 0 0,0 1 27,-1-1 0,1 2 0,0 0 0,-1 0 0,0-2-27,2 5 0,-1 0 0,0-3 0,-1-3-45,0 0 0,-1-4 0,-1-2 90,-1 2 0,-1-5 638,-1 2-368,1 4 90,-2-13-91,0-12 271,-3-7-450,-2-6 2156,-5 2-2066,2-6-180,-1 3 0,1-3 0,2 2-90,-1 0 0,11 1 0,20 2 45,13-5 0,8 0-45,-6 0 0,3-1 0,2 1-193,-3 0 0,3-1 1,0 1-1,-2 0 80,-4 0 1,0 0 0,-2 1-1,0 0-187,6 1 0,-1 0 1,-4 1-469,-2 0 0,-4 0-851,6-1-1658,-13-9 1067,-18 0 2210,2-7 0,-5 2 0,1-3 0</inkml:trace>
  <inkml:trace contextRef="#ctx0" brushRef="#br0" timeOffset="73000">3655 11711 11221,'-12'-32'2788,"1"5"-1259,4 5-1259,4 24 180,2 30-315,2 4 0,0 7-76,1-9 1,0 3 0,0-1-105,1 14 1,2-1-496,0-2 0,2-6-2737,4-2 2457,-4-21 1,-6-22 0,-3-12 0</inkml:trace>
  <inkml:trace contextRef="#ctx0" brushRef="#br0" timeOffset="73333">3528 11643 11041,'3'-21'1259,"7"-4"-1169,-1 11 90,13-5 180,21 5-270,-10 4-1,-2 4 1,2 3 90,12 14-180,-4 4 90,-11 3 0,-28 12 0,-27 0 0,1-2-45,-1-8 0,-2-2 45,-6 0-90,-2 2-720,7-5 720,21-10 0,3 3 0,10-6 0</inkml:trace>
  <inkml:trace contextRef="#ctx0" brushRef="#br0" timeOffset="73866">4141 11643 10771,'-7'-7'629,"1"-1"-269,2 4 90,0-1 450,0 1-811,1 7 181,6 13-90,2 12-90,2-4 0,2 1 0,4 16-180,5 4 0,-10-24-1439,-2-6 1529,-12-12 0,-5-3 0,-8-1 0</inkml:trace>
  <inkml:trace contextRef="#ctx0" brushRef="#br0" timeOffset="74483">3665 11818 10681,'9'-9'360,"-1"1"359,4-2-269,-1 3 90,14-8-450,-11 9 90,9-2 179,8 4-269,-3 3 45,3 3 0,1 4-45,7 9-45,-10 1 0,-3 0 45,-3 5 0,-4 11 90,-19 1-180,1-9 90,-6 15 0,3-6-90,2-6 0,6 8-360,4-19-1889,9-5 360,-6-6 1889,3-4 0,-7-2 0,-1-1 0</inkml:trace>
  <inkml:trace contextRef="#ctx0" brushRef="#br0" timeOffset="75150">4120 11633 10681,'3'-11'360,"1"1"-90,4-3-181,-2 6 91,12-4 0,3 5-180,-2 1 180,18 8-90,-12 9 90,12 16-90,-17-8 0,-7 12 270,-22-2-270,1-8 90,-20 13-1,3-15-1708,-2-2-1748,14-15 3062,10-5 0,15-11 0,0 5 0</inkml:trace>
  <inkml:trace contextRef="#ctx0" brushRef="#br0" timeOffset="75733">4555 11641 11670,'-4'-10'3276,"0"-2"-2954,3 23 38,2 22-270,1-5 0,0 5 0,3 15 0,0 1-45,-1-10 0,0-1 0,0 3 0,0-4-45,0-2 90,-3-13-90,-16-40 0,5-7 0,0-6 0,-4-6 0,0-2-45,1-7 0,3 1 45,5 11 0,2 4 0,9-6 0,29 36-90,-7 8 90,-1 7 0,3 4 0,4 2 0,-1-1 0,-10-5 0,1-1 0,17 11 0,-2-3 0,-4-6-810,10 0-1348,-17-18-1119,-12-13 2702,-10-4 0,-10-10 0,-2 5 0</inkml:trace>
  <inkml:trace contextRef="#ctx0" brushRef="#br0" timeOffset="75950">4879 11544 11670,'-1'-14'2879,"5"12"-2070,4 27-539,3 11-210,-4-6 0,0 6 0,-1-4-330,3 16-135,-1-4 1,-1-1-2873,-5-2 0,-1-11 3116,-5 1 1,-6-18-1,-1 0 1</inkml:trace>
  <inkml:trace contextRef="#ctx0" brushRef="#br0" timeOffset="76483">4031 11739 10681,'6'-9'719,"1"1"1,3 4-270,6 6 0,4 9-271,-4 2 91,8 21-135,-12-9 0,-1 4 0,4 6 0,-1 1-90,0 4 0,-1-2-90,-5-11 0,0-1-405,6 17-629,-8-20 539,1-2 540,-3-5 0,-3-13 0,1 1 0</inkml:trace>
  <inkml:trace contextRef="#ctx0" brushRef="#br0" timeOffset="77516">5638 11819 11041,'-10'-3'3276,"0"1"-2055,38 1-1041,-4-1 0,2 1-90,16-1 0,5 0-30,-8 0 0,1 0 0,0 1-30,-3-1 0,-1 1 0,0 1-30,2-2 0,-1 1 0,-2 0-90,4 1 0,-4 0-135,-6-1 0,-4 0-3052,0-1 0,-16-2 2869,-11 2 0,-14 0 0,0 3 1</inkml:trace>
  <inkml:trace contextRef="#ctx0" brushRef="#br0" timeOffset="77933">6137 11721 11400,'-9'-12'2069,"18"11"-1529,12 10-360,7 6 0,-3 1 0,2 1-45,-2-1 0,-1 1-135,-1-3 0,0 2 134,7 5 1,-3-2-45,-6-5 180,14 11 90,-22-19-360,-12 0 180,-23 2-180,-4 3 0,-5 4-120,2 5 0,-3 3 0,2 2-720,-3 3 1,2 2 0,0 0-254,3 0 1,0 0 0,5-1 436,-1 3 1,6-3-1,5 6 1,10-17 0</inkml:trace>
  <inkml:trace contextRef="#ctx0" brushRef="#br0" timeOffset="79000">7475 11452 9691,'9'-8'-89,"4"-2"268,-8 5 91,5-4-90,-6 5-360,2-1 180,-3 1 0,0 0 0,0 0 0</inkml:trace>
  <inkml:trace contextRef="#ctx0" brushRef="#br0" timeOffset="82116">7545 11459 8882,'8'-6'1079,"3"-1"-179,-7 5-540,6 6 359,-3 29-629,-1-2 135,-3 10 0,-1 4-90,0-5 0,-1 0-319,0 0 1,1 0 273,0 9 0,0-2-135,-1-18 0,1-1-315,0 4 1,1-2 381,8 12 1,3-29-1,7-11 1</inkml:trace>
  <inkml:trace contextRef="#ctx0" brushRef="#br0" timeOffset="82517">7947 11523 10771,'1'-10'1529,"0"0"-1169,-9 18 90,-3 20-226,-2 10 1,0 3-180,4-13 0,2 2 15,-1 5 0,0 3 0,2-3 30,5-5 0,2-1-45,-3 2 0,3-1 0,5 2 0,5-4-45,12 0 0,2 1 45,-1-20 0,3-7-45,10-11 45,-9-1 0,-2-3-45,1-7 90,-10-11 0,-33 8-90,6 7 0,-30 0-630,3 23-1009,13 2 1,0 1-1471,-7 6 3109,9 4 0,20-14 0,0 0 0</inkml:trace>
  <inkml:trace contextRef="#ctx0" brushRef="#br0" timeOffset="83034">8505 11517 11580,'-13'-16'990,"-4"2"-361,-4 6-179,-6 7-360,7 3 270,-10 11-90,-2 12-180,13-9 0,0 3 0,-2 9 0,3 4-45,7 2 0,4 2-1,7 5 1,3 0-45,1-10 0,4-2 45,7 3 0,5-4-45,19 3-45,-12-18 0,3-3 45,0-5 0,0-7 0,3-12 0,-3-5 90,4-8-90,-16 3 0,-5-4 0,-16-5 0,-4 0 0,0-14 45,-11 2 0,-6 4-90,3 22 0,-2 4-180,-5-1 1,-1 5-136,-13 4-1979,6 33 2339,27 1 0,2 8 0,14-1 0</inkml:trace>
  <inkml:trace contextRef="#ctx0" brushRef="#br0" timeOffset="83350">8987 11651 12030,'-10'-22'2789,"2"6"-2250,11 5 1,25 18-405,-4 1 0,2 4-90,14 8 0,1 2-585,-4-1 0,-1-1-494,-4-1 0,-3-1 1034,2 1 0,-20-13 0,-7-4 0</inkml:trace>
  <inkml:trace contextRef="#ctx0" brushRef="#br0" timeOffset="83533">9271 11657 11131,'-11'-18'989,"-3"0"-179,5 13-181,-18 13-269,-7 19-270,10-3 0,0 4-585,0 3 1,2 2-1145,2-1 1,4-2 1063,-5 11 0,13-9 0,9-18 0</inkml:trace>
  <inkml:trace contextRef="#ctx0" brushRef="#br0" timeOffset="84167">9824 11455 12570,'0'-10'2698,"-13"2"-1888,-12 8-406,0 5 1,-1 2-225,-9 5-45,11-1 0,1 4 225,-2 19-270,9-10 0,9 24-225,19-27 0,6 0-45,-2 2 0,3 0-90,16 8 0,0-3 181,4 1-91,-10-11 0,-1 0-180,-2 3 270,-3 4-90,-23 4 180,-10-14 0,-22 6 90,-10-11 0,12-1 0,-18-2 0,27-12-90,3-17-45,19-3 0,5-3 45,5-7 0,3 1-45,0 2 0,2 0 45,4-4 0,-2 0 0,-8 12 0,-3 1 90,0-8 0,-4 2 0,-17-14-90,-31 22-90,11 15-360,-12 16-2518,20 14 1529,9-8-1838,6 10 3196,15-17 1,10 4 0,1-3 0</inkml:trace>
  <inkml:trace contextRef="#ctx0" brushRef="#br0" timeOffset="84566">10288 11418 12030,'4'-11'2249,"0"2"-1170,-6 3 181,-6 4-271,-13 15-719,-1 2-1,1 10 1,0 6 45,6 4 0,2 3-360,1 7 0,6 2-180,7 1 0,10-3-45,11-12 1,6-5 179,-8-9 0,2-5 0,7-6 0,2-8-45,0-12 0,-2-5 135,12-4 0,-9 0 0,-6-8 135,-19-8 0,-9-1-90,1 7 0,-6 0-45,-10-4 0,-8-3 0,-2 8-315,-2 10 0,-4 7-778,-1 4 1,-3 4 0,4 4-2185,-11 14 3238,20 3 1,4 2 0,8 3-1,-2 6 1</inkml:trace>
  <inkml:trace contextRef="#ctx0" brushRef="#br0" timeOffset="87550">6717 12621 11221,'8'-14'449,"1"3"-89,1 0 90,4 22-360,-8 0 45,0 14 0,0 8 44,0 8 1,0 3-120,1-8 0,0 3 0,1-1-300,0-2 0,1 0 1,-1-3 239,3 3 0,0-4 90,14 6 0,-2-29 0,0 1-90,13-24 45,-18-3 0,-1-5 0,1-4 0,-1-2-45,0-1 0,-4 1 0,0-11 809,-8 20-809,1 20 0,5 16 0,0-2 0,7 16 0,12-13 0,-10-6 0,18-6 180,-2-33-90,-9 4 0,-8 2 0,-2-3 0,-7-1 0,-4 1 0,4-11-45,-7 6 0,-4-1-135,-9-5-1080,-3 2-2068,-4 17 3238,8 21 0,4 14 0,7 1 0</inkml:trace>
  <inkml:trace contextRef="#ctx0" brushRef="#br0" timeOffset="87833">7759 12802 12030,'-23'-4'2159,"2"-2"-2069,25 2 180,20-4-450,5 1-1349,-4 3 0,0 1-1748,-5 0 3151,1 5 1,-22 5 0,-2 3 0</inkml:trace>
  <inkml:trace contextRef="#ctx0" brushRef="#br0" timeOffset="88017">7735 12967 10951,'2'9'1709,"0"-3"-1259,11-5-181,-3-2 361,35-9-675,-21 5 0,1-2-1594,16-3 1,1-1 1554,-11 3 1,-2 0-1,-1-1 1,-2 1 0,4-2-1</inkml:trace>
  <inkml:trace contextRef="#ctx0" brushRef="#br0" timeOffset="88550">8344 12699 12300,'-7'-11'899,"1"-1"361,10-4-631,10 0-179,25-12-270,-9 15 0,17-2 90,-5 15-180,-9 3 90,9 19-180,-31-7 0,-6 17 90,-24 3-90,5-9 90,-13 15-90,12-9 0,3-9 0,9 13 0,24-11 0,6 4-90,4-5 90,-3 0 0,-18-4 0,0-1 0,-23 19 0,-19-5-225,8-8 0,-2 0-495,3-5 1,0-2-181,-11 6 900,18-13 0,12-9 0,1 0 0</inkml:trace>
  <inkml:trace contextRef="#ctx0" brushRef="#br0" timeOffset="89000">8862 12748 12750,'-3'-9'1799,"2"-1"-810,9-1-719,1 1 540,20-7-181,8 2-539,-1 1 180,-6 7 0,1 1 0,4 6-1,10 12-179,-34 21 0,-10 2-90,-16-2 0,-6 1-45,2-4 0,-1-2 45,0 1 0,0 0-90,-4 5 1,3-3-1,5 1 0,1 11 90,16-25-90,14-3-270,21-15 180,-8-1-270,4-4 1,4-3-946,-3-2 1,0-2-245,0 1 1,0 0 1591,2-3 1,-2-1 0,6-3 0,-2-3 0</inkml:trace>
  <inkml:trace contextRef="#ctx0" brushRef="#br0" timeOffset="89417">9734 12737 12480,'-2'-11'2339,"0"2"-990,-14 7-989,3 10-46,-2 13 1,0 5-45,5 19-315,8-7 0,4-1-45,8 0-90,20 2-90,18-29 180,-6-7 90,1-16 0,-2-10 135,-20 4 0,-4-5 90,5-19 0,-6-2-180,-12 20 0,-5 0 0,-6-10 0,-6 3 45,-6 14 0,-2 4-180,-9-9-90,5 12 0,-2 7-1459,1 13 1,2 5-1639,-7 6 2464,-5 9 1,36-9-1,8-8 1</inkml:trace>
  <inkml:trace contextRef="#ctx0" brushRef="#br0" timeOffset="89600">10358 12637 12660,'11'-4'2159,"-2"1"-1620,-1-1-1168,-2-1-2648,-2 1 2994,-13-1 0,-11 0 1,-14 0-1</inkml:trace>
  <inkml:trace contextRef="#ctx0" brushRef="#br0" timeOffset="90550">6978 11031 11400,'-12'0'1440,"15"-5"-361,36-2-719,-12 2 0,3 1-46,15 1 1,1 3-90,-6 6 0,-2 6-135,-5 2 0,-6 9 45,-12 18 0,-10 4-90,-3-16 0,-5 1-45,-5 1 0,-3 2 0,-3-2 45,-9 4 0,-2-2-45,9-9 0,-1 1 0,-9 7 0,3-4 0,9-12 0,6-8 0,30-35 0,-4 2 0,2-3 0,1 1 0,1-3 0,-3 0 0,0-2 0,-1 1 0,2-7 0,-1 1 0,1 0 0,-1-2 0,-6 7 0,0-2 0,-2 5 0,2-13-45,-1 8 0,-7 11 45,-9 24 45,-8 27 0,-1 11-90,3-13 0,0 2 45,-1 10 0,-1 6 0,3-4 45,5-8 0,2-1-135,3 12 0,2-1 0,5 2-810,25-11-1618,16-35 1079,-4-1 1439,-5-11 0,0-3 0,-1-5 0,-10 5 0,1 0 0</inkml:trace>
  <inkml:trace contextRef="#ctx0" brushRef="#br0" timeOffset="91866">9061 11687 10141,'-4'-32'270,"0"-9"360,2 11-360,0 0 809,2-10-90,0 21 900,1-8-1529,-2 32 270,-6 23-450,6 0 0,1 4-91,0 0 1,3 1 0,5 4 0,5-2-45,2-12 0,2-2-45,12 11-90,14-21 90,1-21-45,-13-3 0,-1-3 45,-4 0 0,-1-3 0,2-18 0,-5-1 0,-6 1 0,-5 5 0,-3 0-90,-2-3 90,-1 12 0,-1-1 0,-2 43 0,-5 25 0,0-11 0,-1 5 0,-1 1-1093,1 1 1,0 1 0,-1 0 1053,0-3 1,0-1 0,-1 1 38,2 4 0,0 0 0,0-3-17,0 5 1,-1-1 61,0 4 0,0-2-45,0-9 0,-3-5 90,-15-8-90,6-20 0,-17-15 0,9-4 0,2 0 0,-9-6 1638,4 2 0,4-2-1538,9-6-51,10-11-94,19 9 0,7 2-45,9-9-315,-1 12 1,2 1-2873,7-1 0,-11 6 3274,-2 2 0,-18 10 0,-1 0 0</inkml:trace>
  <inkml:trace contextRef="#ctx0" brushRef="#br0" timeOffset="93417">6890 13799 10231,'-1'-12'450,"0"-6"-180,1 6 899,-1-18-269,1 9 89,0-8-359,2 10-181,17 44-269,-8 3 0,-2 8-90,2 6 0,-1 5 0,-1 1-254,-2-2 0,-2 1 0,-1 1 186,-2-9 1,-1 2-1,-1-1 1,0-4 67,-2 16 0,0-5-62,-1-8 0,0-6 242,-1-3-270,3-36 90,13-41-1,-3 7-89,2 4 0,4-1 0,9 3 0,1 4-45,-7 6 1,3 3 330,19-7 1,2 11-287,5 30 0,-16 11 0,-4 4 0,-1 14 66,-16-10 1,-3 1-67,1 16-90,1-9-1080,12 2-1798,8-36 2968,16-21 0,-6-8 0,-18 7 0,0 1 0</inkml:trace>
  <inkml:trace contextRef="#ctx0" brushRef="#br0" timeOffset="93650">7815 14094 14908,'28'-7'90,"7"-2"-2968,0-1-399,-8 3 2949,-12 6 1,-10 3-1,0 1 1</inkml:trace>
  <inkml:trace contextRef="#ctx0" brushRef="#br0" timeOffset="93833">7894 14209 12210,'-7'11'2339,"3"1"-1530,15-6-179,20 0-2159,-4-7 0,3-1-110,1 0 1,0 0 990,-4-2 1,-2 1 0,16 2-1,-19 3 1</inkml:trace>
  <inkml:trace contextRef="#ctx0" brushRef="#br0" timeOffset="96717">8793 13651 10681,'0'-15'2339,"0"4"-1170,-1 1-809,3 16 179,0 29-404,0-4 0,1 2-45,-2-3 0,0 3-60,1 2 0,1 3 0,-1-4-300,1-3 0,0-1-719,1 16 0,1-2-2288,6 0 2702,-2-17 0,1-19 0,-2-8 0</inkml:trace>
  <inkml:trace contextRef="#ctx0" brushRef="#br0" timeOffset="97100">9221 13675 11940,'8'-16'1979,"-3"6"-1349,-6 11-181,-14 25-2088,-5 15 1,-1 4 1511,7-16 0,0 0 186,0 3 1,0 4 0,3-2-287,7-1 0,2-3 137,-2 19-45,5-19 0,6-2-405,29 3 360,-6-15 90,5-13 0,2-9 2876,0-22-2606,-14 4 0,-5-2 1830,-17-13-1830,-33 12-720,7 27 1,-1 6-1100,1 3 1,2 3 1512,-10 19 1,26-5 0,13-7 0</inkml:trace>
  <inkml:trace contextRef="#ctx0" brushRef="#br0" timeOffset="97517">9923 13735 12570,'-13'-30'2518,"5"11"-1258,-7 1-181,-3 22-629,-3 11 0,-1 7-136,-3 9 1,2 5-225,1 7 0,5 3-270,6-5 0,10-2-90,14-10 1,9-7 89,14-15 0,4-10 120,-7-7 0,0-5 0,-1-3 45,-2-2 0,-1-4 0,-5-3 135,-3-7 0,-5-4 0,-7 1 60,-9-6 0,-12 3-45,-12 3 0,-9 9-765,-9 17 1,-1 12-1010,5 9 1,3 8-1,7 6 1,8 2 818,9 18 1,31-10 0,3-14 0</inkml:trace>
  <inkml:trace contextRef="#ctx0" brushRef="#br0" timeOffset="97684">10617 13655 13199,'4'-15'3276,"-1"5"0,0-6-1282,-3 7-5271,1-6 527,-10 17 2750,-31 17 0,12-2 0,-2 3 0,0-2 0,1-1 0,0 1 0</inkml:trace>
  <inkml:trace contextRef="#ctx0" brushRef="#br0" timeOffset="101534">1783 8813 7533,'-4'-11'629,"1"3"91,0 0 89,0-1 271,0-3-451,0 3 91,0 1-180,1 2-1,0 0 271,0 1 629,0-1-1079,5 25-135,1 4 0,0 5-1,4 19 1,1 4-411,-3-14 1,1 1 0,0 2 274,1 6 1,0 2 0,0-2-60,-1-10 0,0-2 0,0-1-30,1 10 0,0-3 45,-1-7 0,0-3 45,1 9 90,1 7 90,-2-12 360,-5-10-181,0-12-89,-2-3 737,-2-3-647,1 0-361,0 0-89,3-1 90,11-2-90,10-5 0,7-3 0,2 0 0,12-2 0,-5-1 0,4 0-1093,-10 3 1,1 1 0,-1 0 1034,7-1 1,1-1 57,-1 1 0,4 0 0,0 1-99,1 0 1,1 1 0,-2 0 98,-9 0 0,-1 2 0,0-1 30,13-1 0,1 0 0,-8 0-30,7 2 0,-9-1 0,-18 1 0,-2 1 90,4-2 3156,-11 2-3246,1 0 621,-7 0 549,1 1-1170,-7-6 89,1 3 1,-7-14-90,3 0 0,1-19 0,1 9 90,1-17-90,0 12 0,-1-1 0,-2-13 0,0 5 0,-2-4 0,-3 1 0,-1 2 0,3 11 0,0-1 0,-5-18 0,-1 2 0,6 21 0,0 3 0,-6-20 0,4 7 0,3 16 0,3 7 0,-1-3 0,1 4-90,0 2 90,0-4 0,0 7 90,1 0-90,0 2 0,0 0 0,-2 0 90,-6 2-90,-11 2 0,-2 1 0,-4 2 0,-11 1 0,-6 1 30,-2 0 0,-5 2 0,4-1-288,13-1 1,2-1 0,-2 1 257,-13 1 0,-3 0 0,3 1 0,8-2 0,1 0 0,3-1-477,-8 2 1,1-1 476,4 0 0,-1 0 0,3-1 0,3 0 0,3-1 0,-15 2 0,16-2 0,3 1 0,0-1 0,3 0 0,3-1 0,9-1 605,2 0-785,-2 0 131,5 1-3009,-3-1-219,4 1 0,1 3 3026,1 1 1,3 0-1,0-2 1</inkml:trace>
  <inkml:trace contextRef="#ctx0" brushRef="#br0" timeOffset="107367">10624 11403 9871,'10'-1'2429,"1"1"-1440,3-2-629,-1 0 450,26-8-406,-10 3 1,2 0-135,9-2 0,2 1-135,2 1 0,-1 6 0,1 15 0,-6 12-45,-14 15 0,-6 7-607,1-5 0,-5 4 562,-12-6 0,-4 5 0,-3 2 0,0-3-808,0-5 1,-1 0-1,0-1 1,-1 0 784,1-1 1,0 0-1,0 1 1,-1 2-23,1 2 0,-2 2 0,1 1 0,1-1 0,2-6-650,0 1 0,3-4 1,-1 1 649,-2 8 0,1 2 0,2-3 0,7 6 0,4-9 0,11-3 0,1-1 552,15-23-552,-14-17 2358,10-5-2358,-16-2 3276,-10 15-3070,-9 14-206,-1 12 0,0 11 0,1-1 0,1 4 0,2 4-322,2-7 0,0 7 0,2 3 1,0 0-1,1-5 322,-1-4 0,1-4 0,1 0 0,-1 3 0,1 5 0,0 4 0,0 1 0,-1-3 0,0-5 0,-1-1 0,0-6 0,-2 2 0,-1 6 0,-2 1 0,-5-1-67,-6-6 0,-3-2 1,-2 0 126,2 0 0,-2-1 0,0 1 30,-1-4 0,0 2 0,-1 0 0,0-4-45,-7 9 0,1-4-315,3-4 0,2-5-90,2 0-2917,1-8 0,18-44 2765,-1 4 0,3-16 1,3-6-1,-2 6 0,1-1 1</inkml:trace>
  <inkml:trace contextRef="#ctx0" brushRef="#br0" timeOffset="108733">10338 12639 10411,'9'-5'-180,"-2"2"180,0-1-629,1 0-1440,5 1 2069,-3-1 0,7-1 0,-5 0 0</inkml:trace>
  <inkml:trace contextRef="#ctx0" brushRef="#br0" timeOffset="109266">18676 8709 7713,'-1'-7'0,"0"1"0</inkml:trace>
  <inkml:trace contextRef="#ctx0" brushRef="#br0" timeOffset="109617">18690 8948 8792,'10'-6'720,"2"-2"-541,-2 3-89,0 2-2338,4-2 2248,-7 6 0,-1-2 0,-4 2 0</inkml:trace>
  <inkml:trace contextRef="#ctx0" brushRef="#br0" timeOffset="109884">18982 8991 9332,'16'-7'1709,"-7"4"-810,4-5-269,-6 3-360,2-1-270,-2 0 0,-4 3 0,-2 1 0</inkml:trace>
  <inkml:trace contextRef="#ctx0" brushRef="#br0" timeOffset="110150">19141 9002 11850,'-15'-5'2789,"2"0"-2250,4-1-3777,1-1 2069,4 10 269,1-1 900,5 8 0,0-3 0,2-1 0</inkml:trace>
  <inkml:trace contextRef="#ctx0" brushRef="#br0" timeOffset="110301">19101 9017 9871,'7'6'-383,"1"-2"1,-5-3 0,0-1 0</inkml:trace>
  <inkml:trace contextRef="#ctx0" brushRef="#br0" timeOffset="111867">23763 8156 9242,'3'-10'2158,"-1"-1"-808,1 5 1078,-1-1-2068,13 13 0,22 13-270,-3 1 0,1 1 0,5 2 0,-5-2 0,2 3-30,1 0 0,4 2 0,0 1-228,-9-5 0,1 1 1,0 0-1,-1-1 198,9 8 0,0-2 0,-3 0-30,-9-7 0,-1 0 0,-2-1 45,6 5 0,-3-2 45,4 5-45,-13-12 0,-2-1 135,7 4-180,-10-10 0,-7-8 90,-1-4 400,-2-1-1119,-1-1-271,-3 1 540,-2-3-899,-5-1-2018,-8-9 3106,-1 3 1,-8-7 0,2 3 0</inkml:trace>
  <inkml:trace contextRef="#ctx0" brushRef="#br0" timeOffset="113500">23719 8189 9781,'-12'-10'1619,"0"-1"1,9 7-1171,1 12 361,6 36-496,0 0 1,0 5-225,-1-6 0,0 3-184,-1-7 1,-1 4 0,1 2 0,-1 0 273,0 2 0,-1 1 0,0 1 0,0 3-348,0-10 1,0 2-1,0 1 1,0 1-1,0-1 1,0 0 212,0 0 0,0-1 0,0 1 0,0-1 0,0 0 0,-1 0 26,1 6 1,-1 0 0,0-1 0,1-2 0,-1-3-12,1 7 0,-1-5 0,1-3-15,-1 9 0,-1-7 180,1-17 0,0-5 494,0 3-359,-2-2 90,-2-6-270,0-13 762,-2-4-942,0-2 1785,1-3-1695,0 2-90,9-2 0,9-1 0,31-3 0,1 3 0,6 2 0,-11 1 0,2 0 0,4 0-820,2 1 1,4 1 0,1-1 0,-5 1 780,-6 1 1,-3 0 0,2 1 15,1-1 1,3 0 0,-1 0-1,-7 0 23,-2 2 0,-3 0-45,13 0 1,-1 0 44,4 0 0,-11-3 0,-19-2 0,-3-1 3276,-5 0-3071,0-2-205,-6 1 0,-1-14 0,-6-7-89,0-1 89,1-1 0,0-4-45,2-6 0,-1-1-279,0 1 1,1-3 255,0 2 1,0-7-1,0 0 1,0 5 22,-1-7 0,-1-1 27,-1 9 0,0-7 0,-1-3 0,0 4 0,0 6-607,-1-5 1,0 3 594,-3-5 0,-1-2 0,0 5 30,1 7 0,0 5 0,-4-16-45,4 17 0,1 2 45,2 5-90,-1 0-89,1 3 219,2 8-580,1 2-663,-1 0-1315,2 5-721,-4-1 3239,0 3 0,-4 1 0,-1 1 0</inkml:trace>
  <inkml:trace contextRef="#ctx0" brushRef="#br0" timeOffset="114700">24204 8138 10411,'1'-14'3276,"0"4"-2845,-2 29 0,-2 16-162,2 0 1,-1 5 0,1 2-158,-1-2 1,1 2-1,-1 2 1,1 1-407,0-1 0,0 1 0,0 2 0,1-1 0,-1-2 361,1 3 1,0-1-1,-1-2 1,1 0-24,1-5 1,-1 0 0,0-2 0,1-1 15,-1 1 0,1-1 0,-1-6 30,2 13 444,-1-13-355,1-23-179,4-11 90,2-8-90,3-10 0,-2 7 0,5 0 90,20 7-90,6 5 0,7 2 0,-9 1 0,3 0 0,3 2-383,-6 0 0,4 1 0,2 0 0,-2 0 0,-3 0 383,7 1 0,-3-1 0,1 1 0,0-1 0,1 1 0,1 0 0,-3 0-756,2 0 0,-2 0 0,-3-1 756,6 0 0,-1 1 0,-5-1 0,2 1 0,-6-1 270,10 1 269,2 0 271,-11-2 2088,-17-1-2538,-6-1 2916,-4 0-2531,-5-1-655,-5-4 0,-7-10-90,-2 3 90,-8-23-90,9 9 0,1-5-30,-2-11 0,-1-8 0,1 0-284,3 8 1,1-1 0,0-4 283,1 6 0,1-5 0,0-3 0,-1-1 0,2 2 0,-1 5-256,1-3 1,0 4 0,1 0-1,-1-3 268,0-2 0,-1-3 0,1-1 0,-1 2 0,0 7 18,0 4 0,0 4 0,0 2-45,-4-13 0,0 6-45,-2 4 1,3 10 89,-5 6-90,5 22 755,-1 4-665,0 7 1147,-3-6-1147,0 2-90,-26 2 90,4-8-1093,-6 0 1,-9-1 0,4-1 854,9-1 1,0-1 177,-11 1 0,-6 1 0,2-1-894,11 0 0,2-1 0,2 1 819,-3 0 0,0 0-135,3 0 0,-2 0 1,5 0-1261,-6 2 91,0 3-1838,8 6 2972,15 0 0,2 5 0,4-3 0</inkml:trace>
  <inkml:trace contextRef="#ctx0" brushRef="#br0" timeOffset="115250">23762 8213 10591,'-26'-10'-90,"7"3"540,5 1 539,3 1-179,0-1-720,4-2 269,17-8-269,1 4 90,23-12-45,-2 4 0,1 1-90,-10 6 0,1-2-15,8-3 0,5-4 0,-3 2 60,-1 1 0,-3 0-45,3-1 0,-1 1-450,-4 1 0,-5 2-2872,-9 7 2634,-4 7 1,-8 5 0,-3 9 0</inkml:trace>
  <inkml:trace contextRef="#ctx0" brushRef="#br0" timeOffset="115834">24815 8593 10231,'-35'1'630,"10"0"-450,1 0 449,11-2-179,3 1-90,1-2 90,18-16-271,5-1 1,4-5-90,12-13 0,2-2-505,-4 6 1,2-3 436,-8 8 1,3-1 0,0-2-1,0 0 38,5-7 0,0 0 0,0-1-38,-5 7 1,-1 1-1,1-1 1,-1 1-53,4-6 0,-2 1 0,-2 5-465,-5 3 1,-3 8-496,-6 16 990,-8 27 0,-4 6 0,-3 11 0</inkml:trace>
  <inkml:trace contextRef="#ctx0" brushRef="#br0" timeOffset="116402">25401 9213 10501,'5'-6'1169,"1"-4"91,-1 4-181,0-1-629,-21 28-226,-11 5 1,-8 5-135,7-6 0,-3 2 0,-3 2-746,3-6 1,-4 1-1,-1 1 1,0-1 0,4-2 646,-6 3 1,3-2 0,-3 0-64,5-4 0,-3 1 0,-1 1 0,0-2 0,4-1-500,-5 2 0,3-1 0,0-1 92,-2 2 0,0 0 1,1-1 479,-8 4 0,6-5 0,10-4 0,11-10 0</inkml:trace>
  <inkml:trace contextRef="#ctx0" brushRef="#br0" timeOffset="116850">24242 9183 10681,'-1'-24'1889,"-1"0"-1709,-2 15 629,-14 23-539,0 10 0,-1 5-180,3-4 0,-1 2-711,-7 11 1,-3 6-1,1-5 711,4-5 0,-2 1-90,0 0 0,-3 4 0,-2 1 0,4-5-126,3-6 0,3-3 0,-2 1-714,-5 7 1,-1 1-1,3-5-959,-5 10 1799,7-12 0,18-20 0,-1 0 0</inkml:trace>
  <inkml:trace contextRef="#ctx0" brushRef="#br0" timeOffset="120733">11538 12864 11221,'8'-3'1169,"8"4"-270,22 5-719,-8 0 0,3 0 0,7-2 60,6-1 0,5-1 0,-1 0-1140,-6 0 0,-1 0 0,7-1 956,-11 0 0,5 0 1,3-1-1,4 0 0,0 0 1,1 0-1,-2-1 0,-3 0-396,0 0 1,-3 0 0,-1 0-1,1-1 1,0 1 0,4-1 0,2-1 354,-6 1 0,3 0 0,2-1 0,2 1 0,2-1 0,0 0 0,0 0 0,0-1 0,-1 1 0,-2 0 0,-2 0 0,-3 0-131,5 0 1,-3 0 0,-2-1-1,-1 1 1,0 0 0,0-1-1,2 0 1,2 0 123,-5 1 0,1-1 0,1 0 0,1 0 1,0-1-1,1 1 0,0 0 0,0-1 0,0 0 1,0 1-1,0-1-117,1 0 0,1 0 0,0 0 1,0 0-1,0 0 0,0 0 1,0 0-1,-1-1 0,1 1 0,-2 0 1,1 0 117,-1 0 0,-1-1 0,0 1 0,-1 0 0,0 0 0,0 0 0,1 0 0,1 0 0,0-1 0,2 0-43,-3 1 1,2 0 0,1-1 0,1 0 0,1 0 0,1 1 0,-1-1 0,-1 0 0,0 0 0,-2 0 0,-2 1 0,-2-1-1,-2 1 46,8-1 1,-2-1 0,-3 2 0,-2-1 0,-1 0 0,0 0 0,0 0 95,10-1 0,2-1 0,-3 1 0,-4 0 0,-7 0-18,8-1 0,-9 1 626,-6 1 1,-6 0-357,-5-1 1784,9-4-1784,-8-2 1913,-4-2-2183,-8 3 3186,-3-8-2890,3-15-341,0-4 0,1-6-15,-2 8 0,1-2 0,1-4-412,-2 5 0,1-2 0,0-2 0,1-2 0,0 0 367,-1 2 0,1-1 0,0-2 0,1 1 0,-1-2 0,0 1 0,1-2 0,-1 0 0,0-1 0,1 0 0,-1-1 0,1-2-30,-2 6 0,1-2 0,0-1 0,0-1 0,-1 0 0,1 2 0,-2 1 0,0 2 30,0-2 0,-1 3 0,-1 1 0,0 0 0,0 0 0,0-1-15,0-5 0,1-1 0,-1-1 0,0 1 0,-1 3 0,-2 4-69,1-7 1,-2 4 0,-1 2 68,-2 3 0,0 1 1,0 6 29,-2-10-90,-2 9-270,1 18 270,0 2-180,1 1 1774,-1 2-1684,1 1 252,0-1-72,0 2 0,1 2-90,-1 1 0,0 0 90,-10 12 0,-17 21 0,3-2 0,-1 1 0,2-2 0,-1 1-213,-1 0 0,-4 2 0,2-2 213,-7 4 0,2-2 0,-1 2 0,0-1 0,-5 2 0,3-2-90,-1 0-89,-3 0 179,33-26-45,22-19 0,11-8 0,-8 8 0,1-2-57,9-8 1,4-4 0,-2 1 56,4-5 0,1 0 15,-2 3 0,3-3 0,0 2 0,-3 2 0,1 1 0,-1 2 30,-2 3 0,-1 1 0,-1 4 352,6-3 1,-3 8-263,14 19-1,-20 35-59,-15-9 0,0 7 0,-1-1-30,4 9 0,2 1-1093,0-6 1,2 0 0,0-5 659,-3-7 1,2-6-483,5-1 0,0-5 915,0-9 0,-9-2 0,0-3 0</inkml:trace>
  <inkml:trace contextRef="#ctx0" brushRef="#br0" timeOffset="125299">13913 12076 10321,'1'-10'1529,"1"2"-899,6 22-271,-4 13 1,-3 7-210,1 0 0,-1 2 0,0 2-60,0 7 0,-1 1 0,0-1-120,0-4 0,0-1 0,2-2-645,4 9 1,3-7-316,4-4 990,17-17 0,-10-26 0,12-5 0</inkml:trace>
  <inkml:trace contextRef="#ctx0" brushRef="#br0" timeOffset="125666">14344 12142 11580,'-3'-17'1979,"-8"18"-1619,-3 23 0,0 9-270,2-11 0,0 3 0,-1 8 0,0 6 0,2-2-466,2 3 0,3 0 406,3-6 0,2 2 0,0-2-75,1 1 0,4-3 119,14 1 1,8-9-120,2-20 0,2-7 0,-1 7 0,1-4 71,1-10 0,1-5 1,-4-4 107,0-10 1,-6-4 180,-2-4 0,-11-2-45,-15 3 0,-13 7-150,-9 16 0,-9 8 0,2 2-169,-2 1 0,0 5-131,-12 9 1,10 9-3098,29 17 437,6-7 2840,19-9 0,7-2 0,21-2 0,-13-8 0,0 1 0</inkml:trace>
  <inkml:trace contextRef="#ctx0" brushRef="#br0" timeOffset="125833">15161 12435 13649,'-6'-15'3276,"1"5"-1605,4-7-4948,9 11 0,4 1 2457,-5 9 1,-6 9 0,-11-1 0</inkml:trace>
  <inkml:trace contextRef="#ctx0" brushRef="#br0" timeOffset="127417">17899 10550 8702,'-1'-8'3238,"1"1"-2428,-4 2-630,-1 2-90,0 1-90,0-1 0,0 1 90,0-2-90,1 1-3277,-1 0 2702,-2 3 0,4-1 0,-1 1 0</inkml:trace>
  <inkml:trace contextRef="#ctx0" brushRef="#br0" timeOffset="129466">17926 10403 9781,'4'-8'3276,"-1"1"-2054,-5 17-1132,1-6 90,-5 14 0,4-9 89,-1-1 271,0-1 450,1-2-811,0-1-179,1 2 0,-2 5 90,1-4-90,-5 22 0,0 7 45,-1 3 0,0 3-45,2-14 0,1 0 0,-2 13 0,2 0 0,2-11 0,1-1 0,0 12 0,1-13 0,1-1 90,5 8-90,-2-9-719,6 1 449,-3-25-630,2-5-2248,4-17 1259,-6 6 1889,8-14 0,-5 9 0,5-7 0</inkml:trace>
  <inkml:trace contextRef="#ctx0" brushRef="#br0" timeOffset="130000">18322 10556 11311,'5'-16'2878,"-2"2"-2788,-8 9 360,-9 17-271,-3 9 1,-1 5-90,-7 11 0,7-4 0,2 3 0,7-7 0,3 0 0,-3 14-45,4-15 0,3 0 45,15 13 0,5-11 0,20-1 0,0-37-90,-4-4 45,-11-13 0,-4-5-45,-4-9 60,-11 7 0,-2-7 0,-4 4-60,-7 3 0,-5 3 45,-14-10 0,-4 7-45,10 18 0,-2 6-90,-9 8 0,-2 8-630,3 15 1,2 5-721,9-7 1,3 2 1439,-2 12 0,8 0 0,23 2 0,12-2 0</inkml:trace>
  <inkml:trace contextRef="#ctx0" brushRef="#br0" timeOffset="130600">18882 10640 11850,'-3'-8'3148,"9"6"-2698,16 18-270,-2 0 0,2 3 0,11 12 0,1 3-90,-1-1 0,-1 0-90,-5-5 0,-1 0 0,-2-4 0,-2-1-810,3 0 810,1 0 0,-14-21 0,-10-13 0</inkml:trace>
  <inkml:trace contextRef="#ctx0" brushRef="#br0" timeOffset="130784">19192 10684 11311,'-8'-16'2248,"-25"31"-1888,12 5 0,-1 6-121,-2 2 1,-2 5 0,2-3-1173,-3 5 0,2 0 843,6-7 0,0 1 0,2-2-1549,-1 4 1,2-3-212,-8 14 1850,10-16 0,3-1 0,6-5 0,1 3 0</inkml:trace>
  <inkml:trace contextRef="#ctx0" brushRef="#br0" timeOffset="133467">8433 13498 9691,'8'3'270,"4"2"-180,-6-1-90,10 3 90,14-5 0,7-1-45,-2-1 0,6 0-701,-4-1 1,7-2-1,3 1 1,-1-1 0,-6 0 360,2 0 0,-4 0 1,6 0 323,-1-1 1,5-1 0,3 0 0,2 1 0,-1-1 0,-4 0-127,1 1 1,-3 0 0,0 0-1,0 1 1,2-1 81,-2 0 0,1 1 0,1-1 0,0 1 0,-1 0 0,0 0-49,-4 0 0,2 0 0,-1 0 0,-2 1 1,-1 0-1,-3 0 94,14 0 0,-4 1 0,-4 0 60,3 0 0,-7-1 90,-1 0-90,-22 0 2446,-7 0-2536,-2 0 0,-5 1 0,-1 0 0</inkml:trace>
  <inkml:trace contextRef="#ctx0" brushRef="#br0" timeOffset="135500">17644 11823 9242,'1'-12'1799,"3"-3"-1529,1 5 449,7-8 1,4 3-271,11-7-179,11 2-180,-9 12 0,0 2 0,9 0-90,-11 6 0,-1 6 90,-10 16 0,-4 4-90,6 8 0,-13 5 0,-8 6 30,-11-11 0,-6 0 0,0-2-278,2 5 1,-3-1 247,-2 1 0,-4 2 0,1-3 0,2-2 0,1-3 0,5-7 0,1 0 45,-4 5 0,9-3-45,19-10 90,13-2-90,6-9 0,2-8 0,4-5 0,3-2 0,1-1-495,8-2 1,0-1-1145,0-1 1,-3 1 1627,-11 3 1,-2 0 0,8-6 0,-9 4 0</inkml:trace>
  <inkml:trace contextRef="#ctx0" brushRef="#br0" timeOffset="135950">18400 11877 11221,'-4'-21'1619,"-3"2"-900,2 4-269,-17 25-270,0 30-45,5 2 0,2 4-135,4-12 0,3 1 45,0 9 0,5 1 0,9-7 0,4-2 0,0-9 0,3-1-45,10 8 0,5-9 0,-2-18 0,2-9 0,9-13 0,-1-6 0,-13 6 0,-3-2 0,6-13 0,-8-4 45,-18-9 0,-10 0-45,-1 6 0,-4 1 0,0 4 0,-4 0 0,-3 7-45,-13 6 0,-3 10-450,0 15 0,1 7 270,11-4 0,2 3-809,-1 10 0,8 2 1034,13 5 0,3 1 0,10 1 0</inkml:trace>
  <inkml:trace contextRef="#ctx0" brushRef="#br0" timeOffset="136266">19075 11872 11670,'-14'-14'1170,"2"3"-91,7 7-629,9 9-136,20 19 1,8 5-225,-12-9 0,2 1-23,3 4 1,5 4 0,0 0-1,-6-5-112,-3-3 0,-2-2-90,11 13 0,-3-3-1484,-9-7 1619,-7-7 0,-8-12 0,-8-12 0</inkml:trace>
  <inkml:trace contextRef="#ctx0" brushRef="#br0" timeOffset="136450">19331 11963 10951,'-8'-32'809,"-1"-1"91,-5 28-271,-23 18-389,9 9 0,-4 8 0,1 1-240,3-1 0,0 0 0,-2 2-820,1 2 1,-3 2 0,1 1 0,4-3 813,4-3 1,3-1 0,1-2 0,-6 9 0,3-4 0,3 8 0</inkml:trace>
  <inkml:trace contextRef="#ctx0" brushRef="#br0" timeOffset="137033">19938 11915 11670,'-10'-15'1350,"2"2"-721,4 7 91,0 2-450,0 10 539,-2 20-584,3-1 0,0 2-180,1-2 0,-1 2 135,-1 18 0,1 2-45,1-6 0,0 1-46,-1 3 1,1 0-405,2 3 1,1-5-1125,7-2-1838,15-17 0,-5-25 3116,11-18 1,-5-6-1,2-6 1</inkml:trace>
  <inkml:trace contextRef="#ctx0" brushRef="#br0" timeOffset="137433">20385 11863 11311,'-7'9'3276,"-9"22"-2621,1 4 1,0 4-431,3-1 0,1 2-76,6-6 1,2 1 0,1-3-105,3-3 0,2-2 0,4 5 0,5-3 135,25 4-180,-10-10 0,-4-12 0,3-5 45,4-15 0,0-4-45,12-3 0,-2-11 0,-4-8 0,-22-3 0,-4-2 0,3 7 0,-4-1-45,-8-11 0,-13 2 90,-19 14 0,-5 5-45,15 4 0,-3 2-69,-10 5 1,-6 4-1,3 5-66,0 9 0,2 6-765,4 3 1,-1 3 0,5 1-740,1 4 1,7 3 1376,6 3 0,10-2 0,29 4 0,5-9 0</inkml:trace>
  <inkml:trace contextRef="#ctx0" brushRef="#br0" timeOffset="137633">21090 11976 13110,'5'-9'-3277,"0"1"2702,-13 7 0,-2-2 0,-11 4 0</inkml:trace>
  <inkml:trace contextRef="#ctx0" brushRef="#br0" timeOffset="138367">19023 11997 11850,'15'-15'1439,"-3"2"-269,-9 10-990,-4 7 179,-7 12-89,-8 27-180,3-10-45,8-3 0,7-1 45,26 4 0,-2-2-90,6-18 0,7-9 0,2-12 0,2-7 30,-8 0 0,1-3 0,-1-2 60,-4 0 0,-1-2 0,-8-4 90,-4-21 0,-19 2-45,-27 16 0,-14 8-106,11 9 1,-3 3 0,0 7-60,-6 9 0,0 8 1,6 4-196,1 9 0,15 7-540,23 14 1,16-2 404,3-19 0,6-7 270,3-5 0,4-4 0,-5-5 180,16-10 135,-22-9 0,-10-5 315,-28-14-226,-12 6 1,-8 1-135,-1 5 0,-2 3-225,-6 2 0,3 9-1304,0 27 629,30 0-919,19 4 1,7 0 1088,0-5 0,0-2 0,2-1 0,2 1 1</inkml:trace>
  <inkml:trace contextRef="#ctx0" brushRef="#br0" timeOffset="139617">16965 12103 11131,'3'-8'269,"-1"-2"811,0-3-271,0 0 451,0-4-1170,3 18 269,6 36-269,-4-5 0,0 5-60,-1 0 0,0 5 0,0-4 15,-1 2 0,0-2-45,0 7 0,1-3 90,2 2-90,-1-13 90,4 2-90,2-35 90,4-14-90,-2-6 0,-5-5 0,-1-4 45,-4 6 0,-1 0-45,2-5 0,-1 1-90,4-11 90,3 34 0,4 18 0,-1 6-90,11 10 90,-7-18 0,12-7 90,-8-23-45,-10-7 0,-3-3-45,0-12 45,-5 7 0,-3-3-45,-5 1 0,-1 1 0,2 10 0,0 0-180,-3-14 0,0 5-3097,5 12 0,2 10 2936,4 12 1,4 21 0,0-1 0</inkml:trace>
  <inkml:trace contextRef="#ctx0" brushRef="#br0" timeOffset="140600">17149 10815 14189,'30'-18'719,"-11"7"-539,17-2 90,-6 9-270,-7 2 90,4 8 0,-21 33-45,-9-12 0,-3 1-45,-7 19 0,-4 0 0,5-16 0,-2-2 0,-4 4 0,1-4 0,3-3 0,4-9 0,15-11 0,28-40 45,-3-1 0,1-5-45,-8 9 0,0-2 0,0 0 0,-3 2 0,0 1 0,-2 1 0,1-3 0,-5 7 0,-5 9-45,-16 36 0,-6 15 45,3-5 0,0 4-60,1 1 0,0 3 0,1-4 15,2-2 0,2-3-90,4 0 0,4-3-1214,21-1 720,-6-7-1010,8-10 1,1-5 1178,2-7 0,-4 0 0,2-2 0,11-6 0</inkml:trace>
  <inkml:trace contextRef="#ctx0" brushRef="#br0" timeOffset="141484">19031 10752 11670,'-16'-16'1799,"2"3"-1259,3 1-90,3 4 179,-1 8-179,-7 17-270,-4 16-90,10-2 0,3 1-90,-3 12 45,9-17 0,4-2 45,14 6 0,-4-10-90,12 0 90,6-32-90,-10 3 45,-2-9 0,-2-2-45,-6-1 90,2-28-90,-15 23 0,-5 0 0,-1-1 0,-5 2 0,-6 3 0,-3 9-90,-26 22 90,26 11 0,4 7 0,5 0 0,6 3 0,9 3 0,5-2 0,8 2 0,24-7 0,-1-33 0,1-3 0,-14-10 0,-3-3 0,-6-1 90,-2-20-90,-28 12-90,3 10 90,-17-3 0,-3 33 0,-3 10 0,5 2 0,0 4-90,3-1 0,-2 4 0,5 1-223,4 6 1,7 0 222,4-9 0,5-1-450,17 10-719,12-23-1259,12-4 2518,-13-12 0,1-3 0,16-11 0,1-6 0</inkml:trace>
  <inkml:trace contextRef="#ctx0" brushRef="#br0" timeOffset="142350">19369 10519 10591,'-2'-17'1169,"-5"-9"1,1 1-811,-2 2 631,-1 4-91,5 12-359,-12 25-270,11 17-135,1 3 0,3 4-45,7-6 0,2-1-90,-1-4 0,2-2 0,9-2 0,2-6 0,2-8 90,26-4-90,-26-13 0,17-25 0,-22-13 0,0 6 0,-9-13-90,-8 22 90,-3 16-90,-6 43 90,4 1 0,1 8-30,-1 1 0,1 6 0,0 0-53,1-11 1,2 0 0,-1 1 0,0 0 82,0 9 0,-1 0 0,1-2 30,1-8 0,0-2 0,-1-3 60,1 0 0,-3-7-90,-9-8 90,-4-23-90,2-15 0,2-6 0,-5-8 0,6 5 0,4-1 45,7 3 0,3 1-45,1-16-45,7 7 0,6 0-450,3 12 0,2 2-1079,3-4 0,1 0 854,-3 8 1,-1 2 719,16-7 0,-26 17 0,3-2 0</inkml:trace>
  <inkml:trace contextRef="#ctx0" brushRef="#br0" timeOffset="143784">19266 12618 10771,'5'-26'1349,"0"0"-90,1 8-989,-3 5 360,3-6 179,-2 11-539,3 10 90,-1 31-270,-4 1 0,-1 3-45,-1-4 0,-1 3-90,-4 7 0,-1 5 1,-1-4 89,-1-4 0,-1 0-15,1-2 0,0 2 0,0-4 60,1-4 0,0-4 0,-1 5-90,18-38 0,-2-5 45,9-22 0,2-6-45,-8 14 0,0-1 0,4-8 0,3-3 0,-3 4 90,7-13-135,-5 14 0,1 7 45,5 16 0,2 17 0,-5 8 0,-12 9 0,-4 5-45,-1-2 0,-2 1 202,0-2 0,1 1-157,-1 12 0,2-2 0,1 1 0,2-13 0,1-2 0,2-5-360,10-10-2917,14-29 0,-4-4 2734,5-5 0,-14 0 0,-8 9 1</inkml:trace>
  <inkml:trace contextRef="#ctx0" brushRef="#br0" timeOffset="145066">19778 12969 11580,'-15'-1'1350,"4"2"-1170,9 6 89,8 4-179,4 1 90,11 2 180,7-8-270,-4 0 90,24-15-45,-24-3 0,-1-3-90,-2 2 0,1-3 44,3-7 1,1-5 0,-3 1-45,-5 2 0,-2-3 45,6-12 0,2-7 0,-4 4-45,-6 8 0,-2 0 45,5-14 0,-4 3-270,-7 17 180,-9 16-450,-5 24 181,-3 6-271,2 4 540,11-16 180,0-3 90,6-10-180,-19 7 0,-14 9-90,-3 2 0,-13 10 45,15-6 0,1 1-45,-16 9-45,13-7 0,2-1 135,5-3-90,15-13 0,21-10 0,23-18-45,0 3 0,3-1 45,-9 6 0,1 0 0,12-6 0,-3 3 0,-6 6 0,-1 5 0,-17 21 0,-4-1 0,4 23 0,-10 2 0,-2-8 0,1 1 90,0 10-180,7 5-540,-2-25 90,-1-1 540,7-10 0,-13-8 0,4-3 0</inkml:trace>
  <inkml:trace contextRef="#ctx0" brushRef="#br0" timeOffset="146434">17414 12623 10321,'-12'-11'1259,"2"3"-539,3 3 269,1 2-539,1 4 270,6 19-271,10 27-314,-2-15 0,3 3 0,5 8 0,3 0-90,-4-10 0,2-2 45,7-1 0,0-5-90,6-1 45,-6-16 0,4-7 0,5-12 0,0-6-45,5-3 0,-1-3-149,0 1 1,-3-3 192,-1-9 1,-5-1-45,-14 8 0,-2 0 0,3-4 0,-1 0-89,-2-17-271,-11 20-180,-6 13-90,-1 8-242,-7 4 333,4 3 359,-3 0 0,6-2 90,0-1 450,2-5 269,1 1-449,-5 3 90,-12 16-180,2 0 0,-14 16 0,12-11 0,0 1-90,-7 6 45,4-2 0,0-1 45,2-4 0,1 3-90,11-16 0,25-22 45,0 0 0,3-2-45,6-3 0,2-1 0,2 1 0,0 1 0,2 4 0,-1 2-45,-7 7 0,0 3 45,26 5 0,-26 6 0,5 19 0,-15-2 0,7 10 0,-8-11-450,10 1-1349,-4-17-180,3 2 1979,4-14 0,-3-6 0,8-6 0</inkml:trace>
  <inkml:trace contextRef="#ctx0" brushRef="#br0" timeOffset="147634">17475 11493 10951,'5'-18'899,"-2"4"-449,0 4 449,0-1-359,2 3-360,5 2 0,6 10-90,5 9 90,13 10-90,7-2-45,-15-13 0,2-2-45,5-5 0,2-4 0,12-11 0,-2-4 0,-13 6 0,-1-2 45,10-9 0,-2-5-45,-12-2 0,-3 0 0,-6 9 0,-1 0 0,5-14 0,-4-1 0,-9-3 0,-1 6 0,-5 1-90,-2 16 90,-2 4-90,1 0-90,-1 6 90,0 0 90,1 0 0,-2 1 0,-4 4 0,-10 8 0,2 1 0,-12 7 0,-4 6-90,8-8 90,-14 10 0,18-10 0,3-3 0,20-15 0,12-9 0,3-4 0,2 0 0,4-4 0,9-7 0,1 4 0,-7 6 0,12-4 0,-20 17 0,0 13 0,-11 0 0,1 19 0,0 1-270,6 8 0,-2-6-1889,13-2 2159,4-13 0,8 0 0,7-4 0</inkml:trace>
  <inkml:trace contextRef="#ctx0" brushRef="#br0" timeOffset="152866">1921 9548 7892,'-5'-4'0,"0"0"0</inkml:trace>
  <inkml:trace contextRef="#ctx0" brushRef="#br0" timeOffset="154450">1840 9622 8972,'5'-9'2428,"0"0"-718,-3 5 178,2-1-1798,-2 12 0,3 0-90,9 11-90,1-8 0,9 0 90,-3-14 0,-6-5 90,-5-8 180,-12-2-180,-4 2-90,-3 6 90,-1 11-180,5 6-180,2 7-3007,4-3 2859,7-8 1,-5 0-1,2-7 1</inkml:trace>
  <inkml:trace contextRef="#ctx0" brushRef="#br0" timeOffset="155134">1606 9879 11311,'9'-16'809,"-3"4"-449,7 1 90,2 0-181,5-1-89,0 3-90,-6 5-90,0 8 90,-8 9-90,-2 5 0,-8 10 0,-1-9 0,-5 3-90,6-14 90,3-6 0,10-16 0,0 0 0,7-10 0,-3 5 0,-4 6 0,1-2 90,-6 12-90,0 6 0,0 7 0,0 8-270,1 6 91,-2-8-1081,4 6 181,-5-14-2159,4 4 3238,-1-10 0,-2-1 0,0-1 0</inkml:trace>
  <inkml:trace contextRef="#ctx0" brushRef="#br0" timeOffset="155367">1935 9855 11041,'-7'12'-270,"1"3"-720,5-3 990,0 4 0,1-11 0,1 1 0</inkml:trace>
  <inkml:trace contextRef="#ctx0" brushRef="#br0" timeOffset="155934">1985 9741 10501,'-4'17'360,"1"-5"-270,7 11-90,1-11-360,4 6 180,-1-11-90,10-9 270,-9-2 270,9-11 540,-10 3-541,-1 0 181,0 2-360,-5 13 180,0 20-360,-2-6 90,1 22-270,0 0 180,0-8 0,-2 19 180,-2-31 270,-5 0-90,-5-20-90,-1-11-270,2-9-810,3-9-1618,6 4 2518,0 1 0,1 4 0,-2 5 0</inkml:trace>
  <inkml:trace contextRef="#ctx0" brushRef="#br0" timeOffset="156250">1477 9792 10771,'-10'3'540,"5"19"-451,8 21-44,5-6 0,6 1-180,6-1 1,4-3-406,3 0 0,2-5-317,-4-8 1,0-5 856,23-4 0,-15-13 0,10-1 0</inkml:trace>
  <inkml:trace contextRef="#ctx0" brushRef="#br0" timeOffset="156616">2286 9708 10681,'1'-10'2069,"1"1"-1889,1 11-90,0 8 0,0 4 89,-3 23-269,-7 3-89,0 0-631,-5-8 0,-2 0 810,-4 1 0,5-9 0,1-1 0,-6 5 0</inkml:trace>
  <inkml:trace contextRef="#ctx0" brushRef="#br0" timeOffset="157033">2421 9821 12480,'12'-7'719,"-3"1"-359,29 0-90,7 1-180,-6-1 0,4 0-225,-2 0 0,-1-1-135,-1 2 0,-2-1-45,-9 0 1,-4 1 314,4-4 0,-17 5 0,-5-1 0</inkml:trace>
  <inkml:trace contextRef="#ctx0" brushRef="#br0" timeOffset="157417">2816 9659 10681,'-5'-8'2429,"0"-1"-2340,14 11 271,10 5-180,9 6-180,7 6-180,-11-7 90,-2 0 0,-11-6 90,-10 5-90,-10 2 90,-3 0-989,-13 15-2288,7-6 2904,-2 3 1,4-1-1,8-8 1</inkml:trace>
  <inkml:trace contextRef="#ctx0" brushRef="#br0" timeOffset="158033">2739 10033 11850,'-4'-14'3276,"1"3"-2234,3 4-1042,3 16-450,4 7 360,-2 3-180,3-1-269,1-15 449,1-2-90,6-7 180,-2-6 270,-1 0 89,-4-3-359,5 19-180,-1 0-89,13 9 89,-2-9 180,7-12 90,-12 0 0,1-10 269,-13 0-269,-2 4 90,-4-7-360,-9 5-629,1 3 809,-5 0 0,8 10 0,-1 2 0</inkml:trace>
  <inkml:trace contextRef="#ctx0" brushRef="#br0" timeOffset="158716">2930 9480 11221,'10'1'2338,"-1"1"-2248,-1 6-180,-1-3 0,0 0 90,2-2-90,3-7 90,-5 0 270,5-11 0,-11 3 0,0-6-90,-6 6-270,-5 9-450,4 2-2737,-1 15 2544,6-6 1,0 5 0,2-6 0</inkml:trace>
  <inkml:trace contextRef="#ctx0" brushRef="#br0" timeOffset="160083">1309 9133 11580,'0'-14'1889,"0"3"-1079,0 1-540,10 22-90,4 16-90,2 2-46,-6-6 1,0 2-45,2 8 0,1 3 90,-3-5-90,-5-19 0,-2-15 0,0-12 0,7-25 0,-3 12 0,11-16-90,1 21 90,2 0 0,4 15-89,-8 24 89,-2 11 0,-2 18 0,-1-12 0,-1-4-270,3-12-720,0-14-2287,3-8 3196,-3-3 1,-6-5 0,-5 4 0</inkml:trace>
  <inkml:trace contextRef="#ctx0" brushRef="#br0" timeOffset="161800">1681 8903 10681,'0'-10'1259,"-1"1"-1259,8 12 0,-4-10 0,5 10 90,-7-13 180,-2 1-180,-2 0 270,-2-2-270,1 5 90,-7 7-180,6 4 90,0 8-90,7-2 0,4-2 0,4-10 0,-5-2 89,3-6-89,-8 2 0,-3-3-269,-1 5-1081,-3 6-1927,4 8 3084,1 1 1,4 1-1,0-6 1</inkml:trace>
  <inkml:trace contextRef="#ctx0" brushRef="#br0" timeOffset="162317">1626 8747 10681,'-25'-16'1439,"-2"4"-1169,6 12 0,-6 17-90,11 10-135,11 0 0,3 1-45,7 12 45,9-6 0,6-1 0,4-11 0,4-3-90,0 3 0,2-3 45,5-5 0,-1-6 90,14-13-90,-24-6 0,-4-4 179,2-24-89,-19 12 0,-4-1 0,-10-14-45,-8 12 0,-5 3-45,0 6 0,-3 4-675,-5 1 1,-1 4-965,0 9 1,3 5 1265,-8 13 1,11 19-1,14-8 1</inkml:trace>
  <inkml:trace contextRef="#ctx0" brushRef="#br0" timeOffset="188486">20437 10345 9242,'8'-9'1619,"1"0"540,-3 1-2069,-6 13 179,-7 6 1,-24 24-180,1-2 0,11-12 0,3-1-90,0 1 90,15 4 0,23-8 0,11 4-90,-7-8 0,2 2 45,-1 9 0,-1 1-45,8 5 45,-21 0 0,-9 0-45,-30 7 0,10-16 0,-1 0-495,-5 0 0,0-4-2782,-4-6 2634,12-9 1,15-19 0,6 0 0</inkml:trace>
  <inkml:trace contextRef="#ctx0" brushRef="#br0" timeOffset="188686">20507 10374 11760,'-13'-10'1799,"1"0"-989,32 0-406,8 1 1,7-1-555,-4 2 0,2 0 1,2 0-944,11-3 1,3 0 0,-3 1-547,-1 0 1,-3 1 982,-1 1 1,-6 0-1,-9 4 1,-1-1 0</inkml:trace>
  <inkml:trace contextRef="#ctx0" brushRef="#br0" timeOffset="190819">19374 11025 8162,'24'1'3276,"-6"0"-1964,20 7-1132,-20-3 0,16 15-1,-10-3 1,1 0-180,11 7 90,-1 2 0,8 6 0,-6-5-45,-17-12 0,2 0-865,12 7 1,10 6 0,-1-1 0,-8-7 25,8 1 794,-11-5 0,6 2 0,-2-7-249,2-11 0,-3-5 249,-10 4 0,2-3-53,8-5 0,5-4 0,-4-3 173,-8-3 0,-3-2 0,1-2-60,6-6 0,1-2 0,-2-2-16,-9 3 1,0-2 0,-2 0 0,-1 0 15,-1-3 0,-2 1 0,-3-1-32,3-13 1,-3 3 16,-7 16 0,-2 4 2534,0-8-2489,1 17 1997,5 6-1997,1 8 210,1 1-300,-17 12 65,-5 1-65,-21 17 0,12-12 0,-14 15 0,4-7 0,-5 4 0,-1 1 0,16-14 0,4-5 0,26-30 0,-6 9 0,11-12 0,3-3 0,-3 5 0,0 0 0,3-5 0,1 1 0,1-2 0,-1 2-90,6-7 90,0 40 0,-4 32 0,-6-1 0,2 2-45,-1-4 0,3-2-1484,6-2 0,3-5 1529,-6-14 0,0-4 0,21 1 0,-12-13 0</inkml:trace>
  <inkml:trace contextRef="#ctx0" brushRef="#br0" timeOffset="199636">6246 15711 6363,'1'-12'1080,"2"-10"-541,-1 2 1081,4-29-1351,-3 26 630,1-5 1,1 3-630,-2 13 720,5-19-451,-6 21 91,2-2-360,3 30-135,-4 10 0,-2 9 22,0 2 0,0 7 1,-1 3-1,-1 1-391,0-5 1,-1 1-1,0 1 1,0 2-1,0 2 290,0-9 0,0 1 0,-1 2 1,1 0-1,0 1 0,-1 0 0,1-2 1,0-1-12,0 7 0,-1-1 0,1-1 0,0-1 0,0 1 0,1 1 6,-1-2 0,2 1 1,-1 2-1,1-1 1,-1-2-1,1-2 0,1-4-29,-1 4 1,1-4 0,1-2-1,-1 3 23,2 7 0,0 2 0,1 0 0,-1-6-208,1-8 0,-1-3 0,1 1 193,-1 0 0,1 1 0,-1-1-34,3 15 0,-1-4 94,0-1-90,-1-5 90,-3-23 90,0 0-1,-1-7 1385,0-1-1474,0 4 785,-1-7-875,0 1 217,8 3-217,-2-6 0,23 3 0,4-7 0,7-3 22,-4 2 0,4-2 1,3 1-1,3-1-431,-2 1 0,4-1 1,1 0-1,2 1 1,0-1-1,1 1 409,-3-1 0,-1 1 0,2 0 0,0 0 0,1 0 0,1 0 0,2 0-249,-8 1 0,2 0 0,1 0 0,1 0 0,0 0 0,1 0 0,-1 1 0,0-1 0,-1 0 0,-1 1 249,0 0 0,-1 0 0,0 0 0,-1 0 0,0 0 0,0 0 0,1 1 0,1-1 0,1 1 0,-3-1 0,2 1 0,0 0 0,1 0 0,1 0 0,0 0 0,-1 0 0,0 1 0,-2-1 0,0 0 0,-2 0-182,5 0 0,-2 1 0,-1-1 0,-1 1 0,0-1 0,0 1 0,0-1 0,1 1 182,3-1 0,1 1 0,1-1 0,-1 1 0,0 0 0,-3-1 0,-2 1 0,-4-1 0,9 1 0,-6-1 0,-2 1 0,1-1 45,1 1 0,0-1 0,-3 0 0,-6 0 360,-6-1 0,-4 0-91,4 0 1,-2 0 1676,14-2-1631,-19-1 2354,-4-1-2534,-6 2 2773,-3 0-2774,-2 1-89,-1 1 0,-2-6-90,-4-8 0,-6-25 0,1 8 0,1-6 0,1 4 0,2-5 0,0-1 0,0-2-572,0-4 1,1-1-1,1-2 1,0-4 558,0 10 0,0-4 0,2-2 0,-1 0 0,0-1 1,0 3-1,0 3 13,1-2 0,-1 4 0,0 1 0,0-1 0,0-4-13,0 0 0,1-4 0,-1-2 0,1 0 0,-1-1 1,0 3-1,-1 1-2,0 4 0,-1 1 0,0 2 0,-1 0 0,1-1 0,0-1-236,1-4 0,0-1 0,0-1 1,0 0-1,0 0 0,0 0 251,1-2 0,-1-1 0,0 1 0,0 0 0,1 2 0,0 4-148,1-2 0,0 3 0,0 1 0,1 2 118,1-12 0,2 2 0,-1 7 30,-1 13 0,1 4 0,4-16-90,-2 24 1826,-1 2-1826,2 1 1772,-4 11-1682,-1-3 786,-1 4-696,-3-2-90,-9-1-90,-18-3 60,-8 5 0,-10-1 0,-1 2 30,9 0 0,-1 1 0,-2 1 0,-4-1-410,6 1 0,-3 1 1,-4-1-1,-1 1 1,-1 0-1,-1 0 0,2 0 1,0 0 379,-3 1 1,2 0 0,-1 0 0,0 1-1,-1-1 1,-1 1 0,-3 0 29,10 0 0,-2 0 0,-1 0 0,-1 0 0,-1 0 0,-1 0 0,1 1 0,0-1 0,0 0 0,1 1 0,2-1-192,-4 1 0,1-1 0,1 0 0,1 1 1,-1-1-1,1 1 0,-1-1 0,-1 1 1,-2-1 182,4 1 1,-2 0 0,-1-1 0,0 1 0,-1 0 0,1 0-1,-1-1 1,1 1 0,1 0 0,1-1 0,2 1-205,-6-1 1,1 0 0,0 1 0,2-1 0,1 0 0,0 0 0,1 0 0,0 0 212,0 0 0,1 0 0,1 1 0,0-1 0,1 0 0,0 0 0,1 0 0,-6-1 0,0 1 0,0-1 0,2 0 0,3 0 0,5 0-54,-2 0 0,4 0 1,-1-1 8,-3 1 0,-3 0 0,1-1 0,6 1-360,-1-1 0,5 1-47,-10 1-2825,24 4 3162,9 2 115,9 15 0,3-2 0,3 11 0</inkml:trace>
  <inkml:trace contextRef="#ctx0" brushRef="#br0" timeOffset="200902">5730 18092 10231,'-6'-12'2879,"-3"-2"-2610,5 26-89,-3 7-90,5 7 0,0 3 0,1-2 0,1 1-315,0 7 0,2-1 225,5 14 0,3-17 0,1-18 0</inkml:trace>
  <inkml:trace contextRef="#ctx0" brushRef="#br0" timeOffset="201336">6024 18123 10951,'-9'-14'1889,"2"3"-1350,-7 11-269,1 12-90,-7 16-90,10-4 0,2 1 90,2 24-135,9-19 0,4-1-45,15 7 90,19-12-90,-12-22 0,-2-13 0,-26-9 0,-19 2-90,-12 7-450,-4 9-2737,9 10 3129,16 4 0,13-2 1,8-3-1</inkml:trace>
  <inkml:trace contextRef="#ctx0" brushRef="#br0" timeOffset="201752">6224 18174 11131,'-15'-3'899,"-2"6"-809,10 0 360,-4 19-180,7 2 0,5 23-91,9-8 1,17 1-90,-8-22-90,17-12 90,-13-23-90,-3-8 90,-17-20-90,-24 7-90,-9 9-1349,-7 20-1838,14 20 2927,6 3 0,14 7 0,5-5 0</inkml:trace>
  <inkml:trace contextRef="#ctx0" brushRef="#br0" timeOffset="202002">6568 18401 10951,'-15'-6'1799,"3"2"-1439,0 8-91,1 13-89,-5 9-899,-5 12-2519,2-8 3238,4-6 0,6-13 0,7-8 0</inkml:trace>
  <inkml:trace contextRef="#ctx0" brushRef="#br0" timeOffset="202586">6658 18196 11490,'-15'-6'3149,"1"3"-2700,-5 2-359,7 3 270,-7 10-180,16 1 0,11 13-90,19 0-90,-5-9 0,1-1 0,12 5 0,-12-5 0,-3 1 0,0 8 0,0 2 0,-21 12 0,-17-12 45,1-6 0,-2-1-45,-21 4 90,6-13-270,19-21-90,19-12 0,6-5 90,1 2 0,0-1 0,7-9 1,-2 0 44,-6 8 0,-4 0-45,-7-14 90,-6 12 0,-31 7 0,10 14-1079,-18 0 1169,20 7 0,9 2 0,12 1 0</inkml:trace>
  <inkml:trace contextRef="#ctx0" brushRef="#br0" timeOffset="202902">6838 18060 11311,'-6'-11'2878,"19"-9"-1979,20 13-629,-4 4 0,3 5 0,6 16 0,-1 5-225,-10-7 0,-3 3 90,2 22 0,-10 4-46,-16-10 1,-8 2-90,0-2 0,-3 3 0,-3-2-390,-1-5 1,-2-1-1,-2-1-703,-7 0 1,-2-1 0,0-5 888,-5-3 1,0-5 0,0-4-1,0-4 1,-16-9 0</inkml:trace>
  <inkml:trace contextRef="#ctx0" brushRef="#br0" timeOffset="203602">5450 18186 10051,'-4'-17'1170,"-1"3"-541,-6-5 91,-8 8-360,-5 12-181,1 19 1,1 10-45,6 2 0,6 5-75,5 8 0,3 5 0,6 0-385,5-7 1,5 0 0,5-1-59,3-3 1,5 0 0,2-1-1,0-5-710,8 1 1,1-5 0,0-3 682,-3-3 0,-1-2 1,-1-5-1,12-5 1,-3-5-1,-17-6 0,0 1 1</inkml:trace>
  <inkml:trace contextRef="#ctx0" brushRef="#br0" timeOffset="204319">6855 18193 13020,'-17'14'539,"6"-5"-359,-2 13 0,10 5-90,4 8 0,11 5 0,16-9 0,6-13-90,-8-16 0,-1-5 90,3-3-90,8-24 0,-31-6 0,-8-7-45,-8 18 0,-4 3-675,-15-3-2557,-4 14 2589,20 13 1,7 8 0,11-1 0</inkml:trace>
  <inkml:trace contextRef="#ctx0" brushRef="#br0" timeOffset="204936">7612 18209 12120,'4'-9'2069,"20"-1"-1889,1 5 0,3 1-1,12-1 1,2 1-450,-5 1 1,-1 0-811,2 0 1,-4 1 1079,-3 1 0,-11 0 0,-18 1 0</inkml:trace>
  <inkml:trace contextRef="#ctx0" brushRef="#br0" timeOffset="205169">7785 18062 10591,'-11'-16'2429,"0"4"-1890,10 28-179,4 24-270,0-8 0,2 3-405,0 7 0,1-1-1259,0-7 0,1-3 1574,-1-5 0,2-2 0,8 2 0,2-11 0</inkml:trace>
  <inkml:trace contextRef="#ctx0" brushRef="#br0" timeOffset="205969">8443 18111 11400,'-7'-6'1350,"0"-3"179,4 1-989,3-1-181,4 4 181,11 18-180,3 11-270,-5-4 0,0 4 45,2 6 0,-1 0-45,6 11-46,-7-12 1,1-3 135,4-2-90,6-6 0,4-27-90,-7-19 0,-10 3 0,-1 0 0,0-8 0,-3-3 0,-5 27 0,10 10 0,1 17 0,18 21 0,-4-5 0,-2-6 0,14-22 90,-5-25-90,-7-4 0,0-6 0,-8 0 0,-3-2-45,0-14 0,-6 1-225,-5-5-2608,-6 6-399,9 60 2499,-2-5 1,15 27 0,-4-19 0</inkml:trace>
  <inkml:trace contextRef="#ctx0" brushRef="#br0" timeOffset="206169">9699 18176 12930,'5'-12'3276,"1"-1"-2325,0 4-4228,0 3 2457,-11 7 1,-12-2 0,-14 4 0</inkml:trace>
  <inkml:trace contextRef="#ctx0" brushRef="#br0" timeOffset="207252">4921 15855 11131,'1'-16'539,"4"-3"91,-2 2 449,5 3-719,3 13 180,5 15-90,8 30-331,-13-10 1,0 6 0,-1-3-75,0-1 0,0 1 0,-3-1 0,-1 7 0,-1-1 0,-1-8 45,0 13-45,-3-4 0,1-15-45,0-39 0,5-37 30,-3 16 0,2-4 0,0 0-75,4-12 0,3-1 45,-3 14 0,3 0 0,0 6 0,0 4 0,4 9 0,22 22 45,-25 18 0,-3 8-45,-1 0 0,0 3 0,-2-1-45,2 12 0,-1-1-45,0 3 0,1-4-809,11 1-1620,5-23 2519,4-27 0,-2-14 0,-2-7 0</inkml:trace>
  <inkml:trace contextRef="#ctx0" brushRef="#br0" timeOffset="207652">5230 15521 11041,'1'-10'2069,"5"2"-1260,7 2 1,32-1-631,-12 2-44,3 1 0,2-2-675,-9 1 1,-1 0-721,2 0 1,-2 0 1259,17-4 0,-29 5 0,-11 3 0</inkml:trace>
  <inkml:trace contextRef="#ctx0" brushRef="#br0" timeOffset="207886">5382 15351 10951,'-6'-21'3058,"1"5"-2698,6 19-135,3 19 0,2 10-360,0 4 0,1 4-958,0-3 1,1 3 0,0-2 659,0 0 0,-1-1 1,2-3-1,-1-3 0,6 5 1</inkml:trace>
  <inkml:trace contextRef="#ctx0" brushRef="#br0" timeOffset="209019">5749 17695 11041,'-1'9'3276,"0"1"-2774,12-26-143,-1-10-209,-3-8 0,1-12 0,-2 0-150,-2 2 0,-1-2 0,-1-6-469,-1 13 1,-1-4 0,1-3 0,-1-2 0,-1 0 0,1 0 0,0 2 399,-1-4 0,0 1 0,0 1 1,-1-1-1,1-2 0,-1-2 29,1 10 0,-1-3 0,0-1 0,1-1 0,-1-1 0,0 1 0,1 1 0,-1 1 1,1 2 9,0-9 0,0 3 0,0 0 0,0 2 0,0-1 0,0 1 0,1 0 0,-1-1 0,1 0 0,0 2 0,0 2 0,1 4 168,0-11 1,1 5 0,1 4-139,2-4 0,1 7-90,3 4 0,0 32 90,-4 7 0,0 7 90,-2-3 2282,-1 0-2372,-6 7 0,-17 28 45,7-13 0,-1 2-45,1-2 0,-1 3 0,0-2 0,-2 7 0,1-2 91,-1 4 0,4-9-91,7-23 0,12-30 0,6-17 0,4-7 0,1 2 0,0-1-30,-3 12 0,0 1 0,1 3 30,4 0 0,-1 6 0,11-8 0,14 30 90,-10 15-90,-5 3 0,0 1 0,-6 0 0,-2 2-180,4 3 0,-1 0-3097,15 5 3061,-7-9 1,0-16 0,-9-7 0</inkml:trace>
  <inkml:trace contextRef="#ctx0" brushRef="#br0" timeOffset="210486">11918 16616 9691,'-11'-4'2249,"-3"-2"-900,4 0-809,11-3 360,41 1-676,-3 4 1,7 2-870,-3 1 0,5 1 0,2 1 0,1 0 699,-8-1 0,0 2 0,1-1 0,2 0 0,3 1-21,-6-1 1,3 0 0,2 1 0,2-1 0,0 0-1,-1 1 1,0-1 0,-2 0-338,1 0 0,0 1 0,-1-1 1,-1 0-1,1-1 0,-2 1 1,1 0 273,4 0 0,-1 0 0,0 0 0,0 0 0,-1-1 0,-1 1-96,6-1 0,0-1 0,-1 1 0,-4-1 0,-7 0-192,3 0 1,-4-1 77,-2 1 0,1 0 0,-12-4-1199,-15-8 1439,-39-4 0,-8 0 0,-11 0 0</inkml:trace>
  <inkml:trace contextRef="#ctx0" brushRef="#br0" timeOffset="210852">13677 16408 11221,'-11'-15'2338,"-1"-1"-2068,14 10 540,21 4-586,0 6 1,6 3-105,1 3 0,5 1 0,-1 1-30,2 2 0,0 0 0,-1 1-60,-1-2 0,-1 1 0,-2 0 60,7 4 0,-5-1 0,-4-1-90,-30 7 45,-16-6 0,-9 1-75,-2 5 0,-3 3 0,0-1-60,-4 3 0,0 0-480,4 0 0,-2 3 1,9-4-2708,4 13 2457,1-4 1,32-15 0,8-16 0</inkml:trace>
  <inkml:trace contextRef="#ctx0" brushRef="#br0" timeOffset="213419">15767 15606 16078,'20'24'494,"-7"4"1,-3 7-345,-1 8 0,-1 6 0,-1 3-507,-2-14 0,-1 2 0,0 1 0,0 1 0,-1 0 387,0-1 0,-1 2 0,1 0 0,-1 0 0,0 0 0,-1-1 6,1 4 0,-1-2 0,0 1 0,0 0 0,-1 0-6,1-3 0,-2 2 0,1 0 0,-1-1 0,1-2 0,-1-4 113,1 6 1,-1-4-1,0 1-113,0 8 0,0 0 0,-1-10 479,0-5-509,1-10 0,1-3 0,1-7 1194,0 2-1194,0-2 281,0-2-191,-1 0-90,1-2 0,-2-3 0,0 0 0,-1-1 0,0-1 0,0 1 0,0 0 0,1 5 0,0 3 0,0 12 0,0 4 0,-1 15 90,0-7-90,1-4 0,-2 0 0,2-16 0,-1 7 0,1-10 0,0-2 90,0-4-90,1 0 90,-1-3 0,0 1-90,19-4 0,-7-1 0,31-4 0,-10 0 0,5 0 0,-1 1 0,1-1 0,3 0-293,-3 1 1,6 0-1,4-1 1,3 1 0,-2 1 307,-4 0 0,1 0 0,0 0 0,1 1 0,2 0 0,2-1-325,-9 1 1,1 0-1,2-1 1,1 1 0,0 0-1,1 0 1,0 0-1,0 0 1,0 0 309,-1 0 0,0 0 0,1 0 0,0 0 0,1 1 0,-1-1 0,0 0 0,0 0 0,-1 1 0,-1-1 0,5 0 0,0 1 0,-1-1 0,-1 1 0,0-1 0,-1 0 0,0 1 0,-1-1 0,3 0 0,-1 0 0,0 0 0,-1 0 0,-2 0 0,-2 0 0,-2 0 4,6 0 1,-3 0 0,-2-1 0,-1 1 145,8-1 0,-1 0 0,-7 0 120,-9-1 0,-4 1 0,11-1 806,-13 0-896,-8 1 3096,-4 0-3251,-3 0 275,-4 1-300,1-4 0,-4-1 0,-1-13 0,-4-12 0,-2-8 0,-2-3-210,3 11 0,-1 0 210,-2-5 0,0-4 0,1-2-1093,-1-7 1,0-2 0,1 3 1070,1 12 0,0 2 0,0-4 22,1-2 0,0-4 0,0-2 0,1-1 0,1 1-272,0-4 0,1 0 0,0 0 0,1-2 254,0 4 0,0-2 0,0-1 0,1-1 0,-1-1 5,1 10 0,0-3 0,0 0 0,0 0 1,0 1-1,0 2 0,0 2-10,1-9 1,1 2-1,-1 3 1,1-1-15,-1 0 0,0 0 0,0 2 1,0 7 36,1 4 0,-1 4 146,0-15-146,0 20 2756,-1 3-2756,0 7 1451,-2 3-1451,0 1 105,-2 3-105,-17 6 0,5 1 0,-20 2 0,-8 2 30,10-3 0,-2 0 0,-4 0-385,0-1 1,-6 1-1,-2 0 1,-1-1 0,0 0 354,5 0 0,0-1 0,-1 1 0,-1-1 0,-1 0 0,-2 1-311,2-1 0,-3 0 1,-1 0-1,-1-1 0,-1 1 1,1 0-1,1-1 0,1 1 298,1 0 0,0-1 0,0 1 1,2-1-1,-1 0 0,2 1 0,-1-1 13,-2 1 0,0-1 0,0 0 0,1 1 0,1-1 0,0 1-30,1-1 0,0 0 0,0 1 0,1-1 0,3 1 0,4 0-288,-6 0 1,4 0-1,-1 1 25,-3 0 1,-3 0 0,2 1 0,4 1-293,-4 1 0,5 4-629,7 4 0,4 1-2063,-1 13 0,12-3 3390,13-6 0,5-5 0,1 1 0</inkml:trace>
  <inkml:trace contextRef="#ctx0" brushRef="#br0" timeOffset="214319">15502 17699 11580,'2'-10'810,"-1"2"269,0-2-899,3 21 0,-1 6 0,3 31-90,-2-1-180,-1-20 0,1 0-1979,3 12 2069,3-11 0,2-12 0,1-8 0</inkml:trace>
  <inkml:trace contextRef="#ctx0" brushRef="#br0" timeOffset="214719">15806 17733 11131,'-1'-26'2158,"-2"6"-1348,-6 8-360,-7 17-91,-2 23-89,3 13-270,5-2 135,12-12 0,3-2-45,8 3 0,15 11 0,-1-24 0,8-20-90,-18-5 0,-3-26 0,-24-9 0,3 21 0,-2-1-45,-4-1 0,-2 3-765,-15 5-809,6 20 720,6 10 899,10 16 0,10-7 0,2 10 0</inkml:trace>
  <inkml:trace contextRef="#ctx0" brushRef="#br0" timeOffset="214986">16062 17933 12660,'-10'5'1439,"0"0"-1889,-11 40-1439,5-15 1889,-8 11 0,13-23 0,5-5 0</inkml:trace>
  <inkml:trace contextRef="#ctx0" brushRef="#br0" timeOffset="215452">16240 17781 11760,'5'-11'3276,"-17"15"-2954,7-2-52,-22 24-90,14-8-180,-1 11-270,18-7-270,10-2-179,16-2 269,-7-4 180,-5 8 90,-18 0 90,-17 10 90,-4-6 0,0-4 0,2-5 0,11-17 0,-3 2 0</inkml:trace>
  <inkml:trace contextRef="#ctx0" brushRef="#br0" timeOffset="215686">16213 17797 11760,'-9'-3'1799,"10"-2"-1619,1 0 270,18-5-990,-5 3-2737,12-5 2567,-12 6 0,5-1 0,-7 4 1</inkml:trace>
  <inkml:trace contextRef="#ctx0" brushRef="#br0" timeOffset="215952">16381 17709 11850,'-12'-5'2429,"24"18"-2069,3 8-136,4 3 1,-3 5-135,-8 1 0,-4 1-90,0-4 0,-5 1-450,-20 15 1,-10-1-856,3-15 1,-3-1 925,0-1 1,-4 1 0,2-2 0,-4-3-1,1-3 1,0-4 0,0 1 0</inkml:trace>
  <inkml:trace contextRef="#ctx0" brushRef="#br0" timeOffset="216352">14967 17608 11221,'4'-15'3276,"-17"24"-2685,-4 29-411,1 6 0,2 7-557,7-15 0,3 2 1,2 0 436,4 9 0,4 2 0,6-3-480,5-8 0,6-3 0,2-3-673,3-3 1,3-3 0,2-4 962,-1-6 0,1-3 0,-1-4 0,10-6 0,-3-4 0,-8-3 0,0 0 0</inkml:trace>
  <inkml:trace contextRef="#ctx0" brushRef="#br0" timeOffset="217901">16878 17899 11580,'40'0'360,"0"1"0,-3-2 0,3 0 0,3 0-289,-3-1 1,3-1 0,3 1 0,0-1 0,-1 1-445,-1-1 0,1 1 1,-1 0-1,1 0 0,2 0 403,-2 0 0,3 0 0,0 1 0,0-1 0,-1 0 0,-3 1-8,6-1 1,-2 1 0,-2 0-1,0-1 0,-1 1 1,0 0 0,-2-1-1,-6 1-22,3 0 0,-5-1 373,-6 0 1,-5-1-284,-7-1-1361,0-3-1248,-12-2 2519,-7 1 0,-5 2 0,0 1 0</inkml:trace>
  <inkml:trace contextRef="#ctx0" brushRef="#br0" timeOffset="218269">18158 17733 10771,'-8'-9'1439,"1"-1"-360,3 1-629,3 1 0,13 3 0,14 7-271,0 3 1,2 2-45,-1 0 0,0 0-135,-2 0 0,0 0 90,0 1 0,-2-1 0,-1 1 90,6 5-180,-24 3 90,-22 13-90,0-9 0,-1-1 45,1-1 0,-2 0-495,-11 8 0,0-1-809,-4 4 1259,3-3 0,2-1 0,-1 0 0,-2 3 0</inkml:trace>
  <inkml:trace contextRef="#ctx0" brushRef="#br0" timeOffset="218818">17640 18165 10321,'2'-12'720,"2"-1"-271,3 1-179,2 3-90,12-1-90,-8 7 0,17 8 90,-8 10-90,2 7 90,-13 16 0,-21 5-90,-8-2-90,-5-5 90,9-13 0,23-8-360,11-8-1080,27-8-1078,-5-3 989,-6-2 1361,-12 2 0,-7 1 0,1 1 0</inkml:trace>
  <inkml:trace contextRef="#ctx0" brushRef="#br0" timeOffset="219219">18087 18282 10591,'-5'-14'3276,"1"0"-1875,-2 1-951,2 5 270,-13 10-630,10 2 269,-12 19-89,18 9-270,3-1-270,14-10 1,4-3 179,2-5 0,3-7 0,1-5-180,13-23 180,-12 6 45,-8-3 0,-7-3 135,-33-21-45,3 19 0,-5 2-225,-14-2 0,-4 5-810,3 8 1,0 5 989,-3 5 0,3 4 0,-7 5 0,2 6 0</inkml:trace>
  <inkml:trace contextRef="#ctx0" brushRef="#br0" timeOffset="220452">15211 17083 10591,'-2'12'3276,"1"-20"-2145,3 2-681,4-43-360,-2 20 0,1-14 0,0-6-120,-3 17 0,0-1 0,-1-3-249,1-3 0,0-3 0,0-1 0,0 1 249,-1-8 0,0 1 0,0 1 0,0 3 0,0 1 0,-1 5 143,0 5 0,-1 5-203,2-5-90,-2 23 180,0 10 180,0 4-180,-1 12 800,-4-4-800,-8 10 90,-7 8-90,4-7 0,0 0 0,1-1 0,0-1-90,-11 15 0,9-12 0,19-22 90,22-30 0,-5 7 0,3-2-1639,6-9 1,1 1 1535,-9 9 1,-1 3 102,1-1 0,-1 5 0,-1 10 0,2 8 0,0 22 0,-3 7 0,-3-9 0,1 0 3033,11 7-3303,0-7-1799,3-15 2069,-13-10 0,2-1 0,-9-3 0</inkml:trace>
  <inkml:trace contextRef="#ctx0" brushRef="#br0" timeOffset="220869">14521 16640 11041,'12'-17'989,"-2"2"-449,-4 7-90,1 13-91,-3 18-179,2 26-90,-4-19 0,0 0-225,0 3 0,2-1-855,0-3 1,2-3 989,9 8 0,-2-11 0,0-17 0</inkml:trace>
  <inkml:trace contextRef="#ctx0" brushRef="#br0" timeOffset="221218">14790 16670 11311,'-19'13'1709,"9"-8"-1350,-13 31 91,14-6-270,4 6 90,15-2-180,10-19-90,1-8 90,6-21-90,-9-16 90,-4-6-90,-20-11-180,-16 21-2789,-19 18 2969,9 25 0,4 10 0,13 5 0</inkml:trace>
  <inkml:trace contextRef="#ctx0" brushRef="#br0" timeOffset="235718">6660 15162 12750,'11'16'539,"-2"-4"-314,2 14 0,0 5 0,-2 0 0,-1 5-99,-3-2 0,-1 6 0,-1 4 0,0 0 0,-1-1-535,-1-2 1,0 0 0,-1 0 0,-1 2 0,0 1 459,0-2 1,0 3-1,0 1 1,-1 1-1,0 0 1,0-2-1,1-1-21,-1 1 0,-1-3 0,1 0 0,-1 0 0,1 0 0,0 1 0,1 4 0,0 1 0,-1 0 0,2 0 0,-1-1 0,1-3 6,0 0 0,1-2 0,0-1 0,1 0 0,-1 1-96,1 3 1,0 0-1,0 1 1,1-2 0,-1-3 89,1 11 0,1-4 0,-1-3-30,0-9 0,0-2 0,-1-1 45,-1 12 0,-2-4-45,-4 3 45,1-9 0,0 0-45,-3 10 0,-1-1 1652,3-16-1652,-1 2 1135,1-6-1585,0-1-1079,-1-3 1529,2-8 0,0-11 0,1-7 0</inkml:trace>
  <inkml:trace contextRef="#ctx0" brushRef="#br0" timeOffset="236468">6955 15199 10321,'-1'-11'-630,"1"0"1890,0 5-990,3 27 359,1 26-329,0-11 0,0 6 0,1 2-166,-1-8 1,1 0 0,0 2 0,1 3-508,-1 0 1,0 3-1,1 3 1,0 0-1,-1 1 1,0-3 492,0-2 0,-1-1 0,1 0 0,-1 0 0,0 0 0,0 0-85,1 6 1,0-1 0,0 0 0,-1 1 0,1 1 84,-2-2 0,0 2 0,0 1 0,0-1 0,-1-2 0,1-3-30,1 0 0,-1-5 0,0 1 0,1 4-39,-1-4 0,1 3 1,-1 3-1,1 0 1,-1-1-1,1-2 1,-1-5-22,2 13 0,0-5 0,0 3 5,-1-8 1,0 4 0,0 0 0,0-2 0,-1-3-35,0 3 0,0-4 1,-1 0-2,1 5 0,-1 0 0,-1-3-90,2 6 0,-1-5-180,-3-13 0,1-5-719,-1 0-2288,-1-1 2747,0-26 0,0-14 0,-1-16 0</inkml:trace>
  <inkml:trace contextRef="#ctx0" brushRef="#br0" timeOffset="237102">7310 15159 10231,'2'-16'1619,"-1"37"-1349,-1-7 0,0 14 0,0 10 0,1 1-91,1-4 1,1-1 0,0 5-515,1 3 1,1 5-1,-1 3 1,1 0 0,0 0 408,0-8 1,-1 1 0,0-1 0,0 1 0,0-1 0,1 0-266,0 3 0,0 0 1,0-1-1,0 2 0,0 2 281,-1-2 0,0 3 0,0 1 0,-1 1 0,0 0 0,0-3 0,0-2-18,0 0 0,-1-3 0,0-1 0,1 1 0,0 3-21,0 0 0,0 3 1,1 3-1,0 0 1,0-1-1,-1-1 1,1-4-124,-1 2 0,0-2 0,1-2 0,-1-1 0,1 0-748,1 8 1,2 1 0,-1-4 0,-1-5 296,-1 4 0,1-6-517,1-5 0,-1-7 1040,-4-15 0,1-3 0,-2-6 0</inkml:trace>
  <inkml:trace contextRef="#ctx0" brushRef="#br0" timeOffset="237684">7621 14939 10681,'-1'41'989,"1"-7"-749,3 0 0,4 7 0,0 2-1333,0 4 1,0 1 0,0 0 676,-1-12 0,0-1 0,0 1 0,0 5 551,1 3 0,-1 4 0,1 2 0,0 2 0,-1-1 0,0-4-55,-2-1 0,1-3 0,-1 0 0,0 1 0,0 4-13,0-4 1,0 2-1,0 3 1,0 0-1,0 2 1,0-2-1,0 0 1,0-3-17,-1 0 0,0-1 1,0-1-1,0-1 1,0-1-1,-1 0 1,1-1-35,0 8 1,0-3 0,-1 0 0,1 0 0,0 1 27,0-5 0,0 3 0,0-1 0,0 0 0,-1-4 0,1-4 221,-1 2 0,1-4 0,-1 2-446,1 11 0,0 5 0,0 0 1,-1-10-46,0-6 0,-1-3-585,1 11 1,-1-5 809,1-17 0,-2 0 0,1-13 0</inkml:trace>
  <inkml:trace contextRef="#ctx0" brushRef="#br0" timeOffset="238185">7986 15130 10141,'7'19'674,"2"8"1,0 5-585,-2-3 0,0 3-640,2 10 1,1 7-1,0 2 707,-4-6 1,0 2-1,0 2 1,0 2-403,-2-11 1,1 1 0,-1 2 0,1 1 0,-1 1-1,0 2 312,-1-2 1,1 2-1,-1 1 1,0 2-1,0 0 1,0 0-1,-1-1 1,1-1-179,-1 2 0,1-1 0,-1-1 1,0 0-1,-1 1 0,1 0 0,-1 1 144,1-2 1,-1 1 0,0 1 0,-1 0 0,1 0-1,0-1 1,0-1 0,0-2-34,0 4 0,1-2 0,-1-1 0,0 0 0,1-1 0,0 1-376,0 1 0,0 0 0,0 0 0,1-1 0,-1-3 0,1-3 286,0 9 0,1-5 0,0 0-390,2 4 0,0 0 1,2-9 566,7 3 1,-2-3-1,1-20 1</inkml:trace>
  <inkml:trace contextRef="#ctx0" brushRef="#br0" timeOffset="238668">8403 15213 10411,'-1'-15'-180,"1"3"450,0-2 540,0 2-271,4 28-449,-1 9 60,0 6 0,2 10 0,-1 0-579,1 2 1,-1 1 0,1 5 488,-1-7 0,1 3 0,-1 3 0,1 2 0,0 0 0,-1-2-378,0-2 0,1 0 0,-1-1 0,0 2 0,0 0 1,0 3 366,-1-8 1,0 2 0,1 2 0,0 1 0,-1 0 0,1 0 0,-1-1 0,1-1 0,-1-1-25,1 5 1,0-1 0,0-1 0,0 0 0,-1-1-1,1 1 1,0 0-1,1 3 1,-1 0 0,0 1 0,0 0 0,1-2-1,-1-1 1,1-2-116,0 6 0,1-3 0,-1-1 0,1-3 0,-1-1-210,1-1 0,-1-1 1,1-3-1,-1-3 300,2 14 0,-2-10 0,0-13 0,-3-18 0</inkml:trace>
  <inkml:trace contextRef="#ctx0" brushRef="#br0" timeOffset="239136">8803 15084 10321,'-2'-24'360,"0"1"809,4 10-809,5 17 0,-1 23 0,-2 11-211,1-2 1,1 5 0,-2 5-697,0-5 1,-2 5 0,1 3 0,0 2 0,-1 1 0,0-2 573,0-7 1,0 1 0,0-1 0,-1 1 0,1 0 0,-1 0 0,1-1-127,-1 6 1,1-2 0,0 0 0,0 1 0,-1 1-1,1 2 177,-1-4 1,1 2 0,0 3 0,-1-1 0,1 1-1,-1-1 1,1-3 0,-1-2-19,1 0 0,0-4 0,-1-1 0,1-1 0,0 3 0,0 2-20,0-3 0,-1 2 0,1 1 0,0 2 0,1 0 0,-1 0 0,0-1 0,0-2 0,0-2-25,1 7 0,0-1 0,0-2 0,-1-1 0,1-2 0,0 0-15,0 8 0,1-2 0,0-1 0,0-3-150,0 6 0,1-2 0,0-7-574,1-10 1,-1-4 363,0 2 1,-1-2 359,4 3 0,-3-41 0,1-3 0</inkml:trace>
  <inkml:trace contextRef="#ctx0" brushRef="#br0" timeOffset="239585">9300 14996 10321,'0'-10'90,"1"0"450,-3 14-271,-4 31 1,0 15-90,4-4 0,0 7-426,2-15 1,0 5 0,0 2 0,1 2-1,1 0 366,1-5 0,1 0 0,1 1 0,0 1 0,1 1 0,-1 1-282,-1 1 1,1 1 0,0 1 0,0 1 0,0 0-1,0 1 1,0-1 217,-1-6 0,0 1 0,0-1 1,1 1-1,-2 0 0,1 0 1,-1 1-1,0 0-6,0-2 0,-1 1 0,0 2 0,-1-1 0,1 0 0,-1 0 0,0-1 0,0-1 0,-1-2-20,1 10 0,0-3 0,-1-1 0,0-1 0,0 0 0,0 1-149,0 2 1,0 1 0,-1 0 0,1 0 0,-1-4-1,1-3-331,1 1 0,-1-4 1,1-3-1,-1-1 450,2 3 0,-1-3 0,1-6 0,4 3 0,1-41 0</inkml:trace>
  <inkml:trace contextRef="#ctx0" brushRef="#br0" timeOffset="240085">9536 15028 10591,'11'-13'-180,"-3"4"720,10 7-91,-3 19-2088,-1 14 1,-1 6 1511,-5-11 0,-1 3 216,0 5 1,0 4 0,-1 3-285,-3-1 0,-2 2 1,0 0-1,-1-1 255,2 1 0,0-2 0,0 6-154,-2-5 0,-1 5 0,1 3 1,-1 2-1,0-1 0,0-1 214,0-2 0,0 1 0,0-1 0,0 0 0,0 2 0,0 0-75,0-6 0,-1 0 0,1 0 0,0 1 0,0 1 0,0 0 0,0 1 0,0-1 4,1 0 1,-1 2 0,1 1 0,-1 0 0,1-1 0,0 0 0,-1-1 0,1-3 0,0-2-32,0 10 0,-1-3 0,1-3 0,0 0 0,0 1 0,0 4 0,1 0 0,-1 0 0,1-1 0,1-4-261,0-1 0,0-3 0,0-2 0,1-1 243,-1 0 0,0-2 0,1 1-135,0 2 0,0 3 0,2-2 1,0-7-550,3-7 1,0-4-956,3 3 1,0-4 1198,7-2 0,-2-31 0,-5-5 0</inkml:trace>
  <inkml:trace contextRef="#ctx0" brushRef="#br0" timeOffset="241018">6179 15546 9871,'2'11'900,"21"-2"-691,6-6 1,9-2 0,1-2-1303,7 0 1,2-1 0,5-1 1078,-14 1 1,4-1 0,2 0 0,0-1-1,-1 1 1,-3-1-267,5 0 1,-3 0-1,2 0 1,5 0 309,-12 0 0,4 0 0,2 0 0,3 0 0,0-1 0,1 1 0,-1 0 0,-1 0 0,-2 0-161,4 1 1,-2 0 0,-1 0 0,0 1 0,2-1 0,1 1 0,4-1 137,-7 1 1,2-1-1,2 1 1,2 0-1,2-1 1,0 1-1,0-1 1,0 1-1,-1 0 1,-2 0-1,-2 0 1,-3 0 3,4 0 0,-3 0 0,-2 1 1,-1-1-1,0 1 0,0 0 1,1 0-1,2 0-11,0 0 0,3 0 0,0 0 0,1 1 0,0 0 0,-1-1 0,-1 1 0,-3 1 0,-2-1-274,12 1 0,-4 0 0,-2 1 0,-2-1 1,0 1 273,-1-1 0,-2 0 0,0 0 0,1 1 120,-4-1 0,3 1 0,0 0 1,-4 0-1,-7 0-120,-1-1 0,-4 1 331,5-1 1,-3 0-332,4-1 0,-42 1 0,-14 0 0</inkml:trace>
  <inkml:trace contextRef="#ctx0" brushRef="#br0" timeOffset="241552">6667 16102 9781,'-28'-4'990,"2"0"-181,13 1-629,11-5 630,34-2-540,10 1 0,9 1-151,-5 1 1,3 0 0,1 1-668,-14 2 0,0 0 0,2 1 0,3-1 592,1 0 1,3 0 0,2 0 0,2-1 0,0 1 0,0 0-396,-5 1 0,0-1 0,1 1 1,0-1-1,0 1 0,1-1 1,-1 1 362,1 0 1,0-1 0,0 1 0,0-1 0,2 0 0,0 1-1,3-1-155,-7 1 1,3 0 0,1 0-1,0-1 1,2 1 0,-1 0-1,1-1 1,-1 1 0,0 1 0,-1-1 142,1 1 0,0-1 0,-1 1 0,0 1 0,0-1 0,0 0 0,1 1 0,0-1 0,0 0-18,-1 0 0,0 0 0,1 0 0,0 0 0,1 0 0,-1 0 0,0 1 0,-1-1 0,-1 0 0,-1 1 6,5-1 1,-1 1 0,0 0 0,-1 0-1,-1 0 1,-2 0 0,-2 0 0,-2 0 11,4 0 0,-2 1 0,-2-1 0,-4 0 0,-5 1-180,10 0 0,-12-1-720,-16 1-988,-30 3 1888,-26-1 0,10 0 0,-2 1 0,0 0 0,-1-1 0</inkml:trace>
  <inkml:trace contextRef="#ctx0" brushRef="#br0" timeOffset="242002">6633 16496 10321,'-18'1'1619,"65"-10"-1409,-16 5 0,4 0 0,2-1-1208,-1 0 0,2-1 0,5 1 1113,-6 1 1,5-1 0,4 1-1,1 0 1,1-1 0,0 1 0,-2 0-440,2-1 1,-1 1 0,0 0-1,1 0 1,3 0 0,5 0 352,-14 0 1,3 1 0,2-1 0,2 0 0,1 0 0,1 0 0,1 0 0,1 1 0,-1-1 0,-1 0 0,0 0 0,-1 1-73,-2 0 0,0 0 1,-1 0-1,1 0 0,0 0 1,-1 0-1,1 0 0,-1 0 1,0 1-1,1-1 1,-1 0-1,1 1 50,-1-1 1,1 0-1,0 0 1,0 1-1,0-1 1,-1 0-1,1 1 1,-1-1-1,0 1 1,-1-1-1,-1 1 1,-1 0-100,6-1 1,0 1 0,-1 0 0,-1 0 0,0 0 0,-2 1 0,-1-1 0,-2 1 0,-1-1 55,12 0 0,-1 1 0,-4-1 0,-3 1 0,-4-1-205,5 1 0,-6-1 1,-7 2-840,4 2 1080,-66 3 0,-22 1 0,19-1 0,-2-1 0,-2 1 0,-5 0 0,0 1 0,0-1 0,0 0 0</inkml:trace>
  <inkml:trace contextRef="#ctx0" brushRef="#br0" timeOffset="242402">6293 16950 10771,'-34'2'809,"8"0"-449,28-2-150,20-1 0,22-3 0,4-1-61,-11 2 1,5 0 0,2-1 0,2 0 0,2 1 0,0-1-560,-6 1 0,2 0 1,2 0-1,0 0 1,0 0-1,0 0 0,0 0 1,-1 1 347,3-2 0,0 1 0,0 0 0,-1 0 0,1 0 0,-1 0 0,1 0-6,1 1 0,0 0 0,-1-1 0,1 2 0,1-1 0,-1 0 0,1 1 113,-5 0 0,2 0 0,-1 1 0,1-1 0,0 1 0,-2-1 0,0 1 0,-2-1-317,2 1 0,-2-1 0,-1 0 0,0 0 1,2 1-1,4-1 292,-2 1 0,3-1 0,3 1 0,1-1 0,1 1 0,-1-1 0,-3 1 0,-2 0 0,-5-1-20,5 1 0,-5 0 0,-3 0 0,0 0 0,2 0 0,3 0 0,0 0 0,1 0 0,-1 0 0,-1 0-68,4 0 1,0 1-1,-4-1 1,-6 1-436,-5-1 0,-3 1-1136,10-1 1,-7 1 1328,-23 1 1,-24-1 0,-17 2-1</inkml:trace>
  <inkml:trace contextRef="#ctx0" brushRef="#br0" timeOffset="242852">6575 17320 11221,'-30'-1'539,"-7"1"-359,12 0 270,-3 0 90,20 1-226,25 3 1,16-1-135,-1-2 0,6-2 0,5 0 0,1 0-727,-4 0 1,4 1 0,1-1 0,0-1 0,1 1 0,-1 0 473,-3-1 1,-1 0-1,0 0 1,0 0-1,3 0 1,1-1 112,-4 0 0,3 0 0,0 0 0,2-1 0,1 1 0,0-1 0,-1 1 0,-1 0 0,-1 0-216,6-1 0,-1 1 1,-1 1-1,0-1 1,0 0-1,0 0 1,0 1 187,0-1 1,0 0 0,0 0 0,0 0 0,0 0 0,2 0 0,1 0-106,-6 1 1,3 1 0,1-1 0,0 0 0,0 1 0,0-1 0,-1 1-1,-1 0 1,-3 0 122,9 0 0,-2 1 0,-2-1 0,-1 1 0,0 0 0,0-1-30,-2 1 0,-1-1 0,0 1 0,0-1 0,0 1 0,-1 0 15,1 0 0,2 0 0,-1 0 0,-1 0 0,-4 1 0,-7-1 6,11 0 1,-4 1-52,-7 0 0,1 0 0,-4 0-3247,14-1 3104,-38 4 1,-23-2 0,-23 2-1</inkml:trace>
  <inkml:trace contextRef="#ctx0" brushRef="#br0" timeOffset="243518">6701 17625 10771,'-13'-5'360,"1"-1"449,1-2-359,3 3 270,0-2-451,26 3 91,29 1-270,-14 1 0,8-1 0,1 1 0,-3 0-562,-2 0 1,-2 0-1,4 1 508,2-1 0,4-1 0,3 1 0,2-1 0,0 1-489,-3 0 1,2 1 0,2-1 0,-1 0 0,-1 1 0,-3 0 470,-1-1 0,-3 1 0,0 0 0,1 0 0,6-1-8,-7 1 0,3 0 0,4 0 0,1 0 0,1-1 0,0 1 0,0 0 0,-2 0 0,-2 0-187,-1 0 0,-2 0 0,0 0 0,-1 0 1,0 0-1,0 0 0,1 0 0,0 0 188,2 0 0,1-1 1,1 1-1,-1 0 0,1 0 1,0-1-1,-1 1 0,0-1 0,2 1 0,0-1 0,1 1 1,-1-1-1,0 0 0,-3 1 1,-1-1-1,-4 0 124,11 1 0,-4-1 0,-3 0 0,-1 0 134,5 0 1,-3-1 0,-6 1 0,-11 0 0,-4 1 117,7 0-1736,-13 4-1529,-11 2 2878,-6 5 0,-7 0 0,-5 0 0</inkml:trace>
  <inkml:trace contextRef="#ctx0" brushRef="#br0" timeOffset="252385">6182 15186 7803,'12'3'269,"0"0"-89,-8 1 270,0-1-450,-1 0 0,0-1 0,-2-1 0</inkml:trace>
  <inkml:trace contextRef="#ctx0" brushRef="#br0" timeOffset="253652">16064 15592 8252,'-4'-24'2339,"1"3"-1530,1 4-269,4 7 180,12 27-540,-4 10 0,-2 5-135,3-3 0,-1 5-444,-4-1 0,-1 6 1,0 3-1,-1 2 0,0-2 489,0-2 0,-1-1 0,-1 0 0,1 3 0,0 2-34,0-2 0,0 3 0,1 2 1,-1 1-1,1 2 0,-1-1 1,1-1-1,-1-1-31,0 2 1,0-1 0,0-1-1,0 1 1,1-1 0,-1 1 0,1 1 7,0-1 1,0 1 0,1 0 0,0 1-1,0-1 1,0 0 0,0-2 0,0-2-389,0 2 0,0-1 0,1-1 0,-1-2 0,0 0 0,1-2 355,1 10 0,0-2 0,0-1 0,1-3-210,1 3 0,0-2 1,-1-8-1430,-2-10 1,-1-3 1377,4 22 1,-15-39 0,-9-23 0</inkml:trace>
  <inkml:trace contextRef="#ctx0" brushRef="#br0" timeOffset="254135">16476 15487 10681,'-7'-1'270,"0"15"-135,4 17 0,2 4-90,0-10 0,0 1-484,2 7 1,2 4-1,-1 2 551,1-2 1,1 2-1,-1 0 1,1-2-434,-2 1 1,1-2 0,0 4 356,0-4 0,0 3 0,0 2 0,0 2 0,0-1 36,-1 6 0,1 2 0,-1 0 0,0 1 0,1-2-36,-1-5 0,0 0 0,1-1 0,-1 2 0,0 2-142,1-1 1,0 2-1,-1 2 1,1 1 0,0-1-1,-1-3 1,1-3 15,0 6 0,0-3 0,0-2 0,-1-2 0,1 7 0,0-2 0,0-5-1259,0 1 0,0-9 1282,-1-10 1,0 1 0,-1-16-1</inkml:trace>
  <inkml:trace contextRef="#ctx0" brushRef="#br0" timeOffset="254534">16722 15615 10501,'-1'-19'-90,"-1"-9"180,1 14 360,0-12 359,1 19-494,4 31 0,2 14-225,0 3-910,-1-5 1,0 10 0,2 4 0,-2-2 845,0-2 0,-1-1 0,0 2 0,0 2 19,-1-5 0,1 2 0,-1 2 0,0 0 0,0-1 0,0-2-27,0 0 0,-1-3 0,1 0 0,-1 1 0,0 2 20,-1-3 1,0 2-1,0 2 1,-1 0 0,0-1-1,1-2 1,-1-3-20,1 6 0,0-4 1,0 0-1,0 2-34,0-3 0,0 3 0,0 2 0,1-2 0,-1-2 0,1-4-15,0 6 0,1-4 0,0-2-300,1 0 0,0-1 1,0-7 527,1-3 1,-1-2-1,-2-16 1</inkml:trace>
  <inkml:trace contextRef="#ctx0" brushRef="#br0" timeOffset="254919">17000 15683 10771,'-8'-43'450,"5"7"-1,-1-13 91,7 24-180,9 34-135,-2 30 0,-3 19-158,-1-15 0,0 4 1,-1 4-1,0 1-399,-1-10 0,0 1 1,-1 1-1,0 1 1,0 1-1,0 1 370,-1-1 1,1 1-1,-2 2 1,1 0 0,0-1-1,-1 0 1,1-1-9,-1 1 0,1-2 0,-1 0 0,0 0 0,1 0 0,-1 1-109,0 2 1,1 1 0,0 1 0,-1-2 0,1 0 0,0-4 33,0 7 0,0-2 0,1-3 0,-1-1-360,1-5 0,0-1 1,-1-3-1,1-3 405,0 6 0,0-10 0,-3-18 0,-2-24 0</inkml:trace>
  <inkml:trace contextRef="#ctx0" brushRef="#br0" timeOffset="255268">17395 15638 11041,'-14'-36'719,"2"8"-449,13 56 0,3 16-180,-3-2-680,3-1 1,0 11 0,1 3 661,-2-12 0,0 3 0,0 2 0,0 0 0,0 0-381,0-3 0,0 0 1,0 0-1,0 2 0,0 2 342,0-5 1,0 3 0,-1 2 0,1 1 0,0 0 0,-1-2-1,1-2 1,-1-4-34,1 11 0,0-5 0,-1-2 0,1 3 18,-1-4 0,0 1 0,0 1 0,0-2 0,0-2-529,2 8 1,0-3 0,1-3 450,-3-9 0,1-3 0,0 2-150,1 6 0,0 2 1,1-8 209,1 4 0,-3-13 0,1-8 0</inkml:trace>
  <inkml:trace contextRef="#ctx0" brushRef="#br0" timeOffset="255619">17774 15522 11311,'-8'-34'269,"4"15"451,-3-9-540,12 31 180,5 41-211,-4-4 1,-1 10 0,0-3-739,0-10 0,0-1 1,-1 4 606,-1-1 0,0 4 0,-1 2 0,0 1 0,0-1-462,-1 0 0,0 1 0,-1 0 0,0-1 0,1-3 444,-1 2 0,1-4 0,0 1 0,-1 3 15,0-4 0,-1 2 0,1 2 0,-1 0 0,0 0 0,1-2-123,-2 3 0,1-1 1,0 0-1,-1-2 1,1 0 84,0 5 1,1-2-1,-1 0 1,1 1-627,0-3 0,-1 3 1,1 0-1,0-4 0,0-6 199,2 5 1,0-8 589,6 7 0,1-43 0,3-4 0</inkml:trace>
  <inkml:trace contextRef="#ctx0" brushRef="#br0" timeOffset="255952">18122 15541 10951,'-5'-31'90,"4"13"180,6 1 179,12 63-314,-5-3 0,-2 8-595,-5-14 1,0 4 0,-1 2-1,0 2 496,-2 1 0,0 2 0,0 2 0,-1 1 0,0 1 9,0-5 0,-1 0 0,0 1 0,1 1 0,-1 0 0,0 1-20,0-5 1,0 1 0,0 0 0,0 1-1,0-1 1,0 0 0,0-1-11,1 2 0,-1 0 0,1-1 0,-1-1 0,0 0 0,1-1-249,-1 4 0,1-1 0,-1-1 0,1-2 1,-1-3-860,1 4 1,1-5 0,-1-2 901,-1 4 1,1-7 0,1-9 0,-2-18 0</inkml:trace>
  <inkml:trace contextRef="#ctx0" brushRef="#br0" timeOffset="256351">18421 15547 10141,'-1'-20'-629,"-2"-15"719,1 8 89,3 0 271,4 34-225,-1 16 0,-2 6-180,0-2 0,1 3-292,-1 12 0,-1 6 0,0 1 337,0-8 0,0 0 0,0 2 0,1 1-341,-1-4 0,0 1 0,0 2 0,1 0 1,-1 1 324,1 0 1,-1 1 0,1 2 0,-1-1 0,1 1 0,-1-2-15,0-2 0,0-1 0,0-1 0,0 1 0,0 0 0,0 0-15,0 3 0,0 1 0,-1 1 0,1-1 0,0-1 0,-1-1-45,0 1 0,0-2 0,0 0 0,0 0 0,-1-1-518,1 8 1,-1 0 0,0-2 0,-1-5 517,1-6 0,0-3 0,-1-2 0,0 10 0,1-4 0,-1 0 0</inkml:trace>
  <inkml:trace contextRef="#ctx0" brushRef="#br0" timeOffset="257101">16059 15898 9602,'-12'-3'539,"-1"1"-89,5 1-180,-6 0-90,4 2 90,-11 3-270,10-1 89,-8 1 1,13-1 90,7 5 180,46-4-360,1 1-289,-16-4 1,7-2 0,4-1 0,2 1 318,-5 0 0,3 1 0,2-1 0,0 0 0,2 0 0,0 0-295,-3 1 0,1-1 0,0 0 1,1 1-1,2 0 0,0-1 1,3 1 273,-6 0 0,3 0 0,1 0 0,1 0 0,0 1 0,1-1 0,0 0 0,0 1 0,-1-1 0,-2 1-185,1-1 1,0 1 0,-1 0 0,-1 0-1,1 0 1,-1 1 0,0-1 0,1 0-1,0 0 166,1 0 0,0 0 0,1 0 0,0 0 0,-1-1 0,1 1 0,-2 0 0,-1 0 0,-1 0-3,3-1 0,-1 1 0,-1 0 1,-1-1-1,-1 1 0,-1-1 1,-1 0-6,6 0 0,0 0 0,-2-1 0,-3 0 0,-3 0-316,1 0 0,-4-2 1,-3 1-1306,3 1 1,-10-2 1610,-21-1 1,-25 4-1,-15 0 1</inkml:trace>
  <inkml:trace contextRef="#ctx0" brushRef="#br0" timeOffset="257568">15743 16439 9961,'-6'-4'900,"6"-4"89,25-5-584,2 4 0,2 1-594,-3 1 1,4 0 390,4 2 0,7-1 1,1 1-1,-1 1-650,0-1 1,-1 2-1,7-1 512,-5 1 0,6-1 1,5 1-1,2-1 0,-1 0 1,-3 0-1,-5 2-477,5-2 1,-5 2 0,0-1 0,7 1 441,-14 0 1,4 1 0,2-1 0,3 0 0,0 0 0,0 1 0,0-1 0,-2 1 0,-2 0-5,2 1 1,-2-1 0,0 2 0,-1-1 0,-1 0 0,2 0-1,0 0-51,2 0 0,2 0 1,0 0-1,0-1 1,0 1-1,-1 0 0,0 0-26,-1 0 1,0 1 0,1-1-1,-1 0 1,-3 1 0,-2-1 0,-3 0-9,11 0 0,-5 0 0,-3 0-165,12-1 0,-12 0-3052,-25 0 3084,-20 0 0,-17 3 1,-24 1-1</inkml:trace>
  <inkml:trace contextRef="#ctx0" brushRef="#br0" timeOffset="257986">15781 16747 11041,'-23'2'1259,"4"-1"-854,40-3 0,17-2-181,-7 1 1,6 0-772,-3 0 1,8-1 0,4 1 0,2-1 0,-2 0 0,-5 1 175,-1 0 0,-5 0 0,2 1 0,5-1 435,0 0 0,5-1 1,3 0-1,2 0 0,1 1 1,0-1-1,-2 1-167,-3 0 1,1 0-1,-1 1 1,0 0-1,1-1 1,0 1 0,1 0 121,-6 0 1,0-1 0,1 1 0,0 0 0,1 0 0,0 0 0,1 0 0,0 0 0,0 0-55,0 0 0,1 0 0,2 1 0,0-1 0,0 1 0,0-1 0,-1 1 1,-2 0-1,-3 0 0,-1 0 20,5-1 0,-3 1 0,-2 0 0,-1 1 0,-1-1 0,2 0-45,8 1 0,2-1 0,-1 1 0,-4 0 0,-6 0-165,9 1 1,-7 0 179,-9-1 0,-2 1-450,-1 0 0,-13 2 244,-29 1 251,-10 2 0,-15 1 0,-1-1 0</inkml:trace>
  <inkml:trace contextRef="#ctx0" brushRef="#br0" timeOffset="258451">15928 17180 11221,'-25'2'0,"-2"0"989,6-1-539,25-5-136,18-1 1,14 0-68,-3 0 1,7-1-1,3 0 1,2 1-776,-1-1 0,3 1 1,2 0-1,1-1 0,4 1 595,-10 1 1,3 0-1,1 0 1,2 1-1,0-1 1,1 0-1,-1 1 1,-1-1-251,-1 1 0,-1 0 1,0 0-1,0 1 1,0-1-1,1 0 0,0 1 1,2 0 209,-5 0 0,2 0 0,1 1 0,1-1 0,0 1 0,-1 0 0,0-1 0,-1 1 0,-1 0 0,-2 0-15,7 1 1,-2-1 0,-1 0 0,-1 1 0,0 0 0,-1-1 0,1 1-58,0 0 0,2 0 1,-1 0-1,-1 1 1,-1-1-1,-2 0 1,-4 1 21,5-1 1,-3 1-1,-3 0 1,-3-1-1617,18 1 1,-12 0 1040,-23 0 1,-23 0-1,-10 1 1</inkml:trace>
  <inkml:trace contextRef="#ctx0" brushRef="#br0" timeOffset="267702">18572 11660 10231,'0'-9'1169,"-3"-1"-989,1 4 0,-2-1 180,-1-1-180,0 1 90,-7-7-180,6 7 0,-9-8 90,5 5-90,-10-6 0,-1-2-1,-4-1-89,6 6 90,-8-2-90,2 6 0,0-2 0,-17-1 0,9 7 0,3 1 0,-2 1 0,-5 2 0,6 1 0,0 1 0,-14 3 0,9 2 0,0 0 0,-12 4 0,17-3 0,1 3 0,0 3 0,2 2 0,-13 5 0,3 4 0,3 0 0,11-3 0,0 2 0,0 2 0,8-4 0,2-1 0,-14 20 0,14-12 0,3 1 0,0 17 0,0-1 45,7-12 0,1-1-45,1-2-45,3 6 0,1 1 45,1-2 45,1 2 0,2 2-45,-1-12 0,1-1 0,3 14 0,0 0 0,5 8 0,-3-16 0,2 0 0,0-9 0,1-2 0,4 4 0,0 0 0,-2-5 0,1-1 0,7-1 0,3-1 45,4-4 0,2-1-45,4 2 0,2-1 0,-4-5 0,2 0 0,-4-3 0,-3 0 0,-1-2 0,15-1 0,2-2 45,-8-3 0,-2-1-45,-3 1 0,1-1 0,8-2 0,0-4 45,-7-5 0,-2-1-45,-8 5 0,-1-2 45,11-9 0,-2-5 0,-4-8 0,-4-3-166,-6 12 1,0-2 150,3-7 0,1-5 0,-3-1 0,-3 4 0,-2 0 0,0-1-1104,1-5 0,1-2 0,-2 2 1074,-1 5 0,-1 0 0,-2 1 0,-2-2 0,-2 0 0,-3 2-249,-6-4 0,-2 1 249,3 0 0,-4-2 30,-4 6 0,-5-1 0,-3 3-30,-12-1 0,-3 3 0,4-5 0,-4 3-704,-9 11 1,-7 4 0,6 5 568,13 6 0,-1 4-135,-11-1 0,-6 2 0,-1 5 153,1 10 0,0 5 0,1 1 0,2-3 1,0 1-1,-2 1 0,2 3 0,0-1 1,-1 0-1,1 1 0</inkml:trace>
  <inkml:trace contextRef="#ctx0" brushRef="#br0" timeOffset="271452">20845 11610 6813,'-10'-7'540,"-3"-1"-180,0 2-270,2 1 359,-13-4-89,4 0-90,-24-5-90,-3 1-90,3 2 0,13 5 0,0-1 0,5 2 0,1 0-45,0 1 0,-2-1 44,-11-2 1,0 1 90,-11-1-90,6 4 0,-3 1 0,10 4 0,2 0-45,4 0 0,0 2 45,-10 7 0,0 3-523,4 4 0,1 1 433,-2-2 0,-1 3 30,8 0 0,-1 3 0,2 1-99,6 0 1,1 1 0,1 2 98,-4 6 0,1 3 0,2 1 30,1 0 0,2 1 0,3 1-30,6 3 0,3 1 0,2-4-30,1-1 0,4-2 30,4-1 0,3 1 0,2-2 15,5-1 0,5-2-45,0 1 0,4 1 0,3-1 30,3-2 0,3-1 0,2-2-8,-3-6 1,2-1-1,0-1 1,1-2-237,10 3 1,0-2 0,2-3 235,-7-5 1,1-2-1,1-1 1,0-2-23,8-1 0,-1-2 0,1-4 22,-8-1 1,1-1-1,0-3 1,-2-1-23,-3-1 0,-1-1 0,-1-2 0,1-3 0,2-5 0,1-5 0,-1 0 0,-4 1 0,-3 2 0,-4 2 0,1-4 30,5-8 0,0-3 0,-4-1-30,-9 4 0,-2-1 0,-1 2 45,3-3 0,-1-2-45,-3-4 0,-2-4 0,-4 2-88,-7 7 0,-4 2 0,-2-2 118,-2-7 0,-3-3 0,-1 2-30,3 7 0,-2 2 0,-4 0 0,-12-4 0,-5 1 0,-4 5-662,2 10 1,-3 5 0,0 0 661,2-3 0,-1 1 0,-4 2-113,-3 6 1,-3 1-1,-3 4 1,2 3-708,1 5 1,1 3 0,0 2 0,0-1 118,0-2 0,1 0 0,0 0 0,1 3 597,-3 1 1,0 3 0,1 1-1,3 0 1,-1 3 0,3 1 0,0 1-1,-3 0 1,0 1 0,1 0-1</inkml:trace>
  <inkml:trace contextRef="#ctx0" brushRef="#br0" timeOffset="274835">21938 13957 9062,'-21'-6'2608,"2"-1"-1888,-1-2 89,7 2-179,21-8 0,22 1-406,6 0 1,5 1-90,4 2 0,2 2-75,-10 3 0,1 1 0,-1 2 30,8 4 0,-6 8 0,-14 12 0,-10 6-45,-15 11 0,-12 5-45,-8-4 0,-7 3 0,-1-2-191,1-3 0,-1-1 0,-1-1 191,-2 1 0,0 1 0,3-5 0,4-6 0,4-2 0,-9 16 0,27-20 0,1-5 90,19 4-90,19-13-90,-11-4 0,3-2-450,19-6 0,0-1 315,-17 1 1,0 0-361,10-4 0,-1-2 585,-13 2 0,-3 0 0,16-9 0,-17 7 0,0 1 0</inkml:trace>
  <inkml:trace contextRef="#ctx0" brushRef="#br0" timeOffset="275269">22745 14035 11490,'4'-27'1170,"0"-6"-361,-7 16-89,-11 0-630,1 12 180,-24 21-91,13 9 1,0 2-180,6-8 0,0 1 90,-9 22 0,5 2 0,17-14 0,4 0-45,0 6 0,7-1 0,15-2 0,8-8 0,2-12 0,4-9-15,-1-5 0,3-6 0,-3-3-30,8-13 0,-4-6 0,-4-4 0,-9-5 0,-17 0 0,-12 2 0,-18 0 0,-10 6-135,1 8 0,-5 7-435,2 8 1,-5 4-1,4 6-1069,0 8 1,4 5 1070,-1-3 0,6 3 0,2 19 0,21-17 1</inkml:trace>
  <inkml:trace contextRef="#ctx0" brushRef="#br0" timeOffset="275985">23302 14468 10951,'9'-19'2159,"-1"2"-1260,-4 8-629,-16 16-45,-8 8 0,-2 3-136,2-1 1,-4 2-852,-6 6 1,-7 6 0,-2 0 0,3-1 821,3-3 0,1 0 0,-5 3-15,3-2 0,-4 4 0,-4 2 0,0 1 0,3-3 0,4-3-15,-5 5 0,5-4 0,-3 2 6,3-3 0,-3 3 0,-1 1 0,1-1 0,4-3 112,-3 2 0,4-2 1,0 0-119,-2 0 0,1 0 0,2-1-30,-8 5 0,6-4-90,-4 3-270,24-21-1709,-1 0 90,19-14 1979,13-10 0,10-7 0,5-2 0</inkml:trace>
  <inkml:trace contextRef="#ctx0" brushRef="#br0" timeOffset="276602">23089 15001 11311,'-9'-3'3276,"1"0"-2145,14 0-951,9-1-1819,10-2 1,5 0 1113,10-2 1000,-6 1 0,0 1-385,-7 3 0,-2 1-90,11-3 89,4 5 91,-28 14-90,-19 14-45,-9 9 0,-4 2 1526,5-13 1,-2 0-1572,-1 2 0,-1 2 0,2-1 45,-4 8 0,3-2-45,5-10 0,-1 0 0,-3 9 0,2 0-990,3 4-1438,5-7 2428,5-1 0,7-22 0,4-5 0</inkml:trace>
  <inkml:trace contextRef="#ctx0" brushRef="#br0" timeOffset="288451">24099 11990 11221,'-17'-13'809,"-4"-1"1,11 5-630,-1-1 179,21 0-359,-1 6 180,38 0-135,-16 5 0,4 1 15,4 0 0,4 1 0,1-1-335,0 2 0,0 0 0,0 0 275,-2 0 0,-1-1 0,-3 1 0,0 1 0,-5 1 90,-2 3-90,-28 4 0,-1-1 90,-26 21-90,7-10 0,-1 2 0,-2 8 0,1 2 412,-1 3 1,4 0-728,8-7 0,3-2-2113,6 18 2428,12-25 0,6-8 0,1-11 0</inkml:trace>
  <inkml:trace contextRef="#ctx0" brushRef="#br0" timeOffset="288718">24964 12118 10771,'-4'-15'2788,"0"3"-2518,4 1-90,8 12 90,12 9 0,6 5-91,11 4 1,2 2-135,4 2 0,0 0-495,2 0 1,-3-4-2828,-1 0 3174,-16-12 0,-24-15 1,-6-6-1</inkml:trace>
  <inkml:trace contextRef="#ctx0" brushRef="#br0" timeOffset="288918">25222 12028 11490,'-12'-22'270,"5"8"450,-18 10-270,-1 32-181,4 6 1,0 2-225,6-9 0,1 1 45,-3 16 0,2 0-540,9-19 1,2-1-1126,0 3 1,1-1 1574,2 11 0,10-19 0,2-8 0</inkml:trace>
  <inkml:trace contextRef="#ctx0" brushRef="#br0" timeOffset="289352">25634 11879 13110,'16'1'2068,"15"2"-1708,-9 1-45,5-1 0,4-1-90,1-2 0,0-1-136,-4 1 1,2-1 90,12 0 0,-2 0 90,-4 3-90,13 7-180,-31 0 90,-9 16-45,-20 5 0,-4 3-45,-1 8 0,-4 1 0,0 3 45,6-6 0,2-1-45,2-7 0,1 1-225,-1 8 0,2-3-45,5-10-629,5-6-2378,8-18 527,-1-2 2750,9-8 0,-5-5 0,2-6 0</inkml:trace>
  <inkml:trace contextRef="#ctx0" brushRef="#br0" timeOffset="290435">23296 11682 11490,'-40'-17'810,"23"1"-91,35 3 1,16 2-420,7 3 0,9 2 0,0 1-1120,-15 0 1,0 0 0,3 1 0,3 0 790,-1 1 0,3 1 0,3 0 1,2 0-1,1 1 0,1 0 1,0 0-65,-7 0 1,1 0 0,0 1 0,0 0 0,2 0 0,-1 0 0,2 0 0,0 0 0,1 1 124,-2-1 1,0 0 0,0 0-1,1 0 1,1 0 0,0 0 0,1 1-1,1-1 1,1 0 0,0 1-1,2 0-44,-9 0 1,2-1-1,1 1 1,0 0 0,2 1-1,0-1 1,1 0 0,-1 0-1,1 1 1,0-1 0,-1 1-1,0-1 1,-1 1-1,-1-1 1,-1 0 0,-1 1 26,4-1 0,-1 1 0,-1-1 0,-1 1 0,-1-1 0,0 1 0,0-1 0,0 1 0,0 0 0,0-1 0,0 1 0,1 0-78,3-1 0,0 1 0,2 0 0,0 0 0,0 0 0,0 0 0,-1 0 0,-1 0 0,-2 0 0,-1 0 0,-3 0 0,-2 0 152,10 0 1,-4 0 0,-2 0 0,-2-1 0,-2 1 0,-1-1 180,8 1 0,-2 0 0,-3-1 0,-8 0-180,-6 0 0,-5-1 1418,13 1-879,-21 0 1257,0 0-1616,-5 11 2281,-8-3-2461,-5 21 0,-8 13 0,-3 5-90,5-17 0,0 4 222,-1-3 1,-1 6 0,-1 3-1,-1 1 1,0-1-205,0 0 0,0 1 0,-1-1 0,0 1 0,1-2-18,-1 6 0,0-1 0,0 0 0,-1 2 18,1-4 0,0 2 0,-1 0 0,0 0 0,2-3 4,0 0 1,2-2-1,0-1 1,0-2-23,0-1 0,1-2 0,-1 3 0,0 1 0,0 3 0,0-1 0,2-7 45,1-5 0,0-4-45,-2 6 0,-4-5 90,-27-10-90,4-17 0,-1-6-428,4-1 1,-4-2 404,3 0 1,-5-1-1,-3 0 1,-2 1-381,5 2 1,-2 2-1,-2-1 1,-2 1 0,0 0-1,-2 0 369,6 1 0,-1 0 1,-1 0-1,-1 0 0,-1 0 1,-1 1-1,-1 0 0,-2 0-93,6 1 0,-2 0 1,-1 0-1,-2 1 0,-1-1 1,0 1-1,0 0 1,1 0-1,0 0 0,1 0 1,3 1-1,1-1 115,-4 1 1,2 0 0,2 0 0,1 1 0,0 0-1,-1 0 1,-1-1 0,-3 1 2,3 1 1,-2-1 0,-2 0 0,-1 1 0,-1 0 0,1-1 0,-1 1 0,1 0-1,2 0 1,1 0 0,2 1-176,-8-1 0,1 1 0,2 0 1,2-1-1,-1 1 0,1 0 1,-2 0 170,0 0 0,-1-1 0,0 1 0,0-1 0,0 1 0,2-1 1,2 1 12,0 0 0,1-1 0,1 1 0,1 0 0,3 0 0,4-1-30,-8 0 0,5 0 0,7 0 224,-6-2-284,3 1 90,16 0 1168,10 0-1078,2 0 2477,-2-1-2477,8-6 2562,20-22-2652,-6 9 0,2-4 0,6-11 0,2-5 0,-2 1-660,0 1 0,-2-1 660,-3 6 0,0-4 0,1-2 0,-3-1-23,0-7 1,-2-1-1,-1-1 1,0 4-8,1-2 0,-1 3 0,1-5-15,-3 9 0,-1-3 0,1-4 0,-1 1 0,0 1 0,-2 3-45,0-3 0,-1 3 0,-2 1 0,1-1-156,1-3 0,0 0 0,0 0 0,-1 3-84,-1-5 0,0 2 0,0 8-2638,5-7-309,5 54 2814,4 17 1,3 14-1,-2-6 1</inkml:trace>
  <inkml:trace contextRef="#ctx0" brushRef="#br0" timeOffset="297519">8022 14630 7803,'2'-12'1439,"-1"-1"-900,0 1-359,2 16-90,0 12-90,1 8 90,-5 20 0,-3-4-90,1-1 90,-1-13 0,0-1-90,0-1 180,-1 7-90,14-50-90,2-10 0,3-6 0,1-3 0,-2 7 0,0 3 0,0 1 0,1 3 0,3-3 0,2 16 0,-2 19 0,0-2-90,6 20 180,-3 6-90,2 6 0,-4-5 90,-8-14-90,-1-17 0,-1-10-90,13-20 90,-9 10 0,17-19 0,-6 17 0,4 2 0,5 18 0,-8 22 0,-10 1 0,-1 4 0,-1 2 0,0 1 0,0 1 0,-1-2 0,6 10 0,4-12-900,-3-19-359,1 1 1259,3-10 0,-7-4 0,5-3 0</inkml:trace>
  <inkml:trace contextRef="#ctx0" brushRef="#br0" timeOffset="297802">8814 14641 9602,'-1'-11'1259,"2"4"-1079,10 4 359,27 14-404,-13-1 0,3 3 45,12 6 0,1 3-405,-10-3 0,-2 1-540,-2 0 1,-5 0-585,-6 1 1349,-9-6 0,-7-11 0,0 0 0</inkml:trace>
  <inkml:trace contextRef="#ctx0" brushRef="#br0" timeOffset="298002">9059 14645 9602,'-14'-33'719,"0"2"271,4 15-811,-3 10 361,-14 33-450,10 0 90,-1 11 0,0 5-270,4-3 0,1-1-45,1-5 0,0-1-315,0 5 1,3-2 449,5-2 0,4-8 0,5 1 0</inkml:trace>
  <inkml:trace contextRef="#ctx0" brushRef="#br0" timeOffset="298519">9425 14565 10321,'11'-10'2789,"-2"2"-2430,-3 10 91,-1 7-360,-2 3 180,0 17-90,-2 7-90,1 0 0,0-4 0,0 1 0,1 4-90,-1 6 0,2-14 89,-1-22-89,6-16 0,6-27 0,0-3-45,-2 1 1,2-1-46,6-3 45,-3 13 0,0 4-45,1 5 90,8 22-90,-7 34 90,-6-9 0,-3 1 0,-1 3-45,-2-3 0,0 0 0,-1-4 0,3 0-495,2 4 0,2-6-2737,9-8 3241,3-14 1,-3-13 0,-4-2 0</inkml:trace>
  <inkml:trace contextRef="#ctx0" brushRef="#br0" timeOffset="300818">10148 14642 7623,'-16'-7'2158,"0"-2"-1528,2 0-90,3-7-180,16 3-271,0-1 46,16 1 0,9 1 0,7-1 0,3 1-135,-2-1 0,2-1-112,5 2 1,4 0 0,-2 2 171,-10 3 0,-1 2 0,6-1-468,-4 0 0,5 0 0,3 0 0,1 0 0,2 0 0,-1 0 420,-3 2 1,1 0 0,1 0 0,0 0 0,1 0 0,-1 0 0,0 0-328,0 0 1,-1 0-1,0-1 1,0 1-1,1 0 1,2 0 0,2 0 322,-5 0 1,1 1 0,2 0 0,2 0 0,0 0 0,0 0 0,0 1 0,0-1 0,-1 1 0,-1 0-170,1 1 1,-1-1 0,1 2 0,-1-1 0,0 0-1,-1 1 1,0-1 0,1 1 0,-1-1 160,-3 0 0,0 0 0,-1 0 0,0 0 0,0 0 0,0 0 0,2 0 0,0 1 0,3 0 7,-4 1 1,2 0-1,2 1 1,0-1-1,2 1 1,0 0-1,-1 0 1,0 1-1,-1-1 1,-2 1-1,-2 0 1,-2 0 4,7 0 1,-4 1 0,-2 0 0,-1 1 0,0 0 0,3-1 0,2 1-77,-6 0 1,2-1 0,2 1 0,1-1 0,1 1 0,0 0 0,-1 0 0,0 1-1,-1-1 1,-3 0 0,-2 0 63,7 1 0,-2 1 0,-3-1 0,0 0 0,-1 1 0,0 0 0,1-1 64,1 1 1,0 1-1,1-1 1,-1 1 0,-2-1-1,-1 0 1,-2 0-43,9 2 1,-4 0-1,-2-1 1,2 2 272,4 0 1,1 1 0,-1 1 0,-2-1-296,2 2 0,-3 1 0,0 0 0,-2 1 0,-1 1 0,-3-1 0,2 1 0,-3 0 0,-4 0 0,-3-1 1955,9 8-1955,-17-11 0,0 1 1249,0 1 0,0-1-1249,13 8 1385,-4-3-1385,-8-6 457,-2-1-457,-6-2 0,-1 0 0,3 3 0,-9-5-539,3 4-721,-9 0 451,-2-4 809,-8 2 0,4-5 0,-3 1 0</inkml:trace>
  <inkml:trace contextRef="#ctx0" brushRef="#br0" timeOffset="301386">15962 14656 9961,'-5'-21'630,"1"8"179,-1-4 271,2 4-181,0 4-269,20 25-360,4 25-180,-2-7 0,0 4 0,0 7 0,-1 0-45,-3-8 0,-1-2-45,-2-5 0,-1-3 90,8 18-90,-9-22 89,1 2 181,-2-7 450,-6-11-450,-20-8-180,-13 0 0,-4-1-45,6-2 0,-1 0-15,-5 3 0,-3 0 0,-2 3-390,-7 2 0,-1 2 0,3 0-143,1-1 1,-1 1-158,-2 2 0,-4 1 1,5 1 659,6 1 0,5 1 0,5-3 0,0 0 0,-3 3 0,0-1 0</inkml:trace>
  <inkml:trace contextRef="#ctx0" brushRef="#br0" timeOffset="305968">25542 13753 7713,'10'-17'1349,"0"-2"-899,-5 11 449,3-3-719,-2 15 90,-4 22-180,0 2 45,-4 2 0,-1 3-46,1-1 1,1 0-45,-1 5 0,1 2-45,2 5 0,2-3-90,0 6-269,6-4-2160,1-24 1530,-2-7 989,4-3 0,0-13 0,1 0 0</inkml:trace>
  <inkml:trace contextRef="#ctx0" brushRef="#br0" timeOffset="306402">25912 13794 9781,'0'-13'1799,"-5"15"-1439,-7 24-225,3-2 0,1 3-90,0 3 0,2 0-45,-1 19 45,8-23 0,5-1 135,13 9-180,0 1 90,22-7-180,5-27 90,-10-11 0,0-7 0,-5-7 0,-3-4 0,-2 3 0,-6-4-45,-10-9 0,-9-2 45,-9 11 0,-4 2 0,5 0 0,-3 1 0,-10-1 0,-4 7 0,-5 19 0,-3 8-360,-8 9 0,0 6-989,1 7 0,3 5-236,7-3 1,6 0 1584,12-6 0,5-2 0,7 6 0,2 2 0</inkml:trace>
  <inkml:trace contextRef="#ctx0" brushRef="#br0" timeOffset="306734">26697 14130 10681,'-3'-9'1529,"-1"-5"-989,0 8-180,-15 15-271,5 6 1,-3 10 0,-4 7 30,0 2 0,-1 5 0,0-2-458,4-8 1,1-2 0,-2 5 355,0-1 0,-3 4 0,0 2 0,0 0 0,1-2-686,-2 2 0,2-2 1,-1-1-1,2 1 638,-5 6 0,2-1 0,-1 1-120,-2 2 0,1 1 1,3-5-1233,5-7 0,3-4 662,-8 16 720,5-5 0,17-32 0,3-1 0</inkml:trace>
  <inkml:trace contextRef="#ctx0" brushRef="#br0" timeOffset="307202">26708 14750 10861,'-9'-5'2428,"-3"-3"-1708,7 3-360,5-6-90,18 5-180,1-3-1,6 5 1,3 0 90,21 0-180,-24 1 0,0 1 45,4 0 0,-1 3 45,6 10-90,-8 26 0,-25-4 0,-7 3-329,-1-4 1,-5 2 328,-6 3 0,-6 4 0,1-2-436,4-6 0,1-1 1,-1 0 435,0 0 0,0 0 0,1 1 0,-2 4 0,0 0 0,3-2-225,5-4 0,2-1-855,0 3 1,4-1-2198,8 6 2792,6-23 0,1-12 0,-6-3 0</inkml:trace>
  <inkml:trace contextRef="#ctx0" brushRef="#br0" timeOffset="307918">22332 16050 10861,'-19'-4'1259,"32"0"-899,22 1-315,-2 2 0,2 1-405,-4 1 0,-1 1-90,12 1-2827,-14 4 3129,-21-4 1,2 2-1,-8-4 1</inkml:trace>
  <inkml:trace contextRef="#ctx0" brushRef="#br0" timeOffset="308135">22363 16289 10591,'-6'6'989,"3"3"-449,13-3-90,25-1-450,-7-1-270,-2-3 0,3-3-1369,-2 0 1,-2-1 1394,14-1 0,-12 0 0,-1 0 0,0-1 0</inkml:trace>
  <inkml:trace contextRef="#ctx0" brushRef="#br0" timeOffset="308702">22917 16020 9512,'-1'-14'989,"4"-1"-809,2 4 180,8-3 269,17-1-539,-9 4 270,26-5-90,-11 18-90,2 12-90,-23 10 0,-5 4 0,-2 15-45,-13-5 0,-5 2 45,-10 5 0,-2-2-46,8-13 1,-1 1-15,-4 2 0,-1 2 0,1-4 60,6-7 0,1-1-45,-2 3 0,4 0 225,7 14-180,19-20 90,28-9-180,-13-9-45,-1-4 0,3-3-675,-8 0 1,0-1-920,5-1 1,0-1 1198,14-4 0,-10-2 0,-14 5 0</inkml:trace>
  <inkml:trace contextRef="#ctx0" brushRef="#br0" timeOffset="308951">23469 16310 11670,'-6'-14'1350,"1"0"-91,4 10-1259,6 7-2519,-5 2 2519,3 16 0,-4-10 0,-3 5 0</inkml:trace>
  <inkml:trace contextRef="#ctx0" brushRef="#br0" timeOffset="309601">23934 15928 11311,'4'-17'809,"-1"7"181,1-7-91,-4 6-629,-1 1 449,-9 0-269,-6 11-90,-18 12-180,2 12-135,15-3 0,3 1 45,0 6-180,15 13-45,19-18 0,6-1 0,-1-1 0,2-1 45,0 0 0,3 0 0,-2-1 0,4-1 0,-3 0 45,-1 0 0,-5 2-45,0 9 1,-21 9 89,-33-3 0,11-19 0,-2-2 89,-20 7 1,-1-12 90,16-15-180,4-15 0,22-13 0,9-8 0,0 7 0,3-1 0,1-2 0,2-5 0,1-1 0,0 1-99,-3 9 0,0 0 0,-1 2 99,0-10 0,-4 4 0,-9-3 0,-2 5-90,-21 10-359,-16 29-451,13 4 1,0 2-740,2 4 1,3 1 1130,-10 14 1,25-5-1,9-10 1</inkml:trace>
  <inkml:trace contextRef="#ctx0" brushRef="#br0" timeOffset="309968">26754 16030 11221,'-12'-12'1439,"4"5"-1259,-1-1 719,3 4-179,0 1-630,21 1-630,9 0 180,4 2-1529,1-1 1889,-21 1 0,0 0 0,-5 0 0</inkml:trace>
  <inkml:trace contextRef="#ctx0" brushRef="#br0" timeOffset="310185">26498 16216 11490,'-1'10'1170,"1"-4"-720,21-3-271,-7-3 91,34-1-495,-17 0 1,3-2-1415,14-2 1,0-1 1091,-10 2 1,-2-1 0,3-2 0,-4-1 0,0-2 0</inkml:trace>
  <inkml:trace contextRef="#ctx0" brushRef="#br0" timeOffset="310485">27287 15774 12300,'-11'-18'2159,"3"23"-1799,3 37-360,2 1 89,0-4 1,1 3-225,0 2 1,0 0 44,0-14 0,1 1-360,0 19 0,2-2-2827,4 1 3196,2-2 1,3-9 0,-3-20 0</inkml:trace>
  <inkml:trace contextRef="#ctx0" brushRef="#br0" timeOffset="310735">27483 16083 12210,'-2'-17'2968,"2"4"-2338,0 3-630,1 5 0,-1 1 0,1 2 0</inkml:trace>
  <inkml:trace contextRef="#ctx0" brushRef="#br0" timeOffset="311486">27976 15851 11041,'0'-14'2428,"0"1"-2158,-9 23-135,-3 10 0,-2 5-90,-3 5 0,-1 3-90,-6 10 0,1-2 45,9-16 0,1-3-180,-10 21-180,12-20 270,4-7 0,2 1 0,19-17 1,4-4-1,3-4 90,7-6-90,-7 4 90,0 0 0,8 1 0,-9 6 0,2-1-90,9 2 0,-10 1 90,3-1 0,1-4-90,-10-4 90,0-1 90,1-8 90,-10 4-180,2 1 180,-2 1-180,-13 44 89,-2 15-89,1-11 0,-1 3 0,1-2 0,0-2-89,1 6-1171,1-1-2017,5-28 3017,3 5 0,4-17 0,3-4 0</inkml:trace>
  <inkml:trace contextRef="#ctx0" brushRef="#br0" timeOffset="311969">28414 15852 11041,'-5'-9'1619,"-3"10"-1349,-2 14-270,2 1 180,-5 18-180,8-20 89,-4 20 1,10-10-90,-1 1 0,13 3 0,5-10 0,0 0 0,12 4 0,-17-6 0,4 1 90,-16 7 180,-17-1-270,1-1 180,-23 10-180,8-10-180,-2 0-1349,-1-2 1529,19-14 0,-4 1 0,7-6 0</inkml:trace>
  <inkml:trace contextRef="#ctx0" brushRef="#br0" timeOffset="312185">28494 15853 11850,'3'-24'1619,"-1"7"-1079,11 3-90,6 5-360,0 1-1440,27-4-1927,-13 8 2679,8-2 1,-6 4 0,-11 0 0</inkml:trace>
  <inkml:trace contextRef="#ctx0" brushRef="#br0" timeOffset="313268">26770 16847 12840,'22'-8'449,"6"-1"-449,-5 5-899,9-2-2378,-11 5 2882,0-1 0,-6 2 0,-9 0 0</inkml:trace>
  <inkml:trace contextRef="#ctx0" brushRef="#br0" timeOffset="313518">26755 17015 11041,'-10'1'1529,"1"1"-1529,35-3-990,6-2 271,12 0-2558,-3-3 3264,-23 4 0,9-3 0,-4-1 1</inkml:trace>
  <inkml:trace contextRef="#ctx0" brushRef="#br0" timeOffset="313801">26604 16742 10411,'-4'-6'0</inkml:trace>
  <inkml:trace contextRef="#ctx0" brushRef="#br0" timeOffset="314151">26598 16733 10141,'-3'-8'1439,"0"-4"-899,6-3-270,6-2 0,14-9-90,6 5-90,-1 3 0,9-1 0,-12 7-90,1 0 0,2 1 89,-15 11-89,6 9 0,-10 0 0,-1 15 0,-1 6 0,-1-8 0,8 14 0,7-22-89,7-3-226,-1-14 0,-1-3-135,9-7-360,-10-2 1,-2 0-630,-8 2 1439,2-6 0,-12 13 0,-1-1 0</inkml:trace>
  <inkml:trace contextRef="#ctx0" brushRef="#br0" timeOffset="314685">27356 16666 10501,'-7'-11'1079,"3"-3"-539,13 0-450,-2 3 180,14-6 0,9 2-270,-8 5 90,11-4 90,-6 14-90,-8 12-1,-5 33-89,-15-7 0,-5-4 0,-3 2 0,1-2 0,-1-2 90,-4 14-90,6-15 0,2-2 0,11 2 0,8-9 90,24-9-90,-11-15 0,18-13 0,-7-1 0,-9 4-90,9-3-1349,-10 14-1838,1 3 3017,1 3 0,-2 5 0,-7-3 0</inkml:trace>
  <inkml:trace contextRef="#ctx0" brushRef="#br0" timeOffset="315518">22343 17088 10141,'8'2'630,"0"1"-450,-3-2-90,3-1 180,-1 0-181,6-4 91,4 0-90,9 0 0,17 1-90,-19 4 0,2 1 45,12 2 0,1 1-90,-4 1 0,-1 0-180,7 1 1,-2 1-181,-11-3 0,-2 0 405,16 3 0,-22-4 0,-13-3 0</inkml:trace>
  <inkml:trace contextRef="#ctx0" brushRef="#br0" timeOffset="315969">22512 17349 10681,'9'5'809,"5"-7"-629,18-15 0,9-7-180,1-1 90,-10 6-90,-2 6 0,-9 8 90,0 1-270,5 4-359,-5 5 269,-1 0-2339,9 4 2609,-14-5 0,9 3 0,-7-5 0</inkml:trace>
  <inkml:trace contextRef="#ctx0" brushRef="#br0" timeOffset="316485">22387 16967 9781,'-4'-8'1440,"0"-2"-1261,5 4 91,11-7 0,14-1-180,7-1 0,10-3-90,-11 5 90,-1 2-90,-2 13 0,-7 9 0,-1 3 0,2 11 0,0-6 0,0 1-180,14-4-180,-5-13 180,0 0-315,-7-6 1,0-2-1575,5-7 1170,6 0 899,-14 1 0,-8 3 0,0 1 0</inkml:trace>
  <inkml:trace contextRef="#ctx0" brushRef="#br0" timeOffset="317085">23547 17068 9691,'-20'-16'1620,"5"1"-991,5-8-359,13 3 90,22-9-360,-5 12 180,18-4-90,-1 12 0,-10 3-90,14 6 90,-25 28-45,-11-4 0,-3 4-45,-8 19 0,-4 2-115,1-14 0,-1-2 115,-6 12 0,1-2 45,5-17 0,2-2-45,-5 12 0,1 10 0,15-28 0,7-2 90,22-13-90,8-10-45,-10 0 0,0 0-380,-2 1 0,-1 2-2273,22-3 809,-18 6 1889,-12 2 0,-7 0 0,2 0 0</inkml:trace>
  <inkml:trace contextRef="#ctx0" brushRef="#br0" timeOffset="317635">23619 16674 10411,'-27'-16'300,"1"0"0,-3 3 0,0 2-211,4 2 1,0 2 90,-11 3 0,-1 8 45,4 11 0,1 4-180,0-6 0,2 5-285,2 17 1,3 11 0,7 1 299,10-9 0,5 0 0,3 5-253,0-5 0,1 5 0,2 1 1,1-1-1,4-2 215,4 2 1,4-1-1,2-2 1,0-1 7,3 7 0,0-1 0,5-4 0,7-2 0,4-4 0,0-5 15,3-7 0,1-5 0,-2 7 0,4-6-15,-2-14 0,4-7 0,-3-4-7,2-10 0,-1-8-1,-9 3 1,2-4-1,0-3 1,-4-2-23,-6 0 0,-2-1 0,-3-2 0,-1-4-106,-3 0 1,-1-4 0,-1-2-1,-4 0 1,-3 1 105,-3-8 0,-5 0 0,-4 0 0,-2 1-23,-1 2 1,-1 0 0,-5 3-1,-6 5 23,-9 4 0,-7 5 0,-2 3 0,2 5-259,2 4 1,1 6-1,-3 5 214,-2 6 0,-3 5 0,0 5 0,3 4-405,-3 13 1,3 8-1,3-2 150,4-9 0,2-1 1,2 4-794,-4 14 1,3 4 0,8-6 978,12-12 1,6-2-1,0 11 1,4-1-1,8 14 1</inkml:trace>
  <inkml:trace contextRef="#ctx0" brushRef="#br0" timeOffset="318552">27646 16440 10411,'-26'-9'270,"-13"-2"89,13 6 1,-3 1-180,-4 2 0,0 1-90,6 1 0,0 4 90,-11 6 0,0 6-45,5 7 0,3 2-566,-2-3 1,1 4 550,6 4 0,1 5 0,3 1-1,4 3 1,4 1 0,0-2-437,-1-5 1,1-1 0,2 2 376,-1 7 0,3 3 0,5-1 30,9-7 0,4 0 0,0-3-90,-1 4 0,2-1 59,4 1 1,3 2 0,5-5-15,16-3 0,3-6 0,-13-3 0,3-2-15,7-4 0,5-2 0,1-6-911,-3-10 0,-1-6 1,0 0 880,-6 5 0,-1-1 0,2-3 0,10-6 0,1-5 0,-3-6-610,-6-6 1,-4-5 0,-2 1 609,-7 10 0,-1 1 0,0-4 8,2-4 1,0-3-1,-1-3 1,-6 0 21,-2-10 0,-7-1 0,-4-2 37,-4 6 1,-2-2-1,-4 0 1,-2-1-32,0 7 0,-2-2 0,-1 1 0,-4 2 0,-5 2-1,-7 1 1,-5 0 0,-4 4 0,-3 3 0,0 4-18,1 6 0,-3 5 0,-1 3 0,0 2 0,0 0-82,-4 0 0,0 0 0,-1 5 0,0 6-134,3 6 0,-2 5 0,1 3 0,1 3 0,5 1-612,4 2 1,4 2 0,1 1-1,0 0 405,-3 0 0,0-1 1,1 1-1,2 2 405,-3 13 0,4 2 0,6-1 0,6-1 0,4 1 0,1-6 0,1 0 0,0 0 0</inkml:trace>
  <inkml:trace contextRef="#ctx0" brushRef="#br0" timeOffset="318802">28619 16796 12300,'12'-24'2698,"-2"4"-3147,0-3-2828,-35 26 2621,5 1 1,-6 5-1,-4 3 1,-14 2 0</inkml:trace>
  <inkml:trace contextRef="#ctx0" brushRef="#br0" timeOffset="324718">6230 15226 10321,'-9'6'720,"2"0"-540,2-2 269,1-1 271,-1 1-90,1-1 179,0 0-719,10-5 0,3 0 180,37-11-225,-22 6 0,2 1 15,7-2 0,4-1 0,-3 1-15,-4 1 0,0 1-45,13-2 0,1 1 45,-10 3 0,-2 0 45,15-1-90,-12 1 0,2 0 44,-5 1 1,0 0-45,-6 1 0,0-1 45,8-1 0,-2 1-45,-6 0 0,0 0 0,-12 0 0,4 0 90,-2 0-90,-3 1 0,-3-1 90,-2 2 720,-3 0-720,-2 8-90,-6 8 0,-1 2 90,-8 25-90,1 6 0,1 0 0,4-10 0,1 3 45,4-7 0,1 0-45,-1-2 0,1 3 0,2 1 0,0 3 0,1-4 45,1-3 0,1 0-45,-1 1 0,1 3 0,0-3 0,1-3 0,-1-3 0,1 2 0,0-4 90,0 5 0,1-4 0,-4-11-1,-1-5-89,0-2 90,-2-3-90,1 2 0,-2 1 0,0-2 0,-2 2 270,1-3 180,0 0-360,-2-2 0,0 0 0,-3-1-90,-2 0 90,-9 1 0,-16 0-90,2 1 0,-4 0 0,-9 0 0,-2 0-257,8-1 0,-2 1 257,5-1 0,-2 0 0,2 0 0,2-1 0,2 0 0,-4 1 0,1 0 45,3-1 0,2 0-135,-8 2 90,-9 1 0,11-2 0,15 0 0,4-1 0,10-2 514,-6 3-514,5-2 0,-1 0 90,3 1-90,11-13 0,1-1 0,6-5 90,0-15-90,-4-9 0,0-4 0,-5 3 0,-2-4 0,-2 4 0,-1-1-339,1 2 0,-1-2 309,0 6 0,-1-1 0,0 1-1554,-2-6 0,1 1 1584,0 4 0,0 1 0,-1-1 0,1 3-622,0-4 622,0 11 0,0-9 0,1 16 0,1 6 415,-1-5-505,1 10 3200,0 0-3110,1 0 853,-1 4-853,1 0-90,-1 1 0,8 6-90,24-1-270,-2 1 1,6-1-644,6-1 1,6 0 0,-4-1-547,5 0 1,-1 0 1574,-2 1 0,4 0 0,-7 0 0,-11 1 0,-1 0 0,8 1 0,0-1 0</inkml:trace>
  <inkml:trace contextRef="#ctx0" brushRef="#br1" timeOffset="335185">23483 16990 10951,'17'-4'629,"6"0"-539,-7 3 0,7 0 90,4-2-90,13-1 0,-16 0 0,1 1 0,16-2 0,8 0 90,-14 3-90,0 1 0,3 3 180,-17 9 89,-2 16-179,-20 17-180,-10-4 90,-6-8 0,-6 0-45,1-8 0,-2-1-45,3 1 0,-2 0 45,-10 2 0,0-2-45,11-10 0,1-2 90,-6 4 0,2-1 180,-9 3-180,39-17-90,-1-1 0,41-11 0,-19 10 0,5 0 90,-4 7-90,-1 14 0,-8-5 0,10 21 0,-18-8 0,0-1 359,-9 14 91,-14-14-135,-5-4 0,-2-3-135,-11 4-90,5-11 0,-3-3 89,2-3 1,0-2-270,1 1 1,-1-1-1306,-6 1 1,3-2 1394,1 0 0,10-2 0,17-3 0</inkml:trace>
  <inkml:trace contextRef="#ctx0" brushRef="#br1" timeOffset="340036">6249 15254 9691,'-10'-2'360,"2"0"-270,-1 1 90,3 0 0,-2 0 270,1 0 539,0 1-539,27 2-180,22-2-180,-11 1 0,3 0 0,12-3 0,2 0-45,-12 1 0,0-1 44,13-2 1,-1 1-45,-12 0 0,-2 0 0,9-1 0,-1 0 0,-12 1 0,-2 0 0,4 1 0,-2 0-45,1-1 0,4 1 0,-19 1 90,1 0-90,0 0 0,-5 0 90,4 1 0,-5-1 90,0 0 0,-5 1-90,1-1 0,0 0 90,-1 1 0,0 0-91,-1 5 91,-3 6 0,-2 9 0,-3 19-135,2-14 0,0 2 45,0 4 0,1 2-45,-1 6 0,1 0 0,1-2 0,1-1 0,-2-7 0,1 0 90,0 6 0,1 0-45,-1-8 0,0-2-45,0 1 0,0 1 44,2 8 1,-1 0 0,1 9 0,0-9 0,0 1-45,-2-9 0,0-2-45,1 15 180,-1 1-180,0-14 90,-1 1 0,1 8-90,-2-14 0,2 3 0,-2-1 0,-1-6 90,1-1-90,0 5 0,0-6 0,-1-1 0,0 6 0,1-7 0,-1 8 0,2-9 0,-1 0 90,0-1-90,0-4 0,0 5 0,0 0 0,0-1 0,0 4 90,0-8 0,-1 1 90,2-4 0,-1 1-90,-3-3-90,0 0 0,-6-1 0,-7-1 90,3-1-90,-7 2 269,-10-2-179,10 2 0,-22-1 90,-2 2-90,12-1-45,3 0 0,-2 0 45,-17 1 0,6-1-90,17 0 0,2-1 90,6 0-90,-17 0 90,7-1-90,0 0 0,-2-1 90,5 2-90,-5 0 0,3 0 0,9 0 0,6 0 0,2-1 0,1 1 0,-1 0 0,4 1 180,-2-2 449,2 0-539,1-3-90,2-5 0,2 0 0,2-12 90,-2-7-180,1-1 90,-1-3 0,0-5 0,0-5 0,0-3 0,0 4 0,0-1 0,0-1-169,0 2 1,0-1 0,0 1 168,0-1 0,1 0 0,0 3-45,-1-6 0,2 1 45,0-6 0,2 1 0,0 5 0,2 2 0,-2 2 0,2 0 0,0-1 0,0 2 0,-2 8 0,0 3 0,2-17 0,-2 1 0,-3 16 0,1 0 505,-2-7-505,1 15-90,-1-10 90,0 13 0,0 0 0,-1 5 0,1 2-90,-1-3 90,1 5-179,-1-1-271,1 2-2827,0 0 0,-3 25 0,1-12 2721,-2 20 1,-3-12-1,-1 2 1</inkml:trace>
  <inkml:trace contextRef="#ctx0" brushRef="#br1" timeOffset="345671">6487 15445 11221,'18'4'0</inkml:trace>
  <inkml:trace contextRef="#ctx0" brushRef="#br1" timeOffset="346806">6532 15360 7623,'-7'-5'539,"-4"3"-449,-2 6 0,-3 3 0,2 2-90,6-1 90,4 6 0,10-4-90,11 7 90,11-2-90,2 1 0,-5-3 0,-2 0 90,-9-4-90,0 0 90,-3 4 0,-13 0 0,-6 5-90,-7-4 0,0-4 90,0-5-90,8-6 90,0-8-90,9-10 0,4-6 0,2 3 0,3-4 0,-5 9 0,-1 0 0,-1 2 0,-9 2 0,2 5 0,-17-4 0,1 10-540,-13 3 540,6 4 0,7 0 0,8 0 0</inkml:trace>
  <inkml:trace contextRef="#ctx0" brushRef="#br1" timeOffset="349123">15980 15645 8702,'-3'-10'1979,"-1"3"-1889,-5 4 0,0 3-90,-4 0 90,4 1-90,-1 1 0,4 0 0,0 3 0,0 2 0,1 2 0,2 4 90,4 0-90,4 3 0,2 0 0,5 1 0,-2-3 0,2 4 0,-1-2 0,-1 2 0,2-2 0,1 1 0,-1-5 0,2 3-90,-3-4 0,-2 2 90,-3-5 0,-5 3 0,-3-6 0,-9 4 0,5-7 0,-7 2 0,0-5 0,-1-2 0,-6-5 0,9 2 0,-1-4 0,5 1 0,2 2 0,0-3 0,6-3 0,3 0 0,7-9 0,1 6 90,8-5-90,-8 10 0,5-5 0,-6 2 0,2-4 180,-1-4-90,-7 3 89,-5-1-179,-11 2 90,-6 4-809,-13 6-2519,2 7 3238,4 2 0,2 6 0,8 0 0</inkml:trace>
  <inkml:trace contextRef="#ctx0" brushRef="#br1" timeOffset="361344">16260 15705 11850,'3'-4'-1093,"-3"0"1,11 7 0</inkml:trace>
  <inkml:trace contextRef="#ctx0" brushRef="#br1" timeOffset="361560">16523 15702 10681,'1'-9'-113,"3"3"1,2 5-1,3 3 1</inkml:trace>
  <inkml:trace contextRef="#ctx0" brushRef="#br1" timeOffset="361761">16711 15692 10141,'9'-7'-1079,"-1"1"-450,-3 5 1529,2-1 0,-4 2 0,0 0 0</inkml:trace>
  <inkml:trace contextRef="#ctx0" brushRef="#br1" timeOffset="361978">17290 15591 9961,'3'-8'270,"1"2"-1349,0 3 1079,2 1 0,2 2 0,0 0 0</inkml:trace>
  <inkml:trace contextRef="#ctx0" brushRef="#br1" timeOffset="362161">17460 15561 9691,'9'-5'1080,"0"1"-990,-4 2-540,0 0-1259,2 1 1709,-1 0 0,2 1 0,0 0 0</inkml:trace>
  <inkml:trace contextRef="#ctx0" brushRef="#br1" timeOffset="362311">18063 15459 9602,'16'-8'-2069,"-6"2"2069,0 1 0,-5 3 0,1-1 0</inkml:trace>
  <inkml:trace contextRef="#ctx0" brushRef="#br1" timeOffset="367078">24015 8960 8522,'2'-8'3148,"-2"1"-3148,2 19 0,-2-7 90,6 27 0,-1-8-90,1 0 90,-1 11 0,-2-9-90,0 0 0,1 12 90,-2-17-90,1 4 0,-1-9 90,-2-4-90,1-2-270,-1 0 270,0-4 0,0-2 0,0-2 0</inkml:trace>
  <inkml:trace contextRef="#ctx0" brushRef="#br1" timeOffset="370763">24016 8939 9332,'9'-8'899,"-1"2"-719,-3 2 0,0 2-90,0-1 0,0 1 90,3-2 0,2 0-90,4-2 0,11-1-3367,5-2 3341,-3 1-64,14-5 90,1-1-45,-17 6 0,1-1 0,4-1 0,-1 0 45,18-6 0,-4 2-90,-15 5 3276,-1 1-3160,-8 3-116,-1 0 0,4-1 0,-8 4 0,8-3 0,-6 2 0,0 0 0,-5 0 90,0 1-90,6-2 0,-2 1 0,3-2 90,-6 3 270,-2 1 0,-3 1 179,-2-1-179,1 0-180,-3 5 180,-2 3-270,-1 3 0,-1 3 270,3 8-271,-1-6 1,1 12 180,1 10-90,-1 0-135,-1-6 0,1-1-45,0 2 0,0 13 90,1-18-90,1 8 0,-1-11 0,2 4 0,-3-13 90,2 9-90,-2-13 0,0 1 0,-1-5 0,0 0 0,1 0 0,-1-2 810,0 0-631,-8-1 1,-3-1 90,-17-3-225,4 2 0,-4 0 45,-12 0 0,-3 1-90,-1 1 0,-2-1 30,9 0 0,-1 0 0,2 0-30,-2 0 0,1 0 0,-3 0 0,1 0 90,-2 0-90,1 1 0,23-2 0,-1-1 0,8 0 0,-1-1-90,3 0 90,1 0 90,0 2-180,0-1 90,2 1 0,-1 0 0,1 1 810,-2-1-721,5-9 1,0-2 0,4-27-90,-3-4 0,1 11 0,-1-2 0,0-4 0,-2 0-90,1-11 90,-1 14 0,1 1-90,-1-2 1,0-4-91,0 7 0,0 12 0,1 7 0,0 1 0,1 5-90,-1-2 270,5 10-90,8 0 0,5 6 135,8-5 0,2-2-45,2 0-45,2-1 0,3 0 45,-1-1 0,-1-1 0,18-1 0,-11 0 0,-3 1 0,-6-2 0,-3 0 0,1 1 0,11-4 0,0 2 0,-3-1 0,-21 2 0,11 0 0,-16 1 0,3 0 0,-6 2-90,-1-1 90,1 0 0,-1 0-90,3-1 90,-3 1 0,3-1-90,-3 1 90,0 1 0,-2 6 0,-2 13 0,-3 8 0,-3 21 0,0-1 0,1-16 0,0-1 0,0 6 0,-1 10 0,3-17 0,-2 2 0,2-2 0,-1-14 90,2 0-90,-1-7 0,0 2 180,1-3-180,-2-2 90,-2-1 90,-8-1-180,2-1 90,-23 2-45,0 0 0,-2-1-45,8 0 0,1-1 45,-11 2 0,-1-2-45,-3 0 0,4-1 0,0 0 45,-1 0 0,0 0-45,4-1 0,11 0-90,-5 0 0,10 1-90,3-1 90,-5 1 0,10 0 0,1 0 0,2 0 450,1 0-270,1-3 0,0-7-90,3 2 90,-1-14-90,-3-4 0,1 0 0,0-4-90,1-6 0,1-1-90,1-6 0,1 0-135,2 6 1,3 2-586,4 4 1,1 4 899,8 0 0,-3 13 0,-4 14 0</inkml:trace>
  <inkml:trace contextRef="#ctx0" brushRef="#br1" timeOffset="412246">25090 8486 10681,'-10'-7'1889,"0"7"-1260,3 11 1,-1 15-450,2-5 90,-1 15 180,0 13-360,3-13-1,0-3 1,0 3 0,2-5 0,1-2 0,-2 18-45,3-13 0,0-1 45,1 2-90,0-4 180,1-2 270,0-17-180,-1 1 809,0-3-989,4-17 0,8 1 0,9-11-90,22 3 0,-6 5 45,-10 4 0,0-1-45,9 1 0,2 0 0,-16 2 180,-3 1 0,-8-2-90,-2-1 0,-4-5-1,-4 3 91,0-4 0,-4-6-90,-1-9 0,-1-11-90,1 5 45,1 7 0,0-2 45,-3-22-45,3 22 0,-1-1 90,-1-6 0,-1-1-45,0 5 0,-2 0 0,0-3 0,0 0-45,0 4 0,0 2-45,-2-3 90,5 13 0,-1 8-90,-3 6 0,-2 6 0,-9 15 89,-9 4-89,-13 6 0,8-13 0,0-1 0,-12 5 0,15-9 0,-1-2-45,4-2 1,1-2-676,-18 3-225,16-3 1,3-1 944,3-2 0,12 0 0,6-1 0</inkml:trace>
  <inkml:trace contextRef="#ctx0" brushRef="#br1" timeOffset="413615">23904 8442 11221,'-3'5'2878,"-1"2"-2608,-8 33-90,1-4-90,3-8 0,-1 1-90,1 2 0,-3 7 90,5-14-1,1-6 1,1 6-90,5-18 90,11-1-90,-3-5 90,10-3-90,6-1 0,-7 1 90,23-2-90,2 3 0,-6 0 0,-11 1 0,1 1 0,13 1 0,-9 0 0,8 0 90,-11 0 180,-9-1 180,8 1-180,-17-1 0,1-1-91,-5 1 451,-1-3-450,-7-5-90,1 0 0,-6-16 0,4-2-90,0 0 0,1 0 0,-1-7 0,0-15 0,2 15 0,-1 9 90,1-9-180,0 16 90,0 1 0,-1 0 0,1 8 0,-3 1 90,-8 8-90,-19 6 0,-2 1 0,-4 1 0,-2-1 0,-1 1 0,7-2 0,-2-1 0,3 0 0,2-1 0,2-1 0,1 0 0,2-2-180,-3 1-180,9-1-2518,-2-1 1079,26-1 1799,12 1 0,7 0 0,8 1 0</inkml:trace>
  <inkml:trace contextRef="#ctx0" brushRef="#br1" timeOffset="422431">28113 5409 10861,'2'-9'2788,"-1"0"-1439,-1 3-1169,5 4 0,17 2 0,15 3-90,-3 1 0,1 2-90,-5-2 0,-2 3 90,3 5 0,-8 5-45,-19 7 0,-9 3-45,-5 4 0,-5 0 45,-3-3 0,-3 0-45,-3 2 0,1-2 0,2 3 0,0 1 0,15-4 0,23-10-180,20-4-270,-12-11 0,0-3-179,19-4-1010,-19-4 1,-1-3 1422,2-4 1,10-9 0,-10 2 0</inkml:trace>
  <inkml:trace contextRef="#ctx0" brushRef="#br1" timeOffset="422864">28883 5401 12210,'3'-18'3276,"-3"3"-975,-2 7-2031,-5 7 359,-19 21-404,6 1 0,-1 2-135,1-3 0,1 3 45,-9 15 0,3 4-180,13-9 0,5 1-135,1 8 0,6-1 45,10-8 0,5-3 135,18 6-90,-5-28 0,3-7 45,-2-8 0,-1-4 45,-3 4 0,0-3 45,8-10 0,-4-5 135,-9-18-90,1 0 0,-25 3 0,-9 0 0,-13 0-135,10 10 0,-2 4-585,-24 10-809,11 26 630,2 0-2468,5 19 3106,28-2 1,4 2 0,14 0 0</inkml:trace>
  <inkml:trace contextRef="#ctx0" brushRef="#br1" timeOffset="423298">29476 5410 12840,'-13'-20'2698,"-5"6"-2068,-6 20-405,4 11 0,0 6-46,0 9 1,3 4-90,0 8 0,5 1-90,6-3 0,8-2-45,11-4 0,8-6 0,1-11 0,5-5 90,18-8 0,2-10 180,-4-13 0,-2-7-45,-13 4 0,-1-1 0,-5-4-1071,-6-6 0,-5-4 0,-3 3 936,-2 0 0,-7 2 90,-14-12 0,-10 6-90,4 21 0,-4 6-405,-18 0 0,-3 9-854,9 11 0,4 6-425,0 2 1,7 5 1483,15 1 1,8 0 0,16 5 0,11-3 0</inkml:trace>
  <inkml:trace contextRef="#ctx0" brushRef="#br1" timeOffset="423731">30224 5299 13110,'-2'-7'2248,"-2"2"-1528,-10 7-91,-14 18-359,2 4 0,1 5-135,1 3 0,1 2-90,1-3 0,4 0 0,7 2 0,7-2-225,13 6 90,2 0 0,8-17 0,6-6 45,-1-10 0,2-5 45,20-5 0,2-8 90,-9-10 0,-2-4-252,-3 2 1,-4-3 281,-14 0 0,-5-5 0,-4 2 15,-7-8 0,-5 2-135,5-1 0,-6 1 60,-8 5 0,-6 1 0,-2 8-150,-4 10 0,-4 7-420,-4 4 0,-4 3 1,3 3 149,3 6 0,2 5-989,-9 16 0,6 5 1349,19-4 0,5 0 0,1-5 0,1 1 0,3 5 0,-1-1 0</inkml:trace>
  <inkml:trace contextRef="#ctx0" brushRef="#br1" timeOffset="424932">25766 8296 10951,'-8'3'1079,"0"0"-449,3-1 1079,-4 1-360,4-1-899,8 5 269,38-1-539,1-3 0,12-1 0,-4 0-715,-12-1 0,-3 1 1,5-1 570,3-1 0,5 0 0,3 0 0,1 0 0,0-1 23,-4 1 1,0-1 0,2 0 0,-1 0 0,0 0 0,-1 0-30,-4 0 0,0 1 0,-2-1 0,1 0 0,1 1 0,1-1-5,-1 0 1,4 1 0,0-1 0,0 0 0,-2 0-1,-3 1 1,-6-1 34,10 1 0,-7 0 0,-3 0 120,8 0 0,-8-1 450,-12-2-361,-5-1-538,-3-3-3008,-12 1 0,-7-2 2936,-11 2 1,-6-2-1,-5 1 1</inkml:trace>
  <inkml:trace contextRef="#ctx0" brushRef="#br1" timeOffset="425348">27246 8136 12390,'-2'-11'2878,"1"1"-2158,1 3 269,11 1-359,11 4-450,3 3 45,-1 4 0,3 3-1,1 2 1,2 3-180,4 2 0,0 1-135,0 1 0,-3 1 90,9 11-90,-24-6 90,-23-4 0,-15-1 0,-6 0 90,-9 5-90,7-7 0,-5 3 0,2 0-120,-7 6 1,0 1-31,9-5 0,-2 0 0,3 0-30,-5 4 1,3-1-991,8-2 1,5-2-2108,8-1 0,0 0 2936,11-8 1,6-6 0,2 0 0</inkml:trace>
  <inkml:trace contextRef="#ctx0" brushRef="#br1" timeOffset="426964">27816 8310 11760,'-4'-9'1170,"-1"-5"-990,3 4 359,-1-8 541,2-15-541,4-12-359,-1 12 0,2-6 0,-1 3-414,1 1 1,0-2 293,0-4 0,1-4 0,-2-1-795,0 6 1,-1-2-1,0 1 1,-1 2 734,1 0 0,-1 2 0,0-3 45,0-5 0,0-5 0,-1 0 0,0 2 32,-2 7 1,-1 1 0,0 1 0,0 1 42,1-4 0,-1 1 0,1-1 30,-3-9 0,0-1 0,0 9-60,0-5 90,0 12 90,2 17 79,1 5-259,-1-2 3186,2 6-2745,-1 0 565,-1 1-736,0 2-91,0 2 91,0 1 0,0 0-360,5-1 90,17 0-90,5 1-227,19-1 0,10-1 249,-16 2 1,3 0-1,2 0 1,2 0-287,0 0 0,2 1 0,1-1 0,1 1 1,-1-1 281,0 1 0,0-1 0,0 1 0,-1-1 0,-3 2-18,0-1 0,-1 1 0,-3 0 0,-1 1 0,0-1 0,-3 1 0,-5-1-621,10 1 621,-2-1 0,-16 0-629,-16 0 720,-5-2 0,-1 2 0,-4-1 0</inkml:trace>
  <inkml:trace contextRef="#ctx0" brushRef="#br1" timeOffset="427398">29334 6516 11400,'9'-9'1799,"-4"-1"-989,-6 0-450,-6 3 90,-18 11-361,7 3 91,-23 21-90,22-5 0,2 2 0,0-1 0,2 3-45,1 8 0,5 0 45,12 11-90,6-12 0,17-10-270,2-16 90,-1-1-720,-2-9 1,1-6-2378,10-12 3212,-13 7 1,0-2 0,9-17 0,-10 4 0</inkml:trace>
  <inkml:trace contextRef="#ctx0" brushRef="#br1" timeOffset="427764">29595 6352 11041,'2'-10'989,"1"-2"-629,-3 5 90,5-3-180,6 6 89,13 3-269,-4 3 90,10 9-90,-17-1 180,7 19 0,-14 7-180,-1 1 0,-11 3 0,-5 0-45,4-14 0,-1-1 0,-3 18 0,3 1-225,4-17 0,4-2-1529,16 18-1568,6-21 2792,1-10 0,5-12 0,-8-3 0</inkml:trace>
  <inkml:trace contextRef="#ctx0" brushRef="#br1" timeOffset="428915">30106 6628 12300,'-16'-15'2698,"-8"2"-2518,8 7 180,-11 3 270,-2 11-540,8-2 90,-12 11 0,11 16-270,9-13-180,-1 20-360,27-15 450,-4-8-90,16 4-179,10-23 359,-11 1-90,21-18 90,-21-14 270,0-1-135,-13 8 0,-3 1 135,-2 2-180,2 6 0,5 30 89,11 16-89,5 4 0,9-2 90,-16-16-90,5-6 0,-6-14 0,-5 0 0,9-15 0,-13-6 0,1-8 0,-5-7 90,-5 14-90,-2 2 0,6 25 0,2 12 0,1 5 0,2 10 0,-5 3 0,-1-9 0,0 14 0,-7-1 90,-4-1-180,-9 12 90,4-23 0,-5 0-90,5-11 0,2-2 90,19-10 0,6-7 0,11-5 0,4-7 0,-5-3 0,-1 1 0,-11 2 0,-1-2 0,3-23 90,-3 5-45,-7 13 0,-2 2 45,-2 2 0,0 0-90,-1 8 0,3 18 90,5 14-180,6 12 135,-4-6 0,1 0-45,2 5 0,7 8 180,-11-10-180,-4-6 180,-5 7 0,-24-3-540,0-2-2878,-13 5 3238,17-15 0,7-4 0,9-7 0</inkml:trace>
  <inkml:trace contextRef="#ctx0" brushRef="#br1" timeOffset="429114">31238 6619 14459,'14'-13'3276,"-4"3"-2325,0 3-3379,-6 9-849,-36 21 2730,5-2 1,-13 4 0,-5 2 0,7-6 0,0 0 0</inkml:trace>
  <inkml:trace contextRef="#ctx0" brushRef="#br1" timeOffset="430081">27849 8225 11580,'5'-9'2609,"0"0"-2159,-1 15 89,-2 18-224,-1 20 0,0 9-165,-2-10 0,-1 2 0,0 0-703,0-1 0,1 0 1,-1 3 619,-1 0 1,0 2-1,-1 0 1,1-2 22,-2 4 0,0-2 0,0-1-60,1 0 0,-1 1 0,1 0 15,-1-7 0,0 1 0,0-1 0,0-3 190,1 8 0,1-2-175,-1-11 0,1 1 0,0-3 30,1 2 0,2-5 180,-1-2 179,2-15-359,4-16 90,6-1-90,17-6-90,13 5 0,1 4 45,-2 4 0,4 2-608,0-1 1,0 0 562,0 0 0,2 0-30,-3 0 0,3 0 0,-5-1 50,-10 0 0,-2 0-65,17 1 0,-3 0-495,-7-1-2158,-11-2 1799,-27-4-2378,-4-1 2977,-6-1 1,-3-1 0,5 0 0</inkml:trace>
  <inkml:trace contextRef="#ctx0" brushRef="#br1" timeOffset="430447">28377 9389 12030,'0'-12'2789,"1"-1"-1980,2 6-269,6 5 269,21 22-449,0 8-270,-7-3 0,-2 2-45,-6-5 0,-4 1-45,-1 6 0,-6-1 0,-11 17 0,-8-18 0,-4-2-135,-3-3 0,-2-3-495,-2 2 1,-1-2-1440,-13 8 2069,13-10 0,16-10 0,5-5 0</inkml:trace>
  <inkml:trace contextRef="#ctx0" brushRef="#br1" timeOffset="430914">28359 8699 10771,'-6'6'2339,"2"24"-2160,0 1 1,2 3-90,0 3 0,1 2 0,0 6 0,1 0-90,0-11 0,1-2-450,0-4 1,0-4 449,1 5 0,-1-19 0,-1-8 0</inkml:trace>
  <inkml:trace contextRef="#ctx0" brushRef="#br1" timeOffset="431398">28311 8763 10681,'7'-11'1259,"-1"2"-449,22 3-450,5 1-136,-3 1 1,0 1-135,10 0 0,6 3 180,-25 9-270,-6-2 90,-4 12 90,-32 20-180,7-19 0,-2 1 45,-6 10 0,0-1-45,-7 3 0,9-2 0,21-12 0,1-4 0,9 4 0,11 1 90,-8 1-90,-7 17 0,-29-2 0,-3-6 45,2-10 0,-1-2-135,-5 3-90,0 0 180,7-4 0,27-17 0,1 0 0</inkml:trace>
  <inkml:trace contextRef="#ctx0" brushRef="#br1" timeOffset="431698">28680 8905 11580,'2'-17'3149,"-1"1"-2970,4 12 271,0 15 0,3 32-360,-5-16 0,0 3-45,0 11 0,-1 1-270,0-10 0,-1 0 225,2 1 0,-1-3 0,-1-6 0,1-8 0</inkml:trace>
  <inkml:trace contextRef="#ctx0" brushRef="#br1" timeOffset="432181">28664 8855 10951,'-3'-7'1439,"0"-1"-719,7 0-541,0 3 271,16-4 0,8 4-180,14-1-90,-2 9-90,-5 10 0,-19 0-90,-10 11 89,-20 6-89,4-10 90,-16 20-90,9-18 0,0 4 0,11-2 0,12-9 0,4-2 0,6 2 0,-7 3 0,-6 14 90,-13 6-90,-4-13 0,-2-1 90,-7 6-90,-6 4-449,13-13 89,4-6-899,1 1 1259,8-11 0,11-7 0,3-1 0</inkml:trace>
  <inkml:trace contextRef="#ctx0" brushRef="#br1" timeOffset="432864">28939 9164 11760,'0'-13'3276,"1"0"-2684,-8 19-322,1 5 0,-4 21-360,10-1-450,14 1 0,10-16 271,7-11-91,1-24 270,-13-9 0,-7-2 90,-16-7 0,-7 13 0,-1 0 0,-5 6 90,4 11-90,12 1 180,4 2-90,11 2 90,11-3-1,-4 3 91,16 2-180,-14 3 90,7 6 0,2 13-90,-9-7-45,-4 0 0,0 2 0,3 2 0,0 1 0,-3-3 0,2 1-45,7 6 0,-1-1-180,-1-4-2788,-3-5-309,-15-14 2769,-7-6 1,-3-7-1,-8-4 1</inkml:trace>
  <inkml:trace contextRef="#ctx0" brushRef="#br1" timeOffset="433048">29383 8973 12120,'-13'11'1169,"-3"7"-359,-6 26-630,8-12 0,-1 2-675,-3 6 0,0 2-598,3-10 1,-2 2 0,2-4 545,2-1 1,-1-2 0,-6 4 0,2-2 0,-4 0 0</inkml:trace>
  <inkml:trace contextRef="#ctx0" brushRef="#br1" timeOffset="433548">28910 9976 10771,'3'-12'1889,"-1"0"-630,0 3-1079,-2 15 90,-9 40-225,1-5 0,-2 5-255,1-10 0,0 2 0,0-1-150,0-3 0,1-1 1,-1-2-1280,-2 8 1,-1-6 1602,0-4 1,3-12 0,7-14 0</inkml:trace>
  <inkml:trace contextRef="#ctx0" brushRef="#br1" timeOffset="435015">28807 10101 10141,'1'-17'0,"-1"-3"450,2-2-360,-1 7 540,4-4 89,9 8-359,9 1-180,-1 3 90,13 5-90,-8 6-90,1 0-1,0 13 1,-26 13-90,-12-5 0,-5 2 0,-1-1 0,-3-2 0,-3-1 0,0-3 0,-14 7-90,21-16 90,7 1-89,13-9 89,16-4 0,-1 1 0,2 8 0,-11-1-90,1 12 90,0 6 0,-3-7 90,14 18-90,5-16 0,7 1 0,-3-8 0,6-12 0,-6-8 0,-1-1 0,7-13 89,-17-8-89,-4-9 0,-12 3 0,-21 14 0,-6 21 0,-9 24 0,13-3 0,-3 24 0,17-10 0,5 6 0,14-2 0,8-18 90,17-13 45,-16-12 0,0-5-45,3-5 0,-1-4 90,4-7 0,-2-1-45,-8 4 0,-2 1-45,10-15 0,-11 17 90,-12 13-90,8 7-1,-9 13-89,4 1 90,-5 8-90,-1-9 0,0-1 90,1-3-90,0-7 0,-1-6 0,-3-7 0,-7-5 0,-6 6 0,-15 14 0,11 4 0,-7 14 0,12 8-90,5-4-89,11 7 179,3-20 0,12-5-90,1-15 90,-5 2 0,8-11 90,-5-12-90,-4 9 179,6-18 91,-9 19-270,0 10 90,-7 23 90,-4 14 0,-1 6-135,-1-8 0,0 3-111,-1 4 0,0 7 0,-1 1 0,1-4 125,0 0 1,1-4 0,-1 3-30,-1 6 0,-1 2 0,2-2 0,1-5 0,0-2 0,1-5 15,1-5 0,-1-3 0,1 2 0,-1-2-225,-1 7 180,-4-29-269,-15-20 179,5-3 45,-3-7 0,-1-5 0,4 7 0,0-1 45,-1-2 0,3-1-45,4 1 0,4 2 45,8 0 624,18-5-894,11 10 0,6 0-495,-6 1 1,2-1-329,1-1 1,3-2 0,-4 2 545,-6 4 1,-4 1 0,3-3 0,-5 1 0,-4 0 0</inkml:trace>
  <inkml:trace contextRef="#ctx0" brushRef="#br1" timeOffset="435165">29755 10461 12390,'2'5'-270,"-4"-2"0,-19 11 0,-2-4 1</inkml:trace>
  <inkml:trace contextRef="#ctx0" brushRef="#br1" timeOffset="435548">28100 11050 11221,'-6'-12'2518,"3"-1"-1349,10 4-584,26 0 0,15 2-383,-8 2 0,4 1 1,4 0-1,3 0-671,-10 1 1,3 0 0,1 0 0,2 0 0,1 0 0,-1 0 0,-1 1 233,-1-1 1,0 1 0,0 0 0,0 0 0,0 0 0,0 0-1,1 0-234,0 0 1,2 1 0,0-1 0,0 1 0,-3 0 0,-2 0 0,-3 1 192,2-1 1,-4 1-1,-2 0 1,-2 0-1,5 0 1,-3 0 0,-7 1-1,0 0 1</inkml:trace>
  <inkml:trace contextRef="#ctx0" brushRef="#br1" timeOffset="671331">23095 2413 10321,'9'-11'540,"0"2"539,-4 2 1080,-1 0-1889,-6 24-135,-2 8 0,-2 6-90,-2 10 0,0 2 0,-1-2 0,1 1-16,1-9 1,0 1 0,-1-1 15,-3 8 0,0 0-45,0 2 0,1-1-90,-1-2 1,1-4-91,1-4-1170,3-5-1927,8-18 2657,1-2 0,7-12 0,0-7 1</inkml:trace>
  <inkml:trace contextRef="#ctx0" brushRef="#br1" timeOffset="671798">23568 2568 11311,'8'-10'1619,"2"-2"-810,-6 6 900,1-5-1529,-7 15 270,-17 33-360,4-6 0,-1 1 0,-1 6-45,2 4 0,2 0-45,3-13 0,2 2-60,2 3 0,3 3 0,4-5-30,20 6 45,2-15 0,5-6 45,2-12 0,2-8 0,13-13 0,-1-7-143,-15 8 1,-3-3 187,8-13 0,-5-5 90,-16-3 0,-5-1-90,0 12 0,-2-1 39,-6-22 0,-10 3-40,-11 23 1,-3 4-90,6-2 1,-1 4-91,-10 5 0,-2 9-630,5 14 1,2 4-46,-9 3-629,11 1 0,6 3 1439,17 10 0,5 1 0,9 5 0</inkml:trace>
  <inkml:trace contextRef="#ctx0" brushRef="#br1" timeOffset="672081">24062 2786 13469,'-1'-8'0,"-1"1"0</inkml:trace>
  <inkml:trace contextRef="#ctx0" brushRef="#br1" timeOffset="672781">24606 2654 11400,'-3'-27'1710,"2"13"-1081,-6-17 361,-4 8-811,2 7 181,-14-8 0,-9 21-180,-9 8-180,15 5 0,2 4-90,2 7 0,3 3 0,-5 8-45,16-7 0,6 0-314,20 4 179,8 1 180,-3-18 0,3-5 45,0-7 0,1-6 0,2-5 0,0-5 135,-5-1 0,-2-3-45,-2-2 0,-3-1-45,2-7 0,-3 17 90,-10 39-90,-3 11 0,-3 5 0,0-9 0,-1 1 0,0 1-116,-3 12 0,0 2 1,-2-4 160,-1 6 0,-2-4 15,-1-13 0,-2-1 0,-3-4 30,-9-2 0,-4-4-1,-2-4 1,-2-4-90,6-6 0,0-4-45,-5-3 0,1-5-1664,-11-17-1568,11-8 2634,15-4 1,35-3 0,4 7 0</inkml:trace>
  <inkml:trace contextRef="#ctx0" brushRef="#br1" timeOffset="673481">27625 2611 11311,'3'-8'1439,"2"-3"-270,-2 5 0,1-1 1,-1-1-810,-5 4-91,-8 3 181,-29 19-360,11-4-45,1 4 0,0 4-90,5 2 0,3 1-45,-10 10 45,11-9 0,6 1-225,16 18 180,0-14-45,9 1 1,6 0 44,2-9 0,1-3 45,-3 1 0,1 0 0,2-2 0,-1 0-135,1 6 180,-8-8-90,-1 7 90,-27-8 0,2-4 0,-9-3 0,-6-1-90,-3-3 0,-2-2-270,-4 1 0,-2-1-719,-6-3 0,2-2-560,15-2 1,3-1 1108,-12-6 0,22-8 0,9 3 0</inkml:trace>
  <inkml:trace contextRef="#ctx0" brushRef="#br1" timeOffset="673715">27623 2579 11760,'8'-17'2429,"0"0"-1530,-1 4-179,12-2-540,-5 6 90,21-3-270,-2 2 0,1 2-180,14-6-180,-4 3 0,2-2-1279,-7 3 1,-4 0-1,-10 4 1,-1-1 1383,7-1 1,-3 2 0,-11 6 0,0 0 0</inkml:trace>
  <inkml:trace contextRef="#ctx0" brushRef="#br1" timeOffset="673982">28219 2809 13110,'-3'8'3276,"-1"0"0,2-2-2812,1 1-2353,2-2-1388,1 1 2457,3-10 1,0-3 0,4-10 0</inkml:trace>
  <inkml:trace contextRef="#ctx0" brushRef="#br1" timeOffset="674348">28672 2497 13020,'0'-11'2968,"7"10"-2518,1 14-1,5 19-89,-8 3 0,-3 7-180,-3 4 0,-2 5-404,-1-14 1,0 4 0,-1 0 0,0-2 253,0-1 0,-1-3 0,1 2-60,-1 7 0,0 1 0,1-8-240,2 7-56,1-17 1,1-3-2952,0-8 0,-6-4 2486,0-11 1,-10-16 0,1-1 0</inkml:trace>
  <inkml:trace contextRef="#ctx0" brushRef="#br1" timeOffset="675048">23210 3356 10951,'-24'0'809,"3"0"900,5-1-1349,19 6 630,46-1-721,-12-2 1,10 0 0,3 1 0,-3-1-1266,0-1 0,-1 1 0,7-1 1063,-14 0 0,5 0 1,3 0-1,3 0 1,1 0-1,2-1 1,-1 1-1,-1-1-207,-7 0 1,0 0 0,1 0-1,1 0 1,0 0 0,-1-1-1,1 1 1,0-1 0,-1 1 0,0 0 148,2 0 1,-2-1 0,0 1 0,0 0 0,0 0 0,1 0 0,1 0 0,3 0 0,2-1-100,-10 1 1,1 0-1,2-1 1,2 0-1,0 1 1,2-1-1,0 0 1,1 0-1,0 1 1,0-1 0,0 0-1,-1 0 1,-1 0-1,0 1 1,-1-1-1,-2 1 105,6-1 0,-1 0 0,-1 1 0,0-1 0,-1 1 0,-1 0 0,1-1 0,-1 1 0,0-1 0,1 1 0,0-1 0,0 1-103,0-1 1,1 1 0,-1-1-1,0 1 1,0-1 0,0 0-1,1 1 1,-1-1 0,1 0 0,0 1-1,1-1 1,0 0 99,-4 1 1,3-1 0,1 0 0,0 1 0,1-1 0,0 0 0,0 1 0,-1-1-1,-1 0 1,-1 0 0,-2 0 0,-2 1 0,-3-1 0,-3 0 83,13-1 0,-7 1 0,-3-1 1,0 1-1,1-1 0,4-1 153,-3 1 1,4-1 0,2 0 0,2 0 0,-1 0 0,-1 0 0,-3-1 0,-5 1 0,-5 0-130,13-2 0,-9 1 0,0-1 120,7-2 0,0-1 0,-9 1 1786,-4-4-1846,-9 5 1894,3-4-2524,-17 7 810,6 1-3637,-8 2 0,-23 0 2457,3 0 1,-31-5 0,9-2 0</inkml:trace>
  <inkml:trace contextRef="#ctx0" brushRef="#br1" timeOffset="680298">22828 2227 7713,'-13'-3'1259,"-6"-1"-1079,2 1 899,-16-7-359,12 2-1,-8-2-89,12 4-630,23 7-1561,32 3 0,12 0 1606,-17 1 0,4-1-9,1 0 0,8 0 0,4-1 0,1 1 0,-2-1-372,-4-1 0,-1 1 1,0-1-1,3 1 0,3-1 356,-9 0 0,3-1 0,2 1 0,2-1 0,1 1 0,0-1 0,-2 0 0,-1 1 0,-3-1-254,6 1 1,-2-1-1,-2 1 1,0-1-1,1 1 1,2-1 233,-5 0 0,3 0 0,0 0 0,1-1 0,0 1 0,-1 0 0,-1-1 0,-2 1 30,5 0 0,-2 0 0,-1-1 0,-1 1 0,-1 0 0,-1 0-30,8 0 0,-3-1 0,-1 1 0,3 0 18,-1 0 0,3 0 0,0 0 0,-2 0 0,-6 0 328,-3 0 0,-4 0 0,-2 0 58,10 0 1,-2 0 945,2 1 1,-5-1-901,-10 0 1983,-4 0-2253,-13-1 2793,2 1-2883,-7 0 115,-5 10-205,-3-3 0,-12 27 45,5-8 0,-1 1-45,1-4 0,0 4 0,-2 9 0,0 7 0,0-1-234,4-10 0,1 0 1,0 3 233,-1 5 0,0 6 0,0-1 0,1-4-420,0-4 1,2-4 0,0 2 449,0 6 0,0 1 0,0-1-30,1 9 0,-1-3 0,1-12 0,0 0 0,0 13 0,-1 0 0,-1-12 0,-1-3 45,1-7 0,0 1-45,-3 9 0,1-4 0,-2-6 90,2-4 90,2-12 518,-3-2-698,-2-3 90,-10-8-90,6-1 1350,-19-3-1350,-8-1 0,-3 0 0,7 3 0,-6-1 0,1 0-256,-5 1 1,-4-1 225,13 1 0,-7 0 0,-3-1 0,-1 1 0,0-1 1,2 1-414,0 1 1,2-1-1,1 1 1,-3-1-1,-3 1 431,5 1 1,-5-1 0,-1 0 0,-2 0 0,1 1 0,0-1-1,4 1 1,3 0 11,-3 0 0,5-1 0,1 2 0,0-1 0,-2 1-15,-1 0 0,-2 0 0,-1 1 0,0 0 0,1 0 0,3 0-630,-8 1 0,1 1 0,3 0 1,2 0 644,-2 0 0,2-1 0,-2 1 0,6 0 0,-3 1 0,-1-1 0,3 1 0,5-1 0,-12 2 0,3 0-30,6 0 0,-1 0 0,4-1 30,3 1 0,2-1 132,-4 2 0,4-1-132,-2-1 778,8 0 1,-1 0-779,-15-2 3276,11-1-3070,-6-2-116,11-3 0,2 0 0,-1-5 0,14-1-1,0 0-89,2-8 90,5-9-90,2 4 0,2-4 45,1-11 0,1-5-68,0 8 1,1-3 0,1-1-1,-1 2-288,0 3 0,1 1 1,0-4 256,0 0 0,1-5 0,0-3 0,0 1 0,0 3-451,1 1 1,-1 2 0,1 0-1,0-3 451,0-1 0,0-2 0,0-1 0,1 1 0,-1 3 31,0 1 1,-1 2 0,1 1-1,0-1-22,1-6 0,1-3 0,-1 3 1,0 5-46,1-3 0,0 3 30,-1 2 0,0-3 0,0 6-30,3-11-180,-3 11-719,-5 20-2288,1 1 2873,0 18 1,6 5-1,2 16 1</inkml:trace>
  <inkml:trace contextRef="#ctx0" brushRef="#br1" timeOffset="682131">27344 2321 10321,'-15'-32'1079,"-5"-4"-449,1 6-270,0 3-180,2 14 0,6 30 0,1 27-91,5-8 1,-1 6 0,1-3-566,-1 3 0,0 2 588,-1-2 0,-1 7 1,-2 2-1,1-4-562,0-8 1,1-2-1,-1 0 1,0 1 471,0-1 1,0 0-1,0 1 1,0 1 22,-2 8 0,-1 3 0,0-1 0,1-3-287,0 2 0,1-3 0,0 0 264,1-7 1,0 0 0,1-1-1,-1 0 38,-1 8 0,0-1 0,2-6-60,1-10 0,2-3 270,-5 17 180,7-26 515,0 0-605,1-4 1891,1-6-1711,0 0 979,3 0-1519,9-5 90,-2 1-90,31-6 0,-8 1 0,3 0 0,-3 1 0,5-1-414,6 0 1,8 0 0,2 0 0,-1 1 413,-6 0 0,-1 1 0,1 0 0,0-1-337,-5 1 1,-1-1-1,2 1 1,0-1 0,2 1 336,0 0 0,2 0 0,0 1 0,1-1 0,0 1 0,-2 0 0,4 0 0,-2 0 0,0 1 0,0-1 0,2 1 0,-2-1 0,1 1 0,0-1 0,1 0 0,-1 1 0,-2-1 0,6 1 0,1 0 0,-2-1 0,-3 1 0,-3 0 0,2 0 0,-4 1 0,-3-1 0,8 0 0,-5 0-711,-2 0 800,-5-1-89,-4 0 90,-21 1 1068,5 0-1158,-6 0 1865,5 2-1775,-4 0 1834,5 0-1475,-7-2 91,0-1-360,-2-2 180,2-6-270,-2-1 90,5-20-91,-3-3 1,-1-3-45,-1 9 0,-1-2-260,2-13 0,-1-8 0,-1 1 215,-1 7 0,-2 1 0,1-1-372,0 0 1,0 0 0,-1-2 348,0 1 1,0-3 0,0 0-1,-1 3-7,0-5 0,0 3 0,-1 0 30,1 0 0,0 1 0,0-2-23,-1 7 1,0-2 0,-1 1-1,1 2-7,0-1 0,0 2 0,-1 1 30,1-11 0,-1 2 0,1-7 0,0 6-90,-2 6 90,1 2-89,-2 1-1,1 15 90,-1-1-180,0 3 660,0 10-480,-6 1-90,-28 9 90,2 0 0,-5 1-158,-3 1 0,-4-1 1,-5 1 157,12-1 0,-4-1 0,-3 1 0,1 0 0,0-1 0,3 1-589,-7-1 0,3 1 0,-1-1 0,-6 0 589,11 0 0,-4 0 0,-3 1 0,-2-1 0,0 0 0,-1 0 0,1 0 0,2 0-243,2-1 1,1 1 0,1 0 0,-1-1 0,0 1 0,0-1 0,0 1 0,-1 0 222,2 0 0,0 0 0,0 0 0,0 0 0,-1 0 0,0 0 0,0 1 0,1-1 0,-1 0-70,0 0 0,-1 0 0,0 0 0,-1 0 0,1 0 0,1 0 0,2 0 1,2 1-1,3-1-136,-9 1 0,3-1 0,3 1 0,2 0 0,1 0-494,-14 2 1,3 1-1,9-1-2248,-6 1 3164,33 6 0,21-12 0,11 1 0</inkml:trace>
  <inkml:trace contextRef="#ctx0" brushRef="#br1" timeOffset="683947">28429 2544 8252,'-7'-6'990,"1"1"-451,3 1 451,-1 0-720,4-3 179,3 1-179,5-2 0,14-4 0,16 0-225,-14 5 0,1 0-45,18-2 45,-16 4 0,1 2 45,11 0-90,1 1 0,2 3 90,-19 11-90,-3-2 90,-11 24-90,-23 13 0,0-3 45,-3-6 0,-3 2-45,0-6 0,0 0 45,0 2 0,-2 0-1684,-3 3 1,1-5 1613,0-4 25,-4 1 179,15-20-179,1 1 360,2-2-360,17-11 0,8 0 90,3-3 3186,9-1-3160,-7 8-116,0-1 0,8 16 0,-5 24 135,-13-3 0,-4 6 90,-3 3 0,-8 3-82,-6-6 1,-7 1 0,-2-2 66,-3-7 0,-3-3 0,-2-2-60,-1 1 0,-1-2 0,-2-3-60,2-6 0,0-4 0,1-1-45,3-3 0,1-2 44,-3-2 1,1-4-629,-14-6 179,6 1-1619,-5-15-1298,28-6 2972,2-6 0,15-3 0,7 3 0</inkml:trace>
  <inkml:trace contextRef="#ctx0" brushRef="#br1" timeOffset="687848">24636 2475 9871,'8'-8'-1439,"-1"2"1439,-3 2 0,-1 1 270,4-2 0,-3 1 899,4-3 270,-4 3-1169,-16 20 90,-13 17-270,-4 7 0,8-12 0,0 2-1209,-3 12 0,1 1 1119,7-13 0,-1 1 30,1 2 0,-2 3 0,2 1-794,4-1 0,1 1 1,1-3 763,-1 1 0,0 0 0,1 1 0,0 3 0,2-4-315,3-5 1,1-4 404,-2 16-90,4 7 90,12-20-90,-3-9 1534,18 8-1444,1-22-45,-1-6 0,1-1 45,10-5 1415,-4-5 1,0-3-1506,8-15 801,-9 4 0,0-3-756,-7 4 0,-3-1 0,3-8 0,-4 1 45,0-2-45,-10 10 0,-1 1 135,-2-8-90,-3-1-90,-10-6 90,-19 14-90,-15 2 0,7 14 0,-2 3 0,-1 2 0,0 1 0,0 1 0,1 2 0,7-1 0,3 0-90,-6 1 90,12-2 0,18-3 0,15-5 0,21-2 0,-3 2 0,3 1 0,0 1 0,1 2-45,5 0 0,-1 2 45,-7 4 0,-3 5 0,-3 9 0,-5 6 0,-9 1 0,-4 5 45,-6 19 0,-8 3-45,-10-3 0,-6-1 0,4-12 0,-2-1 0,-4-1 30,-7-2 0,-3-2 0,1-5-328,2-1 1,0-5 297,-8 2 0,0-5 0,8-11 0,2-4 90,0-1 0,1-3-45,-8-5 0,3-5 0,8-9 0,6-3-45,-6-13 30,20 7 0,3-7 0,3 6-194,2 9 0,1 1 164,3-11 0,2-5 0,4 2 0,5 1 0,4 2 0,-1 1-677,0-4 0,2-1 677,2 1 0,4-2 0,0 1 0,-2 6 0,1 2 0,-2 2 0,3-5 0,0 0 193,0 2 1,3-1 0,-2 1-164,-5 6 0,0 3 0,-3 1-30,2-2 0,-2 1 0,12-10 0,-2 3 90,-8 3-90,-6 8 90,3-6-180,-9 12 297,-4 3-926,2-2-2558,-6 9 3164,0 6 0,-5 1 0,-2 6 0</inkml:trace>
  <inkml:trace contextRef="#ctx0" brushRef="#br1" timeOffset="689033">21858 4922 8432,'7'-31'1439,"-2"1"-269,-1 10-900,-3 5 539,2-9-179,-1 14 89,1-6-629,1 17 135,4 29 0,-2 14-105,-3-6 0,0 4 0,-1 7-417,-1-9 0,0 6 1,0 3-1,0 2 0,-1 1 1,0-1-1,0-3 327,-1 1 0,0-3 0,0 1 0,-1-1 0,1 2 0,-1 1 3,1-1 1,-1 2 0,0 2 0,0 1 0,0-1-1,0-2 1,0-3 0,0-4-12,-1 8 1,1-5-1,-1-2 1,1 0-1,0 2 1,0 0-1,0-1 1,0-5-838,0 11 1,0-7 814,1-12 0,0-1 50,0 10 0,0-6-1399,1-18-1928,-7-65 3271,1 5 1,-1-6 0,2 4 0,-1-4 0,-1-1 0,2 12 0,-1 0 0,1 0 0,-1 0 0</inkml:trace>
  <inkml:trace contextRef="#ctx0" brushRef="#br1" timeOffset="690081">21801 4857 11041,'8'-24'180,"-1"2"629,7 2-449,5 1-180,16 3 0,5 1-180,-13 6 0,3 2-400,8-1 0,7 1 0,5 1 436,-5 2 0,5 1 0,3 0 0,-1 1 0,-4-1-693,-3 0 0,-3 1 1,1-1-1,7 0 667,-11 2 0,4-1 0,3 0 0,2 1 0,2-1 0,0 1 0,-1-1 0,0 1 0,-1 0 1,2 0 0,0 0 0,-1 0 1,0 0-1,0 0 0,1 0 1,1 0-1,1 0-206,-6 0 1,2 0-1,1 0 1,1 0-1,0 0 1,-1 0-1,1 0 1,-1 0-1,-1 0 1,-1 0 204,-1 0 0,0 0 0,-1 1 0,-1-1 0,1 0 0,-1 0 0,0 0 0,-1 0 0,1 0-100,4 0 1,0 0-1,1 0 1,-1 0-1,0 0 1,-2-1 0,-3 1-1,-2 0 180,4 0 0,-4 0 0,-2 0 0,0 0 0,1 0 98,3 0 1,1-1-1,0 1 1,-2 0 0,-3-1 110,10 1 1,-3-1 0,-6 1 105,-6 0 0,-7 0-135,-2 0 1478,-2 2-1478,-10 3 2345,10 14-2525,-1 12-30,-10-2 0,-1 7 0,-2 1-30,-2 3 0,-3 1 0,-1 6-251,-1-3 1,-1 7 0,-2 1 0,0-1 0,0-4 220,-1-4 0,0-4 0,-1 0 0,-1 3 18,-1 2 0,-1 2 0,-1 1 0,1 1 0,0-2-101,0 0 1,1 0 0,0-1 0,0 0 0,0-2 104,0 2 1,1-2-1,-1 0 1,1 4-306,1-3 1,-1 4-1,1 1 1,0 0-1,1-4 1,1-6 282,0-1 0,0-6 0,2 2 30,-1 15 0,1 2 0,0-9-30,2-1 0,-1-4 0,0 0 90,2 2-90,-2-1 1875,0-5-1605,-1-15 1369,0-1-1369,0-1 3006,-1-8-2710,0 2-387,-2-3-89,-4-1 0,-11-2 0,-13-3-90,4 1 0,-23-4 0,2 0 0,22 1 0,-2 0-393,-19-1 0,-6 0 393,15 1 0,-3-1 0,-2 1 0,-3 0-443,3-1 1,-2 1-1,-3-1 1,-2 1-1,-1-1 1,-1 1 442,7 0 0,-1 0 0,-2 0 0,-1 0 0,-1 0 0,0 1 0,0-1 0,-1 0 0,1 0-217,4 1 1,-1-1 0,0 1 0,1-1 0,-2 1-1,1-1 1,-1 1 0,0-1 0,-1 1 0,-1 0 223,3 0 1,-2-1-1,-2 1 1,0 0-1,0 0 1,-1 0-1,1 0 1,1 1-1,0-1 1,2 0-1,2 0 1,2 1-193,-11-1 0,4 0 1,2 1-1,1-1 0,0 1 1,0 0-1,-2-1 185,1 1 0,-2-1 0,-1 1 0,1-1 0,0 1 0,1 0 0,3-1 0,4 1-157,-4-1 1,2 1 0,4 0-1,1-1 1,1 1 156,-13-1 0,4 1 0,-1 0-45,9-1 0,-2 0 0,3 1 0,6-1 161,-16 0-386,15 1 875,2 0-2674,20 0 2884,-1 1-4092,-10-2 3671,11 1-394,-12-2 0,16 0 0,-3 0 0</inkml:trace>
  <inkml:trace contextRef="#ctx0" brushRef="#br1" timeOffset="703232">24234 1218 9871,'1'-16'2249,"2"2"-1439,0-3 89,0 3-629,0 5-90,-3 16 0,-3 40-90,0-12 0,0 4-60,1-5 0,-1 1 0,1 1-210,-2 12 0,1-2-180,1-8 0,1-3-809,1-8 0,3-4 1169,7-1 0,3-15 0,5-12 0</inkml:trace>
  <inkml:trace contextRef="#ctx0" brushRef="#br1" timeOffset="703482">24456 1176 10501,'7'-26'720,"-2"7"-541,-2 21 181,-2 18-180,2 10 0,0 8-45,2 7 0,0 4-105,-1-14 0,1 0 0,-1-1-30,2 8 0,1-3-360,2 0 0,2-5-1888,2-4 2248,-2-6 0,2-1 0,8-2 0,3-3 0</inkml:trace>
  <inkml:trace contextRef="#ctx0" brushRef="#br1" timeOffset="704248">28109 1265 11041,'14'-4'2698,"-5"2"-1169,1-1-1259,-22 20-180,-2 1 0,-9 7 0,-1 9-90,12-6 90,0 0-90,10 11 90,16-5-90,-1-10 0,4 1 0,1-1 0,2 0 0,4 1 0,-1-1 0,8 13-90,-9 5-90,-26-10-540,-31 4 361,5-16-361,-1-7 0,-3-4-2557,-8-3 2679,-2 0 1,6-6 0,18-2 0</inkml:trace>
  <inkml:trace contextRef="#ctx0" brushRef="#br1" timeOffset="704481">28159 1253 12570,'0'-11'1079,"1"-2"-899,1 8 360,20-5-405,2 6 0,2 2-45,22-6-405,-1 3 0,2-1-1035,-11-2 1,-2 0-44,2 1 1,0-1 1392,2-3 0,-3-1 0,2-4 0,-15 6 0,1 0 0</inkml:trace>
  <inkml:trace contextRef="#ctx0" brushRef="#br1" timeOffset="704681">28986 1280 11760,'2'12'1350,"0"-2"-811,0 0-269,6 1-360,0-2-3187,10 12 3061,-13-8 1,-3 6 0,-11-7 0</inkml:trace>
  <inkml:trace contextRef="#ctx0" brushRef="#br1" timeOffset="707265">23057 5395 8252,'5'-7'2699,"-1"6"-2519,-2 4 89,1 11 1,-2 4-180,0-2 0,2 9 270,2 12-270,-2 3 0,0-4 0,-1 3-45,0-7 0,-2 2 0,1 12 0,-1 0-45,0-7 0,-1 0 45,0 9 0,0-2-45,0-16 0,0-1 45,0 2 0,0-2-45,1 0 90,-1 0 0,1-13-90,-1-2-3277,1-6 1067,-2-12 2210,1 0 0,-3-13 0,2 4 0</inkml:trace>
  <inkml:trace contextRef="#ctx0" brushRef="#br1" timeOffset="709798">23061 5303 11760,'10'3'540,"4"0"-360,4-1-90,-1-1 0,9 0 90,16-1-90,-10-1-45,10 0 0,4 1 44,-4-1 1,1 0-60,-10 1 0,2 0 0,0 0-1123,5 0 1,1 1 0,-4-1 650,-4 1 0,-3-1 487,9 2 0,0-1-244,-5-1 0,-3-1 199,16 2 45,-13-2 0,0 1-45,7-2 0,-10 1 0,12 0 90,-21 0 2680,3 0-2770,-8 0 1879,-5 1-1879,-1 0 0,1-1 0,0 1 0,2 0 0,-7 0 0,4 0 90,3 0-90,-2 1 0,6-1 0,1 1 0,-2-1 0,2-1 0,-5 1 0,3-1 0,0 1 0,-3 1 0,7-2 90,-13 2 0,10-1 0,-10 1-90,3-1 90,-4 0 540,2 1-361,-2-2 361,2 3-540,-4-1-90,-3 3 0,-3 15 0,-1-5 0,-1 19 45,-2 2 0,-1 1-45,0 10 0,-2 0 0,-1 3 0,2-8 0,1-3 0,1-10 0,1 0 0,-3 12 0,2 1 45,2-9 0,2-3-45,-2 10 0,1-9 0,2-1 0,0 8 0,1-12 0,0 12 0,1-12 0,0-7 0,0 8 90,0-16-180,1 10 90,-1-8 90,1 2-180,-2-5 180,0-2-90,0-2 0,0 0 0,0 0 0,0 0 0,1 0 0,0 0 0,-1-1 0,1 1 0,1 3 0,-1-3 0,0 4 0,0-4 0,-1 0 0,1 0 809,0-1-809,-7-2 0,1-1 90,-22-3-90,12 0 0,-24-2 0,1-1 0,-3 1 0,14 0 0,-2 1-145,-9-2 1,-5 0 0,-3 0 144,3 1 0,-2-1 0,0 1 0,3-1-283,4 2 0,2-1 1,-2 0 282,-7 0 0,-5-1 0,1 1 0,4 0 0,7 0 0,3 2 0,2-1-45,-3 0 0,0 0 45,-13-1 0,3 1 0,-3 1 0,14 0-90,-12 1-90,6 0 576,7 1-576,4 0 0,1 0 91,5-1 614,-4 2-1784,10-2 1259,5 1 0,-1-1 0,7 1 0</inkml:trace>
  <inkml:trace contextRef="#ctx0" brushRef="#br1" timeOffset="710381">23520 5363 10231,'-6'-14'360,"1"1"989,2 7-944,5 28 0,2 16-2044,-2-6 1,0 2 1465,3 12 1,-1 2 262,-2-10 0,0 1 0,-1-3-415,0 8 0,0-3 370,0 2 0,0 0 45,0 4 0,0-2 0,1-14 0,-1-2-90,1 20-135,0-22 0,0-3-584,0-4 359,0 0-637,3-8 997,2-16 0,4-4 0,1-9 0</inkml:trace>
  <inkml:trace contextRef="#ctx0" brushRef="#br1" timeOffset="710748">23846 5478 10321,'1'-15'630,"-1"1"269,1 3-449,-1 2 0,1 1-1,1 26-314,-2 5 0,0 4-45,1 15 0,0 3-318,-1-5 1,-1 0 287,1-3 0,0 3 0,0-2 30,-1 5 0,1-1-90,0 0 0,1 1 45,-1 4 0,2-2-1684,0-14 1,1-1 1356,-1-5 0,0 0-168,0 2 0,1-3-2827,0-8 2814,0 0 1,-1-8-1,-1-8 1</inkml:trace>
  <inkml:trace contextRef="#ctx0" brushRef="#br1" timeOffset="711215">24064 5358 10501,'2'-12'989,"0"0"181,0 3-900,2 16 269,-2 33-449,1-1 90,-1 7 0,-1 5-90,0-7 0,-1 1-716,1 2 1,0 4 0,0-4 625,-1 1 0,0 0 30,1-4 0,-1 3 0,1-6-2,1-6 1,-1-3 16,1 3 0,-1 0-180,2 2 0,0-4-405,2 2 540,2 11 0,-4-27 0,0-9 0</inkml:trace>
  <inkml:trace contextRef="#ctx0" brushRef="#br1" timeOffset="711831">23132 5590 10501,'-17'2'-540,"3"0"1260,8 2-450,5 1 719,19 3-719,0-2-90,8-2 0,7-1-1,0-3 1,5 0 0,3-2 0,-1 1-638,-1 0 0,0 1 0,2-1 1,3 0 501,0 0 1,5-1 0,1-1 0,1 1 0,-3 0 0,-4 0-23,-2 0 1,-4 0 0,0 0-1,1-1 0,8 1 1,2-1 0,-1-1-1,-4 1 38,-6 0 0,-4 0 0,-2 1-60,6-1 0,-1-1 250,7 1 0,-6-1-3527,-16 2 2949,-18 3 0,-12 0 1,-26 5-1</inkml:trace>
  <inkml:trace contextRef="#ctx0" brushRef="#br1" timeOffset="712265">23238 5799 10321,'7'2'2159,"-4"0"-1799,46 0-225,-14-1 0,6 0-68,-7-1 0,5 0 1,2 0-1,-1 0-472,1 0 0,-1-1 0,2 1 0,1 0 440,-1-1 1,2 0 0,1-1 0,-2 1 0,-4 0-6,3-1 0,-3 1 0,0-1-30,4-1 0,0 1 0,-4-1 244,0-1 1,-3 0-245,-5 0 0,0 0-315,4 0 1,-5 0-2963,-8 0 2679,-18 5 1,-28 3-1,-15 3 1</inkml:trace>
  <inkml:trace contextRef="#ctx0" brushRef="#br1" timeOffset="712698">23135 6008 10051,'-12'0'2339,"19"1"-1709,34 0-451,3-1 1,8 0-90,-12-1 0,4 0 0,2 0 0,0 0-518,1-1 1,0 1 0,2 0 0,1-1 457,-9 1 0,3 0 0,0 0 0,0-1 0,0 1 0,-3-1 15,7 0 0,-2-1 0,-1 0 0,2 1-22,-7-1 0,2 1 0,0-1 0,-2 1 1,-5-1 6,2-1 0,-5-1 0,0 1-275,16-2 1,-8-1 244,-14 1 0,-17 7 0,-16 4 0</inkml:trace>
  <inkml:trace contextRef="#ctx0" brushRef="#br2" timeOffset="724481">22831 5216 6633,'-7'-11'810,"1"3"-361,3 0 1,1 3 270,-1 0 179,2-1 91,-1 0-1,3 0 1260,-2-1-1979,3 21 0,-1-2-180,0 13 269,2 7-89,-1-1-180,0 0 45,-1-5 0,0 0 45,0 2-45,-2 6 0,-1-1-135,0-5 90,-5 19 90,1-17-180,2-9 0,-3 12 90,0-3-90,3-7 89,-4 21-89,5-29 0,0 13 0,0-10 0,2-3 0,-2 6 0,1-4 0,1-5 0,0 4 90,0 0-90,1-4 0,0 8 90,0-10-90,0 0 0,-1-3 0,0 0 0,1-1 90,-2-1-90,2 2 0,-2-2 0,1 1 0,0 0 0,-1-2 0,-1 0 180,1 0-90,3 0-90,4-4 0,9-1 0,1-4 0,0 2 0,3 0 0,-4 1 0,1 2 90,7-3-90,-1 3 0,0-1 0,12 0 0,-17 1 90,20-1-90,-19 2 0,18 0 0,-11 0 0,0 0 0,5 0 0,-9 0 0,1 0 0,4 0 0,-1 0 0,-5 0 0,10 1 0,-11-2 0,1 1 0,6 0 0,0-1 90,4 0-180,-5 0 90,1 1 0,-15-2 0,14 2 0,-6-2 0,-1 2 0,12-1 90,-14 0-180,16 1 90,-17 0 0,9 0 0,-8 0 0,2 0 0,1-1 90,-1 1-180,-1 0 90,3 0 0,3 1 0,-5-1 90,5 0-90,-5 0 0,-3 0 0,-1 0 0,-7-1 0,0 1-90,-1 0 180,0 1 0,1-3-90,-1-1 90,-1-3 90,2-7-90,-4 5 0,3-10-90,0-7 0,-1 6 0,3-25 0,-1 4 45,-2 6 0,2-4-90,1-10 0,2-3 45,-1 12 0,1 0 0,0-1-125,0 1 1,0-1 0,1 2 124,0 1 0,1 0 0,-1 3 0,2-3 0,-1 1 0,0-1 0,0 4 0,-1-3 0,2-1 0,-5 12 0,-2 7-90,1-8 90,-4 16 0,0-2 373,0 5-373,-2 0-90,1-1 90,-6 8 0,2-1-90,-9 10 90,7-6 90,-4 3-90,-5-1 0,6-2 0,-14 3-90,-5-1 90,8-1 0,-17 1 0,-6 0 0,13-3 45,-3 1 0,-2-1-45,0-2 0,1 0 0,-1 1 0,-1 0 0,1-1 0,0-1-45,-6 1 0,3 1 45,1-2 0,-1 1 0,-2 0 0,9-2 0,3 1 0,-16 0 0,13-1 0,-1 0 0,-16 0 0,11-1 0,11 1 0,-2 0 0,1 0 0,2-1 0,-10 0 0,7 1 0,-1-1-90,-10-1 180,10 2-180,-12-2 90,14 1 0,8 0 0,-3-1 0,6 2 0,6 0 0,-6-1 0,8 1 0,0 1-3277,-1-1 2702,15-1 0,-3 0 0,14-2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6:59:19.89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779 18356 10501,'8'-3'2339,"9"-3"-2339,12 8 45,6-5 0,2-1-45,7 1-586,-3 1 1,8-2-1,2 2 586,-11 0 0,0 1 0,2 0 0,1 0-182,-4 0 1,0-1 0,2 1 0,0 0 0,1 0 181,4 0 0,2 1 0,0 0 0,-2 0 0,-4 0 0,3-1 0,-4 1 0,0 0 0,4 0 0,0 1 0,-5 0 171,-10-2 0,-4 1-171,3 0 0,-3 0 0,13-1 0,-17 1 180,6-1 639,-6 0-639,10 0 1164,-11 0-1254,0 0 337,1-1-427,-12 2 0,3 0 180,0 0-90,-6 0 360,6 1 0,-5-1-450,2-1 0,-7 1 0,1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7:00:34.91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14503 5808 8702,'-11'-9'2429,"2"2"-1620,3 2-359,2 1 270,-1 2 179,0-1-539,-1 2-270,24 0 0,22 0 0,3 1-90,-8-1 0,3 1 60,-4 0 0,3 0 0,-3 1-326,4-1 0,1 0 296,3 1 0,5-1 0,0 1-1072,2 1 0,0 0 0,-3 0 1042,-12-1 0,-1 0 0,3 0 0,2 1 0,3 1 0,3 0 0,0 0 0,-2 0-516,7 0 1,-1 1 0,0 0 0,-2 0 515,-6-1 0,-1 1 0,1-1 0,1 1-104,1-1 0,1 0 0,2 0 1,-1 1-1,-2-1 104,4 0 0,-1 0 0,-1 1 0,-2-1 0,3-1 0,-4 1 0,4 0 0,0 0 0,4 1 0,-1 0 0,-2-1 0,1 0 0,-2 0 0,-3 0 0,7 1 0,0 0 0,-5-1 0,2 0 0,0 0 0,-3 0 0,-1 1 0,-3-1 0,1 1 0,2-1 0,0 0 0,4 1 0,-3-1 0,0 0 0,-4 0 0,-10 0 0,1 0 0,11 0 0,1 0 0,-11-1 0,-1 0 0,16 2 102,-10-2 0,1-1-102,9 2 0,4-1 0,-13 1 1950,-8-2-1950,-11 0 2916,0-1-2826,1 0 1437,-7 0-1257,8-1-270,-8 1 90,5-1-180,-7 0-809,0 0 899,-2 0 0,-4 1 0,-2-1 0</inkml:trace>
  <inkml:trace contextRef="#ctx0" brushRef="#br0" timeOffset="8633">14529 3787 10861,'8'-7'2069,"-1"0"-1350,-3 4-269,0-1-270,-1 7 90,-1 7-135,-8 13 0,-4 6-46,-7 8 1,-5 5-45,4-10 0,-3 3 0,-1 1 0,1-3-267,1-1 0,0-2 1,-1 1 221,-9 10 0,-1 1 0,3-5 45,8-11 0,1-2-45,0 2 0,2-2 0,-9 10 90,22-24-90,24-12 0,9-11 0,1-2 0,3-1 45,-7 2 0,-1 2-45,18-10 0,3 6 0,-1 7-45,-19 3 0,2 1 45,6-1 0,-3 1 0,5-1 755,8-4-755,-22 1 0,0 0 90,0-5 270,-8 2 0,-1 0 0,-3 2-181,-17 31-179,-11 24 45,9-21 0,0 2-278,-6 19 1,1 3 277,6-10 0,2-1-45,-1-1 0,1 0 45,2 8 0,4-3-45,4-2-450,0-13 0,2-2-809,2-3 269,2-11-2287,5-30 2655,-3 0 0,0-1 0,1-2 1,7-15-1</inkml:trace>
  <inkml:trace contextRef="#ctx0" brushRef="#br0" timeOffset="8866">15210 4178 11940,'8'-11'3276,"1"-4"-1695,-4 7-321,3-5-361,-5 5-449,4-1-1440,0 1-2287,9 9 0,-4 8 2457,1 2 1,-10 13 0,-3-3 0</inkml:trace>
  <inkml:trace contextRef="#ctx0" brushRef="#br0" timeOffset="9100">15324 4553 14908,'-14'-6'674,"2"-1"1,13-6 0,3-3 0</inkml:trace>
  <inkml:trace contextRef="#ctx0" brushRef="#br0" timeOffset="9717">15933 3950 11760,'2'-18'2879,"-1"2"-1260,-3-5-810,-5 7-539,0 2 270,-15 5-1,-11 13-449,9 1 0,0 3-180,0 3 0,2 3 1,-10 12-91,20 1-450,19 3 360,6-7 0,18 2 180,-10-18 0,9-9 0,-4-11 90,-7 2 0,8-8-89,-8 2-1,-7 6 90,6 0 0,-6 27 0,-3-2 0,-1 11 0,-2 6-45,-4 1 0,-1 1-1594,0 15 1,-1 0 1535,0-13 1,-1-2 57,-2 5 0,-1-3-865,-5-2 910,0 1 0,-11-4 0,-6-18 90,1 1-90,-16-9-360,0-11 90,9 0 1278,-8-12-4285,36-2 168,-3 0 3109,17-2 0,7 2 0,5 0 0</inkml:trace>
  <inkml:trace contextRef="#ctx0" brushRef="#br0" timeOffset="10700">17877 3925 10951,'-3'-14'1619,"0"4"-900,2 2 181,0 3 359,2-1-539,1 1-450,0 1-180,1-1 179,-1-3-179,1-1 0,0 0 90,0 1 0,-2 2-90,-6 7-90,-11 13 0,-2 4 45,-2 7 0,-2 5-45,2 1 0,0 1 0,1-2 0,1 3 30,1 3 0,1 3 0,2-3-426,4-1 1,2-2 395,-3 7 0,1 0-90,6-8 0,3-2-90,8 2 180,-2 0-90,13-3-89,7-16 179,8-5-45,-8-8 0,-1-4 45,5-4 700,12-10-700,-22 4 0,-1-1 0,-1-5 90,-9 4 0,-2-5 0,-6-4 0,-3 9 0,-9-7 0,-7 6-90,-5-2 0,-18 4-180,2 9-720,9 9 1,0 2-2069,-11 4 2968,-2 6 0,26-6 0,9-2 0</inkml:trace>
  <inkml:trace contextRef="#ctx0" brushRef="#br0" timeOffset="11100">17255 3875 11760,'-7'-23'1889,"2"6"-719,3-3-541,5 32-449,-1 14 0,0 4-135,1-6 0,0 3-138,-1 9 1,-1 6 0,0-3 182,2 5 0,-1-3-46,0 2 1,1-1-45,1 9 0,1-3-225,0-21 1,0-2 134,-1 3 0,2-1-1259,15 17 629,-10-29-2557,24 11 438,-17-18 2839,14 2 0,-4-7 0,3-2 0</inkml:trace>
  <inkml:trace contextRef="#ctx0" brushRef="#br0" timeOffset="11417">18512 4047 12030,'-4'-12'2789,"1"2"-2070,-1 1 91,3 2-3149,-2-2-359,3 12 2698,-2 0 0,1 9 0,0-2 0</inkml:trace>
  <inkml:trace contextRef="#ctx0" brushRef="#br0" timeOffset="11683">18400 4422 15538,'4'10'720,"-1"-2"-720,-1-2 0,2-10 0,2 0 0</inkml:trace>
  <inkml:trace contextRef="#ctx0" brushRef="#br0" timeOffset="12016">18908 3867 12120,'7'-16'2339,"-2"5"-1350,0 2 1,-2 4-810,-2 12 269,-1 27-314,-2-6 0,0 5-135,-3 6 0,0 5 0,0-3-225,-1 4 0,0 0-615,-1 0 1,-2 2 0,2-5-800,3-11 1,0-3 1224,-1 5 0,1-2 0,4 4 0,1-9 0</inkml:trace>
  <inkml:trace contextRef="#ctx0" brushRef="#br0" timeOffset="12532">16813 4742 11850,'-30'-2'1349,"6"1"-89,0-2-990,25 2 269,39-1 1,18 3-450,-23 0 0,5-1-336,-7 0 1,7 0 0,4 0 0,2 0 0,1 0 0,-1 0 335,3 0 0,1-1 0,1 1 0,-1 0 0,1 0 0,-2 0-471,-5-1 0,-2 1 0,0 0 1,0 0-1,2 0 0,1 0 406,2-1 1,3 1 0,1 0 0,0-1-1,0 1 1,-1 0 0,-2 0 19,-1 0 0,0 0 0,-2 0 0,0 1 0,-2-1 0,-1 0-316,7 0 1,-3 0 0,1 0 0,2 0 285,-4 0 0,4 0 0,2 1 0,-2-1 0,-4 0 0,-7 0 52,10-1 1,-4 1-8,-5 0 0,1-1 0,-4 0 240,-6 1 1,-4-1-1560,9 0 1941,-17 1 1,-10-1-1,-6 2 1</inkml:trace>
  <inkml:trace contextRef="#ctx0" brushRef="#br0" timeOffset="13398">14585 4804 10681,'-8'-2'1079,"-5"-3"91,1 1-901,-2-2 181,3 2 720,2 0-721,24 1-209,14 1 0,13 1 0,3 0-740,-2-1 1,4 2 0,3-1-1,4 0 556,-12 0 0,2 1 0,4-1 1,1 0-1,1 0 0,0 0 1,0 1-1,-2-1-23,-2 0 1,-1 1 0,0-1 0,0 1 0,0-1-1,1 1 1,1-1 0,1 0-16,-3 0 0,2 0 0,1 0 0,1 0 0,0 0 0,0-1 0,0 1 0,-3 0 0,-1 0 0,-2 0 12,9-1 0,-3 1 0,-2 1 0,0-1 0,-1 0 0,0-1 15,1 0 0,1 0 0,0 0 0,-3 0 0,-2 0 0,-6 0 14,1 0 1,-5 1 0,-2-2-195,4-1 1,-6-1-226,-7 1 360,-4-1 0,-14 4 0,1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7:01:34.96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3308 1062 9512,'7'-16'1349,"-1"3"-540,-4 1 271,-1 4-990,-2 28 0,-2 14-45,1-5 0,0 3-214,-1 6 0,0 3 0,0 1 199,0 1 0,1-1 0,-1-2-30,-1 3 0,1-1 30,-1-3 0,1 2 0,0-3-30,-2-1 0,1-1-90,0 1 0,1-2 118,-1-8 0,1-4-28,2-1 0,0-26 0,2-1 0</inkml:trace>
  <inkml:trace contextRef="#ctx0" brushRef="#br0" timeOffset="550">3208 1109 10411,'1'-10'0,"1"1"90,1 2 180,7-7-90,12-3-45,2 3 0,4 1-90,2 0 0,0 2-45,-2 1 0,0 2 44,4 3 1,-2 2 45,9 6 0,0 2-90,-2 17 180,-33 19-180,-8-13 0,-6 2 45,-16 12 0,-6-3-45,9-12 0,-2-2-127,-12 5 0,3-6 127,9-8 0,-14 9 90,24-16-90,-11 8 0,17-11-90,17-1 90,-3-2 0,20-1 0,-15 1 254,13 12-254,-11-3 90,16 28-90,-15-15 0,1 6 0,-1 1 0,0 2 0,-2-5 0,0 0 0,5 10 0,3 1 0,-5-16 0,0-1 0,4 3 0,4 1-360,-5-14 1,-4-5-2160,16-1 1350,-15-7 1169,9-1 0,-5-7 0,1-2 0</inkml:trace>
  <inkml:trace contextRef="#ctx0" brushRef="#br0" timeOffset="1007">4055 1305 9871,'2'-14'1350,"-1"3"-631,-2 3-89,-1 2 359,0 1-629,-10 12-90,0 14-90,-5 8-90,6-3 0,1 1 0,-2 9 0,1 3 0,1 1-1,1-1 1,3 3 0,2-2-90,4-8 45,2-4 0,1-2-45,4-2 0,11 9 0,11-10-90,-3-7 90,8-5 0,-8-14 0,-1-3 0,9-4-45,2-5 0,0-5 45,-14 1 0,-1-3-435,4-8 1,-1-4 434,-7-1 0,-4-2 0,-5-3 0,-4 2 0,-3 8 0,-5 1 0,-6-6 0,-5 2-15,-1 11 1,-3 2 14,-8-3 0,-1 3 0,5 6 0,-2 4 0,-15 7 0,0 4-90,-3 6-135,4 3 0,2 6-810,14 8 1,4 2-1035,-11 8 2069,19-5 0,8 0 0,15-5 0,6 8 0</inkml:trace>
  <inkml:trace contextRef="#ctx0" brushRef="#br0" timeOffset="1350">4871 1104 11850,'1'-12'450,"-1"1"449,1 5 181,-2 0-900,1 37-180,1-9 90,0 13 0,0 4-45,1-8 0,-1 0-45,1 9 0,0 1-1111,0 1 1,0-1 1155,-1-9 0,1 0-45,-1 5 0,-1 1-135,2-7 0,-1-1 0,0-3 0,0-1-360,1 2 1,-1-3-406,2-5 900,7 12 0,-1-18 0,5 7 0</inkml:trace>
  <inkml:trace contextRef="#ctx0" brushRef="#br0" timeOffset="1733">6102 1370 11670,'-4'-10'1619,"0"-1"-629,2 6 449,0-2-1169,8 37 0,-3 10-540,1-11 1,0 4 359,-5 12 0,-1 7 0,-1-5-90,1-11 0,-1 0 22,0 1 1,-1 5-1,-1 1 1,0-2-1116,-2 1 1,-1-1 0,1-3 965,0 7 0,-1-1-8,-2 7 0,1-6-674,3-9-1260,2-6 2069,1-8 0,6-17 0,4-17 0</inkml:trace>
  <inkml:trace contextRef="#ctx0" brushRef="#br0" timeOffset="2050">6220 1254 11670,'2'-15'90,"-1"4"0,0 2 450,0 4-270,13 5-180,-3 0 0,11 6 0,-6-2 90,19 5-91,8 3-44,-17-5 0,1 1 0,-2 1 0,-1 0-45,7 4 180,-3 10-180,-18-10 90,-3 15-90,-25 0 90,-13 6-90,-4-4 45,11-12 0,-1-2-135,-14 7-405,16-8 1,1 0-46,-5 2-2737,6-1 2927,19-9 0,3-2 0,6-1 0</inkml:trace>
  <inkml:trace contextRef="#ctx0" brushRef="#br0" timeOffset="3207">6821 1395 11670,'8'-15'2069,"0"1"180,-6 8-1889,-12 13-270,4-1 179,-16 22-89,5-2 0,-2 10-180,6-7 90,3 5-90,9-9-180,5 7 90,2-10-90,12 1-89,3-10-1,10-2 90,-5-11 0,0-2 90,6-3 45,-6-4 0,-3-3-135,-4-11 90,0-10 90,-11-5 0,-8 8-90,-9-8 90,-5 11-90,-10-8 0,-3 6 90,8 10-90,12 6 90,17 12 0,6 1 0,10-2-90,0 0 90,1-1 0,18-3 0,-21 3 0,25-3 0,-31 4 0,12-1 0,-18 3 0,0 1 0,-3 2 0,-6 4 0,-2 6 0,-4 7 0,-1-1 0,-3 19 0,4-17 0,-1 20 0,5-21 0,6 20 0,2-14 0,2 5 0,4-6 0,2-10 0,8 4 0,-5-10-89,2-2 89,2-9 0,-10 0 0,13-8 0,-16 2-90,2-15 90,-8 8 90,-2-16-180,-8 7 90,-6-8 0,2 8 0,-8-4 0,2 6 0,0 1-90,-1 0 0,9 10 0,9 0 90,1 6-90,9 0 90,3 1 0,17-5 0,-2 0-327,13-6 282,-20 7 0,2-2-1594,17-13 1,0-2 1634,-12 8 1,0-1 3,-1-3 0,2-2 0,-5-3-862,0-14 1,-4-1 861,-5 13 0,-1-1 0,1-9 0,-3 0 90,-7 2 0,-4 12 162,0-9-72,-3 11 2330,-3 22-2420,0 2-90,-6 46 30,6-17 0,-1 4 0,1-1 1000,-1 3 1,-1 2-1031,1 5 0,-1 3 0,1 0 29,1-9 1,1 0 0,0-3-30,-2 8 0,2 0 0,1-3 0,0 3 0,2-8 0,4 5-72,3-5 1,1-3-19,3-7-359,13 8-901,0-22 631,-4-4-271,4-5 990,2-18 0,-7-3 0,11-13 0</inkml:trace>
  <inkml:trace contextRef="#ctx0" brushRef="#br0" timeOffset="3457">8121 1296 11400,'3'-8'2699,"-1"15"-2519,1 1 90,0 21-90,-2-11-1,1 19 91,1-3-180,1 10 0,-1-10-360,2 4-899,-2-8 539,0-6-359,0-1 989,-3-13 0,-1-2 0,-2 0 0</inkml:trace>
  <inkml:trace contextRef="#ctx0" brushRef="#br0" timeOffset="3707">8225 930 11940,'2'-20'540,"-1"7"1169,0-7-450,-1 6-449,0 2-810,0 0-360,-4 17-719,3 0-271,-1 10 181,2-3-2108,3 2 2904,-1-4 1,3 8-1,0-2 1</inkml:trace>
  <inkml:trace contextRef="#ctx0" brushRef="#br0" timeOffset="4250">8294 1146 11490,'2'8'2069,"0"-2"-1799,2 1 90,2 2-180,1 1 359,6 18-449,-6-9 90,7 25-90,-9-18 45,-1 0 0,0 2-45,-1 16 0,-1-11 0,-1 2-90,-1-7 0,-1 0 0,-1-2 0,0-2 0,-1 14 0,0-19-90,2-3 90,6-21 0,2-9 0,6-13-45,-4 3 0,1-3 45,5-8 0,0-1 0,-3 7 0,0 0 0,6-10 0,-1 2 0,2 4-90,4-2 90,-4 17 0,-5 10 0,2 9 0,-2 10 0,-1 4 0,3 24 0,-9-14 0,0 3 0,-1 0 0,0 12 0,1 4 0,-1-8 0,-3-16-270,5 1-90,-5-13-629,7 4-810,-4-10-1478,11-6 2949,-6-1 1,14-11-1,-5-1 1</inkml:trace>
  <inkml:trace contextRef="#ctx0" brushRef="#br0" timeOffset="4935">9246 1260 11850,'-8'-7'450,"-1"0"0,-3 1-90,0 1 269,-11-3-89,-1 3-90,-8 0 89,-11 4-449,15 3 180,-16 8-90,16 3 0,-13 12-90,15-5-90,-5 16 0,23-20-180,-1 15-90,11-13 0,7 5 90,2-7-269,18 2 269,-5-11 90,8-1 0,-8-7-180,16-14 270,-17 0 0,0-1 0,0 1 0,-1 0 45,-1-3 0,-2-1 135,4-7 90,-4 4-180,3-5 0,-8 13-1,-3 7-89,-5 20 90,-4 6-1696,-5 23 0,-2 4 1651,1-18 0,-1 2-15,-3 14 0,-1 8 0,0-3-453,1-12 0,0-3 0,0 3 453,-2 11 0,-1 2 0,2-2-30,1-10 0,1-3 0,1 2 30,-1 7 0,0 0 0,1-1-341,-1 6 0,2-1 341,1-12 0,1 1 0,-1-2-156,0 8 0,1-4 171,1-11 0,0-2-45,0 3 2061,0-12-2061,-9-31-90,-6-15 90,-5-15 0,4 10 0,-1-2 510,1 3 1,-1 0-481,-2 0 0,-2-1 0,2 2 15,0 1 0,0 1 45,-6-7 0,1 3 90,6 8 1264,0-5-1354,18 8 594,22-3-639,17 8 0,6 2-90,-11 2 0,2 1-428,-2 2 0,3 0 0,-1 0 158,10-3 1,2 0-506,-11 2 1,2 0 0,0-1 0,0 1-274,7-4 1,-2 1 0,1-1 727,4 0 1,0-1 0,-3 0 0,-12 3 0,-1 0 0,-2 1 0,6-4 0,0 0 0</inkml:trace>
  <inkml:trace contextRef="#ctx0" brushRef="#br0" timeOffset="5133">10236 1547 13379,'1'8'1619,"1"-1"-1888,1-3-2610,1 0 990,-5 1 1889,-10-1 0,-16 0 0,-9-2 0</inkml:trace>
  <inkml:trace contextRef="#ctx0" brushRef="#br0" timeOffset="5773">3856 1776 11131,'-46'-3'-90,"13"2"314,7 0 1,1 0 315,-7-1-270,1 1 450,-1 0-361,15 1-179,-3 0 1080,7 0-991,16 4 1,1-1 450,35 4-450,-6-3 0,5-1-685,4 0 0,4-1 0,3 1 505,-9-1 0,2 0 0,2 0 0,1 0 0,2-1-435,-4 0 1,1 0-1,1 0 1,1 0-1,2 0 1,0 0 0,1 0 374,-4 0 0,2 0 0,1 0 0,0 0 0,1 0 0,0 0 0,0 0 0,-1 0 0,-1 0-240,1-1 1,0 1 0,-1 0 0,-1-1 0,1 1-1,1-1 1,1 1 0,2 0 225,-5-1 0,1 1 1,1 0-1,2 0 1,0 0-1,0 0 0,0 0 1,0 0-1,0 0 1,-1 0-1,-2 1-122,0-1 0,0 0 0,-2 1 0,0-1 0,0 1 0,0-1 0,0 1 0,1 0 0,0-1 1,2 1 119,-1-1 1,0 1 0,1-1 0,1 0 0,0 1 0,0-1 0,1 1 0,0-1 0,-1 1 0,1-1 0,-1 1 0,-1 0-46,0-1 1,0 1 0,1 0-1,-1 0 1,1 0 0,-1 0 0,0 0-1,-1 0 1,0 0 0,-1 0 0,-1 0-1,0 0 31,5 0 0,-1 0 0,-2 0 0,0 1 0,0-1 0,-1 0 0,1 0 0,-1 0 0,2 0 10,2 0 0,1 1 0,0-1 0,0 0 0,1 0 0,-2 0 0,0 1 0,-2-1 0,-2 0 2,1 0 1,-2 0 0,-2-1 0,-1 1 0,1 0 0,0 0 0,2 0 18,-2-1 0,1 1 0,0 0 0,1-1 0,0 1 1,-1-1-1,-1 1 0,-1-1-16,7 0 0,0 0 0,-2 0 0,0 0 0,-3 0 0,-1-1-15,7 2 0,-2-1 0,-2 0 0,-1 0 135,1 0 0,0-1 0,-3 0 0,-6 0-1,-4 1 1,-2-1 90,14 1 0,-2-2 1288,-3 1-1333,-12 1 1396,0-1-1396,-21 0 2132,3 1-2851,-2-2 2060,2 0-4798,-1 0 2457,-28-1 1,-4-2 0,-26-1 0</inkml:trace>
  <inkml:trace contextRef="#ctx0" brushRef="#br0" timeOffset="9717">4440 2449 8432,'3'-9'540,"-1"-1"-180,-2 4 89,0-1 91,0 1-270,2 17-180,-2 5 90,0 30-60,-4-13 0,-2 4 0,1-1-550,0 0 0,-2 1 475,0 1 0,-1 5 0,-1 1 0,0-5 15,-1-2 0,1-4 0,0 1-60,-1 6 0,-1 1 0,1-2 45,-4 10 0,2-4 0,3-12 0,1-4-45,-1 8 90,1 3 0,5-28 90,3 6-90,2-13 269,20-3-89,12-10-180,3-1 385,-4-1 0,3 0-430,-4 2 0,0 1-1,1-2 1,1 1-878,13 1 0,-2 1 923,-6 2-90,-4 2 0,2 0 45,1 4 0,-1 0-90,-7 0 0,0 0-180,11 2 0,-4-1-45,-9 0-989,-8-2 1259,-13-5 0,-4-2 0,1-4 0</inkml:trace>
  <inkml:trace contextRef="#ctx0" brushRef="#br0" timeOffset="10100">4969 3074 10051,'-8'-6'360,"-2"0"360,2 2 89,-1 1-449,22 16-270,-5-6 90,26 20 90,3 3-225,-15-11 0,0 1 0,0-1 0,-2 0-45,9 9 90,-16-15-1,-1 0-89,-4-3 90,0 2-90,-7-3 0,-7 1 0,-10 4 0,0-1 90,-24 12-90,11-6 0,-2 2 0,-6 5 0,1 1-167,3-3 0,1 0-193,-2 5 0,5-2-90,9-5-2068,-10 13 2518,24-20 0,2-2 0,6-4 0</inkml:trace>
  <inkml:trace contextRef="#ctx0" brushRef="#br0" timeOffset="10483">5687 3124 10591,'-11'-16'360,"0"0"89,-2-3-179,5 5 360,1 0-90,3 5-181,-1-4 1,1 6 90,1-1-360,2 13 90,0 7 0,1 16-90,-1 13 0,0-1-45,0-11 0,0 1 0,-1-4 0,0 1-45,0 3 0,0 0-90,0-4 0,0 0-630,1 0 0,0-2 91,-2 5-541,2-1-2107,1-20 3129,-1-1 1,1-3-1,0-1 1</inkml:trace>
  <inkml:trace contextRef="#ctx0" brushRef="#br0" timeOffset="12150">5622 3043 10681,'1'-15'270,"0"3"269,0 2-359,3 3-90,0 0 270,10-1 0,22-2-180,12 1-135,-20 6 0,0 0 45,22 4 0,-12 10 0,-15-1-90,-5 6 90,-18 0-90,-4 0 89,-25 24-44,9-21 0,-1 1-45,-4 2 0,0 0 0,1-4 0,1-1 90,-5 1-90,10-8 0,3 0-90,9-6 90,8-3 0,11-5 0,3-2 0,7 0 0,-12 3 0,11 1 0,-8 4 0,3 2 0,-2 5 0,-4 5 0,0 0 0,0 9 0,-2-2 0,7 15 0,3-1 0,-2-7 0,11-1 0,-14-19 90,17 2-90,-8-10 0,8-3 0,-5-3 0,6-9 0,-2-5 0,5-11 0,-8 7 0,2-14 0,-15 18 0,1-4 0,-6 8 0,-6 10 0,-14 11 0,0 9 0,-13 17 0,8 6 0,1 3 0,5-1 0,6-3-90,4-10 90,4 0-90,4-8 90,3 0 0,0-6-89,3-4 89,-1-6 0,3-4 0,-2-7-90,-3-1 90,-3-18 0,-6 11 0,-4-20-90,-6 11 90,-5-6 0,2 9 0,-3 0 0,4 9-90,1 0 90,2 3-90,3 1 90,6 3 0,5-2 0,11 2 0,2 0 0,4-1 0,-6 2 0,2 0 0,-6 0 0,3 1 0,-5 1 0,1 2 0,-6 3 0,1 3 0,-6 11 0,-2 4 0,-2 4 0,0 9 0,0-3 0,2 9 0,1-1 0,3-2 0,2-5 0,0-10 0,4 1 90,2-10-90,6 1 0,-4-6 0,5-7 0,-3-4 0,4-6 0,-6-2 0,1-9 90,-5-7-90,-3 3 0,-2-21-90,-5 29 90,-2-20 0,1 27 0,-1-8 0,1 12 0,1-5 0,1 7 0,7-7 0,-2 7 0,11-6 0,-6 6 0,17-7 0,-7 5 0,4-1 0,-3 1-90,-7 2 90,2 1 0,-5 2 0,0 3 90,-3 7-90,-3 0 0,-1 11 0,-4-7 0,-4 23 0,-1-8 0,-1 7 0,0-4 0,1-9 90,-1 2-90,3-9 90,0-3 0,3-4-1,2-5-89,2-3 0,7-9 90,2-8-90,1-1 0,9-12 90,-2 2-90,5-5 0,-7 8 0,-1 6-90,-6 10 90,2 4 0,-5 6 90,1 21-90,-8-6 0,1 24 0,-6-8 0,0 9 0,0-2 0,1-11 0,3 0-90,2-8-269,4 0-1,0-7-540,5-4-2377,3-10 3062,-3-1 0,6-9 0,-6-1 0</inkml:trace>
  <inkml:trace contextRef="#ctx0" brushRef="#br0" timeOffset="12916">7212 3309 10861,'0'-10'2249,"-1"3"-1980,-5-1 181,1 4-90,-12 3 180,-15 17-450,3-1 44,4 5 1,1 3-135,5-1 45,4-1 0,2 1-135,4 4-179,1 6 179,6-11-270,7 1 0,6-10 0,6-1 270,0-6-270,22-11 181,-15-4 89,1-3 0,0-3 0,0-9 0,1-8 0,-1-5-1549,-8 5 1,-1-1 1490,4-6 1,-1-2 102,-3-5 0,-2 0-315,-5 10 0,-1-1 405,0-6 0,-1 0 0,-3 12 0,0 2 0,-2 3 0,-1 2-45,0-2 90,0 3 0,-4 34 2945,2 1-3035,-1 13 0,0 4 45,1-2 0,0 0-45,0 9 0,0 2-518,0 2 1,0 0 517,1-9 0,0 1 0,1 5 0,1-1-159,1 13 159,0-20 0,0 0 0,5 17 0,-1-16 90,8 6-90,-5-22 0,7 8 90,-3-15-90,6-4 0,-5-6 90,16-18-90,-13 4 0,1-3 0,-1-1 2048,-2-3-2003,-2 1 0,0-1-45,-1-3 402,4-10-312,-10 20-90,0 2 90,-6 10 0,3 7-90,-3 10 0,-3 15 90,-2 9-90,1-5 0,-1-5 0,2 0 90,1-1-90,1 19 0,1-26 0,6 10-180,-1-13-90,2 2-629,0-11-1620,2-10 2519,-2-8 0,3-12 0,-4-6 0</inkml:trace>
  <inkml:trace contextRef="#ctx0" brushRef="#br0" timeOffset="13150">7723 2958 12030,'7'-15'2429,"0"1"-1980,-6 9 1,2 0-1259,-2 1-1080,4 8 540,-2 1-360,1 6 1709,-2 0 0,-1 3 0,1 3 0</inkml:trace>
  <inkml:trace contextRef="#ctx0" brushRef="#br0" timeOffset="13650">7765 3213 11311,'11'-5'1709,"-2"0"-1260,0 1 271,-5 2-450,6-3 269,-6 3 181,9 6-450,-6 4 0,5 9-90,-7 9-90,-1-4 0,-3 12-180,-1-6-90,-1 8 90,-2-10-90,1 2 0,0-11 90,1 1-180,3-7 180,5-9 0,5-10 90,3-6-90,7-15 90,2-4-116,-9 11 1,0 0 115,8-12-90,3-4 90,-15 24-90,4-5 90,-6 12 0,2 7-90,-1 8 90,-1 5 0,-5 13 0,-2 2 231,0 9-231,-1-7 0,-1 4-269,2-11-1,1 4-360,1-7 180,0-7-2698,3-4 450,0-6 2698,2-3 0,4-5 0,0-2 0</inkml:trace>
  <inkml:trace contextRef="#ctx0" brushRef="#br0" timeOffset="14283">8411 3298 11760,'4'-12'1889,"-3"1"-1619,-6 3 180,-3 1-270,2 2 179,-7 1-89,0 3-90,-6 4-90,4 2 90,-10 12-180,11 0-90,-3 4-90,10 1-180,9-4 1,3 2 179,3-6-90,6-2 0,-1-7 90,7-3 90,0-6 90,2-5 90,-1-6 0,-2-1 0,-6 2 90,-2 1-90,-3 5 90,-1 1-180,-3 11 90,-6 10 0,-4 21-90,-1-10 0,-2 2 0,-2 9 0,-1 3-1639,-1 6 1,-1 0 1625,1-7 1,2 2 12,1-8 0,1 2 0,0-1-233,1 3 1,1-1 232,-1 9 0,1-2 0,4-14 0,1-2 0,0 24 90,2-24-90,-1 1 90,1-12 3027,-9-21-3117,-2-12 0,-12-25-355,11 19 1,2 0 354,-10-20-84,11 20 1,2 0 83,-1-7 0,7-8 0,5 12 0,16-8-45,0 15 0,3 2-90,5-3 1,1 1-414,2 0 0,2 2-82,8-2 1,0 2-778,-3 4 1,0 0 1406,-6 1 0,2 0 0,0 1 0,-2 0 0,1 0 0,0 0 0,-1 0 0,1 0 0,-1 0 0</inkml:trace>
  <inkml:trace contextRef="#ctx0" brushRef="#br0" timeOffset="15017">9556 3259 11670,'2'-13'720,"0"2"269,-1 3-269,0 0-180,0 0 449,-1 1-629,-6 19-270,3-5 90,-4 18-90,1 0 90,2 6-180,-1 0 90,3 7-180,5-4 0,0-5 0,6 5 0,0-18 0,4 0 90,-1-8-90,4-6 90,-1-7 0,5-8 0,-5-1 0,3-12-90,-7 1 90,-1-7 0,-3 2 0,-4 4-90,0 4 0,-2 6 0,1 6 90,0 2-90,1 4-90,9 0 90,0 2 0,9-2 90,0-1-90,4-3 90,5-6 0,2-1 0,2-4 0,-9 5 90,0-1-90,-10 4 90,1 0-90,-5 4 0,-4 2 90,0 10-90,-2 7 90,-1 17-90,-5-5 0,-1 3-1639,-3 9 1,-1 1 1580,0-4 1,0 1 57,-3 10 0,-2 0-350,2-7 0,-1-2 395,-2 7 0,0-2-45,2-7 0,0-2 0,-1 3 0,1-3 0,-5 10 44,6-16 1,1-1-45,-3 2 0,4-7-179,3-11-1081,1-32 721,0 11-91,1-28-2158,4-4-1,-1 6 2983,0 11 1,0-1-1,1 3 1,-1 1-1,0-3 1,0 1 0</inkml:trace>
  <inkml:trace contextRef="#ctx0" brushRef="#br0" timeOffset="15284">9900 3212 11400,'10'-30'360,"1"-1"-180,-3 13 0,0 0 180,1 7-90,3-2 0,7 0-91,7 1-89,-2 5 90,18 4-180,-17 5 90,21 8 0,-17 5 0,3 9 0,-13-3 0,-7 7 0,-15-3 0,-8 6-90,-6-5 90,-13 2-90,0-9-180,7-8 0,-1 0-270,-6 1-1439,-10-2-1388,17-9 3107,2 0 0,-5-3 0,4-1 0</inkml:trace>
  <inkml:trace contextRef="#ctx0" brushRef="#br0" timeOffset="16267">8546 4122 12030,'-3'5'810,"3"-3"-720,-14 17 0,9-3-90,1-1 90,4 10-90,2-13 0,5 10 0,-1-13 0,11 5 89,-2-9-89,7-1 0,-8-5 0,4-7 0,-7-3 90,4-7-90,-6 2 0,-4-6 0,-4 3 90,-4-4-90,-2 5 0,-8-3 0,5 12 0,-9-7 90,7 10-180,-2 0 90,19 1 0,2 0 90,15-4-90,-6 1 0,10-8 0,-12 7 0,12-10 0,-11 5 0,1-3 0,-5 3 0,-3 1 0,-3 3 0,-2 1 0,0 2 0,-2 3 0,4 6 0,1 1 0,2 6-90,4 0 90,2 0 0,6 4 0,-3-2 0,4 3 0,-4 2 0,-2 0 0,-4 0 0,-10 1 0,-5-1 0,-4 8 0,0-4 90,-4 8-90,2-3-90,0 5 90,3-6 0,2 2-809,8-2 269,0-5-2158,13 3 2698,4-12 0,11-3 0,4-4 0</inkml:trace>
  <inkml:trace contextRef="#ctx0" brushRef="#br0" timeOffset="17241">9812 4352 10501,'-11'-24'899,"-3"0"-629,2 12-180,-2 3-90,4 9 180,-12 14-90,-1 9 0,-4 5-90,12-5 0,1 0 90,-2 7-90,2 3 0,2 1 90,1 1-90,2-3 0,3 0 0,5 8 45,2-13 0,3 2 0,8 12 0,1 0-45,-4-11 0,2 0 0,4 6 0,-1-2 0,0 4 0,-6-12 0,-6-1 90,-15-6-90,1-8-90,-7 0-90,1-7-540,-7-2 361,3 0-1710,-7-4 2069,14-5 0,-2-2 0,4-4 0</inkml:trace>
  <inkml:trace contextRef="#ctx0" brushRef="#br0" timeOffset="17467">9664 4650 10411,'-1'-7'450,"0"-2"-180,1 3-90,1-1-1,4-1 1,6 1-90,2 0 90,16 0-90,7 1-45,-3 0 0,2 0-585,-2 0 1,-1-1-271,-1 1 1,-1 0 565,-1-3 1,-4-1 0,5-7-1,9-7 1</inkml:trace>
  <inkml:trace contextRef="#ctx0" brushRef="#br0" timeOffset="17750">10229 4239 10771,'4'-13'1349,"-2"2"-629,0 3 359,-2 2-899,-3 41-90,-1-13 0,-1 14 0,0 3-45,0-10 0,0-1-480,-2 8 1,1 2 434,-1-2 0,1-1-180,1-2 0,0-3 110,-1 14-740,4-3-629,4-14-1838,4 2 3061,1-10 1,5-2 0,0-5 0</inkml:trace>
  <inkml:trace contextRef="#ctx0" brushRef="#br0" timeOffset="18974">10490 4605 11311,'3'-9'1439,"-1"2"-990,-2 1-269,-4 9-90,-3 3 0,-2 6-90,-2 5 90,2-4 0,0 6-90,2-4 0,3 4 0,5-6-90,2 3 0,7-2 0,1-5 0,9-1 0,0-4 0,6-1 1,2-5 89,-9 0 0,5-8 0,-12 0 0,1-2 0,-10-3 0,-6 3 0,-6-4 0,0 3 0,-7-1 89,4 4-178,-4-1 89,4 3 0,3 3 0,0-1-90,5 3 90,8-5 0,4 3 0,7 0 0,4 0 0,-1 2 0,7-2 0,1 1 0,-8 0 0,5 0 90,-14 3-180,7-1 180,-9 3-180,-1 1 90,-3 4 0,-2 6 0,-3-1 0,-3 10 0,0 3 0,1-1 0,-2 10 0,3 1 0,2-5 90,3 9-90,3-16 0,4 2 0,1-6 0,0-7 0,3-5 0,-2-5 89,5-5-89,-2-4 0,-2-7 0,-2-4 0,-5 2 0,-3-8 90,-4 1-90,-4-7 0,1 7 0,-5-2 0,3 8 0,-1-1 0,1 2 0,2 4 0,1 5-90,2-1 90,1 3 0,2-3 0,3 3 0,1-1 0,6 2 0,2 1 0,6-2 0,11-3 0,11-2-89,6-1 89,-22 5 0,1 0 44,-1 0 1,-1-1-45,11-6 0,-4-2 0,-16 6 0,-4-2 90,-6 3-90,1 0 0,-4 2 0,-6 9-90,2 2 90,-5 10 0,8 4 0,0-3 0,4 6-89,2-1 89,3 4 0,-1-3 0,3 6 0,-5-13 0,4 17 0,-7-17 0,3 13 0,-4-7 0,-1 5 0,0-3 0,-1 13 0,0-16 0,3 17-90,0-20-360,7 16 270,-3-17-540,9 10-449,-3-14-1799,4-2 2968,-4-4 0,3-4 0,-3-1 0</inkml:trace>
  <inkml:trace contextRef="#ctx0" brushRef="#br0" timeOffset="19250">11517 4611 12300,'-5'1'1799,"1"4"-1709,-1 12 0,3 6 0,-1-2-270,1 6-540,1 1 181,1-7-2738,1 5 2747,-1-15 0,1 3 0,0-8 0</inkml:trace>
  <inkml:trace contextRef="#ctx0" brushRef="#br0" timeOffset="19474">11621 4317 12480,'7'-15'1079,"3"-2"-269,-1 2-450,-1 2 359,1 1-89,-3 3-1,2 0-539,-2 0-989,-1 4 359,1 5-269,-2 1-1800,0 9-668,-3 0 2994,0 1 1,1 8-1,0-2 1</inkml:trace>
  <inkml:trace contextRef="#ctx0" brushRef="#br0" timeOffset="19950">11792 4597 17157,'3'15'1259,"-1"-4"-899,0 11-180,-3 1-180,-1 8-90,-1-2-180,-2 8-89,1-7-1,-1 2 0,1-5 90,1-9-180,2-7 360,12-17 1,2-7-1,15-20 0,-6 5 0,9-10 90,-6 11-90,7-5 0,-13 14 90,2 4 0,-12 15-90,2 5 90,-4 3 0,0 13 0,-2 2 0,0 9-90,0 3 0,-1-9-450,1 3-539,2-11-1350,2 0-848,3-8 3017,-2-6 0,6-7 0,0-3 0</inkml:trace>
  <inkml:trace contextRef="#ctx0" brushRef="#br0" timeOffset="20117">12236 4793 13379,'-11'-12'3276,"1"3"-2234,7 4-3651,3 0 990,2 0-1658,1-2 2612,-1-5 0,0-10 0,-2-6 1</inkml:trace>
  <inkml:trace contextRef="#ctx0" brushRef="#br0" timeOffset="21116">24923 1639 9602,'0'-11'1798,"0"2"-628,0-2-541,3 1-269,4-1-180,2 3 0,14 3-90,-3 2 90,24 0-90,-18 3 0,1 1-337,5 0 0,1 1 292,2 2 0,-1 1 45,10 5 0,-3 6 0,-24 2-90,-6 9 90,-25 16-90,-8-7-1037,0-12 1,-5 1 0,2-3 1036,3-3 0,0-1 30,-4 2 0,-2 3 0,2-3 15,3-1 1,3-1-46,-3 3 0,2 0 0,-7 10 0,11-1 0,16-12 0,11 5 0,4-8 0,31 3 0,-18-10-45,5-2 0,0-1-135,-4-3-269,20-1-1890,-7-11 360,-10 4 1979,11-11 0,-20 4 0,6-6 0</inkml:trace>
  <inkml:trace contextRef="#ctx0" brushRef="#br0" timeOffset="21323">25708 1908 11670,'-9'-5'1350,"1"-1"-1350,3 3 0,-1 1 0,-1 0 0</inkml:trace>
  <inkml:trace contextRef="#ctx0" brushRef="#br0" timeOffset="22033">26016 1596 11041,'13'-14'1529,"-2"3"-989,-5 7 359,-2 1-719,3 4 90,-4 4 0,1 8-1,-12 14-179,0 0 0,-3-4 0,-2 2-266,1-3 1,-1 2 220,-5 6 0,1 0 0,3-7 0,0 0 0,-2 4 0,0 0-45,-7 9 0,0 5-90,8-14 0,2-3 0,9-14 0,0 3 90,11-7-90,4-4 90,9-3 531,-2-3-531,9-6-90,-3 1 90,7-4 0,-7 3 0,2 0 0,-1 2 0,0 2-90,-1 1 90,-8 3 0,5 1 0,-5 1 0,5 0 0,-5-1 0,-1-3 0,2-1 0,-4-1 0,3-4 0,1-4 90,-2 1-90,6-4 180,-10 5-90,1 1-90,-3 3 180,-3 2-180,-6 15 0,-1-1 90,-9 20-90,-4 9 45,4-4 0,0 3-45,2 3 0,1 0 45,1 1 0,2-2-45,3-4 0,1-4 0,2 4 0,2-1-360,1-14-359,4-2 89,-3-7-1709,8-10 2339,9-20 0,1-5 0,-8 5 0,0 0 0</inkml:trace>
  <inkml:trace contextRef="#ctx0" brushRef="#br0" timeOffset="23050">26760 1656 14639,'-18'1'359,"1"0"-179,-2 8 0,-5 3-90,-7 7 0,0 4 0,9-3 0,0 15-90,14-15 90,2 20-90,16-5-769,-1-12 1,3 0 768,10 15-259,-4-15 0,1 0 169,13 12 45,-11-14 0,-1 0 45,16 13-90,-8-5 90,-11-11 0,-3 4 0,-10-11 0,-2 9 0,-8-8 0,-5 4 0,-2-5 1377,-5 2-1377,1-5 498,-6 3-588,6-5-90,1-2 90,7-5 0,4-4 1,5-5-1,5-5 90,6-4-90,-1 2 90,6-7-90,-1 3 90,3-6 0,-5 5 0,5-8 0,-11 16 0,6-12 0,-9 16 0,3-8 0,-4 6 0,0-2 0,-1 5-90,-1 3 0,0 0 90,-5 9 0,0 0 0,-3 5 0,4 0 0,0-2 0,2 0 0,-1 5 0,1-1 0,0 2 0,-1-2 0,0-5 0,0 0 0,-5-1 0,-1-2 0,-6-4 0,2-1 0,-3-5 0,6 2 0,-2-5-90,4-3 90,1 0 0,2-6 0,4 9 0,5-19 0,-1 14-90,6-19 90,-2 12 0,3-6 0,-2 7 0,1-5 0,-1 8 0,1-5 0,-1 1 0,-2 3 0,-1 4 0,0-5 0,-3 11 0,-1-8-360,-1 8 180,-2-1-180,-1 2-359,-2 1-271,0 4-1348,-4 0 629,-1 4 1709,1 2 0,-6 4 0,1 1 0</inkml:trace>
  <inkml:trace contextRef="#ctx0" brushRef="#br0" timeOffset="24200">26846 1636 9422,'-10'-2'-180,"0"0"270,3 0 0,-1 0 0,0 1 0,-2 0-1,-5 0 91,-4 1-180,-1 1 90,-19 8-90,18-3-262,-16 6 262,20-3 90,-15 18-90,14-12 0,-10 14 90,18-9 0,0 17 0,5-2-90,4 5 90,15-13 0,4-1-90,3-1 45,0-1 0,2-3-45,3-4 45,7-2 0,0 0-45,1 1 45,-3-3 0,-1 0-45,-5-1 180,7 6-180,-10-5 442,0 6-352,-23 3-90,0-6 90,-14 15-1,-16 1-89,7-9 0,-12 6 0,17-19 90,-10 2-90,-15 2 0,10-5 90,-12 1 90,23-8 0,-3-2-90,9-1 90,2-5 180,11-15-270,3 2 45,8-6 0,4-2-45,3 2 0,3-2-365,2-4 1,3-4 0,-2 3 319,3-3 0,0 0 45,-2 1 0,2-2 0,-3 3 90,-3 0 0,-2 2-46,3-6 1,-1 0-160,-6 11 0,-2 1 295,5-20 180,-8 9-360,-4 12 0,-5-3-450,-18 25 792,0 4-1511,-12 10-1260,10 6 720,8-1 1619,4 5 0,6-4 0,0 5 0</inkml:trace>
  <inkml:trace contextRef="#ctx0" brushRef="#br0" timeOffset="24524">27633 2144 11850,'13'-4'2339,"0"0"-1979,-6 2-2249,1-1-1259,-2 3 3148,-1 0 0,-1 0 0,-1 1 0</inkml:trace>
  <inkml:trace contextRef="#ctx0" brushRef="#br0" timeOffset="25051">29585 1683 10231,'4'-15'-360,"1"-2"450,0 0 270,0-1-180,-3 6 719,2-4 1,-1 6-450,0-3 449,-1 5-809,-5 13 180,-8 24-180,3-6 0,-1 2-45,0 3 0,1 2 0,-3 8 0,2 0-1462,2-5 0,0 0 1417,1 0 0,0 0 45,1 4 0,1-1-188,2-8 0,1 0 143,0 4 0,0 0-45,2-4 0,1-2-405,2 16 91,2-14-1710,3-1 270,-3-16 1799,4 4 0,-6-13 0,0 0 0</inkml:trace>
  <inkml:trace contextRef="#ctx0" brushRef="#br0" timeOffset="25300">29970 1914 11490,'13'-14'1170,"-3"4"179,-3 1-899,-4 5 899,3-3-1529,0 6-90,-1 1-449,1 4-541,-3 6-1888,-1-1 3148,-2 6 0,-2 4 0,-2 2 0</inkml:trace>
  <inkml:trace contextRef="#ctx0" brushRef="#br0" timeOffset="26350">30585 1675 11580,'8'-11'270,"-1"1"540,0-1-360,-1 4 899,-1-1-1169,-8 21 0,-10 12-136,2-3 1,-2 2-201,-3 5 1,-2-1 155,4-7 0,-1 0 0,-3 6 0,-1-1 0,4-5 0,-2-1-90,-3 6 0,0-2 0,-10 12-180,0-2 90,13-13-90,-3 2 270,9-8-270,1-2 180,11-8 402,6-5-312,8-3 0,5-5-90,-4 2 90,6-3 0,-3 2-90,14-5 90,-1 3 0,2 0 0,-5 5 180,-4-2-90,-10 3 0,3-3 0,-4-2 0,-3 0 0,8-7 90,-4 1 90,6-7-180,-6 7 90,1-4-90,-8 9 89,1 0-89,-5 14 0,-3 6-90,-3 9 0,-7 12 90,-1 2-90,2-7 0,0 3 0,0-1 0,2 1 45,-1-2 0,2 0-45,1 21 0,9-10 0,-1-13-90,4-1-449,0-12-1080,4-3 539,-2-3-809,3-4 1889,0-8 0,4-6 0,5-5 0</inkml:trace>
  <inkml:trace contextRef="#ctx0" brushRef="#br0" timeOffset="26750">31224 1750 11221,'9'-14'90,"-3"3"1079,-1 4-809,-15 14-1,0 0-179,-8 9 180,-8 6-180,5-2-90,-6 3-90,7-4 180,-3 9 0,8-6-180,-4 6 90,12-4-90,10-5 90,8 8-180,2-6 90,15 6-90,0-7 45,-7-5 0,1-1 45,5 4-90,4 2 90,-18-9 0,-2 0 90,-8 1 90,-13-1-90,-8 2 0,-14 0-90,3-3 90,-13 2-450,7-4-810,-7 1 91,12-3-2198,1-4 2949,17-1 1,-6-4-1,6-1 1</inkml:trace>
  <inkml:trace contextRef="#ctx0" brushRef="#br0" timeOffset="26967">31352 1700 12120,'16'-26'1349,"-4"7"-539,-4 6-181,1 4-89,7-3-270,0 4 90,16 0-270,18 3-643,-16 2 1,3-1-123,8 1 1,1 0-46,-10 1 1,2-1-374,-1-1 1,3-1 0,-5 0 577,-8 1 0,0-1 0,16-3 0,-1-1 0,-5-4 0</inkml:trace>
  <inkml:trace contextRef="#ctx0" brushRef="#br0" timeOffset="27590">32018 2569 13379,'-13'-2'3276,"-5"-1"-1721,-5-2 1,-5-1-1376,-15-2 0,-7 0-836,14 3 1,-5-1-1,-3 0 1,1 0 0,2 0 216,-2 0 1,2 0-1,-2 0 1,-4 0 471,9 1 1,-3-1 0,-3 0 0,-2 0-1,0 0 1,0 1 0,0-1 0,2 0-163,-3 0 1,1 1 0,1-1 0,0 1 0,-1 0-1,-2-1 1,-1 0 146,6 1 0,-1 0 0,-2-1 0,0 1 0,-1-1 0,-1 1 0,0-1 0,0 1 0,0-1 0,-1 1-50,2 0 0,-1-1 0,-1 1 1,-1 0-1,1 0 0,-1 0 0,1 0 1,0 0-1,0 0 0,1 0 0,2 0 32,-4 0 0,1 0 0,2-1 0,0 1 0,0 0 0,0 0 0,-1 0 0,-1 0 0,-2 0-77,7 1 0,-2 0 0,0 0 0,-1-1 0,-1 1 0,0 0 0,0-1 0,0 1 0,0 0 0,1 0 0,1 0 0,0 0 86,-3 0 0,2 0 0,0 1 0,0-1 0,1 0 0,0 0 0,-1 1 0,-1-1 0,0 0 0,-2 1-3,5-1 1,-2 0 0,0 1 0,-1-1 0,-1 1 0,0-1 0,0 0 0,0 1 0,0-1 0,1 0 0,1 1 0,0 0 0,2-1-7,-6 1 0,2 0 0,1-1 0,1 1 0,0 0 0,0 0 0,0 0 0,-1 0 0,0 0 0,-2 0 0,4-1 0,-2 1 0,0 0 0,-1 0 0,-1 0 0,1 0 0,-1 0 0,1 0 0,1-1 0,0 1 0,1 0 0,1 1 0,-5-2 0,1 1 0,1 0 0,2 0 0,-1 0 0,0 0 0,-1 0 0,-1 0 0,-1 0 7,4 0 1,-1 0-1,-2 0 1,0 0-1,-1 0 1,0 0-1,0 1 1,0-1-1,2 0 1,1 0-1,1 1 1,3-1-8,-7 0 0,2 0 0,3 1 0,0-1 0,1 0 0,0 1 0,0 0 0,-1-1 0,-2 1 0,-2-1 0,0 1 0,0 0 0,1 0 0,3 0 0,3 0 0,4 0-23,-3 1 1,5-1-1,2 1 1,-1 0 156,-14-1 1,0 1-1,5-1-179,2 1 1,6 0 577,8 1 0,5 1-803,-2 1 2010,1 4-2010,12-2 2826,7 1-3995,4 0-1832,1 1 3271,1 0 0,0-2 0,0-2 0</inkml:trace>
  <inkml:trace contextRef="#ctx0" brushRef="#br1" timeOffset="141083">19842 3339 8342,'-15'-4'720,"4"2"-91,-4 0 181,5 1-450,-1 0 179,1 1 361,1 2-180,37 9-586,6-6 1,8 0-68,-1 0 1,7 0 0,1 0-1,-1-1-887,-9-1 1,-1 0 0,0-1 0,1 0 835,9 1 0,2-1 1,0 0-1,-1 0 29,-6 0 0,-2 0 0,1-1 0,2 1-393,-3-1 0,1 0 0,3 1 0,-1-1 0,0 1 0,-1-1 348,1 1 0,-2-1 0,0 0 0,1 1 0,3-1-204,-3 1 0,4-1 0,1 0 0,1 1 0,-2-1 0,-3 1 1,-4-1 203,0 0 0,-5 0 0,0 1 0,6-1-34,1 0 0,5 0 1,4 1-1,1-1 1,-1 0-1,-1 0 1,-5 0 122,0 0 1,-4 0 0,-2-1 0,2 1 0,2-1 60,6 1 0,3 0 0,1 0 0,0 0 0,-4-1 0,-5 1-60,3-1 0,-5 0 0,-3 0 179,10-1 1,-6 1 1852,0-1-1852,-11 0-180,2 0 1918,-19 0-1918,-4 2 1509,4-2-1509,-1 2 3186,-2 0-3070,-4 1-386,2 1-359,-4-2-271,3 2-2467,-4-1 2747,1-1 0,-4 0 0,1-1 0</inkml:trace>
  <inkml:trace contextRef="#ctx0" brushRef="#br1" timeOffset="146633">1929 8587 9332,'10'0'719,"-2"2"-719,-5 2 0,0 4 0,0-1 90,2 4-90,1-3 0,0-1 180,1-4-90,-1-4 180,0-4-90,-1 0 0,0-4 90,-3 3-360,-1-2 180,5 6-1,-3-2 91,3 2-90,-6-7 0,-2 4-90,-2-4 0,-1 6-180,-1 7-809,2-1-1080,0 6 2069,2-3 0,3-2 0,-3-2 0</inkml:trace>
  <inkml:trace contextRef="#ctx0" brushRef="#br1" timeOffset="147250">1872 8489 9332,'-1'-11'539,"-1"1"-179,2 3 0,-1 0 90,-1 1 89,1 0 1,-2 1-540,-4 5 270,-4 11-180,-5 8-90,0 11 90,6-6-90,0 8 0,7-4 90,2 7-90,2-5 90,10 8-90,4-10 0,11 5 0,-2-19 0,2-2 90,7 1-90,-4-8 0,-1-2 0,-3-5 45,-1-2 0,2-4-45,2-6 0,-2-4 45,3-5 0,-2-1-45,-2 3 0,-5-3 0,-6-7 0,-7-3 0,-14-2 0,-6 0 0,7 7 0,-3 0 0,-12-12 0,-7 5 0,-6 14 0,-2 7 0,6 2 0,0 1-45,-7 1 0,-1 6-450,-6 16 0,4 5 135,0 4-787,3-2 1,4 2-383,10 2 1359,-1 9 1,6-1 0,0 7 0</inkml:trace>
  <inkml:trace contextRef="#ctx0" brushRef="#br1" timeOffset="185317">2668 8639 6543,'-5'-8'630,"0"1"89,2 3 1440,0-1-630,4 0-1529,2 7 90,3-1-90,0 7 90,3 0-90,-5-4 0,5 1 0,-2-5 90,-1-2-90,1 0 90,1-6 0,-4 3 0,2-7-90,-8 5 0,-5 0 0,0 6 0,-5 4 0,7 0 0,8-5 90,1-3-450,6-3 360,-5 2 0,-4 4 0,0 1 0</inkml:trace>
  <inkml:trace contextRef="#ctx0" brushRef="#br1" timeOffset="186333">2207 8459 9602,'-5'-7'809,"1"0"-449,2 2-270,1-1 0,1-1 0,2 0-90,3-3 90,-1 2-90,8-9 90,4-2-90,13-12 90,-4 5-90,-1 4 0,1 1 0,-2 0 0,-1 4 0,1-1 0,1 2 0,6-2 0,-3 3 0,-9 6 0,1 1 0,-6 4 0,2 3 0,-1 3 0,-4 3 0,4 10 0,-6-5 0,4 12 0,-3-3 0,1 6 0,1 4 0,-3-7 0,3 4 89,-2-5-178,3 2 178,-1-1-89,-2-8-89,2 4-1,-6-9-90,4 4-450,-5-6-90,0 1 720,0-3 0,-3-1 0,0-2 0</inkml:trace>
  <inkml:trace contextRef="#ctx0" brushRef="#br1" timeOffset="186873">2733 8243 8792,'10'-7'720,"-2"0"-541,-4 4 1,0 0 0,1 1-90,1 2 0,-1 0 0,4 5 0,-1 2 0,0 2 0,3 8 0,3 8 0,-3-2-90,4 11 90,-8-17 0,3 14-90,-4-10 0,1 2 90,-4-6 0,-2-6 90,1-1-1,-2-1-89,-2-5 0,-4-3-90,-2-3 90,-5-6-90,-1-1 90,-4-3-90,1 4 0,-9-3 0,-1 5 0,-9-1 0,7 3-270,-5 0-359,10 5-1350,-2 0 1979,5 2 0,7 0 0,5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7:05:46.213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2049 8178 7443,'-2'-19'1529,"0"0"-1169,1 9-1,1-2 1,1 6 90,-2-1 0,1 0-90,0 1-271,6 15-89,-1-3 0,13 23 0,-6-9 45,2 6 0,1 2-45,2 4 45,2 6 0,0 0-45,-3-4-297,-2-4 1,0 1 386,2 4-90,4 6 0,-8-13 89,5 8-89,-10-20 0,5 11 0,-6-18 90,2 8-90,-4-10 684,2 6-1224,-2-6-89,-8-12 269,4 4-1439,-11-14 720,5 8 1079,-5-4 0,-2 0 0,-3-2 0</inkml:trace>
  <inkml:trace contextRef="#ctx0" brushRef="#br0" timeOffset="433">2071 8451 9062,'-11'-7'90,"3"1"90,1 2 0,3 1-1,-1-1 1,1 0-90,10 10 90,7 5-90,4 4 0,8 10 90,-1 3-90,8 9-90,-4-3 45,-6-8 0,-1-2 45,-1 0-90,2 1 0,-1 0 90,-5-7-90,6 7 0,-7-11 270,2 2-180,-4-6 269,3 0-89,-1-19-180,-5 1 0,6-20 0,-8-2 0,1-13 0,-4 7-45,-1 8 0,-1 2-135,0-1-450,3-22-809,-1 26-90,-1 1 1439,1 10 0,1 10 0,0 1 0</inkml:trace>
  <inkml:trace contextRef="#ctx0" brushRef="#br0" timeOffset="53606">25987 2183 11041,'-8'-12'2878,"0"-2"-2518,14 3 90,22-3-271,18 6-134,-19 4 0,1 2-45,15 0 90,-10 3-90,-15 2 90,7 2 0,-13 8 0,-9 13-90,-11 5 30,-10-3 0,-9 4 0,2-3-554,0-1 0,-3 1 524,-3 0 0,-5 4 0,-1 2 0,2-4 30,1-1 0,2-1 0,-1 0-30,-3 3 0,-1 1 0,2-1 0,8-4 0,1-1 0,5-2 0,4-3 0,4-2 0,-4 22 0,19-16 0,10 5 0,5-10 45,7-8 0,3-2-45,20-1 0,-14-4 0,1-2 0,0-3 0,-2-3 0,17-3 0,-22 1 0,-3 0-180,4-3-539,7-4 269,-18 5 59,12-5-779,-18 6 1170,12-6 0,-5 3 0,8-3 0</inkml:trace>
  <inkml:trace contextRef="#ctx0" brushRef="#br0" timeOffset="54049">26758 2485 12030,'-1'-10'1709,"-1"-4"-719,-1 2-451,0-1 1,0 4 0,2 3-1080,-3 11 180,1-3-719,-2 8-540,-2-3 180,3-4 1439,-6 3 0,3-4 0,-4 0 0</inkml:trace>
  <inkml:trace contextRef="#ctx0" brushRef="#br0" timeOffset="54556">27145 2188 11131,'8'-19'719,"-2"0"-179,2 1-270,-4 5 539,0 2-629,-2 3 180,1 1 180,-1 1-270,-7 15-181,-3 4 1,-4 9 0,-9 16 0,3 1-353,7-12 1,0-1 352,-4 14-90,3 6-73,10-12 73,6 10 45,8-15 0,5-1-45,6 9-869,2-9 0,3-2 869,1-3-105,-4-5 1,0 0 104,10 5 0,3 2 0,-12-4 0,-11-7 481,-4 2-481,-13 1 0,-1-3 138,-9 3-138,-9-6 90,-16 4-180,4-3-45,9-4 0,0-2-135,1-1-1619,-19 3-1349,18-7 2729,-5 0 509,14-3 0,1-5 0,0-3 0</inkml:trace>
  <inkml:trace contextRef="#ctx0" brushRef="#br0" timeOffset="54789">27187 2099 11400,'-12'-11'720,"-1"1"-90,7 3-270,0 0-91,15-2-89,16 3-135,1 1 0,4 1-395,6 1 0,1-1-370,7 0 1,-1-1-574,-9 1 1,0 0 1292,6-1 0,-1-2 0,-14 2 0,0-1 0,8-2 0,-1 1 0</inkml:trace>
  <inkml:trace contextRef="#ctx0" brushRef="#br0" timeOffset="56433">30459 1843 10681,'8'-3'1259,"0"-2"-539,-4 2-181,0-1 181,0 1-540,1 18-90,-2 7 0,-2 24 0,-1-6 0,-1 1-90,1-12 0,-1 0-380,1 8 0,-1 5 0,0-6 425,2-11 0,-1 0-45,0 21 0,1 0-294,2 4 294,-1-20 0,0 0 0,4 9 90,3 8-180,-4-24-449,7 16 89,-6-26-899,3 4 1349,-4-13 0,2-9 0,0-6 0</inkml:trace>
  <inkml:trace contextRef="#ctx0" brushRef="#br0" timeOffset="56727">30880 2135 11940,'0'-13'1170,"-1"3"-811,0 2-1168,1 2-1800,4 9 2609,-3 0 0,3 9 0,-4-4 0</inkml:trace>
  <inkml:trace contextRef="#ctx0" brushRef="#br0" timeOffset="57999">31229 1937 11670,'0'-9'810,"0"2"-630,12 1 0,4 1 0,14 0-90,6 1-1,-2 3 1,2 0-90,7 1 45,-5 1 0,-1 0 45,1 2-90,4 1 0,-8-1 90,-12 1-90,-7 0 0,-4 5 90,-7 1-90,-1 1 90,-11 4-90,-3-1 0,-5 6 0,1-3 90,-2 4-90,5-1 0,-1 5 0,3 1 0,4-6 0,3 9 0,3-12 0,2 17 0,4-11 90,3 8-90,4 1 0,1 1 0,-3-8 0,5 14 0,-9-21 0,2 23 0,-9-23 90,-6 13-90,-1-15 0,-16 14 0,8-15-90,-19 15 0,18-18-540,-10 8 181,14-12 449,-3 6 0,12-7 0,-1 4 0</inkml:trace>
  <inkml:trace contextRef="#ctx0" brushRef="#br0" timeOffset="58200">32191 2591 13649,'11'-8'3276,"-1"0"-2144,-4 2-3291,4 5-1118,-3 2 0,-7 4 2824,-5-1 0,-20-1 0,-2-3 1</inkml:trace>
  <inkml:trace contextRef="#ctx0" brushRef="#br0" timeOffset="59316">26838 3132 10411,'2'-10'1979,"0"1"-1349,0 2 179,-1 2 181,0-1-361,0 2-539,1 14 0,-2-3 0,0 27 0,0-11-90,-1 4 0,0 3-707,-1-2 0,1 0 752,0 3 0,-1 1-45,0 7 0,0 2 45,-1 2 0,0 1 0,0 2 0,-1 0-45,0-2 0,0-1-315,0-3 0,0-2 315,-1-8 0,1-1-117,0 5 1,0-1 206,-3 15-90,3-6 90,-1-8-90,3-7 1340,-1-2-1340,2-11 820,0 3-730,-1-3 207,1-1-207,1-4-1,0-4-89,0 2 90,0-1 0,9 0-90,-2-2 90,16 1-90,-4-3 0,13 1 0,4 0 0,-12 0 0,2-1-480,8 1 1,5 0 0,-1 1 479,10 1 0,1 0 0,-8 0 0,1 0 0,0 0 0,0 0 0,0 1 0,-2-1 0,6 2 0,-2-1-341,5 1 0,-3-1 341,-19-2 0,-1 0 45,3 0 0,-1 0-45,5 1 0,-6-2-90,-10-2 419,-3-1-2758,-3-2 713,-14-2 97,-1 0 1619,-9-1 0,-2-1 0,-2-1 0</inkml:trace>
  <inkml:trace contextRef="#ctx0" brushRef="#br0" timeOffset="59733">27687 4079 11221,'2'-17'1889,"1"4"-1350,-1 5 91,0 2-270,2 2-1,10 10-269,-1 0 90,15 14-90,-8-4 0,2 3 0,1 1-90,4 4 45,-3-1 0,2 1 45,3 5-45,-9-9 0,-1 0 45,9 10-90,-3-2 90,-8-7-90,-4-4 0,-4-3 0,-8-2 0,-5-6 0,-10 5 0,-11 5 0,-13 6 0,1-1-219,13-7 1,0 0-141,-9 8-541,-4 5 271,13-8-2648,4 5 77,12-13 3200,2 3 0,6-4 0,3 0 0</inkml:trace>
  <inkml:trace contextRef="#ctx0" brushRef="#br0" timeOffset="61100">28554 4003 11041,'0'-11'1349,"4"3"-1259,8 2 270,17 0-270,-11 5 44,7-2 1,2 1-45,-1 1-45,-1 1 0,1 0 135,6 3-90,5 1-90,-11 0 180,-3 3-90,-12 2 0,-10 14 0,-10 3 0,-18 12-45,9-16 0,-1-2-45,-9 11 45,11-12 0,1 1-45,4 3 90,2 7-90,8-7 90,10 7-45,9-9 0,2-2-45,5 10 45,0-7 0,0-2-45,-5-5 0,9 9 90,-8-4-90,-1 0 0,-5 4 89,-10-4-89,-6 10 90,-13 2-90,-4-4 0,-4-7 0,-3 0 0,-17 5-350,17-10 0,-1-1 395,2-4 0,1-2-45,-11 5-180,-2-1 0,12-4-629,4-2-2468,11-5 167,2-3 3110,8-4 0,9-8 0,5-1 0</inkml:trace>
  <inkml:trace contextRef="#ctx0" brushRef="#br0" timeOffset="61339">30180 4540 12660,'-6'-11'1259,"1"4"-719,-2-1-2879,3 3 2339,10-2 0,0 1 0,10 0 0</inkml:trace>
  <inkml:trace contextRef="#ctx0" brushRef="#br0" timeOffset="62316">31152 3993 11221,'-3'-9'1259,"1"0"-629,2 2 89,1-1 91,0 2 269,1 1 0,-1 0-89,1 0-900,2 7 0,-1 2 180,4 25-180,-2-4-1,0 2 1,-1 3 0,1 9 0,-2 6 0,1 3-1209,-3-14 1,0 1 1163,1 7 0,-1 1 90,0-3 0,0-2-321,0-8 1,0-1 275,0 5 0,0-1 0,1-3 0,-1-3-90,1 8 180,1 3-90,-1-22-90,0 10 90,0-13-270,0 1-270,0-3 926,2-6-1825,0-9 1052,-1-1-2581,-2-9-399,-2-4 2837,0 4 0,2-12 0,2 6 0</inkml:trace>
  <inkml:trace contextRef="#ctx0" brushRef="#br0" timeOffset="62472">31726 4508 10321,'8'-10'0</inkml:trace>
  <inkml:trace contextRef="#ctx0" brushRef="#br0" timeOffset="63072">31269 3624 10141,'-26'-15'270,"2"2"0,-2-1-45,1 2 0,0 0-135,-2 0 0,0 0 44,0 2 1,1 3 225,-19 5-270,4 3 0,8 8 0,-1 5 0,5 5 0,0 4-833,3 0 1,-1 2 0,1 3 802,-3 4 0,2 3 0,1 0-30,5-6 0,1-1 0,1 3 30,-5 10 0,1 2 0,4 0-30,6-9 0,2-1 0,1 2 30,-3 10 0,1 3 0,2-2-30,3-10 0,1-1 0,3 1 0,2 7 0,3 1 0,2-2 0,2-5 0,2-2 0,2 2-158,2-1 0,2 1 1,1 1-1,1-2 158,5 6 0,2-2 0,1-1 0,4 1 0,3-1 0,3-3 0,4-6 0,4-4 0,-2-2-30,3 1 0,1-3-376,0-5 1,3-2 0,-3-3 375,1-4 0,1-4 60,-7-2 0,3 0 0,-2-3-15,5 0 0,0-4 0,-9-4 0,4-4 0,-2-1 0,-3 0 0,5-4 0,0-3 9,-7 0 0,4-4 0,2-2 0,-2-1 0,-6 3-25,-4 1 1,-4 2 0,1-5 24,0-1 0,2-5 0,1-1 0,-3 0 0,-4 3-9,4-11 0,-5-3 45,-5 1 0,0-5 0,-2-2 0,-3 6-30,-4 9 0,-2 3 0,-2-3-15,-1-10 0,-3-5 0,-2-1 0,-4 5 15,-7 0 0,-5 4 0,-3-1-476,1 3 0,-3-1 1,-2 0-1,-2 2 434,3 9 0,-1 1 0,-2 1 0,-1 1 0,-1 0 0,-2 2 0,-2 0 0,0 1 0,-1 2 0,2 1-18,-2-1 0,1 3 0,-1 1 0,-3 1-108,-1 3 0,-4 1 0,-2 1 0,3 2 1,4 3-13,2 1 0,4 3 0,-2 1-15,-2-1 0,-3 0 0,1 2 0,2 3-425,0 6 1,3 4 0,-1 3-534,-8 6 1,0 5 0,2-1 854,6-5 1,2 0 0,0 3 0,4 0 0,-1 3 0,2 1 0,3-2 0,-2 7 0,0 1 0</inkml:trace>
  <inkml:trace contextRef="#ctx0" brushRef="#br0" timeOffset="63716">28657 3386 11041,'-9'-12'180,"-1"2"89,-2-2-179,1 5 90,-7-2 0,0 6 0,-15 8-90,-11 18-45,16-2 0,0 5-850,-4 10 1,0 5 834,9-5 0,0 4 0,2-1-603,4-6 1,1 0 0,0 2 617,2 2 0,0 3 0,1 0 0,2 0-511,1 3 1,2 0-1,2 2 488,0-5 1,2 2 0,0 0-1,1-1-22,1 3 0,2-2 0,3 3-412,6 0 0,3 4 0,2-2 0,0-5 442,-2-8 0,0-4 0,3 2-8,5 7 1,2 4-1,3-1 1,0-6 9,0-9 1,1-4 0,3 0 27,5 3 0,4 0 0,0-3 30,2-4 0,1-3 0,-2-3-60,-5-2 0,-2-3 0,2-2 90,6-1 0,2-2 0,-1-4 14,7-4 1,1-5-15,-10-1 0,1-1 0,-2-2-60,-6 1 0,-2-1 0,-1-4 30,6-8 0,-1-5 0,-2-1 0,-6-2 0,-1-2 0,-2-2-23,-1 1 1,-1-2-1,0-1 1,-3-2-23,-2-2 0,-3-2 0,0-1 0,-3 2-23,-1 8 0,0 0 1,-3 1-1,-3-4 32,-4-4 0,-2-4 0,-4-1 0,0 2 0,-1 5-24,0 1 0,-2 4 0,-4-3 6,-2-1 0,-3-4 0,-3-1 0,0 2 0,0 7-28,-1 3 0,-1 6 0,-6-2 7,1 5 0,-5-1 0,-3-2 0,-2 2 0,0 1 0,2 4-15,-7-1 0,1 4 0,-1 2 0,-3 0-60,6 2 0,-3-1 0,-1 1 0,0 0 0,1 2 0,4 3-89,-5 1 0,2 2 0,2 3 0,-2 2-189,-4 4 1,-1 2 0,1 3 0,3 2-623,-3 5 1,3 3 0,0 2 139,7-3 1,-1 3 0,1 0 0,4 1 738,-1 1 0,4 1 0,1 2 0,4 3 0,2 2 0,3-1 1,0 6-1,-1 0 0</inkml:trace>
  <inkml:trace contextRef="#ctx0" brushRef="#br0" timeOffset="65922">25354 3140 11580,'5'4'1799,"2"-1"-1529,27-4-90,-4-1 0,5-1-1819,12 1 1,2 0 1057,-16 0 0,1 0 0,2 0 648,3 0 1,4 0-1,0 1 1,1-1-316,-2 1 0,0 0 0,1-1 0,3 1 266,0 0 0,3 0 0,1 0 0,0 0 0,-2 1 16,-7-1 0,0 0 0,-1 0 1,0 1-1,2-1-19,-1 1 0,2 0 0,0 0 0,1 0 0,-2 0 0,-1-1-238,1 1 0,-2-1 1,-1 1-1,1-1 1,1 1 239,5-1 1,3 1 0,0 0 0,-2 0 0,-1 0 4,-1 0 1,-3-1 0,0 1-1,1-1-22,0 1 0,1-1 0,-2 1 0,-2-1 362,-3 1 1,-4 0 0,2-1-94,5 0 1,2 0 0,-5 0-90,-1 1 0,-4-1 1018,-4 1 0,-3-1-568,-4 1-181,2-1-179,-9 0 1637,0 1-1637,-4-1 2943,0 0-3033,-2 1 690,-1-1-781,-1 1 91,1 0-90,-1 1 90,1-2-90,-1 1 90,-1-3 0,1 2-90,-3-3 0,1-2-90,-1 0 90,-1-6 0,2-10-90,-1 2 0,1-9 0,3-12 0,-3 6 0,1-2-252,-1 3 0,1-3 252,0 0 0,0-4 0,0 1-662,0 5 1,-1 1 0,1-1 661,0-1 0,-1-2 0,1 0 0,0 0-642,0-1 0,1-1 0,-1 1 0,1 1 642,-1-5 0,1 2 0,0-1-30,0-5 0,0 0 0,0 2-318,0-3 1,0 0 347,-2 12 0,0 0 0,0 1 0,1-4 0,-1 2-45,-1 3 1,1 1-168,-1-12 212,1 7 1094,-2 4-1183,-2 18 89,1-3 0,-1 8 2661,0-4-2661,-2 4 1153,-3-2-1153,-4 2 963,0 3-963,-24-1-90,5 4-1522,-19 0 1,-5 1 1611,21 2 0,-2 0 0,-12 0 0,-6 1 0,1 0-775,8 0 0,1 0 0,-2 0 775,-4 0 0,-3 1 0,0 0 0,1-1-189,8 0 1,2 0-1,0 0 1,-5 0 175,4 1 0,-3-1 0,-3 1 0,0-1 1,0 0-1,3 1 0,4-1-221,-4 1 0,5-1 1,0 0-1,-6 1 222,4-1 1,-5 1 0,-3 0 0,-2-1 0,0 1 0,2 0 0,3 0-1,6 0 12,-3 0 0,5 0 0,1 0 0,-4 0 0,0 0 0,-6 1 0,-1-1 0,0 1 0,4 0 0,5-1 0,-1 1 0,6-1 0,-4 1 0,-7 0 0,-5 1 0,1 0 0,4-1 275,8 1 0,3-1 1,-1 1-276,-8 0 0,-2-1 0,4 1-45,1 0 0,5 1 45,-9-1 1208,0 1-1208,18-2 909,1 0-999,10-1 2025,-2 1-1935,2-1 1090,0 1-1090,3-1 909,-1 1-999,4-1 90,0 0-89,2 1 89,-1 1 0,1 8-90,-2 15 90,1 17 45,2-7 0,0 3-709,1-4 1,1 1 663,-1 2 0,-1 3 0,1 0-702,0 1 1,0-1-1,0 3 702,0-1 0,0 2 0,0 0 0,0-1 0,0 6 0,0-2 0,0 2 22,1-7 1,0 1-1,0 0 1,0-2-23,1 3 0,1-2 0,0 2-542,-1-1 1,1 3 0,0 1 0,0-5 541,1-1 0,0-3 0,1 1 30,0 11 0,0 1 0,1-7-72,-1-15 0,1-1 42,2 22 0,0-3 0,0-8 0,0-7 0,0-2-270,0-5 486,1-2-1835,2-8 719,3-16-89,4-10-650,10-16 1,2-7 128,-6 9 0,2-2 1456,0 1 1,3-3 0,2-2 0,-1 4-1,2-2 1,0 2 0,1-2 0,0 3 0,0-1-1,0 0 1,0 0 0</inkml:trace>
  <inkml:trace contextRef="#ctx0" brushRef="#br0" timeOffset="67333">30365 1401 11131,'-22'-31'-180,"5"7"450,0 1-1,7 9 1,2 2-90,2 4 0,2 22 0,2 0-45,-1 12 0,1 4-322,-3 16 321,0 0 1,-2 5-590,2-15 1,-1 1 0,-1 3 544,1-2 0,-1 4 0,-1 2 0,1-1 0,0-3-68,1-1 1,0-3-1,-1 1 1,1 3 13,-2 4 0,-1 5 0,1 0 0,-1-3 0,2-4-6,1-5 0,0-3 0,0 2 37,-2 9 1,-2 5-1,1 0 1,2-6-23,-2 3 0,1-1-23,2-9 0,-1 3 1,0-1-1,1-4-366,0 6 1,0-3 388,-1 7 0,1-2-45,3-15 0,0-2 90,0 2 0,0-4 0,1-3 359,1 12 91,5-22 4,11-5-544,-2-6 1797,13-14-1707,-4 3 0,12-6-90,-3 2 45,-5 7 0,1 0-45,0 1 0,2 1 99,6 1 0,4 1 1,2 0-100,8 2 0,1 0 0,0 1-477,-6 0 1,0 0 0,3 1 476,-4 1 0,5 1 0,1 0 0,-3 1 0,-4-1 0,-3 1 0,-3-1 0,3 1 0,1 1 0,5-1 0,2 1 0,-2-1 0,-3 1 30,7-1 0,-4 1 0,2 0-704,-5-1 1,1 0-1,0 1 1,-2-1 673,0 0 0,-2 0 0,0 0-30,4 0 0,-1 0 0,-3-1-52,1 1 0,-2-1 307,8 0 0,-2-1 45,5 0 554,-2-2-374,-27-1-1,4 0-269,-9-1 1082,0 1-992,-7 1 3006,5-2-2812,-6 2-65,3-1-130,-1 0-269,-2-1 90,0-5 0,-3 1-90,-1-5 90,-1-4-90,0-6 0,-2-14 0,0 9 0,0-2 0,0-20-616,-1 12 1,1-5 0,0 0 615,2-7 0,-1-1 0,0 8 0,1-2 0,-1 2 0,1 7 0,0 2 0,1-2 0,0-2 0,0-2 0,0 0 0,0 1-30,1-5 0,0 1 0,1-2 30,-1-2 0,1-4 0,0 0 0,-1 5 0,0 7 0,0 2 0,0 1 0,1-5 0,1-1 0,-1 3-147,0 0 0,0 2 147,2-12 0,1 2-45,-3 13 0,-1 3 45,4-15 0,-3 12-90,-3 23 0,-1-8 90,-1 10 1711,0 0-1711,-8 7 0,-3 5 0,-3 3 250,-8 5-250,-15 0 0,4-4 0,-2-2-332,0 1 0,-3-1 332,-4-3 0,-6-2 0,-1 0-793,9-2 0,0-1 0,-2 0 0,-2 0 793,-1 0 0,-3 0 0,-1-1 0,-1 0 0,-1 0-354,4 0 0,-1-1 1,0 1-1,-1-1 1,1 0-1,2 0 354,-3 1 0,2-1 0,1 1 0,-1 0 0,-2-1-216,7 1 1,-2 0-1,0 0 1,-1 0 0,1 0-1,0 0 1,2 1 161,-8-1 0,1 1 0,1 1 0,0-1 0,-3 1-180,3 0 1,-2-1-1,-1 1 1,0 0-1,1 1 1,1 1-7,3 0 0,1 0 0,0 1 0,2 1 0,-1 0 1,2 0-319,-3 2 0,1 0 1,1 1-1,1 1 0,1 0-262,-2 3 1,1 1 0,3 0 0,1 1 872,1 2 1,2 0 0,3 0 0,1 3-1,5 0 1,-4 6 0</inkml:trace>
  <inkml:trace contextRef="#ctx0" brushRef="#br0" timeOffset="74075">26754 6776 10771,'9'-13'1079,"-1"-2"-269,-6 5 179,-3-7-359,-1 3-180,-1 0-271,6 7 1,8 15-180,0 3 180,12 25-90,-7 6-966,-5-13 0,0 2 876,-4-6 0,0 0-111,0 6 1,1-1 110,2 14 44,-3-18 1,0 0-45,6 15 90,-1-12-90,2-3 90,6-10-90,-4-3 0,14-7 90,-4-13-90,14-12 729,-18 6 1,-1-3-730,15-14 44,-17 11 1,-2-1 45,3-8 368,2-3-368,-8 10-90,-6 9 0,-2 5 0,-1 12 90,-1 6-90,2 11 328,2 6-328,1 3 0,2-7 0,5 5 0,-1-11 90,8 1-90,-5-10 0,9-7 0,2-12 0,13-10 0,-18 1 0,0-3 45,0-2 0,0-2-436,-3-4 1,-2-2 390,-2-1 0,-3 0 0,-4 7 0,-3 0 0,-1-4 0,-2 1-83,-3-12-97,-3-3 90,-1 17-2158,-1 7-1029,19 44 3166,19 5 1,-3 0 0,3 3 0,-6-13 0,0 0 0,-1 0 0</inkml:trace>
  <inkml:trace contextRef="#ctx0" brushRef="#br0" timeOffset="74756">30596 6647 11221,'7'-18'269,"2"-5"271,-1 8-270,1-2-90,-2 6 450,0-2-271,-2 4-89,2-2 270,-3 4-360,-4 18-90,-1-4 90,-9 40-90,-4-3-1,4-10 1,0 3-45,-3 5 0,0 0-351,2-6 0,1 0 306,-1 2 0,1-3 0,0 6 90,2-7-90,3-13 90,1 2-90,1-9 180,1-2-180,7-14 792,9-13-702,10-17-90,-7 9 0,2 0 0,10-15 45,-9 15 0,0 1-45,8-8 0,7-1 0,-12 12-90,6 9 90,-10 11 0,7 9 0,-10 5 0,-1 14 0,-5 1 0,-2 8 0,-3 1 0,-4-11 0,0 4 0,1-9 0,1 4 0,2-4 0,2-6-180,5-5-180,0-7-539,9-6-1350,2-6-1028,7-8 2972,-4-2 0,3-7 0,-7 2 0</inkml:trace>
  <inkml:trace contextRef="#ctx0" brushRef="#br0" timeOffset="75516">31258 6522 11311,'-25'-35'0,"0"-1"0,-5 0 0,-2 1 89,6 10 1,0 1 0,-3 0-593,-1 0 0,-2 2 1,-4-1 659,-2 1 0,-5 0 1,-1 0-1,4 3-127,5 2 0,2 1 0,-7 2 60,-2 5 0,-8 2 0,-4 0 0,0 3 0,4 1 0,7 2-516,4 2 0,5 3 1,-4 3 454,1 0 1,-6 2 0,-2 1 0,0 2 0,4 1 0,8 0-30,-8 12 0,6 4 45,8-4 0,-1 3 0,1 2 0,3 0-15,3 2 0,3 1 0,2 2-30,-3 10 0,1 3 0,3-2 30,6-11 0,1-1 0,5 2-8,4 7 1,6 5 0,1-1-1,1-5 23,3 5 0,5 0-45,1-5 0,4 6 0,2-1 0,-1-8 45,4 1 0,6-3-23,1-6 1,7 3-1,1-2 1,-5-4-23,3 0 0,1-4 22,-4-4 1,6 1-1,0-2 1,-2-4-23,-3-6 0,-2-3 0,2-1-405,10 1 1,2-2-1,1-2 427,-10-2 1,0-1 0,1-2-1,0-2-22,1-1 0,0-3 0,0-1 0,-2 0 0,5-1 0,-2-1 0,1-5 0,-9 1 0,2-5 0,0-1 0,-2-1 0,-5 2 0,-1 1 0,-5 0 0,2-4 0,7-8 0,3-6 0,-3 0 0,-6 4 45,-4-1 0,-6-2-68,-4 0 1,-2-5 0,-2-2-1,-4 3-636,-7 0 0,-4 3 0,-2-1 659,2-9 0,-2-1 0,-4 3 0,-2 9 0,-4 2 0,-8 2-230,-6 7 1,-9 1 0,-4 1 0,0 3 0,5 1 229,-1-1 0,3 3 0,-6-1-34,1 1 0,-5-1 1,-3 0-1,1 3 1,4 4-35,2 5 1,2 4-1,1 3 1,-1-1-91,-1 1 1,1 1 0,-2 1-1,0 1-90,-5 1 1,-1 1 0,0 2 0,2 0-406,5 2 1,2 1 0,0 1 0,4 0-11,0 1 0,3 1 1,2 0 662,-6 7 0,5 0 0,-5 11 0,4 2 0</inkml:trace>
  <inkml:trace contextRef="#ctx0" brushRef="#br0" timeOffset="76183">27526 5766 10681,'-11'-14'90,"-4"-6"0,-3 2 90,-8-5-90,3 6 179,-13 0-89,-1 11-319,5 8 1,-1 2 183,6 2 0,-2 3-559,-3 5 1,-2 4-1,1 3 574,1 3 0,0 2 0,1 3-668,1-1 0,-1 2 1,1 2-1,1-1 638,-4 5 0,2 1 0,1 3 15,5-3 0,1 2 0,1 2 0,3-1-220,4-6 1,2 0 0,1 1 0,2 2 210,0 1 0,2 3 0,0 1 0,2-1 0,0-2-36,0 10 0,2-1 0,5 1-278,4-3 1,4 2-1,3-1 1,1-6 277,5 4 0,7-2 22,2-5 1,7 4-1,1-2 1,-2-5-70,-7-10 0,-1-4 0,4 0 47,7 5 0,5 2 0,0-2 0,0-5 269,-2-6 1,1-5 0,3-2-270,-3-2 0,4-1 0,2-2 0,0-1 0,-2-2 0,6 0 0,-1-2 0,1-2 0,1-1-34,-3-1 1,2-1-1,0-1 1,0-3 0,-3-3 33,-3-3 0,0-4 0,-1-2 0,-3 0 0,-2 1 0,-3 1 0,-3 2 0,-1-2 0,-1-4 0,0-2 0,-1-5 0,0-1 0,-4-1 0,-5 0 136,0-11 0,-8 0 1,-2-3-137,-1 3 0,-2-2 0,-2-1 0,-2 2 0,-1 6 0,-2 2 0,-1-1 0,-4-1 54,-2 2 0,-3-1 0,-2 0 0,-1 0 0,-2 3 13,-4-3 1,-3 3-1,-1 1 1,-3-1-116,0 1 0,-3 0 1,-1 0-1,-1 2 1,1 2 69,-3-1 1,1 2-1,-2 2 1,-3 2 12,-2 3 1,-3 2 0,-3 0 0,1 3 0,-1 3-18,3 3 0,1 2 0,-1 3 0,-3 0 0,-2 2 4,6 1 1,-2 0-1,-2 1 1,-2 0-1,0 2 1,0 1 0,0 1-1,1 1-83,1 2 0,-1 2 1,0 1-1,0 2 0,1 0 1,0 0-1,1 1 0,1-1 61,-2-1 0,1 0 0,1-1 0,0 2 0,2 1 0,0 2 0,1 4-103,-1 6 0,-1 3 0,1 3 0,2 2 0,2 0 0,5-1 0,4-3 13,-1 8 0,7-2 0,1 5-84,3-1 0,-2 5 0,2 3 0,4-1 1,6-3-367,10 9 0,8-1 0,5 0-280,0-5 1,4 0 0,3 0 0,0-2 754,-1-6 0,0-2 0,3 0 0,2-2 1,8 1-1,3-1 0,2-1 0,-2-3 1,-4-6-1,0 0 0,0 0 0,0 0 1</inkml:trace>
  <inkml:trace contextRef="#ctx0" brushRef="#br0" timeOffset="83233">28703 4823 9422,'5'7'629,"-4"2"-179,-3-3 360,-13 10-316,-16 1 1,-8 1-255,7-4 0,-3-1 0,-1 0-1060,1-1 1,-1 1 0,-1-1 0,1-1 704,-5 1 0,1-2 0,-2 0 205,6-3 0,-2 0 0,1-1 0,0 0-410,-6 0 0,1-1 0,-1 0 380,-1 1 0,-1-1 0,-3 0-238,7-2 1,-4-1 0,0 0-1,0 0 1,5-1 237,-2 0 0,4 0 0,-5-1-191,-3-1 0,-5 1 0,-2-2 0,2 1 0,5-1 191,2 0 0,5 0 0,-5-2 45,5 0 0,-4-1 0,-4 0 0,1-2 0,0 1 0,4-1 7,-6-2 1,2 0-1,2-1 1,-3 0-68,4 2 1,-2-1 0,0 0 0,0-1 0,2-1 7,0 0 1,2-1 0,-1-1 0,2-1 0,0 1 13,-2-2 1,1 0 0,0 0-1,-1-1-13,0-1 0,-1 0 0,-1-1 0,1 0 0,2 1-32,-1-1 1,2 0-1,0 0 1,-1-2 77,3 1 1,0-1-1,-1 0 1,0-1 0,0-1-47,1-1 0,0-1 0,0-1 0,1 1 0,0 0-32,-2-1 0,1 1 1,-1-1-1,0-1-7,5 2 0,-1-1 0,-2-2 0,2 1 0,2 1 0,3 3 15,-2-3 0,3 3 0,-2-3-12,-2-3 0,-5-4 0,-1-2 0,2 1 0,4 4-18,2 1 0,3 3 0,-3-4 15,3 1 0,-3-5 0,-3-2 0,1 0 0,2 2 0,5 4 15,0 0 0,4 2 0,-2-2-12,1-1 0,-3-4 0,-1-1 0,1 0 0,4 3 12,-3-6 0,4 1 0,0 0 0,-3-5 0,0-2 0,1 2 279,6 8 1,0 1 0,1-2-280,-4-9 0,1-3 0,2 6-30,3 7 0,0-1 22,0 0 1,-2-6 0,1 0-1,1 7-22,2 1 0,0 2 0,-2-6 0,-1-5 0,1 6 45,5 12 0,0 1-45,-7-22 0,0 2 0,3 1 0,-1-1 0,0 0 0,6 10 0,-1 4 0,1-1 1615,0 2-1615,-2-11 90,3 13-90,-1-10 0,4 20 2243,-3-11-2333,3 14 2196,1-1-2106,-1 0 1017,2 3-1017,-1 3 0,2 1-90,-1 2-90,0 0-180,0 0-629,1-1-271,1 0 271,0-1 449,2 0-1349,1-3 1170,-1 5-2558,0-5 2792,-1 3 0,0-1 0,-1 1 0</inkml:trace>
  <inkml:trace contextRef="#ctx0" brushRef="#br0" timeOffset="84090">23057 2876 11311,'5'-12'359,"-2"3"91,2-1 90,-1 3 269,1-2-359,0 2 360,0-1-631,2 14-89,-3 6 90,1 22-90,-5 1-45,-1-6 0,0 2-378,-2-1 0,1 1 333,-1 10 0,0-1 0,-1-8 0,1-1-45,-1 6 0,0-1-225,-1 12-90,2-18 1,1 0-1800,1 18-1118,3-17 2927,1-9 0,2-18 0,0-3 0</inkml:trace>
  <inkml:trace contextRef="#ctx0" brushRef="#br0" timeOffset="84507">23363 3014 11760,'6'-13'360,"-1"1"270,-3 4-91,0 0 1,-2 0 90,-1 1-540,-6 6 180,-7 10-1,-15 16-179,10-5 0,0 3-45,-2 4 0,0 1 45,1 5 0,1-1-90,6-7 0,2 2 90,-1 12 0,3-1-90,3 0 0,2-5 0,4 0-180,7 1 90,6 7 0,2-13-90,9-3 90,1-13 0,7-2 90,-5-8-90,7-8 1,-8-8 89,5-16 89,-14 7-89,-8-6 180,-19 0-180,0 12 90,-16-12-90,2 17 0,-7 2-449,1 8 89,7 3-810,0 6-1888,8 2 3058,2 1 0,6 0 0,6-3 0</inkml:trace>
  <inkml:trace contextRef="#ctx0" brushRef="#br0" timeOffset="84833">23651 3292 12300,'0'-12'2159,"0"1"-1620,0 3-179,2 3-90,1 0-180,6 5 90,-1 2-90,4 4 90,4 4-90,2 5 0,1 2 0,-2 3 0,0 1-90,0 2 0,-1 0 0,-1 0-90,-3-3-270,6 10-540,-3-3 361,-3-6-631,1 3-629,-6-14 1799,1-1 0,-4-4 0,0-3 0</inkml:trace>
  <inkml:trace contextRef="#ctx0" brushRef="#br0" timeOffset="85006">23942 3290 11221,'-2'-35'1349,"-1"6"-809,1 18-271,-3 5 361,-14 14-90,-19 19-1015,7-4 0,-2 3 565,3-2 0,-1 2-369,3-3 0,-1 1 0,1 0-126,-6 5 0,0 0-465,7-6 1,-1 1 0,1 0-224,0 0 1,2 0 0,0-1 943,-4 2 0,1 0 1,-6 4-1,0 0 0,6-6 1,1-1-1</inkml:trace>
  <inkml:trace contextRef="#ctx0" brushRef="#br0" timeOffset="92972">4993 1967 7443,'2'-32'1439,"-1"3"-1169,0 7 0,-1 3 629,0-7-269,1 2-360,-1-3 269,-1 3 1,0 8 0,0-1-91,-2 5-359,-5 10 90,-10 18-90,3 3 0,-1 3-45,2-1 0,-1 3-1116,-1 7 1,0 4-1,2-3 1071,3-7 0,2 1 30,-2 6 0,1 3 0,3-2-209,4-4 1,4 0 223,2 7 0,4 0-45,3-3 0,4-2-111,-2-7 0,3-2 156,6 0 0,3-4-45,14-1 0,-11-10 0,1-4 45,1-6 0,0-5-45,-4 0 0,-1-4-421,10-9 0,-3-4 421,-12 8 0,-1-3 0,2-6 0,0-5 0,-3 0 921,-4-1 0,-4-2-891,-2 0 0,-1-2 0,-3 2-30,-3 1 0,-6 1-45,-8-9 0,-5 3 45,-2 13 0,-2 2 172,-8-3 1,-3 3-173,-3 9 0,0 5 0,7 3 0,0 5-225,-10 9 1,3 4-136,4 3-135,7 4 0,4 4-2113,15 9 2608,11 14 0,12-8 0,8-1 0</inkml:trace>
  <inkml:trace contextRef="#ctx0" brushRef="#br0" timeOffset="93189">5592 2017 11311,'5'-12'-450,"-2"4"450,-1-4 0,-2 5 0,-1-5 0,0 4 0,-1 1 0,2 5 0</inkml:trace>
  <inkml:trace contextRef="#ctx0" brushRef="#br0" timeOffset="93589">6041 1776 9691,'-8'-13'810,"1"2"-90,-3 2-541,2 3-89,-3 3 0,4 4 90,-4 6 0,1 5-90,-4 9-90,2-1 180,-3 16-180,9-15 90,0 16-90,14-10 90,15 10-405,-6-18 0,3-2 315,18 13 45,-13-14 0,1-1-45,16 8 0,-6-3 0,-7-2 0,-17-5 0,-9 9 0,-5 1 0,-18 18 0,3-21 0,-3 1-1545,-7 5 1,-1 0 1544,3-4 0,0-1 0,-6 2 0,1 0-273,8-7 1,2-1-88,-2 1 0,2-1 236,-6 6 124,9-7 0,12-10 0,0 0 0</inkml:trace>
  <inkml:trace contextRef="#ctx0" brushRef="#br0" timeOffset="93823">6135 1698 10321,'-8'-13'90,"2"3"90,2 3 90,1 3-180,5 1 180,16-1-180,2 2-46,4 0 1,2 0-45,9-1-405,6 0 1,2 0-496,-1 0-362,-2 1 0,-2 1 1262,-7 1 0,19 2 0,-12-1 0</inkml:trace>
  <inkml:trace contextRef="#ctx0" brushRef="#br0" timeOffset="94067">7120 1781 10681,'-12'-3'2249,"19"15"-2159,4-3 89,22 14 1,5 4-135,-16-12 0,-1 1-670,8 4 0,3 4 0,-2-2 670,-1 3 0,-1-1-225,3 4 0,0 0 0,-8-6 0,-1-1-105,-5-1 1,-1-1-2993,2 4 3039,-6-4 0,-5-5 1,-5-7-1</inkml:trace>
  <inkml:trace contextRef="#ctx0" brushRef="#br0" timeOffset="94273">7544 1891 11490,'-4'-24'450,"-2"-4"0,-2 4-90,-2 0-180,-1 10 179,-22 20-179,4 11-90,-3 8 0,-4 5-830,2 3 1,-1 3 769,8-7 0,0 2 0,-1 0-60,1 3 0,0 1 0,2-2-60,-3 5 0,3 0-150,6-8 0,2 2 1,1-2-571,2 0 1,1 0-830,0 4 1,3-1 1473,1 6 0,13-12 0,4-11 1</inkml:trace>
  <inkml:trace contextRef="#ctx0" brushRef="#br0" timeOffset="94540">7945 1373 11221,'2'-21'1349,"-1"8"-899,-1 9-181,4 43-179,-2-4 45,2 5 0,2 5-919,-1-8 0,0 1 814,0-4 0,-1 1 0,1 0 15,0 7 0,1 1-45,-1-3 0,1 3 0,-1-4-270,-1-1 0,1-2 293,1 9 1,1-2-744,-2-13 1,0-4-2558,5 5 3061,0-5 1,5-8 0,-1-9 0</inkml:trace>
  <inkml:trace contextRef="#ctx0" brushRef="#br0" timeOffset="94940">8548 1463 11311,'1'-16'359,"1"-3"-179,-2 4 900,1 0-900,-3 19 269,-8 29-359,1 2 0,-3 4 0,-1 4-634,3-8 1,-1 2 603,2-4 0,-1 2 0,2-2-60,-3 7 0,2 0 45,1 6 0,2-1 0,5-11 0,3-1-214,2 5 1,3-1 168,-2-9 0,5-3 45,12 4 0,3-5-45,2-6 0,0-6 0,3-4 0,15-18 45,-19-1 0,0-4-45,-4 1 0,-2-3 0,-1-11 0,-6-3 45,-9 4 0,-5-2 0,-4-8 0,-6-1-810,-7 4 1,-4 3 764,2 6 0,-3 5 45,-7 2 0,-1 6-200,5 8 1,0 4 154,-8 2 0,-1 4-90,2 4 0,0 4-225,1 3 1,3 2-271,4 1 0,3 2-1563,-7 16-461,17-10 2609,12-10 0,10-5 0,4-1 0</inkml:trace>
  <inkml:trace contextRef="#ctx0" brushRef="#br0" timeOffset="95150">9466 1800 14009,'-3'-12'2339,"1"2"-2339,2 3-540,7 5-1439,1 3 450,3 3-1748,-4 2 2904,-10 0 1,-10 2-1,-8 2 1</inkml:trace>
  <inkml:trace contextRef="#ctx0" brushRef="#br0" timeOffset="99333">8989 3135 10501,'-2'-10'1169,"-1"0"-1079,-2 11 0,-10 15-45,1 3 0,-2 4-1614,-4 9 1,0 3 1568,1-3 0,0 3 30,2 2 0,0 3 0,3-4-30,3-8 0,2 0 30,-1 6 0,1 3 0,3-4 666,5 8-651,10-1 0,3-1-45,5-2 45,13-3 0,5-4-429,0-11 384,4-6 0,4-5-382,-10-9 0,0-5 382,11-1 0,1-5 45,0-4 0,-2-5-45,-1-4 0,-2-5-220,-16 6 0,-1-2 0,-3 0 220,4-7 0,-4-2 30,-7 2 0,-3-2 0,-2 2 15,-2 2 0,-3-1 45,-4-9 0,-2-6 0,-3 5-166,1 10 1,-4 1 135,-3-6 0,-2-4 0,-4 6-15,-4 7 0,-5 4 0,-13-4 0,-6 7-255,11 15 0,-1 6 0,-1 3-270,1 2 1,1 2-1,1 4-613,-2 7 1,1 3 0,4 1 961,1 3 0,3 1 0,3 2 0,2-1 0,-5 13 1</inkml:trace>
  <inkml:trace contextRef="#ctx0" brushRef="#br0" timeOffset="100666">8002 3026 10321,'-5'-7'450,"0"0"-270,2 3 90,-1 1-270,-5 3 90,1 1-90,-6 5 89,-4 8 1,-8 10-90,0 3 45,8-7 0,1 2-344,-10 18 299,14-15 0,3 1 45,2 1 0,3 1-45,5 15 0,6-15 0,4 0 0,7 6 44,4-6 1,4 0-45,-1-7 0,3-1-326,2-1 0,3 0 0,-2-1 326,1 1 0,1-3 45,12 5 0,0-3-242,-19-8 0,-2-2 197,4 2 0,-1 0 0,9 2 89,-7-2 350,-15-4-169,-2-1 89,-46 2-269,7-5-45,-3 0 0,-2 0 45,1-2 0,1-1 0,1 1 0,-1-2 0,-7 1 0,0-2-45,9 0 0,2-1 45,-10-4 873,14-13-963,21 5-180,11-31 90,3 21 0,3-2-171,5-10 1,1-1 215,-2 6 0,0 0 0,3-5 0,-2 0 0,-7 11 0,-2 1-76,0-5 1,-1 1 120,-2-10-90,-20-7 90,1 28-90,-22-14 90,13 23-810,-25 0-539,16 11-90,-6 0 1439,11 8 0,13 0 0,-2 2 0</inkml:trace>
  <inkml:trace contextRef="#ctx0" brushRef="#br0" timeOffset="101189">8064 2822 10501,'-25'-30'810,"-4"-2"-631,7 8 181,-17-8-1034,0 10 764,11 11 0,-1 2-45,4 2 0,-2 4 44,-4 8 1,-3 5 0,2 4 0,-7 12 0,0 4-1183,8-7 1,-2 1 0,3 2 1005,5 1 0,2 1 1,2 4 131,1 4 0,1 3 0,1 2 0,1-2-114,3-3 1,2-1-1,0 1 1,-1 2 85,0 3 1,-1 3 0,1 0 0,1 0 0,2-4-18,0 7 0,3-4 0,1 2 30,3 5 0,1 1 0,4-3-30,2-12 0,3-1 0,1 0-546,4 6 1,1 2-1,2-4 546,3 6 0,7-5 0,5-9 0,5-1 0,-1-6 0,-6-7 0,2-2-294,9-1 0,5 0 0,-5-5 294,-6-6 0,0-5 0,1-2 0,5-4 0,1-1 0,-4-1 0,5-3 0,1-4 0,-6 2 0,5-3 0,-1-2 0,-4-1-22,-1-4 1,-5-3 0,0-2 43,-3 2 1,0-2-1,0 0 1,-3-1-23,3-3 0,-2-1 0,-2-4 18,-7 3 0,-1-4 0,-1-2 0,-1 2 0,-3 4 12,0 2 0,-3 4 0,-1-6 24,-2-6 0,-1-7 0,-1-4 0,-4 2 0,-4 5-32,-7 4 1,-6 2-1,-1 2 1,0-1-1,4-2 0,1-1 1,-3 1-1,-6 3-22,-9 5 0,-6 0 0,-4 4 0,1 3 0,5 6 235,4 4 0,1 6 1,-4 1-236,-4 1 0,-7 1 0,-2 1 0,1 3 0,3 4-68,4 5 1,2 3-1,1 3 1,-2 2-131,0-1 0,-3 2 0,1 2 0,0 0 1,3 1-73,0 0 0,2 1 0,1 1 0,0 4 270,3 4 0,0 4 0,0 2 0,3 0 0,3-3 0,0 4 0,5-2 0,-1 3 0,0 4 0,-1 0 0,1-1 0,-1 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07:14:50.281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3048 4126 9781,'0'-10'1350,"0"-2"-1081,-1 5 361,1-2 90,-1 1-181,0 2 91,0-2 449,1 1-989,-1 17 0,1-1 90,-4 40-90,1-23 0,0 1-287,-3 12 0,0 1 242,1-8 0,0-1 0,-1 7 0,0-1-45,2-4 0,0-1 0,1-6 0,0 0-90,1 3 0,2-3-540,4-3-449,5 0 359,2-11-2428,11-8 3148,9-13 0,5-5 0,7-8 0</inkml:trace>
  <inkml:trace contextRef="#ctx0" brushRef="#br0" timeOffset="376">3532 4168 12030,'4'-9'1080,"-1"-2"-271,-1 4 810,1-1-989,-7 5-360,-2 4 269,-8 11-179,-8 19-180,9-9 0,0 3-283,-2 6 0,1 1 148,3-6 0,1 1 45,2 5 0,1 1 0,3 13-90,3-18 0,3-1 0,4 9 0,11 0-90,18-17 90,-4-5 0,16-11 0,-13-16 0,0-5-1136,-5-2 1,0-1 1135,7-3 0,-2-4 0,-10-3 0,-6-3-265,-7 6 1,-4-1 309,-4-7 0,-3 0 0,-1 8 0,-5 1-45,-9-2 0,-5 3 0,-1 10 0,-4 4-45,-11 1 0,-3 3-45,10 4 0,0 3-225,-10 9 0,3 4-224,3 5-316,10 1 1,3 2-1866,7 10-557,8 9 2927,12-12 0,18 1 0,1-9 0</inkml:trace>
  <inkml:trace contextRef="#ctx0" brushRef="#br0" timeOffset="976">4446 4219 13559,'3'-7'1979,"0"0"-899,-2 1 179,1 1-360,-1-2-2968,0 2 360,-5 6 540,1-1 1169,-8 2 90,6-3 90,-2-3 0,1 0 0,-2 1-90,1 2 90,-14 7-90,6 2-1,-24 19 1,6 7-45,16-16 0,1 2-358,-5 15 0,3 2 358,9-11 0,1 1-45,-2 4 0,3 0-106,7-2 1,6-1 105,15 10 45,-4-15 0,1-1-45,16 6 0,12-10 90,-2-16-90,-14-5 0,0-2 0,3-4 0,-1-3 90,2-5 0,-1-1-45,-9 2 0,-1-1 45,2-7 0,-3-2 44,-9 2 1,-2-2 0,0-6 0,-4-2-925,-4-2 1,-4 0 879,-2 5 0,-4 2 0,-6-6 0,-4 3-256,1 8 1,-3 3 210,-4-3 0,-2 3-45,-14-2-6,10 18 0,-1 7-624,-7 16-45,11-2 1,3 2-585,0 13-2018,14 11 3259,17-6 0,7 3 1,6 3-1</inkml:trace>
  <inkml:trace contextRef="#ctx0" brushRef="#br0" timeOffset="1150">5149 4301 12570,'13'-7'2069,"-3"0"-1530,-1 2-89,-2 0-90,-4 3-2969,2-2-668,-9 17 708,-1-4 2569,-12 16 0,-2-7 0,-3 1 0,-3 3 0,-1 0 0</inkml:trace>
  <inkml:trace contextRef="#ctx0" brushRef="#br0" timeOffset="1507">2341 5358 11400,'8'-5'810,"2"1"-540,-3 2 360,6 0-1,2 0-89,11 0-180,12-2-181,-13 2 1,1 0-812,1-1 0,0 0 452,21-1-695,-5 1-1104,-14 2-1298,0 4 2949,-12 0 0,-7 4 1,-7-1-1</inkml:trace>
  <inkml:trace contextRef="#ctx0" brushRef="#br0" timeOffset="1741">2541 5539 12210,'-12'1'2698,"2"-1"-1798,1 0-180,1 0-181,3 3-269,3 3-90,2 2 0,2 4 90,1 0 0,5 12-91,1 10-448,1 11 89,-3-5-180,-7-14 0,-1 0-1079,-7 21 45,1-18 0,-2 1 1394,-6 5 0,-1-2 0,3-11 0,-1-1 0,-2 1 0,0 1 0</inkml:trace>
  <inkml:trace contextRef="#ctx0" brushRef="#br0" timeOffset="1934">2309 6132 12750,'-7'5'2878,"6"3"-2608,5-6-90,6 1 180,11-5-180,0-1-270,2 0 0,3-2-720,20-6-90,-16 5 1,0-1-740,-2 0 1,-2 0-1639,11-3 3115,-6 1 0,-6 0 0,0-1 0</inkml:trace>
  <inkml:trace contextRef="#ctx0" brushRef="#br0" timeOffset="2584">2885 5862 12840,'-13'-15'2968,"3"3"-1709,1 3-269,3 4 719,-1-2-1260,3 15-89,1 6-270,0 17-270,2 10-179,0 3-1237,0 3 1326,-2-13-180,1 2 90,0-14 90,1 1-269,-1-10 449,2-22 0,3-12 45,1-4 0,-1-2-45,4-16 45,1 5 0,0 1 1191,0 3-1191,-1 6 0,2 3-45,2 8 90,4 5 0,-2 8 0,5 12-90,-2 10 90,4 10 0,-5-1 0,0 5 0,-5-4 90,-1-5 180,-1 0 630,-4-15-721,1-12 1,6-14-180,-2-4 0,4-7 90,0 5-90,0 2 0,9-4-90,-8 13 90,5 8 0,-8 15 0,0 9 0,-4 2 0,-2 15 0,-4-6 0,2 10-90,-2-10 0,2 2-179,2-11-271,2 1-360,3-8-359,2-7-540,5-7-1478,6-8 348,-2-2 2929,5-6 0,-2-3 0,4-4 0</inkml:trace>
  <inkml:trace contextRef="#ctx0" brushRef="#br0" timeOffset="3198">3697 5790 12750,'-6'-7'1259,"-4"-2"-360,-3 4 721,-15-4-1171,7 4 1,-6 1 270,6 3-181,-3 4-89,-7 5-90,-1 6-90,1 7-90,4 7-90,9-2-90,5 7-180,8-7 0,4 4 90,4-8-270,9-1 0,9-10 270,-3-2-90,13-10 90,-6-10-89,12-14 89,-5-3 90,-5 1-90,-6 2 90,-10 8-90,2 0 90,-6 7 0,1 26 180,-8 26-121,-1-7 1,0 7 0,-1-1-753,1-1 0,-1 0 0,0 2 693,1-2 0,-1 3 0,1-1 0,0-3 30,0-1 0,1-3 0,0 1-412,1 6 1,1 1 0,0-3 426,0 5 0,1-1-279,0 6 0,0-2 279,-2-15 0,1-2-45,2 18 0,-4-26 1736,-13-30-1646,-4-15-90,5 1 0,-1-2 0,-4-8 0,1 1 375,2 5 0,1 0-375,-5-7 0,1 0 0,3 6 0,2 2 0,-5-11 648,6 5-648,9 10 90,9-6-180,17-5-90,-4 14 1,2 0-1174,9-5 0,0 1 1083,-4 4 0,0 1-585,7-4 1,0 0-596,-9 5 0,-1 0-189,3-2 1,-1 0 1220,9-8 1,-5-1-1,-12 6 1</inkml:trace>
  <inkml:trace contextRef="#ctx0" brushRef="#br0" timeOffset="3665">4166 5750 12660,'-3'-10'1889,"1"1"-1350,0 1 271,1 2-1,0-1-179,-1 1-90,0-1-90,-2 3-271,-6 1 181,-5 5-90,-7 5-90,-8 7 0,0 3-90,2 2 0,8-3-90,6 3 0,11-5-90,4 5 0,6-6-90,12 3-90,5-1-90,8 4 90,3 1 1,-5 2 89,-4 1 90,-9 0 0,-8-5 0,-8 5 0,-9-4 90,-8 6 0,0-6-90,-10 0 0,3-8-360,-5 0-449,1-6-720,5-10-1260,5-8 1080,6-3 1799,4-18 0,4-1 0,-1-13 0</inkml:trace>
  <inkml:trace contextRef="#ctx0" brushRef="#br0" timeOffset="3909">4052 5191 11221,'-1'-17'809,"0"6"360,1-5-539,0 6 719,0 0-1259,-3 16 90,1 3 0,-6 32 0,-2 6-1368,3-15 1,0 1 962,0-6 0,1-1-978,0 2 0,1-1-1856,-3 9 3059,2 1 0,3-9 0,1-4 0</inkml:trace>
  <inkml:trace contextRef="#ctx0" brushRef="#br0" timeOffset="6474">7218 5194 9152,'4'-9'899,"-1"2"-629,0 1 360,-2 2 359,2-4-359,-2 0-90,-1-4-181,-5 3 1,-9 3-270,-4 5 90,-14 13 0,-5 6-90,7 3 0,-1 2-257,3-5 0,0 1 0,1 2 197,1 5 0,3 3 0,2 0-503,-2 8 1,3 2 472,5-8 0,1 1 0,3-1 45,-1 5 0,4 0-45,8 2 0,5-2-412,6-8 1,3-2 321,7 3 0,3-2 0,-4-7 0,3-3-405,18-1 0,1-7-315,-11-6 1,0-4-830,16 1 1,-2-4 1464,-15-1 1,-3-2 0,0-3-1,-1 0 1,10-6 0</inkml:trace>
  <inkml:trace contextRef="#ctx0" brushRef="#br0" timeOffset="7149">7443 5636 12750,'-9'-8'1349,"3"2"-989,1 0 179,-1 1-89,1 0 180,-17 9-450,5 6 0,-16 12-90,13-2-90,0 9 0,8-6-90,3 4 0,5-8-90,11-2 0,4-10-90,20-6 90,6-15 90,2-9 0,-5-9 90,-18 8 0,-3-6 0,-7 10 0,0-3 0,-3 9 0,-1 3 0,1 20 0,3 0 0,3 15 0,1-9 0,8 4 0,3-7 90,8 0-90,7-9 0,-8-3 90,11-10-90,-15-1 0,-1-2 0,13-9 0,-10 1 0,-3-2 0,-4-2 0,4-18 90,-12 15-90,-1-2 0,-5 7 0,-2 10 0,-6 29 0,-1 16 0,-1 1 0,0 2-281,2-8 0,-1 2 311,0 8 0,-1 5 0,1-2-1563,-1 5 1,1 1 1532,0-9 0,0 3 0,1-2 0,-2 12 0,1-2-253,1-13 1,0-1 252,0 3 0,0-3 90,-1 15-90,0-10-180,2-20-3097,1-2 1152,-1-24 2125,-1-15 0,1-22 0,0 19 0,1-1 0</inkml:trace>
  <inkml:trace contextRef="#ctx0" brushRef="#br0" timeOffset="7465">7862 5442 11490,'-2'-10'540,"1"1"-90,-1 0 90,1 1-1,1-6-359,0 6 180,7-7-90,7 6-90,11 0-90,3 5 90,16 10-91,-17 6 1,-1 4-90,-1 0 0,-1 3-45,-1 0 0,-4 2 45,-4 21 0,-21-8 0,-14 10 0,-6-10-333,3-15 0,-2-1 333,-18 2 0,18-9 0,-1-2-449,-23 0-1,23-9-90,3-3-1619,19-9-1118,6-6 3174,4-2 0,13-11 1,0 4-1</inkml:trace>
  <inkml:trace contextRef="#ctx0" brushRef="#br0" timeOffset="7740">8432 4959 11131,'-3'-22'1349,"-1"5"-1079,0 1 269,1 6 541,1 4-810,4 18 179,4 16-224,1 13 0,0 7-676,-2-1 0,-1 1 481,0-13 0,0 0 0,-1 0 30,-2 0 0,-2 0 0,1-2 30,-1 5 0,0 0-405,-1 7 0,0-2 270,0-11 0,1-3-184,0 1 0,1-3-581,3 4-899,2-4-1568,6-12 2924,-1-12 1,6-10 0,-4-5-1</inkml:trace>
  <inkml:trace contextRef="#ctx0" brushRef="#br0" timeOffset="7931">8448 5297 11490,'-11'-6'1709,"2"0"-1169,10 11-450,11-1 180,8 4-180,4-5-270,7-3-630,-2 1-2068,4-2 2878,-2 2 0,-4 1 0,-3 2 0</inkml:trace>
  <inkml:trace contextRef="#ctx0" brushRef="#br0" timeOffset="8150">8757 5401 13469,'-10'1'1619,"1"4"-1079,5 6-90,-1 8-90,4 10-270,0-4 179,4 15-448,-2-9-271,1 11 0,-2-13-989,1 1-1260,-1-10 2699,1-1 0,0-6 0,0-6 0</inkml:trace>
  <inkml:trace contextRef="#ctx0" brushRef="#br0" timeOffset="8374">8782 5025 12120,'-6'-13'2339,"1"3"-1440,2 1-179,0 2 449,1 1-1439,-4 9-629,3 2-1080,-2 9-899,7 1-399,4 0 3174,1-1 0,6 3 0,-2-2 1</inkml:trace>
  <inkml:trace contextRef="#ctx0" brushRef="#br0" timeOffset="9257">9077 5455 12210,'-13'-3'1979,"3"1"-1439,1-1 539,-2 0-180,-2 2-179,-6 2-450,4 2 449,-10 13-539,12-5 0,-9 19-270,12-5-180,0 11 91,5-8-181,4 4 0,7-8-90,6 3 360,0-9-269,9-4 89,5-10 90,2-5 90,-2-4 0,-3-8 0,-10-3 90,0-5 0,-7 3 0,-7-6 90,-7 2-90,-6-6 90,-9-1-90,5 10 0,-4-1 0,11 12 0,2-1-90,2 4 90,4 0 0,5-1 0,0 1-90,10-5 90,4 1 0,8-3 0,-3 1 0,13-4 0,-10 4 0,3-1 0,-6 3 0,-8 3 0,2 1-90,-5 2 180,0 3-90,-1 6 0,1 7 0,0 11 90,-3 12-90,-4-5 0,-2 1 0,-1 1 0,-2 3 0,0 0 0,-1 1 0,-2 6-552,2-17 0,0-1 642,-1 8-90,0-1 90,2-14 90,0 1 0,9-20-90,3-10 90,13-28-180,-10 15 0,0-1 208,4-7 0,-1-1-163,2 0 0,-2 0-45,-2 7 0,-1 0-8,0 1 1,1 2 7,4-5 0,3 4 0,-7 11 90,2 12-90,-3 14 90,1 14-90,-5 6 45,-6 2 0,-3 3-45,0-8 0,-2 0-213,0 15 1,0-1 212,0-17 0,0-1 0,1 2 0,0-2 824,1 6-914,4 4-74,0-15-556,6-1-2338,11-17 1619,-1 1-1838,21-14 3088,-13-1 1,4-2-1,2-2 1,-1 0 0,-1 1-1</inkml:trace>
  <inkml:trace contextRef="#ctx0" brushRef="#br0" timeOffset="9432">10412 5673 13559,'9'0'3276,"1"-1"-1335,-1 0 308,-1 0-1170,-1-1-449,-2 0-3907,1 0 0,-22 11 2730,-3-2 1,-4 1 0,-3 2 0,2-4 0,0 1 0</inkml:trace>
  <inkml:trace contextRef="#ctx0" brushRef="#br0" timeOffset="10749">2441 6932 8702,'6'-10'1259,"2"-2"-629,0 1-360,-1 0 449,1-1 91,-2 2-90,2-3-451,-3 5 541,1-2-91,-4 5-449,3 13-90,-5 13 0,-1 24-270,-3-5-45,1-11 0,0 0-764,0 16-740,3-17 1,0 0-763,2 10 2147,5 7 0,-3-13 0,3 9 1</inkml:trace>
  <inkml:trace contextRef="#ctx0" brushRef="#br0" timeOffset="11707">7074 6787 10951,'-5'-11'-90,"1"1"270,3 4 90,4-1 89,6 1-179,6 0 180,24 1-225,-8 4 0,3 0-732,0 0 0,3 0 0,2 1 642,-3 1 0,4-1 0,-1 2 0,0-1-15,7 0 0,0 0 0,4 0-1,-11 1 1,4 0 0,2 0 0,0 1 0,-2-1 0,-5 0-686,6 1 1,-4-1-1,4 1 674,2 0 0,5 0 0,2 0 0,-3 1 0,-7-1 27,5 0 0,-3 1-367,-4 0 1,3 0 0,1 0 0,-6 0 141,6 0 0,-4 0 90,9 2 0,-3-1-540,0 1-596,-27-3 1226,-4 0 0,-22 3 0,-8 0 0</inkml:trace>
  <inkml:trace contextRef="#ctx0" brushRef="#br0" timeOffset="12565">2389 8119 10681,'-11'1'2968,"2"1"-2878,24-1 0,-8 1-90,19 0 90,-14 1 0,9 2 0,-1 5-90,0 1 90,0 9-90,-11 3 0,-5 18 0,-7-4 0,-3-9 0,-4 1 0,-2 2 0,-2-1-813,2 1 0,-1 0 813,1-4 0,1-1-90,0 12 90,10-15 0,7 4 0,6-8-90,25 2 90,-14-14 0,3-1-1353,10 1 0,2 0 1263,-6-3 0,0 0-180,9-2 0,1-1-1030,0 1 0,0-1-339,-2-1 1,0 1 1569,-3-1 1,-1 1-1,-10 0 1,-2 0 0,14 1-1</inkml:trace>
  <inkml:trace contextRef="#ctx0" brushRef="#br0" timeOffset="13132">7333 8480 10771,'-7'-8'0,"13"-3"180,15 4-90,14-1-45,1 5 0,4 1-1684,8 0 1,4 0 1568,-5 1 0,3 0 0,2 0 115,-6 1 0,2-1 0,1 1 0,0 0-45,-7 0 0,0 0 0,0 0 0,1 0 0,0 0-386,3 1 0,1 0 0,0-1 1,0 1-1,-2 0 404,-2-1 0,0 1 0,-1-1 0,-1 1 0,-1 0-41,1 0 1,-1 0-1,-1 0 1,0 0-45,1 0 0,1 0 1,-1 0-1,-3 0-143,0 0 0,-2 1 1,0 0-151,3 0 0,0 0 0,-3 0-225,0 1 1,-5 1 584,2 4 0,-35 2 0,-8 2 0</inkml:trace>
  <inkml:trace contextRef="#ctx0" brushRef="#br0" timeOffset="13840">2526 9884 9422,'2'-8'180,"0"1"-1,2-1 91,4-2-90,5-2 0,8-1 0,3 1-90,6 2 0,-6 3 0,2 2-90,-8 4 90,1 2-90,-6 2 90,-4 6 0,-8 3 0,-7 7-90,-9 7 90,-5 0-90,-2 2 0,4-1 0,7-8 0,8 4 89,10-3-89,11 4 0,4-2 0,17 6 0,-6-7 0,6 7 0,-12-6 0,-8-1 90,-13 0-90,-18 6 0,-7-4 45,-2-6 0,-3-1-412,0-3 0,0 1 322,-6 2 0,0 1-315,-14 5-1799,5 1 2159,24-10 0,3-1 0,10-3 0</inkml:trace>
  <inkml:trace contextRef="#ctx0" brushRef="#br0" timeOffset="14373">7812 10106 10051,'-11'-6'270,"-3"-2"0,3 2 0,0 0 180,4 1 89,3 1-359,4-2 0,4 3 90,21-3-135,16 3 0,8 2-1206,-13-1 0,0 1 1,2 0 1100,5 0 0,2-1 0,2 2-8,-5-1 1,1 1-1,1 0 1,0 0 21,-2-1 1,0 1 0,0-1 0,2 0-27,1 0 0,1 1 0,1 0 0,0-1 0,-2 0-289,3 0 0,-2 0 0,0 0 1,0 0 292,3 0 1,2 0-1,-2 0 1,-2 0 7,-1 1 0,-2-1 0,0 0-30,1 0 0,-1-1 0,-1 1-45,9 0 0,-4 0-421,-17 0 0,-5 0-2503,3 1 361,-28-1 2608,-14 1 0,-27 1 0,-3 0 0</inkml:trace>
  <inkml:trace contextRef="#ctx0" brushRef="#br0" timeOffset="18457">12841 4965 10141,'-3'-29'720,"1"6"-540,-1 3 90,2 9-1,-1-1-179,4 17 0,0 11-45,0 15 0,0 5 0,0-10 0,0 1-172,-1 4 0,0 5 0,0-3 172,-1 3 0,0-1-494,1 9 0,-1 0 494,0-3 0,0-3-45,0-9 0,0-3 0,1 22 90,0-22 180,0 0-90,0-10 347,2-7-527,1-13 179,6-28-89,-3 3-45,1-4 0,-1-3-45,0 1 0,-1 0-783,2-9 0,0-1 783,-1 7 0,-1 1 135,0-2 0,0 3-226,2-7 271,1-3-180,-1 18 90,2 11 0,2 13-90,11 16 90,-2 6-90,-3 1 0,1 3 0,-3 0 0,-1 1 346,5 8 1,0 2-347,-5-7 0,0 0 0,3 6 0,-1-1-140,-3-6 0,1-2 5,2 2 0,0-1-315,14 15-269,-4-14 179,-10-13-2069,2-9 2609,-4-9 0,3-7 0,0-6 0</inkml:trace>
  <inkml:trace contextRef="#ctx0" brushRef="#br0" timeOffset="18684">13411 4816 11131,'-4'-15'90,"2"5"-90,-1 0 449,3 5-269,0 14-90,4 25 0,0 3-45,0-1 0,0 2 0,-1-8 0,1 1-478,0 10 0,0 1 388,0-1 0,0-1-90,0-8 0,-1 0-270,2 4 0,0-1-2005,3 9 2410,5 4 0,0-16 0,2-9 0</inkml:trace>
  <inkml:trace contextRef="#ctx0" brushRef="#br0" timeOffset="19076">13772 5213 12120,'13'-3'360,"5"0"-270,2 2 90,8-3-180,-3-3 180,6-6-90,-5-11 0,-5 3-1,-2-15-89,-17 8 90,-4-7-90,-8 3 0,0 10 0,-8 8-90,-1 14 90,-11 15 0,5 4 0,8 1 0,3 2 0,-4 21 0,11-11 0,2 0 0,3 15-238,8-17 0,3 0-32,14 5-360,10 2 181,-2-16-1170,13-9 314,-18-11 1,0-3 1044,-1 1 1,1-1-1,6-3 1,-1-1-1,16-6 1</inkml:trace>
  <inkml:trace contextRef="#ctx0" brushRef="#br0" timeOffset="19649">14442 5023 10771,'-4'-8'719,"0"1"-449,1 2 270,-2-2-90,-1 1-90,0 0-91,-6 4 1,0 8-90,-7 8-180,5 1 180,-8 17-90,9-2-90,0 10 0,8-10-270,10 3-90,17-4 90,7-3 181,4-6-91,5-15 0,-7-10 90,8-8 90,-9-5 0,-1-12 180,-12 0 0,-1-7-90,-8 10-1,-2-5-89,-3 19 90,-1-4 0,4 30-90,-1 22 0,-2-2 0,1 3-200,0-3 0,-1 3 230,-1-3 0,0 1 0,0 1-679,2 9 0,-1 0 649,0-6 0,-1 1 0,0-2 0,1 5 0,-1-1 45,0 6 0,0-2-249,-2-15 1,-1-1 248,0 5 0,0-2-45,-7 16 0,-3-15 90,0-14-180,-14-7 180,11-10 237,-20-9-327,7-12 0,-5-12 1272,9 3-1272,7-11 0,17 1-141,4 13 0,4-1 96,7-5 0,6 1-225,7-2 1,4 0-151,-6 10 0,1 0 0,1 0-673,3 1 1,2 0 0,-2 1 682,7-5 0,1 2 1,-9 5-1,1 0 1,-1 0-1,7-4 0,0 1 1</inkml:trace>
  <inkml:trace contextRef="#ctx0" brushRef="#br0" timeOffset="19826">15809 5109 13379,'7'-8'1350,"-2"2"-811,-1 2-89,-1 1-90,0-1-1080,1 0 1,0 6-2160,-4 6-398,-13 11 3118,-7-1 1,-7-2 0,-5 0-1,0-1 1,-1 0 0</inkml:trace>
  <inkml:trace contextRef="#ctx0" brushRef="#br0" timeOffset="20726">9169 8295 11580,'10'2'270,"-2"0"-270,-2 0 90,3 1 0,7 4-90,2 1 90,19 7-90,7 0 45,-12-4 0,4-1-1633,12 1 0,1-2 1633,-8-1 0,1-2-45,2-2 0,4-1 0,1-1 22,-12-2 1,1 0-1,1-1 1,1-1-23,-1 0 0,2 0 0,1-1 0,1 0 0,0 0 17,6-2 1,1-1 0,1 0 0,-1 0 0,-2-1-18,-7 2 0,-2-1 0,-1 0 0,1-1 0,2-1-375,0 0 0,2 0 0,1-2 0,0 0 0,-1 0 1,0-1 374,3-2 0,-2 0 0,0-1 0,1-1 0,2-1-201,-8 3 0,1-1 1,1-1-1,0 0 0,1-1 1,-1 0-1,0-2 201,1 0 0,1-1 0,-1 0 0,0-2 0,0 0 0,0 0 0,-1-1-140,0-1 0,-1 0 0,0-1 0,0-1 0,-1 0 0,0-1 0,0 0 140,-2 1 0,1-2 0,-1 1 0,-1-1 0,0 0 0,-1 0 0,-1 0 27,0 0 1,-1 0 0,-1 0 0,-1 0 0,0-1 0,0 0-28,0-2 0,0-1 0,-1 0 0,0-1 0,-1 1 0,-2 0-18,1-1 0,-3 1 0,0-1 0,0 1 0,1-2 18,1-4 0,2 0 0,-1-2 0,-1 1 0,0 0 18,-3 2 0,0 0 0,-1 0 0,-1 1 0,0 0 99,2-5 0,-1 0 1,-1 1-1,-1 1-87,3-8 0,-1 1 0,-3 3 15,1-4 0,-2 3 45,-3 1 0,-2 2 603,-5 12 0,-2 3-603,1-4 0,0 2 90,1-16-90,-3 18 1183,-1 2-1183,-3 11 2478,0 1-4367,0 3 1870,-1 15-71,-3 6 0,-2 15 0,-5 3 0</inkml:trace>
  <inkml:trace contextRef="#ctx0" brushRef="#br0" timeOffset="21493">9522 9967 11311,'14'-15'359,"1"4"-269,4 5 0,1 4 180,25 6-180,-18 0 0,1 1-364,6 0 1,2 1 333,-4 0 0,2 0 0,1 0-683,0-1 0,0-1 0,3 0 645,-2 0 1,1-1-1,3 0 1,0-1-538,8 0 1,2-1 0,0-1 0,-2 0 536,-7 0 1,-1-1 0,0-1-1,2 0-398,4 0 0,3-1 0,2-1 0,-1-1 0,-2 1 394,-4-1 0,-2-1 0,-1 0 0,2 0 0,1-1-165,1 0 0,1 0 1,1 0-1,1-1 0,0-1 1,1-1 158,-5 1 1,2-1 0,0 0 0,0-1 0,0-1 0,0 0 0,-1 0-65,1-1 0,0 0 0,-1-1 1,0 0-1,1-1 0,-1-1 0,1-1 52,-5 2 0,1-1 0,0-1 0,0-1 0,0 0 0,-1 0 0,0-1 0,0 0-40,3-4 1,1 0-1,-1-1 1,0 0 0,-2 0-1,0-1 1,-3 1 39,0 0 0,-1 0 0,-2 1 0,0-1 0,-1-1 0,1-2-15,2-2 0,0-2 0,0-1 0,0 0 0,-2-1 0,-2 1-3,0-1 0,-1 0 0,-2 0 0,0-1 0,1-1-6,-1 0 1,0-2 0,1 0-1,-1-1 1,-1 1 0,-2 2 23,0 0 0,-2 2 0,0 0 0,-1-2 0,0-2-13,-2 2 0,0-2 0,0-3 0,0 0 1,-1 0-1,-1 2 0,-1 1 13,-1-2 0,-1 2 0,-1 1 0,0 0 0,0-3 0,4-5 0,0-2 0,0 0 0,0 1 0,-3 1 0,-1 2 0,-2 3 0,-1-1 0,0-2 36,-2 3 0,-1-2 0,0-1 0,-1 1 0,1 0 9,0-2 0,0 1 0,-1 0 0,1-3-9,0-2 0,0-4 0,1 0 0,-1 1 0,-2 5-6,2-4 0,-2 5 0,1-1 99,-3 7 1,0 0 0,0 0 0,-1 3-100,1-1 0,-2 3 0,1-2 0,1-7 0,0-2 0,0 2-30,1-5 0,-1 0 30,-1 10 0,0-1 0,-1 4 323,-1 5 0,1 1-353,0-6 0,0 3 1532,1-6-1532,-3 15 2291,0-1-4719,-1 7 2261,-4 19 167,-2 8 0,-5 19 0,-1 2 0</inkml:trace>
  <inkml:trace contextRef="#ctx0" brushRef="#br0" timeOffset="22340">7528 11936 11041,'-11'7'989,"13"-1"-719,3-3 180,23-3-1,14-3-224,-3 1 0,4-1-721,-4 2 1,3-1 585,-8 1 0,4-1 0,2 1 0,1 0-609,2 1 1,2-1 0,2 1 0,-1-1 0,-2 1 540,4-1 1,-2 1-1,0-1 1,5 0-230,-11 1 1,4 0 0,2 0 0,0 1 0,0-1 0,-2 1 0,-2-1 224,3 1 0,-3 0 0,-1 1 0,1-1 0,1 1-261,1-1 0,1 1 0,1 0 0,0 0 0,0 0 0,0 0 228,-2 0 0,0 0 0,0 0 0,0 1 0,-2-1 0,-1 0-74,10 1 1,-3 0 0,0 0 0,0 0-25,1 0 1,1 0 0,-1-1 0,-4 1-68,0 0 0,-3-1 0,0 1-30,0-1 0,-1 1 0,-2-1 528,6 0 1,-5 1-769,1 0-2827,-24-1 3383,-24 0 0,-9-1 0,-12 0 1</inkml:trace>
  <inkml:trace contextRef="#ctx0" brushRef="#br0" timeOffset="23026">10179 12029 12120,'-10'1'1529,"11"2"-1259,6 2 180,20 5-270,-3-2-1,5 1 1,3 0-45,4 1 0,4-1-586,-6-2 0,4 0 0,3 0 0,-2-1 496,1 0 0,0-1 0,1-1 0,3 1-431,-2-2 0,3 1 0,1-2 1,1 1-1,1-2 416,-1 0 0,1-1 0,2 0 0,-1-1 0,-1 0 0,-2 0-12,-2-1 0,-2 1 0,-1 0 0,1-1 0,3-1 7,-1 1 1,1-1 0,3 0-1,0-1 1,0 1 0,-1-1 0,-3-1-404,5 0 1,-2-1 0,-1-1-1,1 0 1,3 0 388,-10 0 0,3 0 0,2 0 1,0-1-1,0 1 0,0-1 1,-2 0-1,-2 1-204,2-2 0,-1 2 0,-2-1 0,0 0 0,1-1 0,3 0 204,-2-2 0,2 0 0,2-1 1,1 0-1,-1-1 0,0 0 1,-1 0-1,-3 0-106,2-2 0,-1 0 0,-2 0 1,0 0-1,1-2 0,1 0 95,-2 0 0,1 0 0,1-1 0,0 0 0,1-2 0,-1 1 0,0-1 0,-1 0-23,-1-1 1,-1 0-1,0-1 1,0 0 0,-1 0-1,-1 0 1,0-1 0,-2 2 7,5-4 0,-1 0 0,-2 1 0,0-1 0,0-1 0,1-1 2,-1-1 0,0-2 0,0 0 0,0-2 0,0 1 1,-2-1-1,-1 0-2,0 0 0,-1 0 0,-2-1 0,0 0 0,0-2 0,2-3-9,-4 4 0,1-3 0,1-2 0,0-1 0,0 0 0,0-1 0,-1 1 0,-1 1 0,-2 2 24,0 1 0,-1 0 0,-1 2 0,-2 1 0,1-2 0,0-1 0,0-3 0,-1 1 0,0-2 0,1-2 0,0-2 0,-1 1 0,0-1 0,-1 1 0,-2 2 0,-1 1-15,2-7 0,-3 3 0,-1 0 0,0 1 0,-1-2 0,0-1 3,-1 6 1,-1-1 0,1-1 0,-1 0 0,0 0-1,0 0 1,-1 0 0,-1 2 11,3-7 0,-2 2 0,0 0 0,0 0 0,-1 0 0,0-2 0,-2 4 0,0-1 0,0 0 0,-1-1 0,0 1 0,-1 0 0,1 2-18,0-7 0,0 2 0,-1 0 0,1-1 0,0-3 26,-2 9 0,0-3 0,0-1 1,1-1-1,0 0 0,-1 0 1,0 1-1,0 2-23,1-6 0,-1 2 0,0 1 0,0 0 0,-1-1 0,1-2 15,-1 4 0,0-1 0,0-1 0,0-1 0,-1 0 0,1 1 0,-1 2 0,-1 2-15,1 0 0,-2 1 0,1 1 0,-1 1 0,0 1 0,0 0 134,0-5 1,0 1 0,0 0-1,0 1 1,-2 2-120,1-2 0,-1 0 0,-1 3 0,0 2 0,0 2 0,-1 2 0,0 0-30,-1-4 0,1-2 0,-1 2 30,0-11 0,-1 5 671,0 14 1,1 2-672,-1-2 0,1 3 0,0 3 1730,-2-12-1730,2 19 2911,0-1-4351,-1 6 1906,4 14-1276,0 2-1888,0 7 2698,-1-2 0,-1-7 0,0 1 0</inkml:trace>
  <inkml:trace contextRef="#ctx0" brushRef="#br0" timeOffset="23509">15904 6313 10861,'3'-10'809,"0"0"-359,-3 3 180,0-2-270,-3 0-181,-13 17-179,2 3 90,-13 20 0,-2 5-45,12-15 0,0 0-415,-5 7 0,-2 4 0,1-1 370,0 1 0,0-1 45,-5 9 0,0-1-379,9-9 0,0-1 379,-2 4 0,1-2-194,-2 9 149,-3 1 0,11-12 0,8-17 0,10-8 90,11-19-90,4-4 0,1-5 0,1-3-8,0-2 0,-1-1 8,-1 2 0,0-2 0,-1 1 0,4-7 0,0 0 0,3-8 0,-2 1 211,-7 15 1,-2 1-212,4-7 0,0 3 0,1-2 157,0 11-247,-6 24 90,7 17 0,-1 5 0,-2 2 0,1 4 78,0-2 0,1 1-78,7 10 0,1 0 0,-5-9 0,2 0 0,7 5 0,3-2-90,-5-8 1,4-1-481,-3-2 0,4 0 0,-3-1-374,2-1 0,-1-2 944,8 1 0,-3-4 0,-3-8 0,5-3 0</inkml:trace>
  <inkml:trace contextRef="#ctx0" brushRef="#br0" timeOffset="26915">13201 6030 8342,'3'-8'990,"2"1"-631,-3 3 181,0-1 0,1 0 89,-2 0-539,-4 7 0,0 0-90,-11 8 180,-7 2-180,-18 10 90,3-3-303,8-4 1,-1 0 256,6-2 1,-1-1-45,-12 7 0,2 0 45,11-6 0,1-1-45,-5 3 0,1 0 0,2-1 0,0 1 0,8-6 90,5-2-90,15-11 0,6-6 90,18-16-90,6-10-7,-14 15 1,0-2 6,11-14 45,-13 12 0,-1 1-45,5-8 0,0-2 0,-5 8-90,-7 11 90,3 1 0,1 8 0,-2 6 439,8 12-439,5 12 0,8 12 0,-2 0 0,-8-6 0,1 1-349,-7-10 0,1 1 349,9 9 0,-1-1 0,-9-10 0,1-2-239,5 1 1,0-2-572,10 5-1529,10-1 1080,-15-12 1259,-4-4 0,-2-6 0,1 0 0</inkml:trace>
  <inkml:trace contextRef="#ctx0" brushRef="#br0" timeOffset="27624">14120 6350 9691,'-2'-11'450,"0"-3"-270,1 6 270,-1-4 90,0 5-91,0-5-89,0 6 360,-1-3-630,-2 11 0,1 8 89,-7 16-89,-3 15-90,-3-4 45,5-9 0,-1 0 0,-4 1 0,1-2-708,3-3 1,0-1 662,-3 2 0,1-2 0,-7 10 90,5-10-90,-4 6 0,11-17 90,4-4-90,10-17 1415,0 0-1325,17-29-90,-8 14 0,1-3-375,0-3 1,2-3-1,-1 1 375,2-4 0,0 0 0,-2 3 0,0-1 0,-1 3-153,-1 6 0,-1 1 108,1-2 0,-1 1 45,6-4 0,-3 10 90,-3 15-90,4 8 0,-1 18 0,-2 5 45,-5-3 0,-1 2-45,-2 0 0,1-1 543,-1 0 0,1 1-498,5 11 0,0-1 45,9 8-517,-5-15 1,0-1 426,6 1 90,4-6-180,-4-11-630,5-2-269,-7-7-1979,-2-7 2968,-13-7 0,-9-7 0,-9-5 0</inkml:trace>
  <inkml:trace contextRef="#ctx0" brushRef="#br0" timeOffset="29734">1529 7221 10771,'12'-1'450,"7"1"-271,-7 0 271,14-1-90,1 0-180,-2 0 0,1 1-1189,24-2 1099,-20 0 0,5 1 0,0 0-628,0 0 1,2 0 0,2-1 582,6 1 0,4 0 0,1 0 0,-2 1-574,-7-1 1,-1 1 0,0-1-1,4 1 559,-4 0 0,4 0 0,1 0 0,1 1 0,0-1 0,-1 1-294,1 0 0,-1-1 0,1 1 0,0 0 0,2 0 0,2 0 275,-4 1 0,2-1 0,1 0 0,0 1 1,2-1-1,0 1 0,1 0 0,-1-1-92,-7 1 0,1-1 0,0 1 0,0 0 0,1-1 0,0 1 0,0 0 0,0 0 0,0 0 0,0 0 90,2 0 0,1 1 0,-1-1 0,1 0 0,0 1 0,0-1 0,0 1 0,0 0 0,0-1 0,0 1-42,1 0 1,0 0 0,0 0 0,0 0 0,1 0 0,-1 0 0,-1 0 0,0 0 0,-1 0 0,-1 0 43,3 0 0,-1 0 0,-1 0 1,-1 0-1,-1 0 0,2 0 1,0 1-1,1-1-23,-5 0 1,2 0 0,0 0 0,1 1 0,0-1 0,0 0 0,-1 0-1,0 1 1,-2-1 0,-1-1 23,8 1 1,-2 0 0,-1 0 0,-1 0 0,1-1 0,1 1 0,3 0-4,-6-1 0,3 1 0,1-1 0,1 1 0,0 0 0,1-1 0,-1 1 0,-2-1 0,-1 1 0,-3-1-9,4 0 0,-3 0 0,-2 0 0,0-1 0,0 1 0,0-1 0,3 1 0,1-1 0,3 1 0,2-1 0,0 1 0,-2-1 0,-1 0 0,-3 0 0,-5 0 0,5 0 0,-6-1 0,0 0 0,4 0 12,-4 0 1,3 0 0,3 0 0,1 0 0,-2-1 0,-3 1 0,-4 0-13,9-1 0,-5 0 0,3 1 74,-3-1 0,4 0 0,1-1 0,-3 1 0,-6 0-74,9-2 0,-5 1 535,6-1 0,-3 0-535,-17 1 0,-3 0 1683,19-2-1683,-19 2 2607,7-1-2607,-6 1 0,0 1 0,-7-1 2024,4 2-2024,-2 0 618,6 1-618,5 1 0,-6 0 0,12 1 0,-4-1 0,12 2 90,-9-1-90,6 0 0,-9-1 0,-10-1 0,0 0 0,8 1 90,9-1 0,-18-1 179,4 0-179,-7 0 90,0 0 90,-7-1 0,3 0-180,-5 0 90,-2 0-90,-2 0 180,3 0-180,-3-1-1,2 0 1,-5-1 0,0 0-90,-1-4 90,1-2-90,-1-6 90,-1-1-90,3-20 0,-2 12 0,1-3-384,3-13 0,0-3 384,-1 9 0,0-2 0,1 0-670,0-4 0,1-2 0,-1-1 670,-1 6 0,1-1 0,-1 0 0,0 1 0,1-4 0,0 2 0,-1-2-23,1 4 1,-1-2-1,0 1 1,0 1 22,0-3 0,-1 2 0,1-2-420,1-4 0,0-1 0,-1 1 420,-2 3 0,0 1 0,0 2-168,0-4 0,0 2 168,-3 4 0,0 3 0,-2-6 385,0 2-385,-3 9 1709,-3 9-1799,-5 7 1725,1 7-1635,-11 5 0,-3 6 0,-22 7 251,3-1-251,2 1 0,-6 0-1251,0-2 0,-3 0 1251,12-4 0,-4 1 0,-1 0 0,-1 0 0,6-3 0,-2 1 0,0-1 0,-1 0 0,-1 0-426,2 0 1,-2-1 0,0 0-1,-1 0 1,0 0 0,-1 0 425,-4 0 0,0 0 0,-1-1 0,-1 1 0,0-1 0,-2 0-206,6 0 0,-1 0 0,-1 0 0,-1 0 1,0 0-1,0 0 0,2-1 0,1 1 206,0-1 0,1 0 0,2 0 0,0 0 0,-1 0 0,-2 0 0,-1 0-104,4 0 1,-2 1 0,-1-1 0,-1 0-1,0 0 1,-1 1 0,0-1 0,1 0-1,1 0 1,1 0 103,-5 0 0,1 0 0,1 0 0,1-1 0,-1 1 0,0-1 0,-1 1 0,-2 0-23,7-1 1,-1 1 0,-1-1 0,-1 1 0,0-1 0,0 1 0,0-1 0,0 1 0,0-1 0,2 1 0,1-1 22,-7 1 0,1-1 0,1 1 0,0-1 0,1 1 0,-1-1 0,-1 0 0,-1 1 0,4-1 0,-1 0 0,0 0 0,-2 0 0,0 1 0,1-1 0,-1 0 0,1 0 0,1 0 0,2 0 0,-6 0 0,3 0 0,0 0 0,0 0 0,1 0 0,-1 0 0,-1 0 0,-1 0 0,6 0 0,-2 0 0,-1 0 0,0 0 0,0 0 0,0-1 0,0 1 0,0 0 0,0 0 0,1 0 0,-2-1 0,1 1 0,-1 0 0,1 0 0,0-1 0,0 1 0,1 0 0,0-1 0,1 1 0,-3-1 0,1 1 0,0-1 0,0 0 0,1 0 0,1 1 0,-1-1 0,2 0 0,-4 0 0,2 0 0,0 1 0,0-1 0,1 0 0,0 0 0,0 0 0,-4 0 0,0 0 0,0 0 0,0 0 0,3 0 0,2 0 0,-7 0 0,2 0 0,2 0 0,0 1 69,0-1 1,-1 0 0,2 0 0,3 0-70,7 1 0,3-1 0,-1 1 0,-4-1 0,0 1 0,3-1 0,-1 1 0,2 0 540,6 0 1,3 0-541,-7 1 1777,-1 1-1867,6 0 2748,5 0-2658,4-1 2141,4 0-2230,-1 0 164,6-1-75,-1 0 0,4 0 0,1 1 0,0-1 0,0-1 0,1 2 0,1 1 0,0 3 0,1 4 0,-1 8 0,0 11 0,1 4-188,1-5 0,1 4 188,1 16 0,1 3-769,0-11 0,0 3 769,0 1 0,0 5 0,1-2-536,-1-10 0,0-1 1,0 2 535,-1 10 0,0 2 0,0-1 0,0-9 0,0-1 0,0 1-399,-1 7 1,0 2 0,1-3 428,0-10 0,0-1 0,0 0-56,0 4 0,0 1 0,1-1 26,0 11 0,1-3 0,-1-17 0,0-1 0,0-1 0,1-3 989,0 4-899,2 4 1535,-1-10-1625,-1-5 1213,0-22-2203,0 4-202,1-18-2085,7 8 2634,0-1 1,13-5 0,0 3 0</inkml:trace>
  <inkml:trace contextRef="#ctx0" brushRef="#br0" timeOffset="69165">20022 7779 12210,'5'-11'720,"4"-5"-540,-3 8 89,10-11 1,4-5-180,-3 5 0,2-3-1514,6-8 0,0-2 1469,-2 5 0,1-3 15,-2 0 0,1-3 0,0 0-30,-1 0 0,0 0 0,1-2 14,-2 0 1,2-2 0,-1-1 0,1-1 22,0-4 1,1 0 0,-1-1-1,1-2-31,-5 7 0,0-1 0,0-1 0,0 0 0,0-2-331,-2 4 1,-1 0-1,1-2 1,0 1-1,0-2 1,-1 0 306,0 3 1,-1-1 0,0-2 0,0 1 0,0 0 0,0 1 0,-1 0-247,1-1 0,-1 2 0,0 0 1,1 0-1,-1-1 0,0-2 246,1-1 1,1-3 0,0 0 0,-1-1 0,1 1 0,-1 0 0,0 3-207,-1 0 1,0 2 0,-1 1 0,1 0 0,-1-1 0,1-1 193,1-2 0,0-1 0,0 0 0,0-2 0,1 1 0,-1 0 0,0 1-47,0 2 0,0-1 0,0 1 0,-1 1 0,1 0 0,-1 1 1,0 1 46,1-5 0,0 1 0,0 1 0,0 0 0,0-1 15,0 4 0,0-1 0,0 0 0,1 0 0,-1 1 0,-1 2 44,3-5 0,-1 2 0,0 0 0,1-1-59,-1 3 0,0-2 0,1 0 0,0 0 0,-1 3 0,-1 1 0,0 1 0,0 1 0,0-1 0,1-1 0,0-2 0,0 2 0,-1 1 131,1 1 1,-2 1 0,1 0-102,2-7 0,0-1 0,0 1-1,-1 4 1,0 0 0,-1 1 30,0 1 0,-1 0 0,0 1 282,-1 3 0,0-1 0,-1 2-297,5-13 0,-1 3 741,-5 10 0,0 1-696,0-2 0,0 1 90,5-13 932,-6 17 0,0 1-842,4-14-180,-5 14 1536,-1 4-1536,-5 13 977,1-2-977,-2 5 619,0 0-709,8 11 90,4 20-90,2 4 0,2 15 90,-5 0 0,-1 2-771,-3-16 0,-1 3 699,0 0 0,1 8 0,1 2 0,-1 0 0,-1-6-747,0-2 1,-2-3-1,1 4 747,1 4 0,1 6 0,0 2 0,0 0 0,-1-3-543,0 1 1,-1-3 0,-1 1 0,2 3 554,-2-8 0,0 1 0,1 2 0,-1 0 0,0 0 0,0-2-223,0 1 1,0 0 0,0-1 0,-1 0 0,1 3 222,0 0 0,0 2 0,0 0 0,0 1 0,0 0 0,0-1-144,-1-4 1,1-2 0,-1 1 0,1 0 0,0 1-1,0 2 147,0-2 1,1 2 0,0 0 0,0 2 0,0 1 0,1-1-1,0 1 1,0-1-12,1 1 1,0 1-1,0 0 1,1 0-1,-1 0 1,1 0 0,0 0-1,0-1-44,0-2 1,0 0 0,0-1-1,0 1 1,0-1 0,1-1-1,-1 1 1,1-1 46,2 5 1,0 1 0,1 0-1,0-2 1,0 0 0,-1-2 0,0-3 61,0 2 0,-1-4 1,1-1-1,-1 0 0,2 2-69,1 5 0,2 2 0,0-1 0,0 1 0,-2-3 1,2 2 0,-2-3 1,0 2-1,2 2-4,-3-5 0,1 2 0,0 2 0,1 0 0,-1 0 0,-1-3 3,0 1 0,0-1 0,0-1 0,-1 0 0,1 2-3,-1 0 0,0 1 0,0 1 0,-1-1 0,0-1 0,-1-3-15,0 2 0,0-2 0,-1-2 0,-1 0 22,0-1 1,0 0-1,0-2 1,-2-2-23,3 10 0,-1-2 271,-1-10 1,0 2 0,-1-3-227,3 6 0,0 0 151,-1-2 1,1 1 0,-1-4-152,0-4 0,0-3 576,0 3 0,1-3-621,3 6 2767,1 5-2767,-6-17 1247,-1-2-1157,-3-7 755,1 0-845,-2-3 336,0-3-336,3-6 90,-3 0-90,3-4 90,-3 0 0,1 0-90,-1 1 90,0-2 0,-1 1 0,0 1 0,0-5-90,1 1 90,4-14-90,5-14 45,-3 10 0,1-2-162,0 1 0,0-2 87,2-7 0,1-4 0,-1 1-1063,-1 3 1,0 0 0,-1-1 1079,3-6 1,0-2 0,-1-1-11,-1 6 1,-1-1-1,1 0 1,-1 1-458,-1 3 1,-1 1 0,1 0 0,0-2 456,2-9 1,0-1-1,1-2 1,-1 1 4,-2 9 0,0 0 0,0 0 0,0 1 0,-1 1-5,1-1 1,0 2 0,-1 0-1,2-3 5,0-5 0,2-4 0,-1 0 0,1 1 0,-2 6-12,0 0 0,-1 5 0,1-6 15,0 2 0,2-6 0,1-3 0,-1 0 0,0 3 0,-2 7-15,1-1 0,-3 6 0,2-4 30,0 2 0,1-3 0,1-2 0,0 2 0,-2 4-287,1 0 0,0 3 0,1 0 287,1-5 0,1-1 0,0 1 0,-1 3 0,0-1 0,0 3-166,2-4 1,0 0 165,1-1 0,0 2 0,-4 10 0,-1 0 883,3-3 1,-1 0-884,6-13 0,-7 18 0,-2 2 0,0 2 2110,5-12-2110,-6 15 1457,0-2-1457,-3 6 801,1 0-801,-3 4 162,1-1-162,-1 3 0,5 14 0,-4-2 90,7 16-90,-1 6 0,4 17-526,-6-12 0,0 2 526,1 9 0,-1 0 45,-1-6 0,-1 2-45,0-3 0,-1 2 0,0 0-594,-1-5 0,0 0 1,1 2 593,-1 2 0,1 2 0,0 1 0,0-2 30,0 3 0,0-1 0,1 2-8,-1 0 1,1 3-1,1 1 1,-1-3-412,0-5 0,0-3 1,0 2-1,1 2 407,1 5 0,1 4 0,0 1 0,0-1 0,0-3-384,0-4 1,-2-2 0,1 0 0,1 2 365,1 2 0,0 3 0,1 0 0,0-1 0,-1-3 30,3 7 0,0-4 0,0 3-30,-1-5 0,0 2 0,1 0 0,-1-2 0,0 0 0,1-2 0,-1 0 30,1 4 0,0 2 0,0-4-108,-4-9 1,0-3 0,-1 2 77,2 5 0,0 2 0,-1 0 145,0-1 1,0 0 0,-1-2-146,1 5 0,0-1 611,-1 2 0,0 0-431,-1-7 0,0-2-135,-2-8 0,0 0 935,0 1 1,1-2-801,2 8 1372,0-10-1462,3 8 0,-4-17 1295,1-1-1385,-1-7 603,2-1-513,2-4-90,-2-2 90,4-4 0,-6 2-90,3-5 90,-4 0-90,4-11 0,10-17 0,-6 8 0,2-1-495,-2 3 0,0-2 360,7-11 0,1-4 45,-5 7 0,2-3 1,-1 2-846,-3 6 1,-1 0-1,2-1 905,2-6 0,2-2 0,-2 3-15,6-6 0,-2 2-509,-1 2 0,-1-1 524,-3 8 0,0-1 0,-1 1 30,6-12 0,-2 1-306,-2 3 0,-2 1 261,-1 4 0,-2 1 45,-1 3 0,0 0 204,-1 3 1,0 1-205,8-17 0,-5 12 0,-2 4 2323,-2 8-2413,1-2 1394,1 3-1304,-2 5 938,0 2-938,-5 5 0,3 2 0,-1 6-90,4 5 90,2 6 0,-2 3 90,5 16-90,0 9 0,-6-12 0,1 3-519,2 6 1,-1 2 518,0 0 0,0 0 0,2 7 0,1 0-1284,0 0 1,-1-1 1328,-1-7 0,-1 1-45,-2-8 0,1 2 0,-1-1-453,3 9 0,0 1 453,-2-7 0,1 1 0,-1 0 30,2-1 0,0 1 0,1-1-30,-1 1 0,1 0 0,-1-1 45,4 5 0,2 1-15,-2-3 0,2 2 0,-1-4-30,-4-7 0,0 0 0,4 4 0,1 4 0,-1-4-166,-3-5 1,1-1 165,3 6 0,0 0 45,-4-7 0,-2-2-45,8 11 687,-4-6-417,-6-11 2285,0 0-2105,-3-8 935,-1-8-1205,-3-8 752,1-17-932,-2 1 45,2-5 0,2-5-620,1 1 1,2-3 529,5-13 0,1-1 45,-3 9 0,2-1-30,-3 9 0,1-2 0,0 2-60,5-8 0,0-1 60,-3 7 0,1-1 0,1 0 0,-1 0 0,2 0 0,-1 1 0,1 0 0,0-1 1,-1 3 29,4-6 0,0 1-30,0 4 0,2-2 0,-4 5-15,-4 7 0,0 1 45,13-16 0,-1 2-163,-1 4 73,3-1 90,-8 9-90,-7 10 90,-1 2 0,-4 6-90,8 4 90,-7 3 1129,6 8-1129,-5 6 183,2 8-183,2 13 0,-4-3-300,-4-6 1,-1 1 299,-2-2 0,-1 1 0,3 9 0,-1 1 0,-2-8 0,-1 0 0,3 8 0,-1 1 0,1-2 0,1 0 0,-1-2 0,1 2 0,2 1 0,2 3 0,1-3 0,1 1 0,1-1-375,0-3 1,0 2-1,1-3 375,4 4 0,1-3 0,-6-9 0,1-1-151,4 2 0,-1-3 151,11 11 0,3 0 0,-9-14 510,-5-8-420,-6-10 1062,4-5-1152,1-11 0,4-13 0,3-13-789,-9 10 1,-1-1 788,-2 4 0,1-1 0,5-15 0,2-1-622,-2 4 0,1 0 622,-3 7 0,2-3 0,-1 2 0,1-1 0,0 1 0,0 2 0,3-6 0,0 0-152,3-4 1,1 1 151,-3 6 0,0 3 0,-1-1 0,0 1 0,-3 6 0,-1 1 0,8-7 0,-9 13 0,3 0 0,-6 7 1579,4 8-1579,-2 8 0,7 11 0,2 19 0,-5-1 0,-7-5 0,-1 3 84,-1 8 0,-2 2-84,2 4 0,-1 1 0,0 0 0,-1 0 0,0 2 0,1-1 0,-1-9 0,2 0 0,-2-7 0,1 1 0,0-1 0,2 6 0,0-1 0,6 6 0,1 0 0,4 0 0,0-1 45,-4-7 0,1-1-45,7 8 0,0-2 0,-8-18 0,-1-2 0,14 16 0,4-2 385,-7-15-295,-4-5-90,6-7 0,-3-18 0,-6-2 0,0-3 0,-2 0 0,0-2 45,8-13 0,1-5-603,-5 1 0,1-2 558,-4 5 0,1-2 0,-1 0 0,1-2 0,0 0 0,-1 0 0,0 0 0,1 0 0,-1 1 0,0 0 0,0 2 0,0 0 0,-1 3 0,-1 1 0,1 1-45,6-8 0,-1 3 527,-7 10 1,-1 2-483,12-12 0,-11 18 0,1 4 0,-4 9 0,1 18 0,-3 19 0,-4 1 0,-1 3 486,-2-9 0,0 2-486,0 17 0,-1 1-572,-2-11 1,1 1 571,0 8 0,2 2 0,-1-16 0,1-1 0,0-1-341,2 6 0,1-1 341,4 2 0,3-1 0,3-3 0,2-2 0,-5-5 0,2-2-45,2 1 0,3-2-450,1-6 1,1-4-945,12 4 679,8 3-2389,-17-21-25,-14-12 3174,-10-19 0,-11 1 0,-4-3 0,-6-8 0,0 0 0</inkml:trace>
  <inkml:trace contextRef="#ctx0" brushRef="#br0" timeOffset="70433">19545 8642 13469,'-26'0'-539,"0"-1"719,-4 1-91,9 0 271,-4 0-90,11 0 720,-2 1-541,26 4-179,11-1-90,15 1 0,10 0-1161,-4-1 0,3 0 1,4 0 1069,-9 0 1,4-1 0,1 0 0,1 0 0,-1 0-36,1 1 0,0-1 0,1 0 0,1 1 0,3 0 2,-7-1 0,2-1 0,1 1 1,2 0-1,0 0 0,1 0 1,0 0-1,-1 0-259,-5 0 1,-1-1 0,0 1 0,0-1 0,1 1 0,1-1 0,1 1 0,2 0 0,2 0 244,-8 0 0,2 0 0,2 1 0,1-1 0,1 0 0,2 1 0,-1 0 0,1-1 0,1 1 0,-1 0 0,-1 0 0,-1-1 0,0 1 0,-2-1 0,-1 0-164,4 1 0,-2-1 1,-1 0-1,-1 0 1,0 0-1,-1 0 1,1 0-1,1 0 1,0 1-1,3-1 1,1 1 142,-7-1 0,1 1 0,1-1 0,2 1 0,0 0 1,1 0-1,1 0 0,0 0 0,0 0 0,1 0 1,-1 0-1,0 0 0,-1 1 0,-1-1 0,0-1 1,-1 1-1,-2 0-79,5 0 1,-2 0 0,-1 0-1,-1-1 1,0 1 0,-1 0 0,1-1-1,-1 1 1,1 0 0,1-1 0,1 1-1,1 0 1,1 1 72,-4-2 0,1 1 0,0 0 0,1 0 0,1 0 0,1 0 0,0 0 0,0 0 0,1 1 0,0-1 0,0 0 0,0 0 0,1 1 0,-1-1 0,-1 0 0,1 0 0,-1 1 0,-1-1 0,2 0 1,0 0 0,0 1 0,0-1 0,0 0 0,0 1 0,0-1 0,0 0 0,-1 1 0,1-1-1,-1 0 1,0 1 0,0-1 0,0 0 0,-1 1 0,1-1 0,-1 0-10,2 1 0,-1-1 0,0 0 0,0 1 0,0-1 0,-1 0 0,0 1 0,0-1 0,0 0 0,0 1 0,0-1 0,1 0 0,0 1 0,1 0 0,0-1 9,-2 1 1,1 0 0,-1-1 0,1 1 0,1 0 0,-1 0 0,1 0 0,0 0 0,0 0-1,0 0 1,0 0 0,0 0 0,0 0 0,0 0 0,0 0 0,-1 0 0,1 0 5,-1 0 0,1 0 0,-1 0 0,0 1 0,1-1 1,0 0-1,-1 0 0,0 1 0,1-1 0,-1 0 0,0 1 1,0-1-1,0 0 0,0 0 0,-1 1 0,0-1 0,0 0-15,2 0 0,0 1 0,0-1 0,0 0 0,-1 1 0,1-1 0,-1 0 0,0 0 0,-1 1 0,1-1 0,0 0 0,0 0 0,0 1 0,1-1 0,-1 1-1,-2-1 1,0 0 0,1 0-1,-1 0 1,0 1 0,1-1-1,-1 0 1,1 0 0,-1 1-1,1-1 1,-1 0 0,0 0-1,0 1 1,0-1 0,0 0-1,-1 0 14,5 1 0,-1 0 1,1-1-1,0 1 0,-1 0 1,0-1-1,0 1 0,0-1 1,0 1-1,-1 0 0,0-1 1,-1 1-1,0-1 0,-1 1 3,2-1 1,-2 1-1,0-1 1,-1 0-1,-1 1 1,0-1-1,1 0 1,0 1-1,0-1 1,1 1-1,2 0 1,0 0-1,-3-1 1,0 1-1,3-1 1,0 1-1,1 0 1,1 0-1,0 0 1,0 0-1,0 0 1,-1 0-1,0 0 1,-2 0-1,0 0 1,-2-1-1,-2 1 1,-2-1-13,11 1 0,-2 0 0,-2 0 0,-2 0 0,-1-1 0,-1 1 0,0-1 0,1 1 0,0 0 23,4 0 1,1 1 0,0-1 0,0 1-1,-2 0 1,0-1 0,-3 0 0,-1 0 2,7 0 0,-2 0 0,-3 0 0,0-1 0,1 0-1,-1 1 1,1-1 0,-1 0 0,-1 1 0,-2-2 71,3 1 1,-2 0 0,-2 0 0,-3-2 26,11 2 1,-6-1 569,-7-1 1,-6 0-255,2-2-270,-9-2 1209,-21-6-1838,-29-3 44,-1 2 0,-4 0-9,-13-3 0,-3 0 54,4 2 1,-2 0-241,1 0 0,-5-1 1,1 1-203,1 0 1,0 1 0,-2-1-19,1 1 1,-2 0 0,-1 0 0,-1-1 637,7 2 0,0 0 0,-1-1 0,-1 1 0,1-1 1,0 1-1,-1 0 0,1-1 0,-1 1 0,0 0 0,-1-1 1,-1 0-1,1 0 0,0 0 0,-1 0 0</inkml:trace>
  <inkml:trace contextRef="#ctx0" brushRef="#br0" timeOffset="71226">23062 9871 12750,'7'-11'-90,"1"-1"270,-3 6 179,2-2-179,-1 2 90,4 0-90,3 0 0,-2 2-90,6 2 90,-3 4 0,2 6-90,-5 2 90,2 22-90,-12 7-1,-1-5 1,-3 2-183,-1-7 0,-2 1 182,-4 14 1,-2 0-633,0-4 1,0-1 572,2-7 0,-1 0 0,0 1 30,-1-1 0,-1 0 0,2-1-15,-3 2 0,1 0 0,-4 11 0,2-4 45,2-3-45,3-6 0,2-1 45,3-4 90,8 4-90,13-7 90,18-2-180,3-9-361,-4-6 1,3-3 405,1-1 0,2-3-948,9 0 0,2-2 903,-10 0 0,0 0 0,6-3 0,-1-1 110,-13 0 0,1-1-830,8-2 1,-1-2 314,-14 4 0,-2-1-944,1-2 0,-5-1-1928,-5-7 3106,-2-1 1,-4-9 0,-4 3 0</inkml:trace>
  <inkml:trace contextRef="#ctx0" brushRef="#br0" timeOffset="71551">24139 10031 11670,'0'-18'1080,"-1"-2"-361,-1 7 91,-1-1-91,1 3 541,-1 1-900,1 24-91,-5 19-134,1 1 0,-1 5-1525,-3 9 0,0 1 1435,0-5 0,0 0-15,1-7 0,-1 2 0,1-2-463,-1 10 1,0 0 432,2-11 0,0 2 0,1-2-44,-2 13 0,2-3-46,2-10 1,1-3-361,0 13 0,2-23-1799,2-11 3273,4-17-4172,4-16 3148,4-28 0,-5 12 0,-1-3 0,0-8 0,1 0 0</inkml:trace>
  <inkml:trace contextRef="#ctx0" brushRef="#br0" timeOffset="72017">24056 9951 11580,'-2'-10'630,"-1"-1"-360,3 3 0,0-2 269,5 5-89,5-1-270,3 2 180,15-2-90,18 0-91,-4 1 1,4 0-543,-12 3 0,1 1 0,0 1 423,0-1 0,-1 1 0,-1 2-15,8 3 0,-5 4 45,-1 7 0,-15 14-90,-29 8 45,-4-10 0,-6 0-450,-9 4 1,-3-1 449,2-4 0,-4-2-45,0-2 0,-4 0 0,4-3 45,2-2 0,2-2-762,-9 5 1,3-2 716,5-3 1016,15-8-926,23-8-90,0 1 0,15-5 0,4-2 0,-1 2 0,0 0 210,6-1 0,0 2-210,-1 1 0,-2 1 0,10 3 90,6 17-90,-25-5 90,-3 5 0,-1 2 90,0 20-46,-8-15 1,1 2-90,-1 2 0,1-1 45,1 0 0,0-2 0,9 14-45,-3-17 0,4-4-45,1-7 0,3-2-228,9 2 0,2-2 3,-5-4 0,2-3-825,5-4 1,5-4 0,-4 1 329,-6-1 1,0-1 719,14-5 0,6-3 0,-7 0 0,-13 2 0,-3 0 0,15-7 0,0 0 0</inkml:trace>
  <inkml:trace contextRef="#ctx0" brushRef="#br0" timeOffset="72168">25647 10458 15088,'6'-8'-3148,"-16"9"1259,1 0-629,-15 8 2518,3-6 0,-17-1 0,-5-1 0</inkml:trace>
  <inkml:trace contextRef="#ctx0" brushRef="#br0" timeOffset="72802">21222 12322 11041,'4'-15'1979,"-1"1"-1350,0 0 91,-1 3-540,2 29 90,-2 22-181,-1 1 1,0 5-746,-2-9 1,-1 1-1,1 1 716,-1 6 0,0 2 0,0-2-60,-1-7 0,1-1 0,-1 1 30,0 8 0,-1 2 0,1-2 0,0-9 0,0-1 0,0 0 0,0 8 0,-1 1 0,1-2-75,-1 3 0,0-3-180,0 1 0,1-3-1520,-1 6 1745,2-7 0,0-16 0,2-18 0</inkml:trace>
  <inkml:trace contextRef="#ctx0" brushRef="#br0" timeOffset="73321">21093 12503 11400,'-5'-14'-89,"2"4"268,2-3 1,4 8 180,9-4 0,9 3 0,15-1-270,-2 2 45,-5 3 0,1 0-46,-4 2 1,1 0-270,9 2 0,1 0 225,-4 1 0,-1 2 0,-1 1 0,0 3 45,14 11 0,-11 5-90,-15-2 90,-14 10-90,-24 7-501,3-13 1,-4 1 545,-8 5 0,-3-2-45,5-6 0,0-1 0,-3 0 0,2-2 0,-10 6 0,11-7 574,8-6-574,37-18 0,10-7 0,10-6 0,-12 3 0,-2 0 0,11-8 0,6-2 1057,-17 9-967,0 6-90,-15 7 0,4 10 90,-9 14-90,-2 4 0,-1 9 0,-1 4-1137,0-8 1,1 0 1136,1 8 0,0 2 0,3 0 0,1-2-250,2-10 0,1-1 250,5 7 0,2-2 0,-5-9 0,3-3-3,7-1 0,4-3-312,-1-7 1,2-3-226,3-2 0,1-2 90,-3-2 1,0-4-1190,1-7 1,-3-2 1447,6-7 1,-10 3 0,0-1 0,9-10 0</inkml:trace>
  <inkml:trace contextRef="#ctx0" brushRef="#br0" timeOffset="73722">22255 13063 13919,'6'-10'1169,"6"-1"-899,7 1 0,5-3-90,3-2-90,-6 2 90,3-5-90,-9-1 0,-2-7 0,-10-6-90,-7 6 0,-16-10 0,-15 12 0,5 2 0,5 17 0,-2 5 0,-1 8 0,2 6 0,0 6-109,1 11 0,2 6 109,8-7 0,1 1 0,2 2-382,1 0 0,2 2 0,3-1 382,4 16 0,5-4 0,2-17 0,4-1-187,4 2 1,4-3 186,1-8 0,2-3-45,7 3 0,1-3-45,-5-6 0,1-2-180,9-4 0,3-5-630,6-7 1,1-6-740,3-1 1,0-2 545,-14 4 1,-1-1 0,-2-1 823,4-4 1,-2-3 0,-1-2 0,-2-2 0,3-2 0,-1 0 0</inkml:trace>
  <inkml:trace contextRef="#ctx0" brushRef="#br0" timeOffset="74381">23022 12840 11940,'-9'-8'360,"-2"-4"90,-1 3 89,-3-5-89,2 3-270,0 2 180,-2 3-90,-2 6 0,-5 2-91,-2 8-89,-2 9 90,1 12-90,3 12-90,6-2-172,9-14 1,1 0 171,2 17 45,4-13 0,1 0-45,3 10 0,4-13 0,2-2 0,19 7 0,5-3 0,0-12-90,1-17 90,-5-10 0,9-10 0,-8-4 45,-12 5 0,-2-2 45,9-18 90,0-4 90,-7 4-180,-10 15 90,0 1 612,-4 11-792,-2 9 90,-3 9 0,-9 41-45,2-15 0,-1 5-543,1-3 0,0 3 0,-1 0 528,1-2 0,0 0 0,0 2-541,0-1 0,1 2 1,-1 1-1,1-2 541,0 9 0,0-1 0,0 1-8,1-5 1,1 2-1,-1 0 1,2-3-23,-1 2 0,1-2 0,1 0 0,1 2 0,0 1 0,1-3 0,3 6 0,0-3 45,-2-5 0,1-3-45,1-3 0,0-7 0,-2-11 0,-4-25 0,-11-25 0,5 12 0,-1-2-380,-9-14 1,-3-1 379,0 5 0,-3 0 0,4 7 0,-1-1 0,0 1 0,-9-10 0,0 3 0,7 9 0,2 2 0,-2-1 0,4 1 1071,4-2-1071,0-2 2050,17 12-2410,32-12 45,-12 15 0,2 0-10,5-4 0,2-1-260,9 0 1,0 0-336,-5 1 0,0 0-655,9-3 1,-1-2 1574,-2-1 0,-3 0 0,-6 4 0,-2 0 0,-3 0 0,0 1 0</inkml:trace>
  <inkml:trace contextRef="#ctx0" brushRef="#br0" timeOffset="75006">23480 13067 11490,'3'-12'1260,"-1"2"-271,0 2 91,0 1-271,1-2 990,-2 2-1619,-3 16 90,1-2-135,-3 18 0,1 4-45,0-2-135,1-2 0,1 2-135,5 17 0,4-9 90,0 6-90,8-13 0,0-17 90,6-2 0,4-11 0,-6-6 0,7-11 0,-8-4 90,4-10 0,-9 7 0,-1-11 0,-7 17-90,1-8 90,-2 9-90,1 7 90,2 1 0,0 5 0,14-4-89,-5 3-1,27-14 45,-22 7 0,1-2 0,7-7 0,1-2-637,1-5 1,-2-3 681,-3-2 0,-1-2-30,-10 7 0,-1-2 0,-2 1 30,1-9 0,-2 1-124,-2-2 1,-4 4 123,-2-6 90,-4 12-90,-9 29 0,0 7 0,-3 15 0,1 7 45,1 6 0,2 4-236,1-5 1,0 2-1,1 1 191,1 4 0,1 1 0,1-1 0,0 7 0,1 0 0,1-8 0,0 2 0,2-3 0,2 5 0,1-1-156,1 7 0,1-1 156,0-14 0,2-2-101,2 0 1,2-4-440,6-1-629,7 0-2108,11-28 3088,4-14 1,-17 5-1,0-2 1,-1-2 0,1 0-1</inkml:trace>
  <inkml:trace contextRef="#ctx0" brushRef="#br0" timeOffset="75767">24697 13158 13199,'-4'-13'1889,"0"2"-719,-6 0-181,-4 1-269,-7-3-91,-2 4-359,2 3 180,-6 6-90,1 8-90,-7 6-270,7 3-450,-4 19-90,17-7 180,-1 5-359,14-3 89,9-11 180,9 0 1,5-7 269,-2-9-90,7-8 0,-4-9 180,4-7 90,-8 0 270,-2-13-180,-10 17 90,1-13 90,-6 19-180,-2 9-90,0 6 90,2 19-180,5-1 90,7 6-90,0-8 90,16 2-90,-13-16 90,21 0 0,-3-14 0,-13 0 0,1-3-209,2-2 1,-1-2 163,1-3 0,-3-1 45,10-13-176,-3-6 176,-15 5 0,-2-5 0,-7 8 0,-6-5-90,1 19 90,-4-10-90,1 17 90,8 5 0,4 5 409,11 6-409,-3-4 184,7 0-184,-4-1-90,6 4 90,-7-2 0,2 10 0,-13 1 0,0 16 0,-10-2 0,-3-5 0,-2 1-249,1 0 1,0 0 293,-2 6 0,0 0-45,0 15 0,3 0 90,8-15-90,3 3-90,9-4-449,7-10-901,8-8-1438,9-11 1259,-1-5 1619,-12-4 0,1-2 0,14-9 0,-15 5 0,-1 0 0</inkml:trace>
  <inkml:trace contextRef="#ctx0" brushRef="#br0" timeOffset="75976">25768 13116 12480,'-13'-1'1619,"2"1"-810,1 11 91,-3 17-406,4 6 1,0 4-270,1-4 0,2 2-675,-1 15 1,4-3-271,3-21 0,1-3-719,4 15-1838,5-24 3241,-1-9 1,6-6 0,1-4 0</inkml:trace>
  <inkml:trace contextRef="#ctx0" brushRef="#br0" timeOffset="76182">26049 12466 12390,'-4'-11'899,"1"2"1,0 0-720,-2 1-2429,6 14 2249,-1-4 0,11 30 0,1-3 0</inkml:trace>
  <inkml:trace contextRef="#ctx0" brushRef="#br0" timeOffset="76614">26979 13127 12750,'-10'-11'1169,"1"1"-449,-2 2-91,-5-2-89,-11-3-270,2 3 270,-22 5-271,11 9-179,-6 2 180,4 11-180,12 3 0,-2 9-180,11 2 0,9-6-90,13 4-90,17-2 90,-4-9 1,2-1 89,20 11-90,-5-9 0,1-2 90,-13-5 0,0-2 45,8 6 0,-1-1 45,-1 1 0,-8 4 270,-15-5 0,-9 10-90,-11-3-46,-4-7 1,-4 1 0,-3-1 0,-1-1-332,-6 3 1,-1-1 286,4-1 0,0-1-230,5-1 1,3-1-760,-8 6-2378,13-4 78,23-6 3199,23-8 0,15-5 0,-17 0 0,0-1 0</inkml:trace>
  <inkml:trace contextRef="#ctx0" brushRef="#br0" timeOffset="76773">27597 13432 13379,'10'-10'3276,"1"0"-2234,-4 3 217,1-1-179,-3 4-2250,-1-1-2107,-10 14 0,-19 4 3151,-3 0 1,-5 0 0,-12 1 0,-3 0 0,8-5 0,1 0 0,-1 0 0</inkml:trace>
  <inkml:trace contextRef="#ctx0" brushRef="#br0" timeOffset="77576">16681 15890 12570,'0'-22'-180,"1"-1"450,0 7 0,0-1 359,1 6-449,-3 25-90,0 6 0,0 25 0,1 7-90,0-21 0,1 3-803,0 4 0,1 7 0,0 1 0,-1-6 803,2 1 0,-1-1 22,1-4 1,0 4-1,1 0 1,-1-3-461,3 10 0,0-3 408,0-9 0,0 0 0,0-2-60,0 4 0,1-3-249,0-4 0,0-4-741,1 2 1080,0-4 0,-5-26 0,-2-9 0</inkml:trace>
  <inkml:trace contextRef="#ctx0" brushRef="#br0" timeOffset="77897">16604 16078 10951,'-18'-40'180,"7"19"89,-4-12 451,18 22-540,0 3 180,23 2-121,8 9 1,11 3 0,0 2-150,-3 1 0,1 2 0,1-1-413,-5-2 0,2-1 1,0 2-1,-1 3 368,2 3 0,1 2 0,-2 3 0,-5 0-15,-1 4 0,-5 1 0,0 1 0,4-3 0,-1 1 0,-4 4 90,-4 9 0,-4 4 0,-11-3-209,-15 1 0,-11 0 179,1-7 0,-4 2 0,-3-1 0,1-3-90,-1-4 0,-1-3 0,-3-1 30,-12 6 0,-3-1 0,1-3-615,1-3 0,3-4 0,8-4 1,0 0-1055,0 2 1,9-8 1108,19-9 0,12-9 0,10-6 0</inkml:trace>
  <inkml:trace contextRef="#ctx0" brushRef="#br0" timeOffset="78398">18101 16205 12030,'-9'-20'1529,"-4"-2"-1079,3 6 539,-7-8-179,3 7-90,-1-1-451,3 6 271,-1 8 0,-9 28-360,8-4 0,1 3-602,-2 4 1,1 2 511,-3 15 0,1 4-901,2-4 0,0 3 841,2-7 0,0 2 0,0-2-60,3-7 0,0-1 0,-1 1-90,0 5 0,0 1 0,2-3-60,0 2 0,1-2-677,-2 5 1,1-3 676,0 8-539,2-16 539,6-35-90,6-28 135,1-1 0,2-6-293,0 2 1,1-3 0,0-2 382,-1 6 0,1-2 0,0-1 0,-1 2 15,2-8 0,0 1 0,1-2-15,-1 3 0,0-3 0,1 1 1,0 2 14,2-4 0,-1 3 0,1-1-15,-2 8 0,1 0 0,0 0 0,-1 2 381,1 1 1,-1 2 0,1 2-382,7-11 0,-1 7 45,-2 11 1155,10 1-1155,-12 44 0,-7 2 0,0 4-1144,0 15 0,0 3 1144,-3-4 0,0 1 0,-1-3 0,0 3 0,1-1 218,-1-7 0,0 0 0,0 1-218,3 7 0,0 1 0,0 0 0,1-1 0,1-1 0,1-3 0,1 7 0,1-3 64,2 1 1,0-3-560,-4-14 0,0-2-314,6 13-2468,-3-14 2702,-8-26 0,-1-9 0,-3-8 0</inkml:trace>
  <inkml:trace contextRef="#ctx0" brushRef="#br0" timeOffset="78600">17858 16438 11850,'-13'2'1080,"6"0"-900,23-5-91,3-1 1,8-2 0,6-1-120,7-1 0,5 0 0,-2-1-887,2 1 1,1-1 196,-5 1 1,5-1-1,0 0 1,-3 1 489,-4 2 0,-3 0 0,2 0 0,-2 0 0,1 0 1,1 0-1,0 0 0,0 1 0,1-1 0,-1 1 0,0 0 1</inkml:trace>
  <inkml:trace contextRef="#ctx0" brushRef="#br0" timeOffset="78885">20497 16449 12660,'-12'-8'2698,"3"-1"-1888,6-3-1,19 0-494,7 5 0,5 3-180,6-1 0,3 3-384,-4 1 1,2 0 0,1 1-112,11 1 0,1 0 0,-3 0-288,0 1 0,-1 0 108,-6-1 1,2 0-1,-7 0-2338,1 0 2878,-4-3 0,-23-9 0,-11-2 0</inkml:trace>
  <inkml:trace contextRef="#ctx0" brushRef="#br0" timeOffset="79121">20738 16129 11580,'-14'-15'1260,"4"3"-901,-1 0 1710,5 4-1709,1 9 0,2 1-90,1 10 449,3 25-359,-1 12-778,0-20 0,0 2 553,-2 11 0,0 2-646,0-3 1,-1 0 570,1-5 0,0 2 0,0-2-60,-2 6 0,2-1-270,3-3 0,1 2 1,0-5-271,3 14-360,4-6 1,5-2-2248,17-5 1508,-9-17 1,3-4 1463,-2-6 1,2-4 0,5-3-1,0-4 1,-4-2 0,0 0-1</inkml:trace>
  <inkml:trace contextRef="#ctx0" brushRef="#br0" timeOffset="79438">22094 16034 12480,'-3'-10'899,"0"1"-449,2 2 450,-1 0-721,3 16-89,-2 1 0,1 13 0,0 5 0,-3 2 0,-1 2-691,-1 14 1,-2 2 660,2-14 0,-1-1 0,1 0-60,-2 5 0,0 0-248,1 4 1,1-3 247,3-13 0,0-1-135,1 3 0,0 0-135,0 8-1349,4-4 540,-2-20 1079,8-3 0,-2-19 0,5-9 0</inkml:trace>
  <inkml:trace contextRef="#ctx0" brushRef="#br0" timeOffset="79806">21848 16138 11041,'-23'-17'989,"2"2"-719,2 1 360,3 2-91,6 5-89,1 0-180,2 1 90,13 1-270,-1 0 179,20 0-89,8 3-135,-4 3 0,1 0-361,-2 1 0,1 1 376,10 4 0,4 2 0,-4 0-707,-4 0 0,-1 1 677,8 4 0,5 2 0,-5 2-30,0 4 0,-4 3 30,-8-4 0,0 2 0,-2 1-30,-3 0 0,-2 2 0,-2 0-228,1 11 0,-5 2 228,-6-1 0,-8 1 90,-11 0 0,-6-1-45,1-8 0,-5-2 45,-3-5 0,-5 1 0,-1-3-767,-10 4 0,-2-3 767,7-4 0,-3-1 0,2-1-45,-4 2 0,0-2 142,-1-2 0,3-1-97,-2-1 714,-1-1-1074,19-6-386,7-5-1772,14-12-849,26-27 3239,-1 3 1,5 2 0,3-3 0,-6 8 0,-1 1 0</inkml:trace>
  <inkml:trace contextRef="#ctx0" brushRef="#br0" timeOffset="80192">22941 16149 11221,'2'-8'1889,"-4"20"-1710,0 1-89,-2 10 0,-1 5 0,1-1 0,-1 1-45,1 2 0,-1 3-587,0 0 1,-1 4 0,1-3 585,1 5 1,0-1 0,-2 6 0,1 1 0,2-6 0,0-2 140,1 11-185,-1-21 0,1-1-180,0 6-630,-1-7 810,1-15 0,-3-17 0,-2-11 0</inkml:trace>
  <inkml:trace contextRef="#ctx0" brushRef="#br0" timeOffset="80497">22794 16218 11311,'-10'-45'1978,"3"-3"-1618,7 35 360,8-16-91,11 11-89,25-4-405,-20 16 0,3 5-45,10 8 0,0 5 0,4 5-45,-17 4 0,-4 1-45,-12-3 90,-6 27-90,-8-21 45,-7 2 0,-4-1-45,-2-7 0,-1-1-450,-1 1 0,0-1 0,-13 7-2827,14-11 2859,15-7 1,5 4 0,6-3-1</inkml:trace>
  <inkml:trace contextRef="#ctx0" brushRef="#br0" timeOffset="81039">23140 16812 12570,'-15'4'2428,"3"-1"-1708,0 1 0,5-2-181,1 2-89,2 0 0,3 2-180,2 3-1,5-1-179,1-1 90,6-4-90,4-4-180,11-8 0,-3-2-90,11-19-179,-6-8-877,-11 4 0,-3-1 1146,-4 11 0,-3-1-66,0-9 1,-3 0-25,-7-3 48,0-3-48,-5 8 180,2 13-180,-1 5 2310,-2 12-2220,2 3 370,1 9-370,13 12 145,6 2-55,3-1 0,3 2 0,-5-4 0,-1 1 0,5 5 0,-3 1 0,0 13-452,-8 7 497,-9-23 0,-2 1-45,-3 4 0,0 1 0,-1-5 0,-1 0 45,-3 4 0,0-1-45,-4 10 0,7-14 0,0-1 0,1 3-180,7-1-449,11-17-720,11-1 179,2-6-2107,22-8 3256,-22 0 1,1-1 0,3-1 0,0-1 0,2-1 0,-1 0 0</inkml:trace>
  <inkml:trace contextRef="#ctx0" brushRef="#br0" timeOffset="81421">23819 16920 12300,'-11'-5'1259,"-2"0"90,3 0 1170,1 1-1440,22-3-899,-6 4 0,32-4-270,-14 2-359,20-9 269,-20 2 90,2-5-180,-15-2 0,-7 1 180,-3-2-90,-15 0 90,-28 5 315,2 22 0,-3 7 135,0 3 0,2 7-998,12 1 0,2 5 0,4 0 772,3 3 1,8 1 90,12 7 0,9-2-309,7-11 1,4-2 172,-1 0 1,4-1 90,14 2 0,3-4-540,-4-10 1,1-3 179,8 2 0,4-4-630,-12-6 1,2-3-1,0-5-283,4-7 1,1-5 0,-3 1 727,-8 5 1,-2 0 0,0-3 0,5-9 0,0-4 0,-5 1 0,-7 1 0,0 0 0</inkml:trace>
  <inkml:trace contextRef="#ctx0" brushRef="#br0" timeOffset="81588">24782 16869 18596,'-12'3'-3277,"1"-1"0,0 7 3004,-9-6 0,-13-3 0,-10-4 1</inkml:trace>
  <inkml:trace contextRef="#ctx0" brushRef="#br0" timeOffset="89342">8863 14286 9602,'4'-31'989,"-1"13"-180,2-18-449,-3 22 360,1-10-90,-4 10-91,-2 0-179,-7 1-180,-1 8 90,-20 7-135,8 6 0,-3 3-1571,-10 7 1,-2 2 1480,4-2 0,-1 3 15,-1 3 0,-2 4 0,4 0-971,-1 0 1,3 1 940,6-7 0,-1 1 0,3 0-105,0 5 1,7-1 164,8 9-90,11-11 0,5 0 45,12 0 0,4-2-285,-1-3 1,4-1 239,16 6 0,3-3 595,-6-3 0,1-2-595,-7-3 0,2 1 0,-2-1 0,11 7 0,-4-1 0,-8-5 0,-3 0 0,-3 3 0,-5 0 2082,0 11-2082,-7 10 0,-23 6-614,-5-20 1,-4-1 613,1-2 0,-3 0 0,-11 5 0,-3-1 69,6-7 0,0-1-69,-6 2 0,1-1-180,-10 6 651,8-8-3748,19-10 1157,7-11 2120,21-15 0,5-2 0,3-4 0,7-4 0,0-1 0</inkml:trace>
  <inkml:trace contextRef="#ctx0" brushRef="#br0" timeOffset="89951">9640 14135 11221,'-5'-19'629,"1"5"-89,-6-7 269,-3 3-629,1 3 180,-10-1 0,-1 16-180,-20 17-45,15 4 0,1 4-883,0-1 1,1 4 807,1 4 0,0 4 0,2 1-591,4-5 0,3 1 1,-1 1 589,-3 9 1,0 2 0,3 1-60,4-3 0,1 0 0,4 0 30,3-2 0,2-1 0,3 0-30,3-2 0,3-1 0,0-2 0,4 6 0,3-3-45,7 0 0,4-5-113,-4-14 0,3-3 113,3 0 0,2-3 45,14-3 0,-15-12 0,0-5 0,16-16-45,-16 5 1,-1-2 44,8-16 0,-20 12 0,-3-1 89,-8-14-134,-9 8 1,-5 0 44,-7-9-80,-2 14 0,-2 2 80,-8 4 0,-2 1 0,12 9 1036,7 2-1036,20 4 1747,0 0-1747,33-4-45,-16 3 0,2-1 268,16-3 1,1-1-224,-5 2 0,-1-1 0,-2 1 0,-4 1 243,6 0-243,-20 12 0,-10 9 0,-7 22 0,-3 0 0,0-6 0,1 2 0,2-3 0,1 1-355,3 15 0,2 0 355,-2-14 0,2 0 0,5 9 0,3-3-360,9 2-270,7-1-1618,6-18-1029,0-22 2906,-3-9 0,1-17 1,-7 0-1</inkml:trace>
  <inkml:trace contextRef="#ctx0" brushRef="#br0" timeOffset="90248">10165 14092 11400,'-10'-15'720,"0"2"90,0 1 269,1 2-809,12 20 0,0 15-180,2 1 0,1 5-489,0 10 1,0 1 443,-2-6 0,0 1-397,0-3 1,0 2 0,0-1 396,1 9 0,0-1-15,0-8 0,1 2 0,0-2-333,2 13 0,1-3 123,1-6 0,-1-2-45,-1-10 0,-1-3-135,3 7-539,-2-13-2249,-5-12 1440,1-9 1708,-4-4 0,-2-17 0,-2-2 0</inkml:trace>
  <inkml:trace contextRef="#ctx0" brushRef="#br0" timeOffset="90574">9912 14125 11311,'-4'-11'-90,"0"-1"359,4-2-179,3 1 270,11-6-90,16-2-90,-4 8 0,3 0-1055,0 2 1,3 2 964,0 2 0,4 1 0,0 3-30,-3 2 0,0 1 0,2 3 0,7 1 0,2 2 0,-3 2-276,-7-2 1,-1 2-1,0 4 276,8 10 0,0 6 0,-6 1-15,-4 6 0,-5 1-15,-3-8 0,0 0 0,-6 2 15,-6 14 0,-11 1 45,-9-9 0,-6 0 0,0-7 0,-2 1 0,-1-1-45,-7 6 0,-3-2 15,2-9 0,-2-1 0,0-1 30,-7 2 0,-1-2-46,-4 2 1,1-1-270,7-5 1,2-2-1852,-8 3 2076,18-10 0,27-19 0,11-7 0</inkml:trace>
  <inkml:trace contextRef="#ctx0" brushRef="#br0" timeOffset="90765">11381 14351 12570,'-9'-6'2069,"-2"-1"-1440,6 3 91,-2-1-2519,3 2-1079,3 8 2878,-5 3 0,6 1 0,-5-2 0</inkml:trace>
  <inkml:trace contextRef="#ctx0" brushRef="#br0" timeOffset="91483">11314 14447 9242,'-3'-7'1439,"-1"0"-1169,0 1 269,-1 0-89,1 0 0,2 2-270,7-2 180,14-1-91,28-4-134,-9 5 0,3 0-961,3 0 0,3 0 796,-10 1 0,1 1 0,-3 1-60,3-1 0,-1 2-583,9-2 1,-2 2-138,-17 1 1,-1 0-830,4 0 1,-3-1 1557,5 0 1,-11-2 0,-9 0 0</inkml:trace>
  <inkml:trace contextRef="#ctx0" brushRef="#br0" timeOffset="91721">11576 14116 10951,'-12'-11'539,"-1"-1"271,7 8-630,0 8 0,5 3 180,8 29-226,-2-12 1,2 3-1241,2 11 0,2 3 1151,-3-7 0,2 3 45,2 7 0,3 6 0,-1-6-90,-4-11 0,1 0-120,5 11 0,1 5 0,-2-8-862,-4-17 1,-1-2 711,2 7 0,2-2-1369,3-2 1,1-4 1089,4 4 1,0-7-1,2-2 1,5-5 0</inkml:trace>
  <inkml:trace contextRef="#ctx0" brushRef="#br0" timeOffset="92405">12610 14021 11580,'-2'-26'1080,"-1"3"-361,-3-2-359,1 10 180,-1-1 629,2 7-899,2 21-90,3 9-90,3 7 0,1 2-603,3 18 558,0-10 0,0 2-419,-2-7 0,0-1 419,1 10 0,0-1-45,-2-12 0,-1-1-45,0 0 0,0-2-45,3 10 0,-2-8 551,1-8-461,3-27 800,-1-21-800,2-7 0,-4 3 0,-2-2-389,0 3 0,0-1 389,0-8 0,0 0-45,-1 10 0,0 1 45,-1-3 0,1 1-90,2-11 0,5 1 90,0 14-90,6 17 90,-4 11-90,20 18 0,-13-2 90,0 1 0,0 3-90,1 9 90,5 7 778,-10-11-868,-1-1 90,-3-11-90,-1-4 90,5-8 0,-2-13 0,6-10 0,7-16 0,-6 5-164,-5 8 0,0 0 74,6-11 90,2-1 0,-6 12-95,0 9 95,-8 11 90,10 5-90,-6 7 0,2 11 0,1 3 0,1 6 0,4 11 0,0 2-605,-3-2 605,0-1 0,2-1 0,-6-13 0,2-2-135,4 6 0,1-2 174,13 10-579,-14-19 1,2-4-1800,13-1 2339,-5-10 0,1-3 0,-6-2 0,0-3 0,7-3 0,-1-1 0</inkml:trace>
  <inkml:trace contextRef="#ctx0" brushRef="#br0" timeOffset="93384">13837 13947 11400,'-19'-10'1080,"7"4"-361,-4-2 271,6 4-540,-5 4-181,3 3 91,-9 13-90,0 8 0,-4 14-180,7-5 45,9-2 0,4 0-45,2 0-90,3 1 0,3 0-90,10 5-90,9 5 180,1-14-180,19-10 90,-17-14 45,2-5 0,1-3 45,12-17-900,-16 4 0,0-2 900,-5 1 0,-2-1-198,0-9 0,-4-1 198,-5 5 0,-4-2 50,-6-21 1,-6-1 129,-8 8 0,-3 3-90,1-2 0,-2 5-90,2 12 0,0 6 180,-2 0 1524,23 12-1704,1-2 0,36 6 0,-9 0 0,-3-1 0,0-2 0,12-2 0,3 0 472,-12 2-472,-5 1 99,-10 3-99,7 13 0,-11-2 0,2 20 0,-12 12 0,0-3 0,-2-17 0,0 3 0,1 4 0,-1 1-90,1 13 45,0-12 0,-1-1 45,1-1-90,-2-3 90,2-13-90,-2-1 90,5-16 0,6-27 0,0-2 0,2-4 0,0-4 0,-1 6 0,1-2-569,3-12 1,2-1 568,-2 5 0,-1 3 0,-3 8 0,0 3 0,6-18 0,-7 25-90,1 5 90,0 17 0,-2 14 0,3 25 0,-4-1 0,-2-11 0,-2 0 0,2 6 1137,0-6-1137,-1-13 0,7-19 0,-2-2 90,11-20-90,-7 3 0,-1-1 0,8-12 0,-2 4 0,1 2 0,0 3 0,-1 4 0,3 3 0,3 3 0,5-1-90,-10 21 90,-7 15 0,3 16 0,-8-9 0,-2 1 0,4 19 0,-4-9 0,-1-1 0,1-2 0,0-2 0,1-2 0,-1-5 0,12 15-90,-3-20-450,11 2 90,-7-15-1079,10-7-1748,4-8 3256,-10 0 1,1-1 0,-1-1 0,0-2 0,1-2 0,-1 0 0</inkml:trace>
  <inkml:trace contextRef="#ctx0" brushRef="#br0" timeOffset="94355">15169 13837 12120,'-11'2'1439,"-3"1"540,4-2-1619,18-7 0,7-2-90,22-8-180,-9 3 89,6-5 1,-9 1-90,1-7-90,-8 0 0,-9 4-90,-16-11 90,-7 13-90,-12-4 90,3 15-90,-14 15 90,3 15 0,14-3 0,1 3 0,1 4 0,5 3-926,3 10 1,5 0 925,2-11 0,3-1 0,1 3 0,4 0 0,12 12-625,5-6 625,1-3 0,14-10-90,-16-18-76,26-6 166,-6-16 0,-13 3 0,0-3-168,1-5 1,-2-3 167,-5 4 0,-3-2 0,3-8 0,-3-4 0,-2-8 0,-2 1 0,-3 12 0,-1 2 0,0-9 0,-3 5 1509,-4 9-1509,-2 7 699,-8 7-699,-2 19 0,-11 26 0,10-10 0,1 1-128,-1 7 0,0 0 128,3-6 0,0-1 0,0 5 0,2-1 0,0 11 540,-1 4-540,5-14 0,0-11 0,2-10 0,9-15 0,-2-5 90,15-24-90,-7 4 0,-1-3-27,2-1 1,-1 0 26,1-2 0,-1 2 0,4-12-90,-1 9 90,-5 13 0,1 2 0,-2 22 0,-3 16 0,5 20 0,-9-12 0,1 0 54,-1-1 0,0 0-54,1 7 0,1-1 0,-1-6 0,2-1 0,3 6 0,1-2 0,8 11 0,14-9 0,-6-24 0,-4-8 0,0-3 0,15-14-670,-9-5 1,0-5 669,-1-5 0,-1-5-936,-4 3 1,1-2 0,-2 0 935,-3 5 0,-2 1 0,-1-5 0,-1-3 0,-1-4 0,-2-1 0,-1 5-395,0-5 1,-2 0 394,-3 6 0,0-5 0,-1 1 0,-2 3 0,-2-7 0,-3 2 0,1 11 0,0-1 0,0 2-217,-2-2 1,-1 3 216,1-3 612,-1 50-612,1 9 0,-1 6 0,0 1 0,-1 3 0,1 2 0,-1 5 0,1 2 0,-1-1 0,0-6 0,-1-1 0,0 2 0,1 7 0,0 3 0,0-3 27,0-8 1,1-1-1,-1 1-27,2 5 0,-1 2 0,2-3 0,-1 5 0,3-2 0,1 2 0,1-4 56,5-2-956,6 4 181,-4-32-2160,5-13-398,-3-13 2994,-2-4 1,-3-18-1,-5 1 1</inkml:trace>
  <inkml:trace contextRef="#ctx0" brushRef="#br0" timeOffset="94550">16256 13718 12930,'8'-10'629,"1"-1"-359,12 0 0,4 0 0,2-1-270,-2 2 0,1-1-90,3 0 0,2 0-945,0 1 1,-2 3-945,1 1 1979,-4 1 0,0 0 0,4 3 0,5 0 0</inkml:trace>
  <inkml:trace contextRef="#ctx0" brushRef="#br0" timeOffset="95555">16860 13680 11850,'-10'-7'1080,"-2"-1"-91,4 2 180,-1-1-359,1 2-90,-3 19-451,5 7-89,1 5 0,3 4-90,2-2 0,2 1-90,5 12 0,2 0-90,0-10 0,2-2-506,4 1 0,1-4 506,8 0-180,18-10 180,-18-11-149,6-7 1,1-4 238,-2-5-45,-2-4 0,-1-3-45,1-20 90,-12 12 0,-3-1 0,2-18-45,-9 19 0,-2-1 45,-5-12 0,-2-5 0,-2 12 0,-2 1 0,3 12 0,-1-2-90,5 6 1070,4 5-980,8 5 330,-1 2-330,9-1 0,4-3 0,9-4 0,-1 1 0,13-8 90,-12 6 180,11-5-90,-14 6-91,-8 4 1,-6 10 0,-11 5-90,1 14 90,-6 12-45,1-7 0,0 0-45,-3 21 0,2-14 0,0-1 90,-1 12-90,1-13 0,0-1 0,0 5 90,0-1-90,1-14 90,0-7 0,14-23-90,-5-4 0,4-11 0,0-4 0,-4 5 0,0-1 0,3-6 0,1-1 0,4-9 0,-1 0 0,-5 14 0,0 1 0,3-4 0,-1 4 0,0 9-90,-1 16 90,-5 11-90,-1 17 0,-6-4-45,1 3 0,-1-1 45,-1-2 0,1 18 1,0-25-1,3-5 90,-1-2-90,12-13 90,-3-4 0,15-15-45,-8 3 0,1-2 45,4-2 0,1-1-1110,-1 0 1,0 0 1109,-1 4 0,-2 2-90,10-6 90,-4 7 0,0 4 0,-7 14 0,-6 13 0,-5 13 0,-4 1 0,-3 5 0,-1 0 0,2 1 1109,-2-5 1,3 0-1110,5 4 90,11 1-90,-2-8-360,13-1 90,-10-19-1169,20 0-45,-15-7 0,3-1 1484,3-2 0,4-1 0,-1 0 0,-2-2 0,0 0 0,2 0 0,6-3 0,1 0 0,-1 0 0</inkml:trace>
  <inkml:trace contextRef="#ctx0" brushRef="#br0" timeOffset="95717">18859 13715 12840,'0'-8'3276,"2"-2"-1515,-1 2 577,1-3-1168,0 3-2879,-1-3-270,-11 12 340,-14 9 1,-7 5 1416,1-1 0,-4 1 1,-2 2-1,2-1 0,-3 1 1,-1 0-1,-1 0 1,-4 1-1,0-1 0,0 1 1,-1-1-1</inkml:trace>
  <inkml:trace contextRef="#ctx0" brushRef="#br0" timeOffset="96539">8562 16113 12840,'7'-28'-990,"5"-6"1260,10-10-180,-2 7 180,7-4 0,-9 18 0,2 0-91,-8 12 91,2 10 180,-3 38-360,0-4 0,-6 12 0,-1 6-697,-2-6 1,-1 1 666,-1-5 0,0 3 0,-1 0-495,1 0 1,0 1-1,-1-1 465,-1-9 0,0-1 0,0 0 0,-1 7 0,0 0 0,1-2-333,-2 2 1,0-2 302,-1 7 0,0-3 45,3-15 0,0-3 45,-3 18-90,4-29 1154,0-15-1154,5-35 0,0 5 0,-1-5 187,2-12 1,-1-2-188,0 8 0,-2-2-217,0 4 0,-1-1 0,1 0 247,-1 7 0,0 2 0,0-2-60,0-5 0,1 0 0,0 1-202,1-4 1,1 2 231,-1 6 0,4 4 0,11 7 0,-1 10 0,19 42 0,-19-2 0,0 3-270,1 1 1,1 3 299,2 5 0,1 4 0,-1-4-96,-4-7 1,2 0 95,4 6 0,2 4 0,0-4 15,2-4 0,-1-2 0,6 6 0,0-1 557,-9-13 1,0-1-513,3 0 0,-3-4-90,2-3 312,2 0-852,-11-13 333,-8-8-1682,-3-7-1388,-11-8 3270,-6-2 0,-13-6 1,0 2-1</inkml:trace>
  <inkml:trace contextRef="#ctx0" brushRef="#br0" timeOffset="96727">8830 16635 11311,'-14'6'719,"16"-2"-449,5-5 90,35-11-225,-15 2 0,2-2-795,10-4 0,2-2 705,5-1 0,-1-1-315,-1 1 1,-1-1-721,1-1 1,-2 0 224,-11 6 1,0-1 764,6-5 0,-2 1 0,7-7 0,-16 10 0,0 1 0</inkml:trace>
  <inkml:trace contextRef="#ctx0" brushRef="#br0" timeOffset="96985">9915 16114 11041,'-13'-10'2248,"4"2"-898,0 0-991,14 21 1,6 15-270,4 9 45,-2-2 0,0 2-532,-2-2 1,0 2 456,-2-5 0,0 1 0,0 1-30,1 7 0,0 0 0,-1-2-75,1-1 0,-1 0-225,1 7 0,-1-4-719,-1-8 269,-2-6-2557,-4-10 2522,-12-19 0,-4-7 0,-11-10 1</inkml:trace>
  <inkml:trace contextRef="#ctx0" brushRef="#br0" timeOffset="97272">9707 16317 10951,'-17'-27'539,"5"9"-269,-2-7 90,9 9 90,3-4-360,6 4 360,31-11-271,11 10-394,-16 5 1,5 2 304,12 1 0,3 5-870,-1 2 0,1 2 810,-8 1 0,1 2 0,0 1 30,-2 4 0,0 1 0,-3 1-60,7 2 0,-4 5-338,3 8 0,-7 3 383,-15-4 0,-5 2-207,1 9 1,-5 0 206,-6-9 0,-6 0-15,-10 4 0,-8 2 0,-1-3 14,-10 4 1,-3-2-102,7-4 1,-1 0 0,-2-1 86,-2-2 0,-1-2 0,1-2-120,-3 1 0,2-1-360,-3 1 1,2-1-425,-9 6 874,22-15 0,22-13 0,10-7 0</inkml:trace>
  <inkml:trace contextRef="#ctx0" brushRef="#br0" timeOffset="97768">10884 16265 11760,'-13'-20'1709,"-4"-6"-539,-1 1-181,-2-3-539,5 9 359,1 2-269,8 11-90,-4 8 0,6 15-181,0 24-89,3 2-649,2-7 0,0 3 469,1 0 0,-1 1-135,2 6 0,-1 3-135,0-6 0,0 1 0,1-3 0,-1-1 1,0-3 179,0 4 0,1-4-270,0-11 0,-1-18 180,2-12 0,0-25 90,0-10 45,0-3 0,0-5-511,-2 14 1,1-1-1,0-2 526,0-9 0,1-4 0,0 0 7,-2 12 1,1-1 0,0 0-1,0 2 23,0-10 0,0 2 0,1 2-45,-1-7 0,1 4 45,-2 5 0,2 6 877,2 0-877,4 9 90,8 25 0,12 31-90,0 7-536,-6 0 0,1 3 581,-3-1 0,0 2-45,-3-7 0,1 1 0,-2 0 0,4 6 0,0 1 30,-2-4 0,2 2 0,-2-5 337,-3-3 1,1-2-413,6 12 0,-2-3-225,-1-6-539,-8-11-2468,-9-14 2949,-19-14 0,-7-5 1,-19-12-1</inkml:trace>
  <inkml:trace contextRef="#ctx0" brushRef="#br0" timeOffset="97939">10811 16444 11400,'-20'-6'360,"5"2"-90,19-6-90,14 2 0,27-12-90,-18 9 0,2 0-270,5-2 0,1-1-1459,2 0 1,-1 0 317,-8 3 1,-1-1 1320,6-1 0,-1 0 0,6-5 0,-14 7 0,0-1 0</inkml:trace>
  <inkml:trace contextRef="#ctx0" brushRef="#br0" timeOffset="98601">11706 15904 10681,'-6'-17'1169,"0"4"-539,3 5 449,-1 1-899,0 9 360,2 25-405,4 2 0,2 6-45,1 7 0,2 4 0,-1 1-354,0-5 1,1 1 0,-1 0 293,2 4 0,-1 2 0,0-5-30,-2-4 0,0-6 0,2 15-163,-4-32 163,-1-6 0,-7-50 0,2 8 0,-1-6 0,1-1 0,-1-1 0,-1-1 0,1-1-216,0-4 0,0-2 1,0 2 215,0 9 0,1 0 0,0 4 0,0-2 0,0 1 0,-1-1 0,1 1 885,0-10-885,5 20 167,7 16-167,11 18 0,0 5 0,9 12 0,3 4 0,-12-12 0,1 0 0,9 10 0,-1-2 0,-9-10 0,-2-3 0,6 2 727,7-8-727,-12-9 0,6-15 0,-11-4 0,0-6 0,0-4 0,1-6 45,-2 2 0,0 0-45,0-1 0,3-3 0,-5 17 90,11 8-90,-8 13 135,5 14 0,1 6-45,-1 12-606,1 7 1,-1 4 605,-9-5 0,0 0-845,-2-6 1,1 2-1,-1-2 755,2 8 0,0-1 45,1 4 0,2-1-245,-3-14 1,1-1 19,3 4 0,-1-2-269,7 8-2520,9-6 1620,-15-23 1349,9 1 0,-13-11 0,0-3 0</inkml:trace>
  <inkml:trace contextRef="#ctx0" brushRef="#br0" timeOffset="99031">8632 17639 11221,'-45'7'45,"14"-3"0,0 2 134,4-1 1,1 1-616,-4 0 0,3-1 616,-9 4 1500,15-4-1320,26-4 359,40-7-539,-14 2 0,5-2-760,0 0 1,5-1-1,3-1 1,1 0 669,-3 0 0,1 0 0,2 0 0,1-1 0,2 0-341,-2 1 0,2-1 0,2 0 0,0 0 0,1 0 0,-1 0 0,-1 1 276,-4 0 1,-2 0 0,0-1-1,0 1 1,1 0 0,1 0-1,2 0-111,-5 0 1,1 1 0,2-1 0,0 1 0,2-1 0,-1 0 0,1 1 0,-1-1 0,0 1 0,-2-1 105,3 1 0,-1 0 0,-1 0 0,0 0 0,0 0 0,1 0 0,0 0 0,1 0 0,2 0-83,-6 0 1,2 1 0,1-1 0,0 0 0,1 0 0,0 0 0,1 0 0,-1 0 0,0 0 0,-1 0 0,-1 1 0,0 0 71,1-1 0,-1 1 0,-1 0 0,-1 0 0,1 0 0,-1 0 0,1 1 0,1-1 0,2 0 0,1-1 3,-4 1 1,2 1 0,1-2 0,1 1 0,1 0 0,1-1 0,0 1 0,0 0 0,0-1 0,-1 1-1,-1 0 1,-1 0 0,-2 0 0,-1 1 7,8-2 0,-1 1 0,-3-1 0,-1 1 0,0 1 0,0-1 0,1 0 0,1-1 0,1 1-13,-5 1 1,2-1-1,1 0 1,1 0-1,1 0 1,0 0-1,-1-1 1,-1 1-1,0 1 1,-3-1-1,-1 0 1,-3 1-8,8-1 0,-3 0 0,-1 0 0,-3 0 0,0 1 0,-1-1 0,-1 1 76,10-1 0,-1 0 0,-1 0 1,-3 0-1,-4 0-46,1-1 0,-3 0 0,-2 0 343,-1 0 0,-1-1 0,-6 0-373,12-9 0,-68-4-150,-10 13 0,-11 5 1,0 0 254,8-2 0,0 0 0,-2 1-195,-2 2 0,-3 1 0,-3 0 0,0 1-342,2 0 0,-2 1 0,-1 0 1,0 1-1,1 0-180,6 0 0,1 0 1,1 1-1,-2 0 1,-3-1 142,3 1 1,-3 0 0,-1-1 0,-2 1 0,2 0 0,1 0 0,4 0 359,-1 0 1,2 1 0,3-1 0,-1 0 0,-1 1 0,-5-1 0,0 1-1,-1 0 1,1 0 0,2 0 0,-1-1 0,1 1 0,-1-1 0,0 1 0</inkml:trace>
  <inkml:trace contextRef="#ctx0" brushRef="#br0" timeOffset="99360">7068 16875 11490,'-7'-7'-90,"14"-8"270,30-6-60,-3 7 0,6-1 0,2 1-940,-7 3 1,1 1 0,1 0 0,2 0 618,0 0 0,4 1 0,0 0 0,-1 0 1,-2 1 230,10-2 0,-3 1 0,2 1-98,-6 3 1,2 0-1,-1 2 1,-3-1-203,0 2 0,-2 0 0,0 0-480,6 1 1,0 0-1,-3 1-201,4 0 0,-5 1 951,-12 1 0,-4 2 0,-1 2 0,-5 2 0</inkml:trace>
  <inkml:trace contextRef="#ctx0" brushRef="#br0" timeOffset="99732">8045 16467 10411,'-16'-22'900,"1"4"-721,4 7 631,2 2-720,11 14 90,12 5-90,20 16 0,-2-8 0,1 0-349,-9-4 0,0 0 214,10 3 0,-1-1-135,-1 1 180,5 0 0,-17-7-90,-4-2 90,-11-5 0,-5 3 90,-4-1 0,-15 18-45,7-2 0,-2 3-67,-4 11 0,-1 4 52,5-5 0,1 2 0,0 1-437,1 3 0,-1 1 0,2 1 347,1 0 0,1 2 0,1-3-75,-1 9 0,1-3-720,0 1 1,1-4-2423,-1 5 3264,-1-9 0,-1-16 0,2-15 1</inkml:trace>
  <inkml:trace contextRef="#ctx0" brushRef="#br0" timeOffset="100103">6477 15025 10231,'10'-13'2249,"28"6"-2114,-3 6 0,6 2-1133,-6 0 0,2 1 0,1 0 1088,3 0 0,2 0 0,-2 0-60,-6 0 0,-2 0 0,3-1-98,3 0 1,2 1 0,1-1-1,-1-1-1025,9 1 1,0-1 0,-1 0 1085,1 0 0,-1 0 0,-2-1 0,-5 0 0,-2-1 0,-5 0 0,13-5 0</inkml:trace>
  <inkml:trace contextRef="#ctx0" brushRef="#br0" timeOffset="100451">7290 14778 10951,'-13'-14'360,"1"2"-91,1 2 1,0 1 270,7 5-450,-3 3 90,10 14 0,11 18-135,3-5 0,2 0-162,-2-1 1,2 0 161,13 11 0,1 1-442,-6-7 1,2 2 366,0-2 0,2 2 0,-2-2-15,0 0 0,-2-2-45,9 8 0,-3-4-90,-4-7 0,3-1 90,-13-13 90,-8-8 0,-6-6 0,-9-3 294,-1 1-294,-19 3 0,-18 21 0,11 0 0,-2 4-613,6-1 0,-2 3 0,1 1 103,-2 4 0,1 2 1,0 1-481,2 2 1,1 0-1,1 0 990,5-7 0,2 0 0,0 0 0,1 4 0,1 1 0,0-1 0,-1 7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97F46-9B86-2D41-81DF-CA04D3734F61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9FC9C-EAB4-5C48-95A1-BCCD6DC8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6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9FC9C-EAB4-5C48-95A1-BCCD6DC8AB7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49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45748" y="632116"/>
            <a:ext cx="6750038" cy="661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4197" y="689038"/>
            <a:ext cx="7803605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63398" y="1805670"/>
            <a:ext cx="6569075" cy="3439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14112" y="6481622"/>
            <a:ext cx="205251" cy="139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EB6233-43B7-2E88-9F07-B4EE559E80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21158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hyperlink" Target="mailto:mithunkumar.sr@wilp.bits-pilani.ac.in" TargetMode="Externa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10.jpg"/><Relationship Id="rId7" Type="http://schemas.openxmlformats.org/officeDocument/2006/relationships/image" Target="../media/image27.jpg"/><Relationship Id="rId12" Type="http://schemas.openxmlformats.org/officeDocument/2006/relationships/image" Target="../media/image3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11" Type="http://schemas.openxmlformats.org/officeDocument/2006/relationships/customXml" Target="../ink/ink12.xml"/><Relationship Id="rId5" Type="http://schemas.openxmlformats.org/officeDocument/2006/relationships/image" Target="../media/image25.jpg"/><Relationship Id="rId10" Type="http://schemas.openxmlformats.org/officeDocument/2006/relationships/image" Target="../media/image30.jpg"/><Relationship Id="rId4" Type="http://schemas.openxmlformats.org/officeDocument/2006/relationships/image" Target="../media/image24.jpg"/><Relationship Id="rId9" Type="http://schemas.openxmlformats.org/officeDocument/2006/relationships/image" Target="../media/image2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customXml" Target="../ink/ink21.xml"/><Relationship Id="rId4" Type="http://schemas.openxmlformats.org/officeDocument/2006/relationships/hyperlink" Target="http://lear.inrialpes.fr/pubs/2005/DT05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lear.inrialpes.fr/pubs/2005/DT05" TargetMode="External"/><Relationship Id="rId3" Type="http://schemas.openxmlformats.org/officeDocument/2006/relationships/image" Target="../media/image47.jpg"/><Relationship Id="rId7" Type="http://schemas.openxmlformats.org/officeDocument/2006/relationships/image" Target="../media/image51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g"/><Relationship Id="rId5" Type="http://schemas.openxmlformats.org/officeDocument/2006/relationships/image" Target="../media/image49.jpg"/><Relationship Id="rId10" Type="http://schemas.openxmlformats.org/officeDocument/2006/relationships/image" Target="../media/image52.png"/><Relationship Id="rId4" Type="http://schemas.openxmlformats.org/officeDocument/2006/relationships/image" Target="../media/image48.jpg"/><Relationship Id="rId9" Type="http://schemas.openxmlformats.org/officeDocument/2006/relationships/customXml" Target="../ink/ink2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4.jpg"/><Relationship Id="rId7" Type="http://schemas.openxmlformats.org/officeDocument/2006/relationships/customXml" Target="../ink/ink23.xml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lear.inrialpes.fr/pubs/2005/DT05" TargetMode="External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hyperlink" Target="http://host.robots.ox.ac.uk/pascal/VOC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10.jpg"/><Relationship Id="rId7" Type="http://schemas.openxmlformats.org/officeDocument/2006/relationships/image" Target="../media/image27.jpg"/><Relationship Id="rId12" Type="http://schemas.openxmlformats.org/officeDocument/2006/relationships/image" Target="../media/image6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11" Type="http://schemas.openxmlformats.org/officeDocument/2006/relationships/customXml" Target="../ink/ink25.xml"/><Relationship Id="rId5" Type="http://schemas.openxmlformats.org/officeDocument/2006/relationships/image" Target="../media/image25.jpg"/><Relationship Id="rId10" Type="http://schemas.openxmlformats.org/officeDocument/2006/relationships/image" Target="../media/image30.jpg"/><Relationship Id="rId4" Type="http://schemas.openxmlformats.org/officeDocument/2006/relationships/image" Target="../media/image24.jpg"/><Relationship Id="rId9" Type="http://schemas.openxmlformats.org/officeDocument/2006/relationships/image" Target="../media/image2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8.png"/><Relationship Id="rId7" Type="http://schemas.openxmlformats.org/officeDocument/2006/relationships/customXml" Target="../ink/ink28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s.berkeley.edu/~rbg/papers/r-cnn-cvpr.pdf" TargetMode="Externa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hyperlink" Target="http://www.cs.berkeley.edu/~rbg/papers/r-cnn-cvpr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customXml" Target="../ink/ink3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ivi.fnwi.uva.nl/isis/publications/bibtexbrowser.php?author=T.%2BGevers&amp;bib=all.bib" TargetMode="External"/><Relationship Id="rId3" Type="http://schemas.openxmlformats.org/officeDocument/2006/relationships/image" Target="../media/image76.jpg"/><Relationship Id="rId7" Type="http://schemas.openxmlformats.org/officeDocument/2006/relationships/hyperlink" Target="https://ivi.fnwi.uva.nl/isis/publications/bibtexbrowser.php?author=K.%2BE.%2BA.%2Bvan%2Bde%2BSande&amp;bib=all.bib" TargetMode="External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ivi.fnwi.uva.nl/isis/publications/bibtexbrowser.php?author=J.%2BR.%2BR.%2BUijlings&amp;bib=all.bib" TargetMode="External"/><Relationship Id="rId11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customXml" Target="../ink/ink31.xml"/><Relationship Id="rId4" Type="http://schemas.openxmlformats.org/officeDocument/2006/relationships/image" Target="../media/image77.png"/><Relationship Id="rId9" Type="http://schemas.openxmlformats.org/officeDocument/2006/relationships/hyperlink" Target="https://ivi.fnwi.uva.nl/isis/publications/bibtexbrowser.php?author=A.%2BW.%2BM.%2BSmeulders&amp;bib=all.bib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hyperlink" Target="https://ivi.fnwi.uva.nl/isis/publications/bibtexbrowser.php?author=J.%2BR.%2BR.%2BUijlings&amp;bib=all.bib" TargetMode="External"/><Relationship Id="rId7" Type="http://schemas.openxmlformats.org/officeDocument/2006/relationships/image" Target="../media/image80.jp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ivi.fnwi.uva.nl/isis/publications/bibtexbrowser.php?author=A.%2BW.%2BM.%2BSmeulders&amp;bib=all.bib" TargetMode="External"/><Relationship Id="rId5" Type="http://schemas.openxmlformats.org/officeDocument/2006/relationships/hyperlink" Target="https://ivi.fnwi.uva.nl/isis/publications/bibtexbrowser.php?author=T.%2BGevers&amp;bib=all.bib" TargetMode="External"/><Relationship Id="rId4" Type="http://schemas.openxmlformats.org/officeDocument/2006/relationships/hyperlink" Target="https://ivi.fnwi.uva.nl/isis/publications/bibtexbrowser.php?author=K.%2BE.%2BA.%2Bvan%2Bde%2BSande&amp;bib=all.bib" TargetMode="External"/><Relationship Id="rId9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89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5" Type="http://schemas.openxmlformats.org/officeDocument/2006/relationships/hyperlink" Target="http://arxiv.org/pdf/1506.01497.pdf" TargetMode="External"/><Relationship Id="rId4" Type="http://schemas.openxmlformats.org/officeDocument/2006/relationships/image" Target="../media/image88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5" Type="http://schemas.openxmlformats.org/officeDocument/2006/relationships/image" Target="../media/image92.jpg"/><Relationship Id="rId4" Type="http://schemas.openxmlformats.org/officeDocument/2006/relationships/image" Target="../media/image9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pjreddie.com/media/files/papers/yolo_1.pdf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hyperlink" Target="http://cocodataset.org/%23hom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jpg"/><Relationship Id="rId4" Type="http://schemas.openxmlformats.org/officeDocument/2006/relationships/image" Target="../media/image103.jp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jpg"/><Relationship Id="rId3" Type="http://schemas.openxmlformats.org/officeDocument/2006/relationships/image" Target="../media/image106.jpg"/><Relationship Id="rId7" Type="http://schemas.openxmlformats.org/officeDocument/2006/relationships/image" Target="../media/image110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9.jpg"/><Relationship Id="rId5" Type="http://schemas.openxmlformats.org/officeDocument/2006/relationships/image" Target="../media/image108.jpg"/><Relationship Id="rId4" Type="http://schemas.openxmlformats.org/officeDocument/2006/relationships/image" Target="../media/image107.jpg"/><Relationship Id="rId9" Type="http://schemas.openxmlformats.org/officeDocument/2006/relationships/image" Target="../media/image112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g"/><Relationship Id="rId2" Type="http://schemas.openxmlformats.org/officeDocument/2006/relationships/hyperlink" Target="http://openaccess.thecvf.com/content_cvpr_2017/papers/Huang_SpeedAccuracy_Trade-Offs_for_CVPR_2017_paper.pdf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7.05511.pdf" TargetMode="External"/><Relationship Id="rId7" Type="http://schemas.openxmlformats.org/officeDocument/2006/relationships/hyperlink" Target="https://arxiv.org/pdf/1506.01497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1504.08083" TargetMode="External"/><Relationship Id="rId5" Type="http://schemas.openxmlformats.org/officeDocument/2006/relationships/hyperlink" Target="https://arxiv.org/pdf/1311.2524" TargetMode="External"/><Relationship Id="rId4" Type="http://schemas.openxmlformats.org/officeDocument/2006/relationships/hyperlink" Target="https://faculty.utrgv.edu/weidong.kuang/book/ch10_object.pdf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2778" y="262802"/>
            <a:ext cx="2672656" cy="8659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581651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7940" y="1034392"/>
            <a:ext cx="3378835" cy="657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9665">
              <a:lnSpc>
                <a:spcPts val="3025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Computer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Vision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1945"/>
              </a:lnSpc>
            </a:pPr>
            <a:r>
              <a:rPr sz="1700" spc="-20" dirty="0">
                <a:latin typeface="Calibri"/>
                <a:cs typeface="Calibri"/>
              </a:rPr>
              <a:t>2024-</a:t>
            </a:r>
            <a:r>
              <a:rPr sz="1700" dirty="0">
                <a:latin typeface="Calibri"/>
                <a:cs typeface="Calibri"/>
              </a:rPr>
              <a:t>25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First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30" dirty="0">
                <a:latin typeface="Calibri"/>
                <a:cs typeface="Calibri"/>
              </a:rPr>
              <a:t>Semester,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5" dirty="0">
                <a:latin typeface="Calibri"/>
                <a:cs typeface="Calibri"/>
              </a:rPr>
              <a:t>M.Tech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(AIML)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54427" y="1556192"/>
            <a:ext cx="4216616" cy="24958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66851" y="3763233"/>
            <a:ext cx="7215505" cy="16785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60"/>
              </a:lnSpc>
              <a:spcBef>
                <a:spcPts val="100"/>
              </a:spcBef>
            </a:pPr>
            <a:r>
              <a:rPr sz="2800" b="1" u="heavy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Session</a:t>
            </a:r>
            <a:r>
              <a:rPr sz="2800" b="1" u="heavy" spc="-10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25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#13-14: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2965"/>
              </a:lnSpc>
            </a:pPr>
            <a:r>
              <a:rPr sz="2600" b="1" dirty="0">
                <a:solidFill>
                  <a:srgbClr val="980000"/>
                </a:solidFill>
                <a:latin typeface="Calibri"/>
                <a:cs typeface="Calibri"/>
              </a:rPr>
              <a:t>Object</a:t>
            </a:r>
            <a:r>
              <a:rPr sz="2600" b="1" spc="-80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980000"/>
                </a:solidFill>
                <a:latin typeface="Calibri"/>
                <a:cs typeface="Calibri"/>
              </a:rPr>
              <a:t>Detection</a:t>
            </a:r>
            <a:r>
              <a:rPr sz="2600" b="1" spc="-75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980000"/>
                </a:solidFill>
                <a:latin typeface="Calibri"/>
                <a:cs typeface="Calibri"/>
              </a:rPr>
              <a:t>(</a:t>
            </a:r>
            <a:r>
              <a:rPr sz="2600" b="1" spc="-75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980000"/>
                </a:solidFill>
                <a:latin typeface="Calibri"/>
                <a:cs typeface="Calibri"/>
              </a:rPr>
              <a:t>with</a:t>
            </a:r>
            <a:r>
              <a:rPr sz="2600" b="1" spc="-80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980000"/>
                </a:solidFill>
                <a:latin typeface="Calibri"/>
                <a:cs typeface="Calibri"/>
              </a:rPr>
              <a:t>introduction</a:t>
            </a:r>
            <a:r>
              <a:rPr sz="2600" b="1" spc="-75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980000"/>
                </a:solidFill>
                <a:latin typeface="Calibri"/>
                <a:cs typeface="Calibri"/>
              </a:rPr>
              <a:t>to</a:t>
            </a:r>
            <a:r>
              <a:rPr sz="2600" b="1" spc="-75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980000"/>
                </a:solidFill>
                <a:latin typeface="Calibri"/>
                <a:cs typeface="Calibri"/>
              </a:rPr>
              <a:t>RCNN,</a:t>
            </a:r>
            <a:r>
              <a:rPr sz="2600" b="1" spc="-80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980000"/>
                </a:solidFill>
                <a:latin typeface="Calibri"/>
                <a:cs typeface="Calibri"/>
              </a:rPr>
              <a:t>YOLO)</a:t>
            </a:r>
            <a:endParaRPr sz="2600" dirty="0">
              <a:latin typeface="Calibri"/>
              <a:cs typeface="Calibri"/>
            </a:endParaRPr>
          </a:p>
          <a:p>
            <a:pPr marL="205104" marR="1517650">
              <a:lnSpc>
                <a:spcPts val="3360"/>
              </a:lnSpc>
              <a:spcBef>
                <a:spcPts val="45"/>
              </a:spcBef>
            </a:pPr>
            <a:r>
              <a:rPr lang="en-US" sz="2800" dirty="0">
                <a:latin typeface="Calibri"/>
                <a:cs typeface="Calibri"/>
              </a:rPr>
              <a:t>Dhruba Adhikary</a:t>
            </a:r>
          </a:p>
          <a:p>
            <a:pPr marL="205104" marR="1517650">
              <a:lnSpc>
                <a:spcPts val="3360"/>
              </a:lnSpc>
              <a:spcBef>
                <a:spcPts val="45"/>
              </a:spcBef>
            </a:pPr>
            <a:r>
              <a:rPr lang="en-US" sz="2800" u="heavy" spc="-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5"/>
              </a:rPr>
              <a:t>Dhruba.a</a:t>
            </a:r>
            <a:r>
              <a:rPr sz="2800" u="heavy" spc="-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5"/>
              </a:rPr>
              <a:t>@wilp.bits-</a:t>
            </a:r>
            <a:r>
              <a:rPr sz="28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5"/>
              </a:rPr>
              <a:t>pilani.ac.in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16333" y="6466776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2225AD5-8B81-D9EF-A894-BAC8A64FEC24}"/>
                  </a:ext>
                </a:extLst>
              </p14:cNvPr>
              <p14:cNvContentPartPr/>
              <p14:nvPr/>
            </p14:nvContentPartPr>
            <p14:xfrm>
              <a:off x="5121720" y="2904480"/>
              <a:ext cx="394200" cy="168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2225AD5-8B81-D9EF-A894-BAC8A64FEC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05520" y="2888280"/>
                <a:ext cx="426600" cy="20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75" y="288928"/>
            <a:ext cx="2672656" cy="86590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4174" y="1779756"/>
            <a:ext cx="101409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200" u="heavy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Topics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3299" y="6191044"/>
            <a:ext cx="1452245" cy="213360"/>
          </a:xfrm>
          <a:custGeom>
            <a:avLst/>
            <a:gdLst/>
            <a:ahLst/>
            <a:cxnLst/>
            <a:rect l="l" t="t" r="r" b="b"/>
            <a:pathLst>
              <a:path w="1452245" h="213360">
                <a:moveTo>
                  <a:pt x="1452061" y="213359"/>
                </a:moveTo>
                <a:lnTo>
                  <a:pt x="0" y="213359"/>
                </a:lnTo>
                <a:lnTo>
                  <a:pt x="0" y="0"/>
                </a:lnTo>
                <a:lnTo>
                  <a:pt x="1452061" y="0"/>
                </a:lnTo>
                <a:lnTo>
                  <a:pt x="1452061" y="2133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0599" y="6171232"/>
            <a:ext cx="8315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Acknowledgement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: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Slide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Materials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adopted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from</a:t>
            </a:r>
            <a:r>
              <a:rPr sz="1400" spc="33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-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Intro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to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Computer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Vision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(Cornell</a:t>
            </a:r>
            <a:r>
              <a:rPr sz="1400" spc="-5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C00000"/>
                </a:solidFill>
                <a:latin typeface="Arial MT"/>
                <a:cs typeface="Arial MT"/>
              </a:rPr>
              <a:t>Tech);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Noah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Snavely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1371600" y="2244058"/>
            <a:ext cx="4384675" cy="199643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532765" indent="-532765">
              <a:lnSpc>
                <a:spcPct val="100000"/>
              </a:lnSpc>
              <a:spcBef>
                <a:spcPts val="1100"/>
              </a:spcBef>
              <a:buFont typeface="MS PGothic"/>
              <a:buChar char="➔"/>
              <a:tabLst>
                <a:tab pos="532765" algn="l"/>
                <a:tab pos="2764155" algn="l"/>
              </a:tabLst>
            </a:pP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</a:t>
            </a:r>
            <a:r>
              <a:rPr sz="2400" dirty="0">
                <a:latin typeface="Calibri"/>
                <a:cs typeface="Calibri"/>
              </a:rPr>
              <a:t>	&amp;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Challenges</a:t>
            </a:r>
            <a:endParaRPr sz="2400">
              <a:latin typeface="Calibri"/>
              <a:cs typeface="Calibri"/>
            </a:endParaRPr>
          </a:p>
          <a:p>
            <a:pPr marL="532765" indent="-532765">
              <a:lnSpc>
                <a:spcPct val="100000"/>
              </a:lnSpc>
              <a:spcBef>
                <a:spcPts val="1000"/>
              </a:spcBef>
              <a:buFont typeface="MS PGothic"/>
              <a:buChar char="➔"/>
              <a:tabLst>
                <a:tab pos="532765" algn="l"/>
              </a:tabLst>
            </a:pPr>
            <a:r>
              <a:rPr sz="2400" dirty="0">
                <a:latin typeface="Calibri"/>
                <a:cs typeface="Calibri"/>
              </a:rPr>
              <a:t>RCNN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Faster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RCNN</a:t>
            </a:r>
            <a:endParaRPr sz="2400">
              <a:latin typeface="Calibri"/>
              <a:cs typeface="Calibri"/>
            </a:endParaRPr>
          </a:p>
          <a:p>
            <a:pPr marL="532765" indent="-532765">
              <a:lnSpc>
                <a:spcPct val="100000"/>
              </a:lnSpc>
              <a:spcBef>
                <a:spcPts val="1000"/>
              </a:spcBef>
              <a:buFont typeface="MS PGothic"/>
              <a:buChar char="➔"/>
              <a:tabLst>
                <a:tab pos="532765" algn="l"/>
              </a:tabLst>
            </a:pPr>
            <a:r>
              <a:rPr sz="2400" spc="-25" dirty="0">
                <a:latin typeface="Calibri"/>
                <a:cs typeface="Calibri"/>
              </a:rPr>
              <a:t>Yolo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Variants</a:t>
            </a:r>
            <a:endParaRPr sz="2400">
              <a:latin typeface="Calibri"/>
              <a:cs typeface="Calibri"/>
            </a:endParaRPr>
          </a:p>
          <a:p>
            <a:pPr marL="532765" indent="-532765">
              <a:lnSpc>
                <a:spcPct val="100000"/>
              </a:lnSpc>
              <a:spcBef>
                <a:spcPts val="1000"/>
              </a:spcBef>
              <a:buFont typeface="MS PGothic"/>
              <a:buChar char="➔"/>
              <a:tabLst>
                <a:tab pos="532765" algn="l"/>
              </a:tabLst>
            </a:pPr>
            <a:r>
              <a:rPr sz="2400" spc="-10" dirty="0">
                <a:latin typeface="Calibri"/>
                <a:cs typeface="Calibri"/>
              </a:rPr>
              <a:t>Demonstration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5921992-4092-DBD0-4129-9C7D3D261525}"/>
                  </a:ext>
                </a:extLst>
              </p14:cNvPr>
              <p14:cNvContentPartPr/>
              <p14:nvPr/>
            </p14:nvContentPartPr>
            <p14:xfrm>
              <a:off x="1234080" y="1904400"/>
              <a:ext cx="7578360" cy="23565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5921992-4092-DBD0-4129-9C7D3D2615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7880" y="1888200"/>
                <a:ext cx="7610760" cy="238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575"/>
            <a:ext cx="704849" cy="7048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906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libri"/>
                <a:cs typeface="Calibri"/>
              </a:rPr>
              <a:t>Object</a:t>
            </a:r>
            <a:r>
              <a:rPr sz="4000" b="1" spc="-14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Detection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2148290"/>
            <a:ext cx="10279225" cy="42080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4975" y="1470112"/>
            <a:ext cx="91909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Object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detection: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Locates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classifies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objects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video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drawing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bounding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box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around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each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object. </a:t>
            </a:r>
            <a:r>
              <a:rPr sz="1400" dirty="0">
                <a:latin typeface="Arial MT"/>
                <a:cs typeface="Arial MT"/>
              </a:rPr>
              <a:t>Segmentation: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Divides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regions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assigns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class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labels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each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A5DC177-30FC-514C-4700-9B80E3EF88F9}"/>
                  </a:ext>
                </a:extLst>
              </p14:cNvPr>
              <p14:cNvContentPartPr/>
              <p14:nvPr/>
            </p14:nvContentPartPr>
            <p14:xfrm>
              <a:off x="167040" y="1645200"/>
              <a:ext cx="10323000" cy="2719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A5DC177-30FC-514C-4700-9B80E3EF88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840" y="1629000"/>
                <a:ext cx="10355400" cy="275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96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An</a:t>
            </a:r>
            <a:r>
              <a:rPr spc="-250" dirty="0"/>
              <a:t> </a:t>
            </a:r>
            <a:r>
              <a:rPr spc="-10" dirty="0"/>
              <a:t>Approach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94908" y="2811349"/>
            <a:ext cx="4609465" cy="3462020"/>
            <a:chOff x="794908" y="2811349"/>
            <a:chExt cx="4609465" cy="34620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433" y="2820874"/>
              <a:ext cx="4589928" cy="34424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9670" y="2816112"/>
              <a:ext cx="4599940" cy="3452495"/>
            </a:xfrm>
            <a:custGeom>
              <a:avLst/>
              <a:gdLst/>
              <a:ahLst/>
              <a:cxnLst/>
              <a:rect l="l" t="t" r="r" b="b"/>
              <a:pathLst>
                <a:path w="4599940" h="3452495">
                  <a:moveTo>
                    <a:pt x="0" y="0"/>
                  </a:moveTo>
                  <a:lnTo>
                    <a:pt x="4599453" y="0"/>
                  </a:lnTo>
                  <a:lnTo>
                    <a:pt x="4599453" y="3451971"/>
                  </a:lnTo>
                  <a:lnTo>
                    <a:pt x="0" y="34519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63992" y="2811349"/>
            <a:ext cx="2455545" cy="982344"/>
            <a:chOff x="5563992" y="2811349"/>
            <a:chExt cx="2455545" cy="982344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3517" y="2820874"/>
              <a:ext cx="2435949" cy="9628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68755" y="2816112"/>
              <a:ext cx="2446020" cy="972819"/>
            </a:xfrm>
            <a:custGeom>
              <a:avLst/>
              <a:gdLst/>
              <a:ahLst/>
              <a:cxnLst/>
              <a:rect l="l" t="t" r="r" b="b"/>
              <a:pathLst>
                <a:path w="2446020" h="972820">
                  <a:moveTo>
                    <a:pt x="0" y="0"/>
                  </a:moveTo>
                  <a:lnTo>
                    <a:pt x="2445474" y="0"/>
                  </a:lnTo>
                  <a:lnTo>
                    <a:pt x="2445474" y="972334"/>
                  </a:lnTo>
                  <a:lnTo>
                    <a:pt x="0" y="97233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563992" y="5290987"/>
            <a:ext cx="2455545" cy="982344"/>
            <a:chOff x="5563992" y="5290987"/>
            <a:chExt cx="2455545" cy="982344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3517" y="5300512"/>
              <a:ext cx="2435949" cy="9628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68755" y="5295750"/>
              <a:ext cx="2446020" cy="972819"/>
            </a:xfrm>
            <a:custGeom>
              <a:avLst/>
              <a:gdLst/>
              <a:ahLst/>
              <a:cxnLst/>
              <a:rect l="l" t="t" r="r" b="b"/>
              <a:pathLst>
                <a:path w="2446020" h="972820">
                  <a:moveTo>
                    <a:pt x="0" y="0"/>
                  </a:moveTo>
                  <a:lnTo>
                    <a:pt x="2445474" y="0"/>
                  </a:lnTo>
                  <a:lnTo>
                    <a:pt x="2445474" y="972334"/>
                  </a:lnTo>
                  <a:lnTo>
                    <a:pt x="0" y="97233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563992" y="4051169"/>
            <a:ext cx="2455545" cy="982344"/>
            <a:chOff x="5563992" y="4051169"/>
            <a:chExt cx="2455545" cy="982344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73517" y="4060694"/>
              <a:ext cx="2435949" cy="9628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68755" y="4055931"/>
              <a:ext cx="2446020" cy="972819"/>
            </a:xfrm>
            <a:custGeom>
              <a:avLst/>
              <a:gdLst/>
              <a:ahLst/>
              <a:cxnLst/>
              <a:rect l="l" t="t" r="r" b="b"/>
              <a:pathLst>
                <a:path w="2446020" h="972820">
                  <a:moveTo>
                    <a:pt x="0" y="0"/>
                  </a:moveTo>
                  <a:lnTo>
                    <a:pt x="2445474" y="0"/>
                  </a:lnTo>
                  <a:lnTo>
                    <a:pt x="2445474" y="972334"/>
                  </a:lnTo>
                  <a:lnTo>
                    <a:pt x="0" y="97233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42342" y="1504457"/>
            <a:ext cx="10701655" cy="462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39845" marR="5080" indent="-3827779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Examine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every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sub-</a:t>
            </a:r>
            <a:r>
              <a:rPr sz="3200" dirty="0">
                <a:latin typeface="Arial MT"/>
                <a:cs typeface="Arial MT"/>
              </a:rPr>
              <a:t>window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determine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tight</a:t>
            </a:r>
            <a:r>
              <a:rPr sz="3200" spc="-25" dirty="0">
                <a:latin typeface="Arial MT"/>
                <a:cs typeface="Arial MT"/>
              </a:rPr>
              <a:t> box </a:t>
            </a:r>
            <a:r>
              <a:rPr sz="3200" dirty="0">
                <a:latin typeface="Arial MT"/>
                <a:cs typeface="Arial MT"/>
              </a:rPr>
              <a:t>around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object</a:t>
            </a:r>
            <a:endParaRPr sz="3200">
              <a:latin typeface="Arial MT"/>
              <a:cs typeface="Arial MT"/>
            </a:endParaRPr>
          </a:p>
          <a:p>
            <a:pPr marL="7352665">
              <a:lnSpc>
                <a:spcPct val="100000"/>
              </a:lnSpc>
              <a:spcBef>
                <a:spcPts val="3210"/>
              </a:spcBef>
            </a:pPr>
            <a:r>
              <a:rPr sz="4800" spc="-25" dirty="0">
                <a:latin typeface="Arial MT"/>
                <a:cs typeface="Arial MT"/>
              </a:rPr>
              <a:t>Yes</a:t>
            </a:r>
            <a:endParaRPr sz="4800">
              <a:latin typeface="Arial MT"/>
              <a:cs typeface="Arial MT"/>
            </a:endParaRPr>
          </a:p>
          <a:p>
            <a:pPr marL="7352665">
              <a:lnSpc>
                <a:spcPct val="100000"/>
              </a:lnSpc>
              <a:spcBef>
                <a:spcPts val="3409"/>
              </a:spcBef>
            </a:pPr>
            <a:r>
              <a:rPr sz="3200" spc="-25" dirty="0">
                <a:latin typeface="Arial MT"/>
                <a:cs typeface="Arial MT"/>
              </a:rPr>
              <a:t>No?</a:t>
            </a:r>
            <a:endParaRPr sz="3200">
              <a:latin typeface="Arial MT"/>
              <a:cs typeface="Arial MT"/>
            </a:endParaRPr>
          </a:p>
          <a:p>
            <a:pPr marL="7352665">
              <a:lnSpc>
                <a:spcPct val="100000"/>
              </a:lnSpc>
              <a:spcBef>
                <a:spcPts val="175"/>
              </a:spcBef>
            </a:pPr>
            <a:r>
              <a:rPr sz="2400" dirty="0">
                <a:latin typeface="Arial MT"/>
                <a:cs typeface="Arial MT"/>
              </a:rPr>
              <a:t>Hold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thought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400">
              <a:latin typeface="Arial MT"/>
              <a:cs typeface="Arial MT"/>
            </a:endParaRPr>
          </a:p>
          <a:p>
            <a:pPr marL="7352665">
              <a:lnSpc>
                <a:spcPct val="100000"/>
              </a:lnSpc>
            </a:pPr>
            <a:r>
              <a:rPr sz="4800" spc="-25" dirty="0">
                <a:latin typeface="Arial MT"/>
                <a:cs typeface="Arial MT"/>
              </a:rPr>
              <a:t>No</a:t>
            </a:r>
            <a:endParaRPr sz="4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E985701-8F4F-CC7B-5217-669B8595F9E7}"/>
                  </a:ext>
                </a:extLst>
              </p14:cNvPr>
              <p14:cNvContentPartPr/>
              <p14:nvPr/>
            </p14:nvContentPartPr>
            <p14:xfrm>
              <a:off x="810360" y="2014200"/>
              <a:ext cx="8201880" cy="4074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E985701-8F4F-CC7B-5217-669B8595F9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4160" y="1998000"/>
                <a:ext cx="8234280" cy="410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96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Sliding</a:t>
            </a:r>
            <a:r>
              <a:rPr spc="-160" dirty="0"/>
              <a:t> </a:t>
            </a:r>
            <a:r>
              <a:rPr dirty="0"/>
              <a:t>Window</a:t>
            </a:r>
            <a:r>
              <a:rPr spc="-155" dirty="0"/>
              <a:t> </a:t>
            </a:r>
            <a:r>
              <a:rPr spc="-10" dirty="0"/>
              <a:t>Classification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4959" y="2656994"/>
            <a:ext cx="4861559" cy="36880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2622" y="1504457"/>
            <a:ext cx="1040447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0610" marR="5080" indent="-3598545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Let’s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assume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we’re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looking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pedestrians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box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a </a:t>
            </a:r>
            <a:r>
              <a:rPr sz="3200" dirty="0">
                <a:latin typeface="Arial MT"/>
                <a:cs typeface="Arial MT"/>
              </a:rPr>
              <a:t>fixed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aspect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ratio.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98532" y="2654306"/>
            <a:ext cx="669925" cy="1322070"/>
          </a:xfrm>
          <a:custGeom>
            <a:avLst/>
            <a:gdLst/>
            <a:ahLst/>
            <a:cxnLst/>
            <a:rect l="l" t="t" r="r" b="b"/>
            <a:pathLst>
              <a:path w="669925" h="1322070">
                <a:moveTo>
                  <a:pt x="0" y="0"/>
                </a:moveTo>
                <a:lnTo>
                  <a:pt x="669299" y="0"/>
                </a:lnTo>
                <a:lnTo>
                  <a:pt x="669299" y="1321799"/>
                </a:lnTo>
                <a:lnTo>
                  <a:pt x="0" y="13217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9564" y="6463279"/>
            <a:ext cx="137096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J.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Hays</a:t>
            </a:r>
            <a:endParaRPr sz="1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9411F1D-CE6F-5079-F785-E94BC19E82C5}"/>
                  </a:ext>
                </a:extLst>
              </p14:cNvPr>
              <p14:cNvContentPartPr/>
              <p14:nvPr/>
            </p14:nvContentPartPr>
            <p14:xfrm>
              <a:off x="1604880" y="1962720"/>
              <a:ext cx="6577200" cy="3430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9411F1D-CE6F-5079-F785-E94BC19E82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8680" y="1946520"/>
                <a:ext cx="6609600" cy="346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9621" rIns="0" bIns="0" rtlCol="0">
            <a:spAutoFit/>
          </a:bodyPr>
          <a:lstStyle/>
          <a:p>
            <a:pPr marL="1500505">
              <a:lnSpc>
                <a:spcPct val="100000"/>
              </a:lnSpc>
              <a:spcBef>
                <a:spcPts val="100"/>
              </a:spcBef>
            </a:pPr>
            <a:r>
              <a:rPr dirty="0"/>
              <a:t>Sliding</a:t>
            </a:r>
            <a:r>
              <a:rPr spc="-150" dirty="0"/>
              <a:t> </a:t>
            </a:r>
            <a:r>
              <a:rPr spc="-10" dirty="0"/>
              <a:t>Window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30550" y="2571750"/>
            <a:ext cx="4438650" cy="3371850"/>
            <a:chOff x="3130550" y="2571750"/>
            <a:chExt cx="4438650" cy="3371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600" y="2590800"/>
              <a:ext cx="4419599" cy="33527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49600" y="2590800"/>
              <a:ext cx="334645" cy="660400"/>
            </a:xfrm>
            <a:custGeom>
              <a:avLst/>
              <a:gdLst/>
              <a:ahLst/>
              <a:cxnLst/>
              <a:rect l="l" t="t" r="r" b="b"/>
              <a:pathLst>
                <a:path w="334645" h="660400">
                  <a:moveTo>
                    <a:pt x="0" y="0"/>
                  </a:moveTo>
                  <a:lnTo>
                    <a:pt x="334499" y="0"/>
                  </a:lnTo>
                  <a:lnTo>
                    <a:pt x="334499" y="660299"/>
                  </a:lnTo>
                  <a:lnTo>
                    <a:pt x="0" y="6602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58277" y="1504457"/>
            <a:ext cx="1007046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78935" marR="5080" indent="-416687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Key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idea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–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just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try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all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subwindows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image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all </a:t>
            </a:r>
            <a:r>
              <a:rPr sz="3200" spc="-10" dirty="0">
                <a:latin typeface="Arial MT"/>
                <a:cs typeface="Arial MT"/>
              </a:rPr>
              <a:t>positions.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9564" y="6463279"/>
            <a:ext cx="137096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J.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Hays</a:t>
            </a:r>
            <a:endParaRPr sz="1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380A8BE-7EC3-26DC-C3C6-FA1191EE578C}"/>
                  </a:ext>
                </a:extLst>
              </p14:cNvPr>
              <p14:cNvContentPartPr/>
              <p14:nvPr/>
            </p14:nvContentPartPr>
            <p14:xfrm>
              <a:off x="3365640" y="2926080"/>
              <a:ext cx="524160" cy="162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380A8BE-7EC3-26DC-C3C6-FA1191EE57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9440" y="2909880"/>
                <a:ext cx="556560" cy="19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716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Generating</a:t>
            </a:r>
            <a:r>
              <a:rPr spc="-50" dirty="0"/>
              <a:t> </a:t>
            </a:r>
            <a:r>
              <a:rPr spc="-10" dirty="0"/>
              <a:t>hypotheses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044950" y="2571750"/>
            <a:ext cx="3067050" cy="2320925"/>
            <a:chOff x="4044950" y="2571750"/>
            <a:chExt cx="3067050" cy="2320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4000" y="2579687"/>
              <a:ext cx="3047999" cy="23129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64000" y="2590800"/>
              <a:ext cx="334645" cy="660400"/>
            </a:xfrm>
            <a:custGeom>
              <a:avLst/>
              <a:gdLst/>
              <a:ahLst/>
              <a:cxnLst/>
              <a:rect l="l" t="t" r="r" b="b"/>
              <a:pathLst>
                <a:path w="334645" h="660400">
                  <a:moveTo>
                    <a:pt x="0" y="0"/>
                  </a:moveTo>
                  <a:lnTo>
                    <a:pt x="334499" y="0"/>
                  </a:lnTo>
                  <a:lnTo>
                    <a:pt x="334499" y="660299"/>
                  </a:lnTo>
                  <a:lnTo>
                    <a:pt x="0" y="6602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30625" y="5065071"/>
            <a:ext cx="3717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Note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Template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change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size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9564" y="6463279"/>
            <a:ext cx="137096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J.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Hays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8277" y="1504457"/>
            <a:ext cx="1007046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83560" marR="5080" indent="-3071495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Key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idea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–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just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try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all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subwindows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image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all </a:t>
            </a:r>
            <a:r>
              <a:rPr sz="3200" dirty="0">
                <a:latin typeface="Arial MT"/>
                <a:cs typeface="Arial MT"/>
              </a:rPr>
              <a:t>positions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b="1" dirty="0">
                <a:latin typeface="Arial"/>
                <a:cs typeface="Arial"/>
              </a:rPr>
              <a:t>and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scales.</a:t>
            </a:r>
            <a:endParaRPr sz="32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03305DE-CC91-91C1-1B0E-1C07B7500144}"/>
                  </a:ext>
                </a:extLst>
              </p14:cNvPr>
              <p14:cNvContentPartPr/>
              <p14:nvPr/>
            </p14:nvContentPartPr>
            <p14:xfrm>
              <a:off x="737640" y="2734200"/>
              <a:ext cx="2520000" cy="2898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03305DE-CC91-91C1-1B0E-1C07B75001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440" y="2718000"/>
                <a:ext cx="2552400" cy="293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/>
              <a:t>Each</a:t>
            </a:r>
            <a:r>
              <a:rPr spc="-160" dirty="0"/>
              <a:t> </a:t>
            </a:r>
            <a:r>
              <a:rPr dirty="0"/>
              <a:t>window</a:t>
            </a:r>
            <a:r>
              <a:rPr spc="-155" dirty="0"/>
              <a:t> </a:t>
            </a:r>
            <a:r>
              <a:rPr dirty="0"/>
              <a:t>classified</a:t>
            </a:r>
            <a:r>
              <a:rPr spc="-155" dirty="0"/>
              <a:t> </a:t>
            </a:r>
            <a:r>
              <a:rPr spc="-10" dirty="0"/>
              <a:t>separately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371600"/>
            <a:ext cx="7848599" cy="53165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7425" y="6463279"/>
            <a:ext cx="137096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Slide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credit: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J.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Hays</a:t>
            </a:r>
            <a:endParaRPr sz="1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8724BC-CA60-05F8-06E7-0A3177698308}"/>
                  </a:ext>
                </a:extLst>
              </p14:cNvPr>
              <p14:cNvContentPartPr/>
              <p14:nvPr/>
            </p14:nvContentPartPr>
            <p14:xfrm>
              <a:off x="795600" y="721800"/>
              <a:ext cx="10416240" cy="5637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8724BC-CA60-05F8-06E7-0A31776983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9400" y="705600"/>
                <a:ext cx="10448640" cy="567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Many</a:t>
            </a:r>
            <a:r>
              <a:rPr spc="-30" dirty="0"/>
              <a:t> </a:t>
            </a:r>
            <a:r>
              <a:rPr spc="-20" dirty="0"/>
              <a:t>Boxes</a:t>
            </a:r>
            <a:r>
              <a:rPr spc="-240" dirty="0"/>
              <a:t> </a:t>
            </a:r>
            <a:r>
              <a:rPr dirty="0"/>
              <a:t>Are</a:t>
            </a:r>
            <a:r>
              <a:rPr spc="-100" dirty="0"/>
              <a:t> </a:t>
            </a:r>
            <a:r>
              <a:rPr spc="-10" dirty="0"/>
              <a:t>There?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5049" y="1504457"/>
            <a:ext cx="9271000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Given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HxW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image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“template”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size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by,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bx.</a:t>
            </a:r>
            <a:endParaRPr sz="3200">
              <a:latin typeface="Arial MT"/>
              <a:cs typeface="Arial MT"/>
            </a:endParaRPr>
          </a:p>
          <a:p>
            <a:pPr marL="12700" marR="1329055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Q.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How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many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sub-</a:t>
            </a:r>
            <a:r>
              <a:rPr sz="3200" b="1" dirty="0">
                <a:latin typeface="Arial"/>
                <a:cs typeface="Arial"/>
              </a:rPr>
              <a:t>boxes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are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there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size </a:t>
            </a:r>
            <a:r>
              <a:rPr sz="3200" b="1" spc="-10" dirty="0">
                <a:latin typeface="Arial"/>
                <a:cs typeface="Arial"/>
              </a:rPr>
              <a:t>(by,bx)?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Arial MT"/>
                <a:cs typeface="Arial MT"/>
              </a:rPr>
              <a:t>A.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(H/by)*(W/bx)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04524" y="1625134"/>
            <a:ext cx="760730" cy="1140460"/>
          </a:xfrm>
          <a:custGeom>
            <a:avLst/>
            <a:gdLst/>
            <a:ahLst/>
            <a:cxnLst/>
            <a:rect l="l" t="t" r="r" b="b"/>
            <a:pathLst>
              <a:path w="760729" h="1140460">
                <a:moveTo>
                  <a:pt x="0" y="0"/>
                </a:moveTo>
                <a:lnTo>
                  <a:pt x="760499" y="0"/>
                </a:lnTo>
                <a:lnTo>
                  <a:pt x="760499" y="1140299"/>
                </a:lnTo>
                <a:lnTo>
                  <a:pt x="0" y="114029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1108009" y="1680106"/>
            <a:ext cx="246379" cy="1030605"/>
            <a:chOff x="11108009" y="1680106"/>
            <a:chExt cx="246379" cy="1030605"/>
          </a:xfrm>
        </p:grpSpPr>
        <p:sp>
          <p:nvSpPr>
            <p:cNvPr id="7" name="object 7"/>
            <p:cNvSpPr/>
            <p:nvPr/>
          </p:nvSpPr>
          <p:spPr>
            <a:xfrm>
              <a:off x="11230981" y="1968033"/>
              <a:ext cx="0" cy="454659"/>
            </a:xfrm>
            <a:custGeom>
              <a:avLst/>
              <a:gdLst/>
              <a:ahLst/>
              <a:cxnLst/>
              <a:rect l="l" t="t" r="r" b="b"/>
              <a:pathLst>
                <a:path h="454660">
                  <a:moveTo>
                    <a:pt x="0" y="0"/>
                  </a:moveTo>
                  <a:lnTo>
                    <a:pt x="0" y="454499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36584" y="1708681"/>
              <a:ext cx="189230" cy="259715"/>
            </a:xfrm>
            <a:custGeom>
              <a:avLst/>
              <a:gdLst/>
              <a:ahLst/>
              <a:cxnLst/>
              <a:rect l="l" t="t" r="r" b="b"/>
              <a:pathLst>
                <a:path w="189229" h="259714">
                  <a:moveTo>
                    <a:pt x="188793" y="259352"/>
                  </a:moveTo>
                  <a:lnTo>
                    <a:pt x="0" y="259352"/>
                  </a:lnTo>
                  <a:lnTo>
                    <a:pt x="94396" y="0"/>
                  </a:lnTo>
                  <a:lnTo>
                    <a:pt x="188793" y="2593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36584" y="1708681"/>
              <a:ext cx="189230" cy="259715"/>
            </a:xfrm>
            <a:custGeom>
              <a:avLst/>
              <a:gdLst/>
              <a:ahLst/>
              <a:cxnLst/>
              <a:rect l="l" t="t" r="r" b="b"/>
              <a:pathLst>
                <a:path w="189229" h="259714">
                  <a:moveTo>
                    <a:pt x="188793" y="259352"/>
                  </a:moveTo>
                  <a:lnTo>
                    <a:pt x="94396" y="0"/>
                  </a:lnTo>
                  <a:lnTo>
                    <a:pt x="0" y="259352"/>
                  </a:lnTo>
                  <a:lnTo>
                    <a:pt x="188793" y="259352"/>
                  </a:lnTo>
                  <a:close/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36584" y="2422533"/>
              <a:ext cx="189230" cy="259715"/>
            </a:xfrm>
            <a:custGeom>
              <a:avLst/>
              <a:gdLst/>
              <a:ahLst/>
              <a:cxnLst/>
              <a:rect l="l" t="t" r="r" b="b"/>
              <a:pathLst>
                <a:path w="189229" h="259714">
                  <a:moveTo>
                    <a:pt x="94396" y="259352"/>
                  </a:moveTo>
                  <a:lnTo>
                    <a:pt x="0" y="0"/>
                  </a:lnTo>
                  <a:lnTo>
                    <a:pt x="188793" y="0"/>
                  </a:lnTo>
                  <a:lnTo>
                    <a:pt x="94396" y="2593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136584" y="2422533"/>
              <a:ext cx="189230" cy="259715"/>
            </a:xfrm>
            <a:custGeom>
              <a:avLst/>
              <a:gdLst/>
              <a:ahLst/>
              <a:cxnLst/>
              <a:rect l="l" t="t" r="r" b="b"/>
              <a:pathLst>
                <a:path w="189229" h="259714">
                  <a:moveTo>
                    <a:pt x="0" y="0"/>
                  </a:moveTo>
                  <a:lnTo>
                    <a:pt x="94396" y="259352"/>
                  </a:lnTo>
                  <a:lnTo>
                    <a:pt x="188793" y="0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238564" y="1912044"/>
            <a:ext cx="4997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FF0000"/>
                </a:solidFill>
                <a:latin typeface="Arial"/>
                <a:cs typeface="Arial"/>
              </a:rPr>
              <a:t>by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34112" y="2959841"/>
            <a:ext cx="4997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FF0000"/>
                </a:solidFill>
                <a:latin typeface="Arial"/>
                <a:cs typeface="Arial"/>
              </a:rPr>
              <a:t>bx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187775" y="2827725"/>
            <a:ext cx="721995" cy="246379"/>
            <a:chOff x="10187775" y="2827725"/>
            <a:chExt cx="721995" cy="246379"/>
          </a:xfrm>
        </p:grpSpPr>
        <p:sp>
          <p:nvSpPr>
            <p:cNvPr id="15" name="object 15"/>
            <p:cNvSpPr/>
            <p:nvPr/>
          </p:nvSpPr>
          <p:spPr>
            <a:xfrm>
              <a:off x="10475703" y="2950696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4">
                  <a:moveTo>
                    <a:pt x="0" y="0"/>
                  </a:moveTo>
                  <a:lnTo>
                    <a:pt x="146099" y="0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216350" y="2856300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5" h="189230">
                  <a:moveTo>
                    <a:pt x="259352" y="188792"/>
                  </a:moveTo>
                  <a:lnTo>
                    <a:pt x="0" y="94396"/>
                  </a:lnTo>
                  <a:lnTo>
                    <a:pt x="259352" y="0"/>
                  </a:lnTo>
                  <a:lnTo>
                    <a:pt x="259352" y="18879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216350" y="2856300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5" h="189230">
                  <a:moveTo>
                    <a:pt x="259352" y="0"/>
                  </a:moveTo>
                  <a:lnTo>
                    <a:pt x="0" y="94396"/>
                  </a:lnTo>
                  <a:lnTo>
                    <a:pt x="259352" y="188792"/>
                  </a:lnTo>
                  <a:lnTo>
                    <a:pt x="259352" y="0"/>
                  </a:lnTo>
                  <a:close/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21803" y="2856300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5" h="189230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621803" y="2856300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5" h="189230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75049" y="4219850"/>
            <a:ext cx="609790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This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before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considering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adding:</a:t>
            </a:r>
            <a:endParaRPr sz="3200">
              <a:latin typeface="Arial MT"/>
              <a:cs typeface="Arial MT"/>
            </a:endParaRPr>
          </a:p>
          <a:p>
            <a:pPr marL="469265" indent="-39624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3200" i="1" dirty="0">
                <a:latin typeface="Arial"/>
                <a:cs typeface="Arial"/>
              </a:rPr>
              <a:t>scales</a:t>
            </a:r>
            <a:r>
              <a:rPr sz="3200" i="1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(by*s,bx*s)</a:t>
            </a:r>
            <a:endParaRPr sz="3200">
              <a:latin typeface="Arial MT"/>
              <a:cs typeface="Arial MT"/>
            </a:endParaRPr>
          </a:p>
          <a:p>
            <a:pPr marL="469265" indent="-39624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3200" i="1" dirty="0">
                <a:latin typeface="Arial"/>
                <a:cs typeface="Arial"/>
              </a:rPr>
              <a:t>aspect</a:t>
            </a:r>
            <a:r>
              <a:rPr sz="3200" i="1" spc="-3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ratios </a:t>
            </a:r>
            <a:r>
              <a:rPr sz="3200" spc="-10" dirty="0">
                <a:latin typeface="Arial MT"/>
                <a:cs typeface="Arial MT"/>
              </a:rPr>
              <a:t>(by*sy,bx*sx)</a:t>
            </a:r>
            <a:endParaRPr sz="3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95CED38-3AD4-2FE6-514D-DDB93C8F2671}"/>
                  </a:ext>
                </a:extLst>
              </p14:cNvPr>
              <p14:cNvContentPartPr/>
              <p14:nvPr/>
            </p14:nvContentPartPr>
            <p14:xfrm>
              <a:off x="1099080" y="1355760"/>
              <a:ext cx="9979200" cy="5367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95CED38-3AD4-2FE6-514D-DDB93C8F26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2880" y="1339560"/>
                <a:ext cx="10011600" cy="540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5945">
              <a:lnSpc>
                <a:spcPct val="100000"/>
              </a:lnSpc>
              <a:spcBef>
                <a:spcPts val="100"/>
              </a:spcBef>
            </a:pPr>
            <a:r>
              <a:rPr dirty="0"/>
              <a:t>Challenges</a:t>
            </a:r>
            <a:r>
              <a:rPr spc="-80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dirty="0"/>
              <a:t>Object</a:t>
            </a:r>
            <a:r>
              <a:rPr spc="-85" dirty="0"/>
              <a:t> </a:t>
            </a:r>
            <a:r>
              <a:rPr spc="-10" dirty="0"/>
              <a:t>Detection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00100" y="2935380"/>
            <a:ext cx="4048125" cy="3019425"/>
            <a:chOff x="800100" y="2935380"/>
            <a:chExt cx="4048125" cy="3019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2944905"/>
              <a:ext cx="4000465" cy="30003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3437" y="2940143"/>
              <a:ext cx="4010025" cy="3009900"/>
            </a:xfrm>
            <a:custGeom>
              <a:avLst/>
              <a:gdLst/>
              <a:ahLst/>
              <a:cxnLst/>
              <a:rect l="l" t="t" r="r" b="b"/>
              <a:pathLst>
                <a:path w="4010025" h="3009900">
                  <a:moveTo>
                    <a:pt x="0" y="0"/>
                  </a:moveTo>
                  <a:lnTo>
                    <a:pt x="4009990" y="0"/>
                  </a:lnTo>
                  <a:lnTo>
                    <a:pt x="4009990" y="3009868"/>
                  </a:lnTo>
                  <a:lnTo>
                    <a:pt x="0" y="30098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8200" y="4081370"/>
              <a:ext cx="2059305" cy="845819"/>
            </a:xfrm>
            <a:custGeom>
              <a:avLst/>
              <a:gdLst/>
              <a:ahLst/>
              <a:cxnLst/>
              <a:rect l="l" t="t" r="r" b="b"/>
              <a:pathLst>
                <a:path w="2059305" h="845820">
                  <a:moveTo>
                    <a:pt x="0" y="0"/>
                  </a:moveTo>
                  <a:lnTo>
                    <a:pt x="2059199" y="0"/>
                  </a:lnTo>
                  <a:lnTo>
                    <a:pt x="2059199" y="845699"/>
                  </a:lnTo>
                  <a:lnTo>
                    <a:pt x="0" y="8456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4547" y="1718335"/>
            <a:ext cx="9641840" cy="382397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60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evaluate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tons</a:t>
            </a:r>
            <a:r>
              <a:rPr sz="2800" i="1" spc="-7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boxes</a:t>
            </a:r>
            <a:endParaRPr sz="2800">
              <a:latin typeface="Arial MT"/>
              <a:cs typeface="Arial MT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Positive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instances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extremely</a:t>
            </a:r>
            <a:r>
              <a:rPr sz="2800" i="1" spc="-95" dirty="0">
                <a:latin typeface="Arial"/>
                <a:cs typeface="Arial"/>
              </a:rPr>
              <a:t> </a:t>
            </a:r>
            <a:r>
              <a:rPr sz="2800" spc="-20" dirty="0">
                <a:latin typeface="Arial MT"/>
                <a:cs typeface="Arial MT"/>
              </a:rPr>
              <a:t>rare</a:t>
            </a:r>
            <a:endParaRPr sz="2800">
              <a:latin typeface="Arial MT"/>
              <a:cs typeface="Arial MT"/>
            </a:endParaRPr>
          </a:p>
          <a:p>
            <a:pPr marL="3959225" marR="5080">
              <a:lnSpc>
                <a:spcPct val="100000"/>
              </a:lnSpc>
              <a:spcBef>
                <a:spcPts val="1700"/>
              </a:spcBef>
            </a:pP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ways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box </a:t>
            </a:r>
            <a:r>
              <a:rPr sz="2800" spc="-10" dirty="0">
                <a:latin typeface="Arial MT"/>
                <a:cs typeface="Arial MT"/>
              </a:rPr>
              <a:t>wrong?</a:t>
            </a:r>
            <a:endParaRPr sz="2800">
              <a:latin typeface="Arial MT"/>
              <a:cs typeface="Arial MT"/>
            </a:endParaRPr>
          </a:p>
          <a:p>
            <a:pPr marL="4473575" lvl="1" indent="-633095">
              <a:lnSpc>
                <a:spcPct val="100000"/>
              </a:lnSpc>
              <a:buAutoNum type="arabicPeriod"/>
              <a:tabLst>
                <a:tab pos="4473575" algn="l"/>
              </a:tabLst>
            </a:pPr>
            <a:r>
              <a:rPr sz="2800" dirty="0">
                <a:latin typeface="Arial MT"/>
                <a:cs typeface="Arial MT"/>
              </a:rPr>
              <a:t>Wrong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x</a:t>
            </a:r>
            <a:endParaRPr sz="2800">
              <a:latin typeface="Arial MT"/>
              <a:cs typeface="Arial MT"/>
            </a:endParaRPr>
          </a:p>
          <a:p>
            <a:pPr marL="4473575" lvl="1" indent="-633095">
              <a:lnSpc>
                <a:spcPct val="100000"/>
              </a:lnSpc>
              <a:buAutoNum type="arabicPeriod"/>
              <a:tabLst>
                <a:tab pos="4473575" algn="l"/>
              </a:tabLst>
            </a:pPr>
            <a:r>
              <a:rPr sz="2800" dirty="0">
                <a:latin typeface="Arial MT"/>
                <a:cs typeface="Arial MT"/>
              </a:rPr>
              <a:t>Wrong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right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x</a:t>
            </a:r>
            <a:endParaRPr sz="2800">
              <a:latin typeface="Arial MT"/>
              <a:cs typeface="Arial MT"/>
            </a:endParaRPr>
          </a:p>
          <a:p>
            <a:pPr marL="4473575" lvl="1" indent="-633095">
              <a:lnSpc>
                <a:spcPct val="100000"/>
              </a:lnSpc>
              <a:buAutoNum type="arabicPeriod"/>
              <a:tabLst>
                <a:tab pos="4473575" algn="l"/>
              </a:tabLst>
            </a:pPr>
            <a:r>
              <a:rPr sz="2800" dirty="0">
                <a:latin typeface="Arial MT"/>
                <a:cs typeface="Arial MT"/>
              </a:rPr>
              <a:t>Wrong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top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y</a:t>
            </a:r>
            <a:endParaRPr sz="2800">
              <a:latin typeface="Arial MT"/>
              <a:cs typeface="Arial MT"/>
            </a:endParaRPr>
          </a:p>
          <a:p>
            <a:pPr marL="4473575" lvl="1" indent="-633095">
              <a:lnSpc>
                <a:spcPct val="100000"/>
              </a:lnSpc>
              <a:buAutoNum type="arabicPeriod"/>
              <a:tabLst>
                <a:tab pos="4473575" algn="l"/>
              </a:tabLst>
            </a:pPr>
            <a:r>
              <a:rPr sz="2800" dirty="0">
                <a:latin typeface="Arial MT"/>
                <a:cs typeface="Arial MT"/>
              </a:rPr>
              <a:t>Wrong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bottom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y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8FC1EA1-14A9-8036-1225-4F3C1BA0C4AA}"/>
                  </a:ext>
                </a:extLst>
              </p14:cNvPr>
              <p14:cNvContentPartPr/>
              <p14:nvPr/>
            </p14:nvContentPartPr>
            <p14:xfrm>
              <a:off x="611280" y="1288440"/>
              <a:ext cx="10468080" cy="4207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8FC1EA1-14A9-8036-1225-4F3C1BA0C4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5080" y="1272240"/>
                <a:ext cx="10500480" cy="423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3964" y="428433"/>
            <a:ext cx="8848090" cy="11258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203575" marR="5080" indent="-3191510">
              <a:lnSpc>
                <a:spcPts val="4100"/>
              </a:lnSpc>
              <a:spcBef>
                <a:spcPts val="620"/>
              </a:spcBef>
            </a:pPr>
            <a:r>
              <a:rPr dirty="0"/>
              <a:t>Are</a:t>
            </a:r>
            <a:r>
              <a:rPr spc="-110" dirty="0"/>
              <a:t> </a:t>
            </a:r>
            <a:r>
              <a:rPr spc="-70" dirty="0"/>
              <a:t>You</a:t>
            </a:r>
            <a:r>
              <a:rPr spc="-35" dirty="0"/>
              <a:t> </a:t>
            </a:r>
            <a:r>
              <a:rPr dirty="0"/>
              <a:t>Smarter</a:t>
            </a:r>
            <a:r>
              <a:rPr spc="-40" dirty="0"/>
              <a:t> </a:t>
            </a:r>
            <a:r>
              <a:rPr dirty="0"/>
              <a:t>than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Random</a:t>
            </a:r>
            <a:r>
              <a:rPr spc="-40" dirty="0"/>
              <a:t> </a:t>
            </a:r>
            <a:r>
              <a:rPr spc="-10" dirty="0"/>
              <a:t>Number Generator?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3947" y="1770304"/>
            <a:ext cx="10205085" cy="408241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355"/>
              </a:spcBef>
              <a:buChar char="•"/>
              <a:tabLst>
                <a:tab pos="187325" algn="l"/>
              </a:tabLst>
            </a:pPr>
            <a:r>
              <a:rPr sz="2800" b="1" dirty="0">
                <a:latin typeface="Arial"/>
                <a:cs typeface="Arial"/>
              </a:rPr>
              <a:t>Prob.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guessing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1k-</a:t>
            </a:r>
            <a:r>
              <a:rPr sz="2800" b="1" dirty="0">
                <a:latin typeface="Arial"/>
                <a:cs typeface="Arial"/>
              </a:rPr>
              <a:t>way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classification?</a:t>
            </a:r>
            <a:endParaRPr sz="2800">
              <a:latin typeface="Arial"/>
              <a:cs typeface="Arial"/>
            </a:endParaRPr>
          </a:p>
          <a:p>
            <a:pPr marL="643255" lvl="1" indent="-181610">
              <a:lnSpc>
                <a:spcPct val="100000"/>
              </a:lnSpc>
              <a:spcBef>
                <a:spcPts val="215"/>
              </a:spcBef>
              <a:buChar char="•"/>
              <a:tabLst>
                <a:tab pos="643255" algn="l"/>
              </a:tabLst>
            </a:pPr>
            <a:r>
              <a:rPr sz="2400" spc="-10" dirty="0">
                <a:latin typeface="Arial MT"/>
                <a:cs typeface="Arial MT"/>
              </a:rPr>
              <a:t>1/1,000</a:t>
            </a:r>
            <a:endParaRPr sz="2400">
              <a:latin typeface="Arial MT"/>
              <a:cs typeface="Arial MT"/>
            </a:endParaRPr>
          </a:p>
          <a:p>
            <a:pPr marL="186690" marR="5080" indent="-174625">
              <a:lnSpc>
                <a:spcPts val="3020"/>
              </a:lnSpc>
              <a:spcBef>
                <a:spcPts val="1045"/>
              </a:spcBef>
              <a:buChar char="•"/>
              <a:tabLst>
                <a:tab pos="187960" algn="l"/>
              </a:tabLst>
            </a:pPr>
            <a:r>
              <a:rPr sz="2800" b="1" dirty="0">
                <a:latin typeface="Arial"/>
                <a:cs typeface="Arial"/>
              </a:rPr>
              <a:t>Prob.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guessing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all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4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bounding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box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corners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within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10%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of 	</a:t>
            </a:r>
            <a:r>
              <a:rPr sz="2800" b="1" dirty="0">
                <a:latin typeface="Arial"/>
                <a:cs typeface="Arial"/>
              </a:rPr>
              <a:t>image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size</a:t>
            </a:r>
            <a:r>
              <a:rPr sz="2800" spc="-10" dirty="0">
                <a:latin typeface="Arial MT"/>
                <a:cs typeface="Arial MT"/>
              </a:rPr>
              <a:t>?</a:t>
            </a:r>
            <a:endParaRPr sz="2800">
              <a:latin typeface="Arial MT"/>
              <a:cs typeface="Arial MT"/>
            </a:endParaRPr>
          </a:p>
          <a:p>
            <a:pPr marL="643255" lvl="1" indent="-181610">
              <a:lnSpc>
                <a:spcPct val="100000"/>
              </a:lnSpc>
              <a:spcBef>
                <a:spcPts val="175"/>
              </a:spcBef>
              <a:buChar char="•"/>
              <a:tabLst>
                <a:tab pos="643255" algn="l"/>
              </a:tabLst>
            </a:pPr>
            <a:r>
              <a:rPr sz="2400" spc="-10" dirty="0">
                <a:latin typeface="Arial MT"/>
                <a:cs typeface="Arial MT"/>
              </a:rPr>
              <a:t>(1/10)*(1/10)*(1/10)*(1/10)=1/10,000</a:t>
            </a:r>
            <a:endParaRPr sz="2400">
              <a:latin typeface="Arial MT"/>
              <a:cs typeface="Arial MT"/>
            </a:endParaRPr>
          </a:p>
          <a:p>
            <a:pPr marL="187325" indent="-174625">
              <a:lnSpc>
                <a:spcPct val="100000"/>
              </a:lnSpc>
              <a:spcBef>
                <a:spcPts val="660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Probability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guessing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both: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1/10,000,000</a:t>
            </a:r>
            <a:endParaRPr sz="2800">
              <a:latin typeface="Arial MT"/>
              <a:cs typeface="Arial MT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Detection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hard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(via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guessing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general)</a:t>
            </a:r>
            <a:endParaRPr sz="2800">
              <a:latin typeface="Arial MT"/>
              <a:cs typeface="Arial MT"/>
            </a:endParaRPr>
          </a:p>
          <a:p>
            <a:pPr marL="186690" marR="92710" indent="-174625">
              <a:lnSpc>
                <a:spcPts val="3020"/>
              </a:lnSpc>
              <a:spcBef>
                <a:spcPts val="1045"/>
              </a:spcBef>
              <a:buChar char="•"/>
              <a:tabLst>
                <a:tab pos="187960" algn="l"/>
              </a:tabLst>
            </a:pPr>
            <a:r>
              <a:rPr sz="2800" dirty="0">
                <a:latin typeface="Arial MT"/>
                <a:cs typeface="Arial MT"/>
              </a:rPr>
              <a:t>Should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always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compare</a:t>
            </a:r>
            <a:r>
              <a:rPr sz="2800" i="1" spc="-10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against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guessing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picking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most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likely 	</a:t>
            </a:r>
            <a:r>
              <a:rPr sz="2800" dirty="0">
                <a:latin typeface="Arial MT"/>
                <a:cs typeface="Arial MT"/>
              </a:rPr>
              <a:t>output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label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C5E7BD2-3E9F-27AA-260C-E34AAE295623}"/>
                  </a:ext>
                </a:extLst>
              </p14:cNvPr>
              <p14:cNvContentPartPr/>
              <p14:nvPr/>
            </p14:nvContentPartPr>
            <p14:xfrm>
              <a:off x="1369440" y="1305720"/>
              <a:ext cx="9488160" cy="5226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C5E7BD2-3E9F-27AA-260C-E34AAE2956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3240" y="1289520"/>
                <a:ext cx="9520560" cy="525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9620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145" dirty="0"/>
              <a:t> </a:t>
            </a:r>
            <a:r>
              <a:rPr dirty="0"/>
              <a:t>–</a:t>
            </a:r>
            <a:r>
              <a:rPr spc="-145" dirty="0"/>
              <a:t> </a:t>
            </a:r>
            <a:r>
              <a:rPr dirty="0"/>
              <a:t>Bounding</a:t>
            </a:r>
            <a:r>
              <a:rPr spc="-145" dirty="0"/>
              <a:t> </a:t>
            </a:r>
            <a:r>
              <a:rPr spc="-10" dirty="0"/>
              <a:t>Boxes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534228" y="2651489"/>
            <a:ext cx="2233930" cy="894715"/>
            <a:chOff x="6534228" y="2651489"/>
            <a:chExt cx="2233930" cy="8947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3753" y="2661014"/>
              <a:ext cx="2214553" cy="8752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38990" y="2656252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8" y="0"/>
                  </a:lnTo>
                  <a:lnTo>
                    <a:pt x="2224078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041974" y="2647714"/>
            <a:ext cx="5372735" cy="4013200"/>
            <a:chOff x="1041974" y="2647714"/>
            <a:chExt cx="5372735" cy="40132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0074" y="2657239"/>
              <a:ext cx="5324776" cy="39935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75312" y="2652477"/>
              <a:ext cx="5334635" cy="4003675"/>
            </a:xfrm>
            <a:custGeom>
              <a:avLst/>
              <a:gdLst/>
              <a:ahLst/>
              <a:cxnLst/>
              <a:rect l="l" t="t" r="r" b="b"/>
              <a:pathLst>
                <a:path w="5334635" h="4003675">
                  <a:moveTo>
                    <a:pt x="0" y="0"/>
                  </a:moveTo>
                  <a:lnTo>
                    <a:pt x="5334301" y="0"/>
                  </a:lnTo>
                  <a:lnTo>
                    <a:pt x="5334301" y="4003106"/>
                  </a:lnTo>
                  <a:lnTo>
                    <a:pt x="0" y="400310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0074" y="3672645"/>
              <a:ext cx="5186045" cy="1627505"/>
            </a:xfrm>
            <a:custGeom>
              <a:avLst/>
              <a:gdLst/>
              <a:ahLst/>
              <a:cxnLst/>
              <a:rect l="l" t="t" r="r" b="b"/>
              <a:pathLst>
                <a:path w="5186045" h="1627504">
                  <a:moveTo>
                    <a:pt x="0" y="591756"/>
                  </a:moveTo>
                  <a:lnTo>
                    <a:pt x="2683079" y="591756"/>
                  </a:lnTo>
                  <a:lnTo>
                    <a:pt x="2683079" y="1627493"/>
                  </a:lnTo>
                  <a:lnTo>
                    <a:pt x="0" y="1627493"/>
                  </a:lnTo>
                  <a:lnTo>
                    <a:pt x="0" y="591756"/>
                  </a:lnTo>
                  <a:close/>
                </a:path>
                <a:path w="5186045" h="1627504">
                  <a:moveTo>
                    <a:pt x="3099186" y="0"/>
                  </a:moveTo>
                  <a:lnTo>
                    <a:pt x="5185974" y="0"/>
                  </a:lnTo>
                  <a:lnTo>
                    <a:pt x="5185974" y="1035737"/>
                  </a:lnTo>
                  <a:lnTo>
                    <a:pt x="3099186" y="1035737"/>
                  </a:lnTo>
                  <a:lnTo>
                    <a:pt x="3099186" y="0"/>
                  </a:lnTo>
                  <a:close/>
                </a:path>
              </a:pathLst>
            </a:custGeom>
            <a:ln w="76199"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534226" y="3662988"/>
            <a:ext cx="2233930" cy="894715"/>
            <a:chOff x="6534226" y="3662988"/>
            <a:chExt cx="2233930" cy="89471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43751" y="3672513"/>
              <a:ext cx="2214554" cy="87528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538989" y="3667750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534226" y="4698792"/>
            <a:ext cx="2233930" cy="894715"/>
            <a:chOff x="6534226" y="4698792"/>
            <a:chExt cx="2233930" cy="89471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43751" y="4708317"/>
              <a:ext cx="2214554" cy="87528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538989" y="4703554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534226" y="5765792"/>
            <a:ext cx="2233930" cy="894715"/>
            <a:chOff x="6534226" y="5765792"/>
            <a:chExt cx="2233930" cy="89471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43751" y="5775317"/>
              <a:ext cx="2214554" cy="87528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538989" y="5770554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90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887857" y="2651489"/>
            <a:ext cx="2233930" cy="894715"/>
            <a:chOff x="8887857" y="2651489"/>
            <a:chExt cx="2233930" cy="89471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97382" y="2661014"/>
              <a:ext cx="2214554" cy="87528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892619" y="2656252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887855" y="3662988"/>
            <a:ext cx="2233930" cy="894715"/>
            <a:chOff x="8887855" y="3662988"/>
            <a:chExt cx="2233930" cy="894715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97380" y="3672513"/>
              <a:ext cx="2214553" cy="87528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892618" y="3667750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8" y="0"/>
                  </a:lnTo>
                  <a:lnTo>
                    <a:pt x="2224078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887855" y="4698791"/>
            <a:ext cx="2233930" cy="894715"/>
            <a:chOff x="8887855" y="4698791"/>
            <a:chExt cx="2233930" cy="894715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97380" y="4708316"/>
              <a:ext cx="2214554" cy="87528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892617" y="4703553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887855" y="5763402"/>
            <a:ext cx="2233930" cy="894715"/>
            <a:chOff x="8887855" y="5763402"/>
            <a:chExt cx="2233930" cy="894715"/>
          </a:xfrm>
        </p:grpSpPr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97380" y="5772927"/>
              <a:ext cx="2214554" cy="87528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892617" y="5768164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90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49051" y="1504457"/>
            <a:ext cx="1008570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3320" marR="5080" indent="-3691254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Arial"/>
                <a:cs typeface="Arial"/>
              </a:rPr>
              <a:t>Raise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your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hand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when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you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think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detection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stops </a:t>
            </a:r>
            <a:r>
              <a:rPr sz="3200" b="1" dirty="0">
                <a:latin typeface="Arial"/>
                <a:cs typeface="Arial"/>
              </a:rPr>
              <a:t>being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correct.</a:t>
            </a:r>
            <a:endParaRPr sz="32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126DAE4-8C01-02F0-CD03-22212C65E691}"/>
                  </a:ext>
                </a:extLst>
              </p14:cNvPr>
              <p14:cNvContentPartPr/>
              <p14:nvPr/>
            </p14:nvContentPartPr>
            <p14:xfrm>
              <a:off x="1050120" y="2108880"/>
              <a:ext cx="9569160" cy="44391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126DAE4-8C01-02F0-CD03-22212C65E69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33920" y="2092680"/>
                <a:ext cx="9601560" cy="447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423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145" dirty="0"/>
              <a:t> </a:t>
            </a:r>
            <a:r>
              <a:rPr dirty="0"/>
              <a:t>–</a:t>
            </a:r>
            <a:r>
              <a:rPr spc="-145" dirty="0"/>
              <a:t> </a:t>
            </a:r>
            <a:r>
              <a:rPr dirty="0"/>
              <a:t>Bounding</a:t>
            </a:r>
            <a:r>
              <a:rPr spc="-145" dirty="0"/>
              <a:t> </a:t>
            </a:r>
            <a:r>
              <a:rPr spc="-10" dirty="0"/>
              <a:t>Boxes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20282" y="1303001"/>
            <a:ext cx="8347709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Arial"/>
                <a:cs typeface="Arial"/>
              </a:rPr>
              <a:t>Standard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metric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for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two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boxes: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latin typeface="Arial MT"/>
                <a:cs typeface="Arial MT"/>
              </a:rPr>
              <a:t>Intersection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over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union/IoU/Jaccard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coefficient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04968" y="2345675"/>
            <a:ext cx="37846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50" dirty="0">
                <a:latin typeface="Arial MT"/>
                <a:cs typeface="Arial MT"/>
              </a:rPr>
              <a:t>/</a:t>
            </a:r>
            <a:endParaRPr sz="10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31061" y="2449472"/>
            <a:ext cx="1946275" cy="1474470"/>
            <a:chOff x="1431061" y="2449472"/>
            <a:chExt cx="1946275" cy="1474470"/>
          </a:xfrm>
        </p:grpSpPr>
        <p:sp>
          <p:nvSpPr>
            <p:cNvPr id="7" name="object 7"/>
            <p:cNvSpPr/>
            <p:nvPr/>
          </p:nvSpPr>
          <p:spPr>
            <a:xfrm>
              <a:off x="1459636" y="2478047"/>
              <a:ext cx="1259840" cy="944880"/>
            </a:xfrm>
            <a:custGeom>
              <a:avLst/>
              <a:gdLst/>
              <a:ahLst/>
              <a:cxnLst/>
              <a:rect l="l" t="t" r="r" b="b"/>
              <a:pathLst>
                <a:path w="1259839" h="944879">
                  <a:moveTo>
                    <a:pt x="1259402" y="944575"/>
                  </a:moveTo>
                  <a:lnTo>
                    <a:pt x="0" y="944575"/>
                  </a:lnTo>
                  <a:lnTo>
                    <a:pt x="0" y="0"/>
                  </a:lnTo>
                  <a:lnTo>
                    <a:pt x="1259402" y="0"/>
                  </a:lnTo>
                  <a:lnTo>
                    <a:pt x="1259402" y="944575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59636" y="2478047"/>
              <a:ext cx="1259840" cy="944880"/>
            </a:xfrm>
            <a:custGeom>
              <a:avLst/>
              <a:gdLst/>
              <a:ahLst/>
              <a:cxnLst/>
              <a:rect l="l" t="t" r="r" b="b"/>
              <a:pathLst>
                <a:path w="1259839" h="944879">
                  <a:moveTo>
                    <a:pt x="0" y="0"/>
                  </a:moveTo>
                  <a:lnTo>
                    <a:pt x="1259402" y="0"/>
                  </a:lnTo>
                  <a:lnTo>
                    <a:pt x="1259402" y="944575"/>
                  </a:lnTo>
                  <a:lnTo>
                    <a:pt x="0" y="944575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89337" y="2950335"/>
              <a:ext cx="1259840" cy="944880"/>
            </a:xfrm>
            <a:custGeom>
              <a:avLst/>
              <a:gdLst/>
              <a:ahLst/>
              <a:cxnLst/>
              <a:rect l="l" t="t" r="r" b="b"/>
              <a:pathLst>
                <a:path w="1259839" h="944879">
                  <a:moveTo>
                    <a:pt x="1259402" y="944575"/>
                  </a:moveTo>
                  <a:lnTo>
                    <a:pt x="0" y="944575"/>
                  </a:lnTo>
                  <a:lnTo>
                    <a:pt x="0" y="0"/>
                  </a:lnTo>
                  <a:lnTo>
                    <a:pt x="1259402" y="0"/>
                  </a:lnTo>
                  <a:lnTo>
                    <a:pt x="1259402" y="944575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89337" y="2950335"/>
              <a:ext cx="1259840" cy="944880"/>
            </a:xfrm>
            <a:custGeom>
              <a:avLst/>
              <a:gdLst/>
              <a:ahLst/>
              <a:cxnLst/>
              <a:rect l="l" t="t" r="r" b="b"/>
              <a:pathLst>
                <a:path w="1259839" h="944879">
                  <a:moveTo>
                    <a:pt x="0" y="0"/>
                  </a:moveTo>
                  <a:lnTo>
                    <a:pt x="1259402" y="0"/>
                  </a:lnTo>
                  <a:lnTo>
                    <a:pt x="1259402" y="944575"/>
                  </a:lnTo>
                  <a:lnTo>
                    <a:pt x="0" y="944575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710038" y="3022720"/>
            <a:ext cx="1246505" cy="328295"/>
            <a:chOff x="3710038" y="3022720"/>
            <a:chExt cx="1246505" cy="328295"/>
          </a:xfrm>
        </p:grpSpPr>
        <p:sp>
          <p:nvSpPr>
            <p:cNvPr id="12" name="object 12"/>
            <p:cNvSpPr/>
            <p:nvPr/>
          </p:nvSpPr>
          <p:spPr>
            <a:xfrm>
              <a:off x="3710038" y="3186682"/>
              <a:ext cx="862965" cy="0"/>
            </a:xfrm>
            <a:custGeom>
              <a:avLst/>
              <a:gdLst/>
              <a:ahLst/>
              <a:cxnLst/>
              <a:rect l="l" t="t" r="r" b="b"/>
              <a:pathLst>
                <a:path w="862964">
                  <a:moveTo>
                    <a:pt x="0" y="0"/>
                  </a:moveTo>
                  <a:lnTo>
                    <a:pt x="862367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405" y="306082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405" y="306082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443012" y="2458997"/>
            <a:ext cx="1927225" cy="1455420"/>
            <a:chOff x="5443012" y="2458997"/>
            <a:chExt cx="1927225" cy="1455420"/>
          </a:xfrm>
        </p:grpSpPr>
        <p:sp>
          <p:nvSpPr>
            <p:cNvPr id="16" name="object 16"/>
            <p:cNvSpPr/>
            <p:nvPr/>
          </p:nvSpPr>
          <p:spPr>
            <a:xfrm>
              <a:off x="5462062" y="2478047"/>
              <a:ext cx="1259840" cy="944880"/>
            </a:xfrm>
            <a:custGeom>
              <a:avLst/>
              <a:gdLst/>
              <a:ahLst/>
              <a:cxnLst/>
              <a:rect l="l" t="t" r="r" b="b"/>
              <a:pathLst>
                <a:path w="1259840" h="944879">
                  <a:moveTo>
                    <a:pt x="1259402" y="944575"/>
                  </a:moveTo>
                  <a:lnTo>
                    <a:pt x="0" y="944575"/>
                  </a:lnTo>
                  <a:lnTo>
                    <a:pt x="0" y="0"/>
                  </a:lnTo>
                  <a:lnTo>
                    <a:pt x="1259402" y="0"/>
                  </a:lnTo>
                  <a:lnTo>
                    <a:pt x="1259402" y="944575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62062" y="2478047"/>
              <a:ext cx="1259840" cy="944880"/>
            </a:xfrm>
            <a:custGeom>
              <a:avLst/>
              <a:gdLst/>
              <a:ahLst/>
              <a:cxnLst/>
              <a:rect l="l" t="t" r="r" b="b"/>
              <a:pathLst>
                <a:path w="1259840" h="944879">
                  <a:moveTo>
                    <a:pt x="0" y="0"/>
                  </a:moveTo>
                  <a:lnTo>
                    <a:pt x="1259402" y="0"/>
                  </a:lnTo>
                  <a:lnTo>
                    <a:pt x="1259402" y="944575"/>
                  </a:lnTo>
                  <a:lnTo>
                    <a:pt x="0" y="944575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1763" y="2950335"/>
              <a:ext cx="1259840" cy="944880"/>
            </a:xfrm>
            <a:custGeom>
              <a:avLst/>
              <a:gdLst/>
              <a:ahLst/>
              <a:cxnLst/>
              <a:rect l="l" t="t" r="r" b="b"/>
              <a:pathLst>
                <a:path w="1259840" h="944879">
                  <a:moveTo>
                    <a:pt x="1259402" y="944575"/>
                  </a:moveTo>
                  <a:lnTo>
                    <a:pt x="0" y="944575"/>
                  </a:lnTo>
                  <a:lnTo>
                    <a:pt x="0" y="0"/>
                  </a:lnTo>
                  <a:lnTo>
                    <a:pt x="1259402" y="0"/>
                  </a:lnTo>
                  <a:lnTo>
                    <a:pt x="1259402" y="944575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91763" y="2950335"/>
              <a:ext cx="1259840" cy="944880"/>
            </a:xfrm>
            <a:custGeom>
              <a:avLst/>
              <a:gdLst/>
              <a:ahLst/>
              <a:cxnLst/>
              <a:rect l="l" t="t" r="r" b="b"/>
              <a:pathLst>
                <a:path w="1259840" h="944879">
                  <a:moveTo>
                    <a:pt x="0" y="0"/>
                  </a:moveTo>
                  <a:lnTo>
                    <a:pt x="1259402" y="0"/>
                  </a:lnTo>
                  <a:lnTo>
                    <a:pt x="1259402" y="944575"/>
                  </a:lnTo>
                  <a:lnTo>
                    <a:pt x="0" y="944575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39674" y="2926909"/>
              <a:ext cx="715010" cy="520065"/>
            </a:xfrm>
            <a:custGeom>
              <a:avLst/>
              <a:gdLst/>
              <a:ahLst/>
              <a:cxnLst/>
              <a:rect l="l" t="t" r="r" b="b"/>
              <a:pathLst>
                <a:path w="715009" h="520064">
                  <a:moveTo>
                    <a:pt x="714381" y="519599"/>
                  </a:moveTo>
                  <a:lnTo>
                    <a:pt x="0" y="519599"/>
                  </a:lnTo>
                  <a:lnTo>
                    <a:pt x="0" y="0"/>
                  </a:lnTo>
                  <a:lnTo>
                    <a:pt x="714381" y="0"/>
                  </a:lnTo>
                  <a:lnTo>
                    <a:pt x="714381" y="5195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8842819" y="2478049"/>
            <a:ext cx="1889125" cy="1417320"/>
          </a:xfrm>
          <a:custGeom>
            <a:avLst/>
            <a:gdLst/>
            <a:ahLst/>
            <a:cxnLst/>
            <a:rect l="l" t="t" r="r" b="b"/>
            <a:pathLst>
              <a:path w="1889125" h="1417320">
                <a:moveTo>
                  <a:pt x="1889099" y="472287"/>
                </a:moveTo>
                <a:lnTo>
                  <a:pt x="1259395" y="472287"/>
                </a:lnTo>
                <a:lnTo>
                  <a:pt x="1259395" y="0"/>
                </a:lnTo>
                <a:lnTo>
                  <a:pt x="0" y="0"/>
                </a:lnTo>
                <a:lnTo>
                  <a:pt x="0" y="944575"/>
                </a:lnTo>
                <a:lnTo>
                  <a:pt x="629691" y="944575"/>
                </a:lnTo>
                <a:lnTo>
                  <a:pt x="629691" y="1416862"/>
                </a:lnTo>
                <a:lnTo>
                  <a:pt x="1889099" y="1416862"/>
                </a:lnTo>
                <a:lnTo>
                  <a:pt x="1889099" y="472287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4109428"/>
            <a:ext cx="9124001" cy="204477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49564" y="6448843"/>
            <a:ext cx="40087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Jaccard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example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P.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Kraehenbuehl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ECCV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2014</a:t>
            </a:r>
            <a:endParaRPr sz="1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B055893-5286-6448-6A27-D6E5E02C576D}"/>
                  </a:ext>
                </a:extLst>
              </p14:cNvPr>
              <p14:cNvContentPartPr/>
              <p14:nvPr/>
            </p14:nvContentPartPr>
            <p14:xfrm>
              <a:off x="2625840" y="4687200"/>
              <a:ext cx="7715880" cy="21708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B055893-5286-6448-6A27-D6E5E02C57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9640" y="4671000"/>
                <a:ext cx="7748280" cy="220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423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145" dirty="0"/>
              <a:t> </a:t>
            </a:r>
            <a:r>
              <a:rPr dirty="0"/>
              <a:t>–</a:t>
            </a:r>
            <a:r>
              <a:rPr spc="-145" dirty="0"/>
              <a:t> </a:t>
            </a:r>
            <a:r>
              <a:rPr dirty="0"/>
              <a:t>Bounding</a:t>
            </a:r>
            <a:r>
              <a:rPr spc="-145" dirty="0"/>
              <a:t> </a:t>
            </a:r>
            <a:r>
              <a:rPr spc="-10" dirty="0"/>
              <a:t>Boxes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982" y="2165212"/>
            <a:ext cx="8732247" cy="39382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9100" y="6197696"/>
            <a:ext cx="10639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55" dirty="0">
                <a:solidFill>
                  <a:srgbClr val="1B4587"/>
                </a:solidFill>
                <a:latin typeface="Trebuchet MS"/>
                <a:cs typeface="Trebuchet MS"/>
              </a:rPr>
              <a:t>a)</a:t>
            </a:r>
            <a:r>
              <a:rPr sz="1600" b="1" spc="-65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40" dirty="0">
                <a:solidFill>
                  <a:srgbClr val="1B4587"/>
                </a:solidFill>
                <a:latin typeface="Trebuchet MS"/>
                <a:cs typeface="Trebuchet MS"/>
              </a:rPr>
              <a:t>The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1B4587"/>
                </a:solidFill>
                <a:latin typeface="Trebuchet MS"/>
                <a:cs typeface="Trebuchet MS"/>
              </a:rPr>
              <a:t>IoU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1B4587"/>
                </a:solidFill>
                <a:latin typeface="Trebuchet MS"/>
                <a:cs typeface="Trebuchet MS"/>
              </a:rPr>
              <a:t>is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35" dirty="0">
                <a:solidFill>
                  <a:srgbClr val="1B4587"/>
                </a:solidFill>
                <a:latin typeface="Trebuchet MS"/>
                <a:cs typeface="Trebuchet MS"/>
              </a:rPr>
              <a:t>calculated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1B4587"/>
                </a:solidFill>
                <a:latin typeface="Trebuchet MS"/>
                <a:cs typeface="Trebuchet MS"/>
              </a:rPr>
              <a:t>by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1B4587"/>
                </a:solidFill>
                <a:latin typeface="Trebuchet MS"/>
                <a:cs typeface="Trebuchet MS"/>
              </a:rPr>
              <a:t>dividing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1B4587"/>
                </a:solidFill>
                <a:latin typeface="Trebuchet MS"/>
                <a:cs typeface="Trebuchet MS"/>
              </a:rPr>
              <a:t>the </a:t>
            </a:r>
            <a:r>
              <a:rPr sz="1600" b="1" spc="-50" dirty="0">
                <a:solidFill>
                  <a:srgbClr val="1B4587"/>
                </a:solidFill>
                <a:latin typeface="Trebuchet MS"/>
                <a:cs typeface="Trebuchet MS"/>
              </a:rPr>
              <a:t>intersection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1B4587"/>
                </a:solidFill>
                <a:latin typeface="Trebuchet MS"/>
                <a:cs typeface="Trebuchet MS"/>
              </a:rPr>
              <a:t>of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1B4587"/>
                </a:solidFill>
                <a:latin typeface="Trebuchet MS"/>
                <a:cs typeface="Trebuchet MS"/>
              </a:rPr>
              <a:t>the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40" dirty="0">
                <a:solidFill>
                  <a:srgbClr val="1B4587"/>
                </a:solidFill>
                <a:latin typeface="Trebuchet MS"/>
                <a:cs typeface="Trebuchet MS"/>
              </a:rPr>
              <a:t>two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1B4587"/>
                </a:solidFill>
                <a:latin typeface="Trebuchet MS"/>
                <a:cs typeface="Trebuchet MS"/>
              </a:rPr>
              <a:t>boxes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1B4587"/>
                </a:solidFill>
                <a:latin typeface="Trebuchet MS"/>
                <a:cs typeface="Trebuchet MS"/>
              </a:rPr>
              <a:t>by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1B4587"/>
                </a:solidFill>
                <a:latin typeface="Trebuchet MS"/>
                <a:cs typeface="Trebuchet MS"/>
              </a:rPr>
              <a:t>the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25" dirty="0">
                <a:solidFill>
                  <a:srgbClr val="1B4587"/>
                </a:solidFill>
                <a:latin typeface="Trebuchet MS"/>
                <a:cs typeface="Trebuchet MS"/>
              </a:rPr>
              <a:t>union</a:t>
            </a:r>
            <a:r>
              <a:rPr sz="1600" b="1" spc="-65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1B4587"/>
                </a:solidFill>
                <a:latin typeface="Trebuchet MS"/>
                <a:cs typeface="Trebuchet MS"/>
              </a:rPr>
              <a:t>of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1B4587"/>
                </a:solidFill>
                <a:latin typeface="Trebuchet MS"/>
                <a:cs typeface="Trebuchet MS"/>
              </a:rPr>
              <a:t>the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1B4587"/>
                </a:solidFill>
                <a:latin typeface="Trebuchet MS"/>
                <a:cs typeface="Trebuchet MS"/>
              </a:rPr>
              <a:t>boxes;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b) </a:t>
            </a:r>
            <a:r>
              <a:rPr sz="1600" b="1" spc="-30" dirty="0">
                <a:solidFill>
                  <a:srgbClr val="1B4587"/>
                </a:solidFill>
                <a:latin typeface="Trebuchet MS"/>
                <a:cs typeface="Trebuchet MS"/>
              </a:rPr>
              <a:t>examples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1B4587"/>
                </a:solidFill>
                <a:latin typeface="Trebuchet MS"/>
                <a:cs typeface="Trebuchet MS"/>
              </a:rPr>
              <a:t>of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1B4587"/>
                </a:solidFill>
                <a:latin typeface="Trebuchet MS"/>
                <a:cs typeface="Trebuchet MS"/>
              </a:rPr>
              <a:t>three 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different</a:t>
            </a:r>
            <a:r>
              <a:rPr sz="1600" b="1" spc="-65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1B4587"/>
                </a:solidFill>
                <a:latin typeface="Trebuchet MS"/>
                <a:cs typeface="Trebuchet MS"/>
              </a:rPr>
              <a:t>IoU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1B4587"/>
                </a:solidFill>
                <a:latin typeface="Trebuchet MS"/>
                <a:cs typeface="Trebuchet MS"/>
              </a:rPr>
              <a:t>values</a:t>
            </a:r>
            <a:r>
              <a:rPr sz="1600" b="1" spc="-65" dirty="0">
                <a:solidFill>
                  <a:srgbClr val="1B4587"/>
                </a:solidFill>
                <a:latin typeface="Trebuchet MS"/>
                <a:cs typeface="Trebuchet MS"/>
              </a:rPr>
              <a:t> for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different</a:t>
            </a:r>
            <a:r>
              <a:rPr sz="1600" b="1" spc="-65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45" dirty="0">
                <a:solidFill>
                  <a:srgbClr val="1B4587"/>
                </a:solidFill>
                <a:latin typeface="Trebuchet MS"/>
                <a:cs typeface="Trebuchet MS"/>
              </a:rPr>
              <a:t>box</a:t>
            </a:r>
            <a:r>
              <a:rPr sz="1600" b="1" spc="-60" dirty="0">
                <a:solidFill>
                  <a:srgbClr val="1B4587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1B4587"/>
                </a:solidFill>
                <a:latin typeface="Trebuchet MS"/>
                <a:cs typeface="Trebuchet MS"/>
              </a:rPr>
              <a:t>locations.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1500" y="1472788"/>
            <a:ext cx="105867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990000"/>
                </a:solidFill>
                <a:latin typeface="Trebuchet MS"/>
                <a:cs typeface="Trebuchet MS"/>
              </a:rPr>
              <a:t>IoU</a:t>
            </a:r>
            <a:r>
              <a:rPr sz="1700" b="1" spc="-7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990000"/>
                </a:solidFill>
                <a:latin typeface="Trebuchet MS"/>
                <a:cs typeface="Trebuchet MS"/>
              </a:rPr>
              <a:t>is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the </a:t>
            </a:r>
            <a:r>
              <a:rPr sz="1700" b="1" spc="-60" dirty="0">
                <a:solidFill>
                  <a:srgbClr val="990000"/>
                </a:solidFill>
                <a:latin typeface="Trebuchet MS"/>
                <a:cs typeface="Trebuchet MS"/>
              </a:rPr>
              <a:t>ratio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20" dirty="0">
                <a:solidFill>
                  <a:srgbClr val="990000"/>
                </a:solidFill>
                <a:latin typeface="Trebuchet MS"/>
                <a:cs typeface="Trebuchet MS"/>
              </a:rPr>
              <a:t>of</a:t>
            </a:r>
            <a:r>
              <a:rPr sz="1700" b="1" spc="-7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the </a:t>
            </a:r>
            <a:r>
              <a:rPr sz="1700" b="1" spc="-50" dirty="0">
                <a:solidFill>
                  <a:srgbClr val="990000"/>
                </a:solidFill>
                <a:latin typeface="Trebuchet MS"/>
                <a:cs typeface="Trebuchet MS"/>
              </a:rPr>
              <a:t>intersection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20" dirty="0">
                <a:solidFill>
                  <a:srgbClr val="990000"/>
                </a:solidFill>
                <a:latin typeface="Trebuchet MS"/>
                <a:cs typeface="Trebuchet MS"/>
              </a:rPr>
              <a:t>area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55" dirty="0">
                <a:solidFill>
                  <a:srgbClr val="990000"/>
                </a:solidFill>
                <a:latin typeface="Trebuchet MS"/>
                <a:cs typeface="Trebuchet MS"/>
              </a:rPr>
              <a:t>to</a:t>
            </a:r>
            <a:r>
              <a:rPr sz="1700" b="1" spc="-7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the </a:t>
            </a:r>
            <a:r>
              <a:rPr sz="1700" b="1" spc="-25" dirty="0">
                <a:solidFill>
                  <a:srgbClr val="990000"/>
                </a:solidFill>
                <a:latin typeface="Trebuchet MS"/>
                <a:cs typeface="Trebuchet MS"/>
              </a:rPr>
              <a:t>union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20" dirty="0">
                <a:solidFill>
                  <a:srgbClr val="990000"/>
                </a:solidFill>
                <a:latin typeface="Trebuchet MS"/>
                <a:cs typeface="Trebuchet MS"/>
              </a:rPr>
              <a:t>area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20" dirty="0">
                <a:solidFill>
                  <a:srgbClr val="990000"/>
                </a:solidFill>
                <a:latin typeface="Trebuchet MS"/>
                <a:cs typeface="Trebuchet MS"/>
              </a:rPr>
              <a:t>of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the</a:t>
            </a:r>
            <a:r>
              <a:rPr sz="1700" b="1" spc="-7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45" dirty="0">
                <a:solidFill>
                  <a:srgbClr val="990000"/>
                </a:solidFill>
                <a:latin typeface="Trebuchet MS"/>
                <a:cs typeface="Trebuchet MS"/>
              </a:rPr>
              <a:t>predicted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990000"/>
                </a:solidFill>
                <a:latin typeface="Trebuchet MS"/>
                <a:cs typeface="Trebuchet MS"/>
              </a:rPr>
              <a:t>bounding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45" dirty="0">
                <a:solidFill>
                  <a:srgbClr val="990000"/>
                </a:solidFill>
                <a:latin typeface="Trebuchet MS"/>
                <a:cs typeface="Trebuchet MS"/>
              </a:rPr>
              <a:t>box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990000"/>
                </a:solidFill>
                <a:latin typeface="Trebuchet MS"/>
                <a:cs typeface="Trebuchet MS"/>
              </a:rPr>
              <a:t>and</a:t>
            </a:r>
            <a:r>
              <a:rPr sz="1700" b="1" spc="-7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the </a:t>
            </a:r>
            <a:r>
              <a:rPr sz="1700" b="1" dirty="0">
                <a:solidFill>
                  <a:srgbClr val="990000"/>
                </a:solidFill>
                <a:latin typeface="Trebuchet MS"/>
                <a:cs typeface="Trebuchet MS"/>
              </a:rPr>
              <a:t>ground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990000"/>
                </a:solidFill>
                <a:latin typeface="Trebuchet MS"/>
                <a:cs typeface="Trebuchet MS"/>
              </a:rPr>
              <a:t>truth </a:t>
            </a:r>
            <a:r>
              <a:rPr sz="1700" b="1" dirty="0">
                <a:solidFill>
                  <a:srgbClr val="990000"/>
                </a:solidFill>
                <a:latin typeface="Trebuchet MS"/>
                <a:cs typeface="Trebuchet MS"/>
              </a:rPr>
              <a:t>bounding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90" dirty="0">
                <a:solidFill>
                  <a:srgbClr val="990000"/>
                </a:solidFill>
                <a:latin typeface="Trebuchet MS"/>
                <a:cs typeface="Trebuchet MS"/>
              </a:rPr>
              <a:t>box.</a:t>
            </a:r>
            <a:r>
              <a:rPr sz="1700" b="1" spc="-65" dirty="0">
                <a:solidFill>
                  <a:srgbClr val="990000"/>
                </a:solidFill>
                <a:latin typeface="Trebuchet MS"/>
                <a:cs typeface="Trebuchet MS"/>
              </a:rPr>
              <a:t> It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990000"/>
                </a:solidFill>
                <a:latin typeface="Trebuchet MS"/>
                <a:cs typeface="Trebuchet MS"/>
              </a:rPr>
              <a:t>measures</a:t>
            </a:r>
            <a:r>
              <a:rPr sz="1700" b="1" spc="-6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the </a:t>
            </a:r>
            <a:r>
              <a:rPr sz="1700" b="1" spc="-35" dirty="0">
                <a:solidFill>
                  <a:srgbClr val="990000"/>
                </a:solidFill>
                <a:latin typeface="Trebuchet MS"/>
                <a:cs typeface="Trebuchet MS"/>
              </a:rPr>
              <a:t>overlap</a:t>
            </a:r>
            <a:r>
              <a:rPr sz="1700" b="1" spc="-6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40" dirty="0">
                <a:solidFill>
                  <a:srgbClr val="990000"/>
                </a:solidFill>
                <a:latin typeface="Trebuchet MS"/>
                <a:cs typeface="Trebuchet MS"/>
              </a:rPr>
              <a:t>between</a:t>
            </a:r>
            <a:r>
              <a:rPr sz="1700" b="1" spc="-6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the </a:t>
            </a:r>
            <a:r>
              <a:rPr sz="1700" b="1" dirty="0">
                <a:solidFill>
                  <a:srgbClr val="990000"/>
                </a:solidFill>
                <a:latin typeface="Trebuchet MS"/>
                <a:cs typeface="Trebuchet MS"/>
              </a:rPr>
              <a:t>ground</a:t>
            </a:r>
            <a:r>
              <a:rPr sz="1700" b="1" spc="-6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80" dirty="0">
                <a:solidFill>
                  <a:srgbClr val="990000"/>
                </a:solidFill>
                <a:latin typeface="Trebuchet MS"/>
                <a:cs typeface="Trebuchet MS"/>
              </a:rPr>
              <a:t>truth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990000"/>
                </a:solidFill>
                <a:latin typeface="Trebuchet MS"/>
                <a:cs typeface="Trebuchet MS"/>
              </a:rPr>
              <a:t>and</a:t>
            </a:r>
            <a:r>
              <a:rPr sz="1700" b="1" spc="-6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45" dirty="0">
                <a:solidFill>
                  <a:srgbClr val="990000"/>
                </a:solidFill>
                <a:latin typeface="Trebuchet MS"/>
                <a:cs typeface="Trebuchet MS"/>
              </a:rPr>
              <a:t>predicted</a:t>
            </a:r>
            <a:r>
              <a:rPr sz="1700" b="1" spc="-70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990000"/>
                </a:solidFill>
                <a:latin typeface="Trebuchet MS"/>
                <a:cs typeface="Trebuchet MS"/>
              </a:rPr>
              <a:t>bounding</a:t>
            </a:r>
            <a:r>
              <a:rPr sz="1700" b="1" spc="-65" dirty="0">
                <a:solidFill>
                  <a:srgbClr val="990000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990000"/>
                </a:solidFill>
                <a:latin typeface="Trebuchet MS"/>
                <a:cs typeface="Trebuchet MS"/>
              </a:rPr>
              <a:t>boxes.</a:t>
            </a:r>
            <a:endParaRPr sz="170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C718358-6253-0348-168B-7FACD21D598E}"/>
                  </a:ext>
                </a:extLst>
              </p14:cNvPr>
              <p14:cNvContentPartPr/>
              <p14:nvPr/>
            </p14:nvContentPartPr>
            <p14:xfrm>
              <a:off x="1076040" y="2129760"/>
              <a:ext cx="9088560" cy="3933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C718358-6253-0348-168B-7FACD21D59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9840" y="2113560"/>
                <a:ext cx="9120960" cy="396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8B599-4E26-E5A9-9168-031F3A44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3B2ED-B275-F39A-9F9B-6788D0EB8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5986EF-E218-ED9B-D8C0-2BB5E1C2B5C0}"/>
                  </a:ext>
                </a:extLst>
              </p14:cNvPr>
              <p14:cNvContentPartPr/>
              <p14:nvPr/>
            </p14:nvContentPartPr>
            <p14:xfrm>
              <a:off x="339840" y="73800"/>
              <a:ext cx="11019240" cy="6046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5986EF-E218-ED9B-D8C0-2BB5E1C2B5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3640" y="57600"/>
                <a:ext cx="11051640" cy="607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5565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239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229" dirty="0"/>
              <a:t> </a:t>
            </a:r>
            <a:r>
              <a:rPr spc="-10" dirty="0"/>
              <a:t>Performance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3947" y="1718335"/>
            <a:ext cx="10202545" cy="24536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60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Remember: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accuracy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average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whether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prediction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correct</a:t>
            </a:r>
            <a:endParaRPr sz="2800">
              <a:latin typeface="Arial MT"/>
              <a:cs typeface="Arial MT"/>
            </a:endParaRPr>
          </a:p>
          <a:p>
            <a:pPr marL="186690" marR="662305" indent="-174625">
              <a:lnSpc>
                <a:spcPts val="3020"/>
              </a:lnSpc>
              <a:spcBef>
                <a:spcPts val="1050"/>
              </a:spcBef>
              <a:buChar char="•"/>
              <a:tabLst>
                <a:tab pos="187960" algn="l"/>
              </a:tabLst>
            </a:pPr>
            <a:r>
              <a:rPr sz="2800" dirty="0">
                <a:latin typeface="Arial MT"/>
                <a:cs typeface="Arial MT"/>
              </a:rPr>
              <a:t>Suppose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99%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accuracy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person 	detection.</a:t>
            </a:r>
            <a:endParaRPr sz="2800">
              <a:latin typeface="Arial MT"/>
              <a:cs typeface="Arial MT"/>
            </a:endParaRPr>
          </a:p>
          <a:p>
            <a:pPr marL="187325" indent="-174625">
              <a:lnSpc>
                <a:spcPct val="100000"/>
              </a:lnSpc>
              <a:spcBef>
                <a:spcPts val="625"/>
              </a:spcBef>
              <a:buChar char="•"/>
              <a:tabLst>
                <a:tab pos="187325" algn="l"/>
              </a:tabLst>
            </a:pPr>
            <a:r>
              <a:rPr sz="2800" b="1" spc="-10" dirty="0">
                <a:latin typeface="Arial"/>
                <a:cs typeface="Arial"/>
              </a:rPr>
              <a:t>What’s</a:t>
            </a:r>
            <a:r>
              <a:rPr sz="2800" b="1" spc="-16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wrong?</a:t>
            </a:r>
            <a:endParaRPr sz="28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I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just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saying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everywhere!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C38706B-E89F-CBE2-766D-C16323D9BD6A}"/>
                  </a:ext>
                </a:extLst>
              </p14:cNvPr>
              <p14:cNvContentPartPr/>
              <p14:nvPr/>
            </p14:nvContentPartPr>
            <p14:xfrm>
              <a:off x="4330440" y="2254320"/>
              <a:ext cx="6141240" cy="4202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C38706B-E89F-CBE2-766D-C16323D9BD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14240" y="2238120"/>
                <a:ext cx="6173640" cy="423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165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229" dirty="0"/>
              <a:t> </a:t>
            </a:r>
            <a:r>
              <a:rPr spc="-10" dirty="0"/>
              <a:t>Performance</a:t>
            </a:r>
          </a:p>
        </p:txBody>
      </p:sp>
      <p:sp>
        <p:nvSpPr>
          <p:cNvPr id="3" name="object 3"/>
          <p:cNvSpPr/>
          <p:nvPr/>
        </p:nvSpPr>
        <p:spPr>
          <a:xfrm>
            <a:off x="1850314" y="4058876"/>
            <a:ext cx="2781300" cy="1990725"/>
          </a:xfrm>
          <a:custGeom>
            <a:avLst/>
            <a:gdLst/>
            <a:ahLst/>
            <a:cxnLst/>
            <a:rect l="l" t="t" r="r" b="b"/>
            <a:pathLst>
              <a:path w="2781300" h="1990725">
                <a:moveTo>
                  <a:pt x="0" y="0"/>
                </a:moveTo>
                <a:lnTo>
                  <a:pt x="45889" y="1972"/>
                </a:lnTo>
                <a:lnTo>
                  <a:pt x="91797" y="3766"/>
                </a:lnTo>
                <a:lnTo>
                  <a:pt x="137696" y="5649"/>
                </a:lnTo>
                <a:lnTo>
                  <a:pt x="183558" y="7890"/>
                </a:lnTo>
                <a:lnTo>
                  <a:pt x="229353" y="10757"/>
                </a:lnTo>
                <a:lnTo>
                  <a:pt x="276135" y="16030"/>
                </a:lnTo>
                <a:lnTo>
                  <a:pt x="338724" y="32238"/>
                </a:lnTo>
                <a:lnTo>
                  <a:pt x="387033" y="43030"/>
                </a:lnTo>
                <a:lnTo>
                  <a:pt x="437318" y="52363"/>
                </a:lnTo>
                <a:lnTo>
                  <a:pt x="487375" y="64545"/>
                </a:lnTo>
                <a:lnTo>
                  <a:pt x="526685" y="77566"/>
                </a:lnTo>
                <a:lnTo>
                  <a:pt x="547171" y="86046"/>
                </a:lnTo>
                <a:lnTo>
                  <a:pt x="544926" y="86081"/>
                </a:lnTo>
                <a:lnTo>
                  <a:pt x="545409" y="86363"/>
                </a:lnTo>
                <a:lnTo>
                  <a:pt x="587717" y="96818"/>
                </a:lnTo>
                <a:lnTo>
                  <a:pt x="615100" y="127361"/>
                </a:lnTo>
                <a:lnTo>
                  <a:pt x="634391" y="180205"/>
                </a:lnTo>
                <a:lnTo>
                  <a:pt x="636733" y="199233"/>
                </a:lnTo>
                <a:lnTo>
                  <a:pt x="639652" y="218152"/>
                </a:lnTo>
                <a:lnTo>
                  <a:pt x="669486" y="265146"/>
                </a:lnTo>
                <a:lnTo>
                  <a:pt x="702393" y="290456"/>
                </a:lnTo>
                <a:lnTo>
                  <a:pt x="744983" y="312411"/>
                </a:lnTo>
                <a:lnTo>
                  <a:pt x="766744" y="322894"/>
                </a:lnTo>
                <a:lnTo>
                  <a:pt x="788401" y="333486"/>
                </a:lnTo>
                <a:lnTo>
                  <a:pt x="835671" y="356963"/>
                </a:lnTo>
                <a:lnTo>
                  <a:pt x="888744" y="376517"/>
                </a:lnTo>
                <a:lnTo>
                  <a:pt x="910246" y="381896"/>
                </a:lnTo>
                <a:lnTo>
                  <a:pt x="921122" y="384338"/>
                </a:lnTo>
                <a:lnTo>
                  <a:pt x="931747" y="387275"/>
                </a:lnTo>
                <a:lnTo>
                  <a:pt x="946203" y="392464"/>
                </a:lnTo>
                <a:lnTo>
                  <a:pt x="960342" y="398168"/>
                </a:lnTo>
                <a:lnTo>
                  <a:pt x="974518" y="403804"/>
                </a:lnTo>
                <a:lnTo>
                  <a:pt x="989085" y="408790"/>
                </a:lnTo>
                <a:lnTo>
                  <a:pt x="1010560" y="414279"/>
                </a:lnTo>
                <a:lnTo>
                  <a:pt x="1032474" y="418903"/>
                </a:lnTo>
                <a:lnTo>
                  <a:pt x="1054196" y="423849"/>
                </a:lnTo>
                <a:lnTo>
                  <a:pt x="1075092" y="430305"/>
                </a:lnTo>
                <a:lnTo>
                  <a:pt x="1089353" y="435804"/>
                </a:lnTo>
                <a:lnTo>
                  <a:pt x="1103564" y="441383"/>
                </a:lnTo>
                <a:lnTo>
                  <a:pt x="1117874" y="446802"/>
                </a:lnTo>
                <a:lnTo>
                  <a:pt x="1132431" y="451820"/>
                </a:lnTo>
                <a:lnTo>
                  <a:pt x="1143109" y="454673"/>
                </a:lnTo>
                <a:lnTo>
                  <a:pt x="1154073" y="456973"/>
                </a:lnTo>
                <a:lnTo>
                  <a:pt x="1164967" y="459386"/>
                </a:lnTo>
                <a:lnTo>
                  <a:pt x="1214833" y="481678"/>
                </a:lnTo>
                <a:lnTo>
                  <a:pt x="1247107" y="505609"/>
                </a:lnTo>
                <a:lnTo>
                  <a:pt x="1258058" y="538805"/>
                </a:lnTo>
                <a:lnTo>
                  <a:pt x="1263645" y="554318"/>
                </a:lnTo>
                <a:lnTo>
                  <a:pt x="1271714" y="572371"/>
                </a:lnTo>
                <a:lnTo>
                  <a:pt x="1290111" y="613185"/>
                </a:lnTo>
                <a:lnTo>
                  <a:pt x="1294591" y="623272"/>
                </a:lnTo>
                <a:lnTo>
                  <a:pt x="1304445" y="645459"/>
                </a:lnTo>
                <a:lnTo>
                  <a:pt x="1314299" y="667645"/>
                </a:lnTo>
                <a:lnTo>
                  <a:pt x="1318780" y="677731"/>
                </a:lnTo>
                <a:lnTo>
                  <a:pt x="1347449" y="710004"/>
                </a:lnTo>
                <a:lnTo>
                  <a:pt x="1357555" y="740800"/>
                </a:lnTo>
                <a:lnTo>
                  <a:pt x="1361785" y="754228"/>
                </a:lnTo>
                <a:lnTo>
                  <a:pt x="1362402" y="756109"/>
                </a:lnTo>
                <a:lnTo>
                  <a:pt x="1361667" y="752264"/>
                </a:lnTo>
                <a:lnTo>
                  <a:pt x="1361842" y="748516"/>
                </a:lnTo>
                <a:lnTo>
                  <a:pt x="1390452" y="796065"/>
                </a:lnTo>
                <a:lnTo>
                  <a:pt x="1397304" y="817676"/>
                </a:lnTo>
                <a:lnTo>
                  <a:pt x="1400246" y="828586"/>
                </a:lnTo>
                <a:lnTo>
                  <a:pt x="1433456" y="871369"/>
                </a:lnTo>
                <a:lnTo>
                  <a:pt x="1476460" y="892884"/>
                </a:lnTo>
                <a:lnTo>
                  <a:pt x="1498794" y="918866"/>
                </a:lnTo>
                <a:lnTo>
                  <a:pt x="1505129" y="925157"/>
                </a:lnTo>
                <a:lnTo>
                  <a:pt x="1515048" y="928759"/>
                </a:lnTo>
                <a:lnTo>
                  <a:pt x="1548132" y="946672"/>
                </a:lnTo>
                <a:lnTo>
                  <a:pt x="1555365" y="952069"/>
                </a:lnTo>
                <a:lnTo>
                  <a:pt x="1561892" y="958105"/>
                </a:lnTo>
                <a:lnTo>
                  <a:pt x="1568707" y="963804"/>
                </a:lnTo>
                <a:lnTo>
                  <a:pt x="1576802" y="968188"/>
                </a:lnTo>
                <a:lnTo>
                  <a:pt x="1590508" y="972154"/>
                </a:lnTo>
                <a:lnTo>
                  <a:pt x="1604912" y="974701"/>
                </a:lnTo>
                <a:lnTo>
                  <a:pt x="1619596" y="976681"/>
                </a:lnTo>
                <a:lnTo>
                  <a:pt x="1634140" y="978945"/>
                </a:lnTo>
                <a:lnTo>
                  <a:pt x="1681411" y="1002422"/>
                </a:lnTo>
                <a:lnTo>
                  <a:pt x="1734482" y="1021976"/>
                </a:lnTo>
                <a:lnTo>
                  <a:pt x="1755984" y="1027355"/>
                </a:lnTo>
                <a:lnTo>
                  <a:pt x="1766861" y="1029796"/>
                </a:lnTo>
                <a:lnTo>
                  <a:pt x="1777486" y="1032733"/>
                </a:lnTo>
                <a:lnTo>
                  <a:pt x="1791942" y="1037923"/>
                </a:lnTo>
                <a:lnTo>
                  <a:pt x="1806081" y="1043627"/>
                </a:lnTo>
                <a:lnTo>
                  <a:pt x="1820257" y="1049263"/>
                </a:lnTo>
                <a:lnTo>
                  <a:pt x="1860100" y="1061164"/>
                </a:lnTo>
                <a:lnTo>
                  <a:pt x="1911338" y="1073587"/>
                </a:lnTo>
                <a:lnTo>
                  <a:pt x="1920831" y="1075764"/>
                </a:lnTo>
                <a:lnTo>
                  <a:pt x="1949500" y="1140310"/>
                </a:lnTo>
                <a:lnTo>
                  <a:pt x="1952577" y="1148565"/>
                </a:lnTo>
                <a:lnTo>
                  <a:pt x="1955317" y="1156943"/>
                </a:lnTo>
                <a:lnTo>
                  <a:pt x="1958731" y="1165073"/>
                </a:lnTo>
                <a:lnTo>
                  <a:pt x="1986838" y="1198258"/>
                </a:lnTo>
                <a:lnTo>
                  <a:pt x="2006839" y="1237129"/>
                </a:lnTo>
                <a:lnTo>
                  <a:pt x="2021439" y="1253172"/>
                </a:lnTo>
                <a:lnTo>
                  <a:pt x="2029160" y="1261001"/>
                </a:lnTo>
                <a:lnTo>
                  <a:pt x="2035507" y="1269402"/>
                </a:lnTo>
                <a:lnTo>
                  <a:pt x="2043265" y="1285378"/>
                </a:lnTo>
                <a:lnTo>
                  <a:pt x="2049378" y="1301840"/>
                </a:lnTo>
                <a:lnTo>
                  <a:pt x="2055723" y="1318220"/>
                </a:lnTo>
                <a:lnTo>
                  <a:pt x="2064178" y="1333948"/>
                </a:lnTo>
                <a:lnTo>
                  <a:pt x="2071573" y="1344629"/>
                </a:lnTo>
                <a:lnTo>
                  <a:pt x="2079120" y="1355258"/>
                </a:lnTo>
                <a:lnTo>
                  <a:pt x="2086363" y="1365990"/>
                </a:lnTo>
                <a:lnTo>
                  <a:pt x="2092846" y="1376978"/>
                </a:lnTo>
                <a:lnTo>
                  <a:pt x="2100717" y="1392921"/>
                </a:lnTo>
                <a:lnTo>
                  <a:pt x="2107806" y="1409080"/>
                </a:lnTo>
                <a:lnTo>
                  <a:pt x="2114582" y="1425324"/>
                </a:lnTo>
                <a:lnTo>
                  <a:pt x="2121515" y="1441524"/>
                </a:lnTo>
                <a:lnTo>
                  <a:pt x="2124268" y="1449978"/>
                </a:lnTo>
                <a:lnTo>
                  <a:pt x="2126468" y="1458688"/>
                </a:lnTo>
                <a:lnTo>
                  <a:pt x="2129775" y="1466885"/>
                </a:lnTo>
                <a:lnTo>
                  <a:pt x="2135850" y="1473797"/>
                </a:lnTo>
                <a:lnTo>
                  <a:pt x="2146792" y="1481735"/>
                </a:lnTo>
                <a:lnTo>
                  <a:pt x="2157861" y="1489585"/>
                </a:lnTo>
                <a:lnTo>
                  <a:pt x="2168676" y="1497610"/>
                </a:lnTo>
                <a:lnTo>
                  <a:pt x="2178854" y="1506070"/>
                </a:lnTo>
                <a:lnTo>
                  <a:pt x="2186273" y="1514017"/>
                </a:lnTo>
                <a:lnTo>
                  <a:pt x="2192756" y="1522503"/>
                </a:lnTo>
                <a:lnTo>
                  <a:pt x="2199455" y="1530840"/>
                </a:lnTo>
                <a:lnTo>
                  <a:pt x="2207523" y="1538343"/>
                </a:lnTo>
                <a:lnTo>
                  <a:pt x="2248668" y="1563676"/>
                </a:lnTo>
                <a:lnTo>
                  <a:pt x="2285894" y="1577888"/>
                </a:lnTo>
                <a:lnTo>
                  <a:pt x="2326939" y="1591153"/>
                </a:lnTo>
                <a:lnTo>
                  <a:pt x="2379538" y="1613646"/>
                </a:lnTo>
                <a:lnTo>
                  <a:pt x="2408077" y="1628332"/>
                </a:lnTo>
                <a:lnTo>
                  <a:pt x="2421127" y="1634643"/>
                </a:lnTo>
                <a:lnTo>
                  <a:pt x="2434885" y="1638524"/>
                </a:lnTo>
                <a:lnTo>
                  <a:pt x="2465545" y="1645919"/>
                </a:lnTo>
                <a:lnTo>
                  <a:pt x="2488808" y="1663232"/>
                </a:lnTo>
                <a:lnTo>
                  <a:pt x="2495104" y="1667876"/>
                </a:lnTo>
                <a:lnTo>
                  <a:pt x="2493047" y="1666849"/>
                </a:lnTo>
                <a:lnTo>
                  <a:pt x="2491249" y="1667147"/>
                </a:lnTo>
                <a:lnTo>
                  <a:pt x="2498324" y="1675768"/>
                </a:lnTo>
                <a:lnTo>
                  <a:pt x="2522883" y="1699708"/>
                </a:lnTo>
                <a:lnTo>
                  <a:pt x="2529737" y="1705297"/>
                </a:lnTo>
                <a:lnTo>
                  <a:pt x="2537218" y="1710466"/>
                </a:lnTo>
                <a:lnTo>
                  <a:pt x="2544699" y="1715634"/>
                </a:lnTo>
                <a:lnTo>
                  <a:pt x="2574005" y="1744995"/>
                </a:lnTo>
                <a:lnTo>
                  <a:pt x="2586383" y="1770115"/>
                </a:lnTo>
                <a:lnTo>
                  <a:pt x="2589285" y="1778417"/>
                </a:lnTo>
                <a:lnTo>
                  <a:pt x="2594557" y="1785769"/>
                </a:lnTo>
                <a:lnTo>
                  <a:pt x="2603801" y="1792382"/>
                </a:lnTo>
                <a:lnTo>
                  <a:pt x="2614719" y="1797623"/>
                </a:lnTo>
                <a:lnTo>
                  <a:pt x="2626307" y="1802317"/>
                </a:lnTo>
                <a:lnTo>
                  <a:pt x="2637561" y="1807284"/>
                </a:lnTo>
                <a:lnTo>
                  <a:pt x="2649396" y="1834437"/>
                </a:lnTo>
                <a:lnTo>
                  <a:pt x="2652372" y="1841533"/>
                </a:lnTo>
                <a:lnTo>
                  <a:pt x="2651732" y="1838696"/>
                </a:lnTo>
                <a:lnTo>
                  <a:pt x="2680563" y="1871830"/>
                </a:lnTo>
                <a:lnTo>
                  <a:pt x="2694773" y="1904719"/>
                </a:lnTo>
                <a:lnTo>
                  <a:pt x="2698709" y="1912072"/>
                </a:lnTo>
                <a:lnTo>
                  <a:pt x="2723566" y="1936376"/>
                </a:lnTo>
                <a:lnTo>
                  <a:pt x="2730421" y="1941965"/>
                </a:lnTo>
                <a:lnTo>
                  <a:pt x="2737902" y="1947134"/>
                </a:lnTo>
                <a:lnTo>
                  <a:pt x="2745383" y="1952302"/>
                </a:lnTo>
                <a:lnTo>
                  <a:pt x="2752237" y="1957891"/>
                </a:lnTo>
                <a:lnTo>
                  <a:pt x="2761257" y="1967193"/>
                </a:lnTo>
                <a:lnTo>
                  <a:pt x="2770607" y="1977814"/>
                </a:lnTo>
                <a:lnTo>
                  <a:pt x="2777940" y="1986541"/>
                </a:lnTo>
                <a:lnTo>
                  <a:pt x="2780905" y="1990164"/>
                </a:lnTo>
              </a:path>
            </a:pathLst>
          </a:custGeom>
          <a:ln w="761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77211" y="3808442"/>
            <a:ext cx="6325870" cy="1598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8064A2"/>
                </a:solidFill>
                <a:latin typeface="Arial"/>
                <a:cs typeface="Arial"/>
              </a:rPr>
              <a:t>Ideal!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305"/>
              </a:spcBef>
            </a:pPr>
            <a:r>
              <a:rPr sz="2800" b="1" dirty="0">
                <a:latin typeface="Arial"/>
                <a:cs typeface="Arial"/>
              </a:rPr>
              <a:t>Summarize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by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area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under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curve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(avg. precision)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3268" y="6278376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Arial MT"/>
                <a:cs typeface="Arial MT"/>
              </a:rPr>
              <a:t>1</a:t>
            </a:r>
            <a:endParaRPr sz="4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3229" y="6307788"/>
            <a:ext cx="10134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 MT"/>
                <a:cs typeface="Arial MT"/>
              </a:rPr>
              <a:t>Recall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027" y="4298423"/>
            <a:ext cx="422909" cy="14878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10" dirty="0">
                <a:latin typeface="Arial MT"/>
                <a:cs typeface="Arial MT"/>
              </a:rPr>
              <a:t>Precision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770" y="3650620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Arial MT"/>
                <a:cs typeface="Arial MT"/>
              </a:rPr>
              <a:t>1</a:t>
            </a:r>
            <a:endParaRPr sz="4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7013" y="6010667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Arial MT"/>
                <a:cs typeface="Arial MT"/>
              </a:rPr>
              <a:t>0</a:t>
            </a:r>
            <a:endParaRPr sz="4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01727" y="2726061"/>
            <a:ext cx="3091815" cy="4131945"/>
            <a:chOff x="1601727" y="2726061"/>
            <a:chExt cx="3091815" cy="4131945"/>
          </a:xfrm>
        </p:grpSpPr>
        <p:sp>
          <p:nvSpPr>
            <p:cNvPr id="11" name="object 11"/>
            <p:cNvSpPr/>
            <p:nvPr/>
          </p:nvSpPr>
          <p:spPr>
            <a:xfrm>
              <a:off x="3149936" y="2740349"/>
              <a:ext cx="0" cy="2294255"/>
            </a:xfrm>
            <a:custGeom>
              <a:avLst/>
              <a:gdLst/>
              <a:ahLst/>
              <a:cxnLst/>
              <a:rect l="l" t="t" r="r" b="b"/>
              <a:pathLst>
                <a:path h="2294254">
                  <a:moveTo>
                    <a:pt x="0" y="2293799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20777" y="3895089"/>
              <a:ext cx="0" cy="2294255"/>
            </a:xfrm>
            <a:custGeom>
              <a:avLst/>
              <a:gdLst/>
              <a:ahLst/>
              <a:cxnLst/>
              <a:rect l="l" t="t" r="r" b="b"/>
              <a:pathLst>
                <a:path h="2294254">
                  <a:moveTo>
                    <a:pt x="0" y="2293799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0890" y="5041990"/>
              <a:ext cx="38100" cy="1816100"/>
            </a:xfrm>
            <a:custGeom>
              <a:avLst/>
              <a:gdLst/>
              <a:ahLst/>
              <a:cxnLst/>
              <a:rect l="l" t="t" r="r" b="b"/>
              <a:pathLst>
                <a:path w="38100" h="1816100">
                  <a:moveTo>
                    <a:pt x="38099" y="1816009"/>
                  </a:moveTo>
                  <a:lnTo>
                    <a:pt x="0" y="181600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816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79045" y="3895089"/>
              <a:ext cx="0" cy="2294255"/>
            </a:xfrm>
            <a:custGeom>
              <a:avLst/>
              <a:gdLst/>
              <a:ahLst/>
              <a:cxnLst/>
              <a:rect l="l" t="t" r="r" b="b"/>
              <a:pathLst>
                <a:path h="2294254">
                  <a:moveTo>
                    <a:pt x="0" y="2293799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3018" y="1493256"/>
            <a:ext cx="8587740" cy="2147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100"/>
              </a:spcBef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True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detection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aka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true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positive: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high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IoU</a:t>
            </a:r>
            <a:endParaRPr sz="28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Precision: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#true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detections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/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#detections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detector</a:t>
            </a:r>
            <a:endParaRPr sz="28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Recall: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#true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detections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/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#ground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truth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positives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00">
              <a:latin typeface="Arial MT"/>
              <a:cs typeface="Arial MT"/>
            </a:endParaRPr>
          </a:p>
          <a:p>
            <a:pPr marR="474980" algn="ctr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4F81BD"/>
                </a:solidFill>
                <a:latin typeface="Arial"/>
                <a:cs typeface="Arial"/>
              </a:rPr>
              <a:t>Reject</a:t>
            </a:r>
            <a:r>
              <a:rPr sz="2800" b="1" spc="-10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4F81BD"/>
                </a:solidFill>
                <a:latin typeface="Arial"/>
                <a:cs typeface="Arial"/>
              </a:rPr>
              <a:t>everything:</a:t>
            </a:r>
            <a:r>
              <a:rPr sz="2800" b="1" spc="-9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4F81BD"/>
                </a:solidFill>
                <a:latin typeface="Arial"/>
                <a:cs typeface="Arial"/>
              </a:rPr>
              <a:t>no</a:t>
            </a:r>
            <a:r>
              <a:rPr sz="2800" b="1" spc="-9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4F81BD"/>
                </a:solidFill>
                <a:latin typeface="Arial"/>
                <a:cs typeface="Arial"/>
              </a:rPr>
              <a:t>mistakes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71379" y="3750736"/>
            <a:ext cx="3557270" cy="2626995"/>
            <a:chOff x="1371379" y="3750736"/>
            <a:chExt cx="3557270" cy="2626995"/>
          </a:xfrm>
        </p:grpSpPr>
        <p:sp>
          <p:nvSpPr>
            <p:cNvPr id="17" name="object 17"/>
            <p:cNvSpPr/>
            <p:nvPr/>
          </p:nvSpPr>
          <p:spPr>
            <a:xfrm>
              <a:off x="1377729" y="3757086"/>
              <a:ext cx="486409" cy="365125"/>
            </a:xfrm>
            <a:custGeom>
              <a:avLst/>
              <a:gdLst/>
              <a:ahLst/>
              <a:cxnLst/>
              <a:rect l="l" t="t" r="r" b="b"/>
              <a:pathLst>
                <a:path w="486410" h="365125">
                  <a:moveTo>
                    <a:pt x="242993" y="364499"/>
                  </a:moveTo>
                  <a:lnTo>
                    <a:pt x="187277" y="359686"/>
                  </a:lnTo>
                  <a:lnTo>
                    <a:pt x="136131" y="345975"/>
                  </a:lnTo>
                  <a:lnTo>
                    <a:pt x="91013" y="324461"/>
                  </a:lnTo>
                  <a:lnTo>
                    <a:pt x="53383" y="296238"/>
                  </a:lnTo>
                  <a:lnTo>
                    <a:pt x="24698" y="262398"/>
                  </a:lnTo>
                  <a:lnTo>
                    <a:pt x="6417" y="224038"/>
                  </a:lnTo>
                  <a:lnTo>
                    <a:pt x="0" y="182249"/>
                  </a:lnTo>
                  <a:lnTo>
                    <a:pt x="6417" y="140461"/>
                  </a:lnTo>
                  <a:lnTo>
                    <a:pt x="24698" y="102101"/>
                  </a:lnTo>
                  <a:lnTo>
                    <a:pt x="53383" y="68261"/>
                  </a:lnTo>
                  <a:lnTo>
                    <a:pt x="91013" y="40038"/>
                  </a:lnTo>
                  <a:lnTo>
                    <a:pt x="136131" y="18524"/>
                  </a:lnTo>
                  <a:lnTo>
                    <a:pt x="187277" y="4813"/>
                  </a:lnTo>
                  <a:lnTo>
                    <a:pt x="242993" y="0"/>
                  </a:lnTo>
                  <a:lnTo>
                    <a:pt x="298710" y="4813"/>
                  </a:lnTo>
                  <a:lnTo>
                    <a:pt x="349856" y="18524"/>
                  </a:lnTo>
                  <a:lnTo>
                    <a:pt x="394974" y="40038"/>
                  </a:lnTo>
                  <a:lnTo>
                    <a:pt x="432604" y="68261"/>
                  </a:lnTo>
                  <a:lnTo>
                    <a:pt x="461289" y="102101"/>
                  </a:lnTo>
                  <a:lnTo>
                    <a:pt x="479570" y="140461"/>
                  </a:lnTo>
                  <a:lnTo>
                    <a:pt x="485987" y="182249"/>
                  </a:lnTo>
                  <a:lnTo>
                    <a:pt x="479570" y="224038"/>
                  </a:lnTo>
                  <a:lnTo>
                    <a:pt x="461289" y="262398"/>
                  </a:lnTo>
                  <a:lnTo>
                    <a:pt x="432604" y="296238"/>
                  </a:lnTo>
                  <a:lnTo>
                    <a:pt x="394974" y="324461"/>
                  </a:lnTo>
                  <a:lnTo>
                    <a:pt x="349856" y="345975"/>
                  </a:lnTo>
                  <a:lnTo>
                    <a:pt x="298710" y="359686"/>
                  </a:lnTo>
                  <a:lnTo>
                    <a:pt x="242993" y="3644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77729" y="3757086"/>
              <a:ext cx="486409" cy="365125"/>
            </a:xfrm>
            <a:custGeom>
              <a:avLst/>
              <a:gdLst/>
              <a:ahLst/>
              <a:cxnLst/>
              <a:rect l="l" t="t" r="r" b="b"/>
              <a:pathLst>
                <a:path w="486410" h="365125">
                  <a:moveTo>
                    <a:pt x="0" y="182249"/>
                  </a:moveTo>
                  <a:lnTo>
                    <a:pt x="6417" y="140461"/>
                  </a:lnTo>
                  <a:lnTo>
                    <a:pt x="24698" y="102101"/>
                  </a:lnTo>
                  <a:lnTo>
                    <a:pt x="53383" y="68261"/>
                  </a:lnTo>
                  <a:lnTo>
                    <a:pt x="91013" y="40038"/>
                  </a:lnTo>
                  <a:lnTo>
                    <a:pt x="136131" y="18524"/>
                  </a:lnTo>
                  <a:lnTo>
                    <a:pt x="187277" y="4813"/>
                  </a:lnTo>
                  <a:lnTo>
                    <a:pt x="242993" y="0"/>
                  </a:lnTo>
                  <a:lnTo>
                    <a:pt x="298710" y="4813"/>
                  </a:lnTo>
                  <a:lnTo>
                    <a:pt x="349856" y="18524"/>
                  </a:lnTo>
                  <a:lnTo>
                    <a:pt x="394974" y="40038"/>
                  </a:lnTo>
                  <a:lnTo>
                    <a:pt x="432604" y="68261"/>
                  </a:lnTo>
                  <a:lnTo>
                    <a:pt x="461289" y="102101"/>
                  </a:lnTo>
                  <a:lnTo>
                    <a:pt x="479570" y="140461"/>
                  </a:lnTo>
                  <a:lnTo>
                    <a:pt x="485987" y="182249"/>
                  </a:lnTo>
                  <a:lnTo>
                    <a:pt x="479570" y="224038"/>
                  </a:lnTo>
                  <a:lnTo>
                    <a:pt x="461289" y="262398"/>
                  </a:lnTo>
                  <a:lnTo>
                    <a:pt x="432604" y="296238"/>
                  </a:lnTo>
                  <a:lnTo>
                    <a:pt x="394974" y="324461"/>
                  </a:lnTo>
                  <a:lnTo>
                    <a:pt x="349856" y="345975"/>
                  </a:lnTo>
                  <a:lnTo>
                    <a:pt x="298710" y="359686"/>
                  </a:lnTo>
                  <a:lnTo>
                    <a:pt x="242993" y="364499"/>
                  </a:lnTo>
                  <a:lnTo>
                    <a:pt x="187277" y="359686"/>
                  </a:lnTo>
                  <a:lnTo>
                    <a:pt x="136131" y="345975"/>
                  </a:lnTo>
                  <a:lnTo>
                    <a:pt x="91013" y="324461"/>
                  </a:lnTo>
                  <a:lnTo>
                    <a:pt x="53383" y="296238"/>
                  </a:lnTo>
                  <a:lnTo>
                    <a:pt x="24698" y="262398"/>
                  </a:lnTo>
                  <a:lnTo>
                    <a:pt x="6417" y="224038"/>
                  </a:lnTo>
                  <a:lnTo>
                    <a:pt x="0" y="18224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36004" y="3757086"/>
              <a:ext cx="486409" cy="365125"/>
            </a:xfrm>
            <a:custGeom>
              <a:avLst/>
              <a:gdLst/>
              <a:ahLst/>
              <a:cxnLst/>
              <a:rect l="l" t="t" r="r" b="b"/>
              <a:pathLst>
                <a:path w="486410" h="365125">
                  <a:moveTo>
                    <a:pt x="242993" y="364499"/>
                  </a:moveTo>
                  <a:lnTo>
                    <a:pt x="187277" y="359686"/>
                  </a:lnTo>
                  <a:lnTo>
                    <a:pt x="136131" y="345975"/>
                  </a:lnTo>
                  <a:lnTo>
                    <a:pt x="91013" y="324461"/>
                  </a:lnTo>
                  <a:lnTo>
                    <a:pt x="53383" y="296238"/>
                  </a:lnTo>
                  <a:lnTo>
                    <a:pt x="24698" y="262398"/>
                  </a:lnTo>
                  <a:lnTo>
                    <a:pt x="6417" y="224038"/>
                  </a:lnTo>
                  <a:lnTo>
                    <a:pt x="0" y="182249"/>
                  </a:lnTo>
                  <a:lnTo>
                    <a:pt x="6417" y="140461"/>
                  </a:lnTo>
                  <a:lnTo>
                    <a:pt x="24698" y="102101"/>
                  </a:lnTo>
                  <a:lnTo>
                    <a:pt x="53383" y="68261"/>
                  </a:lnTo>
                  <a:lnTo>
                    <a:pt x="91013" y="40038"/>
                  </a:lnTo>
                  <a:lnTo>
                    <a:pt x="136131" y="18524"/>
                  </a:lnTo>
                  <a:lnTo>
                    <a:pt x="187277" y="4813"/>
                  </a:lnTo>
                  <a:lnTo>
                    <a:pt x="242993" y="0"/>
                  </a:lnTo>
                  <a:lnTo>
                    <a:pt x="298710" y="4813"/>
                  </a:lnTo>
                  <a:lnTo>
                    <a:pt x="349856" y="18524"/>
                  </a:lnTo>
                  <a:lnTo>
                    <a:pt x="394974" y="40038"/>
                  </a:lnTo>
                  <a:lnTo>
                    <a:pt x="432604" y="68261"/>
                  </a:lnTo>
                  <a:lnTo>
                    <a:pt x="461289" y="102101"/>
                  </a:lnTo>
                  <a:lnTo>
                    <a:pt x="479570" y="140461"/>
                  </a:lnTo>
                  <a:lnTo>
                    <a:pt x="485987" y="182249"/>
                  </a:lnTo>
                  <a:lnTo>
                    <a:pt x="479570" y="224038"/>
                  </a:lnTo>
                  <a:lnTo>
                    <a:pt x="461289" y="262398"/>
                  </a:lnTo>
                  <a:lnTo>
                    <a:pt x="432604" y="296238"/>
                  </a:lnTo>
                  <a:lnTo>
                    <a:pt x="394974" y="324461"/>
                  </a:lnTo>
                  <a:lnTo>
                    <a:pt x="349856" y="345975"/>
                  </a:lnTo>
                  <a:lnTo>
                    <a:pt x="298710" y="359686"/>
                  </a:lnTo>
                  <a:lnTo>
                    <a:pt x="242993" y="36449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36004" y="3757086"/>
              <a:ext cx="486409" cy="365125"/>
            </a:xfrm>
            <a:custGeom>
              <a:avLst/>
              <a:gdLst/>
              <a:ahLst/>
              <a:cxnLst/>
              <a:rect l="l" t="t" r="r" b="b"/>
              <a:pathLst>
                <a:path w="486410" h="365125">
                  <a:moveTo>
                    <a:pt x="0" y="182249"/>
                  </a:moveTo>
                  <a:lnTo>
                    <a:pt x="6417" y="140461"/>
                  </a:lnTo>
                  <a:lnTo>
                    <a:pt x="24698" y="102101"/>
                  </a:lnTo>
                  <a:lnTo>
                    <a:pt x="53383" y="68261"/>
                  </a:lnTo>
                  <a:lnTo>
                    <a:pt x="91013" y="40038"/>
                  </a:lnTo>
                  <a:lnTo>
                    <a:pt x="136131" y="18524"/>
                  </a:lnTo>
                  <a:lnTo>
                    <a:pt x="187277" y="4813"/>
                  </a:lnTo>
                  <a:lnTo>
                    <a:pt x="242993" y="0"/>
                  </a:lnTo>
                  <a:lnTo>
                    <a:pt x="298710" y="4813"/>
                  </a:lnTo>
                  <a:lnTo>
                    <a:pt x="349856" y="18524"/>
                  </a:lnTo>
                  <a:lnTo>
                    <a:pt x="394974" y="40038"/>
                  </a:lnTo>
                  <a:lnTo>
                    <a:pt x="432604" y="68261"/>
                  </a:lnTo>
                  <a:lnTo>
                    <a:pt x="461289" y="102101"/>
                  </a:lnTo>
                  <a:lnTo>
                    <a:pt x="479570" y="140461"/>
                  </a:lnTo>
                  <a:lnTo>
                    <a:pt x="485987" y="182249"/>
                  </a:lnTo>
                  <a:lnTo>
                    <a:pt x="479570" y="224038"/>
                  </a:lnTo>
                  <a:lnTo>
                    <a:pt x="461289" y="262398"/>
                  </a:lnTo>
                  <a:lnTo>
                    <a:pt x="432604" y="296238"/>
                  </a:lnTo>
                  <a:lnTo>
                    <a:pt x="394974" y="324461"/>
                  </a:lnTo>
                  <a:lnTo>
                    <a:pt x="349856" y="345975"/>
                  </a:lnTo>
                  <a:lnTo>
                    <a:pt x="298710" y="359686"/>
                  </a:lnTo>
                  <a:lnTo>
                    <a:pt x="242993" y="364499"/>
                  </a:lnTo>
                  <a:lnTo>
                    <a:pt x="187277" y="359686"/>
                  </a:lnTo>
                  <a:lnTo>
                    <a:pt x="136131" y="345975"/>
                  </a:lnTo>
                  <a:lnTo>
                    <a:pt x="91013" y="324461"/>
                  </a:lnTo>
                  <a:lnTo>
                    <a:pt x="53383" y="296238"/>
                  </a:lnTo>
                  <a:lnTo>
                    <a:pt x="24698" y="262398"/>
                  </a:lnTo>
                  <a:lnTo>
                    <a:pt x="6417" y="224038"/>
                  </a:lnTo>
                  <a:lnTo>
                    <a:pt x="0" y="182249"/>
                  </a:lnTo>
                  <a:close/>
                </a:path>
              </a:pathLst>
            </a:custGeom>
            <a:ln w="12699">
              <a:solidFill>
                <a:srgbClr val="3E3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36004" y="6006604"/>
              <a:ext cx="486409" cy="365125"/>
            </a:xfrm>
            <a:custGeom>
              <a:avLst/>
              <a:gdLst/>
              <a:ahLst/>
              <a:cxnLst/>
              <a:rect l="l" t="t" r="r" b="b"/>
              <a:pathLst>
                <a:path w="486410" h="365125">
                  <a:moveTo>
                    <a:pt x="242993" y="364499"/>
                  </a:moveTo>
                  <a:lnTo>
                    <a:pt x="187277" y="359686"/>
                  </a:lnTo>
                  <a:lnTo>
                    <a:pt x="136131" y="345975"/>
                  </a:lnTo>
                  <a:lnTo>
                    <a:pt x="91013" y="324461"/>
                  </a:lnTo>
                  <a:lnTo>
                    <a:pt x="53383" y="296238"/>
                  </a:lnTo>
                  <a:lnTo>
                    <a:pt x="24698" y="262398"/>
                  </a:lnTo>
                  <a:lnTo>
                    <a:pt x="6417" y="224038"/>
                  </a:lnTo>
                  <a:lnTo>
                    <a:pt x="0" y="182249"/>
                  </a:lnTo>
                  <a:lnTo>
                    <a:pt x="6417" y="140461"/>
                  </a:lnTo>
                  <a:lnTo>
                    <a:pt x="24698" y="102101"/>
                  </a:lnTo>
                  <a:lnTo>
                    <a:pt x="53383" y="68261"/>
                  </a:lnTo>
                  <a:lnTo>
                    <a:pt x="91013" y="40038"/>
                  </a:lnTo>
                  <a:lnTo>
                    <a:pt x="136131" y="18524"/>
                  </a:lnTo>
                  <a:lnTo>
                    <a:pt x="187277" y="4813"/>
                  </a:lnTo>
                  <a:lnTo>
                    <a:pt x="242993" y="0"/>
                  </a:lnTo>
                  <a:lnTo>
                    <a:pt x="298710" y="4813"/>
                  </a:lnTo>
                  <a:lnTo>
                    <a:pt x="349856" y="18524"/>
                  </a:lnTo>
                  <a:lnTo>
                    <a:pt x="394974" y="40038"/>
                  </a:lnTo>
                  <a:lnTo>
                    <a:pt x="432604" y="68261"/>
                  </a:lnTo>
                  <a:lnTo>
                    <a:pt x="461289" y="102101"/>
                  </a:lnTo>
                  <a:lnTo>
                    <a:pt x="479570" y="140461"/>
                  </a:lnTo>
                  <a:lnTo>
                    <a:pt x="485987" y="182249"/>
                  </a:lnTo>
                  <a:lnTo>
                    <a:pt x="479570" y="224038"/>
                  </a:lnTo>
                  <a:lnTo>
                    <a:pt x="461289" y="262398"/>
                  </a:lnTo>
                  <a:lnTo>
                    <a:pt x="432604" y="296238"/>
                  </a:lnTo>
                  <a:lnTo>
                    <a:pt x="394974" y="324461"/>
                  </a:lnTo>
                  <a:lnTo>
                    <a:pt x="349856" y="345975"/>
                  </a:lnTo>
                  <a:lnTo>
                    <a:pt x="298710" y="359686"/>
                  </a:lnTo>
                  <a:lnTo>
                    <a:pt x="242993" y="364499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36004" y="6006604"/>
              <a:ext cx="486409" cy="365125"/>
            </a:xfrm>
            <a:custGeom>
              <a:avLst/>
              <a:gdLst/>
              <a:ahLst/>
              <a:cxnLst/>
              <a:rect l="l" t="t" r="r" b="b"/>
              <a:pathLst>
                <a:path w="486410" h="365125">
                  <a:moveTo>
                    <a:pt x="0" y="182249"/>
                  </a:moveTo>
                  <a:lnTo>
                    <a:pt x="6417" y="140461"/>
                  </a:lnTo>
                  <a:lnTo>
                    <a:pt x="24698" y="102101"/>
                  </a:lnTo>
                  <a:lnTo>
                    <a:pt x="53383" y="68261"/>
                  </a:lnTo>
                  <a:lnTo>
                    <a:pt x="91013" y="40038"/>
                  </a:lnTo>
                  <a:lnTo>
                    <a:pt x="136131" y="18524"/>
                  </a:lnTo>
                  <a:lnTo>
                    <a:pt x="187277" y="4813"/>
                  </a:lnTo>
                  <a:lnTo>
                    <a:pt x="242993" y="0"/>
                  </a:lnTo>
                  <a:lnTo>
                    <a:pt x="298710" y="4813"/>
                  </a:lnTo>
                  <a:lnTo>
                    <a:pt x="349856" y="18524"/>
                  </a:lnTo>
                  <a:lnTo>
                    <a:pt x="394974" y="40038"/>
                  </a:lnTo>
                  <a:lnTo>
                    <a:pt x="432604" y="68261"/>
                  </a:lnTo>
                  <a:lnTo>
                    <a:pt x="461289" y="102101"/>
                  </a:lnTo>
                  <a:lnTo>
                    <a:pt x="479570" y="140461"/>
                  </a:lnTo>
                  <a:lnTo>
                    <a:pt x="485987" y="182249"/>
                  </a:lnTo>
                  <a:lnTo>
                    <a:pt x="479570" y="224038"/>
                  </a:lnTo>
                  <a:lnTo>
                    <a:pt x="461289" y="262398"/>
                  </a:lnTo>
                  <a:lnTo>
                    <a:pt x="432604" y="296238"/>
                  </a:lnTo>
                  <a:lnTo>
                    <a:pt x="394974" y="324461"/>
                  </a:lnTo>
                  <a:lnTo>
                    <a:pt x="349856" y="345975"/>
                  </a:lnTo>
                  <a:lnTo>
                    <a:pt x="298710" y="359686"/>
                  </a:lnTo>
                  <a:lnTo>
                    <a:pt x="242993" y="364499"/>
                  </a:lnTo>
                  <a:lnTo>
                    <a:pt x="187277" y="359686"/>
                  </a:lnTo>
                  <a:lnTo>
                    <a:pt x="136131" y="345975"/>
                  </a:lnTo>
                  <a:lnTo>
                    <a:pt x="91013" y="324461"/>
                  </a:lnTo>
                  <a:lnTo>
                    <a:pt x="53383" y="296238"/>
                  </a:lnTo>
                  <a:lnTo>
                    <a:pt x="24698" y="262398"/>
                  </a:lnTo>
                  <a:lnTo>
                    <a:pt x="6417" y="224038"/>
                  </a:lnTo>
                  <a:lnTo>
                    <a:pt x="0" y="182249"/>
                  </a:lnTo>
                  <a:close/>
                </a:path>
              </a:pathLst>
            </a:custGeom>
            <a:ln w="12699">
              <a:solidFill>
                <a:srgbClr val="6324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31158" y="5700714"/>
            <a:ext cx="32264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"/>
                <a:cs typeface="Arial"/>
              </a:rPr>
              <a:t>Accept</a:t>
            </a:r>
            <a:r>
              <a:rPr sz="2800" b="1" spc="-10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"/>
                <a:cs typeface="Arial"/>
              </a:rPr>
              <a:t>everything: </a:t>
            </a:r>
            <a:r>
              <a:rPr sz="2800" b="1" dirty="0">
                <a:solidFill>
                  <a:srgbClr val="C0504D"/>
                </a:solidFill>
                <a:latin typeface="Arial"/>
                <a:cs typeface="Arial"/>
              </a:rPr>
              <a:t>Miss</a:t>
            </a:r>
            <a:r>
              <a:rPr sz="2800" b="1" spc="-8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"/>
                <a:cs typeface="Arial"/>
              </a:rPr>
              <a:t>nothing</a:t>
            </a:r>
            <a:endParaRPr sz="28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3BEFE9C-175D-F844-72DC-CAE3CCEB33E0}"/>
                  </a:ext>
                </a:extLst>
              </p14:cNvPr>
              <p14:cNvContentPartPr/>
              <p14:nvPr/>
            </p14:nvContentPartPr>
            <p14:xfrm>
              <a:off x="819000" y="960480"/>
              <a:ext cx="9619560" cy="5547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3BEFE9C-175D-F844-72DC-CAE3CCEB33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2800" y="944280"/>
                <a:ext cx="9651960" cy="558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C266-A0F4-8E79-4874-31C394BF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999F8-CE34-14ED-BDFD-271320C4E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FCDC55-F1BD-1B73-FCFD-665EBC2A368C}"/>
                  </a:ext>
                </a:extLst>
              </p14:cNvPr>
              <p14:cNvContentPartPr/>
              <p14:nvPr/>
            </p14:nvContentPartPr>
            <p14:xfrm>
              <a:off x="195120" y="5400"/>
              <a:ext cx="11935440" cy="6852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FCDC55-F1BD-1B73-FCFD-665EBC2A36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920" y="-10800"/>
                <a:ext cx="11967840" cy="688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8116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D5DC-5CD4-DF92-16E6-49C9A1A7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72902-17AE-FFD7-623F-E112B1144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8B979F-55A4-34B6-210E-D8CA1B707FDB}"/>
                  </a:ext>
                </a:extLst>
              </p14:cNvPr>
              <p14:cNvContentPartPr/>
              <p14:nvPr/>
            </p14:nvContentPartPr>
            <p14:xfrm>
              <a:off x="3456360" y="275040"/>
              <a:ext cx="8633160" cy="285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8B979F-55A4-34B6-210E-D8CA1B707F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0160" y="258840"/>
                <a:ext cx="8665560" cy="288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4043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4814">
              <a:lnSpc>
                <a:spcPct val="100000"/>
              </a:lnSpc>
              <a:spcBef>
                <a:spcPts val="100"/>
              </a:spcBef>
            </a:pPr>
            <a:r>
              <a:rPr dirty="0"/>
              <a:t>Generic</a:t>
            </a:r>
            <a:r>
              <a:rPr spc="-20" dirty="0"/>
              <a:t> </a:t>
            </a:r>
            <a:r>
              <a:rPr dirty="0"/>
              <a:t>object</a:t>
            </a:r>
            <a:r>
              <a:rPr spc="-20" dirty="0"/>
              <a:t> </a:t>
            </a:r>
            <a:r>
              <a:rPr spc="-10" dirty="0"/>
              <a:t>detection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257" y="1458423"/>
            <a:ext cx="6618977" cy="48490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9564" y="6463279"/>
            <a:ext cx="169291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Lazebnik</a:t>
            </a:r>
            <a:endParaRPr sz="1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738BFA3-B5F3-0613-5D58-EDEFB2B94944}"/>
                  </a:ext>
                </a:extLst>
              </p14:cNvPr>
              <p14:cNvContentPartPr/>
              <p14:nvPr/>
            </p14:nvContentPartPr>
            <p14:xfrm>
              <a:off x="3135960" y="3017160"/>
              <a:ext cx="982800" cy="1096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738BFA3-B5F3-0613-5D58-EDEFB2B949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19760" y="3000960"/>
                <a:ext cx="1015200" cy="112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1999" y="156362"/>
            <a:ext cx="855154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Histograms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oriented</a:t>
            </a:r>
            <a:r>
              <a:rPr spc="-15" dirty="0"/>
              <a:t> </a:t>
            </a:r>
            <a:r>
              <a:rPr dirty="0"/>
              <a:t>gradients</a:t>
            </a:r>
            <a:r>
              <a:rPr spc="-15" dirty="0"/>
              <a:t> </a:t>
            </a:r>
            <a:r>
              <a:rPr spc="-10" dirty="0"/>
              <a:t>(HOG)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1225" y="1167408"/>
            <a:ext cx="10354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Arial MT"/>
                <a:cs typeface="Arial MT"/>
              </a:rPr>
              <a:t>Partition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image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histogram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gradient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orientations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636" y="3086100"/>
            <a:ext cx="4565534" cy="2273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96036" y="2461888"/>
            <a:ext cx="25768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HxWx3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Image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24525" y="3087688"/>
            <a:ext cx="4715816" cy="22399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576624" y="5277104"/>
            <a:ext cx="1684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Snavely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32539" y="2489158"/>
            <a:ext cx="28994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Arial MT"/>
                <a:cs typeface="Arial MT"/>
              </a:rPr>
              <a:t>H’xW’xC’</a:t>
            </a:r>
            <a:r>
              <a:rPr sz="3200" spc="-21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Image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92630" y="4063793"/>
            <a:ext cx="1504315" cy="328295"/>
            <a:chOff x="5292630" y="4063793"/>
            <a:chExt cx="1504315" cy="328295"/>
          </a:xfrm>
        </p:grpSpPr>
        <p:sp>
          <p:nvSpPr>
            <p:cNvPr id="11" name="object 11"/>
            <p:cNvSpPr/>
            <p:nvPr/>
          </p:nvSpPr>
          <p:spPr>
            <a:xfrm>
              <a:off x="5292630" y="4227755"/>
              <a:ext cx="1120775" cy="0"/>
            </a:xfrm>
            <a:custGeom>
              <a:avLst/>
              <a:gdLst/>
              <a:ahLst/>
              <a:cxnLst/>
              <a:rect l="l" t="t" r="r" b="b"/>
              <a:pathLst>
                <a:path w="1120775">
                  <a:moveTo>
                    <a:pt x="0" y="0"/>
                  </a:moveTo>
                  <a:lnTo>
                    <a:pt x="112036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12990" y="4101893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12990" y="4101893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49564" y="6133910"/>
            <a:ext cx="10183495" cy="525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1385">
              <a:lnSpc>
                <a:spcPts val="2090"/>
              </a:lnSpc>
            </a:pPr>
            <a:r>
              <a:rPr sz="1800" dirty="0">
                <a:latin typeface="Arial MT"/>
                <a:cs typeface="Arial MT"/>
              </a:rPr>
              <a:t>N.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Dalal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B.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Triggs,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Histograms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of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Oriented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Gradients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for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Human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Detection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CVPR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2005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Lazebnik</a:t>
            </a:r>
            <a:endParaRPr sz="1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7686964-5C8A-6455-7FC9-B1A09E842B0E}"/>
                  </a:ext>
                </a:extLst>
              </p14:cNvPr>
              <p14:cNvContentPartPr/>
              <p14:nvPr/>
            </p14:nvContentPartPr>
            <p14:xfrm>
              <a:off x="548640" y="2009520"/>
              <a:ext cx="6090840" cy="1950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7686964-5C8A-6455-7FC9-B1A09E842B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2440" y="1993320"/>
                <a:ext cx="6123240" cy="198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3572" y="156362"/>
            <a:ext cx="664718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Pedestrian</a:t>
            </a:r>
            <a:r>
              <a:rPr spc="-65" dirty="0"/>
              <a:t> </a:t>
            </a:r>
            <a:r>
              <a:rPr dirty="0"/>
              <a:t>detection</a:t>
            </a:r>
            <a:r>
              <a:rPr spc="-60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spc="-25" dirty="0"/>
              <a:t>HOG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8315" y="898347"/>
            <a:ext cx="9052560" cy="133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Char char="•"/>
              <a:tabLst>
                <a:tab pos="194310" algn="l"/>
              </a:tabLst>
            </a:pPr>
            <a:r>
              <a:rPr sz="2400" dirty="0">
                <a:latin typeface="Arial MT"/>
                <a:cs typeface="Arial MT"/>
              </a:rPr>
              <a:t>Train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pedestrian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template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linear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support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machine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80"/>
              </a:spcBef>
            </a:pPr>
            <a:endParaRPr sz="2400">
              <a:latin typeface="Arial MT"/>
              <a:cs typeface="Arial MT"/>
            </a:endParaRPr>
          </a:p>
          <a:p>
            <a:pPr marL="391160" algn="ct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positive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training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349" y="2286001"/>
            <a:ext cx="7957837" cy="158327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472935" y="4440776"/>
            <a:ext cx="5265420" cy="1525905"/>
            <a:chOff x="3472935" y="4440776"/>
            <a:chExt cx="5265420" cy="152590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2935" y="4487174"/>
              <a:ext cx="1546669" cy="14789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9573" y="4440776"/>
              <a:ext cx="1531202" cy="148474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6212" y="4440776"/>
              <a:ext cx="1124522" cy="14789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2850" y="4440776"/>
              <a:ext cx="1508002" cy="147894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77658" y="4440776"/>
              <a:ext cx="1060441" cy="147894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091661" y="4053840"/>
            <a:ext cx="2777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negative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training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564" y="6133910"/>
            <a:ext cx="10183495" cy="525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1385">
              <a:lnSpc>
                <a:spcPts val="2090"/>
              </a:lnSpc>
            </a:pPr>
            <a:r>
              <a:rPr sz="1800" dirty="0">
                <a:latin typeface="Arial MT"/>
                <a:cs typeface="Arial MT"/>
              </a:rPr>
              <a:t>N.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Dalal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B.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Triggs,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Histograms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of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Oriented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Gradients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for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Human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8"/>
              </a:rPr>
              <a:t>Detection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CVPR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2005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Lazebnik</a:t>
            </a:r>
            <a:endParaRPr sz="1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487E7E8-6AEA-8A52-A44D-A193D9D30969}"/>
                  </a:ext>
                </a:extLst>
              </p14:cNvPr>
              <p14:cNvContentPartPr/>
              <p14:nvPr/>
            </p14:nvContentPartPr>
            <p14:xfrm>
              <a:off x="1215720" y="1947240"/>
              <a:ext cx="10555560" cy="3419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487E7E8-6AEA-8A52-A44D-A193D9D3096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99520" y="1931040"/>
                <a:ext cx="10587960" cy="345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3572" y="156362"/>
            <a:ext cx="664718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Pedestrian</a:t>
            </a:r>
            <a:r>
              <a:rPr spc="-65" dirty="0"/>
              <a:t> </a:t>
            </a:r>
            <a:r>
              <a:rPr dirty="0"/>
              <a:t>detection</a:t>
            </a:r>
            <a:r>
              <a:rPr spc="-60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spc="-25" dirty="0"/>
              <a:t>HOG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8315" y="807922"/>
            <a:ext cx="9779635" cy="211772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810"/>
              </a:spcBef>
              <a:buChar char="•"/>
              <a:tabLst>
                <a:tab pos="194310" algn="l"/>
              </a:tabLst>
            </a:pPr>
            <a:r>
              <a:rPr sz="2400" dirty="0">
                <a:latin typeface="Arial MT"/>
                <a:cs typeface="Arial MT"/>
              </a:rPr>
              <a:t>Train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pedestrian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“template”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linear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svm</a:t>
            </a:r>
            <a:endParaRPr sz="2400">
              <a:latin typeface="Arial MT"/>
              <a:cs typeface="Arial MT"/>
            </a:endParaRPr>
          </a:p>
          <a:p>
            <a:pPr marL="194310" indent="-181610">
              <a:lnSpc>
                <a:spcPct val="100000"/>
              </a:lnSpc>
              <a:spcBef>
                <a:spcPts val="715"/>
              </a:spcBef>
              <a:buChar char="•"/>
              <a:tabLst>
                <a:tab pos="194310" algn="l"/>
              </a:tabLst>
            </a:pPr>
            <a:r>
              <a:rPr sz="2400" dirty="0">
                <a:latin typeface="Arial MT"/>
                <a:cs typeface="Arial MT"/>
              </a:rPr>
              <a:t>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convolve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feature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template</a:t>
            </a:r>
            <a:endParaRPr sz="2400">
              <a:latin typeface="Arial MT"/>
              <a:cs typeface="Arial MT"/>
            </a:endParaRPr>
          </a:p>
          <a:p>
            <a:pPr marL="194310" indent="-181610">
              <a:lnSpc>
                <a:spcPct val="100000"/>
              </a:lnSpc>
              <a:spcBef>
                <a:spcPts val="710"/>
              </a:spcBef>
              <a:buChar char="•"/>
              <a:tabLst>
                <a:tab pos="194310" algn="l"/>
              </a:tabLst>
            </a:pPr>
            <a:r>
              <a:rPr sz="2400" dirty="0">
                <a:latin typeface="Arial MT"/>
                <a:cs typeface="Arial MT"/>
              </a:rPr>
              <a:t>Find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maxima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response</a:t>
            </a:r>
            <a:endParaRPr sz="2400">
              <a:latin typeface="Arial MT"/>
              <a:cs typeface="Arial MT"/>
            </a:endParaRPr>
          </a:p>
          <a:p>
            <a:pPr marL="194310" indent="-181610">
              <a:lnSpc>
                <a:spcPts val="2855"/>
              </a:lnSpc>
              <a:spcBef>
                <a:spcPts val="710"/>
              </a:spcBef>
              <a:buChar char="•"/>
              <a:tabLst>
                <a:tab pos="194310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multi-</a:t>
            </a:r>
            <a:r>
              <a:rPr sz="2400" dirty="0">
                <a:latin typeface="Arial MT"/>
                <a:cs typeface="Arial MT"/>
              </a:rPr>
              <a:t>scale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detection,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repeat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pyramid</a:t>
            </a:r>
            <a:endParaRPr sz="2400">
              <a:latin typeface="Arial"/>
              <a:cs typeface="Arial"/>
            </a:endParaRPr>
          </a:p>
          <a:p>
            <a:pPr marL="396875">
              <a:lnSpc>
                <a:spcPts val="2135"/>
              </a:lnSpc>
            </a:pPr>
            <a:r>
              <a:rPr sz="1800" dirty="0">
                <a:latin typeface="Arial MT"/>
                <a:cs typeface="Arial MT"/>
              </a:rPr>
              <a:t>HOG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</a:t>
            </a:r>
            <a:r>
              <a:rPr sz="1800" spc="-25" dirty="0">
                <a:latin typeface="Arial MT"/>
                <a:cs typeface="Arial MT"/>
              </a:rPr>
              <a:t> map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274" y="2978775"/>
            <a:ext cx="3590199" cy="12922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276" y="4316929"/>
            <a:ext cx="3590191" cy="17331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3981804"/>
            <a:ext cx="609599" cy="16727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75451" y="3874504"/>
            <a:ext cx="3048000" cy="171668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985869" y="3533123"/>
            <a:ext cx="95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Template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9564" y="6133910"/>
            <a:ext cx="10183495" cy="525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1385">
              <a:lnSpc>
                <a:spcPts val="2090"/>
              </a:lnSpc>
            </a:pPr>
            <a:r>
              <a:rPr sz="1800" dirty="0">
                <a:latin typeface="Arial MT"/>
                <a:cs typeface="Arial MT"/>
              </a:rPr>
              <a:t>N.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Dalal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B.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Triggs,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Histograms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of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Oriented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Gradients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for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Human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Detection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CVPR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2005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Lazebnik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47511" y="3521455"/>
            <a:ext cx="2400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Detector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response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map</a:t>
            </a:r>
            <a:endParaRPr sz="1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D75E8DD-9A5E-D459-5E9A-4723EA20685D}"/>
                  </a:ext>
                </a:extLst>
              </p14:cNvPr>
              <p14:cNvContentPartPr/>
              <p14:nvPr/>
            </p14:nvContentPartPr>
            <p14:xfrm>
              <a:off x="347760" y="3047040"/>
              <a:ext cx="10702080" cy="2483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D75E8DD-9A5E-D459-5E9A-4723EA2068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1560" y="3030840"/>
                <a:ext cx="10734480" cy="2515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1385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185" dirty="0"/>
              <a:t> </a:t>
            </a:r>
            <a:r>
              <a:rPr spc="-10" dirty="0"/>
              <a:t>detections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651" y="1276350"/>
            <a:ext cx="6967536" cy="46434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18517" y="5936044"/>
            <a:ext cx="2733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[Dalal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Triggs,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CVPR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2005]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564" y="6463279"/>
            <a:ext cx="169291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Lazebnik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9792" y="24891"/>
            <a:ext cx="85502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" dirty="0"/>
              <a:t>PASCAL</a:t>
            </a:r>
            <a:r>
              <a:rPr sz="4000" spc="-185" dirty="0"/>
              <a:t> </a:t>
            </a:r>
            <a:r>
              <a:rPr sz="4000" dirty="0"/>
              <a:t>VOC</a:t>
            </a:r>
            <a:r>
              <a:rPr sz="4000" spc="-40" dirty="0"/>
              <a:t> </a:t>
            </a:r>
            <a:r>
              <a:rPr sz="4000" dirty="0"/>
              <a:t>Challenge</a:t>
            </a:r>
            <a:r>
              <a:rPr sz="4000" spc="-40" dirty="0"/>
              <a:t> </a:t>
            </a:r>
            <a:r>
              <a:rPr sz="4000" spc="-25" dirty="0"/>
              <a:t>(2005-</a:t>
            </a:r>
            <a:r>
              <a:rPr sz="4000" spc="-10" dirty="0"/>
              <a:t>2012)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33463" y="2756408"/>
            <a:ext cx="1126045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095" indent="-239395">
              <a:lnSpc>
                <a:spcPct val="100000"/>
              </a:lnSpc>
              <a:spcBef>
                <a:spcPts val="100"/>
              </a:spcBef>
              <a:buChar char="•"/>
              <a:tabLst>
                <a:tab pos="252095" algn="l"/>
              </a:tabLst>
            </a:pPr>
            <a:r>
              <a:rPr sz="2400" dirty="0">
                <a:latin typeface="Arial MT"/>
                <a:cs typeface="Arial MT"/>
              </a:rPr>
              <a:t>20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challenge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classes:</a:t>
            </a:r>
            <a:endParaRPr sz="24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buChar char="•"/>
              <a:tabLst>
                <a:tab pos="252095" algn="l"/>
              </a:tabLst>
            </a:pPr>
            <a:r>
              <a:rPr sz="2400" i="1" spc="-10" dirty="0">
                <a:latin typeface="Arial"/>
                <a:cs typeface="Arial"/>
              </a:rPr>
              <a:t>Person</a:t>
            </a:r>
            <a:endParaRPr sz="2400">
              <a:latin typeface="Arial"/>
              <a:cs typeface="Arial"/>
            </a:endParaRPr>
          </a:p>
          <a:p>
            <a:pPr marL="252095" indent="-239395">
              <a:lnSpc>
                <a:spcPct val="100000"/>
              </a:lnSpc>
              <a:buChar char="•"/>
              <a:tabLst>
                <a:tab pos="252095" algn="l"/>
              </a:tabLst>
            </a:pPr>
            <a:r>
              <a:rPr sz="2400" i="1" dirty="0">
                <a:latin typeface="Arial"/>
                <a:cs typeface="Arial"/>
              </a:rPr>
              <a:t>Animals: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bird,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cat,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cow,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dog,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horse,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sheep</a:t>
            </a:r>
            <a:endParaRPr sz="24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buChar char="•"/>
              <a:tabLst>
                <a:tab pos="252095" algn="l"/>
              </a:tabLst>
            </a:pPr>
            <a:r>
              <a:rPr sz="2400" i="1" spc="-10" dirty="0">
                <a:latin typeface="Arial"/>
                <a:cs typeface="Arial"/>
              </a:rPr>
              <a:t>Vehicles:</a:t>
            </a:r>
            <a:r>
              <a:rPr sz="2400" i="1" spc="-1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aeroplane,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bicycle,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boat,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car,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motorbike,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train</a:t>
            </a:r>
            <a:endParaRPr sz="24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buChar char="•"/>
              <a:tabLst>
                <a:tab pos="252095" algn="l"/>
              </a:tabLst>
            </a:pPr>
            <a:r>
              <a:rPr sz="2400" i="1" dirty="0">
                <a:latin typeface="Arial"/>
                <a:cs typeface="Arial"/>
              </a:rPr>
              <a:t>Indoor: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bottle,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chair,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dining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table,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potted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plant,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sofa,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tv/monitor</a:t>
            </a:r>
            <a:endParaRPr sz="2400">
              <a:latin typeface="Arial MT"/>
              <a:cs typeface="Arial MT"/>
            </a:endParaRPr>
          </a:p>
          <a:p>
            <a:pPr marL="252729" marR="5080" indent="-240665">
              <a:lnSpc>
                <a:spcPct val="100000"/>
              </a:lnSpc>
              <a:buChar char="•"/>
              <a:tabLst>
                <a:tab pos="252729" algn="l"/>
              </a:tabLst>
            </a:pPr>
            <a:r>
              <a:rPr sz="2400" dirty="0">
                <a:latin typeface="Arial MT"/>
                <a:cs typeface="Arial MT"/>
              </a:rPr>
              <a:t>Dataset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(by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2012):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11.5K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training/validation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images,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27K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bounding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boxes,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7K </a:t>
            </a:r>
            <a:r>
              <a:rPr sz="2400" spc="-10" dirty="0">
                <a:latin typeface="Arial MT"/>
                <a:cs typeface="Arial MT"/>
              </a:rPr>
              <a:t>segmentations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2602" y="6339840"/>
            <a:ext cx="44221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http://host.robots.ox.ac.uk/pascal/VOC/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14400"/>
            <a:ext cx="9125387" cy="14916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9564" y="6448843"/>
            <a:ext cx="1692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Lazebnik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8046" y="689037"/>
            <a:ext cx="5521325" cy="846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dirty="0"/>
              <a:t>Object</a:t>
            </a:r>
            <a:r>
              <a:rPr spc="-45" dirty="0"/>
              <a:t> </a:t>
            </a:r>
            <a:r>
              <a:rPr dirty="0"/>
              <a:t>detection</a:t>
            </a:r>
            <a:r>
              <a:rPr spc="-35" dirty="0"/>
              <a:t> </a:t>
            </a:r>
            <a:r>
              <a:rPr spc="-10" dirty="0"/>
              <a:t>progress</a:t>
            </a:r>
          </a:p>
          <a:p>
            <a:pPr marL="1440815">
              <a:lnSpc>
                <a:spcPts val="2030"/>
              </a:lnSpc>
            </a:pPr>
            <a:r>
              <a:rPr sz="1800" spc="-25" dirty="0"/>
              <a:t>PASCAL</a:t>
            </a:r>
            <a:r>
              <a:rPr sz="1800" spc="-85" dirty="0"/>
              <a:t> </a:t>
            </a:r>
            <a:r>
              <a:rPr sz="1800" spc="-25" dirty="0"/>
              <a:t>VOC</a:t>
            </a:r>
            <a:endParaRPr sz="1800"/>
          </a:p>
        </p:txBody>
      </p:sp>
      <p:grpSp>
        <p:nvGrpSpPr>
          <p:cNvPr id="4" name="object 4"/>
          <p:cNvGrpSpPr/>
          <p:nvPr/>
        </p:nvGrpSpPr>
        <p:grpSpPr>
          <a:xfrm>
            <a:off x="127745" y="1693337"/>
            <a:ext cx="8952865" cy="5032375"/>
            <a:chOff x="127745" y="1693337"/>
            <a:chExt cx="8952865" cy="5032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745" y="1693337"/>
              <a:ext cx="8952380" cy="50323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66138" y="3087188"/>
              <a:ext cx="4993005" cy="549275"/>
            </a:xfrm>
            <a:custGeom>
              <a:avLst/>
              <a:gdLst/>
              <a:ahLst/>
              <a:cxnLst/>
              <a:rect l="l" t="t" r="r" b="b"/>
              <a:pathLst>
                <a:path w="4993005" h="549275">
                  <a:moveTo>
                    <a:pt x="0" y="548699"/>
                  </a:moveTo>
                  <a:lnTo>
                    <a:pt x="1633" y="475766"/>
                  </a:lnTo>
                  <a:lnTo>
                    <a:pt x="6242" y="410230"/>
                  </a:lnTo>
                  <a:lnTo>
                    <a:pt x="13392" y="354705"/>
                  </a:lnTo>
                  <a:lnTo>
                    <a:pt x="22645" y="311806"/>
                  </a:lnTo>
                  <a:lnTo>
                    <a:pt x="45723" y="274349"/>
                  </a:lnTo>
                  <a:lnTo>
                    <a:pt x="2450726" y="274349"/>
                  </a:lnTo>
                  <a:lnTo>
                    <a:pt x="2462881" y="264549"/>
                  </a:lnTo>
                  <a:lnTo>
                    <a:pt x="2483057" y="193994"/>
                  </a:lnTo>
                  <a:lnTo>
                    <a:pt x="2490207" y="138469"/>
                  </a:lnTo>
                  <a:lnTo>
                    <a:pt x="2494816" y="72933"/>
                  </a:lnTo>
                  <a:lnTo>
                    <a:pt x="2496449" y="0"/>
                  </a:lnTo>
                  <a:lnTo>
                    <a:pt x="2498083" y="72933"/>
                  </a:lnTo>
                  <a:lnTo>
                    <a:pt x="2502692" y="138469"/>
                  </a:lnTo>
                  <a:lnTo>
                    <a:pt x="2509841" y="193994"/>
                  </a:lnTo>
                  <a:lnTo>
                    <a:pt x="2519095" y="236893"/>
                  </a:lnTo>
                  <a:lnTo>
                    <a:pt x="2542172" y="274349"/>
                  </a:lnTo>
                  <a:lnTo>
                    <a:pt x="4947176" y="274349"/>
                  </a:lnTo>
                  <a:lnTo>
                    <a:pt x="4970254" y="311806"/>
                  </a:lnTo>
                  <a:lnTo>
                    <a:pt x="4979507" y="354705"/>
                  </a:lnTo>
                  <a:lnTo>
                    <a:pt x="4986657" y="410230"/>
                  </a:lnTo>
                  <a:lnTo>
                    <a:pt x="4991266" y="475766"/>
                  </a:lnTo>
                  <a:lnTo>
                    <a:pt x="4992899" y="548699"/>
                  </a:lnTo>
                </a:path>
              </a:pathLst>
            </a:custGeom>
            <a:ln w="1904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09808" y="2731464"/>
            <a:ext cx="137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Before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CNNs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569238" y="3361449"/>
            <a:ext cx="2020570" cy="549275"/>
          </a:xfrm>
          <a:custGeom>
            <a:avLst/>
            <a:gdLst/>
            <a:ahLst/>
            <a:cxnLst/>
            <a:rect l="l" t="t" r="r" b="b"/>
            <a:pathLst>
              <a:path w="2020570" h="549275">
                <a:moveTo>
                  <a:pt x="2020499" y="0"/>
                </a:moveTo>
                <a:lnTo>
                  <a:pt x="2018866" y="72933"/>
                </a:lnTo>
                <a:lnTo>
                  <a:pt x="2014257" y="138469"/>
                </a:lnTo>
                <a:lnTo>
                  <a:pt x="2007107" y="193994"/>
                </a:lnTo>
                <a:lnTo>
                  <a:pt x="1997854" y="236893"/>
                </a:lnTo>
                <a:lnTo>
                  <a:pt x="1974776" y="274349"/>
                </a:lnTo>
                <a:lnTo>
                  <a:pt x="1055973" y="274349"/>
                </a:lnTo>
                <a:lnTo>
                  <a:pt x="1043818" y="284150"/>
                </a:lnTo>
                <a:lnTo>
                  <a:pt x="1023642" y="354705"/>
                </a:lnTo>
                <a:lnTo>
                  <a:pt x="1016492" y="410230"/>
                </a:lnTo>
                <a:lnTo>
                  <a:pt x="1011883" y="475766"/>
                </a:lnTo>
                <a:lnTo>
                  <a:pt x="1010249" y="548699"/>
                </a:lnTo>
                <a:lnTo>
                  <a:pt x="1008616" y="475766"/>
                </a:lnTo>
                <a:lnTo>
                  <a:pt x="1004007" y="410230"/>
                </a:lnTo>
                <a:lnTo>
                  <a:pt x="996857" y="354705"/>
                </a:lnTo>
                <a:lnTo>
                  <a:pt x="987604" y="311806"/>
                </a:lnTo>
                <a:lnTo>
                  <a:pt x="964526" y="274349"/>
                </a:lnTo>
                <a:lnTo>
                  <a:pt x="45723" y="274349"/>
                </a:lnTo>
                <a:lnTo>
                  <a:pt x="22645" y="236893"/>
                </a:lnTo>
                <a:lnTo>
                  <a:pt x="13392" y="193994"/>
                </a:lnTo>
                <a:lnTo>
                  <a:pt x="6242" y="138469"/>
                </a:lnTo>
                <a:lnTo>
                  <a:pt x="1633" y="72933"/>
                </a:lnTo>
                <a:lnTo>
                  <a:pt x="0" y="0"/>
                </a:lnTo>
              </a:path>
            </a:pathLst>
          </a:custGeom>
          <a:ln w="19049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700132" y="3856423"/>
            <a:ext cx="1282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CNNs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2762" y="6419088"/>
            <a:ext cx="15557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Source: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R.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Girshick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1DBD8FB-C70F-7179-B0B0-5356B9FF2EAB}"/>
                  </a:ext>
                </a:extLst>
              </p14:cNvPr>
              <p14:cNvContentPartPr/>
              <p14:nvPr/>
            </p14:nvContentPartPr>
            <p14:xfrm>
              <a:off x="5378040" y="363960"/>
              <a:ext cx="6598080" cy="6085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1DBD8FB-C70F-7179-B0B0-5356B9FF2E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8680" y="347760"/>
                <a:ext cx="6623640" cy="6118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9620" rIns="0" bIns="0" rtlCol="0">
            <a:spAutoFit/>
          </a:bodyPr>
          <a:lstStyle/>
          <a:p>
            <a:pPr marL="1626235">
              <a:lnSpc>
                <a:spcPct val="100000"/>
              </a:lnSpc>
              <a:spcBef>
                <a:spcPts val="100"/>
              </a:spcBef>
            </a:pPr>
            <a:r>
              <a:rPr dirty="0"/>
              <a:t>Region</a:t>
            </a:r>
            <a:r>
              <a:rPr spc="-155" dirty="0"/>
              <a:t> </a:t>
            </a:r>
            <a:r>
              <a:rPr spc="-10" dirty="0"/>
              <a:t>Proposals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534228" y="2651489"/>
            <a:ext cx="2233930" cy="894715"/>
            <a:chOff x="6534228" y="2651489"/>
            <a:chExt cx="2233930" cy="8947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3753" y="2661014"/>
              <a:ext cx="2214553" cy="8752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38990" y="2656252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8" y="0"/>
                  </a:lnTo>
                  <a:lnTo>
                    <a:pt x="2224078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041974" y="2647714"/>
            <a:ext cx="5372735" cy="4013200"/>
            <a:chOff x="1041974" y="2647714"/>
            <a:chExt cx="5372735" cy="40132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0074" y="2657239"/>
              <a:ext cx="5324776" cy="39935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75312" y="2652477"/>
              <a:ext cx="5334635" cy="4003675"/>
            </a:xfrm>
            <a:custGeom>
              <a:avLst/>
              <a:gdLst/>
              <a:ahLst/>
              <a:cxnLst/>
              <a:rect l="l" t="t" r="r" b="b"/>
              <a:pathLst>
                <a:path w="5334635" h="4003675">
                  <a:moveTo>
                    <a:pt x="0" y="0"/>
                  </a:moveTo>
                  <a:lnTo>
                    <a:pt x="5334301" y="0"/>
                  </a:lnTo>
                  <a:lnTo>
                    <a:pt x="5334301" y="4003106"/>
                  </a:lnTo>
                  <a:lnTo>
                    <a:pt x="0" y="400310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0074" y="3672645"/>
              <a:ext cx="5186045" cy="1627505"/>
            </a:xfrm>
            <a:custGeom>
              <a:avLst/>
              <a:gdLst/>
              <a:ahLst/>
              <a:cxnLst/>
              <a:rect l="l" t="t" r="r" b="b"/>
              <a:pathLst>
                <a:path w="5186045" h="1627504">
                  <a:moveTo>
                    <a:pt x="0" y="591756"/>
                  </a:moveTo>
                  <a:lnTo>
                    <a:pt x="2683079" y="591756"/>
                  </a:lnTo>
                  <a:lnTo>
                    <a:pt x="2683079" y="1627493"/>
                  </a:lnTo>
                  <a:lnTo>
                    <a:pt x="0" y="1627493"/>
                  </a:lnTo>
                  <a:lnTo>
                    <a:pt x="0" y="591756"/>
                  </a:lnTo>
                  <a:close/>
                </a:path>
                <a:path w="5186045" h="1627504">
                  <a:moveTo>
                    <a:pt x="3099186" y="0"/>
                  </a:moveTo>
                  <a:lnTo>
                    <a:pt x="5185974" y="0"/>
                  </a:lnTo>
                  <a:lnTo>
                    <a:pt x="5185974" y="1035737"/>
                  </a:lnTo>
                  <a:lnTo>
                    <a:pt x="3099186" y="1035737"/>
                  </a:lnTo>
                  <a:lnTo>
                    <a:pt x="3099186" y="0"/>
                  </a:lnTo>
                  <a:close/>
                </a:path>
              </a:pathLst>
            </a:custGeom>
            <a:ln w="76199"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534226" y="3662988"/>
            <a:ext cx="2233930" cy="894715"/>
            <a:chOff x="6534226" y="3662988"/>
            <a:chExt cx="2233930" cy="89471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43751" y="3672513"/>
              <a:ext cx="2214554" cy="87528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538989" y="3667750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534226" y="4698792"/>
            <a:ext cx="2233930" cy="894715"/>
            <a:chOff x="6534226" y="4698792"/>
            <a:chExt cx="2233930" cy="89471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43751" y="4708317"/>
              <a:ext cx="2214554" cy="87528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538989" y="4703554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534226" y="5765792"/>
            <a:ext cx="2233930" cy="894715"/>
            <a:chOff x="6534226" y="5765792"/>
            <a:chExt cx="2233930" cy="89471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43751" y="5775317"/>
              <a:ext cx="2214554" cy="87528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538989" y="5770554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90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887857" y="2651489"/>
            <a:ext cx="2233930" cy="894715"/>
            <a:chOff x="8887857" y="2651489"/>
            <a:chExt cx="2233930" cy="89471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97382" y="2661014"/>
              <a:ext cx="2214554" cy="87528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892619" y="2656252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887855" y="3662988"/>
            <a:ext cx="2233930" cy="894715"/>
            <a:chOff x="8887855" y="3662988"/>
            <a:chExt cx="2233930" cy="894715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97380" y="3672513"/>
              <a:ext cx="2214553" cy="87528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892618" y="3667750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8" y="0"/>
                  </a:lnTo>
                  <a:lnTo>
                    <a:pt x="2224078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887855" y="4698791"/>
            <a:ext cx="2233930" cy="894715"/>
            <a:chOff x="8887855" y="4698791"/>
            <a:chExt cx="2233930" cy="894715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97380" y="4708316"/>
              <a:ext cx="2214554" cy="87528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892617" y="4703553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89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887855" y="5763402"/>
            <a:ext cx="2233930" cy="894715"/>
            <a:chOff x="8887855" y="5763402"/>
            <a:chExt cx="2233930" cy="894715"/>
          </a:xfrm>
        </p:grpSpPr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97380" y="5772927"/>
              <a:ext cx="2214554" cy="87528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892617" y="5768164"/>
              <a:ext cx="2224405" cy="885190"/>
            </a:xfrm>
            <a:custGeom>
              <a:avLst/>
              <a:gdLst/>
              <a:ahLst/>
              <a:cxnLst/>
              <a:rect l="l" t="t" r="r" b="b"/>
              <a:pathLst>
                <a:path w="2224404" h="885190">
                  <a:moveTo>
                    <a:pt x="0" y="0"/>
                  </a:moveTo>
                  <a:lnTo>
                    <a:pt x="2224079" y="0"/>
                  </a:lnTo>
                  <a:lnTo>
                    <a:pt x="2224079" y="884807"/>
                  </a:lnTo>
                  <a:lnTo>
                    <a:pt x="0" y="884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51741" y="1547157"/>
            <a:ext cx="97434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0860" marR="5080" indent="-432879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Do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spend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filtering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all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boxes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covering grass?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9EAEBB4-1F84-967D-38A0-4D49AD87A201}"/>
                  </a:ext>
                </a:extLst>
              </p14:cNvPr>
              <p14:cNvContentPartPr/>
              <p14:nvPr/>
            </p14:nvContentPartPr>
            <p14:xfrm>
              <a:off x="1058400" y="137160"/>
              <a:ext cx="9265320" cy="6401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9EAEBB4-1F84-967D-38A0-4D49AD87A20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42200" y="120960"/>
                <a:ext cx="9297720" cy="6434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1030">
              <a:lnSpc>
                <a:spcPct val="100000"/>
              </a:lnSpc>
              <a:spcBef>
                <a:spcPts val="100"/>
              </a:spcBef>
            </a:pPr>
            <a:r>
              <a:rPr dirty="0"/>
              <a:t>Region</a:t>
            </a:r>
            <a:r>
              <a:rPr spc="-155" dirty="0"/>
              <a:t> </a:t>
            </a:r>
            <a:r>
              <a:rPr spc="-10" dirty="0"/>
              <a:t>Proposals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2747" y="3855842"/>
            <a:ext cx="10918190" cy="2015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225">
              <a:lnSpc>
                <a:spcPts val="3190"/>
              </a:lnSpc>
              <a:spcBef>
                <a:spcPts val="100"/>
              </a:spcBef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As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alternative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sliding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window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search,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evaluate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few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hundred</a:t>
            </a:r>
            <a:endParaRPr sz="2800">
              <a:latin typeface="Arial MT"/>
              <a:cs typeface="Arial MT"/>
            </a:endParaRPr>
          </a:p>
          <a:p>
            <a:pPr marL="416559">
              <a:lnSpc>
                <a:spcPts val="3190"/>
              </a:lnSpc>
            </a:pPr>
            <a:r>
              <a:rPr sz="2800" i="1" dirty="0">
                <a:latin typeface="Arial"/>
                <a:cs typeface="Arial"/>
              </a:rPr>
              <a:t>region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proposals</a:t>
            </a:r>
            <a:endParaRPr sz="2800">
              <a:latin typeface="Arial"/>
              <a:cs typeface="Arial"/>
            </a:endParaRPr>
          </a:p>
          <a:p>
            <a:pPr marL="815975" lvl="1" indent="-411480">
              <a:lnSpc>
                <a:spcPct val="100000"/>
              </a:lnSpc>
              <a:spcBef>
                <a:spcPts val="215"/>
              </a:spcBef>
              <a:buChar char="•"/>
              <a:tabLst>
                <a:tab pos="815975" algn="l"/>
              </a:tabLst>
            </a:pP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slower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powerful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features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classifiers</a:t>
            </a:r>
            <a:endParaRPr sz="2400">
              <a:latin typeface="Arial MT"/>
              <a:cs typeface="Arial MT"/>
            </a:endParaRPr>
          </a:p>
          <a:p>
            <a:pPr marL="815975" lvl="1" indent="-411480">
              <a:lnSpc>
                <a:spcPct val="100000"/>
              </a:lnSpc>
              <a:spcBef>
                <a:spcPts val="215"/>
              </a:spcBef>
              <a:buChar char="•"/>
              <a:tabLst>
                <a:tab pos="815975" algn="l"/>
              </a:tabLst>
            </a:pPr>
            <a:r>
              <a:rPr sz="2400" dirty="0">
                <a:latin typeface="Arial MT"/>
                <a:cs typeface="Arial MT"/>
              </a:rPr>
              <a:t>Proposal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mechanism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category-</a:t>
            </a:r>
            <a:r>
              <a:rPr sz="2400" spc="-10" dirty="0">
                <a:latin typeface="Arial MT"/>
                <a:cs typeface="Arial MT"/>
              </a:rPr>
              <a:t>independent</a:t>
            </a:r>
            <a:endParaRPr sz="2400">
              <a:latin typeface="Arial MT"/>
              <a:cs typeface="Arial MT"/>
            </a:endParaRPr>
          </a:p>
          <a:p>
            <a:pPr marL="815975" lvl="1" indent="-411480">
              <a:lnSpc>
                <a:spcPct val="100000"/>
              </a:lnSpc>
              <a:spcBef>
                <a:spcPts val="210"/>
              </a:spcBef>
              <a:buChar char="•"/>
              <a:tabLst>
                <a:tab pos="815975" algn="l"/>
              </a:tabLst>
            </a:pPr>
            <a:r>
              <a:rPr sz="2400" dirty="0">
                <a:latin typeface="Arial MT"/>
                <a:cs typeface="Arial MT"/>
              </a:rPr>
              <a:t>Proposal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mechanism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trained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870" y="1421822"/>
            <a:ext cx="8262039" cy="233795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9564" y="6448843"/>
            <a:ext cx="1692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Lazebnik</a:t>
            </a:r>
            <a:endParaRPr sz="1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1521B2E-C8C7-66F9-7556-9F8EBC38551D}"/>
                  </a:ext>
                </a:extLst>
              </p14:cNvPr>
              <p14:cNvContentPartPr/>
              <p14:nvPr/>
            </p14:nvContentPartPr>
            <p14:xfrm>
              <a:off x="1104480" y="207000"/>
              <a:ext cx="10214280" cy="5692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1521B2E-C8C7-66F9-7556-9F8EBC3855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8280" y="190800"/>
                <a:ext cx="10246680" cy="572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Segmentation</a:t>
            </a:r>
            <a:r>
              <a:rPr spc="-7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do</a:t>
            </a:r>
            <a:r>
              <a:rPr spc="-65" dirty="0"/>
              <a:t> </a:t>
            </a:r>
            <a:r>
              <a:rPr dirty="0"/>
              <a:t>selective</a:t>
            </a:r>
            <a:r>
              <a:rPr spc="-70" dirty="0"/>
              <a:t> </a:t>
            </a:r>
            <a:r>
              <a:rPr spc="-10" dirty="0"/>
              <a:t>search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85859" y="6428665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26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0500" y="1338687"/>
            <a:ext cx="8000999" cy="51530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5B608E9-75D7-29C1-BBD5-350948EDE927}"/>
                  </a:ext>
                </a:extLst>
              </p14:cNvPr>
              <p14:cNvContentPartPr/>
              <p14:nvPr/>
            </p14:nvContentPartPr>
            <p14:xfrm>
              <a:off x="149400" y="246240"/>
              <a:ext cx="11903760" cy="5921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5B608E9-75D7-29C1-BBD5-350948EDE9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200" y="230040"/>
                <a:ext cx="11936160" cy="595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81626" y="2027529"/>
            <a:ext cx="6340475" cy="4033520"/>
            <a:chOff x="1581626" y="2027529"/>
            <a:chExt cx="6340475" cy="4033520"/>
          </a:xfrm>
        </p:grpSpPr>
        <p:sp>
          <p:nvSpPr>
            <p:cNvPr id="4" name="object 4"/>
            <p:cNvSpPr/>
            <p:nvPr/>
          </p:nvSpPr>
          <p:spPr>
            <a:xfrm>
              <a:off x="3910992" y="3862904"/>
              <a:ext cx="1039494" cy="246379"/>
            </a:xfrm>
            <a:custGeom>
              <a:avLst/>
              <a:gdLst/>
              <a:ahLst/>
              <a:cxnLst/>
              <a:rect l="l" t="t" r="r" b="b"/>
              <a:pathLst>
                <a:path w="1039495" h="246379">
                  <a:moveTo>
                    <a:pt x="0" y="245999"/>
                  </a:moveTo>
                  <a:lnTo>
                    <a:pt x="227375" y="0"/>
                  </a:lnTo>
                  <a:lnTo>
                    <a:pt x="1039199" y="0"/>
                  </a:lnTo>
                  <a:lnTo>
                    <a:pt x="811824" y="245999"/>
                  </a:lnTo>
                  <a:lnTo>
                    <a:pt x="0" y="245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7976" y="4484153"/>
              <a:ext cx="6327599" cy="15701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87976" y="4484152"/>
              <a:ext cx="6327775" cy="1570355"/>
            </a:xfrm>
            <a:custGeom>
              <a:avLst/>
              <a:gdLst/>
              <a:ahLst/>
              <a:cxnLst/>
              <a:rect l="l" t="t" r="r" b="b"/>
              <a:pathLst>
                <a:path w="6327775" h="1570354">
                  <a:moveTo>
                    <a:pt x="0" y="1570199"/>
                  </a:moveTo>
                  <a:lnTo>
                    <a:pt x="1451319" y="0"/>
                  </a:lnTo>
                  <a:lnTo>
                    <a:pt x="6327599" y="0"/>
                  </a:lnTo>
                  <a:lnTo>
                    <a:pt x="4876279" y="1570199"/>
                  </a:lnTo>
                  <a:lnTo>
                    <a:pt x="0" y="15701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82363" y="4568146"/>
              <a:ext cx="3200400" cy="1006475"/>
            </a:xfrm>
            <a:custGeom>
              <a:avLst/>
              <a:gdLst/>
              <a:ahLst/>
              <a:cxnLst/>
              <a:rect l="l" t="t" r="r" b="b"/>
              <a:pathLst>
                <a:path w="3200400" h="1006475">
                  <a:moveTo>
                    <a:pt x="2270379" y="1006199"/>
                  </a:moveTo>
                  <a:lnTo>
                    <a:pt x="0" y="1006199"/>
                  </a:lnTo>
                  <a:lnTo>
                    <a:pt x="930020" y="0"/>
                  </a:lnTo>
                  <a:lnTo>
                    <a:pt x="3200399" y="0"/>
                  </a:lnTo>
                  <a:lnTo>
                    <a:pt x="2270379" y="1006199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82363" y="4568146"/>
              <a:ext cx="3200400" cy="1006475"/>
            </a:xfrm>
            <a:custGeom>
              <a:avLst/>
              <a:gdLst/>
              <a:ahLst/>
              <a:cxnLst/>
              <a:rect l="l" t="t" r="r" b="b"/>
              <a:pathLst>
                <a:path w="3200400" h="1006475">
                  <a:moveTo>
                    <a:pt x="0" y="1006199"/>
                  </a:moveTo>
                  <a:lnTo>
                    <a:pt x="930020" y="0"/>
                  </a:lnTo>
                  <a:lnTo>
                    <a:pt x="3200399" y="0"/>
                  </a:lnTo>
                  <a:lnTo>
                    <a:pt x="2270379" y="1006199"/>
                  </a:lnTo>
                  <a:lnTo>
                    <a:pt x="0" y="10061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82876" y="4586644"/>
              <a:ext cx="1534160" cy="415290"/>
            </a:xfrm>
            <a:custGeom>
              <a:avLst/>
              <a:gdLst/>
              <a:ahLst/>
              <a:cxnLst/>
              <a:rect l="l" t="t" r="r" b="b"/>
              <a:pathLst>
                <a:path w="1534159" h="415289">
                  <a:moveTo>
                    <a:pt x="1150134" y="415199"/>
                  </a:moveTo>
                  <a:lnTo>
                    <a:pt x="0" y="415199"/>
                  </a:lnTo>
                  <a:lnTo>
                    <a:pt x="383764" y="0"/>
                  </a:lnTo>
                  <a:lnTo>
                    <a:pt x="1533899" y="0"/>
                  </a:lnTo>
                  <a:lnTo>
                    <a:pt x="1150134" y="415199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82876" y="4586644"/>
              <a:ext cx="1534160" cy="415290"/>
            </a:xfrm>
            <a:custGeom>
              <a:avLst/>
              <a:gdLst/>
              <a:ahLst/>
              <a:cxnLst/>
              <a:rect l="l" t="t" r="r" b="b"/>
              <a:pathLst>
                <a:path w="1534159" h="415289">
                  <a:moveTo>
                    <a:pt x="0" y="415199"/>
                  </a:moveTo>
                  <a:lnTo>
                    <a:pt x="383764" y="0"/>
                  </a:lnTo>
                  <a:lnTo>
                    <a:pt x="1533899" y="0"/>
                  </a:lnTo>
                  <a:lnTo>
                    <a:pt x="1150134" y="415199"/>
                  </a:lnTo>
                  <a:lnTo>
                    <a:pt x="0" y="4151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78409" y="5388277"/>
              <a:ext cx="1489075" cy="646430"/>
            </a:xfrm>
            <a:custGeom>
              <a:avLst/>
              <a:gdLst/>
              <a:ahLst/>
              <a:cxnLst/>
              <a:rect l="l" t="t" r="r" b="b"/>
              <a:pathLst>
                <a:path w="1489075" h="646429">
                  <a:moveTo>
                    <a:pt x="891901" y="645899"/>
                  </a:moveTo>
                  <a:lnTo>
                    <a:pt x="0" y="645899"/>
                  </a:lnTo>
                  <a:lnTo>
                    <a:pt x="596998" y="0"/>
                  </a:lnTo>
                  <a:lnTo>
                    <a:pt x="1488899" y="0"/>
                  </a:lnTo>
                  <a:lnTo>
                    <a:pt x="891901" y="645899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78409" y="5388277"/>
              <a:ext cx="1489075" cy="646430"/>
            </a:xfrm>
            <a:custGeom>
              <a:avLst/>
              <a:gdLst/>
              <a:ahLst/>
              <a:cxnLst/>
              <a:rect l="l" t="t" r="r" b="b"/>
              <a:pathLst>
                <a:path w="1489075" h="646429">
                  <a:moveTo>
                    <a:pt x="0" y="645899"/>
                  </a:moveTo>
                  <a:lnTo>
                    <a:pt x="596998" y="0"/>
                  </a:lnTo>
                  <a:lnTo>
                    <a:pt x="1488899" y="0"/>
                  </a:lnTo>
                  <a:lnTo>
                    <a:pt x="891901" y="645899"/>
                  </a:lnTo>
                  <a:lnTo>
                    <a:pt x="0" y="6458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53865" y="2033879"/>
              <a:ext cx="414655" cy="1657985"/>
            </a:xfrm>
            <a:custGeom>
              <a:avLst/>
              <a:gdLst/>
              <a:ahLst/>
              <a:cxnLst/>
              <a:rect l="l" t="t" r="r" b="b"/>
              <a:pathLst>
                <a:path w="414654" h="1657985">
                  <a:moveTo>
                    <a:pt x="0" y="1657799"/>
                  </a:moveTo>
                  <a:lnTo>
                    <a:pt x="0" y="414449"/>
                  </a:lnTo>
                  <a:lnTo>
                    <a:pt x="414449" y="0"/>
                  </a:lnTo>
                  <a:lnTo>
                    <a:pt x="414449" y="1243349"/>
                  </a:lnTo>
                  <a:lnTo>
                    <a:pt x="0" y="1657799"/>
                  </a:lnTo>
                  <a:close/>
                </a:path>
              </a:pathLst>
            </a:custGeom>
            <a:solidFill>
              <a:srgbClr val="CBCBCB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5116" y="2033879"/>
              <a:ext cx="1843405" cy="414655"/>
            </a:xfrm>
            <a:custGeom>
              <a:avLst/>
              <a:gdLst/>
              <a:ahLst/>
              <a:cxnLst/>
              <a:rect l="l" t="t" r="r" b="b"/>
              <a:pathLst>
                <a:path w="1843404" h="414655">
                  <a:moveTo>
                    <a:pt x="1428749" y="414449"/>
                  </a:moveTo>
                  <a:lnTo>
                    <a:pt x="0" y="414449"/>
                  </a:lnTo>
                  <a:lnTo>
                    <a:pt x="414449" y="0"/>
                  </a:lnTo>
                  <a:lnTo>
                    <a:pt x="1843199" y="0"/>
                  </a:lnTo>
                  <a:lnTo>
                    <a:pt x="1428749" y="414449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25116" y="2033879"/>
              <a:ext cx="1843405" cy="1657985"/>
            </a:xfrm>
            <a:custGeom>
              <a:avLst/>
              <a:gdLst/>
              <a:ahLst/>
              <a:cxnLst/>
              <a:rect l="l" t="t" r="r" b="b"/>
              <a:pathLst>
                <a:path w="1843404" h="1657985">
                  <a:moveTo>
                    <a:pt x="0" y="414449"/>
                  </a:moveTo>
                  <a:lnTo>
                    <a:pt x="414449" y="0"/>
                  </a:lnTo>
                  <a:lnTo>
                    <a:pt x="1843199" y="0"/>
                  </a:lnTo>
                  <a:lnTo>
                    <a:pt x="1843199" y="1243349"/>
                  </a:lnTo>
                  <a:lnTo>
                    <a:pt x="1428749" y="1657799"/>
                  </a:lnTo>
                  <a:lnTo>
                    <a:pt x="0" y="1657799"/>
                  </a:lnTo>
                  <a:lnTo>
                    <a:pt x="0" y="414449"/>
                  </a:lnTo>
                  <a:close/>
                </a:path>
                <a:path w="1843404" h="1657985">
                  <a:moveTo>
                    <a:pt x="0" y="414449"/>
                  </a:moveTo>
                  <a:lnTo>
                    <a:pt x="1428749" y="414449"/>
                  </a:lnTo>
                  <a:lnTo>
                    <a:pt x="1843199" y="0"/>
                  </a:lnTo>
                </a:path>
                <a:path w="1843404" h="1657985">
                  <a:moveTo>
                    <a:pt x="1428749" y="414449"/>
                  </a:moveTo>
                  <a:lnTo>
                    <a:pt x="1428749" y="16577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659638" y="80162"/>
            <a:ext cx="907224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R-</a:t>
            </a:r>
            <a:r>
              <a:rPr dirty="0"/>
              <a:t>CNN:</a:t>
            </a:r>
            <a:r>
              <a:rPr spc="-80" dirty="0"/>
              <a:t> </a:t>
            </a:r>
            <a:r>
              <a:rPr dirty="0"/>
              <a:t>Region</a:t>
            </a:r>
            <a:r>
              <a:rPr spc="-75" dirty="0"/>
              <a:t> </a:t>
            </a:r>
            <a:r>
              <a:rPr dirty="0"/>
              <a:t>proposals</a:t>
            </a:r>
            <a:r>
              <a:rPr spc="-75" dirty="0"/>
              <a:t> </a:t>
            </a:r>
            <a:r>
              <a:rPr dirty="0"/>
              <a:t>+</a:t>
            </a:r>
            <a:r>
              <a:rPr spc="-80" dirty="0"/>
              <a:t> </a:t>
            </a:r>
            <a:r>
              <a:rPr dirty="0"/>
              <a:t>CNN</a:t>
            </a:r>
            <a:r>
              <a:rPr spc="-7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131599" y="2927256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01591" y="1657695"/>
            <a:ext cx="1856105" cy="1670685"/>
            <a:chOff x="6001591" y="1657695"/>
            <a:chExt cx="1856105" cy="1670685"/>
          </a:xfrm>
        </p:grpSpPr>
        <p:sp>
          <p:nvSpPr>
            <p:cNvPr id="19" name="object 19"/>
            <p:cNvSpPr/>
            <p:nvPr/>
          </p:nvSpPr>
          <p:spPr>
            <a:xfrm>
              <a:off x="7436690" y="1664045"/>
              <a:ext cx="414655" cy="1657985"/>
            </a:xfrm>
            <a:custGeom>
              <a:avLst/>
              <a:gdLst/>
              <a:ahLst/>
              <a:cxnLst/>
              <a:rect l="l" t="t" r="r" b="b"/>
              <a:pathLst>
                <a:path w="414654" h="1657985">
                  <a:moveTo>
                    <a:pt x="0" y="1657799"/>
                  </a:moveTo>
                  <a:lnTo>
                    <a:pt x="0" y="414449"/>
                  </a:lnTo>
                  <a:lnTo>
                    <a:pt x="414449" y="0"/>
                  </a:lnTo>
                  <a:lnTo>
                    <a:pt x="414449" y="1243349"/>
                  </a:lnTo>
                  <a:lnTo>
                    <a:pt x="0" y="1657799"/>
                  </a:lnTo>
                  <a:close/>
                </a:path>
              </a:pathLst>
            </a:custGeom>
            <a:solidFill>
              <a:srgbClr val="CBCBCB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07941" y="1664045"/>
              <a:ext cx="1843405" cy="414655"/>
            </a:xfrm>
            <a:custGeom>
              <a:avLst/>
              <a:gdLst/>
              <a:ahLst/>
              <a:cxnLst/>
              <a:rect l="l" t="t" r="r" b="b"/>
              <a:pathLst>
                <a:path w="1843404" h="414655">
                  <a:moveTo>
                    <a:pt x="1428749" y="414449"/>
                  </a:moveTo>
                  <a:lnTo>
                    <a:pt x="0" y="414449"/>
                  </a:lnTo>
                  <a:lnTo>
                    <a:pt x="414449" y="0"/>
                  </a:lnTo>
                  <a:lnTo>
                    <a:pt x="1843199" y="0"/>
                  </a:lnTo>
                  <a:lnTo>
                    <a:pt x="1428749" y="414449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07941" y="1664045"/>
              <a:ext cx="1843405" cy="1657985"/>
            </a:xfrm>
            <a:custGeom>
              <a:avLst/>
              <a:gdLst/>
              <a:ahLst/>
              <a:cxnLst/>
              <a:rect l="l" t="t" r="r" b="b"/>
              <a:pathLst>
                <a:path w="1843404" h="1657985">
                  <a:moveTo>
                    <a:pt x="0" y="414449"/>
                  </a:moveTo>
                  <a:lnTo>
                    <a:pt x="414449" y="0"/>
                  </a:lnTo>
                  <a:lnTo>
                    <a:pt x="1843199" y="0"/>
                  </a:lnTo>
                  <a:lnTo>
                    <a:pt x="1843199" y="1243349"/>
                  </a:lnTo>
                  <a:lnTo>
                    <a:pt x="1428749" y="1657799"/>
                  </a:lnTo>
                  <a:lnTo>
                    <a:pt x="0" y="1657799"/>
                  </a:lnTo>
                  <a:lnTo>
                    <a:pt x="0" y="414449"/>
                  </a:lnTo>
                  <a:close/>
                </a:path>
                <a:path w="1843404" h="1657985">
                  <a:moveTo>
                    <a:pt x="0" y="414449"/>
                  </a:moveTo>
                  <a:lnTo>
                    <a:pt x="1428749" y="414449"/>
                  </a:lnTo>
                  <a:lnTo>
                    <a:pt x="1843199" y="0"/>
                  </a:lnTo>
                </a:path>
                <a:path w="1843404" h="1657985">
                  <a:moveTo>
                    <a:pt x="1428749" y="414449"/>
                  </a:moveTo>
                  <a:lnTo>
                    <a:pt x="1428749" y="16577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314424" y="2557422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03326" y="2541178"/>
            <a:ext cx="1856105" cy="1670685"/>
            <a:chOff x="1803326" y="2541178"/>
            <a:chExt cx="1856105" cy="1670685"/>
          </a:xfrm>
        </p:grpSpPr>
        <p:sp>
          <p:nvSpPr>
            <p:cNvPr id="24" name="object 24"/>
            <p:cNvSpPr/>
            <p:nvPr/>
          </p:nvSpPr>
          <p:spPr>
            <a:xfrm>
              <a:off x="3238426" y="2547528"/>
              <a:ext cx="414655" cy="1657985"/>
            </a:xfrm>
            <a:custGeom>
              <a:avLst/>
              <a:gdLst/>
              <a:ahLst/>
              <a:cxnLst/>
              <a:rect l="l" t="t" r="r" b="b"/>
              <a:pathLst>
                <a:path w="414654" h="1657985">
                  <a:moveTo>
                    <a:pt x="0" y="1657799"/>
                  </a:moveTo>
                  <a:lnTo>
                    <a:pt x="0" y="414449"/>
                  </a:lnTo>
                  <a:lnTo>
                    <a:pt x="414449" y="0"/>
                  </a:lnTo>
                  <a:lnTo>
                    <a:pt x="414449" y="1243349"/>
                  </a:lnTo>
                  <a:lnTo>
                    <a:pt x="0" y="1657799"/>
                  </a:lnTo>
                  <a:close/>
                </a:path>
              </a:pathLst>
            </a:custGeom>
            <a:solidFill>
              <a:srgbClr val="CBCBCB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09676" y="2547528"/>
              <a:ext cx="1843405" cy="414655"/>
            </a:xfrm>
            <a:custGeom>
              <a:avLst/>
              <a:gdLst/>
              <a:ahLst/>
              <a:cxnLst/>
              <a:rect l="l" t="t" r="r" b="b"/>
              <a:pathLst>
                <a:path w="1843404" h="414655">
                  <a:moveTo>
                    <a:pt x="1428749" y="414449"/>
                  </a:moveTo>
                  <a:lnTo>
                    <a:pt x="0" y="414449"/>
                  </a:lnTo>
                  <a:lnTo>
                    <a:pt x="414449" y="0"/>
                  </a:lnTo>
                  <a:lnTo>
                    <a:pt x="1843199" y="0"/>
                  </a:lnTo>
                  <a:lnTo>
                    <a:pt x="1428749" y="414449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09676" y="2547528"/>
              <a:ext cx="1843405" cy="1657985"/>
            </a:xfrm>
            <a:custGeom>
              <a:avLst/>
              <a:gdLst/>
              <a:ahLst/>
              <a:cxnLst/>
              <a:rect l="l" t="t" r="r" b="b"/>
              <a:pathLst>
                <a:path w="1843404" h="1657985">
                  <a:moveTo>
                    <a:pt x="0" y="414449"/>
                  </a:moveTo>
                  <a:lnTo>
                    <a:pt x="414449" y="0"/>
                  </a:lnTo>
                  <a:lnTo>
                    <a:pt x="1843199" y="0"/>
                  </a:lnTo>
                  <a:lnTo>
                    <a:pt x="1843199" y="1243349"/>
                  </a:lnTo>
                  <a:lnTo>
                    <a:pt x="1428749" y="1657799"/>
                  </a:lnTo>
                  <a:lnTo>
                    <a:pt x="0" y="1657799"/>
                  </a:lnTo>
                  <a:lnTo>
                    <a:pt x="0" y="414449"/>
                  </a:lnTo>
                  <a:close/>
                </a:path>
                <a:path w="1843404" h="1657985">
                  <a:moveTo>
                    <a:pt x="0" y="414449"/>
                  </a:moveTo>
                  <a:lnTo>
                    <a:pt x="1428749" y="414449"/>
                  </a:lnTo>
                  <a:lnTo>
                    <a:pt x="1843199" y="0"/>
                  </a:lnTo>
                </a:path>
                <a:path w="1843404" h="1657985">
                  <a:moveTo>
                    <a:pt x="1428749" y="414449"/>
                  </a:moveTo>
                  <a:lnTo>
                    <a:pt x="1428749" y="16577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116160" y="3440906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109244" y="1566263"/>
            <a:ext cx="6075045" cy="4258945"/>
            <a:chOff x="2109244" y="1566263"/>
            <a:chExt cx="6075045" cy="4258945"/>
          </a:xfrm>
        </p:grpSpPr>
        <p:sp>
          <p:nvSpPr>
            <p:cNvPr id="29" name="object 29"/>
            <p:cNvSpPr/>
            <p:nvPr/>
          </p:nvSpPr>
          <p:spPr>
            <a:xfrm>
              <a:off x="6284510" y="3550517"/>
              <a:ext cx="1039494" cy="246379"/>
            </a:xfrm>
            <a:custGeom>
              <a:avLst/>
              <a:gdLst/>
              <a:ahLst/>
              <a:cxnLst/>
              <a:rect l="l" t="t" r="r" b="b"/>
              <a:pathLst>
                <a:path w="1039495" h="246379">
                  <a:moveTo>
                    <a:pt x="0" y="245999"/>
                  </a:moveTo>
                  <a:lnTo>
                    <a:pt x="227375" y="0"/>
                  </a:lnTo>
                  <a:lnTo>
                    <a:pt x="1039199" y="0"/>
                  </a:lnTo>
                  <a:lnTo>
                    <a:pt x="811824" y="245999"/>
                  </a:lnTo>
                  <a:lnTo>
                    <a:pt x="0" y="245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15594" y="4451267"/>
              <a:ext cx="1039494" cy="246379"/>
            </a:xfrm>
            <a:custGeom>
              <a:avLst/>
              <a:gdLst/>
              <a:ahLst/>
              <a:cxnLst/>
              <a:rect l="l" t="t" r="r" b="b"/>
              <a:pathLst>
                <a:path w="1039494" h="246379">
                  <a:moveTo>
                    <a:pt x="811824" y="245999"/>
                  </a:moveTo>
                  <a:lnTo>
                    <a:pt x="0" y="245999"/>
                  </a:lnTo>
                  <a:lnTo>
                    <a:pt x="227375" y="0"/>
                  </a:lnTo>
                  <a:lnTo>
                    <a:pt x="1039199" y="0"/>
                  </a:lnTo>
                  <a:lnTo>
                    <a:pt x="811824" y="245999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15594" y="4451267"/>
              <a:ext cx="1039494" cy="246379"/>
            </a:xfrm>
            <a:custGeom>
              <a:avLst/>
              <a:gdLst/>
              <a:ahLst/>
              <a:cxnLst/>
              <a:rect l="l" t="t" r="r" b="b"/>
              <a:pathLst>
                <a:path w="1039494" h="246379">
                  <a:moveTo>
                    <a:pt x="0" y="245999"/>
                  </a:moveTo>
                  <a:lnTo>
                    <a:pt x="227375" y="0"/>
                  </a:lnTo>
                  <a:lnTo>
                    <a:pt x="1039199" y="0"/>
                  </a:lnTo>
                  <a:lnTo>
                    <a:pt x="811824" y="245999"/>
                  </a:lnTo>
                  <a:lnTo>
                    <a:pt x="0" y="245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00811" y="2431709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4" h="302260">
                  <a:moveTo>
                    <a:pt x="242324" y="301799"/>
                  </a:move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00811" y="2431709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4" h="302260">
                  <a:moveTo>
                    <a:pt x="0" y="150899"/>
                  </a:move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07147" y="1942447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4" h="302260">
                  <a:moveTo>
                    <a:pt x="242324" y="301799"/>
                  </a:move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07147" y="1942447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4" h="302260">
                  <a:moveTo>
                    <a:pt x="0" y="150899"/>
                  </a:move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25195" y="1572613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5" h="302260">
                  <a:moveTo>
                    <a:pt x="242324" y="301799"/>
                  </a:move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25195" y="1572613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5" h="302260">
                  <a:moveTo>
                    <a:pt x="0" y="150899"/>
                  </a:move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79266" y="4730209"/>
              <a:ext cx="323215" cy="995044"/>
            </a:xfrm>
            <a:custGeom>
              <a:avLst/>
              <a:gdLst/>
              <a:ahLst/>
              <a:cxnLst/>
              <a:rect l="l" t="t" r="r" b="b"/>
              <a:pathLst>
                <a:path w="323214" h="995045">
                  <a:moveTo>
                    <a:pt x="242324" y="994499"/>
                  </a:moveTo>
                  <a:lnTo>
                    <a:pt x="80774" y="994499"/>
                  </a:lnTo>
                  <a:lnTo>
                    <a:pt x="80774" y="161549"/>
                  </a:lnTo>
                  <a:lnTo>
                    <a:pt x="0" y="161549"/>
                  </a:lnTo>
                  <a:lnTo>
                    <a:pt x="161549" y="0"/>
                  </a:lnTo>
                  <a:lnTo>
                    <a:pt x="323099" y="161549"/>
                  </a:lnTo>
                  <a:lnTo>
                    <a:pt x="242324" y="161549"/>
                  </a:lnTo>
                  <a:lnTo>
                    <a:pt x="242324" y="9944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79266" y="4730209"/>
              <a:ext cx="323215" cy="995044"/>
            </a:xfrm>
            <a:custGeom>
              <a:avLst/>
              <a:gdLst/>
              <a:ahLst/>
              <a:cxnLst/>
              <a:rect l="l" t="t" r="r" b="b"/>
              <a:pathLst>
                <a:path w="323214" h="995045">
                  <a:moveTo>
                    <a:pt x="0" y="161549"/>
                  </a:moveTo>
                  <a:lnTo>
                    <a:pt x="161549" y="0"/>
                  </a:lnTo>
                  <a:lnTo>
                    <a:pt x="323099" y="161549"/>
                  </a:lnTo>
                  <a:lnTo>
                    <a:pt x="242324" y="161549"/>
                  </a:lnTo>
                  <a:lnTo>
                    <a:pt x="242324" y="994499"/>
                  </a:lnTo>
                  <a:lnTo>
                    <a:pt x="80774" y="994499"/>
                  </a:lnTo>
                  <a:lnTo>
                    <a:pt x="80774" y="161549"/>
                  </a:lnTo>
                  <a:lnTo>
                    <a:pt x="0" y="16154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80030" y="4231203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4" h="302260">
                  <a:moveTo>
                    <a:pt x="242324" y="301799"/>
                  </a:move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0030" y="4231203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4" h="302260">
                  <a:moveTo>
                    <a:pt x="0" y="150899"/>
                  </a:move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269071" y="4177923"/>
              <a:ext cx="323215" cy="995044"/>
            </a:xfrm>
            <a:custGeom>
              <a:avLst/>
              <a:gdLst/>
              <a:ahLst/>
              <a:cxnLst/>
              <a:rect l="l" t="t" r="r" b="b"/>
              <a:pathLst>
                <a:path w="323214" h="995045">
                  <a:moveTo>
                    <a:pt x="242324" y="994499"/>
                  </a:moveTo>
                  <a:lnTo>
                    <a:pt x="80774" y="994499"/>
                  </a:lnTo>
                  <a:lnTo>
                    <a:pt x="80774" y="161549"/>
                  </a:lnTo>
                  <a:lnTo>
                    <a:pt x="0" y="161549"/>
                  </a:lnTo>
                  <a:lnTo>
                    <a:pt x="161549" y="0"/>
                  </a:lnTo>
                  <a:lnTo>
                    <a:pt x="323099" y="161549"/>
                  </a:lnTo>
                  <a:lnTo>
                    <a:pt x="242324" y="161549"/>
                  </a:lnTo>
                  <a:lnTo>
                    <a:pt x="242324" y="9944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69071" y="4177923"/>
              <a:ext cx="323215" cy="995044"/>
            </a:xfrm>
            <a:custGeom>
              <a:avLst/>
              <a:gdLst/>
              <a:ahLst/>
              <a:cxnLst/>
              <a:rect l="l" t="t" r="r" b="b"/>
              <a:pathLst>
                <a:path w="323214" h="995045">
                  <a:moveTo>
                    <a:pt x="0" y="161549"/>
                  </a:moveTo>
                  <a:lnTo>
                    <a:pt x="161549" y="0"/>
                  </a:lnTo>
                  <a:lnTo>
                    <a:pt x="323099" y="161549"/>
                  </a:lnTo>
                  <a:lnTo>
                    <a:pt x="242324" y="161549"/>
                  </a:lnTo>
                  <a:lnTo>
                    <a:pt x="242324" y="994499"/>
                  </a:lnTo>
                  <a:lnTo>
                    <a:pt x="80774" y="994499"/>
                  </a:lnTo>
                  <a:lnTo>
                    <a:pt x="80774" y="161549"/>
                  </a:lnTo>
                  <a:lnTo>
                    <a:pt x="0" y="16154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69071" y="3714470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4" h="302260">
                  <a:moveTo>
                    <a:pt x="242324" y="301799"/>
                  </a:move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269071" y="3714470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4" h="302260">
                  <a:moveTo>
                    <a:pt x="0" y="150899"/>
                  </a:move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93942" y="3833795"/>
              <a:ext cx="323215" cy="995044"/>
            </a:xfrm>
            <a:custGeom>
              <a:avLst/>
              <a:gdLst/>
              <a:ahLst/>
              <a:cxnLst/>
              <a:rect l="l" t="t" r="r" b="b"/>
              <a:pathLst>
                <a:path w="323215" h="995045">
                  <a:moveTo>
                    <a:pt x="242324" y="994499"/>
                  </a:moveTo>
                  <a:lnTo>
                    <a:pt x="80774" y="994499"/>
                  </a:lnTo>
                  <a:lnTo>
                    <a:pt x="80774" y="161549"/>
                  </a:lnTo>
                  <a:lnTo>
                    <a:pt x="0" y="161549"/>
                  </a:lnTo>
                  <a:lnTo>
                    <a:pt x="161549" y="0"/>
                  </a:lnTo>
                  <a:lnTo>
                    <a:pt x="323099" y="161549"/>
                  </a:lnTo>
                  <a:lnTo>
                    <a:pt x="242324" y="161549"/>
                  </a:lnTo>
                  <a:lnTo>
                    <a:pt x="242324" y="9944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593942" y="3833795"/>
              <a:ext cx="323215" cy="995044"/>
            </a:xfrm>
            <a:custGeom>
              <a:avLst/>
              <a:gdLst/>
              <a:ahLst/>
              <a:cxnLst/>
              <a:rect l="l" t="t" r="r" b="b"/>
              <a:pathLst>
                <a:path w="323215" h="995045">
                  <a:moveTo>
                    <a:pt x="0" y="161549"/>
                  </a:moveTo>
                  <a:lnTo>
                    <a:pt x="161549" y="0"/>
                  </a:lnTo>
                  <a:lnTo>
                    <a:pt x="323099" y="161549"/>
                  </a:lnTo>
                  <a:lnTo>
                    <a:pt x="242324" y="161549"/>
                  </a:lnTo>
                  <a:lnTo>
                    <a:pt x="242324" y="994499"/>
                  </a:lnTo>
                  <a:lnTo>
                    <a:pt x="80774" y="994499"/>
                  </a:lnTo>
                  <a:lnTo>
                    <a:pt x="80774" y="161549"/>
                  </a:lnTo>
                  <a:lnTo>
                    <a:pt x="0" y="16154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93942" y="3357742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5" h="302260">
                  <a:moveTo>
                    <a:pt x="242324" y="301799"/>
                  </a:move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593942" y="3357742"/>
              <a:ext cx="323215" cy="302260"/>
            </a:xfrm>
            <a:custGeom>
              <a:avLst/>
              <a:gdLst/>
              <a:ahLst/>
              <a:cxnLst/>
              <a:rect l="l" t="t" r="r" b="b"/>
              <a:pathLst>
                <a:path w="323215" h="302260">
                  <a:moveTo>
                    <a:pt x="0" y="150899"/>
                  </a:moveTo>
                  <a:lnTo>
                    <a:pt x="161549" y="0"/>
                  </a:lnTo>
                  <a:lnTo>
                    <a:pt x="323099" y="150899"/>
                  </a:lnTo>
                  <a:lnTo>
                    <a:pt x="242324" y="150899"/>
                  </a:lnTo>
                  <a:lnTo>
                    <a:pt x="242324" y="301799"/>
                  </a:lnTo>
                  <a:lnTo>
                    <a:pt x="80774" y="301799"/>
                  </a:lnTo>
                  <a:lnTo>
                    <a:pt x="80774" y="150899"/>
                  </a:lnTo>
                  <a:lnTo>
                    <a:pt x="0" y="1508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74419" y="4730209"/>
              <a:ext cx="1100455" cy="0"/>
            </a:xfrm>
            <a:custGeom>
              <a:avLst/>
              <a:gdLst/>
              <a:ahLst/>
              <a:cxnLst/>
              <a:rect l="l" t="t" r="r" b="b"/>
              <a:pathLst>
                <a:path w="1100454">
                  <a:moveTo>
                    <a:pt x="11000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4BAB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8444" y="4689218"/>
              <a:ext cx="105500" cy="81981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751719" y="4730209"/>
              <a:ext cx="3423285" cy="381635"/>
            </a:xfrm>
            <a:custGeom>
              <a:avLst/>
              <a:gdLst/>
              <a:ahLst/>
              <a:cxnLst/>
              <a:rect l="l" t="t" r="r" b="b"/>
              <a:pathLst>
                <a:path w="3423284" h="381635">
                  <a:moveTo>
                    <a:pt x="3422802" y="0"/>
                  </a:moveTo>
                  <a:lnTo>
                    <a:pt x="0" y="381537"/>
                  </a:lnTo>
                </a:path>
              </a:pathLst>
            </a:custGeom>
            <a:ln w="19049">
              <a:solidFill>
                <a:srgbClr val="4BAB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56275" y="5070949"/>
              <a:ext cx="108454" cy="8159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588281" y="4737988"/>
              <a:ext cx="5541010" cy="1047115"/>
            </a:xfrm>
            <a:custGeom>
              <a:avLst/>
              <a:gdLst/>
              <a:ahLst/>
              <a:cxnLst/>
              <a:rect l="l" t="t" r="r" b="b"/>
              <a:pathLst>
                <a:path w="5541009" h="1047114">
                  <a:moveTo>
                    <a:pt x="5540586" y="0"/>
                  </a:moveTo>
                  <a:lnTo>
                    <a:pt x="0" y="1046780"/>
                  </a:lnTo>
                </a:path>
              </a:pathLst>
            </a:custGeom>
            <a:ln w="19049">
              <a:solidFill>
                <a:srgbClr val="4BAB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93808" y="5744324"/>
              <a:ext cx="109839" cy="80886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2190731" y="2033879"/>
            <a:ext cx="975994" cy="339090"/>
          </a:xfrm>
          <a:prstGeom prst="rect">
            <a:avLst/>
          </a:prstGeom>
          <a:ln w="19049">
            <a:solidFill>
              <a:srgbClr val="8064A2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spc="-20" dirty="0">
                <a:latin typeface="Arial MT"/>
                <a:cs typeface="Arial MT"/>
              </a:rPr>
              <a:t>SVMs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97067" y="1544618"/>
            <a:ext cx="975994" cy="339090"/>
          </a:xfrm>
          <a:prstGeom prst="rect">
            <a:avLst/>
          </a:prstGeom>
          <a:ln w="19049">
            <a:solidFill>
              <a:srgbClr val="8064A2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35"/>
              </a:spcBef>
            </a:pPr>
            <a:r>
              <a:rPr sz="1600" spc="-20" dirty="0">
                <a:latin typeface="Arial MT"/>
                <a:cs typeface="Arial MT"/>
              </a:rPr>
              <a:t>SVMs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15114" y="1174784"/>
            <a:ext cx="975994" cy="339090"/>
          </a:xfrm>
          <a:prstGeom prst="rect">
            <a:avLst/>
          </a:prstGeom>
          <a:ln w="19049">
            <a:solidFill>
              <a:srgbClr val="8064A2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spc="-20" dirty="0">
                <a:latin typeface="Arial MT"/>
                <a:cs typeface="Arial MT"/>
              </a:rPr>
              <a:t>SVMs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385161" y="3543475"/>
            <a:ext cx="20618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Warped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image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regions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924284" y="2151236"/>
            <a:ext cx="26339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Forward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through ConvNet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80225" y="4587790"/>
            <a:ext cx="2974340" cy="1081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985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proposals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 MT"/>
                <a:cs typeface="Arial MT"/>
              </a:rPr>
              <a:t>Input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image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988648" y="1160272"/>
            <a:ext cx="24752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Classify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regions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SVMs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21916" y="6276868"/>
            <a:ext cx="11547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R.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Girshick,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J.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Donahue,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75" dirty="0">
                <a:latin typeface="Arial MT"/>
                <a:cs typeface="Arial MT"/>
              </a:rPr>
              <a:t>T.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Darrell,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J.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Malik,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Rich</a:t>
            </a:r>
            <a:r>
              <a:rPr sz="14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Feature</a:t>
            </a:r>
            <a:r>
              <a:rPr sz="14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Hierarchies</a:t>
            </a:r>
            <a:r>
              <a:rPr sz="14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for</a:t>
            </a:r>
            <a:r>
              <a:rPr sz="1400" u="heavy" spc="-9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Accurate</a:t>
            </a:r>
            <a:r>
              <a:rPr sz="14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Object</a:t>
            </a:r>
            <a:r>
              <a:rPr sz="14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Detection</a:t>
            </a:r>
            <a:r>
              <a:rPr sz="14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and</a:t>
            </a:r>
            <a:r>
              <a:rPr sz="14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Semantic</a:t>
            </a:r>
            <a:r>
              <a:rPr sz="14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"/>
              </a:rPr>
              <a:t>Segmentation</a:t>
            </a:r>
            <a:r>
              <a:rPr sz="1400" dirty="0">
                <a:latin typeface="Arial MT"/>
                <a:cs typeface="Arial MT"/>
              </a:rPr>
              <a:t>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CVPR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2014.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90362" y="898933"/>
            <a:ext cx="15557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Source: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R.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Girshick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6EE596F-A9A1-C97F-432E-D8831200C5BE}"/>
                  </a:ext>
                </a:extLst>
              </p14:cNvPr>
              <p14:cNvContentPartPr/>
              <p14:nvPr/>
            </p14:nvContentPartPr>
            <p14:xfrm>
              <a:off x="1685160" y="621720"/>
              <a:ext cx="8769240" cy="50914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6EE596F-A9A1-C97F-432E-D8831200C5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68960" y="605520"/>
                <a:ext cx="8801640" cy="5123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85859" y="6428665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28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28" y="1538413"/>
            <a:ext cx="11075763" cy="37103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37345D-31B2-ADB7-3C70-662CD9BC5630}"/>
                  </a:ext>
                </a:extLst>
              </p14:cNvPr>
              <p14:cNvContentPartPr/>
              <p14:nvPr/>
            </p14:nvContentPartPr>
            <p14:xfrm>
              <a:off x="880560" y="2240640"/>
              <a:ext cx="10234800" cy="4614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37345D-31B2-ADB7-3C70-662CD9BC56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360" y="2224440"/>
                <a:ext cx="10267200" cy="464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38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R-</a:t>
            </a:r>
            <a:r>
              <a:rPr dirty="0"/>
              <a:t>CNN</a:t>
            </a:r>
            <a:r>
              <a:rPr spc="-80" dirty="0"/>
              <a:t> </a:t>
            </a:r>
            <a:r>
              <a:rPr spc="-10" dirty="0"/>
              <a:t>details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916" y="3101872"/>
            <a:ext cx="11547475" cy="341376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525145" indent="-411480">
              <a:lnSpc>
                <a:spcPct val="100000"/>
              </a:lnSpc>
              <a:spcBef>
                <a:spcPts val="520"/>
              </a:spcBef>
              <a:buChar char="•"/>
              <a:tabLst>
                <a:tab pos="525145" algn="l"/>
              </a:tabLst>
            </a:pPr>
            <a:r>
              <a:rPr sz="2400" b="1" dirty="0">
                <a:latin typeface="Arial"/>
                <a:cs typeface="Arial"/>
              </a:rPr>
              <a:t>Regions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~2000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Selective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Search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proposals</a:t>
            </a:r>
            <a:endParaRPr sz="2400">
              <a:latin typeface="Arial MT"/>
              <a:cs typeface="Arial MT"/>
            </a:endParaRPr>
          </a:p>
          <a:p>
            <a:pPr marL="525780" marR="1187450" indent="-412115">
              <a:lnSpc>
                <a:spcPct val="80000"/>
              </a:lnSpc>
              <a:spcBef>
                <a:spcPts val="1000"/>
              </a:spcBef>
              <a:buChar char="•"/>
              <a:tabLst>
                <a:tab pos="525780" algn="l"/>
              </a:tabLst>
            </a:pPr>
            <a:r>
              <a:rPr sz="2400" b="1" spc="-20" dirty="0">
                <a:latin typeface="Arial"/>
                <a:cs typeface="Arial"/>
              </a:rPr>
              <a:t>Network</a:t>
            </a:r>
            <a:r>
              <a:rPr sz="2400" spc="-20" dirty="0">
                <a:latin typeface="Arial MT"/>
                <a:cs typeface="Arial MT"/>
              </a:rPr>
              <a:t>: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AlexNet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pre-</a:t>
            </a:r>
            <a:r>
              <a:rPr sz="2400" i="1" dirty="0">
                <a:latin typeface="Arial"/>
                <a:cs typeface="Arial"/>
              </a:rPr>
              <a:t>trained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ImageNet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(1000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classes),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spc="-20" dirty="0">
                <a:latin typeface="Arial"/>
                <a:cs typeface="Arial"/>
              </a:rPr>
              <a:t>fine-</a:t>
            </a:r>
            <a:r>
              <a:rPr sz="2400" i="1" dirty="0">
                <a:latin typeface="Arial"/>
                <a:cs typeface="Arial"/>
              </a:rPr>
              <a:t>tuned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on </a:t>
            </a:r>
            <a:r>
              <a:rPr sz="2400" spc="-40" dirty="0">
                <a:latin typeface="Arial MT"/>
                <a:cs typeface="Arial MT"/>
              </a:rPr>
              <a:t>PASCAL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(21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classes)</a:t>
            </a:r>
            <a:endParaRPr sz="2400">
              <a:latin typeface="Arial MT"/>
              <a:cs typeface="Arial MT"/>
            </a:endParaRPr>
          </a:p>
          <a:p>
            <a:pPr marL="525780" marR="737870" indent="-412115">
              <a:lnSpc>
                <a:spcPts val="2300"/>
              </a:lnSpc>
              <a:spcBef>
                <a:spcPts val="985"/>
              </a:spcBef>
              <a:buChar char="•"/>
              <a:tabLst>
                <a:tab pos="525780" algn="l"/>
              </a:tabLst>
            </a:pPr>
            <a:r>
              <a:rPr sz="2400" b="1" dirty="0">
                <a:latin typeface="Arial"/>
                <a:cs typeface="Arial"/>
              </a:rPr>
              <a:t>Final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detector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warp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proposal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regions,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extract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fc7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network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activations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(4096 dimensions),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classify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linear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SVM</a:t>
            </a:r>
            <a:endParaRPr sz="2400">
              <a:latin typeface="Arial MT"/>
              <a:cs typeface="Arial MT"/>
            </a:endParaRPr>
          </a:p>
          <a:p>
            <a:pPr marL="525145" indent="-411480">
              <a:lnSpc>
                <a:spcPct val="100000"/>
              </a:lnSpc>
              <a:spcBef>
                <a:spcPts val="450"/>
              </a:spcBef>
              <a:buChar char="•"/>
              <a:tabLst>
                <a:tab pos="525145" algn="l"/>
              </a:tabLst>
            </a:pPr>
            <a:r>
              <a:rPr sz="2400" b="1" dirty="0">
                <a:latin typeface="Arial"/>
                <a:cs typeface="Arial"/>
              </a:rPr>
              <a:t>Bounding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box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regression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refine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box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locations</a:t>
            </a:r>
            <a:endParaRPr sz="2400">
              <a:latin typeface="Arial MT"/>
              <a:cs typeface="Arial MT"/>
            </a:endParaRPr>
          </a:p>
          <a:p>
            <a:pPr marL="525145" indent="-411480">
              <a:lnSpc>
                <a:spcPts val="2590"/>
              </a:lnSpc>
              <a:spcBef>
                <a:spcPts val="425"/>
              </a:spcBef>
              <a:buChar char="•"/>
              <a:tabLst>
                <a:tab pos="525145" algn="l"/>
              </a:tabLst>
            </a:pPr>
            <a:r>
              <a:rPr sz="2400" b="1" dirty="0">
                <a:latin typeface="Arial"/>
                <a:cs typeface="Arial"/>
              </a:rPr>
              <a:t>Performance: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mAP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53.7%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PASCAL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2010</a:t>
            </a:r>
            <a:endParaRPr sz="2400">
              <a:latin typeface="Arial MT"/>
              <a:cs typeface="Arial MT"/>
            </a:endParaRPr>
          </a:p>
          <a:p>
            <a:pPr marL="525780">
              <a:lnSpc>
                <a:spcPts val="2590"/>
              </a:lnSpc>
            </a:pPr>
            <a:r>
              <a:rPr sz="2400" dirty="0">
                <a:latin typeface="Arial MT"/>
                <a:cs typeface="Arial MT"/>
              </a:rPr>
              <a:t>(vs.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35.1%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Selective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Search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33.4%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DPM).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1400" dirty="0">
                <a:latin typeface="Arial MT"/>
                <a:cs typeface="Arial MT"/>
              </a:rPr>
              <a:t>R.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Girshick,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J.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Donahue,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75" dirty="0">
                <a:latin typeface="Arial MT"/>
                <a:cs typeface="Arial MT"/>
              </a:rPr>
              <a:t>T.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Darrell,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J.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Malik,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Rich</a:t>
            </a:r>
            <a:r>
              <a:rPr sz="14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Feature</a:t>
            </a:r>
            <a:r>
              <a:rPr sz="14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Hierarchies</a:t>
            </a:r>
            <a:r>
              <a:rPr sz="14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for</a:t>
            </a:r>
            <a:r>
              <a:rPr sz="1400" u="heavy" spc="-9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Accurate</a:t>
            </a:r>
            <a:r>
              <a:rPr sz="14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Object</a:t>
            </a:r>
            <a:r>
              <a:rPr sz="14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Detection</a:t>
            </a:r>
            <a:r>
              <a:rPr sz="14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and</a:t>
            </a:r>
            <a:r>
              <a:rPr sz="14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Semantic</a:t>
            </a:r>
            <a:r>
              <a:rPr sz="14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Segmentation</a:t>
            </a:r>
            <a:r>
              <a:rPr sz="1400" dirty="0">
                <a:latin typeface="Arial MT"/>
                <a:cs typeface="Arial MT"/>
              </a:rPr>
              <a:t>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CVPR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2014.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400" y="1388729"/>
            <a:ext cx="11379199" cy="16825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8786337-2C0E-B4C2-4335-9ED055A8726B}"/>
                  </a:ext>
                </a:extLst>
              </p14:cNvPr>
              <p14:cNvContentPartPr/>
              <p14:nvPr/>
            </p14:nvContentPartPr>
            <p14:xfrm>
              <a:off x="678600" y="2907000"/>
              <a:ext cx="10458720" cy="3178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8786337-2C0E-B4C2-4335-9ED055A872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2400" y="2890800"/>
                <a:ext cx="10491120" cy="321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8559" y="6455801"/>
            <a:ext cx="169545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30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3363" y="254635"/>
            <a:ext cx="12018645" cy="6603365"/>
            <a:chOff x="173363" y="254635"/>
            <a:chExt cx="12018645" cy="6603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363" y="254635"/>
              <a:ext cx="6501140" cy="21779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9400" y="3390905"/>
              <a:ext cx="9372599" cy="34670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28500" y="1462474"/>
              <a:ext cx="1511935" cy="3989704"/>
            </a:xfrm>
            <a:custGeom>
              <a:avLst/>
              <a:gdLst/>
              <a:ahLst/>
              <a:cxnLst/>
              <a:rect l="l" t="t" r="r" b="b"/>
              <a:pathLst>
                <a:path w="1511935" h="3989704">
                  <a:moveTo>
                    <a:pt x="0" y="0"/>
                  </a:moveTo>
                  <a:lnTo>
                    <a:pt x="1511699" y="3989531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2301" y="5410658"/>
              <a:ext cx="158212" cy="2220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57708" y="2002782"/>
              <a:ext cx="6724650" cy="1628139"/>
            </a:xfrm>
            <a:custGeom>
              <a:avLst/>
              <a:gdLst/>
              <a:ahLst/>
              <a:cxnLst/>
              <a:rect l="l" t="t" r="r" b="b"/>
              <a:pathLst>
                <a:path w="6724650" h="1628139">
                  <a:moveTo>
                    <a:pt x="6724316" y="1627717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0609" y="1922568"/>
              <a:ext cx="220953" cy="16042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66299" y="2789825"/>
            <a:ext cx="7320915" cy="4927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latin typeface="Arial"/>
                <a:cs typeface="Arial"/>
              </a:rPr>
              <a:t>Selective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Search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all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scales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return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region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proposals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84350" y="556512"/>
            <a:ext cx="44088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Arial"/>
                <a:cs typeface="Arial"/>
              </a:rPr>
              <a:t>Ref: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Arial"/>
                <a:cs typeface="Arial"/>
              </a:rPr>
              <a:t>Selective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Search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Object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Recognition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J.</a:t>
            </a:r>
            <a:r>
              <a:rPr sz="1100" spc="-35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R.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R.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Uijlings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K.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E.</a:t>
            </a:r>
            <a:r>
              <a:rPr sz="1100" spc="-75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A.</a:t>
            </a:r>
            <a:r>
              <a:rPr sz="1100" spc="-25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van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de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7"/>
              </a:rPr>
              <a:t>Sande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333333"/>
                </a:solidFill>
                <a:latin typeface="Arial MT"/>
                <a:cs typeface="Arial MT"/>
                <a:hlinkClick r:id="rId8"/>
              </a:rPr>
              <a:t>T.</a:t>
            </a:r>
            <a:r>
              <a:rPr sz="1100" spc="-15" dirty="0">
                <a:solidFill>
                  <a:srgbClr val="333333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8"/>
              </a:rPr>
              <a:t>Gevers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9"/>
              </a:rPr>
              <a:t>A.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9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9"/>
              </a:rPr>
              <a:t>W.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9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9"/>
              </a:rPr>
              <a:t>M.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9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Arial MT"/>
                <a:cs typeface="Arial MT"/>
                <a:hlinkClick r:id="rId9"/>
              </a:rPr>
              <a:t>Smeulders</a:t>
            </a:r>
            <a:r>
              <a:rPr sz="110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International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Journal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Computer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Vision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2013.</a:t>
            </a:r>
            <a:endParaRPr sz="11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30FD927-05D5-F758-74DE-27A8C5B5D6DF}"/>
                  </a:ext>
                </a:extLst>
              </p14:cNvPr>
              <p14:cNvContentPartPr/>
              <p14:nvPr/>
            </p14:nvContentPartPr>
            <p14:xfrm>
              <a:off x="2193840" y="3232440"/>
              <a:ext cx="2905560" cy="1310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30FD927-05D5-F758-74DE-27A8C5B5D6D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77640" y="3216240"/>
                <a:ext cx="2937960" cy="134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63" y="254635"/>
            <a:ext cx="6501140" cy="21779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84350" y="556512"/>
            <a:ext cx="44088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Arial"/>
                <a:cs typeface="Arial"/>
              </a:rPr>
              <a:t>Ref: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Arial"/>
                <a:cs typeface="Arial"/>
              </a:rPr>
              <a:t>Selective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Search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Object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Recognition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3"/>
              </a:rPr>
              <a:t>J.</a:t>
            </a:r>
            <a:r>
              <a:rPr sz="1100" spc="-35" dirty="0">
                <a:solidFill>
                  <a:srgbClr val="333333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3"/>
              </a:rPr>
              <a:t>R.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3"/>
              </a:rPr>
              <a:t>R.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3"/>
              </a:rPr>
              <a:t>Uijlings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K.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E.</a:t>
            </a:r>
            <a:r>
              <a:rPr sz="1100" spc="-75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A.</a:t>
            </a:r>
            <a:r>
              <a:rPr sz="1100" spc="-25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van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de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4"/>
              </a:rPr>
              <a:t>Sande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333333"/>
                </a:solidFill>
                <a:latin typeface="Arial MT"/>
                <a:cs typeface="Arial MT"/>
                <a:hlinkClick r:id="rId5"/>
              </a:rPr>
              <a:t>T.</a:t>
            </a:r>
            <a:r>
              <a:rPr sz="1100" spc="-15" dirty="0">
                <a:solidFill>
                  <a:srgbClr val="333333"/>
                </a:solidFill>
                <a:latin typeface="Arial MT"/>
                <a:cs typeface="Arial MT"/>
                <a:hlinkClick r:id="rId5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5"/>
              </a:rPr>
              <a:t>Gevers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A.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W.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M.</a:t>
            </a:r>
            <a:r>
              <a:rPr sz="1100" spc="-2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Arial MT"/>
                <a:cs typeface="Arial MT"/>
                <a:hlinkClick r:id="rId6"/>
              </a:rPr>
              <a:t>Smeulders</a:t>
            </a:r>
            <a:r>
              <a:rPr sz="110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International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Journal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Computer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Vision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2013.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8172" y="1774800"/>
            <a:ext cx="8813800" cy="4491990"/>
            <a:chOff x="298172" y="1774800"/>
            <a:chExt cx="8813800" cy="4491990"/>
          </a:xfrm>
        </p:grpSpPr>
        <p:pic>
          <p:nvPicPr>
            <p:cNvPr id="6" name="object 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172" y="2982646"/>
              <a:ext cx="7617196" cy="32839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32942" y="1812900"/>
              <a:ext cx="2240915" cy="1259205"/>
            </a:xfrm>
            <a:custGeom>
              <a:avLst/>
              <a:gdLst/>
              <a:ahLst/>
              <a:cxnLst/>
              <a:rect l="l" t="t" r="r" b="b"/>
              <a:pathLst>
                <a:path w="2240915" h="1259205">
                  <a:moveTo>
                    <a:pt x="2240531" y="0"/>
                  </a:moveTo>
                  <a:lnTo>
                    <a:pt x="0" y="1259200"/>
                  </a:lnTo>
                </a:path>
              </a:pathLst>
            </a:custGeom>
            <a:ln w="76199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31486" y="2962379"/>
              <a:ext cx="363220" cy="279400"/>
            </a:xfrm>
            <a:custGeom>
              <a:avLst/>
              <a:gdLst/>
              <a:ahLst/>
              <a:cxnLst/>
              <a:rect l="l" t="t" r="r" b="b"/>
              <a:pathLst>
                <a:path w="363220" h="279400">
                  <a:moveTo>
                    <a:pt x="0" y="279142"/>
                  </a:moveTo>
                  <a:lnTo>
                    <a:pt x="239791" y="0"/>
                  </a:lnTo>
                  <a:lnTo>
                    <a:pt x="363120" y="219442"/>
                  </a:lnTo>
                  <a:lnTo>
                    <a:pt x="0" y="279142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31486" y="2962379"/>
              <a:ext cx="363220" cy="279400"/>
            </a:xfrm>
            <a:custGeom>
              <a:avLst/>
              <a:gdLst/>
              <a:ahLst/>
              <a:cxnLst/>
              <a:rect l="l" t="t" r="r" b="b"/>
              <a:pathLst>
                <a:path w="363220" h="279400">
                  <a:moveTo>
                    <a:pt x="239791" y="0"/>
                  </a:moveTo>
                  <a:lnTo>
                    <a:pt x="0" y="279142"/>
                  </a:lnTo>
                  <a:lnTo>
                    <a:pt x="363120" y="219442"/>
                  </a:lnTo>
                  <a:lnTo>
                    <a:pt x="239791" y="0"/>
                  </a:lnTo>
                  <a:close/>
                </a:path>
              </a:pathLst>
            </a:custGeom>
            <a:ln w="76199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084725" y="3701839"/>
            <a:ext cx="3740785" cy="2935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2135">
              <a:lnSpc>
                <a:spcPct val="100000"/>
              </a:lnSpc>
              <a:spcBef>
                <a:spcPts val="100"/>
              </a:spcBef>
            </a:pPr>
            <a:r>
              <a:rPr sz="1700" b="1" spc="-40" dirty="0">
                <a:solidFill>
                  <a:srgbClr val="063763"/>
                </a:solidFill>
                <a:latin typeface="Trebuchet MS"/>
                <a:cs typeface="Trebuchet MS"/>
              </a:rPr>
              <a:t>The</a:t>
            </a:r>
            <a:r>
              <a:rPr sz="1700" b="1" spc="-8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30" dirty="0">
                <a:solidFill>
                  <a:srgbClr val="063763"/>
                </a:solidFill>
                <a:latin typeface="Trebuchet MS"/>
                <a:cs typeface="Trebuchet MS"/>
              </a:rPr>
              <a:t>training</a:t>
            </a:r>
            <a:r>
              <a:rPr sz="1700" b="1" spc="-8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40" dirty="0">
                <a:solidFill>
                  <a:srgbClr val="063763"/>
                </a:solidFill>
                <a:latin typeface="Trebuchet MS"/>
                <a:cs typeface="Trebuchet MS"/>
              </a:rPr>
              <a:t>procedure</a:t>
            </a:r>
            <a:r>
              <a:rPr sz="1700" b="1" spc="-8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20" dirty="0">
                <a:solidFill>
                  <a:srgbClr val="063763"/>
                </a:solidFill>
                <a:latin typeface="Trebuchet MS"/>
                <a:cs typeface="Trebuchet MS"/>
              </a:rPr>
              <a:t>of</a:t>
            </a:r>
            <a:r>
              <a:rPr sz="1700" b="1" spc="-8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60" dirty="0">
                <a:solidFill>
                  <a:srgbClr val="063763"/>
                </a:solidFill>
                <a:latin typeface="Trebuchet MS"/>
                <a:cs typeface="Trebuchet MS"/>
              </a:rPr>
              <a:t>object </a:t>
            </a:r>
            <a:r>
              <a:rPr sz="1700" b="1" spc="-35" dirty="0">
                <a:solidFill>
                  <a:srgbClr val="063763"/>
                </a:solidFill>
                <a:latin typeface="Trebuchet MS"/>
                <a:cs typeface="Trebuchet MS"/>
              </a:rPr>
              <a:t>recognition</a:t>
            </a:r>
            <a:r>
              <a:rPr sz="1700" b="1" spc="-6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063763"/>
                </a:solidFill>
                <a:latin typeface="Trebuchet MS"/>
                <a:cs typeface="Trebuchet MS"/>
              </a:rPr>
              <a:t>pipeline.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700" b="1" spc="70" dirty="0">
                <a:solidFill>
                  <a:srgbClr val="063763"/>
                </a:solidFill>
                <a:latin typeface="Trebuchet MS"/>
                <a:cs typeface="Trebuchet MS"/>
              </a:rPr>
              <a:t>As</a:t>
            </a:r>
            <a:r>
              <a:rPr sz="1700" b="1" spc="-7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35" dirty="0">
                <a:solidFill>
                  <a:srgbClr val="063763"/>
                </a:solidFill>
                <a:latin typeface="Trebuchet MS"/>
                <a:cs typeface="Trebuchet MS"/>
              </a:rPr>
              <a:t>positive</a:t>
            </a:r>
            <a:r>
              <a:rPr sz="1700" b="1" spc="-7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063763"/>
                </a:solidFill>
                <a:latin typeface="Trebuchet MS"/>
                <a:cs typeface="Trebuchet MS"/>
              </a:rPr>
              <a:t>learning</a:t>
            </a:r>
            <a:r>
              <a:rPr sz="1700" b="1" spc="-7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20" dirty="0">
                <a:solidFill>
                  <a:srgbClr val="063763"/>
                </a:solidFill>
                <a:latin typeface="Trebuchet MS"/>
                <a:cs typeface="Trebuchet MS"/>
              </a:rPr>
              <a:t>examples</a:t>
            </a:r>
            <a:r>
              <a:rPr sz="1700" b="1" spc="-7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30" dirty="0">
                <a:solidFill>
                  <a:srgbClr val="063763"/>
                </a:solidFill>
                <a:latin typeface="Trebuchet MS"/>
                <a:cs typeface="Trebuchet MS"/>
              </a:rPr>
              <a:t>we</a:t>
            </a:r>
            <a:r>
              <a:rPr sz="1700" b="1" spc="-7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063763"/>
                </a:solidFill>
                <a:latin typeface="Trebuchet MS"/>
                <a:cs typeface="Trebuchet MS"/>
              </a:rPr>
              <a:t>use </a:t>
            </a:r>
            <a:r>
              <a:rPr sz="1700" b="1" spc="-70" dirty="0">
                <a:solidFill>
                  <a:srgbClr val="063763"/>
                </a:solidFill>
                <a:latin typeface="Trebuchet MS"/>
                <a:cs typeface="Trebuchet MS"/>
              </a:rPr>
              <a:t>the</a:t>
            </a:r>
            <a:r>
              <a:rPr sz="1700" b="1" spc="-7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063763"/>
                </a:solidFill>
                <a:latin typeface="Trebuchet MS"/>
                <a:cs typeface="Trebuchet MS"/>
              </a:rPr>
              <a:t>ground</a:t>
            </a:r>
            <a:r>
              <a:rPr sz="1700" b="1" spc="-7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95" dirty="0">
                <a:solidFill>
                  <a:srgbClr val="063763"/>
                </a:solidFill>
                <a:latin typeface="Trebuchet MS"/>
                <a:cs typeface="Trebuchet MS"/>
              </a:rPr>
              <a:t>truth.</a:t>
            </a:r>
            <a:r>
              <a:rPr sz="1700" b="1" spc="-7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70" dirty="0">
                <a:solidFill>
                  <a:srgbClr val="063763"/>
                </a:solidFill>
                <a:latin typeface="Trebuchet MS"/>
                <a:cs typeface="Trebuchet MS"/>
              </a:rPr>
              <a:t>As</a:t>
            </a:r>
            <a:r>
              <a:rPr sz="1700" b="1" spc="-7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063763"/>
                </a:solidFill>
                <a:latin typeface="Trebuchet MS"/>
                <a:cs typeface="Trebuchet MS"/>
              </a:rPr>
              <a:t>negatives</a:t>
            </a:r>
            <a:r>
              <a:rPr sz="1700" b="1" spc="-7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30" dirty="0">
                <a:solidFill>
                  <a:srgbClr val="063763"/>
                </a:solidFill>
                <a:latin typeface="Trebuchet MS"/>
                <a:cs typeface="Trebuchet MS"/>
              </a:rPr>
              <a:t>we</a:t>
            </a:r>
            <a:r>
              <a:rPr sz="1700" b="1" spc="-7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063763"/>
                </a:solidFill>
                <a:latin typeface="Trebuchet MS"/>
                <a:cs typeface="Trebuchet MS"/>
              </a:rPr>
              <a:t>use </a:t>
            </a:r>
            <a:r>
              <a:rPr sz="1700" b="1" spc="-20" dirty="0">
                <a:solidFill>
                  <a:srgbClr val="063763"/>
                </a:solidFill>
                <a:latin typeface="Trebuchet MS"/>
                <a:cs typeface="Trebuchet MS"/>
              </a:rPr>
              <a:t>examples</a:t>
            </a:r>
            <a:r>
              <a:rPr sz="1700" b="1" spc="-5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65" dirty="0">
                <a:solidFill>
                  <a:srgbClr val="063763"/>
                </a:solidFill>
                <a:latin typeface="Trebuchet MS"/>
                <a:cs typeface="Trebuchet MS"/>
              </a:rPr>
              <a:t>that</a:t>
            </a:r>
            <a:r>
              <a:rPr sz="1700" b="1" spc="-5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063763"/>
                </a:solidFill>
                <a:latin typeface="Trebuchet MS"/>
                <a:cs typeface="Trebuchet MS"/>
              </a:rPr>
              <a:t>have</a:t>
            </a:r>
            <a:r>
              <a:rPr sz="1700" b="1" spc="-5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063763"/>
                </a:solidFill>
                <a:latin typeface="Trebuchet MS"/>
                <a:cs typeface="Trebuchet MS"/>
              </a:rPr>
              <a:t>a</a:t>
            </a:r>
            <a:r>
              <a:rPr sz="1700" b="1" spc="-5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063763"/>
                </a:solidFill>
                <a:latin typeface="Trebuchet MS"/>
                <a:cs typeface="Trebuchet MS"/>
              </a:rPr>
              <a:t>20-50%</a:t>
            </a:r>
            <a:r>
              <a:rPr sz="1700" b="1" spc="-5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063763"/>
                </a:solidFill>
                <a:latin typeface="Trebuchet MS"/>
                <a:cs typeface="Trebuchet MS"/>
              </a:rPr>
              <a:t>overlap </a:t>
            </a:r>
            <a:r>
              <a:rPr sz="1700" b="1" spc="-70" dirty="0">
                <a:solidFill>
                  <a:srgbClr val="063763"/>
                </a:solidFill>
                <a:latin typeface="Trebuchet MS"/>
                <a:cs typeface="Trebuchet MS"/>
              </a:rPr>
              <a:t>with</a:t>
            </a:r>
            <a:r>
              <a:rPr sz="1700" b="1" spc="-6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70" dirty="0">
                <a:solidFill>
                  <a:srgbClr val="063763"/>
                </a:solidFill>
                <a:latin typeface="Trebuchet MS"/>
                <a:cs typeface="Trebuchet MS"/>
              </a:rPr>
              <a:t>the</a:t>
            </a:r>
            <a:r>
              <a:rPr sz="1700" b="1" spc="-6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35" dirty="0">
                <a:solidFill>
                  <a:srgbClr val="063763"/>
                </a:solidFill>
                <a:latin typeface="Trebuchet MS"/>
                <a:cs typeface="Trebuchet MS"/>
              </a:rPr>
              <a:t>positive</a:t>
            </a:r>
            <a:r>
              <a:rPr sz="1700" b="1" spc="-6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45" dirty="0">
                <a:solidFill>
                  <a:srgbClr val="063763"/>
                </a:solidFill>
                <a:latin typeface="Trebuchet MS"/>
                <a:cs typeface="Trebuchet MS"/>
              </a:rPr>
              <a:t>examples.</a:t>
            </a:r>
            <a:r>
              <a:rPr sz="1700" b="1" spc="-5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063763"/>
                </a:solidFill>
                <a:latin typeface="Trebuchet MS"/>
                <a:cs typeface="Trebuchet MS"/>
              </a:rPr>
              <a:t>We </a:t>
            </a:r>
            <a:r>
              <a:rPr sz="1700" b="1" spc="-70" dirty="0">
                <a:solidFill>
                  <a:srgbClr val="063763"/>
                </a:solidFill>
                <a:latin typeface="Trebuchet MS"/>
                <a:cs typeface="Trebuchet MS"/>
              </a:rPr>
              <a:t>iteratively</a:t>
            </a:r>
            <a:r>
              <a:rPr sz="1700" b="1" spc="-5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063763"/>
                </a:solidFill>
                <a:latin typeface="Trebuchet MS"/>
                <a:cs typeface="Trebuchet MS"/>
              </a:rPr>
              <a:t>add</a:t>
            </a:r>
            <a:r>
              <a:rPr sz="1700" b="1" spc="-5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063763"/>
                </a:solidFill>
                <a:latin typeface="Trebuchet MS"/>
                <a:cs typeface="Trebuchet MS"/>
              </a:rPr>
              <a:t>hard</a:t>
            </a:r>
            <a:r>
              <a:rPr sz="1700" b="1" spc="-50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063763"/>
                </a:solidFill>
                <a:latin typeface="Trebuchet MS"/>
                <a:cs typeface="Trebuchet MS"/>
              </a:rPr>
              <a:t>negatives</a:t>
            </a:r>
            <a:r>
              <a:rPr sz="1700" b="1" spc="-5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063763"/>
                </a:solidFill>
                <a:latin typeface="Trebuchet MS"/>
                <a:cs typeface="Trebuchet MS"/>
              </a:rPr>
              <a:t>using</a:t>
            </a:r>
            <a:r>
              <a:rPr sz="1700" b="1" spc="-50" dirty="0">
                <a:solidFill>
                  <a:srgbClr val="063763"/>
                </a:solidFill>
                <a:latin typeface="Trebuchet MS"/>
                <a:cs typeface="Trebuchet MS"/>
              </a:rPr>
              <a:t> a </a:t>
            </a:r>
            <a:r>
              <a:rPr sz="1700" b="1" spc="-40" dirty="0">
                <a:solidFill>
                  <a:srgbClr val="063763"/>
                </a:solidFill>
                <a:latin typeface="Trebuchet MS"/>
                <a:cs typeface="Trebuchet MS"/>
              </a:rPr>
              <a:t>retraining</a:t>
            </a:r>
            <a:r>
              <a:rPr sz="1700" b="1" spc="-75" dirty="0">
                <a:solidFill>
                  <a:srgbClr val="063763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063763"/>
                </a:solidFill>
                <a:latin typeface="Trebuchet MS"/>
                <a:cs typeface="Trebuchet MS"/>
              </a:rPr>
              <a:t>phase.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700">
              <a:latin typeface="Trebuchet MS"/>
              <a:cs typeface="Trebuchet MS"/>
            </a:endParaRPr>
          </a:p>
          <a:p>
            <a:pPr marR="549275" algn="r">
              <a:lnSpc>
                <a:spcPct val="100000"/>
              </a:lnSpc>
            </a:pPr>
            <a:r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63775" y="2301833"/>
            <a:ext cx="1259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833C0B"/>
                </a:solidFill>
                <a:latin typeface="Arial"/>
                <a:cs typeface="Arial"/>
              </a:rPr>
              <a:t>Optional</a:t>
            </a:r>
            <a:endParaRPr sz="2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B1091E4-E586-A555-68DF-B7731217F59D}"/>
                  </a:ext>
                </a:extLst>
              </p14:cNvPr>
              <p14:cNvContentPartPr/>
              <p14:nvPr/>
            </p14:nvContentPartPr>
            <p14:xfrm>
              <a:off x="7202880" y="837000"/>
              <a:ext cx="184680" cy="127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B1091E4-E586-A555-68DF-B7731217F59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93520" y="827640"/>
                <a:ext cx="203400" cy="14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064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R-</a:t>
            </a:r>
            <a:r>
              <a:rPr dirty="0"/>
              <a:t>CNN</a:t>
            </a:r>
            <a:r>
              <a:rPr spc="-35" dirty="0"/>
              <a:t> </a:t>
            </a:r>
            <a:r>
              <a:rPr dirty="0"/>
              <a:t>pros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cons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564" y="1770304"/>
            <a:ext cx="8906510" cy="48869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110615" indent="-403860">
              <a:lnSpc>
                <a:spcPct val="100000"/>
              </a:lnSpc>
              <a:spcBef>
                <a:spcPts val="355"/>
              </a:spcBef>
              <a:buChar char="•"/>
              <a:tabLst>
                <a:tab pos="1110615" algn="l"/>
              </a:tabLst>
            </a:pP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Pros</a:t>
            </a:r>
            <a:endParaRPr sz="2800">
              <a:latin typeface="Arial MT"/>
              <a:cs typeface="Arial MT"/>
            </a:endParaRPr>
          </a:p>
          <a:p>
            <a:pPr marL="1510665" lvl="1" indent="-422909">
              <a:lnSpc>
                <a:spcPct val="100000"/>
              </a:lnSpc>
              <a:spcBef>
                <a:spcPts val="215"/>
              </a:spcBef>
              <a:buChar char="•"/>
              <a:tabLst>
                <a:tab pos="1510665" algn="l"/>
              </a:tabLst>
            </a:pPr>
            <a:r>
              <a:rPr sz="2400" spc="-10" dirty="0">
                <a:latin typeface="Arial MT"/>
                <a:cs typeface="Arial MT"/>
              </a:rPr>
              <a:t>Accurate!</a:t>
            </a:r>
            <a:endParaRPr sz="2400">
              <a:latin typeface="Arial MT"/>
              <a:cs typeface="Arial MT"/>
            </a:endParaRPr>
          </a:p>
          <a:p>
            <a:pPr marL="1510665" lvl="1" indent="-422909">
              <a:lnSpc>
                <a:spcPct val="100000"/>
              </a:lnSpc>
              <a:spcBef>
                <a:spcPts val="215"/>
              </a:spcBef>
              <a:buChar char="•"/>
              <a:tabLst>
                <a:tab pos="1510665" algn="l"/>
              </a:tabLst>
            </a:pP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architecture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immediately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“plugged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in”</a:t>
            </a:r>
            <a:endParaRPr sz="2400">
              <a:latin typeface="Arial MT"/>
              <a:cs typeface="Arial MT"/>
            </a:endParaRPr>
          </a:p>
          <a:p>
            <a:pPr marL="1110615" indent="-403860">
              <a:lnSpc>
                <a:spcPct val="100000"/>
              </a:lnSpc>
              <a:spcBef>
                <a:spcPts val="655"/>
              </a:spcBef>
              <a:buChar char="•"/>
              <a:tabLst>
                <a:tab pos="1110615" algn="l"/>
              </a:tabLst>
            </a:pPr>
            <a:r>
              <a:rPr sz="2800" spc="-20" dirty="0">
                <a:solidFill>
                  <a:srgbClr val="FF0000"/>
                </a:solidFill>
                <a:latin typeface="Arial MT"/>
                <a:cs typeface="Arial MT"/>
              </a:rPr>
              <a:t>Cons</a:t>
            </a:r>
            <a:endParaRPr sz="2800">
              <a:latin typeface="Arial MT"/>
              <a:cs typeface="Arial MT"/>
            </a:endParaRPr>
          </a:p>
          <a:p>
            <a:pPr marL="1510665" lvl="1" indent="-422909">
              <a:lnSpc>
                <a:spcPct val="100000"/>
              </a:lnSpc>
              <a:spcBef>
                <a:spcPts val="220"/>
              </a:spcBef>
              <a:buChar char="•"/>
              <a:tabLst>
                <a:tab pos="1510665" algn="l"/>
              </a:tabLst>
            </a:pPr>
            <a:r>
              <a:rPr sz="2400" dirty="0">
                <a:latin typeface="Arial MT"/>
                <a:cs typeface="Arial MT"/>
              </a:rPr>
              <a:t>Ad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hoc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training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objectives</a:t>
            </a:r>
            <a:endParaRPr sz="2400">
              <a:latin typeface="Arial MT"/>
              <a:cs typeface="Arial MT"/>
            </a:endParaRPr>
          </a:p>
          <a:p>
            <a:pPr marL="1910714" lvl="2" indent="-428625">
              <a:lnSpc>
                <a:spcPct val="100000"/>
              </a:lnSpc>
              <a:spcBef>
                <a:spcPts val="265"/>
              </a:spcBef>
              <a:buChar char="•"/>
              <a:tabLst>
                <a:tab pos="1910714" algn="l"/>
              </a:tabLst>
            </a:pPr>
            <a:r>
              <a:rPr sz="2000" spc="-10" dirty="0">
                <a:latin typeface="Arial MT"/>
                <a:cs typeface="Arial MT"/>
              </a:rPr>
              <a:t>Fine-</a:t>
            </a:r>
            <a:r>
              <a:rPr sz="2000" dirty="0">
                <a:latin typeface="Arial MT"/>
                <a:cs typeface="Arial MT"/>
              </a:rPr>
              <a:t>tune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network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softmax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classifier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(log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loss)</a:t>
            </a:r>
            <a:endParaRPr sz="2000">
              <a:latin typeface="Arial MT"/>
              <a:cs typeface="Arial MT"/>
            </a:endParaRPr>
          </a:p>
          <a:p>
            <a:pPr marL="1910714" lvl="2" indent="-428625">
              <a:lnSpc>
                <a:spcPct val="100000"/>
              </a:lnSpc>
              <a:spcBef>
                <a:spcPts val="260"/>
              </a:spcBef>
              <a:buChar char="•"/>
              <a:tabLst>
                <a:tab pos="1910714" algn="l"/>
              </a:tabLst>
            </a:pPr>
            <a:r>
              <a:rPr sz="2000" spc="-10" dirty="0">
                <a:latin typeface="Arial MT"/>
                <a:cs typeface="Arial MT"/>
              </a:rPr>
              <a:t>Train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post-hoc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linear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SVMs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(hinge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loss)</a:t>
            </a:r>
            <a:endParaRPr sz="2000">
              <a:latin typeface="Arial MT"/>
              <a:cs typeface="Arial MT"/>
            </a:endParaRPr>
          </a:p>
          <a:p>
            <a:pPr marL="1910714" lvl="2" indent="-428625">
              <a:lnSpc>
                <a:spcPct val="100000"/>
              </a:lnSpc>
              <a:spcBef>
                <a:spcPts val="260"/>
              </a:spcBef>
              <a:buChar char="•"/>
              <a:tabLst>
                <a:tab pos="1910714" algn="l"/>
              </a:tabLst>
            </a:pPr>
            <a:r>
              <a:rPr sz="2000" spc="-10" dirty="0">
                <a:latin typeface="Arial MT"/>
                <a:cs typeface="Arial MT"/>
              </a:rPr>
              <a:t>Train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post-hoc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bounding-</a:t>
            </a:r>
            <a:r>
              <a:rPr sz="2000" dirty="0">
                <a:latin typeface="Arial MT"/>
                <a:cs typeface="Arial MT"/>
              </a:rPr>
              <a:t>box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regressions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(least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squares)</a:t>
            </a:r>
            <a:endParaRPr sz="2000">
              <a:latin typeface="Arial MT"/>
              <a:cs typeface="Arial MT"/>
            </a:endParaRPr>
          </a:p>
          <a:p>
            <a:pPr marL="1510665" lvl="1" indent="-422909">
              <a:lnSpc>
                <a:spcPct val="100000"/>
              </a:lnSpc>
              <a:spcBef>
                <a:spcPts val="204"/>
              </a:spcBef>
              <a:buChar char="•"/>
              <a:tabLst>
                <a:tab pos="1510665" algn="l"/>
              </a:tabLst>
            </a:pPr>
            <a:r>
              <a:rPr sz="2400" spc="-10" dirty="0">
                <a:latin typeface="Arial MT"/>
                <a:cs typeface="Arial MT"/>
              </a:rPr>
              <a:t>Training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slow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(84h),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space</a:t>
            </a:r>
            <a:endParaRPr sz="2400">
              <a:latin typeface="Arial MT"/>
              <a:cs typeface="Arial MT"/>
            </a:endParaRPr>
          </a:p>
          <a:p>
            <a:pPr marL="1910714" lvl="2" indent="-428625">
              <a:lnSpc>
                <a:spcPct val="100000"/>
              </a:lnSpc>
              <a:spcBef>
                <a:spcPts val="270"/>
              </a:spcBef>
              <a:buChar char="•"/>
              <a:tabLst>
                <a:tab pos="1910714" algn="l"/>
              </a:tabLst>
            </a:pPr>
            <a:r>
              <a:rPr sz="2000" dirty="0">
                <a:latin typeface="Arial MT"/>
                <a:cs typeface="Arial MT"/>
              </a:rPr>
              <a:t>2000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pass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CNN</a:t>
            </a:r>
            <a:endParaRPr sz="2000">
              <a:latin typeface="Arial MT"/>
              <a:cs typeface="Arial MT"/>
            </a:endParaRPr>
          </a:p>
          <a:p>
            <a:pPr marL="1510665" lvl="1" indent="-422909">
              <a:lnSpc>
                <a:spcPct val="100000"/>
              </a:lnSpc>
              <a:spcBef>
                <a:spcPts val="204"/>
              </a:spcBef>
              <a:buChar char="•"/>
              <a:tabLst>
                <a:tab pos="1510665" algn="l"/>
              </a:tabLst>
            </a:pPr>
            <a:r>
              <a:rPr sz="2400" dirty="0">
                <a:latin typeface="Arial MT"/>
                <a:cs typeface="Arial MT"/>
              </a:rPr>
              <a:t>Inference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(detection)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slow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(47s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/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image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VGG16)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Slide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Lazebnik</a:t>
            </a:r>
            <a:endParaRPr sz="1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3B150CC-CE3E-3497-AB5A-917C3A7D0483}"/>
                  </a:ext>
                </a:extLst>
              </p14:cNvPr>
              <p14:cNvContentPartPr/>
              <p14:nvPr/>
            </p14:nvContentPartPr>
            <p14:xfrm>
              <a:off x="1955160" y="1106280"/>
              <a:ext cx="9058680" cy="5045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3B150CC-CE3E-3497-AB5A-917C3A7D04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8960" y="1090080"/>
                <a:ext cx="9091080" cy="507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85859" y="6428665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33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9851" y="165987"/>
            <a:ext cx="265049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latin typeface="Arial MT"/>
                <a:cs typeface="Arial MT"/>
              </a:rPr>
              <a:t>Fast</a:t>
            </a:r>
            <a:r>
              <a:rPr sz="3800" spc="-10" dirty="0">
                <a:latin typeface="Arial MT"/>
                <a:cs typeface="Arial MT"/>
              </a:rPr>
              <a:t> </a:t>
            </a:r>
            <a:r>
              <a:rPr sz="3800" spc="-35" dirty="0">
                <a:latin typeface="Arial MT"/>
                <a:cs typeface="Arial MT"/>
              </a:rPr>
              <a:t>R-</a:t>
            </a:r>
            <a:r>
              <a:rPr sz="3800" spc="-25" dirty="0">
                <a:latin typeface="Arial MT"/>
                <a:cs typeface="Arial MT"/>
              </a:rPr>
              <a:t>CNN</a:t>
            </a:r>
            <a:endParaRPr sz="3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62" y="1451997"/>
            <a:ext cx="9933860" cy="47556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025" y="65913"/>
            <a:ext cx="25126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https://arxiv.org/pdf/1504.08083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CFEAC21-ADC8-8CEF-98FB-42C7BDD1F8B2}"/>
                  </a:ext>
                </a:extLst>
              </p14:cNvPr>
              <p14:cNvContentPartPr/>
              <p14:nvPr/>
            </p14:nvContentPartPr>
            <p14:xfrm>
              <a:off x="159480" y="405360"/>
              <a:ext cx="11587320" cy="6332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CFEAC21-ADC8-8CEF-98FB-42C7BDD1F8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280" y="389160"/>
                <a:ext cx="11619720" cy="636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EA03E4-4569-4A8B-D32F-B78D949D9FE4}"/>
                  </a:ext>
                </a:extLst>
              </p14:cNvPr>
              <p14:cNvContentPartPr/>
              <p14:nvPr/>
            </p14:nvContentPartPr>
            <p14:xfrm>
              <a:off x="343440" y="80280"/>
              <a:ext cx="10916280" cy="6700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EA03E4-4569-4A8B-D32F-B78D949D9F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240" y="64080"/>
                <a:ext cx="10948680" cy="673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4363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3104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7023" y="3352801"/>
            <a:ext cx="3149599" cy="79092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032000" y="2567238"/>
            <a:ext cx="5651500" cy="1548130"/>
            <a:chOff x="2032000" y="2567238"/>
            <a:chExt cx="5651500" cy="15481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2000" y="3352799"/>
              <a:ext cx="3048001" cy="7619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77419" y="2567238"/>
              <a:ext cx="3006090" cy="709930"/>
            </a:xfrm>
            <a:custGeom>
              <a:avLst/>
              <a:gdLst/>
              <a:ahLst/>
              <a:cxnLst/>
              <a:rect l="l" t="t" r="r" b="b"/>
              <a:pathLst>
                <a:path w="3006090" h="709929">
                  <a:moveTo>
                    <a:pt x="2185183" y="709303"/>
                  </a:moveTo>
                  <a:lnTo>
                    <a:pt x="0" y="709303"/>
                  </a:lnTo>
                  <a:lnTo>
                    <a:pt x="824338" y="0"/>
                  </a:lnTo>
                  <a:lnTo>
                    <a:pt x="3005606" y="0"/>
                  </a:lnTo>
                  <a:lnTo>
                    <a:pt x="2990319" y="13216"/>
                  </a:lnTo>
                  <a:lnTo>
                    <a:pt x="838045" y="13216"/>
                  </a:lnTo>
                  <a:lnTo>
                    <a:pt x="50909" y="696086"/>
                  </a:lnTo>
                  <a:lnTo>
                    <a:pt x="2200471" y="696086"/>
                  </a:lnTo>
                  <a:lnTo>
                    <a:pt x="2185183" y="709303"/>
                  </a:lnTo>
                  <a:close/>
                </a:path>
                <a:path w="3006090" h="709929">
                  <a:moveTo>
                    <a:pt x="2200471" y="696086"/>
                  </a:moveTo>
                  <a:lnTo>
                    <a:pt x="2167561" y="696086"/>
                  </a:lnTo>
                  <a:lnTo>
                    <a:pt x="2954697" y="13216"/>
                  </a:lnTo>
                  <a:lnTo>
                    <a:pt x="2990319" y="13216"/>
                  </a:lnTo>
                  <a:lnTo>
                    <a:pt x="2200471" y="696086"/>
                  </a:lnTo>
                  <a:close/>
                </a:path>
              </a:pathLst>
            </a:custGeom>
            <a:solidFill>
              <a:srgbClr val="BE1E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90846" y="2652420"/>
              <a:ext cx="2324735" cy="558165"/>
            </a:xfrm>
            <a:custGeom>
              <a:avLst/>
              <a:gdLst/>
              <a:ahLst/>
              <a:cxnLst/>
              <a:rect l="l" t="t" r="r" b="b"/>
              <a:pathLst>
                <a:path w="2324734" h="558164">
                  <a:moveTo>
                    <a:pt x="1168946" y="283425"/>
                  </a:moveTo>
                  <a:lnTo>
                    <a:pt x="1141539" y="283425"/>
                  </a:lnTo>
                  <a:lnTo>
                    <a:pt x="1141539" y="290766"/>
                  </a:lnTo>
                  <a:lnTo>
                    <a:pt x="840003" y="550697"/>
                  </a:lnTo>
                  <a:lnTo>
                    <a:pt x="27406" y="550697"/>
                  </a:lnTo>
                  <a:lnTo>
                    <a:pt x="328942" y="290766"/>
                  </a:lnTo>
                  <a:lnTo>
                    <a:pt x="1141539" y="290766"/>
                  </a:lnTo>
                  <a:lnTo>
                    <a:pt x="1141539" y="283425"/>
                  </a:lnTo>
                  <a:lnTo>
                    <a:pt x="321119" y="283425"/>
                  </a:lnTo>
                  <a:lnTo>
                    <a:pt x="0" y="558050"/>
                  </a:lnTo>
                  <a:lnTo>
                    <a:pt x="847826" y="558050"/>
                  </a:lnTo>
                  <a:lnTo>
                    <a:pt x="856411" y="550697"/>
                  </a:lnTo>
                  <a:lnTo>
                    <a:pt x="1160360" y="290766"/>
                  </a:lnTo>
                  <a:lnTo>
                    <a:pt x="1168946" y="283425"/>
                  </a:lnTo>
                  <a:close/>
                </a:path>
                <a:path w="2324734" h="558164">
                  <a:moveTo>
                    <a:pt x="1656499" y="0"/>
                  </a:moveTo>
                  <a:lnTo>
                    <a:pt x="1642795" y="0"/>
                  </a:lnTo>
                  <a:lnTo>
                    <a:pt x="1642795" y="4406"/>
                  </a:lnTo>
                  <a:lnTo>
                    <a:pt x="1474406" y="148323"/>
                  </a:lnTo>
                  <a:lnTo>
                    <a:pt x="1020140" y="148323"/>
                  </a:lnTo>
                  <a:lnTo>
                    <a:pt x="1188529" y="4406"/>
                  </a:lnTo>
                  <a:lnTo>
                    <a:pt x="1642795" y="4406"/>
                  </a:lnTo>
                  <a:lnTo>
                    <a:pt x="1642795" y="0"/>
                  </a:lnTo>
                  <a:lnTo>
                    <a:pt x="1184617" y="0"/>
                  </a:lnTo>
                  <a:lnTo>
                    <a:pt x="1006436" y="152730"/>
                  </a:lnTo>
                  <a:lnTo>
                    <a:pt x="1478318" y="152730"/>
                  </a:lnTo>
                  <a:lnTo>
                    <a:pt x="1483461" y="148323"/>
                  </a:lnTo>
                  <a:lnTo>
                    <a:pt x="1651368" y="4406"/>
                  </a:lnTo>
                  <a:lnTo>
                    <a:pt x="1656499" y="0"/>
                  </a:lnTo>
                  <a:close/>
                </a:path>
                <a:path w="2324734" h="558164">
                  <a:moveTo>
                    <a:pt x="2324201" y="163004"/>
                  </a:moveTo>
                  <a:lnTo>
                    <a:pt x="2298750" y="163004"/>
                  </a:lnTo>
                  <a:lnTo>
                    <a:pt x="2298750" y="170345"/>
                  </a:lnTo>
                  <a:lnTo>
                    <a:pt x="2024621" y="405320"/>
                  </a:lnTo>
                  <a:lnTo>
                    <a:pt x="1290345" y="405320"/>
                  </a:lnTo>
                  <a:lnTo>
                    <a:pt x="1564474" y="170345"/>
                  </a:lnTo>
                  <a:lnTo>
                    <a:pt x="2298750" y="170345"/>
                  </a:lnTo>
                  <a:lnTo>
                    <a:pt x="2298750" y="163004"/>
                  </a:lnTo>
                  <a:lnTo>
                    <a:pt x="1554683" y="163004"/>
                  </a:lnTo>
                  <a:lnTo>
                    <a:pt x="1264894" y="412661"/>
                  </a:lnTo>
                  <a:lnTo>
                    <a:pt x="2034413" y="412661"/>
                  </a:lnTo>
                  <a:lnTo>
                    <a:pt x="2042934" y="405320"/>
                  </a:lnTo>
                  <a:lnTo>
                    <a:pt x="2315680" y="170345"/>
                  </a:lnTo>
                  <a:lnTo>
                    <a:pt x="2324201" y="163004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583272" y="4286779"/>
            <a:ext cx="3568700" cy="1824355"/>
            <a:chOff x="6583272" y="4286779"/>
            <a:chExt cx="3568700" cy="18243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3272" y="5102290"/>
              <a:ext cx="3215945" cy="10083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22436" y="4659804"/>
              <a:ext cx="2556510" cy="1100455"/>
            </a:xfrm>
            <a:custGeom>
              <a:avLst/>
              <a:gdLst/>
              <a:ahLst/>
              <a:cxnLst/>
              <a:rect l="l" t="t" r="r" b="b"/>
              <a:pathLst>
                <a:path w="2556509" h="1100454">
                  <a:moveTo>
                    <a:pt x="2556224" y="1100024"/>
                  </a:moveTo>
                  <a:lnTo>
                    <a:pt x="0" y="1100024"/>
                  </a:lnTo>
                  <a:lnTo>
                    <a:pt x="0" y="0"/>
                  </a:lnTo>
                  <a:lnTo>
                    <a:pt x="2556224" y="0"/>
                  </a:lnTo>
                  <a:lnTo>
                    <a:pt x="2556224" y="11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78661" y="4293129"/>
              <a:ext cx="367030" cy="1466850"/>
            </a:xfrm>
            <a:custGeom>
              <a:avLst/>
              <a:gdLst/>
              <a:ahLst/>
              <a:cxnLst/>
              <a:rect l="l" t="t" r="r" b="b"/>
              <a:pathLst>
                <a:path w="367029" h="1466850">
                  <a:moveTo>
                    <a:pt x="0" y="1466699"/>
                  </a:moveTo>
                  <a:lnTo>
                    <a:pt x="0" y="366674"/>
                  </a:lnTo>
                  <a:lnTo>
                    <a:pt x="366674" y="0"/>
                  </a:lnTo>
                  <a:lnTo>
                    <a:pt x="366674" y="1100024"/>
                  </a:lnTo>
                  <a:lnTo>
                    <a:pt x="0" y="1466699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22436" y="4293129"/>
              <a:ext cx="2922905" cy="367030"/>
            </a:xfrm>
            <a:custGeom>
              <a:avLst/>
              <a:gdLst/>
              <a:ahLst/>
              <a:cxnLst/>
              <a:rect l="l" t="t" r="r" b="b"/>
              <a:pathLst>
                <a:path w="2922904" h="367029">
                  <a:moveTo>
                    <a:pt x="2556224" y="366674"/>
                  </a:moveTo>
                  <a:lnTo>
                    <a:pt x="0" y="366674"/>
                  </a:lnTo>
                  <a:lnTo>
                    <a:pt x="366674" y="0"/>
                  </a:lnTo>
                  <a:lnTo>
                    <a:pt x="2922899" y="0"/>
                  </a:lnTo>
                  <a:lnTo>
                    <a:pt x="2556224" y="366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22436" y="4293129"/>
              <a:ext cx="2922905" cy="1466850"/>
            </a:xfrm>
            <a:custGeom>
              <a:avLst/>
              <a:gdLst/>
              <a:ahLst/>
              <a:cxnLst/>
              <a:rect l="l" t="t" r="r" b="b"/>
              <a:pathLst>
                <a:path w="2922904" h="1466850">
                  <a:moveTo>
                    <a:pt x="0" y="366674"/>
                  </a:moveTo>
                  <a:lnTo>
                    <a:pt x="366674" y="0"/>
                  </a:lnTo>
                  <a:lnTo>
                    <a:pt x="2922899" y="0"/>
                  </a:lnTo>
                  <a:lnTo>
                    <a:pt x="2922899" y="1100024"/>
                  </a:lnTo>
                  <a:lnTo>
                    <a:pt x="2556224" y="1466699"/>
                  </a:lnTo>
                  <a:lnTo>
                    <a:pt x="0" y="1466699"/>
                  </a:lnTo>
                  <a:lnTo>
                    <a:pt x="0" y="366674"/>
                  </a:lnTo>
                  <a:close/>
                </a:path>
                <a:path w="2922904" h="1466850">
                  <a:moveTo>
                    <a:pt x="0" y="366674"/>
                  </a:moveTo>
                  <a:lnTo>
                    <a:pt x="2556224" y="366674"/>
                  </a:lnTo>
                  <a:lnTo>
                    <a:pt x="2922899" y="0"/>
                  </a:lnTo>
                </a:path>
                <a:path w="2922904" h="1466850">
                  <a:moveTo>
                    <a:pt x="2556224" y="366674"/>
                  </a:moveTo>
                  <a:lnTo>
                    <a:pt x="2556224" y="1466699"/>
                  </a:lnTo>
                </a:path>
              </a:pathLst>
            </a:custGeom>
            <a:ln w="126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267785" y="5067069"/>
            <a:ext cx="466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CNN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82552" y="4208853"/>
            <a:ext cx="7524115" cy="1901825"/>
            <a:chOff x="1382552" y="4208853"/>
            <a:chExt cx="7524115" cy="1901825"/>
          </a:xfrm>
        </p:grpSpPr>
        <p:sp>
          <p:nvSpPr>
            <p:cNvPr id="16" name="object 16"/>
            <p:cNvSpPr/>
            <p:nvPr/>
          </p:nvSpPr>
          <p:spPr>
            <a:xfrm>
              <a:off x="8555601" y="4215203"/>
              <a:ext cx="344805" cy="280670"/>
            </a:xfrm>
            <a:custGeom>
              <a:avLst/>
              <a:gdLst/>
              <a:ahLst/>
              <a:cxnLst/>
              <a:rect l="l" t="t" r="r" b="b"/>
              <a:pathLst>
                <a:path w="344804" h="280670">
                  <a:moveTo>
                    <a:pt x="258299" y="280499"/>
                  </a:moveTo>
                  <a:lnTo>
                    <a:pt x="86099" y="280499"/>
                  </a:lnTo>
                  <a:lnTo>
                    <a:pt x="86099" y="140249"/>
                  </a:lnTo>
                  <a:lnTo>
                    <a:pt x="0" y="140249"/>
                  </a:lnTo>
                  <a:lnTo>
                    <a:pt x="172199" y="0"/>
                  </a:lnTo>
                  <a:lnTo>
                    <a:pt x="344399" y="140249"/>
                  </a:lnTo>
                  <a:lnTo>
                    <a:pt x="258299" y="140249"/>
                  </a:lnTo>
                  <a:lnTo>
                    <a:pt x="258299" y="2804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55601" y="4215203"/>
              <a:ext cx="344805" cy="280670"/>
            </a:xfrm>
            <a:custGeom>
              <a:avLst/>
              <a:gdLst/>
              <a:ahLst/>
              <a:cxnLst/>
              <a:rect l="l" t="t" r="r" b="b"/>
              <a:pathLst>
                <a:path w="344804" h="280670">
                  <a:moveTo>
                    <a:pt x="0" y="140249"/>
                  </a:moveTo>
                  <a:lnTo>
                    <a:pt x="172199" y="0"/>
                  </a:lnTo>
                  <a:lnTo>
                    <a:pt x="344399" y="140249"/>
                  </a:lnTo>
                  <a:lnTo>
                    <a:pt x="258299" y="140249"/>
                  </a:lnTo>
                  <a:lnTo>
                    <a:pt x="258299" y="280499"/>
                  </a:lnTo>
                  <a:lnTo>
                    <a:pt x="86099" y="280499"/>
                  </a:lnTo>
                  <a:lnTo>
                    <a:pt x="86099" y="140249"/>
                  </a:lnTo>
                  <a:lnTo>
                    <a:pt x="0" y="140249"/>
                  </a:lnTo>
                  <a:close/>
                </a:path>
              </a:pathLst>
            </a:custGeom>
            <a:ln w="12699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2552" y="5102291"/>
              <a:ext cx="3215944" cy="100834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021715" y="4659805"/>
              <a:ext cx="2556510" cy="1100455"/>
            </a:xfrm>
            <a:custGeom>
              <a:avLst/>
              <a:gdLst/>
              <a:ahLst/>
              <a:cxnLst/>
              <a:rect l="l" t="t" r="r" b="b"/>
              <a:pathLst>
                <a:path w="2556510" h="1100454">
                  <a:moveTo>
                    <a:pt x="2556224" y="1100024"/>
                  </a:moveTo>
                  <a:lnTo>
                    <a:pt x="0" y="1100024"/>
                  </a:lnTo>
                  <a:lnTo>
                    <a:pt x="0" y="0"/>
                  </a:lnTo>
                  <a:lnTo>
                    <a:pt x="2556224" y="0"/>
                  </a:lnTo>
                  <a:lnTo>
                    <a:pt x="2556224" y="11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7940" y="4293130"/>
              <a:ext cx="367030" cy="1466850"/>
            </a:xfrm>
            <a:custGeom>
              <a:avLst/>
              <a:gdLst/>
              <a:ahLst/>
              <a:cxnLst/>
              <a:rect l="l" t="t" r="r" b="b"/>
              <a:pathLst>
                <a:path w="367029" h="1466850">
                  <a:moveTo>
                    <a:pt x="0" y="1466699"/>
                  </a:moveTo>
                  <a:lnTo>
                    <a:pt x="0" y="366674"/>
                  </a:lnTo>
                  <a:lnTo>
                    <a:pt x="366674" y="0"/>
                  </a:lnTo>
                  <a:lnTo>
                    <a:pt x="366674" y="1100024"/>
                  </a:lnTo>
                  <a:lnTo>
                    <a:pt x="0" y="1466699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21715" y="4293130"/>
              <a:ext cx="2922905" cy="367030"/>
            </a:xfrm>
            <a:custGeom>
              <a:avLst/>
              <a:gdLst/>
              <a:ahLst/>
              <a:cxnLst/>
              <a:rect l="l" t="t" r="r" b="b"/>
              <a:pathLst>
                <a:path w="2922904" h="367029">
                  <a:moveTo>
                    <a:pt x="2556224" y="366674"/>
                  </a:moveTo>
                  <a:lnTo>
                    <a:pt x="0" y="366674"/>
                  </a:lnTo>
                  <a:lnTo>
                    <a:pt x="366674" y="0"/>
                  </a:lnTo>
                  <a:lnTo>
                    <a:pt x="2922899" y="0"/>
                  </a:lnTo>
                  <a:lnTo>
                    <a:pt x="2556224" y="366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21715" y="4293130"/>
              <a:ext cx="2922905" cy="1466850"/>
            </a:xfrm>
            <a:custGeom>
              <a:avLst/>
              <a:gdLst/>
              <a:ahLst/>
              <a:cxnLst/>
              <a:rect l="l" t="t" r="r" b="b"/>
              <a:pathLst>
                <a:path w="2922904" h="1466850">
                  <a:moveTo>
                    <a:pt x="0" y="366674"/>
                  </a:moveTo>
                  <a:lnTo>
                    <a:pt x="366674" y="0"/>
                  </a:lnTo>
                  <a:lnTo>
                    <a:pt x="2922899" y="0"/>
                  </a:lnTo>
                  <a:lnTo>
                    <a:pt x="2922899" y="1100024"/>
                  </a:lnTo>
                  <a:lnTo>
                    <a:pt x="2556224" y="1466699"/>
                  </a:lnTo>
                  <a:lnTo>
                    <a:pt x="0" y="1466699"/>
                  </a:lnTo>
                  <a:lnTo>
                    <a:pt x="0" y="366674"/>
                  </a:lnTo>
                  <a:close/>
                </a:path>
                <a:path w="2922904" h="1466850">
                  <a:moveTo>
                    <a:pt x="0" y="366674"/>
                  </a:moveTo>
                  <a:lnTo>
                    <a:pt x="2556224" y="366674"/>
                  </a:lnTo>
                  <a:lnTo>
                    <a:pt x="2922899" y="0"/>
                  </a:lnTo>
                </a:path>
                <a:path w="2922904" h="1466850">
                  <a:moveTo>
                    <a:pt x="2556224" y="366674"/>
                  </a:moveTo>
                  <a:lnTo>
                    <a:pt x="2556224" y="1466699"/>
                  </a:lnTo>
                </a:path>
              </a:pathLst>
            </a:custGeom>
            <a:ln w="126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309283" y="3680309"/>
            <a:ext cx="11093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Arial MT"/>
                <a:cs typeface="Arial MT"/>
              </a:rPr>
              <a:t>feature</a:t>
            </a:r>
            <a:r>
              <a:rPr sz="1600" spc="-8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C00000"/>
                </a:solidFill>
                <a:latin typeface="Arial MT"/>
                <a:cs typeface="Arial MT"/>
              </a:rPr>
              <a:t>map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14818" y="2074672"/>
            <a:ext cx="1606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proposals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463087" y="914400"/>
            <a:ext cx="3209925" cy="2526665"/>
            <a:chOff x="7463087" y="914400"/>
            <a:chExt cx="3209925" cy="2526665"/>
          </a:xfrm>
        </p:grpSpPr>
        <p:sp>
          <p:nvSpPr>
            <p:cNvPr id="26" name="object 26"/>
            <p:cNvSpPr/>
            <p:nvPr/>
          </p:nvSpPr>
          <p:spPr>
            <a:xfrm>
              <a:off x="9344147" y="2209798"/>
              <a:ext cx="409575" cy="1224915"/>
            </a:xfrm>
            <a:custGeom>
              <a:avLst/>
              <a:gdLst/>
              <a:ahLst/>
              <a:cxnLst/>
              <a:rect l="l" t="t" r="r" b="b"/>
              <a:pathLst>
                <a:path w="409575" h="1224914">
                  <a:moveTo>
                    <a:pt x="307124" y="1224899"/>
                  </a:moveTo>
                  <a:lnTo>
                    <a:pt x="102374" y="1224899"/>
                  </a:lnTo>
                  <a:lnTo>
                    <a:pt x="102374" y="204749"/>
                  </a:lnTo>
                  <a:lnTo>
                    <a:pt x="0" y="204749"/>
                  </a:lnTo>
                  <a:lnTo>
                    <a:pt x="204749" y="0"/>
                  </a:lnTo>
                  <a:lnTo>
                    <a:pt x="409499" y="204749"/>
                  </a:lnTo>
                  <a:lnTo>
                    <a:pt x="307124" y="204749"/>
                  </a:lnTo>
                  <a:lnTo>
                    <a:pt x="307124" y="12248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344147" y="2209798"/>
              <a:ext cx="409575" cy="1224915"/>
            </a:xfrm>
            <a:custGeom>
              <a:avLst/>
              <a:gdLst/>
              <a:ahLst/>
              <a:cxnLst/>
              <a:rect l="l" t="t" r="r" b="b"/>
              <a:pathLst>
                <a:path w="409575" h="1224914">
                  <a:moveTo>
                    <a:pt x="0" y="204749"/>
                  </a:moveTo>
                  <a:lnTo>
                    <a:pt x="204749" y="0"/>
                  </a:lnTo>
                  <a:lnTo>
                    <a:pt x="409499" y="204749"/>
                  </a:lnTo>
                  <a:lnTo>
                    <a:pt x="307124" y="204749"/>
                  </a:lnTo>
                  <a:lnTo>
                    <a:pt x="307124" y="1224899"/>
                  </a:lnTo>
                  <a:lnTo>
                    <a:pt x="102374" y="1224899"/>
                  </a:lnTo>
                  <a:lnTo>
                    <a:pt x="102374" y="204749"/>
                  </a:lnTo>
                  <a:lnTo>
                    <a:pt x="0" y="204749"/>
                  </a:lnTo>
                  <a:close/>
                </a:path>
              </a:pathLst>
            </a:custGeom>
            <a:ln w="12699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763586" y="2116061"/>
              <a:ext cx="469265" cy="541020"/>
            </a:xfrm>
            <a:custGeom>
              <a:avLst/>
              <a:gdLst/>
              <a:ahLst/>
              <a:cxnLst/>
              <a:rect l="l" t="t" r="r" b="b"/>
              <a:pathLst>
                <a:path w="469265" h="541019">
                  <a:moveTo>
                    <a:pt x="165599" y="540501"/>
                  </a:moveTo>
                  <a:lnTo>
                    <a:pt x="0" y="425451"/>
                  </a:lnTo>
                  <a:lnTo>
                    <a:pt x="220495" y="108074"/>
                  </a:lnTo>
                  <a:lnTo>
                    <a:pt x="137695" y="50549"/>
                  </a:lnTo>
                  <a:lnTo>
                    <a:pt x="418346" y="0"/>
                  </a:lnTo>
                  <a:lnTo>
                    <a:pt x="468896" y="280649"/>
                  </a:lnTo>
                  <a:lnTo>
                    <a:pt x="386096" y="223124"/>
                  </a:lnTo>
                  <a:lnTo>
                    <a:pt x="165599" y="540501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63586" y="2116061"/>
              <a:ext cx="469265" cy="541020"/>
            </a:xfrm>
            <a:custGeom>
              <a:avLst/>
              <a:gdLst/>
              <a:ahLst/>
              <a:cxnLst/>
              <a:rect l="l" t="t" r="r" b="b"/>
              <a:pathLst>
                <a:path w="469265" h="541019">
                  <a:moveTo>
                    <a:pt x="468896" y="280649"/>
                  </a:moveTo>
                  <a:lnTo>
                    <a:pt x="418346" y="0"/>
                  </a:lnTo>
                  <a:lnTo>
                    <a:pt x="137695" y="50549"/>
                  </a:lnTo>
                  <a:lnTo>
                    <a:pt x="220495" y="108074"/>
                  </a:lnTo>
                  <a:lnTo>
                    <a:pt x="0" y="425451"/>
                  </a:lnTo>
                  <a:lnTo>
                    <a:pt x="165599" y="540501"/>
                  </a:lnTo>
                  <a:lnTo>
                    <a:pt x="386096" y="223124"/>
                  </a:lnTo>
                  <a:lnTo>
                    <a:pt x="468896" y="280649"/>
                  </a:lnTo>
                  <a:close/>
                </a:path>
              </a:pathLst>
            </a:custGeom>
            <a:ln w="12699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3087" y="914400"/>
              <a:ext cx="3103313" cy="121919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160000" y="1676399"/>
              <a:ext cx="508000" cy="228600"/>
            </a:xfrm>
            <a:custGeom>
              <a:avLst/>
              <a:gdLst/>
              <a:ahLst/>
              <a:cxnLst/>
              <a:rect l="l" t="t" r="r" b="b"/>
              <a:pathLst>
                <a:path w="508000" h="228600">
                  <a:moveTo>
                    <a:pt x="5078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507899" y="0"/>
                  </a:lnTo>
                  <a:lnTo>
                    <a:pt x="507899" y="22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160000" y="1676399"/>
              <a:ext cx="508000" cy="228600"/>
            </a:xfrm>
            <a:custGeom>
              <a:avLst/>
              <a:gdLst/>
              <a:ahLst/>
              <a:cxnLst/>
              <a:rect l="l" t="t" r="r" b="b"/>
              <a:pathLst>
                <a:path w="508000" h="228600">
                  <a:moveTo>
                    <a:pt x="0" y="0"/>
                  </a:moveTo>
                  <a:lnTo>
                    <a:pt x="507899" y="0"/>
                  </a:lnTo>
                  <a:lnTo>
                    <a:pt x="507899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067065" y="5067069"/>
            <a:ext cx="466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CNN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348530" y="4207605"/>
            <a:ext cx="3705225" cy="909955"/>
            <a:chOff x="3348530" y="4207605"/>
            <a:chExt cx="3705225" cy="909955"/>
          </a:xfrm>
        </p:grpSpPr>
        <p:sp>
          <p:nvSpPr>
            <p:cNvPr id="35" name="object 35"/>
            <p:cNvSpPr/>
            <p:nvPr/>
          </p:nvSpPr>
          <p:spPr>
            <a:xfrm>
              <a:off x="3354880" y="4213955"/>
              <a:ext cx="344805" cy="280670"/>
            </a:xfrm>
            <a:custGeom>
              <a:avLst/>
              <a:gdLst/>
              <a:ahLst/>
              <a:cxnLst/>
              <a:rect l="l" t="t" r="r" b="b"/>
              <a:pathLst>
                <a:path w="344804" h="280670">
                  <a:moveTo>
                    <a:pt x="258299" y="280499"/>
                  </a:moveTo>
                  <a:lnTo>
                    <a:pt x="86099" y="280499"/>
                  </a:lnTo>
                  <a:lnTo>
                    <a:pt x="86099" y="140249"/>
                  </a:lnTo>
                  <a:lnTo>
                    <a:pt x="0" y="140249"/>
                  </a:lnTo>
                  <a:lnTo>
                    <a:pt x="172199" y="0"/>
                  </a:lnTo>
                  <a:lnTo>
                    <a:pt x="344399" y="140249"/>
                  </a:lnTo>
                  <a:lnTo>
                    <a:pt x="258299" y="140249"/>
                  </a:lnTo>
                  <a:lnTo>
                    <a:pt x="258299" y="2804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54880" y="4213955"/>
              <a:ext cx="344805" cy="280670"/>
            </a:xfrm>
            <a:custGeom>
              <a:avLst/>
              <a:gdLst/>
              <a:ahLst/>
              <a:cxnLst/>
              <a:rect l="l" t="t" r="r" b="b"/>
              <a:pathLst>
                <a:path w="344804" h="280670">
                  <a:moveTo>
                    <a:pt x="0" y="140249"/>
                  </a:moveTo>
                  <a:lnTo>
                    <a:pt x="172199" y="0"/>
                  </a:lnTo>
                  <a:lnTo>
                    <a:pt x="344399" y="140249"/>
                  </a:lnTo>
                  <a:lnTo>
                    <a:pt x="258299" y="140249"/>
                  </a:lnTo>
                  <a:lnTo>
                    <a:pt x="258299" y="280499"/>
                  </a:lnTo>
                  <a:lnTo>
                    <a:pt x="86099" y="280499"/>
                  </a:lnTo>
                  <a:lnTo>
                    <a:pt x="86099" y="140249"/>
                  </a:lnTo>
                  <a:lnTo>
                    <a:pt x="0" y="140249"/>
                  </a:lnTo>
                  <a:close/>
                </a:path>
              </a:pathLst>
            </a:custGeom>
            <a:ln w="12699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029200" y="4952999"/>
              <a:ext cx="1640839" cy="0"/>
            </a:xfrm>
            <a:custGeom>
              <a:avLst/>
              <a:gdLst/>
              <a:ahLst/>
              <a:cxnLst/>
              <a:rect l="l" t="t" r="r" b="b"/>
              <a:pathLst>
                <a:path w="1640840">
                  <a:moveTo>
                    <a:pt x="0" y="0"/>
                  </a:moveTo>
                  <a:lnTo>
                    <a:pt x="1640399" y="0"/>
                  </a:lnTo>
                </a:path>
              </a:pathLst>
            </a:custGeom>
            <a:ln w="76199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83397" y="482713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2" y="251723"/>
                  </a:moveTo>
                  <a:lnTo>
                    <a:pt x="0" y="125861"/>
                  </a:lnTo>
                  <a:lnTo>
                    <a:pt x="345802" y="0"/>
                  </a:lnTo>
                  <a:lnTo>
                    <a:pt x="345802" y="25172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83397" y="482713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2" y="0"/>
                  </a:moveTo>
                  <a:lnTo>
                    <a:pt x="0" y="125861"/>
                  </a:lnTo>
                  <a:lnTo>
                    <a:pt x="345802" y="251723"/>
                  </a:lnTo>
                  <a:lnTo>
                    <a:pt x="345802" y="0"/>
                  </a:lnTo>
                  <a:close/>
                </a:path>
              </a:pathLst>
            </a:custGeom>
            <a:ln w="76199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669600" y="482713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669600" y="482713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938651" y="3751072"/>
            <a:ext cx="11093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Arial MT"/>
                <a:cs typeface="Arial MT"/>
              </a:rPr>
              <a:t>feature</a:t>
            </a:r>
            <a:r>
              <a:rPr sz="1600" spc="-8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C00000"/>
                </a:solidFill>
                <a:latin typeface="Arial MT"/>
                <a:cs typeface="Arial MT"/>
              </a:rPr>
              <a:t>map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6174" y="3394895"/>
            <a:ext cx="23291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Proposal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Network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449637" y="2637413"/>
            <a:ext cx="1431925" cy="847725"/>
            <a:chOff x="3449637" y="2637413"/>
            <a:chExt cx="1431925" cy="847725"/>
          </a:xfrm>
        </p:grpSpPr>
        <p:sp>
          <p:nvSpPr>
            <p:cNvPr id="45" name="object 45"/>
            <p:cNvSpPr/>
            <p:nvPr/>
          </p:nvSpPr>
          <p:spPr>
            <a:xfrm>
              <a:off x="3454399" y="2642175"/>
              <a:ext cx="1422400" cy="838200"/>
            </a:xfrm>
            <a:custGeom>
              <a:avLst/>
              <a:gdLst/>
              <a:ahLst/>
              <a:cxnLst/>
              <a:rect l="l" t="t" r="r" b="b"/>
              <a:pathLst>
                <a:path w="1422400" h="838200">
                  <a:moveTo>
                    <a:pt x="158754" y="838200"/>
                  </a:moveTo>
                  <a:lnTo>
                    <a:pt x="0" y="838200"/>
                  </a:lnTo>
                  <a:lnTo>
                    <a:pt x="0" y="496884"/>
                  </a:lnTo>
                  <a:lnTo>
                    <a:pt x="2857" y="450885"/>
                  </a:lnTo>
                  <a:lnTo>
                    <a:pt x="11199" y="406590"/>
                  </a:lnTo>
                  <a:lnTo>
                    <a:pt x="24683" y="364344"/>
                  </a:lnTo>
                  <a:lnTo>
                    <a:pt x="42966" y="324491"/>
                  </a:lnTo>
                  <a:lnTo>
                    <a:pt x="65702" y="287374"/>
                  </a:lnTo>
                  <a:lnTo>
                    <a:pt x="92549" y="253336"/>
                  </a:lnTo>
                  <a:lnTo>
                    <a:pt x="123164" y="222722"/>
                  </a:lnTo>
                  <a:lnTo>
                    <a:pt x="157201" y="195875"/>
                  </a:lnTo>
                  <a:lnTo>
                    <a:pt x="194319" y="173138"/>
                  </a:lnTo>
                  <a:lnTo>
                    <a:pt x="234172" y="154856"/>
                  </a:lnTo>
                  <a:lnTo>
                    <a:pt x="276418" y="141372"/>
                  </a:lnTo>
                  <a:lnTo>
                    <a:pt x="320712" y="133029"/>
                  </a:lnTo>
                  <a:lnTo>
                    <a:pt x="366712" y="130172"/>
                  </a:lnTo>
                  <a:lnTo>
                    <a:pt x="1212749" y="130172"/>
                  </a:lnTo>
                  <a:lnTo>
                    <a:pt x="1212749" y="0"/>
                  </a:lnTo>
                  <a:lnTo>
                    <a:pt x="1422299" y="209549"/>
                  </a:lnTo>
                  <a:lnTo>
                    <a:pt x="1342922" y="288927"/>
                  </a:lnTo>
                  <a:lnTo>
                    <a:pt x="366712" y="288927"/>
                  </a:lnTo>
                  <a:lnTo>
                    <a:pt x="319029" y="294419"/>
                  </a:lnTo>
                  <a:lnTo>
                    <a:pt x="275258" y="310064"/>
                  </a:lnTo>
                  <a:lnTo>
                    <a:pt x="236645" y="334613"/>
                  </a:lnTo>
                  <a:lnTo>
                    <a:pt x="204441" y="366818"/>
                  </a:lnTo>
                  <a:lnTo>
                    <a:pt x="179892" y="405430"/>
                  </a:lnTo>
                  <a:lnTo>
                    <a:pt x="164247" y="449202"/>
                  </a:lnTo>
                  <a:lnTo>
                    <a:pt x="158754" y="496884"/>
                  </a:lnTo>
                  <a:lnTo>
                    <a:pt x="158754" y="838200"/>
                  </a:lnTo>
                  <a:close/>
                </a:path>
                <a:path w="1422400" h="838200">
                  <a:moveTo>
                    <a:pt x="1212749" y="419099"/>
                  </a:moveTo>
                  <a:lnTo>
                    <a:pt x="1212749" y="288927"/>
                  </a:lnTo>
                  <a:lnTo>
                    <a:pt x="1342922" y="288927"/>
                  </a:lnTo>
                  <a:lnTo>
                    <a:pt x="1212749" y="4190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54400" y="2642175"/>
              <a:ext cx="1422400" cy="838200"/>
            </a:xfrm>
            <a:custGeom>
              <a:avLst/>
              <a:gdLst/>
              <a:ahLst/>
              <a:cxnLst/>
              <a:rect l="l" t="t" r="r" b="b"/>
              <a:pathLst>
                <a:path w="1422400" h="838200">
                  <a:moveTo>
                    <a:pt x="0" y="838200"/>
                  </a:moveTo>
                  <a:lnTo>
                    <a:pt x="0" y="496884"/>
                  </a:lnTo>
                  <a:lnTo>
                    <a:pt x="2857" y="450885"/>
                  </a:lnTo>
                  <a:lnTo>
                    <a:pt x="11199" y="406590"/>
                  </a:lnTo>
                  <a:lnTo>
                    <a:pt x="24683" y="364344"/>
                  </a:lnTo>
                  <a:lnTo>
                    <a:pt x="42966" y="324491"/>
                  </a:lnTo>
                  <a:lnTo>
                    <a:pt x="65702" y="287374"/>
                  </a:lnTo>
                  <a:lnTo>
                    <a:pt x="92549" y="253336"/>
                  </a:lnTo>
                  <a:lnTo>
                    <a:pt x="123164" y="222722"/>
                  </a:lnTo>
                  <a:lnTo>
                    <a:pt x="157201" y="195875"/>
                  </a:lnTo>
                  <a:lnTo>
                    <a:pt x="194319" y="173138"/>
                  </a:lnTo>
                  <a:lnTo>
                    <a:pt x="234172" y="154856"/>
                  </a:lnTo>
                  <a:lnTo>
                    <a:pt x="276418" y="141372"/>
                  </a:lnTo>
                  <a:lnTo>
                    <a:pt x="320712" y="133029"/>
                  </a:lnTo>
                  <a:lnTo>
                    <a:pt x="366712" y="130172"/>
                  </a:lnTo>
                  <a:lnTo>
                    <a:pt x="1212749" y="130172"/>
                  </a:lnTo>
                  <a:lnTo>
                    <a:pt x="1212749" y="0"/>
                  </a:lnTo>
                  <a:lnTo>
                    <a:pt x="1422299" y="209549"/>
                  </a:lnTo>
                  <a:lnTo>
                    <a:pt x="1212749" y="419099"/>
                  </a:lnTo>
                  <a:lnTo>
                    <a:pt x="1212749" y="288927"/>
                  </a:lnTo>
                  <a:lnTo>
                    <a:pt x="366712" y="288927"/>
                  </a:lnTo>
                  <a:lnTo>
                    <a:pt x="319029" y="294419"/>
                  </a:lnTo>
                  <a:lnTo>
                    <a:pt x="275258" y="310064"/>
                  </a:lnTo>
                  <a:lnTo>
                    <a:pt x="236645" y="334613"/>
                  </a:lnTo>
                  <a:lnTo>
                    <a:pt x="204441" y="366818"/>
                  </a:lnTo>
                  <a:lnTo>
                    <a:pt x="179892" y="405430"/>
                  </a:lnTo>
                  <a:lnTo>
                    <a:pt x="164247" y="449202"/>
                  </a:lnTo>
                  <a:lnTo>
                    <a:pt x="158754" y="496884"/>
                  </a:lnTo>
                  <a:lnTo>
                    <a:pt x="158754" y="838200"/>
                  </a:lnTo>
                  <a:lnTo>
                    <a:pt x="0" y="83820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9385" y="6290496"/>
            <a:ext cx="117322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40070" marR="5080" indent="-562800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S.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Ren,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K.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He,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R.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Girshick,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J.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Sun,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Faster</a:t>
            </a:r>
            <a:r>
              <a:rPr sz="16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R-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CNN:</a:t>
            </a:r>
            <a:r>
              <a:rPr sz="1600" u="heavy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6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Towards</a:t>
            </a:r>
            <a:r>
              <a:rPr sz="16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Real-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Time</a:t>
            </a:r>
            <a:r>
              <a:rPr sz="16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Object</a:t>
            </a:r>
            <a:r>
              <a:rPr sz="16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Detection</a:t>
            </a:r>
            <a:r>
              <a:rPr sz="16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with</a:t>
            </a:r>
            <a:r>
              <a:rPr sz="16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Region</a:t>
            </a:r>
            <a:r>
              <a:rPr sz="16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Proposal</a:t>
            </a:r>
            <a:r>
              <a:rPr sz="16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Networks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NIPS 2015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223604" y="4555518"/>
            <a:ext cx="13246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Arial MT"/>
                <a:cs typeface="Arial MT"/>
              </a:rPr>
              <a:t>share</a:t>
            </a:r>
            <a:r>
              <a:rPr sz="16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C00000"/>
                </a:solidFill>
                <a:latin typeface="Arial MT"/>
                <a:cs typeface="Arial MT"/>
              </a:rPr>
              <a:t>features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4217141" y="475437"/>
            <a:ext cx="308165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Faster</a:t>
            </a:r>
            <a:r>
              <a:rPr spc="10" dirty="0"/>
              <a:t> </a:t>
            </a:r>
            <a:r>
              <a:rPr spc="-35" dirty="0"/>
              <a:t>R-</a:t>
            </a:r>
            <a:r>
              <a:rPr spc="-25" dirty="0"/>
              <a:t>CNN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49ED474-CE37-878A-5915-63102E8E0E18}"/>
                  </a:ext>
                </a:extLst>
              </p14:cNvPr>
              <p14:cNvContentPartPr/>
              <p14:nvPr/>
            </p14:nvContentPartPr>
            <p14:xfrm>
              <a:off x="280440" y="6591960"/>
              <a:ext cx="563400" cy="165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49ED474-CE37-878A-5915-63102E8E0E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4240" y="6575760"/>
                <a:ext cx="595800" cy="4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100"/>
              </a:spcBef>
            </a:pPr>
            <a:r>
              <a:rPr dirty="0"/>
              <a:t>Region</a:t>
            </a:r>
            <a:r>
              <a:rPr spc="-120" dirty="0"/>
              <a:t> </a:t>
            </a:r>
            <a:r>
              <a:rPr dirty="0"/>
              <a:t>Proposal</a:t>
            </a:r>
            <a:r>
              <a:rPr spc="-114" dirty="0"/>
              <a:t> </a:t>
            </a:r>
            <a:r>
              <a:rPr dirty="0"/>
              <a:t>Network</a:t>
            </a:r>
            <a:r>
              <a:rPr spc="-114" dirty="0"/>
              <a:t> </a:t>
            </a:r>
            <a:r>
              <a:rPr spc="-20" dirty="0"/>
              <a:t>(RPN)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0250" y="4882612"/>
            <a:ext cx="3942079" cy="1476375"/>
            <a:chOff x="310250" y="4882612"/>
            <a:chExt cx="3942079" cy="1476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601" y="5377228"/>
              <a:ext cx="3928964" cy="9749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6600" y="5377227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36"/>
                  </a:moveTo>
                  <a:lnTo>
                    <a:pt x="901124" y="0"/>
                  </a:lnTo>
                  <a:lnTo>
                    <a:pt x="3928964" y="0"/>
                  </a:lnTo>
                  <a:lnTo>
                    <a:pt x="3027840" y="974936"/>
                  </a:lnTo>
                  <a:lnTo>
                    <a:pt x="0" y="974936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8543" y="5183502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06" y="883617"/>
                  </a:moveTo>
                  <a:lnTo>
                    <a:pt x="0" y="883617"/>
                  </a:lnTo>
                  <a:lnTo>
                    <a:pt x="0" y="0"/>
                  </a:lnTo>
                  <a:lnTo>
                    <a:pt x="1991706" y="0"/>
                  </a:lnTo>
                  <a:lnTo>
                    <a:pt x="1991706" y="883617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0249" y="4888962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157"/>
                  </a:moveTo>
                  <a:lnTo>
                    <a:pt x="0" y="294539"/>
                  </a:lnTo>
                  <a:lnTo>
                    <a:pt x="294539" y="0"/>
                  </a:lnTo>
                  <a:lnTo>
                    <a:pt x="294539" y="883618"/>
                  </a:lnTo>
                  <a:lnTo>
                    <a:pt x="0" y="1178157"/>
                  </a:lnTo>
                  <a:close/>
                </a:path>
              </a:pathLst>
            </a:custGeom>
            <a:solidFill>
              <a:srgbClr val="CBCBCB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43" y="4888962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06" y="294539"/>
                  </a:moveTo>
                  <a:lnTo>
                    <a:pt x="0" y="294539"/>
                  </a:lnTo>
                  <a:lnTo>
                    <a:pt x="294539" y="0"/>
                  </a:lnTo>
                  <a:lnTo>
                    <a:pt x="2286245" y="0"/>
                  </a:lnTo>
                  <a:lnTo>
                    <a:pt x="1991706" y="294539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8543" y="4888962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39"/>
                  </a:moveTo>
                  <a:lnTo>
                    <a:pt x="294539" y="0"/>
                  </a:lnTo>
                  <a:lnTo>
                    <a:pt x="2286245" y="0"/>
                  </a:lnTo>
                  <a:lnTo>
                    <a:pt x="2286245" y="883618"/>
                  </a:lnTo>
                  <a:lnTo>
                    <a:pt x="1991706" y="1178157"/>
                  </a:lnTo>
                  <a:lnTo>
                    <a:pt x="0" y="1178157"/>
                  </a:lnTo>
                  <a:lnTo>
                    <a:pt x="0" y="294539"/>
                  </a:lnTo>
                  <a:close/>
                </a:path>
                <a:path w="2286635" h="1178560">
                  <a:moveTo>
                    <a:pt x="0" y="294539"/>
                  </a:moveTo>
                  <a:lnTo>
                    <a:pt x="1991706" y="294539"/>
                  </a:lnTo>
                  <a:lnTo>
                    <a:pt x="2286245" y="0"/>
                  </a:lnTo>
                </a:path>
                <a:path w="2286635" h="1178560">
                  <a:moveTo>
                    <a:pt x="1991706" y="294539"/>
                  </a:moveTo>
                  <a:lnTo>
                    <a:pt x="1991706" y="1178157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86505" y="5482563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770226"/>
            <a:ext cx="6569709" cy="3338829"/>
            <a:chOff x="0" y="1770226"/>
            <a:chExt cx="6569709" cy="3338829"/>
          </a:xfrm>
        </p:grpSpPr>
        <p:sp>
          <p:nvSpPr>
            <p:cNvPr id="13" name="object 13"/>
            <p:cNvSpPr/>
            <p:nvPr/>
          </p:nvSpPr>
          <p:spPr>
            <a:xfrm>
              <a:off x="1198543" y="4812670"/>
              <a:ext cx="2286635" cy="289560"/>
            </a:xfrm>
            <a:custGeom>
              <a:avLst/>
              <a:gdLst/>
              <a:ahLst/>
              <a:cxnLst/>
              <a:rect l="l" t="t" r="r" b="b"/>
              <a:pathLst>
                <a:path w="2286635" h="289560">
                  <a:moveTo>
                    <a:pt x="2018697" y="289463"/>
                  </a:moveTo>
                  <a:lnTo>
                    <a:pt x="0" y="289463"/>
                  </a:lnTo>
                  <a:lnTo>
                    <a:pt x="267548" y="0"/>
                  </a:lnTo>
                  <a:lnTo>
                    <a:pt x="2286245" y="0"/>
                  </a:lnTo>
                  <a:lnTo>
                    <a:pt x="2018697" y="289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98543" y="4812670"/>
              <a:ext cx="2286635" cy="289560"/>
            </a:xfrm>
            <a:custGeom>
              <a:avLst/>
              <a:gdLst/>
              <a:ahLst/>
              <a:cxnLst/>
              <a:rect l="l" t="t" r="r" b="b"/>
              <a:pathLst>
                <a:path w="2286635" h="289560">
                  <a:moveTo>
                    <a:pt x="0" y="289463"/>
                  </a:moveTo>
                  <a:lnTo>
                    <a:pt x="267548" y="0"/>
                  </a:lnTo>
                  <a:lnTo>
                    <a:pt x="2286245" y="0"/>
                  </a:lnTo>
                  <a:lnTo>
                    <a:pt x="2018697" y="289463"/>
                  </a:lnTo>
                  <a:lnTo>
                    <a:pt x="0" y="289463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07988" y="4880799"/>
              <a:ext cx="635000" cy="184785"/>
            </a:xfrm>
            <a:custGeom>
              <a:avLst/>
              <a:gdLst/>
              <a:ahLst/>
              <a:cxnLst/>
              <a:rect l="l" t="t" r="r" b="b"/>
              <a:pathLst>
                <a:path w="635000" h="184785">
                  <a:moveTo>
                    <a:pt x="463967" y="184593"/>
                  </a:moveTo>
                  <a:lnTo>
                    <a:pt x="0" y="184593"/>
                  </a:lnTo>
                  <a:lnTo>
                    <a:pt x="170617" y="0"/>
                  </a:lnTo>
                  <a:lnTo>
                    <a:pt x="634585" y="0"/>
                  </a:lnTo>
                  <a:lnTo>
                    <a:pt x="463967" y="1845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07988" y="4880799"/>
              <a:ext cx="635000" cy="184785"/>
            </a:xfrm>
            <a:custGeom>
              <a:avLst/>
              <a:gdLst/>
              <a:ahLst/>
              <a:cxnLst/>
              <a:rect l="l" t="t" r="r" b="b"/>
              <a:pathLst>
                <a:path w="635000" h="184785">
                  <a:moveTo>
                    <a:pt x="0" y="184593"/>
                  </a:moveTo>
                  <a:lnTo>
                    <a:pt x="170617" y="0"/>
                  </a:lnTo>
                  <a:lnTo>
                    <a:pt x="634585" y="0"/>
                  </a:lnTo>
                  <a:lnTo>
                    <a:pt x="463967" y="184593"/>
                  </a:lnTo>
                  <a:lnTo>
                    <a:pt x="0" y="184593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24338" y="4960285"/>
              <a:ext cx="722630" cy="75565"/>
            </a:xfrm>
            <a:custGeom>
              <a:avLst/>
              <a:gdLst/>
              <a:ahLst/>
              <a:cxnLst/>
              <a:rect l="l" t="t" r="r" b="b"/>
              <a:pathLst>
                <a:path w="722630" h="75564">
                  <a:moveTo>
                    <a:pt x="652704" y="75253"/>
                  </a:moveTo>
                  <a:lnTo>
                    <a:pt x="0" y="75253"/>
                  </a:lnTo>
                  <a:lnTo>
                    <a:pt x="69555" y="0"/>
                  </a:lnTo>
                  <a:lnTo>
                    <a:pt x="722259" y="0"/>
                  </a:lnTo>
                  <a:lnTo>
                    <a:pt x="652704" y="752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24338" y="4960285"/>
              <a:ext cx="722630" cy="75565"/>
            </a:xfrm>
            <a:custGeom>
              <a:avLst/>
              <a:gdLst/>
              <a:ahLst/>
              <a:cxnLst/>
              <a:rect l="l" t="t" r="r" b="b"/>
              <a:pathLst>
                <a:path w="722630" h="75564">
                  <a:moveTo>
                    <a:pt x="0" y="75253"/>
                  </a:moveTo>
                  <a:lnTo>
                    <a:pt x="69555" y="0"/>
                  </a:lnTo>
                  <a:lnTo>
                    <a:pt x="722259" y="0"/>
                  </a:lnTo>
                  <a:lnTo>
                    <a:pt x="652704" y="75253"/>
                  </a:lnTo>
                  <a:lnTo>
                    <a:pt x="0" y="75253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6672" y="4848866"/>
              <a:ext cx="565785" cy="216535"/>
            </a:xfrm>
            <a:custGeom>
              <a:avLst/>
              <a:gdLst/>
              <a:ahLst/>
              <a:cxnLst/>
              <a:rect l="l" t="t" r="r" b="b"/>
              <a:pathLst>
                <a:path w="565785" h="216535">
                  <a:moveTo>
                    <a:pt x="365480" y="216445"/>
                  </a:moveTo>
                  <a:lnTo>
                    <a:pt x="0" y="216445"/>
                  </a:lnTo>
                  <a:lnTo>
                    <a:pt x="200058" y="0"/>
                  </a:lnTo>
                  <a:lnTo>
                    <a:pt x="565538" y="0"/>
                  </a:lnTo>
                  <a:lnTo>
                    <a:pt x="365480" y="2164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6672" y="4848866"/>
              <a:ext cx="565785" cy="216535"/>
            </a:xfrm>
            <a:custGeom>
              <a:avLst/>
              <a:gdLst/>
              <a:ahLst/>
              <a:cxnLst/>
              <a:rect l="l" t="t" r="r" b="b"/>
              <a:pathLst>
                <a:path w="565785" h="216535">
                  <a:moveTo>
                    <a:pt x="0" y="216445"/>
                  </a:moveTo>
                  <a:lnTo>
                    <a:pt x="200058" y="0"/>
                  </a:lnTo>
                  <a:lnTo>
                    <a:pt x="565538" y="0"/>
                  </a:lnTo>
                  <a:lnTo>
                    <a:pt x="365480" y="216445"/>
                  </a:lnTo>
                  <a:lnTo>
                    <a:pt x="0" y="216445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5337" y="4743867"/>
              <a:ext cx="213382" cy="2000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9888" y="4813065"/>
              <a:ext cx="213382" cy="2000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4440" y="4775810"/>
              <a:ext cx="213382" cy="20008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770226"/>
              <a:ext cx="6569334" cy="298007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642361" y="1659652"/>
            <a:ext cx="5419090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Small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network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applied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conv5 </a:t>
            </a: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map.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Arial MT"/>
                <a:cs typeface="Arial MT"/>
              </a:rPr>
              <a:t>Predicts:</a:t>
            </a:r>
            <a:endParaRPr sz="2800">
              <a:latin typeface="Arial MT"/>
              <a:cs typeface="Arial MT"/>
            </a:endParaRPr>
          </a:p>
          <a:p>
            <a:pPr marL="467995" indent="-402590" algn="just">
              <a:lnSpc>
                <a:spcPct val="100000"/>
              </a:lnSpc>
              <a:buChar char="•"/>
              <a:tabLst>
                <a:tab pos="467995" algn="l"/>
              </a:tabLst>
            </a:pPr>
            <a:r>
              <a:rPr sz="2800" dirty="0">
                <a:latin typeface="Arial MT"/>
                <a:cs typeface="Arial MT"/>
              </a:rPr>
              <a:t>good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box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(classification),</a:t>
            </a:r>
            <a:endParaRPr sz="2800">
              <a:latin typeface="Arial MT"/>
              <a:cs typeface="Arial MT"/>
            </a:endParaRPr>
          </a:p>
          <a:p>
            <a:pPr marL="12700" marR="5080" indent="455295" algn="just">
              <a:lnSpc>
                <a:spcPct val="100000"/>
              </a:lnSpc>
              <a:buChar char="•"/>
              <a:tabLst>
                <a:tab pos="467995" algn="l"/>
              </a:tabLst>
            </a:pP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modify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box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(regression)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“anchors”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boxes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relative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position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map.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092" y="6568510"/>
            <a:ext cx="15557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Source: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R.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Girshick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7BF5908-BE6E-CF25-CA15-FD647E6A93A3}"/>
                  </a:ext>
                </a:extLst>
              </p14:cNvPr>
              <p14:cNvContentPartPr/>
              <p14:nvPr/>
            </p14:nvContentPartPr>
            <p14:xfrm>
              <a:off x="5099400" y="1355760"/>
              <a:ext cx="1789560" cy="794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7BF5908-BE6E-CF25-CA15-FD647E6A93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83200" y="1339560"/>
                <a:ext cx="1821960" cy="82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2340">
              <a:lnSpc>
                <a:spcPct val="100000"/>
              </a:lnSpc>
              <a:spcBef>
                <a:spcPts val="100"/>
              </a:spcBef>
            </a:pPr>
            <a:r>
              <a:rPr dirty="0"/>
              <a:t>ROI</a:t>
            </a:r>
            <a:r>
              <a:rPr spc="-20" dirty="0"/>
              <a:t> </a:t>
            </a:r>
            <a:r>
              <a:rPr spc="-10" dirty="0"/>
              <a:t>Pooling/Align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0246" y="4882703"/>
            <a:ext cx="3942079" cy="1476375"/>
            <a:chOff x="310246" y="4882703"/>
            <a:chExt cx="3942079" cy="1476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96" y="5377335"/>
              <a:ext cx="3928799" cy="974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6596" y="5377335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99"/>
                  </a:moveTo>
                  <a:lnTo>
                    <a:pt x="901182" y="0"/>
                  </a:lnTo>
                  <a:lnTo>
                    <a:pt x="3928799" y="0"/>
                  </a:lnTo>
                  <a:lnTo>
                    <a:pt x="3027617" y="974999"/>
                  </a:lnTo>
                  <a:lnTo>
                    <a:pt x="0" y="974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8532" y="5183578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74" y="883574"/>
                  </a:moveTo>
                  <a:lnTo>
                    <a:pt x="0" y="883574"/>
                  </a:lnTo>
                  <a:lnTo>
                    <a:pt x="0" y="0"/>
                  </a:lnTo>
                  <a:lnTo>
                    <a:pt x="1991774" y="0"/>
                  </a:lnTo>
                  <a:lnTo>
                    <a:pt x="1991774" y="88357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0307" y="4889053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099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94524" y="883574"/>
                  </a:lnTo>
                  <a:lnTo>
                    <a:pt x="0" y="1178099"/>
                  </a:lnTo>
                  <a:close/>
                </a:path>
              </a:pathLst>
            </a:custGeom>
            <a:solidFill>
              <a:srgbClr val="CBCBCB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32" y="4889053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74" y="294524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286299" y="0"/>
                  </a:lnTo>
                  <a:lnTo>
                    <a:pt x="1991774" y="29452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8532" y="4889053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24"/>
                  </a:moveTo>
                  <a:lnTo>
                    <a:pt x="294524" y="0"/>
                  </a:lnTo>
                  <a:lnTo>
                    <a:pt x="2286299" y="0"/>
                  </a:lnTo>
                  <a:lnTo>
                    <a:pt x="2286299" y="883574"/>
                  </a:lnTo>
                  <a:lnTo>
                    <a:pt x="1991774" y="1178099"/>
                  </a:lnTo>
                  <a:lnTo>
                    <a:pt x="0" y="1178099"/>
                  </a:lnTo>
                  <a:lnTo>
                    <a:pt x="0" y="294524"/>
                  </a:lnTo>
                  <a:close/>
                </a:path>
                <a:path w="2286635" h="1178560">
                  <a:moveTo>
                    <a:pt x="0" y="294524"/>
                  </a:moveTo>
                  <a:lnTo>
                    <a:pt x="1991774" y="294524"/>
                  </a:lnTo>
                  <a:lnTo>
                    <a:pt x="2286299" y="0"/>
                  </a:lnTo>
                </a:path>
                <a:path w="2286635" h="1178560">
                  <a:moveTo>
                    <a:pt x="1991774" y="294524"/>
                  </a:moveTo>
                  <a:lnTo>
                    <a:pt x="1991774" y="11780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86528" y="5482617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05361" y="4574463"/>
            <a:ext cx="316865" cy="445770"/>
            <a:chOff x="2305361" y="4574463"/>
            <a:chExt cx="316865" cy="445770"/>
          </a:xfrm>
        </p:grpSpPr>
        <p:sp>
          <p:nvSpPr>
            <p:cNvPr id="13" name="object 13"/>
            <p:cNvSpPr/>
            <p:nvPr/>
          </p:nvSpPr>
          <p:spPr>
            <a:xfrm>
              <a:off x="2333936" y="4697435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322799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28766" y="1496857"/>
            <a:ext cx="757110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Given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box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original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image,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calculate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where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box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goes.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2088" y="2350296"/>
            <a:ext cx="628078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100"/>
              </a:spcBef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Example: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H=600,W=800</a:t>
            </a:r>
            <a:endParaRPr sz="28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map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H’=6,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W’=8</a:t>
            </a:r>
            <a:endParaRPr sz="2800">
              <a:latin typeface="Arial MT"/>
              <a:cs typeface="Arial MT"/>
            </a:endParaRPr>
          </a:p>
          <a:p>
            <a:pPr marL="416559" marR="508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Box: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x=50,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top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y=150,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width=250, height=350</a:t>
            </a:r>
            <a:endParaRPr sz="2800">
              <a:latin typeface="Arial MT"/>
              <a:cs typeface="Arial MT"/>
            </a:endParaRPr>
          </a:p>
          <a:p>
            <a:pPr marL="416559" marR="25019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Feature</a:t>
            </a:r>
            <a:r>
              <a:rPr sz="2800" spc="-7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map</a:t>
            </a:r>
            <a:r>
              <a:rPr sz="2800" spc="-7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box:</a:t>
            </a:r>
            <a:r>
              <a:rPr sz="2800" spc="-7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left</a:t>
            </a:r>
            <a:r>
              <a:rPr sz="2800" spc="-7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x=0.5,</a:t>
            </a:r>
            <a:r>
              <a:rPr sz="2800" spc="-70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y</a:t>
            </a:r>
            <a:r>
              <a:rPr sz="2800" spc="-7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4F81BD"/>
                </a:solidFill>
                <a:latin typeface="Arial MT"/>
                <a:cs typeface="Arial MT"/>
              </a:rPr>
              <a:t>=1.5,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width=2.5,</a:t>
            </a:r>
            <a:r>
              <a:rPr sz="2800" spc="-180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4F81BD"/>
                </a:solidFill>
                <a:latin typeface="Arial MT"/>
                <a:cs typeface="Arial MT"/>
              </a:rPr>
              <a:t>height=3.5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9451" y="2416276"/>
            <a:ext cx="3609340" cy="2109470"/>
            <a:chOff x="529451" y="2416276"/>
            <a:chExt cx="3609340" cy="2109470"/>
          </a:xfrm>
        </p:grpSpPr>
        <p:sp>
          <p:nvSpPr>
            <p:cNvPr id="19" name="object 19"/>
            <p:cNvSpPr/>
            <p:nvPr/>
          </p:nvSpPr>
          <p:spPr>
            <a:xfrm>
              <a:off x="535801" y="2620923"/>
              <a:ext cx="3398520" cy="1898014"/>
            </a:xfrm>
            <a:custGeom>
              <a:avLst/>
              <a:gdLst/>
              <a:ahLst/>
              <a:cxnLst/>
              <a:rect l="l" t="t" r="r" b="b"/>
              <a:pathLst>
                <a:path w="3398520" h="1898014">
                  <a:moveTo>
                    <a:pt x="3397973" y="1897866"/>
                  </a:moveTo>
                  <a:lnTo>
                    <a:pt x="0" y="1897866"/>
                  </a:lnTo>
                  <a:lnTo>
                    <a:pt x="0" y="0"/>
                  </a:lnTo>
                  <a:lnTo>
                    <a:pt x="3397973" y="0"/>
                  </a:lnTo>
                  <a:lnTo>
                    <a:pt x="3397973" y="189786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33775" y="2422626"/>
              <a:ext cx="198755" cy="2096770"/>
            </a:xfrm>
            <a:custGeom>
              <a:avLst/>
              <a:gdLst/>
              <a:ahLst/>
              <a:cxnLst/>
              <a:rect l="l" t="t" r="r" b="b"/>
              <a:pathLst>
                <a:path w="198754" h="2096770">
                  <a:moveTo>
                    <a:pt x="0" y="2096163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198297" y="1897866"/>
                  </a:lnTo>
                  <a:lnTo>
                    <a:pt x="0" y="2096163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801" y="2422626"/>
              <a:ext cx="3596640" cy="198755"/>
            </a:xfrm>
            <a:custGeom>
              <a:avLst/>
              <a:gdLst/>
              <a:ahLst/>
              <a:cxnLst/>
              <a:rect l="l" t="t" r="r" b="b"/>
              <a:pathLst>
                <a:path w="3596640" h="198755">
                  <a:moveTo>
                    <a:pt x="3397973" y="198296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3596270" y="0"/>
                  </a:lnTo>
                  <a:lnTo>
                    <a:pt x="3397973" y="198296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801" y="2422626"/>
              <a:ext cx="3596640" cy="2096770"/>
            </a:xfrm>
            <a:custGeom>
              <a:avLst/>
              <a:gdLst/>
              <a:ahLst/>
              <a:cxnLst/>
              <a:rect l="l" t="t" r="r" b="b"/>
              <a:pathLst>
                <a:path w="3596640" h="2096770">
                  <a:moveTo>
                    <a:pt x="0" y="198296"/>
                  </a:moveTo>
                  <a:lnTo>
                    <a:pt x="198297" y="0"/>
                  </a:lnTo>
                  <a:lnTo>
                    <a:pt x="3596270" y="0"/>
                  </a:lnTo>
                  <a:lnTo>
                    <a:pt x="3596270" y="1897866"/>
                  </a:lnTo>
                  <a:lnTo>
                    <a:pt x="3397973" y="2096163"/>
                  </a:lnTo>
                  <a:lnTo>
                    <a:pt x="0" y="2096163"/>
                  </a:lnTo>
                  <a:lnTo>
                    <a:pt x="0" y="198296"/>
                  </a:lnTo>
                  <a:close/>
                </a:path>
                <a:path w="3596640" h="2096770">
                  <a:moveTo>
                    <a:pt x="0" y="198296"/>
                  </a:moveTo>
                  <a:lnTo>
                    <a:pt x="3397973" y="198296"/>
                  </a:lnTo>
                  <a:lnTo>
                    <a:pt x="3596270" y="0"/>
                  </a:lnTo>
                </a:path>
                <a:path w="3596640" h="2096770">
                  <a:moveTo>
                    <a:pt x="3397973" y="198296"/>
                  </a:moveTo>
                  <a:lnTo>
                    <a:pt x="3397973" y="209616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23028" y="3104270"/>
              <a:ext cx="1052195" cy="1096010"/>
            </a:xfrm>
            <a:custGeom>
              <a:avLst/>
              <a:gdLst/>
              <a:ahLst/>
              <a:cxnLst/>
              <a:rect l="l" t="t" r="r" b="b"/>
              <a:pathLst>
                <a:path w="1052195" h="1096010">
                  <a:moveTo>
                    <a:pt x="0" y="0"/>
                  </a:moveTo>
                  <a:lnTo>
                    <a:pt x="1051873" y="0"/>
                  </a:lnTo>
                  <a:lnTo>
                    <a:pt x="1051873" y="1095806"/>
                  </a:lnTo>
                  <a:lnTo>
                    <a:pt x="0" y="1095806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1135347" y="1497464"/>
            <a:ext cx="239585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Map </a:t>
            </a:r>
            <a:r>
              <a:rPr sz="2800" dirty="0">
                <a:latin typeface="Arial MT"/>
                <a:cs typeface="Arial MT"/>
              </a:rPr>
              <a:t>(e.g.,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6x8x256)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69A12A9-DAC3-2B43-BD8D-28955985F315}"/>
                  </a:ext>
                </a:extLst>
              </p14:cNvPr>
              <p14:cNvContentPartPr/>
              <p14:nvPr/>
            </p14:nvContentPartPr>
            <p14:xfrm>
              <a:off x="599760" y="300240"/>
              <a:ext cx="10933200" cy="28652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69A12A9-DAC3-2B43-BD8D-28955985F3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560" y="284040"/>
                <a:ext cx="10965600" cy="289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5545">
              <a:lnSpc>
                <a:spcPct val="100000"/>
              </a:lnSpc>
              <a:spcBef>
                <a:spcPts val="100"/>
              </a:spcBef>
            </a:pPr>
            <a:r>
              <a:rPr dirty="0"/>
              <a:t>ROI</a:t>
            </a:r>
            <a:r>
              <a:rPr spc="-20" dirty="0"/>
              <a:t> </a:t>
            </a:r>
            <a:r>
              <a:rPr spc="-10" dirty="0"/>
              <a:t>Pooling/Align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0246" y="4882703"/>
            <a:ext cx="3942079" cy="1476375"/>
            <a:chOff x="310246" y="4882703"/>
            <a:chExt cx="3942079" cy="1476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96" y="5377335"/>
              <a:ext cx="3928799" cy="974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6596" y="5377335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99"/>
                  </a:moveTo>
                  <a:lnTo>
                    <a:pt x="901182" y="0"/>
                  </a:lnTo>
                  <a:lnTo>
                    <a:pt x="3928799" y="0"/>
                  </a:lnTo>
                  <a:lnTo>
                    <a:pt x="3027617" y="974999"/>
                  </a:lnTo>
                  <a:lnTo>
                    <a:pt x="0" y="974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8532" y="5183578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74" y="883574"/>
                  </a:moveTo>
                  <a:lnTo>
                    <a:pt x="0" y="883574"/>
                  </a:lnTo>
                  <a:lnTo>
                    <a:pt x="0" y="0"/>
                  </a:lnTo>
                  <a:lnTo>
                    <a:pt x="1991774" y="0"/>
                  </a:lnTo>
                  <a:lnTo>
                    <a:pt x="1991774" y="88357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0307" y="4889053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099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94524" y="883574"/>
                  </a:lnTo>
                  <a:lnTo>
                    <a:pt x="0" y="1178099"/>
                  </a:lnTo>
                  <a:close/>
                </a:path>
              </a:pathLst>
            </a:custGeom>
            <a:solidFill>
              <a:srgbClr val="CBCBCB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32" y="4889053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74" y="294524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286299" y="0"/>
                  </a:lnTo>
                  <a:lnTo>
                    <a:pt x="1991774" y="29452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8532" y="4889053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24"/>
                  </a:moveTo>
                  <a:lnTo>
                    <a:pt x="294524" y="0"/>
                  </a:lnTo>
                  <a:lnTo>
                    <a:pt x="2286299" y="0"/>
                  </a:lnTo>
                  <a:lnTo>
                    <a:pt x="2286299" y="883574"/>
                  </a:lnTo>
                  <a:lnTo>
                    <a:pt x="1991774" y="1178099"/>
                  </a:lnTo>
                  <a:lnTo>
                    <a:pt x="0" y="1178099"/>
                  </a:lnTo>
                  <a:lnTo>
                    <a:pt x="0" y="294524"/>
                  </a:lnTo>
                  <a:close/>
                </a:path>
                <a:path w="2286635" h="1178560">
                  <a:moveTo>
                    <a:pt x="0" y="294524"/>
                  </a:moveTo>
                  <a:lnTo>
                    <a:pt x="1991774" y="294524"/>
                  </a:lnTo>
                  <a:lnTo>
                    <a:pt x="2286299" y="0"/>
                  </a:lnTo>
                </a:path>
                <a:path w="2286635" h="1178560">
                  <a:moveTo>
                    <a:pt x="1991774" y="294524"/>
                  </a:moveTo>
                  <a:lnTo>
                    <a:pt x="1991774" y="11780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86528" y="5482617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05361" y="4574463"/>
            <a:ext cx="316865" cy="445770"/>
            <a:chOff x="2305361" y="4574463"/>
            <a:chExt cx="316865" cy="445770"/>
          </a:xfrm>
        </p:grpSpPr>
        <p:sp>
          <p:nvSpPr>
            <p:cNvPr id="13" name="object 13"/>
            <p:cNvSpPr/>
            <p:nvPr/>
          </p:nvSpPr>
          <p:spPr>
            <a:xfrm>
              <a:off x="2333936" y="4697435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322799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28766" y="1496857"/>
            <a:ext cx="757110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Given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box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original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image,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calculate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where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box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goes.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2088" y="2350296"/>
            <a:ext cx="7004050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100"/>
              </a:spcBef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Example: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H=600,W=800</a:t>
            </a:r>
            <a:endParaRPr sz="28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map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H’=6,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W’=8</a:t>
            </a:r>
            <a:endParaRPr sz="2800">
              <a:latin typeface="Arial MT"/>
              <a:cs typeface="Arial MT"/>
            </a:endParaRPr>
          </a:p>
          <a:p>
            <a:pPr marL="416559" marR="72771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Box: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x=50,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top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y=150,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width=250, height=350</a:t>
            </a:r>
            <a:endParaRPr sz="2800">
              <a:latin typeface="Arial MT"/>
              <a:cs typeface="Arial MT"/>
            </a:endParaRPr>
          </a:p>
          <a:p>
            <a:pPr marL="416559" marR="973455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Feature</a:t>
            </a:r>
            <a:r>
              <a:rPr sz="2800" spc="-7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map</a:t>
            </a:r>
            <a:r>
              <a:rPr sz="2800" spc="-7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box:</a:t>
            </a:r>
            <a:r>
              <a:rPr sz="2800" spc="-7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left</a:t>
            </a:r>
            <a:r>
              <a:rPr sz="2800" spc="-7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x=0.5,</a:t>
            </a:r>
            <a:r>
              <a:rPr sz="2800" spc="-70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y</a:t>
            </a:r>
            <a:r>
              <a:rPr sz="2800" spc="-7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4F81BD"/>
                </a:solidFill>
                <a:latin typeface="Arial MT"/>
                <a:cs typeface="Arial MT"/>
              </a:rPr>
              <a:t>=1.5,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width=2.5,</a:t>
            </a:r>
            <a:r>
              <a:rPr sz="2800" spc="-180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4F81BD"/>
                </a:solidFill>
                <a:latin typeface="Arial MT"/>
                <a:cs typeface="Arial MT"/>
              </a:rPr>
              <a:t>height=3.5</a:t>
            </a:r>
            <a:endParaRPr sz="2800">
              <a:latin typeface="Arial MT"/>
              <a:cs typeface="Arial MT"/>
            </a:endParaRPr>
          </a:p>
          <a:p>
            <a:pPr marL="416559" marR="508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solidFill>
                  <a:srgbClr val="C0504D"/>
                </a:solidFill>
                <a:latin typeface="Arial MT"/>
                <a:cs typeface="Arial MT"/>
              </a:rPr>
              <a:t>Other</a:t>
            </a:r>
            <a:r>
              <a:rPr sz="2800" spc="-65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504D"/>
                </a:solidFill>
                <a:latin typeface="Arial MT"/>
                <a:cs typeface="Arial MT"/>
              </a:rPr>
              <a:t>feature</a:t>
            </a:r>
            <a:r>
              <a:rPr sz="2800" spc="-60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504D"/>
                </a:solidFill>
                <a:latin typeface="Arial MT"/>
                <a:cs typeface="Arial MT"/>
              </a:rPr>
              <a:t>map</a:t>
            </a:r>
            <a:r>
              <a:rPr sz="2800" spc="-60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504D"/>
                </a:solidFill>
                <a:latin typeface="Arial MT"/>
                <a:cs typeface="Arial MT"/>
              </a:rPr>
              <a:t>box:</a:t>
            </a:r>
            <a:r>
              <a:rPr sz="2800" spc="-65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504D"/>
                </a:solidFill>
                <a:latin typeface="Arial MT"/>
                <a:cs typeface="Arial MT"/>
              </a:rPr>
              <a:t>left</a:t>
            </a:r>
            <a:r>
              <a:rPr sz="2800" spc="-60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504D"/>
                </a:solidFill>
                <a:latin typeface="Arial MT"/>
                <a:cs typeface="Arial MT"/>
              </a:rPr>
              <a:t>x=2,</a:t>
            </a:r>
            <a:r>
              <a:rPr sz="2800" spc="-60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504D"/>
                </a:solidFill>
                <a:latin typeface="Arial MT"/>
                <a:cs typeface="Arial MT"/>
              </a:rPr>
              <a:t>top</a:t>
            </a:r>
            <a:r>
              <a:rPr sz="2800" spc="-60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504D"/>
                </a:solidFill>
                <a:latin typeface="Arial MT"/>
                <a:cs typeface="Arial MT"/>
              </a:rPr>
              <a:t>y</a:t>
            </a:r>
            <a:r>
              <a:rPr sz="2800" spc="-65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504D"/>
                </a:solidFill>
                <a:latin typeface="Arial MT"/>
                <a:cs typeface="Arial MT"/>
              </a:rPr>
              <a:t>=</a:t>
            </a:r>
            <a:r>
              <a:rPr sz="2800" spc="-65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C0504D"/>
                </a:solidFill>
                <a:latin typeface="Arial MT"/>
                <a:cs typeface="Arial MT"/>
              </a:rPr>
              <a:t>1, </a:t>
            </a:r>
            <a:r>
              <a:rPr sz="2800" dirty="0">
                <a:solidFill>
                  <a:srgbClr val="C0504D"/>
                </a:solidFill>
                <a:latin typeface="Arial MT"/>
                <a:cs typeface="Arial MT"/>
              </a:rPr>
              <a:t>width=5,</a:t>
            </a:r>
            <a:r>
              <a:rPr sz="2800" spc="-150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C0504D"/>
                </a:solidFill>
                <a:latin typeface="Arial MT"/>
                <a:cs typeface="Arial MT"/>
              </a:rPr>
              <a:t>height=3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9451" y="2416276"/>
            <a:ext cx="3609340" cy="2109470"/>
            <a:chOff x="529451" y="2416276"/>
            <a:chExt cx="3609340" cy="2109470"/>
          </a:xfrm>
        </p:grpSpPr>
        <p:sp>
          <p:nvSpPr>
            <p:cNvPr id="19" name="object 19"/>
            <p:cNvSpPr/>
            <p:nvPr/>
          </p:nvSpPr>
          <p:spPr>
            <a:xfrm>
              <a:off x="535801" y="2620923"/>
              <a:ext cx="3398520" cy="1898014"/>
            </a:xfrm>
            <a:custGeom>
              <a:avLst/>
              <a:gdLst/>
              <a:ahLst/>
              <a:cxnLst/>
              <a:rect l="l" t="t" r="r" b="b"/>
              <a:pathLst>
                <a:path w="3398520" h="1898014">
                  <a:moveTo>
                    <a:pt x="3397973" y="1897866"/>
                  </a:moveTo>
                  <a:lnTo>
                    <a:pt x="0" y="1897866"/>
                  </a:lnTo>
                  <a:lnTo>
                    <a:pt x="0" y="0"/>
                  </a:lnTo>
                  <a:lnTo>
                    <a:pt x="3397973" y="0"/>
                  </a:lnTo>
                  <a:lnTo>
                    <a:pt x="3397973" y="189786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33775" y="2422626"/>
              <a:ext cx="198755" cy="2096770"/>
            </a:xfrm>
            <a:custGeom>
              <a:avLst/>
              <a:gdLst/>
              <a:ahLst/>
              <a:cxnLst/>
              <a:rect l="l" t="t" r="r" b="b"/>
              <a:pathLst>
                <a:path w="198754" h="2096770">
                  <a:moveTo>
                    <a:pt x="0" y="2096163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198297" y="1897866"/>
                  </a:lnTo>
                  <a:lnTo>
                    <a:pt x="0" y="2096163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801" y="2422626"/>
              <a:ext cx="3596640" cy="198755"/>
            </a:xfrm>
            <a:custGeom>
              <a:avLst/>
              <a:gdLst/>
              <a:ahLst/>
              <a:cxnLst/>
              <a:rect l="l" t="t" r="r" b="b"/>
              <a:pathLst>
                <a:path w="3596640" h="198755">
                  <a:moveTo>
                    <a:pt x="3397973" y="198296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3596270" y="0"/>
                  </a:lnTo>
                  <a:lnTo>
                    <a:pt x="3397973" y="198296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801" y="2422626"/>
              <a:ext cx="3596640" cy="2096770"/>
            </a:xfrm>
            <a:custGeom>
              <a:avLst/>
              <a:gdLst/>
              <a:ahLst/>
              <a:cxnLst/>
              <a:rect l="l" t="t" r="r" b="b"/>
              <a:pathLst>
                <a:path w="3596640" h="2096770">
                  <a:moveTo>
                    <a:pt x="0" y="198296"/>
                  </a:moveTo>
                  <a:lnTo>
                    <a:pt x="198297" y="0"/>
                  </a:lnTo>
                  <a:lnTo>
                    <a:pt x="3596270" y="0"/>
                  </a:lnTo>
                  <a:lnTo>
                    <a:pt x="3596270" y="1897866"/>
                  </a:lnTo>
                  <a:lnTo>
                    <a:pt x="3397973" y="2096163"/>
                  </a:lnTo>
                  <a:lnTo>
                    <a:pt x="0" y="2096163"/>
                  </a:lnTo>
                  <a:lnTo>
                    <a:pt x="0" y="198296"/>
                  </a:lnTo>
                  <a:close/>
                </a:path>
                <a:path w="3596640" h="2096770">
                  <a:moveTo>
                    <a:pt x="0" y="198296"/>
                  </a:moveTo>
                  <a:lnTo>
                    <a:pt x="3397973" y="198296"/>
                  </a:lnTo>
                  <a:lnTo>
                    <a:pt x="3596270" y="0"/>
                  </a:lnTo>
                </a:path>
                <a:path w="3596640" h="2096770">
                  <a:moveTo>
                    <a:pt x="3397973" y="198296"/>
                  </a:moveTo>
                  <a:lnTo>
                    <a:pt x="3397973" y="209616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23028" y="3104270"/>
              <a:ext cx="1052195" cy="1096010"/>
            </a:xfrm>
            <a:custGeom>
              <a:avLst/>
              <a:gdLst/>
              <a:ahLst/>
              <a:cxnLst/>
              <a:rect l="l" t="t" r="r" b="b"/>
              <a:pathLst>
                <a:path w="1052195" h="1096010">
                  <a:moveTo>
                    <a:pt x="0" y="0"/>
                  </a:moveTo>
                  <a:lnTo>
                    <a:pt x="1051873" y="0"/>
                  </a:lnTo>
                  <a:lnTo>
                    <a:pt x="1051873" y="1095806"/>
                  </a:lnTo>
                  <a:lnTo>
                    <a:pt x="0" y="1095806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365580" y="2931719"/>
              <a:ext cx="2048510" cy="951230"/>
            </a:xfrm>
            <a:custGeom>
              <a:avLst/>
              <a:gdLst/>
              <a:ahLst/>
              <a:cxnLst/>
              <a:rect l="l" t="t" r="r" b="b"/>
              <a:pathLst>
                <a:path w="2048510" h="951229">
                  <a:moveTo>
                    <a:pt x="0" y="0"/>
                  </a:moveTo>
                  <a:lnTo>
                    <a:pt x="2048399" y="0"/>
                  </a:lnTo>
                  <a:lnTo>
                    <a:pt x="2048399" y="950699"/>
                  </a:lnTo>
                  <a:lnTo>
                    <a:pt x="0" y="9506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1135347" y="1497464"/>
            <a:ext cx="239585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Map </a:t>
            </a:r>
            <a:r>
              <a:rPr sz="2800" dirty="0">
                <a:latin typeface="Arial MT"/>
                <a:cs typeface="Arial MT"/>
              </a:rPr>
              <a:t>(e.g.,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6x8x256)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115">
              <a:lnSpc>
                <a:spcPct val="100000"/>
              </a:lnSpc>
              <a:spcBef>
                <a:spcPts val="100"/>
              </a:spcBef>
            </a:pPr>
            <a:r>
              <a:rPr dirty="0"/>
              <a:t>ROI</a:t>
            </a:r>
            <a:r>
              <a:rPr spc="-20" dirty="0"/>
              <a:t> </a:t>
            </a:r>
            <a:r>
              <a:rPr spc="-10" dirty="0"/>
              <a:t>Pooling/Align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0246" y="4882703"/>
            <a:ext cx="3942079" cy="1476375"/>
            <a:chOff x="310246" y="4882703"/>
            <a:chExt cx="3942079" cy="1476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96" y="5377335"/>
              <a:ext cx="3928799" cy="974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6596" y="5377335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99"/>
                  </a:moveTo>
                  <a:lnTo>
                    <a:pt x="901182" y="0"/>
                  </a:lnTo>
                  <a:lnTo>
                    <a:pt x="3928799" y="0"/>
                  </a:lnTo>
                  <a:lnTo>
                    <a:pt x="3027617" y="974999"/>
                  </a:lnTo>
                  <a:lnTo>
                    <a:pt x="0" y="974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8532" y="5183578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74" y="883574"/>
                  </a:moveTo>
                  <a:lnTo>
                    <a:pt x="0" y="883574"/>
                  </a:lnTo>
                  <a:lnTo>
                    <a:pt x="0" y="0"/>
                  </a:lnTo>
                  <a:lnTo>
                    <a:pt x="1991774" y="0"/>
                  </a:lnTo>
                  <a:lnTo>
                    <a:pt x="1991774" y="88357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0307" y="4889053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099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94524" y="883574"/>
                  </a:lnTo>
                  <a:lnTo>
                    <a:pt x="0" y="1178099"/>
                  </a:lnTo>
                  <a:close/>
                </a:path>
              </a:pathLst>
            </a:custGeom>
            <a:solidFill>
              <a:srgbClr val="CBCBCB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32" y="4889053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74" y="294524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286299" y="0"/>
                  </a:lnTo>
                  <a:lnTo>
                    <a:pt x="1991774" y="29452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8532" y="4889053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24"/>
                  </a:moveTo>
                  <a:lnTo>
                    <a:pt x="294524" y="0"/>
                  </a:lnTo>
                  <a:lnTo>
                    <a:pt x="2286299" y="0"/>
                  </a:lnTo>
                  <a:lnTo>
                    <a:pt x="2286299" y="883574"/>
                  </a:lnTo>
                  <a:lnTo>
                    <a:pt x="1991774" y="1178099"/>
                  </a:lnTo>
                  <a:lnTo>
                    <a:pt x="0" y="1178099"/>
                  </a:lnTo>
                  <a:lnTo>
                    <a:pt x="0" y="294524"/>
                  </a:lnTo>
                  <a:close/>
                </a:path>
                <a:path w="2286635" h="1178560">
                  <a:moveTo>
                    <a:pt x="0" y="294524"/>
                  </a:moveTo>
                  <a:lnTo>
                    <a:pt x="1991774" y="294524"/>
                  </a:lnTo>
                  <a:lnTo>
                    <a:pt x="2286299" y="0"/>
                  </a:lnTo>
                </a:path>
                <a:path w="2286635" h="1178560">
                  <a:moveTo>
                    <a:pt x="1991774" y="294524"/>
                  </a:moveTo>
                  <a:lnTo>
                    <a:pt x="1991774" y="11780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86528" y="5482617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05361" y="4574463"/>
            <a:ext cx="316865" cy="445770"/>
            <a:chOff x="2305361" y="4574463"/>
            <a:chExt cx="316865" cy="445770"/>
          </a:xfrm>
        </p:grpSpPr>
        <p:sp>
          <p:nvSpPr>
            <p:cNvPr id="13" name="object 13"/>
            <p:cNvSpPr/>
            <p:nvPr/>
          </p:nvSpPr>
          <p:spPr>
            <a:xfrm>
              <a:off x="2333936" y="4697435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322799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29451" y="2416276"/>
            <a:ext cx="4495165" cy="2109470"/>
            <a:chOff x="529451" y="2416276"/>
            <a:chExt cx="4495165" cy="2109470"/>
          </a:xfrm>
        </p:grpSpPr>
        <p:sp>
          <p:nvSpPr>
            <p:cNvPr id="17" name="object 17"/>
            <p:cNvSpPr/>
            <p:nvPr/>
          </p:nvSpPr>
          <p:spPr>
            <a:xfrm>
              <a:off x="535801" y="2620923"/>
              <a:ext cx="3398520" cy="1898014"/>
            </a:xfrm>
            <a:custGeom>
              <a:avLst/>
              <a:gdLst/>
              <a:ahLst/>
              <a:cxnLst/>
              <a:rect l="l" t="t" r="r" b="b"/>
              <a:pathLst>
                <a:path w="3398520" h="1898014">
                  <a:moveTo>
                    <a:pt x="3397973" y="1897866"/>
                  </a:moveTo>
                  <a:lnTo>
                    <a:pt x="0" y="1897866"/>
                  </a:lnTo>
                  <a:lnTo>
                    <a:pt x="0" y="0"/>
                  </a:lnTo>
                  <a:lnTo>
                    <a:pt x="3397973" y="0"/>
                  </a:lnTo>
                  <a:lnTo>
                    <a:pt x="3397973" y="189786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33775" y="2422626"/>
              <a:ext cx="198755" cy="2096770"/>
            </a:xfrm>
            <a:custGeom>
              <a:avLst/>
              <a:gdLst/>
              <a:ahLst/>
              <a:cxnLst/>
              <a:rect l="l" t="t" r="r" b="b"/>
              <a:pathLst>
                <a:path w="198754" h="2096770">
                  <a:moveTo>
                    <a:pt x="0" y="2096163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198297" y="1897866"/>
                  </a:lnTo>
                  <a:lnTo>
                    <a:pt x="0" y="2096163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5801" y="2422626"/>
              <a:ext cx="3596640" cy="198755"/>
            </a:xfrm>
            <a:custGeom>
              <a:avLst/>
              <a:gdLst/>
              <a:ahLst/>
              <a:cxnLst/>
              <a:rect l="l" t="t" r="r" b="b"/>
              <a:pathLst>
                <a:path w="3596640" h="198755">
                  <a:moveTo>
                    <a:pt x="3397973" y="198296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3596270" y="0"/>
                  </a:lnTo>
                  <a:lnTo>
                    <a:pt x="3397973" y="198296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5801" y="2422626"/>
              <a:ext cx="3596640" cy="2096770"/>
            </a:xfrm>
            <a:custGeom>
              <a:avLst/>
              <a:gdLst/>
              <a:ahLst/>
              <a:cxnLst/>
              <a:rect l="l" t="t" r="r" b="b"/>
              <a:pathLst>
                <a:path w="3596640" h="2096770">
                  <a:moveTo>
                    <a:pt x="0" y="198296"/>
                  </a:moveTo>
                  <a:lnTo>
                    <a:pt x="198297" y="0"/>
                  </a:lnTo>
                  <a:lnTo>
                    <a:pt x="3596270" y="0"/>
                  </a:lnTo>
                  <a:lnTo>
                    <a:pt x="3596270" y="1897866"/>
                  </a:lnTo>
                  <a:lnTo>
                    <a:pt x="3397973" y="2096163"/>
                  </a:lnTo>
                  <a:lnTo>
                    <a:pt x="0" y="2096163"/>
                  </a:lnTo>
                  <a:lnTo>
                    <a:pt x="0" y="198296"/>
                  </a:lnTo>
                  <a:close/>
                </a:path>
                <a:path w="3596640" h="2096770">
                  <a:moveTo>
                    <a:pt x="0" y="198296"/>
                  </a:moveTo>
                  <a:lnTo>
                    <a:pt x="3397973" y="198296"/>
                  </a:lnTo>
                  <a:lnTo>
                    <a:pt x="3596270" y="0"/>
                  </a:lnTo>
                </a:path>
                <a:path w="3596640" h="2096770">
                  <a:moveTo>
                    <a:pt x="3397973" y="198296"/>
                  </a:moveTo>
                  <a:lnTo>
                    <a:pt x="3397973" y="209616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23028" y="3104270"/>
              <a:ext cx="1052195" cy="1096010"/>
            </a:xfrm>
            <a:custGeom>
              <a:avLst/>
              <a:gdLst/>
              <a:ahLst/>
              <a:cxnLst/>
              <a:rect l="l" t="t" r="r" b="b"/>
              <a:pathLst>
                <a:path w="1052195" h="1096010">
                  <a:moveTo>
                    <a:pt x="0" y="0"/>
                  </a:moveTo>
                  <a:lnTo>
                    <a:pt x="1051873" y="0"/>
                  </a:lnTo>
                  <a:lnTo>
                    <a:pt x="1051873" y="1095806"/>
                  </a:lnTo>
                  <a:lnTo>
                    <a:pt x="0" y="1095806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365580" y="2931719"/>
              <a:ext cx="3270885" cy="951230"/>
            </a:xfrm>
            <a:custGeom>
              <a:avLst/>
              <a:gdLst/>
              <a:ahLst/>
              <a:cxnLst/>
              <a:rect l="l" t="t" r="r" b="b"/>
              <a:pathLst>
                <a:path w="3270885" h="951229">
                  <a:moveTo>
                    <a:pt x="0" y="0"/>
                  </a:moveTo>
                  <a:lnTo>
                    <a:pt x="2048399" y="0"/>
                  </a:lnTo>
                  <a:lnTo>
                    <a:pt x="2048399" y="950699"/>
                  </a:lnTo>
                  <a:lnTo>
                    <a:pt x="0" y="950699"/>
                  </a:lnTo>
                  <a:lnTo>
                    <a:pt x="0" y="0"/>
                  </a:lnTo>
                  <a:close/>
                </a:path>
                <a:path w="3270885" h="951229">
                  <a:moveTo>
                    <a:pt x="2048399" y="475349"/>
                  </a:moveTo>
                  <a:lnTo>
                    <a:pt x="2120329" y="474980"/>
                  </a:lnTo>
                  <a:lnTo>
                    <a:pt x="2188157" y="473901"/>
                  </a:lnTo>
                  <a:lnTo>
                    <a:pt x="2252142" y="472158"/>
                  </a:lnTo>
                  <a:lnTo>
                    <a:pt x="2312538" y="469793"/>
                  </a:lnTo>
                  <a:lnTo>
                    <a:pt x="2369603" y="466853"/>
                  </a:lnTo>
                  <a:lnTo>
                    <a:pt x="2423592" y="463380"/>
                  </a:lnTo>
                  <a:lnTo>
                    <a:pt x="2474763" y="459420"/>
                  </a:lnTo>
                  <a:lnTo>
                    <a:pt x="2523370" y="455016"/>
                  </a:lnTo>
                  <a:lnTo>
                    <a:pt x="2569672" y="450214"/>
                  </a:lnTo>
                  <a:lnTo>
                    <a:pt x="2613922" y="445056"/>
                  </a:lnTo>
                  <a:lnTo>
                    <a:pt x="2656379" y="439589"/>
                  </a:lnTo>
                  <a:lnTo>
                    <a:pt x="2697299" y="433855"/>
                  </a:lnTo>
                  <a:lnTo>
                    <a:pt x="2736936" y="427900"/>
                  </a:lnTo>
                  <a:lnTo>
                    <a:pt x="2775549" y="421768"/>
                  </a:lnTo>
                  <a:lnTo>
                    <a:pt x="2813393" y="415502"/>
                  </a:lnTo>
                  <a:lnTo>
                    <a:pt x="2887799" y="402749"/>
                  </a:lnTo>
                  <a:lnTo>
                    <a:pt x="2932844" y="394984"/>
                  </a:lnTo>
                  <a:lnTo>
                    <a:pt x="2978347" y="387298"/>
                  </a:lnTo>
                  <a:lnTo>
                    <a:pt x="3024768" y="379771"/>
                  </a:lnTo>
                  <a:lnTo>
                    <a:pt x="3072565" y="372482"/>
                  </a:lnTo>
                  <a:lnTo>
                    <a:pt x="3122198" y="365510"/>
                  </a:lnTo>
                  <a:lnTo>
                    <a:pt x="3174125" y="358936"/>
                  </a:lnTo>
                  <a:lnTo>
                    <a:pt x="3228806" y="352837"/>
                  </a:lnTo>
                  <a:lnTo>
                    <a:pt x="3253711" y="350339"/>
                  </a:lnTo>
                  <a:lnTo>
                    <a:pt x="3257915" y="349932"/>
                  </a:lnTo>
                  <a:lnTo>
                    <a:pt x="3262147" y="349529"/>
                  </a:lnTo>
                  <a:lnTo>
                    <a:pt x="3266406" y="349132"/>
                  </a:lnTo>
                  <a:lnTo>
                    <a:pt x="3270379" y="348768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630833" y="3154730"/>
              <a:ext cx="351155" cy="252095"/>
            </a:xfrm>
            <a:custGeom>
              <a:avLst/>
              <a:gdLst/>
              <a:ahLst/>
              <a:cxnLst/>
              <a:rect l="l" t="t" r="r" b="b"/>
              <a:pathLst>
                <a:path w="351154" h="252095">
                  <a:moveTo>
                    <a:pt x="10250" y="251515"/>
                  </a:moveTo>
                  <a:lnTo>
                    <a:pt x="0" y="0"/>
                  </a:lnTo>
                  <a:lnTo>
                    <a:pt x="350641" y="111675"/>
                  </a:lnTo>
                  <a:lnTo>
                    <a:pt x="10250" y="251515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630833" y="3154730"/>
              <a:ext cx="351155" cy="252095"/>
            </a:xfrm>
            <a:custGeom>
              <a:avLst/>
              <a:gdLst/>
              <a:ahLst/>
              <a:cxnLst/>
              <a:rect l="l" t="t" r="r" b="b"/>
              <a:pathLst>
                <a:path w="351154" h="252095">
                  <a:moveTo>
                    <a:pt x="10250" y="251515"/>
                  </a:moveTo>
                  <a:lnTo>
                    <a:pt x="350641" y="111675"/>
                  </a:lnTo>
                  <a:lnTo>
                    <a:pt x="0" y="0"/>
                  </a:lnTo>
                  <a:lnTo>
                    <a:pt x="10250" y="251515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774901" y="3652174"/>
              <a:ext cx="2866390" cy="419100"/>
            </a:xfrm>
            <a:custGeom>
              <a:avLst/>
              <a:gdLst/>
              <a:ahLst/>
              <a:cxnLst/>
              <a:rect l="l" t="t" r="r" b="b"/>
              <a:pathLst>
                <a:path w="2866390" h="419100">
                  <a:moveTo>
                    <a:pt x="0" y="0"/>
                  </a:moveTo>
                  <a:lnTo>
                    <a:pt x="74385" y="294"/>
                  </a:lnTo>
                  <a:lnTo>
                    <a:pt x="146551" y="1164"/>
                  </a:lnTo>
                  <a:lnTo>
                    <a:pt x="216568" y="2592"/>
                  </a:lnTo>
                  <a:lnTo>
                    <a:pt x="284504" y="4561"/>
                  </a:lnTo>
                  <a:lnTo>
                    <a:pt x="350430" y="7052"/>
                  </a:lnTo>
                  <a:lnTo>
                    <a:pt x="414413" y="10047"/>
                  </a:lnTo>
                  <a:lnTo>
                    <a:pt x="476525" y="13528"/>
                  </a:lnTo>
                  <a:lnTo>
                    <a:pt x="536833" y="17478"/>
                  </a:lnTo>
                  <a:lnTo>
                    <a:pt x="595407" y="21877"/>
                  </a:lnTo>
                  <a:lnTo>
                    <a:pt x="652318" y="26709"/>
                  </a:lnTo>
                  <a:lnTo>
                    <a:pt x="707633" y="31955"/>
                  </a:lnTo>
                  <a:lnTo>
                    <a:pt x="761422" y="37597"/>
                  </a:lnTo>
                  <a:lnTo>
                    <a:pt x="813756" y="43617"/>
                  </a:lnTo>
                  <a:lnTo>
                    <a:pt x="864702" y="49998"/>
                  </a:lnTo>
                  <a:lnTo>
                    <a:pt x="914331" y="56720"/>
                  </a:lnTo>
                  <a:lnTo>
                    <a:pt x="962712" y="63767"/>
                  </a:lnTo>
                  <a:lnTo>
                    <a:pt x="1009914" y="71119"/>
                  </a:lnTo>
                  <a:lnTo>
                    <a:pt x="1056006" y="78760"/>
                  </a:lnTo>
                  <a:lnTo>
                    <a:pt x="1101058" y="86671"/>
                  </a:lnTo>
                  <a:lnTo>
                    <a:pt x="1145139" y="94834"/>
                  </a:lnTo>
                  <a:lnTo>
                    <a:pt x="1188319" y="103231"/>
                  </a:lnTo>
                  <a:lnTo>
                    <a:pt x="1230666" y="111844"/>
                  </a:lnTo>
                  <a:lnTo>
                    <a:pt x="1272251" y="120655"/>
                  </a:lnTo>
                  <a:lnTo>
                    <a:pt x="1313142" y="129646"/>
                  </a:lnTo>
                  <a:lnTo>
                    <a:pt x="1353409" y="138800"/>
                  </a:lnTo>
                  <a:lnTo>
                    <a:pt x="1393122" y="148097"/>
                  </a:lnTo>
                  <a:lnTo>
                    <a:pt x="1432349" y="157520"/>
                  </a:lnTo>
                  <a:lnTo>
                    <a:pt x="1471159" y="167052"/>
                  </a:lnTo>
                  <a:lnTo>
                    <a:pt x="1509624" y="176673"/>
                  </a:lnTo>
                  <a:lnTo>
                    <a:pt x="1547810" y="186367"/>
                  </a:lnTo>
                  <a:lnTo>
                    <a:pt x="1585789" y="196114"/>
                  </a:lnTo>
                  <a:lnTo>
                    <a:pt x="1623629" y="205898"/>
                  </a:lnTo>
                  <a:lnTo>
                    <a:pt x="1661400" y="215699"/>
                  </a:lnTo>
                  <a:lnTo>
                    <a:pt x="1705920" y="227250"/>
                  </a:lnTo>
                  <a:lnTo>
                    <a:pt x="1750555" y="238771"/>
                  </a:lnTo>
                  <a:lnTo>
                    <a:pt x="1795416" y="250233"/>
                  </a:lnTo>
                  <a:lnTo>
                    <a:pt x="1840618" y="261606"/>
                  </a:lnTo>
                  <a:lnTo>
                    <a:pt x="1886274" y="272862"/>
                  </a:lnTo>
                  <a:lnTo>
                    <a:pt x="1932497" y="283970"/>
                  </a:lnTo>
                  <a:lnTo>
                    <a:pt x="1979402" y="294902"/>
                  </a:lnTo>
                  <a:lnTo>
                    <a:pt x="2027101" y="305627"/>
                  </a:lnTo>
                  <a:lnTo>
                    <a:pt x="2075709" y="316116"/>
                  </a:lnTo>
                  <a:lnTo>
                    <a:pt x="2125338" y="326340"/>
                  </a:lnTo>
                  <a:lnTo>
                    <a:pt x="2176103" y="336269"/>
                  </a:lnTo>
                  <a:lnTo>
                    <a:pt x="2228116" y="345874"/>
                  </a:lnTo>
                  <a:lnTo>
                    <a:pt x="2281492" y="355125"/>
                  </a:lnTo>
                  <a:lnTo>
                    <a:pt x="2336343" y="363993"/>
                  </a:lnTo>
                  <a:lnTo>
                    <a:pt x="2380099" y="370607"/>
                  </a:lnTo>
                  <a:lnTo>
                    <a:pt x="2424869" y="376957"/>
                  </a:lnTo>
                  <a:lnTo>
                    <a:pt x="2470707" y="383029"/>
                  </a:lnTo>
                  <a:lnTo>
                    <a:pt x="2517667" y="388811"/>
                  </a:lnTo>
                  <a:lnTo>
                    <a:pt x="2565803" y="394287"/>
                  </a:lnTo>
                  <a:lnTo>
                    <a:pt x="2615166" y="399444"/>
                  </a:lnTo>
                  <a:lnTo>
                    <a:pt x="2665812" y="404268"/>
                  </a:lnTo>
                  <a:lnTo>
                    <a:pt x="2717793" y="408746"/>
                  </a:lnTo>
                  <a:lnTo>
                    <a:pt x="2771163" y="412863"/>
                  </a:lnTo>
                  <a:lnTo>
                    <a:pt x="2817313" y="416046"/>
                  </a:lnTo>
                  <a:lnTo>
                    <a:pt x="2856580" y="418488"/>
                  </a:lnTo>
                  <a:lnTo>
                    <a:pt x="2864523" y="418954"/>
                  </a:lnTo>
                  <a:lnTo>
                    <a:pt x="2865767" y="419024"/>
                  </a:lnTo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637262" y="3945383"/>
              <a:ext cx="349250" cy="252095"/>
            </a:xfrm>
            <a:custGeom>
              <a:avLst/>
              <a:gdLst/>
              <a:ahLst/>
              <a:cxnLst/>
              <a:rect l="l" t="t" r="r" b="b"/>
              <a:pathLst>
                <a:path w="349250" h="252095">
                  <a:moveTo>
                    <a:pt x="0" y="251631"/>
                  </a:moveTo>
                  <a:lnTo>
                    <a:pt x="6813" y="0"/>
                  </a:lnTo>
                  <a:lnTo>
                    <a:pt x="349082" y="135175"/>
                  </a:lnTo>
                  <a:lnTo>
                    <a:pt x="0" y="251631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637262" y="3945383"/>
              <a:ext cx="349250" cy="252095"/>
            </a:xfrm>
            <a:custGeom>
              <a:avLst/>
              <a:gdLst/>
              <a:ahLst/>
              <a:cxnLst/>
              <a:rect l="l" t="t" r="r" b="b"/>
              <a:pathLst>
                <a:path w="349250" h="252095">
                  <a:moveTo>
                    <a:pt x="0" y="251631"/>
                  </a:moveTo>
                  <a:lnTo>
                    <a:pt x="349082" y="135175"/>
                  </a:lnTo>
                  <a:lnTo>
                    <a:pt x="6813" y="0"/>
                  </a:lnTo>
                  <a:lnTo>
                    <a:pt x="0" y="251631"/>
                  </a:lnTo>
                  <a:close/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1135347" y="1497464"/>
            <a:ext cx="239585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Map </a:t>
            </a:r>
            <a:r>
              <a:rPr sz="2800" dirty="0">
                <a:latin typeface="Arial MT"/>
                <a:cs typeface="Arial MT"/>
              </a:rPr>
              <a:t>(e.g.,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6x8x256)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125" name="object 125"/>
          <p:cNvGraphicFramePr>
            <a:graphicFrameLocks noGrp="1"/>
          </p:cNvGraphicFramePr>
          <p:nvPr/>
        </p:nvGraphicFramePr>
        <p:xfrm>
          <a:off x="5054646" y="2905566"/>
          <a:ext cx="835025" cy="63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504D"/>
                      </a:solidFill>
                      <a:prstDash val="solid"/>
                    </a:lnR>
                    <a:lnT w="7620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6" name="object 126"/>
          <p:cNvGraphicFramePr>
            <a:graphicFrameLocks noGrp="1"/>
          </p:cNvGraphicFramePr>
          <p:nvPr/>
        </p:nvGraphicFramePr>
        <p:xfrm>
          <a:off x="5059591" y="3727177"/>
          <a:ext cx="835025" cy="63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4F81BD"/>
                      </a:solidFill>
                      <a:prstDash val="solid"/>
                    </a:lnR>
                    <a:lnT w="7620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7" name="object 127"/>
          <p:cNvGrpSpPr/>
          <p:nvPr/>
        </p:nvGrpSpPr>
        <p:grpSpPr>
          <a:xfrm>
            <a:off x="6728772" y="3144311"/>
            <a:ext cx="1537970" cy="1104265"/>
            <a:chOff x="6728772" y="3144311"/>
            <a:chExt cx="1537970" cy="1104265"/>
          </a:xfrm>
        </p:grpSpPr>
        <p:sp>
          <p:nvSpPr>
            <p:cNvPr id="128" name="object 128"/>
            <p:cNvSpPr/>
            <p:nvPr/>
          </p:nvSpPr>
          <p:spPr>
            <a:xfrm>
              <a:off x="6735122" y="3649267"/>
              <a:ext cx="243204" cy="593090"/>
            </a:xfrm>
            <a:custGeom>
              <a:avLst/>
              <a:gdLst/>
              <a:ahLst/>
              <a:cxnLst/>
              <a:rect l="l" t="t" r="r" b="b"/>
              <a:pathLst>
                <a:path w="243204" h="593089">
                  <a:moveTo>
                    <a:pt x="242694" y="592793"/>
                  </a:moveTo>
                  <a:lnTo>
                    <a:pt x="0" y="592793"/>
                  </a:lnTo>
                  <a:lnTo>
                    <a:pt x="0" y="0"/>
                  </a:lnTo>
                  <a:lnTo>
                    <a:pt x="242694" y="0"/>
                  </a:lnTo>
                  <a:lnTo>
                    <a:pt x="242694" y="59279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977817" y="3150661"/>
              <a:ext cx="499109" cy="1091565"/>
            </a:xfrm>
            <a:custGeom>
              <a:avLst/>
              <a:gdLst/>
              <a:ahLst/>
              <a:cxnLst/>
              <a:rect l="l" t="t" r="r" b="b"/>
              <a:pathLst>
                <a:path w="499109" h="1091564">
                  <a:moveTo>
                    <a:pt x="0" y="1091399"/>
                  </a:moveTo>
                  <a:lnTo>
                    <a:pt x="0" y="498605"/>
                  </a:lnTo>
                  <a:lnTo>
                    <a:pt x="498604" y="0"/>
                  </a:lnTo>
                  <a:lnTo>
                    <a:pt x="498604" y="592794"/>
                  </a:lnTo>
                  <a:lnTo>
                    <a:pt x="0" y="10913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735122" y="3150661"/>
              <a:ext cx="741680" cy="499109"/>
            </a:xfrm>
            <a:custGeom>
              <a:avLst/>
              <a:gdLst/>
              <a:ahLst/>
              <a:cxnLst/>
              <a:rect l="l" t="t" r="r" b="b"/>
              <a:pathLst>
                <a:path w="741679" h="499110">
                  <a:moveTo>
                    <a:pt x="242694" y="498605"/>
                  </a:moveTo>
                  <a:lnTo>
                    <a:pt x="0" y="498605"/>
                  </a:lnTo>
                  <a:lnTo>
                    <a:pt x="498606" y="0"/>
                  </a:lnTo>
                  <a:lnTo>
                    <a:pt x="741299" y="0"/>
                  </a:lnTo>
                  <a:lnTo>
                    <a:pt x="242694" y="49860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735122" y="3150661"/>
              <a:ext cx="741680" cy="1091565"/>
            </a:xfrm>
            <a:custGeom>
              <a:avLst/>
              <a:gdLst/>
              <a:ahLst/>
              <a:cxnLst/>
              <a:rect l="l" t="t" r="r" b="b"/>
              <a:pathLst>
                <a:path w="741679" h="1091564">
                  <a:moveTo>
                    <a:pt x="0" y="498605"/>
                  </a:moveTo>
                  <a:lnTo>
                    <a:pt x="498606" y="0"/>
                  </a:lnTo>
                  <a:lnTo>
                    <a:pt x="741299" y="0"/>
                  </a:lnTo>
                  <a:lnTo>
                    <a:pt x="741299" y="592794"/>
                  </a:lnTo>
                  <a:lnTo>
                    <a:pt x="242694" y="1091399"/>
                  </a:lnTo>
                  <a:lnTo>
                    <a:pt x="0" y="1091399"/>
                  </a:lnTo>
                  <a:lnTo>
                    <a:pt x="0" y="498605"/>
                  </a:lnTo>
                  <a:close/>
                </a:path>
                <a:path w="741679" h="1091564">
                  <a:moveTo>
                    <a:pt x="0" y="498605"/>
                  </a:moveTo>
                  <a:lnTo>
                    <a:pt x="242694" y="498605"/>
                  </a:lnTo>
                  <a:lnTo>
                    <a:pt x="741299" y="0"/>
                  </a:lnTo>
                </a:path>
                <a:path w="741679" h="1091564">
                  <a:moveTo>
                    <a:pt x="242694" y="498605"/>
                  </a:moveTo>
                  <a:lnTo>
                    <a:pt x="242694" y="10913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289211" y="3684127"/>
              <a:ext cx="200660" cy="490855"/>
            </a:xfrm>
            <a:custGeom>
              <a:avLst/>
              <a:gdLst/>
              <a:ahLst/>
              <a:cxnLst/>
              <a:rect l="l" t="t" r="r" b="b"/>
              <a:pathLst>
                <a:path w="200659" h="490854">
                  <a:moveTo>
                    <a:pt x="200460" y="490260"/>
                  </a:moveTo>
                  <a:lnTo>
                    <a:pt x="0" y="490260"/>
                  </a:lnTo>
                  <a:lnTo>
                    <a:pt x="0" y="0"/>
                  </a:lnTo>
                  <a:lnTo>
                    <a:pt x="200460" y="0"/>
                  </a:lnTo>
                  <a:lnTo>
                    <a:pt x="200460" y="49026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489672" y="3272288"/>
              <a:ext cx="412115" cy="902335"/>
            </a:xfrm>
            <a:custGeom>
              <a:avLst/>
              <a:gdLst/>
              <a:ahLst/>
              <a:cxnLst/>
              <a:rect l="l" t="t" r="r" b="b"/>
              <a:pathLst>
                <a:path w="412115" h="902335">
                  <a:moveTo>
                    <a:pt x="0" y="902099"/>
                  </a:moveTo>
                  <a:lnTo>
                    <a:pt x="0" y="411838"/>
                  </a:lnTo>
                  <a:lnTo>
                    <a:pt x="411839" y="0"/>
                  </a:lnTo>
                  <a:lnTo>
                    <a:pt x="411839" y="490260"/>
                  </a:lnTo>
                  <a:lnTo>
                    <a:pt x="0" y="9020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289211" y="3272288"/>
              <a:ext cx="612775" cy="412115"/>
            </a:xfrm>
            <a:custGeom>
              <a:avLst/>
              <a:gdLst/>
              <a:ahLst/>
              <a:cxnLst/>
              <a:rect l="l" t="t" r="r" b="b"/>
              <a:pathLst>
                <a:path w="612775" h="412114">
                  <a:moveTo>
                    <a:pt x="200460" y="411838"/>
                  </a:moveTo>
                  <a:lnTo>
                    <a:pt x="0" y="411838"/>
                  </a:lnTo>
                  <a:lnTo>
                    <a:pt x="411838" y="0"/>
                  </a:lnTo>
                  <a:lnTo>
                    <a:pt x="612299" y="0"/>
                  </a:lnTo>
                  <a:lnTo>
                    <a:pt x="200460" y="41183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289211" y="3272288"/>
              <a:ext cx="612775" cy="902335"/>
            </a:xfrm>
            <a:custGeom>
              <a:avLst/>
              <a:gdLst/>
              <a:ahLst/>
              <a:cxnLst/>
              <a:rect l="l" t="t" r="r" b="b"/>
              <a:pathLst>
                <a:path w="612775" h="902335">
                  <a:moveTo>
                    <a:pt x="0" y="411838"/>
                  </a:moveTo>
                  <a:lnTo>
                    <a:pt x="411838" y="0"/>
                  </a:lnTo>
                  <a:lnTo>
                    <a:pt x="612299" y="0"/>
                  </a:lnTo>
                  <a:lnTo>
                    <a:pt x="612299" y="490260"/>
                  </a:lnTo>
                  <a:lnTo>
                    <a:pt x="200460" y="902099"/>
                  </a:lnTo>
                  <a:lnTo>
                    <a:pt x="0" y="902099"/>
                  </a:lnTo>
                  <a:lnTo>
                    <a:pt x="0" y="411838"/>
                  </a:lnTo>
                  <a:close/>
                </a:path>
                <a:path w="612775" h="902335">
                  <a:moveTo>
                    <a:pt x="0" y="411838"/>
                  </a:moveTo>
                  <a:lnTo>
                    <a:pt x="200460" y="411838"/>
                  </a:lnTo>
                  <a:lnTo>
                    <a:pt x="612299" y="0"/>
                  </a:lnTo>
                </a:path>
                <a:path w="612775" h="902335">
                  <a:moveTo>
                    <a:pt x="200460" y="411838"/>
                  </a:moveTo>
                  <a:lnTo>
                    <a:pt x="200460" y="9020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992763" y="3429173"/>
              <a:ext cx="267335" cy="509270"/>
            </a:xfrm>
            <a:custGeom>
              <a:avLst/>
              <a:gdLst/>
              <a:ahLst/>
              <a:cxnLst/>
              <a:rect l="l" t="t" r="r" b="b"/>
              <a:pathLst>
                <a:path w="267334" h="509270">
                  <a:moveTo>
                    <a:pt x="0" y="509099"/>
                  </a:moveTo>
                  <a:lnTo>
                    <a:pt x="0" y="267335"/>
                  </a:lnTo>
                  <a:lnTo>
                    <a:pt x="267335" y="0"/>
                  </a:lnTo>
                  <a:lnTo>
                    <a:pt x="267335" y="241764"/>
                  </a:lnTo>
                  <a:lnTo>
                    <a:pt x="0" y="5090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800198" y="3429173"/>
              <a:ext cx="460375" cy="267335"/>
            </a:xfrm>
            <a:custGeom>
              <a:avLst/>
              <a:gdLst/>
              <a:ahLst/>
              <a:cxnLst/>
              <a:rect l="l" t="t" r="r" b="b"/>
              <a:pathLst>
                <a:path w="460375" h="267335">
                  <a:moveTo>
                    <a:pt x="192564" y="267335"/>
                  </a:moveTo>
                  <a:lnTo>
                    <a:pt x="0" y="267335"/>
                  </a:lnTo>
                  <a:lnTo>
                    <a:pt x="267335" y="0"/>
                  </a:lnTo>
                  <a:lnTo>
                    <a:pt x="459899" y="0"/>
                  </a:lnTo>
                  <a:lnTo>
                    <a:pt x="192564" y="26733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800198" y="3429173"/>
              <a:ext cx="460375" cy="509270"/>
            </a:xfrm>
            <a:custGeom>
              <a:avLst/>
              <a:gdLst/>
              <a:ahLst/>
              <a:cxnLst/>
              <a:rect l="l" t="t" r="r" b="b"/>
              <a:pathLst>
                <a:path w="460375" h="509270">
                  <a:moveTo>
                    <a:pt x="0" y="267335"/>
                  </a:moveTo>
                  <a:lnTo>
                    <a:pt x="267335" y="0"/>
                  </a:lnTo>
                  <a:lnTo>
                    <a:pt x="459899" y="0"/>
                  </a:lnTo>
                  <a:lnTo>
                    <a:pt x="459899" y="241764"/>
                  </a:lnTo>
                  <a:lnTo>
                    <a:pt x="192564" y="509099"/>
                  </a:lnTo>
                  <a:lnTo>
                    <a:pt x="0" y="509099"/>
                  </a:lnTo>
                  <a:lnTo>
                    <a:pt x="0" y="267335"/>
                  </a:lnTo>
                  <a:close/>
                </a:path>
                <a:path w="460375" h="509270">
                  <a:moveTo>
                    <a:pt x="0" y="267335"/>
                  </a:moveTo>
                  <a:lnTo>
                    <a:pt x="192564" y="267335"/>
                  </a:lnTo>
                  <a:lnTo>
                    <a:pt x="459899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9" name="object 139"/>
          <p:cNvGrpSpPr/>
          <p:nvPr/>
        </p:nvGrpSpPr>
        <p:grpSpPr>
          <a:xfrm>
            <a:off x="7800199" y="3696509"/>
            <a:ext cx="199390" cy="241935"/>
            <a:chOff x="7800199" y="3696509"/>
            <a:chExt cx="199390" cy="241935"/>
          </a:xfrm>
        </p:grpSpPr>
        <p:sp>
          <p:nvSpPr>
            <p:cNvPr id="140" name="object 140"/>
            <p:cNvSpPr/>
            <p:nvPr/>
          </p:nvSpPr>
          <p:spPr>
            <a:xfrm>
              <a:off x="7800199" y="3696509"/>
              <a:ext cx="193040" cy="241935"/>
            </a:xfrm>
            <a:custGeom>
              <a:avLst/>
              <a:gdLst/>
              <a:ahLst/>
              <a:cxnLst/>
              <a:rect l="l" t="t" r="r" b="b"/>
              <a:pathLst>
                <a:path w="193040" h="241935">
                  <a:moveTo>
                    <a:pt x="192564" y="241764"/>
                  </a:moveTo>
                  <a:lnTo>
                    <a:pt x="0" y="241764"/>
                  </a:lnTo>
                  <a:lnTo>
                    <a:pt x="0" y="0"/>
                  </a:lnTo>
                  <a:lnTo>
                    <a:pt x="192564" y="0"/>
                  </a:lnTo>
                  <a:lnTo>
                    <a:pt x="192564" y="24176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992763" y="3696509"/>
              <a:ext cx="0" cy="241935"/>
            </a:xfrm>
            <a:custGeom>
              <a:avLst/>
              <a:gdLst/>
              <a:ahLst/>
              <a:cxnLst/>
              <a:rect l="l" t="t" r="r" b="b"/>
              <a:pathLst>
                <a:path h="241935">
                  <a:moveTo>
                    <a:pt x="0" y="0"/>
                  </a:moveTo>
                  <a:lnTo>
                    <a:pt x="0" y="24176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" name="object 142"/>
          <p:cNvGrpSpPr/>
          <p:nvPr/>
        </p:nvGrpSpPr>
        <p:grpSpPr>
          <a:xfrm>
            <a:off x="8400925" y="3600077"/>
            <a:ext cx="754380" cy="234950"/>
            <a:chOff x="8400925" y="3600077"/>
            <a:chExt cx="754380" cy="234950"/>
          </a:xfrm>
        </p:grpSpPr>
        <p:sp>
          <p:nvSpPr>
            <p:cNvPr id="143" name="object 143"/>
            <p:cNvSpPr/>
            <p:nvPr/>
          </p:nvSpPr>
          <p:spPr>
            <a:xfrm>
              <a:off x="8407275" y="3672572"/>
              <a:ext cx="675640" cy="155575"/>
            </a:xfrm>
            <a:custGeom>
              <a:avLst/>
              <a:gdLst/>
              <a:ahLst/>
              <a:cxnLst/>
              <a:rect l="l" t="t" r="r" b="b"/>
              <a:pathLst>
                <a:path w="675640" h="155575">
                  <a:moveTo>
                    <a:pt x="675156" y="155555"/>
                  </a:moveTo>
                  <a:lnTo>
                    <a:pt x="0" y="155555"/>
                  </a:lnTo>
                  <a:lnTo>
                    <a:pt x="0" y="0"/>
                  </a:lnTo>
                  <a:lnTo>
                    <a:pt x="675156" y="0"/>
                  </a:lnTo>
                  <a:lnTo>
                    <a:pt x="675156" y="155555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9082432" y="3606427"/>
              <a:ext cx="66675" cy="222250"/>
            </a:xfrm>
            <a:custGeom>
              <a:avLst/>
              <a:gdLst/>
              <a:ahLst/>
              <a:cxnLst/>
              <a:rect l="l" t="t" r="r" b="b"/>
              <a:pathLst>
                <a:path w="66675" h="222250">
                  <a:moveTo>
                    <a:pt x="0" y="221699"/>
                  </a:moveTo>
                  <a:lnTo>
                    <a:pt x="0" y="66144"/>
                  </a:lnTo>
                  <a:lnTo>
                    <a:pt x="66143" y="0"/>
                  </a:lnTo>
                  <a:lnTo>
                    <a:pt x="66143" y="155555"/>
                  </a:lnTo>
                  <a:lnTo>
                    <a:pt x="0" y="2216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8407275" y="3606427"/>
              <a:ext cx="741680" cy="66675"/>
            </a:xfrm>
            <a:custGeom>
              <a:avLst/>
              <a:gdLst/>
              <a:ahLst/>
              <a:cxnLst/>
              <a:rect l="l" t="t" r="r" b="b"/>
              <a:pathLst>
                <a:path w="741679" h="66675">
                  <a:moveTo>
                    <a:pt x="675156" y="66144"/>
                  </a:moveTo>
                  <a:lnTo>
                    <a:pt x="0" y="66144"/>
                  </a:lnTo>
                  <a:lnTo>
                    <a:pt x="66144" y="0"/>
                  </a:lnTo>
                  <a:lnTo>
                    <a:pt x="741299" y="0"/>
                  </a:lnTo>
                  <a:lnTo>
                    <a:pt x="675156" y="66144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8407275" y="3606427"/>
              <a:ext cx="741680" cy="222250"/>
            </a:xfrm>
            <a:custGeom>
              <a:avLst/>
              <a:gdLst/>
              <a:ahLst/>
              <a:cxnLst/>
              <a:rect l="l" t="t" r="r" b="b"/>
              <a:pathLst>
                <a:path w="741679" h="222250">
                  <a:moveTo>
                    <a:pt x="0" y="66144"/>
                  </a:moveTo>
                  <a:lnTo>
                    <a:pt x="66144" y="0"/>
                  </a:lnTo>
                  <a:lnTo>
                    <a:pt x="741299" y="0"/>
                  </a:lnTo>
                  <a:lnTo>
                    <a:pt x="741299" y="155555"/>
                  </a:lnTo>
                  <a:lnTo>
                    <a:pt x="675156" y="221699"/>
                  </a:lnTo>
                  <a:lnTo>
                    <a:pt x="0" y="221699"/>
                  </a:lnTo>
                  <a:lnTo>
                    <a:pt x="0" y="66144"/>
                  </a:lnTo>
                  <a:close/>
                </a:path>
                <a:path w="741679" h="222250">
                  <a:moveTo>
                    <a:pt x="0" y="66144"/>
                  </a:moveTo>
                  <a:lnTo>
                    <a:pt x="675156" y="66144"/>
                  </a:lnTo>
                  <a:lnTo>
                    <a:pt x="741299" y="0"/>
                  </a:lnTo>
                </a:path>
                <a:path w="741679" h="222250">
                  <a:moveTo>
                    <a:pt x="675156" y="66144"/>
                  </a:moveTo>
                  <a:lnTo>
                    <a:pt x="675156" y="22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9336554" y="3007022"/>
            <a:ext cx="11436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P(airplane) P(cat)</a:t>
            </a:r>
            <a:endParaRPr sz="1800">
              <a:latin typeface="Arial MT"/>
              <a:cs typeface="Arial MT"/>
            </a:endParaRPr>
          </a:p>
          <a:p>
            <a:pPr marL="12700" marR="246379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…</a:t>
            </a:r>
            <a:r>
              <a:rPr sz="1800" spc="5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P(car) P(zebra)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6067425" y="3356686"/>
            <a:ext cx="466090" cy="365125"/>
            <a:chOff x="6067425" y="3356686"/>
            <a:chExt cx="466090" cy="365125"/>
          </a:xfrm>
        </p:grpSpPr>
        <p:sp>
          <p:nvSpPr>
            <p:cNvPr id="149" name="object 149"/>
            <p:cNvSpPr/>
            <p:nvPr/>
          </p:nvSpPr>
          <p:spPr>
            <a:xfrm>
              <a:off x="6096000" y="3385261"/>
              <a:ext cx="201295" cy="151765"/>
            </a:xfrm>
            <a:custGeom>
              <a:avLst/>
              <a:gdLst/>
              <a:ahLst/>
              <a:cxnLst/>
              <a:rect l="l" t="t" r="r" b="b"/>
              <a:pathLst>
                <a:path w="201295" h="151764">
                  <a:moveTo>
                    <a:pt x="0" y="0"/>
                  </a:moveTo>
                  <a:lnTo>
                    <a:pt x="201295" y="151607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240505" y="3461466"/>
              <a:ext cx="264160" cy="231775"/>
            </a:xfrm>
            <a:custGeom>
              <a:avLst/>
              <a:gdLst/>
              <a:ahLst/>
              <a:cxnLst/>
              <a:rect l="l" t="t" r="r" b="b"/>
              <a:pathLst>
                <a:path w="264159" h="231775">
                  <a:moveTo>
                    <a:pt x="263957" y="231432"/>
                  </a:moveTo>
                  <a:lnTo>
                    <a:pt x="0" y="150805"/>
                  </a:lnTo>
                  <a:lnTo>
                    <a:pt x="113579" y="0"/>
                  </a:lnTo>
                  <a:lnTo>
                    <a:pt x="263957" y="231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6240505" y="3461466"/>
              <a:ext cx="264160" cy="231775"/>
            </a:xfrm>
            <a:custGeom>
              <a:avLst/>
              <a:gdLst/>
              <a:ahLst/>
              <a:cxnLst/>
              <a:rect l="l" t="t" r="r" b="b"/>
              <a:pathLst>
                <a:path w="264159" h="231775">
                  <a:moveTo>
                    <a:pt x="0" y="150805"/>
                  </a:moveTo>
                  <a:lnTo>
                    <a:pt x="263957" y="231432"/>
                  </a:lnTo>
                  <a:lnTo>
                    <a:pt x="113579" y="0"/>
                  </a:lnTo>
                  <a:lnTo>
                    <a:pt x="0" y="150805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4580660" y="1496857"/>
            <a:ext cx="6760209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Resize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fixed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size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(e.g.,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7x7)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Details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critical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beyond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scope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4546244" y="4554357"/>
            <a:ext cx="683831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 MT"/>
                <a:cs typeface="Arial MT"/>
              </a:rPr>
              <a:t>Afterwards,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small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neural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network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classifies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box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applied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window.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C29519A4-3720-82F7-6C5C-8D6E854CA3DA}"/>
                  </a:ext>
                </a:extLst>
              </p14:cNvPr>
              <p14:cNvContentPartPr/>
              <p14:nvPr/>
            </p14:nvContentPartPr>
            <p14:xfrm>
              <a:off x="731520" y="464040"/>
              <a:ext cx="10901880" cy="27028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C29519A4-3720-82F7-6C5C-8D6E854CA3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5320" y="447840"/>
                <a:ext cx="10934280" cy="273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065FE-BAC9-1264-CF64-C014A9AD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8FEBA-81F3-08AB-E816-5E4FF11AA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C3098A-3881-C505-B1A8-FF1CB78671CB}"/>
                  </a:ext>
                </a:extLst>
              </p14:cNvPr>
              <p14:cNvContentPartPr/>
              <p14:nvPr/>
            </p14:nvContentPartPr>
            <p14:xfrm>
              <a:off x="550440" y="1010880"/>
              <a:ext cx="11278440" cy="5358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C3098A-3881-C505-B1A8-FF1CB78671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4240" y="994680"/>
                <a:ext cx="11310840" cy="53913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CC77FFD-A227-470A-BD6A-0E56184C5912}"/>
              </a:ext>
            </a:extLst>
          </p:cNvPr>
          <p:cNvSpPr txBox="1"/>
          <p:nvPr/>
        </p:nvSpPr>
        <p:spPr>
          <a:xfrm>
            <a:off x="826477" y="2813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499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93FCF-9FD7-2377-D0E5-AC84870C2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92FAF-089E-5C29-13C4-DDEB61D95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B0C85-3473-FBC3-77B7-E5711863B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90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47F44-B44F-55E9-A7BC-DD40B337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EE32-9DC7-50AF-07BA-7429AC66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BC025-2820-690C-0512-D11768040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617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BA90-6F42-2AFE-5D58-CF59840DD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5FD4F-6143-D575-7850-48C522763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93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5925">
              <a:lnSpc>
                <a:spcPct val="100000"/>
              </a:lnSpc>
              <a:spcBef>
                <a:spcPts val="100"/>
              </a:spcBef>
            </a:pPr>
            <a:r>
              <a:rPr dirty="0"/>
              <a:t>Mask</a:t>
            </a:r>
            <a:r>
              <a:rPr spc="-15" dirty="0"/>
              <a:t> </a:t>
            </a:r>
            <a:r>
              <a:rPr spc="-20" dirty="0"/>
              <a:t>RCNN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0246" y="4882703"/>
            <a:ext cx="3942079" cy="1476375"/>
            <a:chOff x="310246" y="4882703"/>
            <a:chExt cx="3942079" cy="1476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96" y="5377335"/>
              <a:ext cx="3928799" cy="974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6596" y="5377335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99"/>
                  </a:moveTo>
                  <a:lnTo>
                    <a:pt x="901182" y="0"/>
                  </a:lnTo>
                  <a:lnTo>
                    <a:pt x="3928799" y="0"/>
                  </a:lnTo>
                  <a:lnTo>
                    <a:pt x="3027617" y="974999"/>
                  </a:lnTo>
                  <a:lnTo>
                    <a:pt x="0" y="974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8532" y="5183578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74" y="883574"/>
                  </a:moveTo>
                  <a:lnTo>
                    <a:pt x="0" y="883574"/>
                  </a:lnTo>
                  <a:lnTo>
                    <a:pt x="0" y="0"/>
                  </a:lnTo>
                  <a:lnTo>
                    <a:pt x="1991774" y="0"/>
                  </a:lnTo>
                  <a:lnTo>
                    <a:pt x="1991774" y="88357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0307" y="4889053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099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94524" y="883574"/>
                  </a:lnTo>
                  <a:lnTo>
                    <a:pt x="0" y="1178099"/>
                  </a:lnTo>
                  <a:close/>
                </a:path>
              </a:pathLst>
            </a:custGeom>
            <a:solidFill>
              <a:srgbClr val="CBCBCB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32" y="4889053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74" y="294524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286299" y="0"/>
                  </a:lnTo>
                  <a:lnTo>
                    <a:pt x="1991774" y="29452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8532" y="4889053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24"/>
                  </a:moveTo>
                  <a:lnTo>
                    <a:pt x="294524" y="0"/>
                  </a:lnTo>
                  <a:lnTo>
                    <a:pt x="2286299" y="0"/>
                  </a:lnTo>
                  <a:lnTo>
                    <a:pt x="2286299" y="883574"/>
                  </a:lnTo>
                  <a:lnTo>
                    <a:pt x="1991774" y="1178099"/>
                  </a:lnTo>
                  <a:lnTo>
                    <a:pt x="0" y="1178099"/>
                  </a:lnTo>
                  <a:lnTo>
                    <a:pt x="0" y="294524"/>
                  </a:lnTo>
                  <a:close/>
                </a:path>
                <a:path w="2286635" h="1178560">
                  <a:moveTo>
                    <a:pt x="0" y="294524"/>
                  </a:moveTo>
                  <a:lnTo>
                    <a:pt x="1991774" y="294524"/>
                  </a:lnTo>
                  <a:lnTo>
                    <a:pt x="2286299" y="0"/>
                  </a:lnTo>
                </a:path>
                <a:path w="2286635" h="1178560">
                  <a:moveTo>
                    <a:pt x="1991774" y="294524"/>
                  </a:moveTo>
                  <a:lnTo>
                    <a:pt x="1991774" y="11780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86528" y="5482617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05361" y="4574463"/>
            <a:ext cx="316865" cy="445770"/>
            <a:chOff x="2305361" y="4574463"/>
            <a:chExt cx="316865" cy="445770"/>
          </a:xfrm>
        </p:grpSpPr>
        <p:sp>
          <p:nvSpPr>
            <p:cNvPr id="13" name="object 13"/>
            <p:cNvSpPr/>
            <p:nvPr/>
          </p:nvSpPr>
          <p:spPr>
            <a:xfrm>
              <a:off x="2333936" y="4697435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322799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29451" y="2416276"/>
            <a:ext cx="4495165" cy="2109470"/>
            <a:chOff x="529451" y="2416276"/>
            <a:chExt cx="4495165" cy="2109470"/>
          </a:xfrm>
        </p:grpSpPr>
        <p:sp>
          <p:nvSpPr>
            <p:cNvPr id="17" name="object 17"/>
            <p:cNvSpPr/>
            <p:nvPr/>
          </p:nvSpPr>
          <p:spPr>
            <a:xfrm>
              <a:off x="535801" y="2620923"/>
              <a:ext cx="3398520" cy="1898014"/>
            </a:xfrm>
            <a:custGeom>
              <a:avLst/>
              <a:gdLst/>
              <a:ahLst/>
              <a:cxnLst/>
              <a:rect l="l" t="t" r="r" b="b"/>
              <a:pathLst>
                <a:path w="3398520" h="1898014">
                  <a:moveTo>
                    <a:pt x="3397973" y="1897866"/>
                  </a:moveTo>
                  <a:lnTo>
                    <a:pt x="0" y="1897866"/>
                  </a:lnTo>
                  <a:lnTo>
                    <a:pt x="0" y="0"/>
                  </a:lnTo>
                  <a:lnTo>
                    <a:pt x="3397973" y="0"/>
                  </a:lnTo>
                  <a:lnTo>
                    <a:pt x="3397973" y="189786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33775" y="2422626"/>
              <a:ext cx="198755" cy="2096770"/>
            </a:xfrm>
            <a:custGeom>
              <a:avLst/>
              <a:gdLst/>
              <a:ahLst/>
              <a:cxnLst/>
              <a:rect l="l" t="t" r="r" b="b"/>
              <a:pathLst>
                <a:path w="198754" h="2096770">
                  <a:moveTo>
                    <a:pt x="0" y="2096163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198297" y="1897866"/>
                  </a:lnTo>
                  <a:lnTo>
                    <a:pt x="0" y="2096163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5801" y="2422626"/>
              <a:ext cx="3596640" cy="198755"/>
            </a:xfrm>
            <a:custGeom>
              <a:avLst/>
              <a:gdLst/>
              <a:ahLst/>
              <a:cxnLst/>
              <a:rect l="l" t="t" r="r" b="b"/>
              <a:pathLst>
                <a:path w="3596640" h="198755">
                  <a:moveTo>
                    <a:pt x="3397973" y="198296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3596270" y="0"/>
                  </a:lnTo>
                  <a:lnTo>
                    <a:pt x="3397973" y="198296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5801" y="2422626"/>
              <a:ext cx="3596640" cy="2096770"/>
            </a:xfrm>
            <a:custGeom>
              <a:avLst/>
              <a:gdLst/>
              <a:ahLst/>
              <a:cxnLst/>
              <a:rect l="l" t="t" r="r" b="b"/>
              <a:pathLst>
                <a:path w="3596640" h="2096770">
                  <a:moveTo>
                    <a:pt x="0" y="198296"/>
                  </a:moveTo>
                  <a:lnTo>
                    <a:pt x="198297" y="0"/>
                  </a:lnTo>
                  <a:lnTo>
                    <a:pt x="3596270" y="0"/>
                  </a:lnTo>
                  <a:lnTo>
                    <a:pt x="3596270" y="1897866"/>
                  </a:lnTo>
                  <a:lnTo>
                    <a:pt x="3397973" y="2096163"/>
                  </a:lnTo>
                  <a:lnTo>
                    <a:pt x="0" y="2096163"/>
                  </a:lnTo>
                  <a:lnTo>
                    <a:pt x="0" y="198296"/>
                  </a:lnTo>
                  <a:close/>
                </a:path>
                <a:path w="3596640" h="2096770">
                  <a:moveTo>
                    <a:pt x="0" y="198296"/>
                  </a:moveTo>
                  <a:lnTo>
                    <a:pt x="3397973" y="198296"/>
                  </a:lnTo>
                  <a:lnTo>
                    <a:pt x="3596270" y="0"/>
                  </a:lnTo>
                </a:path>
                <a:path w="3596640" h="2096770">
                  <a:moveTo>
                    <a:pt x="3397973" y="198296"/>
                  </a:moveTo>
                  <a:lnTo>
                    <a:pt x="3397973" y="209616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23028" y="3104270"/>
              <a:ext cx="1052195" cy="1096010"/>
            </a:xfrm>
            <a:custGeom>
              <a:avLst/>
              <a:gdLst/>
              <a:ahLst/>
              <a:cxnLst/>
              <a:rect l="l" t="t" r="r" b="b"/>
              <a:pathLst>
                <a:path w="1052195" h="1096010">
                  <a:moveTo>
                    <a:pt x="0" y="0"/>
                  </a:moveTo>
                  <a:lnTo>
                    <a:pt x="1051873" y="0"/>
                  </a:lnTo>
                  <a:lnTo>
                    <a:pt x="1051873" y="1095806"/>
                  </a:lnTo>
                  <a:lnTo>
                    <a:pt x="0" y="1095806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365580" y="2931719"/>
              <a:ext cx="3270885" cy="951230"/>
            </a:xfrm>
            <a:custGeom>
              <a:avLst/>
              <a:gdLst/>
              <a:ahLst/>
              <a:cxnLst/>
              <a:rect l="l" t="t" r="r" b="b"/>
              <a:pathLst>
                <a:path w="3270885" h="951229">
                  <a:moveTo>
                    <a:pt x="0" y="0"/>
                  </a:moveTo>
                  <a:lnTo>
                    <a:pt x="2048399" y="0"/>
                  </a:lnTo>
                  <a:lnTo>
                    <a:pt x="2048399" y="950699"/>
                  </a:lnTo>
                  <a:lnTo>
                    <a:pt x="0" y="950699"/>
                  </a:lnTo>
                  <a:lnTo>
                    <a:pt x="0" y="0"/>
                  </a:lnTo>
                  <a:close/>
                </a:path>
                <a:path w="3270885" h="951229">
                  <a:moveTo>
                    <a:pt x="2048399" y="475349"/>
                  </a:moveTo>
                  <a:lnTo>
                    <a:pt x="2120329" y="474980"/>
                  </a:lnTo>
                  <a:lnTo>
                    <a:pt x="2188157" y="473901"/>
                  </a:lnTo>
                  <a:lnTo>
                    <a:pt x="2252142" y="472158"/>
                  </a:lnTo>
                  <a:lnTo>
                    <a:pt x="2312538" y="469793"/>
                  </a:lnTo>
                  <a:lnTo>
                    <a:pt x="2369603" y="466853"/>
                  </a:lnTo>
                  <a:lnTo>
                    <a:pt x="2423592" y="463380"/>
                  </a:lnTo>
                  <a:lnTo>
                    <a:pt x="2474763" y="459420"/>
                  </a:lnTo>
                  <a:lnTo>
                    <a:pt x="2523370" y="455016"/>
                  </a:lnTo>
                  <a:lnTo>
                    <a:pt x="2569672" y="450214"/>
                  </a:lnTo>
                  <a:lnTo>
                    <a:pt x="2613922" y="445056"/>
                  </a:lnTo>
                  <a:lnTo>
                    <a:pt x="2656379" y="439589"/>
                  </a:lnTo>
                  <a:lnTo>
                    <a:pt x="2697299" y="433855"/>
                  </a:lnTo>
                  <a:lnTo>
                    <a:pt x="2736936" y="427900"/>
                  </a:lnTo>
                  <a:lnTo>
                    <a:pt x="2775549" y="421768"/>
                  </a:lnTo>
                  <a:lnTo>
                    <a:pt x="2813393" y="415502"/>
                  </a:lnTo>
                  <a:lnTo>
                    <a:pt x="2887799" y="402749"/>
                  </a:lnTo>
                  <a:lnTo>
                    <a:pt x="2932844" y="394984"/>
                  </a:lnTo>
                  <a:lnTo>
                    <a:pt x="2978347" y="387298"/>
                  </a:lnTo>
                  <a:lnTo>
                    <a:pt x="3024768" y="379771"/>
                  </a:lnTo>
                  <a:lnTo>
                    <a:pt x="3072565" y="372482"/>
                  </a:lnTo>
                  <a:lnTo>
                    <a:pt x="3122198" y="365510"/>
                  </a:lnTo>
                  <a:lnTo>
                    <a:pt x="3174125" y="358936"/>
                  </a:lnTo>
                  <a:lnTo>
                    <a:pt x="3228806" y="352837"/>
                  </a:lnTo>
                  <a:lnTo>
                    <a:pt x="3253711" y="350339"/>
                  </a:lnTo>
                  <a:lnTo>
                    <a:pt x="3257915" y="349932"/>
                  </a:lnTo>
                  <a:lnTo>
                    <a:pt x="3262147" y="349529"/>
                  </a:lnTo>
                  <a:lnTo>
                    <a:pt x="3266406" y="349132"/>
                  </a:lnTo>
                  <a:lnTo>
                    <a:pt x="3270379" y="348768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630833" y="3154730"/>
              <a:ext cx="351155" cy="252095"/>
            </a:xfrm>
            <a:custGeom>
              <a:avLst/>
              <a:gdLst/>
              <a:ahLst/>
              <a:cxnLst/>
              <a:rect l="l" t="t" r="r" b="b"/>
              <a:pathLst>
                <a:path w="351154" h="252095">
                  <a:moveTo>
                    <a:pt x="10250" y="251515"/>
                  </a:moveTo>
                  <a:lnTo>
                    <a:pt x="0" y="0"/>
                  </a:lnTo>
                  <a:lnTo>
                    <a:pt x="350641" y="111675"/>
                  </a:lnTo>
                  <a:lnTo>
                    <a:pt x="10250" y="251515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630833" y="3154730"/>
              <a:ext cx="351155" cy="252095"/>
            </a:xfrm>
            <a:custGeom>
              <a:avLst/>
              <a:gdLst/>
              <a:ahLst/>
              <a:cxnLst/>
              <a:rect l="l" t="t" r="r" b="b"/>
              <a:pathLst>
                <a:path w="351154" h="252095">
                  <a:moveTo>
                    <a:pt x="10250" y="251515"/>
                  </a:moveTo>
                  <a:lnTo>
                    <a:pt x="350641" y="111675"/>
                  </a:lnTo>
                  <a:lnTo>
                    <a:pt x="0" y="0"/>
                  </a:lnTo>
                  <a:lnTo>
                    <a:pt x="10250" y="251515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774901" y="3652174"/>
              <a:ext cx="2866390" cy="419100"/>
            </a:xfrm>
            <a:custGeom>
              <a:avLst/>
              <a:gdLst/>
              <a:ahLst/>
              <a:cxnLst/>
              <a:rect l="l" t="t" r="r" b="b"/>
              <a:pathLst>
                <a:path w="2866390" h="419100">
                  <a:moveTo>
                    <a:pt x="0" y="0"/>
                  </a:moveTo>
                  <a:lnTo>
                    <a:pt x="74385" y="294"/>
                  </a:lnTo>
                  <a:lnTo>
                    <a:pt x="146551" y="1164"/>
                  </a:lnTo>
                  <a:lnTo>
                    <a:pt x="216568" y="2592"/>
                  </a:lnTo>
                  <a:lnTo>
                    <a:pt x="284504" y="4561"/>
                  </a:lnTo>
                  <a:lnTo>
                    <a:pt x="350430" y="7052"/>
                  </a:lnTo>
                  <a:lnTo>
                    <a:pt x="414413" y="10047"/>
                  </a:lnTo>
                  <a:lnTo>
                    <a:pt x="476525" y="13528"/>
                  </a:lnTo>
                  <a:lnTo>
                    <a:pt x="536833" y="17478"/>
                  </a:lnTo>
                  <a:lnTo>
                    <a:pt x="595407" y="21877"/>
                  </a:lnTo>
                  <a:lnTo>
                    <a:pt x="652318" y="26709"/>
                  </a:lnTo>
                  <a:lnTo>
                    <a:pt x="707633" y="31955"/>
                  </a:lnTo>
                  <a:lnTo>
                    <a:pt x="761422" y="37597"/>
                  </a:lnTo>
                  <a:lnTo>
                    <a:pt x="813756" y="43617"/>
                  </a:lnTo>
                  <a:lnTo>
                    <a:pt x="864702" y="49998"/>
                  </a:lnTo>
                  <a:lnTo>
                    <a:pt x="914331" y="56720"/>
                  </a:lnTo>
                  <a:lnTo>
                    <a:pt x="962712" y="63767"/>
                  </a:lnTo>
                  <a:lnTo>
                    <a:pt x="1009914" y="71119"/>
                  </a:lnTo>
                  <a:lnTo>
                    <a:pt x="1056006" y="78760"/>
                  </a:lnTo>
                  <a:lnTo>
                    <a:pt x="1101058" y="86671"/>
                  </a:lnTo>
                  <a:lnTo>
                    <a:pt x="1145139" y="94834"/>
                  </a:lnTo>
                  <a:lnTo>
                    <a:pt x="1188319" y="103231"/>
                  </a:lnTo>
                  <a:lnTo>
                    <a:pt x="1230666" y="111844"/>
                  </a:lnTo>
                  <a:lnTo>
                    <a:pt x="1272251" y="120655"/>
                  </a:lnTo>
                  <a:lnTo>
                    <a:pt x="1313142" y="129646"/>
                  </a:lnTo>
                  <a:lnTo>
                    <a:pt x="1353409" y="138800"/>
                  </a:lnTo>
                  <a:lnTo>
                    <a:pt x="1393122" y="148097"/>
                  </a:lnTo>
                  <a:lnTo>
                    <a:pt x="1432349" y="157520"/>
                  </a:lnTo>
                  <a:lnTo>
                    <a:pt x="1471159" y="167052"/>
                  </a:lnTo>
                  <a:lnTo>
                    <a:pt x="1509624" y="176673"/>
                  </a:lnTo>
                  <a:lnTo>
                    <a:pt x="1547810" y="186367"/>
                  </a:lnTo>
                  <a:lnTo>
                    <a:pt x="1585789" y="196114"/>
                  </a:lnTo>
                  <a:lnTo>
                    <a:pt x="1623629" y="205898"/>
                  </a:lnTo>
                  <a:lnTo>
                    <a:pt x="1661400" y="215699"/>
                  </a:lnTo>
                  <a:lnTo>
                    <a:pt x="1705920" y="227250"/>
                  </a:lnTo>
                  <a:lnTo>
                    <a:pt x="1750555" y="238771"/>
                  </a:lnTo>
                  <a:lnTo>
                    <a:pt x="1795416" y="250233"/>
                  </a:lnTo>
                  <a:lnTo>
                    <a:pt x="1840618" y="261606"/>
                  </a:lnTo>
                  <a:lnTo>
                    <a:pt x="1886274" y="272862"/>
                  </a:lnTo>
                  <a:lnTo>
                    <a:pt x="1932497" y="283970"/>
                  </a:lnTo>
                  <a:lnTo>
                    <a:pt x="1979402" y="294902"/>
                  </a:lnTo>
                  <a:lnTo>
                    <a:pt x="2027101" y="305627"/>
                  </a:lnTo>
                  <a:lnTo>
                    <a:pt x="2075709" y="316116"/>
                  </a:lnTo>
                  <a:lnTo>
                    <a:pt x="2125338" y="326340"/>
                  </a:lnTo>
                  <a:lnTo>
                    <a:pt x="2176103" y="336269"/>
                  </a:lnTo>
                  <a:lnTo>
                    <a:pt x="2228116" y="345874"/>
                  </a:lnTo>
                  <a:lnTo>
                    <a:pt x="2281492" y="355125"/>
                  </a:lnTo>
                  <a:lnTo>
                    <a:pt x="2336343" y="363993"/>
                  </a:lnTo>
                  <a:lnTo>
                    <a:pt x="2380099" y="370607"/>
                  </a:lnTo>
                  <a:lnTo>
                    <a:pt x="2424869" y="376957"/>
                  </a:lnTo>
                  <a:lnTo>
                    <a:pt x="2470707" y="383029"/>
                  </a:lnTo>
                  <a:lnTo>
                    <a:pt x="2517667" y="388811"/>
                  </a:lnTo>
                  <a:lnTo>
                    <a:pt x="2565803" y="394287"/>
                  </a:lnTo>
                  <a:lnTo>
                    <a:pt x="2615166" y="399444"/>
                  </a:lnTo>
                  <a:lnTo>
                    <a:pt x="2665812" y="404268"/>
                  </a:lnTo>
                  <a:lnTo>
                    <a:pt x="2717793" y="408746"/>
                  </a:lnTo>
                  <a:lnTo>
                    <a:pt x="2771163" y="412863"/>
                  </a:lnTo>
                  <a:lnTo>
                    <a:pt x="2817313" y="416046"/>
                  </a:lnTo>
                  <a:lnTo>
                    <a:pt x="2856580" y="418488"/>
                  </a:lnTo>
                  <a:lnTo>
                    <a:pt x="2864523" y="418954"/>
                  </a:lnTo>
                  <a:lnTo>
                    <a:pt x="2865767" y="419024"/>
                  </a:lnTo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637262" y="3945383"/>
              <a:ext cx="349250" cy="252095"/>
            </a:xfrm>
            <a:custGeom>
              <a:avLst/>
              <a:gdLst/>
              <a:ahLst/>
              <a:cxnLst/>
              <a:rect l="l" t="t" r="r" b="b"/>
              <a:pathLst>
                <a:path w="349250" h="252095">
                  <a:moveTo>
                    <a:pt x="0" y="251631"/>
                  </a:moveTo>
                  <a:lnTo>
                    <a:pt x="6813" y="0"/>
                  </a:lnTo>
                  <a:lnTo>
                    <a:pt x="349082" y="135175"/>
                  </a:lnTo>
                  <a:lnTo>
                    <a:pt x="0" y="251631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637262" y="3945383"/>
              <a:ext cx="349250" cy="252095"/>
            </a:xfrm>
            <a:custGeom>
              <a:avLst/>
              <a:gdLst/>
              <a:ahLst/>
              <a:cxnLst/>
              <a:rect l="l" t="t" r="r" b="b"/>
              <a:pathLst>
                <a:path w="349250" h="252095">
                  <a:moveTo>
                    <a:pt x="0" y="251631"/>
                  </a:moveTo>
                  <a:lnTo>
                    <a:pt x="349082" y="135175"/>
                  </a:lnTo>
                  <a:lnTo>
                    <a:pt x="6813" y="0"/>
                  </a:lnTo>
                  <a:lnTo>
                    <a:pt x="0" y="251631"/>
                  </a:lnTo>
                  <a:close/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1135347" y="1497464"/>
            <a:ext cx="239585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Map </a:t>
            </a:r>
            <a:r>
              <a:rPr sz="2800" dirty="0">
                <a:latin typeface="Arial MT"/>
                <a:cs typeface="Arial MT"/>
              </a:rPr>
              <a:t>(e.g.,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6x8x256)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125" name="object 125"/>
          <p:cNvGraphicFramePr>
            <a:graphicFrameLocks noGrp="1"/>
          </p:cNvGraphicFramePr>
          <p:nvPr/>
        </p:nvGraphicFramePr>
        <p:xfrm>
          <a:off x="5054646" y="2905566"/>
          <a:ext cx="835025" cy="63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504D"/>
                      </a:solidFill>
                      <a:prstDash val="solid"/>
                    </a:lnR>
                    <a:lnT w="7620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6" name="object 126"/>
          <p:cNvGraphicFramePr>
            <a:graphicFrameLocks noGrp="1"/>
          </p:cNvGraphicFramePr>
          <p:nvPr/>
        </p:nvGraphicFramePr>
        <p:xfrm>
          <a:off x="5059591" y="3727177"/>
          <a:ext cx="835025" cy="63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4F81BD"/>
                      </a:solidFill>
                      <a:prstDash val="solid"/>
                    </a:lnR>
                    <a:lnT w="7620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7" name="object 127"/>
          <p:cNvSpPr txBox="1"/>
          <p:nvPr/>
        </p:nvSpPr>
        <p:spPr>
          <a:xfrm>
            <a:off x="4580660" y="4813138"/>
            <a:ext cx="55479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also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predict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mask! </a:t>
            </a:r>
            <a:r>
              <a:rPr sz="2800" dirty="0">
                <a:latin typeface="Arial MT"/>
                <a:cs typeface="Arial MT"/>
              </a:rPr>
              <a:t>Everything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learned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together </a:t>
            </a:r>
            <a:r>
              <a:rPr sz="2800" dirty="0">
                <a:latin typeface="Arial MT"/>
                <a:cs typeface="Arial MT"/>
              </a:rPr>
              <a:t>Simple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effective;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details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critical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5998385" y="3144311"/>
            <a:ext cx="2466975" cy="1104265"/>
            <a:chOff x="5998385" y="3144311"/>
            <a:chExt cx="2466975" cy="1104265"/>
          </a:xfrm>
        </p:grpSpPr>
        <p:sp>
          <p:nvSpPr>
            <p:cNvPr id="129" name="object 129"/>
            <p:cNvSpPr/>
            <p:nvPr/>
          </p:nvSpPr>
          <p:spPr>
            <a:xfrm>
              <a:off x="6336488" y="3649267"/>
              <a:ext cx="243204" cy="593090"/>
            </a:xfrm>
            <a:custGeom>
              <a:avLst/>
              <a:gdLst/>
              <a:ahLst/>
              <a:cxnLst/>
              <a:rect l="l" t="t" r="r" b="b"/>
              <a:pathLst>
                <a:path w="243204" h="593089">
                  <a:moveTo>
                    <a:pt x="242694" y="592793"/>
                  </a:moveTo>
                  <a:lnTo>
                    <a:pt x="0" y="592793"/>
                  </a:lnTo>
                  <a:lnTo>
                    <a:pt x="0" y="0"/>
                  </a:lnTo>
                  <a:lnTo>
                    <a:pt x="242694" y="0"/>
                  </a:lnTo>
                  <a:lnTo>
                    <a:pt x="242694" y="59279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579183" y="3150661"/>
              <a:ext cx="499109" cy="1091565"/>
            </a:xfrm>
            <a:custGeom>
              <a:avLst/>
              <a:gdLst/>
              <a:ahLst/>
              <a:cxnLst/>
              <a:rect l="l" t="t" r="r" b="b"/>
              <a:pathLst>
                <a:path w="499109" h="1091564">
                  <a:moveTo>
                    <a:pt x="0" y="1091399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498605" y="592794"/>
                  </a:lnTo>
                  <a:lnTo>
                    <a:pt x="0" y="10913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336488" y="3150661"/>
              <a:ext cx="741680" cy="499109"/>
            </a:xfrm>
            <a:custGeom>
              <a:avLst/>
              <a:gdLst/>
              <a:ahLst/>
              <a:cxnLst/>
              <a:rect l="l" t="t" r="r" b="b"/>
              <a:pathLst>
                <a:path w="741679" h="499110">
                  <a:moveTo>
                    <a:pt x="242694" y="498605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741299" y="0"/>
                  </a:lnTo>
                  <a:lnTo>
                    <a:pt x="242694" y="49860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336488" y="3150661"/>
              <a:ext cx="741680" cy="1091565"/>
            </a:xfrm>
            <a:custGeom>
              <a:avLst/>
              <a:gdLst/>
              <a:ahLst/>
              <a:cxnLst/>
              <a:rect l="l" t="t" r="r" b="b"/>
              <a:pathLst>
                <a:path w="741679" h="1091564">
                  <a:moveTo>
                    <a:pt x="0" y="498605"/>
                  </a:moveTo>
                  <a:lnTo>
                    <a:pt x="498605" y="0"/>
                  </a:lnTo>
                  <a:lnTo>
                    <a:pt x="741299" y="0"/>
                  </a:lnTo>
                  <a:lnTo>
                    <a:pt x="741299" y="592794"/>
                  </a:lnTo>
                  <a:lnTo>
                    <a:pt x="242694" y="1091399"/>
                  </a:lnTo>
                  <a:lnTo>
                    <a:pt x="0" y="1091399"/>
                  </a:lnTo>
                  <a:lnTo>
                    <a:pt x="0" y="498605"/>
                  </a:lnTo>
                  <a:close/>
                </a:path>
                <a:path w="741679" h="1091564">
                  <a:moveTo>
                    <a:pt x="0" y="498605"/>
                  </a:moveTo>
                  <a:lnTo>
                    <a:pt x="242694" y="498605"/>
                  </a:lnTo>
                  <a:lnTo>
                    <a:pt x="741299" y="0"/>
                  </a:lnTo>
                </a:path>
                <a:path w="741679" h="1091564">
                  <a:moveTo>
                    <a:pt x="242694" y="498605"/>
                  </a:moveTo>
                  <a:lnTo>
                    <a:pt x="242694" y="10913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796799" y="3649267"/>
              <a:ext cx="243204" cy="593090"/>
            </a:xfrm>
            <a:custGeom>
              <a:avLst/>
              <a:gdLst/>
              <a:ahLst/>
              <a:cxnLst/>
              <a:rect l="l" t="t" r="r" b="b"/>
              <a:pathLst>
                <a:path w="243204" h="593089">
                  <a:moveTo>
                    <a:pt x="242694" y="592793"/>
                  </a:moveTo>
                  <a:lnTo>
                    <a:pt x="0" y="592793"/>
                  </a:lnTo>
                  <a:lnTo>
                    <a:pt x="0" y="0"/>
                  </a:lnTo>
                  <a:lnTo>
                    <a:pt x="242694" y="0"/>
                  </a:lnTo>
                  <a:lnTo>
                    <a:pt x="242694" y="59279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039494" y="3150661"/>
              <a:ext cx="499109" cy="1091565"/>
            </a:xfrm>
            <a:custGeom>
              <a:avLst/>
              <a:gdLst/>
              <a:ahLst/>
              <a:cxnLst/>
              <a:rect l="l" t="t" r="r" b="b"/>
              <a:pathLst>
                <a:path w="499109" h="1091564">
                  <a:moveTo>
                    <a:pt x="0" y="1091399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498605" y="592794"/>
                  </a:lnTo>
                  <a:lnTo>
                    <a:pt x="0" y="10913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796799" y="3150661"/>
              <a:ext cx="741680" cy="499109"/>
            </a:xfrm>
            <a:custGeom>
              <a:avLst/>
              <a:gdLst/>
              <a:ahLst/>
              <a:cxnLst/>
              <a:rect l="l" t="t" r="r" b="b"/>
              <a:pathLst>
                <a:path w="741679" h="499110">
                  <a:moveTo>
                    <a:pt x="242694" y="498605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741299" y="0"/>
                  </a:lnTo>
                  <a:lnTo>
                    <a:pt x="242694" y="49860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796799" y="3150661"/>
              <a:ext cx="741680" cy="1091565"/>
            </a:xfrm>
            <a:custGeom>
              <a:avLst/>
              <a:gdLst/>
              <a:ahLst/>
              <a:cxnLst/>
              <a:rect l="l" t="t" r="r" b="b"/>
              <a:pathLst>
                <a:path w="741679" h="1091564">
                  <a:moveTo>
                    <a:pt x="0" y="498605"/>
                  </a:moveTo>
                  <a:lnTo>
                    <a:pt x="498605" y="0"/>
                  </a:lnTo>
                  <a:lnTo>
                    <a:pt x="741299" y="0"/>
                  </a:lnTo>
                  <a:lnTo>
                    <a:pt x="741299" y="592794"/>
                  </a:lnTo>
                  <a:lnTo>
                    <a:pt x="242694" y="1091399"/>
                  </a:lnTo>
                  <a:lnTo>
                    <a:pt x="0" y="1091399"/>
                  </a:lnTo>
                  <a:lnTo>
                    <a:pt x="0" y="498605"/>
                  </a:lnTo>
                  <a:close/>
                </a:path>
                <a:path w="741679" h="1091564">
                  <a:moveTo>
                    <a:pt x="0" y="498605"/>
                  </a:moveTo>
                  <a:lnTo>
                    <a:pt x="242694" y="498605"/>
                  </a:lnTo>
                  <a:lnTo>
                    <a:pt x="741299" y="0"/>
                  </a:lnTo>
                </a:path>
                <a:path w="741679" h="1091564">
                  <a:moveTo>
                    <a:pt x="242694" y="498605"/>
                  </a:moveTo>
                  <a:lnTo>
                    <a:pt x="242694" y="10913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257110" y="3649267"/>
              <a:ext cx="243204" cy="593090"/>
            </a:xfrm>
            <a:custGeom>
              <a:avLst/>
              <a:gdLst/>
              <a:ahLst/>
              <a:cxnLst/>
              <a:rect l="l" t="t" r="r" b="b"/>
              <a:pathLst>
                <a:path w="243204" h="593089">
                  <a:moveTo>
                    <a:pt x="242694" y="592793"/>
                  </a:moveTo>
                  <a:lnTo>
                    <a:pt x="0" y="592793"/>
                  </a:lnTo>
                  <a:lnTo>
                    <a:pt x="0" y="0"/>
                  </a:lnTo>
                  <a:lnTo>
                    <a:pt x="242694" y="0"/>
                  </a:lnTo>
                  <a:lnTo>
                    <a:pt x="242694" y="59279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499805" y="3150661"/>
              <a:ext cx="499109" cy="1091565"/>
            </a:xfrm>
            <a:custGeom>
              <a:avLst/>
              <a:gdLst/>
              <a:ahLst/>
              <a:cxnLst/>
              <a:rect l="l" t="t" r="r" b="b"/>
              <a:pathLst>
                <a:path w="499109" h="1091564">
                  <a:moveTo>
                    <a:pt x="0" y="1091399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498605" y="592794"/>
                  </a:lnTo>
                  <a:lnTo>
                    <a:pt x="0" y="10913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257110" y="3150661"/>
              <a:ext cx="741680" cy="499109"/>
            </a:xfrm>
            <a:custGeom>
              <a:avLst/>
              <a:gdLst/>
              <a:ahLst/>
              <a:cxnLst/>
              <a:rect l="l" t="t" r="r" b="b"/>
              <a:pathLst>
                <a:path w="741679" h="499110">
                  <a:moveTo>
                    <a:pt x="242694" y="498605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741299" y="0"/>
                  </a:lnTo>
                  <a:lnTo>
                    <a:pt x="242694" y="49860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257110" y="3150661"/>
              <a:ext cx="741680" cy="1091565"/>
            </a:xfrm>
            <a:custGeom>
              <a:avLst/>
              <a:gdLst/>
              <a:ahLst/>
              <a:cxnLst/>
              <a:rect l="l" t="t" r="r" b="b"/>
              <a:pathLst>
                <a:path w="741679" h="1091564">
                  <a:moveTo>
                    <a:pt x="0" y="498605"/>
                  </a:moveTo>
                  <a:lnTo>
                    <a:pt x="498605" y="0"/>
                  </a:lnTo>
                  <a:lnTo>
                    <a:pt x="741299" y="0"/>
                  </a:lnTo>
                  <a:lnTo>
                    <a:pt x="741299" y="592794"/>
                  </a:lnTo>
                  <a:lnTo>
                    <a:pt x="242694" y="1091399"/>
                  </a:lnTo>
                  <a:lnTo>
                    <a:pt x="0" y="1091399"/>
                  </a:lnTo>
                  <a:lnTo>
                    <a:pt x="0" y="498605"/>
                  </a:lnTo>
                  <a:close/>
                </a:path>
                <a:path w="741679" h="1091564">
                  <a:moveTo>
                    <a:pt x="0" y="498605"/>
                  </a:moveTo>
                  <a:lnTo>
                    <a:pt x="242694" y="498605"/>
                  </a:lnTo>
                  <a:lnTo>
                    <a:pt x="741299" y="0"/>
                  </a:lnTo>
                </a:path>
                <a:path w="741679" h="1091564">
                  <a:moveTo>
                    <a:pt x="242694" y="498605"/>
                  </a:moveTo>
                  <a:lnTo>
                    <a:pt x="242694" y="10913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717420" y="3649267"/>
              <a:ext cx="243204" cy="593090"/>
            </a:xfrm>
            <a:custGeom>
              <a:avLst/>
              <a:gdLst/>
              <a:ahLst/>
              <a:cxnLst/>
              <a:rect l="l" t="t" r="r" b="b"/>
              <a:pathLst>
                <a:path w="243204" h="593089">
                  <a:moveTo>
                    <a:pt x="242693" y="592793"/>
                  </a:moveTo>
                  <a:lnTo>
                    <a:pt x="0" y="592793"/>
                  </a:lnTo>
                  <a:lnTo>
                    <a:pt x="0" y="0"/>
                  </a:lnTo>
                  <a:lnTo>
                    <a:pt x="242693" y="0"/>
                  </a:lnTo>
                  <a:lnTo>
                    <a:pt x="242693" y="59279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960114" y="3150661"/>
              <a:ext cx="499109" cy="1091565"/>
            </a:xfrm>
            <a:custGeom>
              <a:avLst/>
              <a:gdLst/>
              <a:ahLst/>
              <a:cxnLst/>
              <a:rect l="l" t="t" r="r" b="b"/>
              <a:pathLst>
                <a:path w="499109" h="1091564">
                  <a:moveTo>
                    <a:pt x="0" y="1091399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498605" y="592794"/>
                  </a:lnTo>
                  <a:lnTo>
                    <a:pt x="0" y="10913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717420" y="3150661"/>
              <a:ext cx="741680" cy="499109"/>
            </a:xfrm>
            <a:custGeom>
              <a:avLst/>
              <a:gdLst/>
              <a:ahLst/>
              <a:cxnLst/>
              <a:rect l="l" t="t" r="r" b="b"/>
              <a:pathLst>
                <a:path w="741679" h="499110">
                  <a:moveTo>
                    <a:pt x="242693" y="498605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741299" y="0"/>
                  </a:lnTo>
                  <a:lnTo>
                    <a:pt x="242693" y="49860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717420" y="3150661"/>
              <a:ext cx="741680" cy="1091565"/>
            </a:xfrm>
            <a:custGeom>
              <a:avLst/>
              <a:gdLst/>
              <a:ahLst/>
              <a:cxnLst/>
              <a:rect l="l" t="t" r="r" b="b"/>
              <a:pathLst>
                <a:path w="741679" h="1091564">
                  <a:moveTo>
                    <a:pt x="0" y="498605"/>
                  </a:moveTo>
                  <a:lnTo>
                    <a:pt x="498605" y="0"/>
                  </a:lnTo>
                  <a:lnTo>
                    <a:pt x="741299" y="0"/>
                  </a:lnTo>
                  <a:lnTo>
                    <a:pt x="741299" y="592794"/>
                  </a:lnTo>
                  <a:lnTo>
                    <a:pt x="242693" y="1091399"/>
                  </a:lnTo>
                  <a:lnTo>
                    <a:pt x="0" y="1091399"/>
                  </a:lnTo>
                  <a:lnTo>
                    <a:pt x="0" y="498605"/>
                  </a:lnTo>
                  <a:close/>
                </a:path>
                <a:path w="741679" h="1091564">
                  <a:moveTo>
                    <a:pt x="0" y="498605"/>
                  </a:moveTo>
                  <a:lnTo>
                    <a:pt x="242693" y="498605"/>
                  </a:lnTo>
                  <a:lnTo>
                    <a:pt x="741299" y="0"/>
                  </a:lnTo>
                </a:path>
                <a:path w="741679" h="1091564">
                  <a:moveTo>
                    <a:pt x="242693" y="498605"/>
                  </a:moveTo>
                  <a:lnTo>
                    <a:pt x="242693" y="10913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6038404" y="3218976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0" y="0"/>
                  </a:moveTo>
                  <a:lnTo>
                    <a:pt x="45374" y="34201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026960" y="3177797"/>
              <a:ext cx="264160" cy="231775"/>
            </a:xfrm>
            <a:custGeom>
              <a:avLst/>
              <a:gdLst/>
              <a:ahLst/>
              <a:cxnLst/>
              <a:rect l="l" t="t" r="r" b="b"/>
              <a:pathLst>
                <a:path w="264160" h="231775">
                  <a:moveTo>
                    <a:pt x="263926" y="231490"/>
                  </a:moveTo>
                  <a:lnTo>
                    <a:pt x="0" y="150761"/>
                  </a:lnTo>
                  <a:lnTo>
                    <a:pt x="113638" y="0"/>
                  </a:lnTo>
                  <a:lnTo>
                    <a:pt x="263926" y="2314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026960" y="3177797"/>
              <a:ext cx="264160" cy="231775"/>
            </a:xfrm>
            <a:custGeom>
              <a:avLst/>
              <a:gdLst/>
              <a:ahLst/>
              <a:cxnLst/>
              <a:rect l="l" t="t" r="r" b="b"/>
              <a:pathLst>
                <a:path w="264160" h="231775">
                  <a:moveTo>
                    <a:pt x="0" y="150761"/>
                  </a:moveTo>
                  <a:lnTo>
                    <a:pt x="263926" y="231490"/>
                  </a:lnTo>
                  <a:lnTo>
                    <a:pt x="113638" y="0"/>
                  </a:lnTo>
                  <a:lnTo>
                    <a:pt x="0" y="150761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8" name="object 148"/>
          <p:cNvGraphicFramePr>
            <a:graphicFrameLocks noGrp="1"/>
          </p:cNvGraphicFramePr>
          <p:nvPr/>
        </p:nvGraphicFramePr>
        <p:xfrm>
          <a:off x="9085152" y="2691488"/>
          <a:ext cx="2498088" cy="1906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9" name="object 149"/>
          <p:cNvSpPr/>
          <p:nvPr/>
        </p:nvSpPr>
        <p:spPr>
          <a:xfrm>
            <a:off x="9506369" y="3015944"/>
            <a:ext cx="2084705" cy="1591310"/>
          </a:xfrm>
          <a:custGeom>
            <a:avLst/>
            <a:gdLst/>
            <a:ahLst/>
            <a:cxnLst/>
            <a:rect l="l" t="t" r="r" b="b"/>
            <a:pathLst>
              <a:path w="2084704" h="1591310">
                <a:moveTo>
                  <a:pt x="2084273" y="636219"/>
                </a:moveTo>
                <a:lnTo>
                  <a:pt x="1669402" y="636219"/>
                </a:lnTo>
                <a:lnTo>
                  <a:pt x="1659483" y="636219"/>
                </a:lnTo>
                <a:lnTo>
                  <a:pt x="1254531" y="636219"/>
                </a:lnTo>
                <a:lnTo>
                  <a:pt x="1244612" y="636219"/>
                </a:lnTo>
                <a:lnTo>
                  <a:pt x="1244612" y="318604"/>
                </a:lnTo>
                <a:lnTo>
                  <a:pt x="1244612" y="318109"/>
                </a:lnTo>
                <a:lnTo>
                  <a:pt x="1244612" y="0"/>
                </a:lnTo>
                <a:lnTo>
                  <a:pt x="829741" y="0"/>
                </a:lnTo>
                <a:lnTo>
                  <a:pt x="829741" y="318109"/>
                </a:lnTo>
                <a:lnTo>
                  <a:pt x="829741" y="318604"/>
                </a:lnTo>
                <a:lnTo>
                  <a:pt x="829741" y="636219"/>
                </a:lnTo>
                <a:lnTo>
                  <a:pt x="424789" y="636219"/>
                </a:lnTo>
                <a:lnTo>
                  <a:pt x="414870" y="636219"/>
                </a:lnTo>
                <a:lnTo>
                  <a:pt x="0" y="636219"/>
                </a:lnTo>
                <a:lnTo>
                  <a:pt x="0" y="954811"/>
                </a:lnTo>
                <a:lnTo>
                  <a:pt x="414870" y="954811"/>
                </a:lnTo>
                <a:lnTo>
                  <a:pt x="414870" y="1272425"/>
                </a:lnTo>
                <a:lnTo>
                  <a:pt x="414870" y="1272921"/>
                </a:lnTo>
                <a:lnTo>
                  <a:pt x="414870" y="1591030"/>
                </a:lnTo>
                <a:lnTo>
                  <a:pt x="829741" y="1591030"/>
                </a:lnTo>
                <a:lnTo>
                  <a:pt x="839660" y="1591030"/>
                </a:lnTo>
                <a:lnTo>
                  <a:pt x="1244612" y="1591030"/>
                </a:lnTo>
                <a:lnTo>
                  <a:pt x="1254531" y="1591030"/>
                </a:lnTo>
                <a:lnTo>
                  <a:pt x="1659483" y="1591030"/>
                </a:lnTo>
                <a:lnTo>
                  <a:pt x="1659483" y="1272921"/>
                </a:lnTo>
                <a:lnTo>
                  <a:pt x="1659483" y="1272425"/>
                </a:lnTo>
                <a:lnTo>
                  <a:pt x="1659483" y="954811"/>
                </a:lnTo>
                <a:lnTo>
                  <a:pt x="1669402" y="954811"/>
                </a:lnTo>
                <a:lnTo>
                  <a:pt x="2084273" y="954811"/>
                </a:lnTo>
                <a:lnTo>
                  <a:pt x="2084273" y="6362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 txBox="1"/>
          <p:nvPr/>
        </p:nvSpPr>
        <p:spPr>
          <a:xfrm>
            <a:off x="4580660" y="1496857"/>
            <a:ext cx="6760209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Resize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fixed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size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(e.g.,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7x7)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Details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critical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beyond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scope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549564" y="6448843"/>
            <a:ext cx="38150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Mask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RCNN: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He,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Gkioxari,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Dollar,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Girshick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ICCV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2017.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2605">
              <a:lnSpc>
                <a:spcPct val="100000"/>
              </a:lnSpc>
              <a:spcBef>
                <a:spcPts val="100"/>
              </a:spcBef>
            </a:pPr>
            <a:r>
              <a:rPr dirty="0"/>
              <a:t>MaskRCNN</a:t>
            </a:r>
            <a:r>
              <a:rPr spc="-125" dirty="0"/>
              <a:t> </a:t>
            </a:r>
            <a:r>
              <a:rPr dirty="0"/>
              <a:t>–</a:t>
            </a:r>
            <a:r>
              <a:rPr spc="-125" dirty="0"/>
              <a:t> </a:t>
            </a:r>
            <a:r>
              <a:rPr spc="-10" dirty="0"/>
              <a:t>Results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97498"/>
            <a:ext cx="9113647" cy="326300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2870">
              <a:lnSpc>
                <a:spcPct val="100000"/>
              </a:lnSpc>
              <a:spcBef>
                <a:spcPts val="100"/>
              </a:spcBef>
            </a:pPr>
            <a:r>
              <a:rPr dirty="0"/>
              <a:t>Extending</a:t>
            </a:r>
            <a:r>
              <a:rPr spc="-50" dirty="0"/>
              <a:t> </a:t>
            </a:r>
            <a:r>
              <a:rPr dirty="0"/>
              <a:t>Object</a:t>
            </a:r>
            <a:r>
              <a:rPr spc="-40" dirty="0"/>
              <a:t> </a:t>
            </a:r>
            <a:r>
              <a:rPr spc="-10" dirty="0"/>
              <a:t>Detection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0246" y="4882703"/>
            <a:ext cx="3942079" cy="1476375"/>
            <a:chOff x="310246" y="4882703"/>
            <a:chExt cx="3942079" cy="1476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96" y="5377335"/>
              <a:ext cx="3928799" cy="974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6596" y="5377335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99"/>
                  </a:moveTo>
                  <a:lnTo>
                    <a:pt x="901182" y="0"/>
                  </a:lnTo>
                  <a:lnTo>
                    <a:pt x="3928799" y="0"/>
                  </a:lnTo>
                  <a:lnTo>
                    <a:pt x="3027617" y="974999"/>
                  </a:lnTo>
                  <a:lnTo>
                    <a:pt x="0" y="974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8532" y="5183578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74" y="883574"/>
                  </a:moveTo>
                  <a:lnTo>
                    <a:pt x="0" y="883574"/>
                  </a:lnTo>
                  <a:lnTo>
                    <a:pt x="0" y="0"/>
                  </a:lnTo>
                  <a:lnTo>
                    <a:pt x="1991774" y="0"/>
                  </a:lnTo>
                  <a:lnTo>
                    <a:pt x="1991774" y="88357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0307" y="4889053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099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94524" y="883574"/>
                  </a:lnTo>
                  <a:lnTo>
                    <a:pt x="0" y="1178099"/>
                  </a:lnTo>
                  <a:close/>
                </a:path>
              </a:pathLst>
            </a:custGeom>
            <a:solidFill>
              <a:srgbClr val="CBCBCB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32" y="4889053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74" y="294524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286299" y="0"/>
                  </a:lnTo>
                  <a:lnTo>
                    <a:pt x="1991774" y="29452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8532" y="4889053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24"/>
                  </a:moveTo>
                  <a:lnTo>
                    <a:pt x="294524" y="0"/>
                  </a:lnTo>
                  <a:lnTo>
                    <a:pt x="2286299" y="0"/>
                  </a:lnTo>
                  <a:lnTo>
                    <a:pt x="2286299" y="883574"/>
                  </a:lnTo>
                  <a:lnTo>
                    <a:pt x="1991774" y="1178099"/>
                  </a:lnTo>
                  <a:lnTo>
                    <a:pt x="0" y="1178099"/>
                  </a:lnTo>
                  <a:lnTo>
                    <a:pt x="0" y="294524"/>
                  </a:lnTo>
                  <a:close/>
                </a:path>
                <a:path w="2286635" h="1178560">
                  <a:moveTo>
                    <a:pt x="0" y="294524"/>
                  </a:moveTo>
                  <a:lnTo>
                    <a:pt x="1991774" y="294524"/>
                  </a:lnTo>
                  <a:lnTo>
                    <a:pt x="2286299" y="0"/>
                  </a:lnTo>
                </a:path>
                <a:path w="2286635" h="1178560">
                  <a:moveTo>
                    <a:pt x="1991774" y="294524"/>
                  </a:moveTo>
                  <a:lnTo>
                    <a:pt x="1991774" y="11780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86528" y="5482617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9451" y="2416276"/>
            <a:ext cx="4495800" cy="2867660"/>
            <a:chOff x="529451" y="2416276"/>
            <a:chExt cx="4495800" cy="2867660"/>
          </a:xfrm>
        </p:grpSpPr>
        <p:sp>
          <p:nvSpPr>
            <p:cNvPr id="13" name="object 13"/>
            <p:cNvSpPr/>
            <p:nvPr/>
          </p:nvSpPr>
          <p:spPr>
            <a:xfrm>
              <a:off x="2333936" y="4697434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322799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5801" y="2620923"/>
              <a:ext cx="3398520" cy="1898014"/>
            </a:xfrm>
            <a:custGeom>
              <a:avLst/>
              <a:gdLst/>
              <a:ahLst/>
              <a:cxnLst/>
              <a:rect l="l" t="t" r="r" b="b"/>
              <a:pathLst>
                <a:path w="3398520" h="1898014">
                  <a:moveTo>
                    <a:pt x="3397973" y="1897866"/>
                  </a:moveTo>
                  <a:lnTo>
                    <a:pt x="0" y="1897866"/>
                  </a:lnTo>
                  <a:lnTo>
                    <a:pt x="0" y="0"/>
                  </a:lnTo>
                  <a:lnTo>
                    <a:pt x="3397973" y="0"/>
                  </a:lnTo>
                  <a:lnTo>
                    <a:pt x="3397973" y="189786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33775" y="2422626"/>
              <a:ext cx="198755" cy="2096770"/>
            </a:xfrm>
            <a:custGeom>
              <a:avLst/>
              <a:gdLst/>
              <a:ahLst/>
              <a:cxnLst/>
              <a:rect l="l" t="t" r="r" b="b"/>
              <a:pathLst>
                <a:path w="198754" h="2096770">
                  <a:moveTo>
                    <a:pt x="0" y="2096163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198297" y="1897866"/>
                  </a:lnTo>
                  <a:lnTo>
                    <a:pt x="0" y="2096163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5801" y="2422626"/>
              <a:ext cx="3596640" cy="198755"/>
            </a:xfrm>
            <a:custGeom>
              <a:avLst/>
              <a:gdLst/>
              <a:ahLst/>
              <a:cxnLst/>
              <a:rect l="l" t="t" r="r" b="b"/>
              <a:pathLst>
                <a:path w="3596640" h="198755">
                  <a:moveTo>
                    <a:pt x="3397973" y="198296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3596270" y="0"/>
                  </a:lnTo>
                  <a:lnTo>
                    <a:pt x="3397973" y="198296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5801" y="2422626"/>
              <a:ext cx="3596640" cy="2096770"/>
            </a:xfrm>
            <a:custGeom>
              <a:avLst/>
              <a:gdLst/>
              <a:ahLst/>
              <a:cxnLst/>
              <a:rect l="l" t="t" r="r" b="b"/>
              <a:pathLst>
                <a:path w="3596640" h="2096770">
                  <a:moveTo>
                    <a:pt x="0" y="198296"/>
                  </a:moveTo>
                  <a:lnTo>
                    <a:pt x="198297" y="0"/>
                  </a:lnTo>
                  <a:lnTo>
                    <a:pt x="3596270" y="0"/>
                  </a:lnTo>
                  <a:lnTo>
                    <a:pt x="3596270" y="1897866"/>
                  </a:lnTo>
                  <a:lnTo>
                    <a:pt x="3397973" y="2096163"/>
                  </a:lnTo>
                  <a:lnTo>
                    <a:pt x="0" y="2096163"/>
                  </a:lnTo>
                  <a:lnTo>
                    <a:pt x="0" y="198296"/>
                  </a:lnTo>
                  <a:close/>
                </a:path>
                <a:path w="3596640" h="2096770">
                  <a:moveTo>
                    <a:pt x="0" y="198296"/>
                  </a:moveTo>
                  <a:lnTo>
                    <a:pt x="3397973" y="198296"/>
                  </a:lnTo>
                  <a:lnTo>
                    <a:pt x="3596270" y="0"/>
                  </a:lnTo>
                </a:path>
                <a:path w="3596640" h="2096770">
                  <a:moveTo>
                    <a:pt x="3397973" y="198296"/>
                  </a:moveTo>
                  <a:lnTo>
                    <a:pt x="3397973" y="209616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23028" y="3104270"/>
              <a:ext cx="1052195" cy="1096010"/>
            </a:xfrm>
            <a:custGeom>
              <a:avLst/>
              <a:gdLst/>
              <a:ahLst/>
              <a:cxnLst/>
              <a:rect l="l" t="t" r="r" b="b"/>
              <a:pathLst>
                <a:path w="1052195" h="1096010">
                  <a:moveTo>
                    <a:pt x="0" y="0"/>
                  </a:moveTo>
                  <a:lnTo>
                    <a:pt x="1051873" y="0"/>
                  </a:lnTo>
                  <a:lnTo>
                    <a:pt x="1051873" y="1095806"/>
                  </a:lnTo>
                  <a:lnTo>
                    <a:pt x="0" y="1095806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365580" y="2931719"/>
              <a:ext cx="3284220" cy="1297940"/>
            </a:xfrm>
            <a:custGeom>
              <a:avLst/>
              <a:gdLst/>
              <a:ahLst/>
              <a:cxnLst/>
              <a:rect l="l" t="t" r="r" b="b"/>
              <a:pathLst>
                <a:path w="3284220" h="1297939">
                  <a:moveTo>
                    <a:pt x="0" y="0"/>
                  </a:moveTo>
                  <a:lnTo>
                    <a:pt x="2048399" y="0"/>
                  </a:lnTo>
                  <a:lnTo>
                    <a:pt x="2048399" y="950699"/>
                  </a:lnTo>
                  <a:lnTo>
                    <a:pt x="0" y="950699"/>
                  </a:lnTo>
                  <a:lnTo>
                    <a:pt x="0" y="0"/>
                  </a:lnTo>
                  <a:close/>
                </a:path>
                <a:path w="3284220" h="1297939">
                  <a:moveTo>
                    <a:pt x="2048399" y="475349"/>
                  </a:moveTo>
                  <a:lnTo>
                    <a:pt x="2106952" y="476913"/>
                  </a:lnTo>
                  <a:lnTo>
                    <a:pt x="2162785" y="481503"/>
                  </a:lnTo>
                  <a:lnTo>
                    <a:pt x="2216035" y="488968"/>
                  </a:lnTo>
                  <a:lnTo>
                    <a:pt x="2266837" y="499156"/>
                  </a:lnTo>
                  <a:lnTo>
                    <a:pt x="2315329" y="511917"/>
                  </a:lnTo>
                  <a:lnTo>
                    <a:pt x="2361645" y="527098"/>
                  </a:lnTo>
                  <a:lnTo>
                    <a:pt x="2405922" y="544549"/>
                  </a:lnTo>
                  <a:lnTo>
                    <a:pt x="2448295" y="564119"/>
                  </a:lnTo>
                  <a:lnTo>
                    <a:pt x="2488901" y="585656"/>
                  </a:lnTo>
                  <a:lnTo>
                    <a:pt x="2527875" y="609008"/>
                  </a:lnTo>
                  <a:lnTo>
                    <a:pt x="2565354" y="634025"/>
                  </a:lnTo>
                  <a:lnTo>
                    <a:pt x="2601474" y="660555"/>
                  </a:lnTo>
                  <a:lnTo>
                    <a:pt x="2636369" y="688447"/>
                  </a:lnTo>
                  <a:lnTo>
                    <a:pt x="2670177" y="717549"/>
                  </a:lnTo>
                  <a:lnTo>
                    <a:pt x="2703034" y="747711"/>
                  </a:lnTo>
                  <a:lnTo>
                    <a:pt x="2735074" y="778780"/>
                  </a:lnTo>
                  <a:lnTo>
                    <a:pt x="2766435" y="810606"/>
                  </a:lnTo>
                  <a:lnTo>
                    <a:pt x="2797252" y="843038"/>
                  </a:lnTo>
                  <a:lnTo>
                    <a:pt x="2827661" y="875923"/>
                  </a:lnTo>
                  <a:lnTo>
                    <a:pt x="2857798" y="909110"/>
                  </a:lnTo>
                  <a:lnTo>
                    <a:pt x="2887799" y="942449"/>
                  </a:lnTo>
                  <a:lnTo>
                    <a:pt x="2922810" y="981334"/>
                  </a:lnTo>
                  <a:lnTo>
                    <a:pt x="2958037" y="1019979"/>
                  </a:lnTo>
                  <a:lnTo>
                    <a:pt x="2993696" y="1058143"/>
                  </a:lnTo>
                  <a:lnTo>
                    <a:pt x="3030002" y="1095587"/>
                  </a:lnTo>
                  <a:lnTo>
                    <a:pt x="3067172" y="1132069"/>
                  </a:lnTo>
                  <a:lnTo>
                    <a:pt x="3105422" y="1167349"/>
                  </a:lnTo>
                  <a:lnTo>
                    <a:pt x="3144966" y="1201189"/>
                  </a:lnTo>
                  <a:lnTo>
                    <a:pt x="3186023" y="1233346"/>
                  </a:lnTo>
                  <a:lnTo>
                    <a:pt x="3228806" y="1263581"/>
                  </a:lnTo>
                  <a:lnTo>
                    <a:pt x="3266407" y="1287419"/>
                  </a:lnTo>
                  <a:lnTo>
                    <a:pt x="3279270" y="1294998"/>
                  </a:lnTo>
                  <a:lnTo>
                    <a:pt x="3283904" y="1297650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618680" y="4107336"/>
              <a:ext cx="366395" cy="244475"/>
            </a:xfrm>
            <a:custGeom>
              <a:avLst/>
              <a:gdLst/>
              <a:ahLst/>
              <a:cxnLst/>
              <a:rect l="l" t="t" r="r" b="b"/>
              <a:pathLst>
                <a:path w="366395" h="244475">
                  <a:moveTo>
                    <a:pt x="0" y="244068"/>
                  </a:moveTo>
                  <a:lnTo>
                    <a:pt x="61609" y="0"/>
                  </a:lnTo>
                  <a:lnTo>
                    <a:pt x="366090" y="206668"/>
                  </a:lnTo>
                  <a:lnTo>
                    <a:pt x="0" y="244068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618680" y="4107336"/>
              <a:ext cx="366395" cy="244475"/>
            </a:xfrm>
            <a:custGeom>
              <a:avLst/>
              <a:gdLst/>
              <a:ahLst/>
              <a:cxnLst/>
              <a:rect l="l" t="t" r="r" b="b"/>
              <a:pathLst>
                <a:path w="366395" h="244475">
                  <a:moveTo>
                    <a:pt x="0" y="244068"/>
                  </a:moveTo>
                  <a:lnTo>
                    <a:pt x="366090" y="206668"/>
                  </a:lnTo>
                  <a:lnTo>
                    <a:pt x="61609" y="0"/>
                  </a:lnTo>
                  <a:lnTo>
                    <a:pt x="0" y="244068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774901" y="3652174"/>
              <a:ext cx="2867660" cy="1468120"/>
            </a:xfrm>
            <a:custGeom>
              <a:avLst/>
              <a:gdLst/>
              <a:ahLst/>
              <a:cxnLst/>
              <a:rect l="l" t="t" r="r" b="b"/>
              <a:pathLst>
                <a:path w="2867660" h="1468120">
                  <a:moveTo>
                    <a:pt x="0" y="0"/>
                  </a:moveTo>
                  <a:lnTo>
                    <a:pt x="64726" y="777"/>
                  </a:lnTo>
                  <a:lnTo>
                    <a:pt x="127772" y="3083"/>
                  </a:lnTo>
                  <a:lnTo>
                    <a:pt x="189182" y="6876"/>
                  </a:lnTo>
                  <a:lnTo>
                    <a:pt x="249004" y="12114"/>
                  </a:lnTo>
                  <a:lnTo>
                    <a:pt x="307281" y="18756"/>
                  </a:lnTo>
                  <a:lnTo>
                    <a:pt x="364059" y="26762"/>
                  </a:lnTo>
                  <a:lnTo>
                    <a:pt x="419384" y="36089"/>
                  </a:lnTo>
                  <a:lnTo>
                    <a:pt x="473301" y="46696"/>
                  </a:lnTo>
                  <a:lnTo>
                    <a:pt x="525856" y="58542"/>
                  </a:lnTo>
                  <a:lnTo>
                    <a:pt x="577093" y="71586"/>
                  </a:lnTo>
                  <a:lnTo>
                    <a:pt x="627059" y="85786"/>
                  </a:lnTo>
                  <a:lnTo>
                    <a:pt x="675799" y="101101"/>
                  </a:lnTo>
                  <a:lnTo>
                    <a:pt x="723357" y="117490"/>
                  </a:lnTo>
                  <a:lnTo>
                    <a:pt x="769781" y="134912"/>
                  </a:lnTo>
                  <a:lnTo>
                    <a:pt x="815114" y="153325"/>
                  </a:lnTo>
                  <a:lnTo>
                    <a:pt x="859403" y="172688"/>
                  </a:lnTo>
                  <a:lnTo>
                    <a:pt x="902692" y="192959"/>
                  </a:lnTo>
                  <a:lnTo>
                    <a:pt x="945028" y="214097"/>
                  </a:lnTo>
                  <a:lnTo>
                    <a:pt x="986456" y="236062"/>
                  </a:lnTo>
                  <a:lnTo>
                    <a:pt x="1027020" y="258811"/>
                  </a:lnTo>
                  <a:lnTo>
                    <a:pt x="1066767" y="282304"/>
                  </a:lnTo>
                  <a:lnTo>
                    <a:pt x="1105743" y="306499"/>
                  </a:lnTo>
                  <a:lnTo>
                    <a:pt x="1143991" y="331354"/>
                  </a:lnTo>
                  <a:lnTo>
                    <a:pt x="1181558" y="356829"/>
                  </a:lnTo>
                  <a:lnTo>
                    <a:pt x="1218489" y="382883"/>
                  </a:lnTo>
                  <a:lnTo>
                    <a:pt x="1254830" y="409473"/>
                  </a:lnTo>
                  <a:lnTo>
                    <a:pt x="1290626" y="436559"/>
                  </a:lnTo>
                  <a:lnTo>
                    <a:pt x="1325922" y="464099"/>
                  </a:lnTo>
                  <a:lnTo>
                    <a:pt x="1360764" y="492052"/>
                  </a:lnTo>
                  <a:lnTo>
                    <a:pt x="1395198" y="520376"/>
                  </a:lnTo>
                  <a:lnTo>
                    <a:pt x="1429268" y="549032"/>
                  </a:lnTo>
                  <a:lnTo>
                    <a:pt x="1463020" y="577976"/>
                  </a:lnTo>
                  <a:lnTo>
                    <a:pt x="1496500" y="607168"/>
                  </a:lnTo>
                  <a:lnTo>
                    <a:pt x="1529752" y="636566"/>
                  </a:lnTo>
                  <a:lnTo>
                    <a:pt x="1562823" y="666130"/>
                  </a:lnTo>
                  <a:lnTo>
                    <a:pt x="1595758" y="695818"/>
                  </a:lnTo>
                  <a:lnTo>
                    <a:pt x="1628601" y="725588"/>
                  </a:lnTo>
                  <a:lnTo>
                    <a:pt x="1661400" y="755399"/>
                  </a:lnTo>
                  <a:lnTo>
                    <a:pt x="1698059" y="788716"/>
                  </a:lnTo>
                  <a:lnTo>
                    <a:pt x="1734781" y="821976"/>
                  </a:lnTo>
                  <a:lnTo>
                    <a:pt x="1771631" y="855119"/>
                  </a:lnTo>
                  <a:lnTo>
                    <a:pt x="1808670" y="888090"/>
                  </a:lnTo>
                  <a:lnTo>
                    <a:pt x="1845963" y="920831"/>
                  </a:lnTo>
                  <a:lnTo>
                    <a:pt x="1883574" y="953283"/>
                  </a:lnTo>
                  <a:lnTo>
                    <a:pt x="1921564" y="985389"/>
                  </a:lnTo>
                  <a:lnTo>
                    <a:pt x="1959999" y="1017091"/>
                  </a:lnTo>
                  <a:lnTo>
                    <a:pt x="1998940" y="1048332"/>
                  </a:lnTo>
                  <a:lnTo>
                    <a:pt x="2038453" y="1079054"/>
                  </a:lnTo>
                  <a:lnTo>
                    <a:pt x="2078599" y="1109200"/>
                  </a:lnTo>
                  <a:lnTo>
                    <a:pt x="2119443" y="1138712"/>
                  </a:lnTo>
                  <a:lnTo>
                    <a:pt x="2161048" y="1167531"/>
                  </a:lnTo>
                  <a:lnTo>
                    <a:pt x="2203477" y="1195601"/>
                  </a:lnTo>
                  <a:lnTo>
                    <a:pt x="2246793" y="1222864"/>
                  </a:lnTo>
                  <a:lnTo>
                    <a:pt x="2291061" y="1249262"/>
                  </a:lnTo>
                  <a:lnTo>
                    <a:pt x="2336343" y="1274737"/>
                  </a:lnTo>
                  <a:lnTo>
                    <a:pt x="2380099" y="1297898"/>
                  </a:lnTo>
                  <a:lnTo>
                    <a:pt x="2424869" y="1320136"/>
                  </a:lnTo>
                  <a:lnTo>
                    <a:pt x="2470707" y="1341403"/>
                  </a:lnTo>
                  <a:lnTo>
                    <a:pt x="2517667" y="1361649"/>
                  </a:lnTo>
                  <a:lnTo>
                    <a:pt x="2565803" y="1380827"/>
                  </a:lnTo>
                  <a:lnTo>
                    <a:pt x="2615166" y="1398888"/>
                  </a:lnTo>
                  <a:lnTo>
                    <a:pt x="2665812" y="1415783"/>
                  </a:lnTo>
                  <a:lnTo>
                    <a:pt x="2717793" y="1431464"/>
                  </a:lnTo>
                  <a:lnTo>
                    <a:pt x="2771163" y="1445882"/>
                  </a:lnTo>
                  <a:lnTo>
                    <a:pt x="2817313" y="1457029"/>
                  </a:lnTo>
                  <a:lnTo>
                    <a:pt x="2856580" y="1465584"/>
                  </a:lnTo>
                  <a:lnTo>
                    <a:pt x="2864523" y="1467213"/>
                  </a:lnTo>
                  <a:lnTo>
                    <a:pt x="2867623" y="1467830"/>
                  </a:lnTo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630696" y="4994699"/>
              <a:ext cx="356235" cy="250825"/>
            </a:xfrm>
            <a:custGeom>
              <a:avLst/>
              <a:gdLst/>
              <a:ahLst/>
              <a:cxnLst/>
              <a:rect l="l" t="t" r="r" b="b"/>
              <a:pathLst>
                <a:path w="356235" h="250825">
                  <a:moveTo>
                    <a:pt x="0" y="250609"/>
                  </a:moveTo>
                  <a:lnTo>
                    <a:pt x="23658" y="0"/>
                  </a:lnTo>
                  <a:lnTo>
                    <a:pt x="356101" y="157805"/>
                  </a:lnTo>
                  <a:lnTo>
                    <a:pt x="0" y="25060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630696" y="4994699"/>
              <a:ext cx="356235" cy="250825"/>
            </a:xfrm>
            <a:custGeom>
              <a:avLst/>
              <a:gdLst/>
              <a:ahLst/>
              <a:cxnLst/>
              <a:rect l="l" t="t" r="r" b="b"/>
              <a:pathLst>
                <a:path w="356235" h="250825">
                  <a:moveTo>
                    <a:pt x="0" y="250609"/>
                  </a:moveTo>
                  <a:lnTo>
                    <a:pt x="356101" y="157805"/>
                  </a:lnTo>
                  <a:lnTo>
                    <a:pt x="23658" y="0"/>
                  </a:lnTo>
                  <a:lnTo>
                    <a:pt x="0" y="250609"/>
                  </a:lnTo>
                  <a:close/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1135347" y="1497464"/>
            <a:ext cx="239585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Map </a:t>
            </a:r>
            <a:r>
              <a:rPr sz="2800" dirty="0">
                <a:latin typeface="Arial MT"/>
                <a:cs typeface="Arial MT"/>
              </a:rPr>
              <a:t>(e.g.,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6x8x256)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124" name="object 124"/>
          <p:cNvGraphicFramePr>
            <a:graphicFrameLocks noGrp="1"/>
          </p:cNvGraphicFramePr>
          <p:nvPr/>
        </p:nvGraphicFramePr>
        <p:xfrm>
          <a:off x="5054646" y="3985121"/>
          <a:ext cx="835025" cy="63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504D"/>
                      </a:solidFill>
                      <a:prstDash val="solid"/>
                    </a:lnR>
                    <a:lnT w="7620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5" name="object 125"/>
          <p:cNvGraphicFramePr>
            <a:graphicFrameLocks noGrp="1"/>
          </p:cNvGraphicFramePr>
          <p:nvPr/>
        </p:nvGraphicFramePr>
        <p:xfrm>
          <a:off x="5059591" y="4806734"/>
          <a:ext cx="835025" cy="63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4F81BD"/>
                      </a:solidFill>
                      <a:prstDash val="solid"/>
                    </a:lnR>
                    <a:lnT w="7620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6" name="object 126"/>
          <p:cNvGrpSpPr/>
          <p:nvPr/>
        </p:nvGrpSpPr>
        <p:grpSpPr>
          <a:xfrm>
            <a:off x="6338070" y="4223868"/>
            <a:ext cx="1441450" cy="1104265"/>
            <a:chOff x="6338070" y="4223868"/>
            <a:chExt cx="1441450" cy="1104265"/>
          </a:xfrm>
        </p:grpSpPr>
        <p:sp>
          <p:nvSpPr>
            <p:cNvPr id="127" name="object 127"/>
            <p:cNvSpPr/>
            <p:nvPr/>
          </p:nvSpPr>
          <p:spPr>
            <a:xfrm>
              <a:off x="6344420" y="4728823"/>
              <a:ext cx="243204" cy="593090"/>
            </a:xfrm>
            <a:custGeom>
              <a:avLst/>
              <a:gdLst/>
              <a:ahLst/>
              <a:cxnLst/>
              <a:rect l="l" t="t" r="r" b="b"/>
              <a:pathLst>
                <a:path w="243204" h="593089">
                  <a:moveTo>
                    <a:pt x="242693" y="592794"/>
                  </a:moveTo>
                  <a:lnTo>
                    <a:pt x="0" y="592794"/>
                  </a:lnTo>
                  <a:lnTo>
                    <a:pt x="0" y="0"/>
                  </a:lnTo>
                  <a:lnTo>
                    <a:pt x="242693" y="0"/>
                  </a:lnTo>
                  <a:lnTo>
                    <a:pt x="242693" y="59279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587114" y="4230218"/>
              <a:ext cx="499109" cy="1091565"/>
            </a:xfrm>
            <a:custGeom>
              <a:avLst/>
              <a:gdLst/>
              <a:ahLst/>
              <a:cxnLst/>
              <a:rect l="l" t="t" r="r" b="b"/>
              <a:pathLst>
                <a:path w="499109" h="1091564">
                  <a:moveTo>
                    <a:pt x="0" y="1091399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498605" y="592793"/>
                  </a:lnTo>
                  <a:lnTo>
                    <a:pt x="0" y="10913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344420" y="4230218"/>
              <a:ext cx="741680" cy="499109"/>
            </a:xfrm>
            <a:custGeom>
              <a:avLst/>
              <a:gdLst/>
              <a:ahLst/>
              <a:cxnLst/>
              <a:rect l="l" t="t" r="r" b="b"/>
              <a:pathLst>
                <a:path w="741679" h="499110">
                  <a:moveTo>
                    <a:pt x="242693" y="498605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741299" y="0"/>
                  </a:lnTo>
                  <a:lnTo>
                    <a:pt x="242693" y="49860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344420" y="4230218"/>
              <a:ext cx="741680" cy="1091565"/>
            </a:xfrm>
            <a:custGeom>
              <a:avLst/>
              <a:gdLst/>
              <a:ahLst/>
              <a:cxnLst/>
              <a:rect l="l" t="t" r="r" b="b"/>
              <a:pathLst>
                <a:path w="741679" h="1091564">
                  <a:moveTo>
                    <a:pt x="0" y="498605"/>
                  </a:moveTo>
                  <a:lnTo>
                    <a:pt x="498605" y="0"/>
                  </a:lnTo>
                  <a:lnTo>
                    <a:pt x="741299" y="0"/>
                  </a:lnTo>
                  <a:lnTo>
                    <a:pt x="741299" y="592793"/>
                  </a:lnTo>
                  <a:lnTo>
                    <a:pt x="242693" y="1091399"/>
                  </a:lnTo>
                  <a:lnTo>
                    <a:pt x="0" y="1091399"/>
                  </a:lnTo>
                  <a:lnTo>
                    <a:pt x="0" y="498605"/>
                  </a:lnTo>
                  <a:close/>
                </a:path>
                <a:path w="741679" h="1091564">
                  <a:moveTo>
                    <a:pt x="0" y="498605"/>
                  </a:moveTo>
                  <a:lnTo>
                    <a:pt x="242693" y="498605"/>
                  </a:lnTo>
                  <a:lnTo>
                    <a:pt x="741299" y="0"/>
                  </a:lnTo>
                </a:path>
                <a:path w="741679" h="1091564">
                  <a:moveTo>
                    <a:pt x="242693" y="498605"/>
                  </a:moveTo>
                  <a:lnTo>
                    <a:pt x="242693" y="10913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707120" y="4763684"/>
              <a:ext cx="200660" cy="490855"/>
            </a:xfrm>
            <a:custGeom>
              <a:avLst/>
              <a:gdLst/>
              <a:ahLst/>
              <a:cxnLst/>
              <a:rect l="l" t="t" r="r" b="b"/>
              <a:pathLst>
                <a:path w="200659" h="490854">
                  <a:moveTo>
                    <a:pt x="200460" y="490260"/>
                  </a:moveTo>
                  <a:lnTo>
                    <a:pt x="0" y="490260"/>
                  </a:lnTo>
                  <a:lnTo>
                    <a:pt x="0" y="0"/>
                  </a:lnTo>
                  <a:lnTo>
                    <a:pt x="200460" y="0"/>
                  </a:lnTo>
                  <a:lnTo>
                    <a:pt x="200460" y="49026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907581" y="4351845"/>
              <a:ext cx="412115" cy="902335"/>
            </a:xfrm>
            <a:custGeom>
              <a:avLst/>
              <a:gdLst/>
              <a:ahLst/>
              <a:cxnLst/>
              <a:rect l="l" t="t" r="r" b="b"/>
              <a:pathLst>
                <a:path w="412115" h="902335">
                  <a:moveTo>
                    <a:pt x="0" y="902099"/>
                  </a:moveTo>
                  <a:lnTo>
                    <a:pt x="0" y="411838"/>
                  </a:lnTo>
                  <a:lnTo>
                    <a:pt x="411838" y="0"/>
                  </a:lnTo>
                  <a:lnTo>
                    <a:pt x="411838" y="490260"/>
                  </a:lnTo>
                  <a:lnTo>
                    <a:pt x="0" y="9020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707120" y="4351845"/>
              <a:ext cx="612775" cy="412115"/>
            </a:xfrm>
            <a:custGeom>
              <a:avLst/>
              <a:gdLst/>
              <a:ahLst/>
              <a:cxnLst/>
              <a:rect l="l" t="t" r="r" b="b"/>
              <a:pathLst>
                <a:path w="612775" h="412114">
                  <a:moveTo>
                    <a:pt x="200460" y="411838"/>
                  </a:moveTo>
                  <a:lnTo>
                    <a:pt x="0" y="411838"/>
                  </a:lnTo>
                  <a:lnTo>
                    <a:pt x="411838" y="0"/>
                  </a:lnTo>
                  <a:lnTo>
                    <a:pt x="612299" y="0"/>
                  </a:lnTo>
                  <a:lnTo>
                    <a:pt x="200460" y="41183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707120" y="4351845"/>
              <a:ext cx="612775" cy="902335"/>
            </a:xfrm>
            <a:custGeom>
              <a:avLst/>
              <a:gdLst/>
              <a:ahLst/>
              <a:cxnLst/>
              <a:rect l="l" t="t" r="r" b="b"/>
              <a:pathLst>
                <a:path w="612775" h="902335">
                  <a:moveTo>
                    <a:pt x="0" y="411838"/>
                  </a:moveTo>
                  <a:lnTo>
                    <a:pt x="411838" y="0"/>
                  </a:lnTo>
                  <a:lnTo>
                    <a:pt x="612299" y="0"/>
                  </a:lnTo>
                  <a:lnTo>
                    <a:pt x="612299" y="490260"/>
                  </a:lnTo>
                  <a:lnTo>
                    <a:pt x="200460" y="902099"/>
                  </a:lnTo>
                  <a:lnTo>
                    <a:pt x="0" y="902099"/>
                  </a:lnTo>
                  <a:lnTo>
                    <a:pt x="0" y="411838"/>
                  </a:lnTo>
                  <a:close/>
                </a:path>
                <a:path w="612775" h="902335">
                  <a:moveTo>
                    <a:pt x="0" y="411838"/>
                  </a:moveTo>
                  <a:lnTo>
                    <a:pt x="200460" y="411838"/>
                  </a:lnTo>
                  <a:lnTo>
                    <a:pt x="612299" y="0"/>
                  </a:lnTo>
                </a:path>
                <a:path w="612775" h="902335">
                  <a:moveTo>
                    <a:pt x="200460" y="411838"/>
                  </a:moveTo>
                  <a:lnTo>
                    <a:pt x="200460" y="9020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228729" y="4508730"/>
              <a:ext cx="267335" cy="509270"/>
            </a:xfrm>
            <a:custGeom>
              <a:avLst/>
              <a:gdLst/>
              <a:ahLst/>
              <a:cxnLst/>
              <a:rect l="l" t="t" r="r" b="b"/>
              <a:pathLst>
                <a:path w="267334" h="509270">
                  <a:moveTo>
                    <a:pt x="0" y="509099"/>
                  </a:moveTo>
                  <a:lnTo>
                    <a:pt x="0" y="267335"/>
                  </a:lnTo>
                  <a:lnTo>
                    <a:pt x="267334" y="0"/>
                  </a:lnTo>
                  <a:lnTo>
                    <a:pt x="267334" y="241764"/>
                  </a:lnTo>
                  <a:lnTo>
                    <a:pt x="0" y="5090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036164" y="4508730"/>
              <a:ext cx="460375" cy="267335"/>
            </a:xfrm>
            <a:custGeom>
              <a:avLst/>
              <a:gdLst/>
              <a:ahLst/>
              <a:cxnLst/>
              <a:rect l="l" t="t" r="r" b="b"/>
              <a:pathLst>
                <a:path w="460375" h="267335">
                  <a:moveTo>
                    <a:pt x="192564" y="267335"/>
                  </a:moveTo>
                  <a:lnTo>
                    <a:pt x="0" y="267335"/>
                  </a:lnTo>
                  <a:lnTo>
                    <a:pt x="267334" y="0"/>
                  </a:lnTo>
                  <a:lnTo>
                    <a:pt x="459899" y="0"/>
                  </a:lnTo>
                  <a:lnTo>
                    <a:pt x="192564" y="26733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036164" y="4508730"/>
              <a:ext cx="460375" cy="509270"/>
            </a:xfrm>
            <a:custGeom>
              <a:avLst/>
              <a:gdLst/>
              <a:ahLst/>
              <a:cxnLst/>
              <a:rect l="l" t="t" r="r" b="b"/>
              <a:pathLst>
                <a:path w="460375" h="509270">
                  <a:moveTo>
                    <a:pt x="0" y="267335"/>
                  </a:moveTo>
                  <a:lnTo>
                    <a:pt x="267334" y="0"/>
                  </a:lnTo>
                  <a:lnTo>
                    <a:pt x="459899" y="0"/>
                  </a:lnTo>
                  <a:lnTo>
                    <a:pt x="459899" y="241764"/>
                  </a:lnTo>
                  <a:lnTo>
                    <a:pt x="192564" y="509099"/>
                  </a:lnTo>
                  <a:lnTo>
                    <a:pt x="0" y="509099"/>
                  </a:lnTo>
                  <a:lnTo>
                    <a:pt x="0" y="267335"/>
                  </a:lnTo>
                  <a:close/>
                </a:path>
                <a:path w="460375" h="509270">
                  <a:moveTo>
                    <a:pt x="0" y="267335"/>
                  </a:moveTo>
                  <a:lnTo>
                    <a:pt x="192564" y="267335"/>
                  </a:lnTo>
                  <a:lnTo>
                    <a:pt x="459899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367550" y="4752128"/>
              <a:ext cx="339725" cy="155575"/>
            </a:xfrm>
            <a:custGeom>
              <a:avLst/>
              <a:gdLst/>
              <a:ahLst/>
              <a:cxnLst/>
              <a:rect l="l" t="t" r="r" b="b"/>
              <a:pathLst>
                <a:path w="339725" h="155575">
                  <a:moveTo>
                    <a:pt x="339456" y="155555"/>
                  </a:moveTo>
                  <a:lnTo>
                    <a:pt x="0" y="155555"/>
                  </a:lnTo>
                  <a:lnTo>
                    <a:pt x="0" y="0"/>
                  </a:lnTo>
                  <a:lnTo>
                    <a:pt x="339456" y="0"/>
                  </a:lnTo>
                  <a:lnTo>
                    <a:pt x="339456" y="155555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707006" y="4685984"/>
              <a:ext cx="66675" cy="222250"/>
            </a:xfrm>
            <a:custGeom>
              <a:avLst/>
              <a:gdLst/>
              <a:ahLst/>
              <a:cxnLst/>
              <a:rect l="l" t="t" r="r" b="b"/>
              <a:pathLst>
                <a:path w="66675" h="222250">
                  <a:moveTo>
                    <a:pt x="0" y="221699"/>
                  </a:moveTo>
                  <a:lnTo>
                    <a:pt x="0" y="66143"/>
                  </a:lnTo>
                  <a:lnTo>
                    <a:pt x="66143" y="0"/>
                  </a:lnTo>
                  <a:lnTo>
                    <a:pt x="66143" y="155555"/>
                  </a:lnTo>
                  <a:lnTo>
                    <a:pt x="0" y="2216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367550" y="4685984"/>
              <a:ext cx="405765" cy="66675"/>
            </a:xfrm>
            <a:custGeom>
              <a:avLst/>
              <a:gdLst/>
              <a:ahLst/>
              <a:cxnLst/>
              <a:rect l="l" t="t" r="r" b="b"/>
              <a:pathLst>
                <a:path w="405765" h="66675">
                  <a:moveTo>
                    <a:pt x="339456" y="66143"/>
                  </a:moveTo>
                  <a:lnTo>
                    <a:pt x="0" y="66143"/>
                  </a:lnTo>
                  <a:lnTo>
                    <a:pt x="66144" y="0"/>
                  </a:lnTo>
                  <a:lnTo>
                    <a:pt x="405599" y="0"/>
                  </a:lnTo>
                  <a:lnTo>
                    <a:pt x="339456" y="66143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367550" y="4685984"/>
              <a:ext cx="405765" cy="222250"/>
            </a:xfrm>
            <a:custGeom>
              <a:avLst/>
              <a:gdLst/>
              <a:ahLst/>
              <a:cxnLst/>
              <a:rect l="l" t="t" r="r" b="b"/>
              <a:pathLst>
                <a:path w="405765" h="222250">
                  <a:moveTo>
                    <a:pt x="0" y="66143"/>
                  </a:moveTo>
                  <a:lnTo>
                    <a:pt x="66144" y="0"/>
                  </a:lnTo>
                  <a:lnTo>
                    <a:pt x="405599" y="0"/>
                  </a:lnTo>
                  <a:lnTo>
                    <a:pt x="405599" y="155555"/>
                  </a:lnTo>
                  <a:lnTo>
                    <a:pt x="339456" y="221699"/>
                  </a:lnTo>
                  <a:lnTo>
                    <a:pt x="0" y="221699"/>
                  </a:lnTo>
                  <a:lnTo>
                    <a:pt x="0" y="66143"/>
                  </a:lnTo>
                  <a:close/>
                </a:path>
                <a:path w="405765" h="222250">
                  <a:moveTo>
                    <a:pt x="0" y="66143"/>
                  </a:moveTo>
                  <a:lnTo>
                    <a:pt x="339456" y="66143"/>
                  </a:lnTo>
                  <a:lnTo>
                    <a:pt x="405599" y="0"/>
                  </a:lnTo>
                </a:path>
                <a:path w="405765" h="222250">
                  <a:moveTo>
                    <a:pt x="339456" y="66143"/>
                  </a:moveTo>
                  <a:lnTo>
                    <a:pt x="339456" y="22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" name="object 142"/>
          <p:cNvGrpSpPr/>
          <p:nvPr/>
        </p:nvGrpSpPr>
        <p:grpSpPr>
          <a:xfrm>
            <a:off x="7036165" y="4776065"/>
            <a:ext cx="199390" cy="241935"/>
            <a:chOff x="7036165" y="4776065"/>
            <a:chExt cx="199390" cy="241935"/>
          </a:xfrm>
        </p:grpSpPr>
        <p:sp>
          <p:nvSpPr>
            <p:cNvPr id="143" name="object 143"/>
            <p:cNvSpPr/>
            <p:nvPr/>
          </p:nvSpPr>
          <p:spPr>
            <a:xfrm>
              <a:off x="7036165" y="4776065"/>
              <a:ext cx="193040" cy="241935"/>
            </a:xfrm>
            <a:custGeom>
              <a:avLst/>
              <a:gdLst/>
              <a:ahLst/>
              <a:cxnLst/>
              <a:rect l="l" t="t" r="r" b="b"/>
              <a:pathLst>
                <a:path w="193040" h="241935">
                  <a:moveTo>
                    <a:pt x="192564" y="241764"/>
                  </a:moveTo>
                  <a:lnTo>
                    <a:pt x="0" y="241764"/>
                  </a:lnTo>
                  <a:lnTo>
                    <a:pt x="0" y="0"/>
                  </a:lnTo>
                  <a:lnTo>
                    <a:pt x="192564" y="0"/>
                  </a:lnTo>
                  <a:lnTo>
                    <a:pt x="192564" y="24176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228730" y="4776065"/>
              <a:ext cx="0" cy="241935"/>
            </a:xfrm>
            <a:custGeom>
              <a:avLst/>
              <a:gdLst/>
              <a:ahLst/>
              <a:cxnLst/>
              <a:rect l="l" t="t" r="r" b="b"/>
              <a:pathLst>
                <a:path h="241935">
                  <a:moveTo>
                    <a:pt x="0" y="0"/>
                  </a:moveTo>
                  <a:lnTo>
                    <a:pt x="0" y="24176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7920948" y="4546444"/>
            <a:ext cx="6191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Arial MT"/>
                <a:cs typeface="Arial MT"/>
              </a:rPr>
              <a:t>???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6003486" y="4436243"/>
            <a:ext cx="240665" cy="359410"/>
            <a:chOff x="6003486" y="4436243"/>
            <a:chExt cx="240665" cy="359410"/>
          </a:xfrm>
        </p:grpSpPr>
        <p:sp>
          <p:nvSpPr>
            <p:cNvPr id="147" name="object 147"/>
            <p:cNvSpPr/>
            <p:nvPr/>
          </p:nvSpPr>
          <p:spPr>
            <a:xfrm>
              <a:off x="6095999" y="4464818"/>
              <a:ext cx="24130" cy="60960"/>
            </a:xfrm>
            <a:custGeom>
              <a:avLst/>
              <a:gdLst/>
              <a:ahLst/>
              <a:cxnLst/>
              <a:rect l="l" t="t" r="r" b="b"/>
              <a:pathLst>
                <a:path w="24129" h="60960">
                  <a:moveTo>
                    <a:pt x="0" y="0"/>
                  </a:moveTo>
                  <a:lnTo>
                    <a:pt x="23872" y="6052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032061" y="4490699"/>
              <a:ext cx="183515" cy="276225"/>
            </a:xfrm>
            <a:custGeom>
              <a:avLst/>
              <a:gdLst/>
              <a:ahLst/>
              <a:cxnLst/>
              <a:rect l="l" t="t" r="r" b="b"/>
              <a:pathLst>
                <a:path w="183514" h="276225">
                  <a:moveTo>
                    <a:pt x="182980" y="275898"/>
                  </a:moveTo>
                  <a:lnTo>
                    <a:pt x="0" y="69277"/>
                  </a:lnTo>
                  <a:lnTo>
                    <a:pt x="175622" y="0"/>
                  </a:lnTo>
                  <a:lnTo>
                    <a:pt x="182980" y="2758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032061" y="4490699"/>
              <a:ext cx="183515" cy="276225"/>
            </a:xfrm>
            <a:custGeom>
              <a:avLst/>
              <a:gdLst/>
              <a:ahLst/>
              <a:cxnLst/>
              <a:rect l="l" t="t" r="r" b="b"/>
              <a:pathLst>
                <a:path w="183514" h="276225">
                  <a:moveTo>
                    <a:pt x="0" y="69277"/>
                  </a:moveTo>
                  <a:lnTo>
                    <a:pt x="182980" y="275898"/>
                  </a:lnTo>
                  <a:lnTo>
                    <a:pt x="175622" y="0"/>
                  </a:lnTo>
                  <a:lnTo>
                    <a:pt x="0" y="69277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/>
          <p:nvPr/>
        </p:nvSpPr>
        <p:spPr>
          <a:xfrm>
            <a:off x="4633982" y="1496857"/>
            <a:ext cx="7106284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100"/>
              </a:spcBef>
              <a:buChar char="•"/>
              <a:tabLst>
                <a:tab pos="415925" algn="l"/>
                <a:tab pos="5415915" algn="l"/>
              </a:tabLst>
            </a:pP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ask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network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predict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i="1" spc="-10" dirty="0">
                <a:latin typeface="Arial"/>
                <a:cs typeface="Arial"/>
              </a:rPr>
              <a:t>nearly</a:t>
            </a:r>
            <a:endParaRPr sz="2800">
              <a:latin typeface="Arial"/>
              <a:cs typeface="Arial"/>
            </a:endParaRPr>
          </a:p>
          <a:p>
            <a:pPr marL="416559">
              <a:lnSpc>
                <a:spcPct val="100000"/>
              </a:lnSpc>
            </a:pPr>
            <a:r>
              <a:rPr sz="2800" spc="-10" dirty="0">
                <a:latin typeface="Arial MT"/>
                <a:cs typeface="Arial MT"/>
              </a:rPr>
              <a:t>anything.</a:t>
            </a:r>
            <a:endParaRPr sz="2800">
              <a:latin typeface="Arial MT"/>
              <a:cs typeface="Arial MT"/>
            </a:endParaRPr>
          </a:p>
          <a:p>
            <a:pPr marL="416559" marR="508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associate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bounding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box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spc="-10" dirty="0">
                <a:latin typeface="Arial MT"/>
                <a:cs typeface="Arial MT"/>
              </a:rPr>
              <a:t>model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549564" y="6463279"/>
            <a:ext cx="656463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 MT"/>
                <a:cs typeface="Arial MT"/>
              </a:rPr>
              <a:t>Liu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PlaneRCNN: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3D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Plane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Detection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and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Reconstruction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from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Single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Image.</a:t>
            </a:r>
            <a:r>
              <a:rPr sz="1200" i="1" spc="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CVPR</a:t>
            </a:r>
            <a:r>
              <a:rPr sz="1200" spc="-20" dirty="0">
                <a:latin typeface="Arial MT"/>
                <a:cs typeface="Arial MT"/>
              </a:rPr>
              <a:t> 2019.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1435">
              <a:lnSpc>
                <a:spcPct val="100000"/>
              </a:lnSpc>
              <a:spcBef>
                <a:spcPts val="100"/>
              </a:spcBef>
            </a:pPr>
            <a:r>
              <a:rPr dirty="0"/>
              <a:t>Extending</a:t>
            </a:r>
            <a:r>
              <a:rPr spc="-50" dirty="0"/>
              <a:t> </a:t>
            </a:r>
            <a:r>
              <a:rPr dirty="0"/>
              <a:t>Object</a:t>
            </a:r>
            <a:r>
              <a:rPr spc="-40" dirty="0"/>
              <a:t> </a:t>
            </a:r>
            <a:r>
              <a:rPr spc="-10" dirty="0"/>
              <a:t>Detection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93459" y="2537494"/>
            <a:ext cx="7703184" cy="2621915"/>
            <a:chOff x="293459" y="2537494"/>
            <a:chExt cx="7703184" cy="2621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459" y="2537494"/>
              <a:ext cx="3457837" cy="26216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83011" y="2680447"/>
              <a:ext cx="3717925" cy="1847214"/>
            </a:xfrm>
            <a:custGeom>
              <a:avLst/>
              <a:gdLst/>
              <a:ahLst/>
              <a:cxnLst/>
              <a:rect l="l" t="t" r="r" b="b"/>
              <a:pathLst>
                <a:path w="3717925" h="1847214">
                  <a:moveTo>
                    <a:pt x="0" y="0"/>
                  </a:moveTo>
                  <a:lnTo>
                    <a:pt x="2570099" y="0"/>
                  </a:lnTo>
                  <a:lnTo>
                    <a:pt x="2570099" y="1846799"/>
                  </a:lnTo>
                  <a:lnTo>
                    <a:pt x="0" y="1846799"/>
                  </a:lnTo>
                  <a:lnTo>
                    <a:pt x="0" y="0"/>
                  </a:lnTo>
                  <a:close/>
                </a:path>
                <a:path w="3717925" h="1847214">
                  <a:moveTo>
                    <a:pt x="1242968" y="887476"/>
                  </a:moveTo>
                  <a:lnTo>
                    <a:pt x="1312734" y="886809"/>
                  </a:lnTo>
                  <a:lnTo>
                    <a:pt x="1380286" y="884838"/>
                  </a:lnTo>
                  <a:lnTo>
                    <a:pt x="1445699" y="881605"/>
                  </a:lnTo>
                  <a:lnTo>
                    <a:pt x="1509046" y="877155"/>
                  </a:lnTo>
                  <a:lnTo>
                    <a:pt x="1570402" y="871531"/>
                  </a:lnTo>
                  <a:lnTo>
                    <a:pt x="1629839" y="864776"/>
                  </a:lnTo>
                  <a:lnTo>
                    <a:pt x="1687432" y="856933"/>
                  </a:lnTo>
                  <a:lnTo>
                    <a:pt x="1743254" y="848047"/>
                  </a:lnTo>
                  <a:lnTo>
                    <a:pt x="1797380" y="838161"/>
                  </a:lnTo>
                  <a:lnTo>
                    <a:pt x="1849882" y="827318"/>
                  </a:lnTo>
                  <a:lnTo>
                    <a:pt x="1900835" y="815562"/>
                  </a:lnTo>
                  <a:lnTo>
                    <a:pt x="1950313" y="802936"/>
                  </a:lnTo>
                  <a:lnTo>
                    <a:pt x="1998389" y="789483"/>
                  </a:lnTo>
                  <a:lnTo>
                    <a:pt x="2045137" y="775248"/>
                  </a:lnTo>
                  <a:lnTo>
                    <a:pt x="2090631" y="760274"/>
                  </a:lnTo>
                  <a:lnTo>
                    <a:pt x="2134945" y="744604"/>
                  </a:lnTo>
                  <a:lnTo>
                    <a:pt x="2178152" y="728281"/>
                  </a:lnTo>
                  <a:lnTo>
                    <a:pt x="2220326" y="711350"/>
                  </a:lnTo>
                  <a:lnTo>
                    <a:pt x="2261541" y="693853"/>
                  </a:lnTo>
                  <a:lnTo>
                    <a:pt x="2301870" y="675835"/>
                  </a:lnTo>
                  <a:lnTo>
                    <a:pt x="2341389" y="657338"/>
                  </a:lnTo>
                  <a:lnTo>
                    <a:pt x="2380169" y="638406"/>
                  </a:lnTo>
                  <a:lnTo>
                    <a:pt x="2418286" y="619083"/>
                  </a:lnTo>
                  <a:lnTo>
                    <a:pt x="2455812" y="599412"/>
                  </a:lnTo>
                  <a:lnTo>
                    <a:pt x="2492822" y="579437"/>
                  </a:lnTo>
                  <a:lnTo>
                    <a:pt x="2529389" y="559200"/>
                  </a:lnTo>
                  <a:lnTo>
                    <a:pt x="2565588" y="538746"/>
                  </a:lnTo>
                  <a:lnTo>
                    <a:pt x="2601491" y="518119"/>
                  </a:lnTo>
                  <a:lnTo>
                    <a:pt x="2637173" y="497360"/>
                  </a:lnTo>
                  <a:lnTo>
                    <a:pt x="2672708" y="476515"/>
                  </a:lnTo>
                  <a:lnTo>
                    <a:pt x="2708168" y="455626"/>
                  </a:lnTo>
                  <a:lnTo>
                    <a:pt x="2750454" y="430724"/>
                  </a:lnTo>
                  <a:lnTo>
                    <a:pt x="2792866" y="405896"/>
                  </a:lnTo>
                  <a:lnTo>
                    <a:pt x="2835527" y="381215"/>
                  </a:lnTo>
                  <a:lnTo>
                    <a:pt x="2878564" y="356755"/>
                  </a:lnTo>
                  <a:lnTo>
                    <a:pt x="2922100" y="332590"/>
                  </a:lnTo>
                  <a:lnTo>
                    <a:pt x="2966262" y="308794"/>
                  </a:lnTo>
                  <a:lnTo>
                    <a:pt x="3011174" y="285439"/>
                  </a:lnTo>
                  <a:lnTo>
                    <a:pt x="3056962" y="262601"/>
                  </a:lnTo>
                  <a:lnTo>
                    <a:pt x="3103750" y="240353"/>
                  </a:lnTo>
                  <a:lnTo>
                    <a:pt x="3151663" y="218767"/>
                  </a:lnTo>
                  <a:lnTo>
                    <a:pt x="3200827" y="197919"/>
                  </a:lnTo>
                  <a:lnTo>
                    <a:pt x="3251366" y="177882"/>
                  </a:lnTo>
                  <a:lnTo>
                    <a:pt x="3303406" y="158730"/>
                  </a:lnTo>
                  <a:lnTo>
                    <a:pt x="3346879" y="143870"/>
                  </a:lnTo>
                  <a:lnTo>
                    <a:pt x="3391493" y="129683"/>
                  </a:lnTo>
                  <a:lnTo>
                    <a:pt x="3437314" y="116208"/>
                  </a:lnTo>
                  <a:lnTo>
                    <a:pt x="3484410" y="103483"/>
                  </a:lnTo>
                  <a:lnTo>
                    <a:pt x="3532846" y="91550"/>
                  </a:lnTo>
                  <a:lnTo>
                    <a:pt x="3582692" y="80446"/>
                  </a:lnTo>
                  <a:lnTo>
                    <a:pt x="3634013" y="70213"/>
                  </a:lnTo>
                  <a:lnTo>
                    <a:pt x="3686876" y="60889"/>
                  </a:lnTo>
                  <a:lnTo>
                    <a:pt x="3713907" y="56580"/>
                  </a:lnTo>
                  <a:lnTo>
                    <a:pt x="3717310" y="56066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91433" y="2610966"/>
              <a:ext cx="354330" cy="251460"/>
            </a:xfrm>
            <a:custGeom>
              <a:avLst/>
              <a:gdLst/>
              <a:ahLst/>
              <a:cxnLst/>
              <a:rect l="l" t="t" r="r" b="b"/>
              <a:pathLst>
                <a:path w="354329" h="251460">
                  <a:moveTo>
                    <a:pt x="17777" y="251095"/>
                  </a:moveTo>
                  <a:lnTo>
                    <a:pt x="0" y="0"/>
                  </a:lnTo>
                  <a:lnTo>
                    <a:pt x="353828" y="101125"/>
                  </a:lnTo>
                  <a:lnTo>
                    <a:pt x="17777" y="251095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91433" y="2610966"/>
              <a:ext cx="354330" cy="251460"/>
            </a:xfrm>
            <a:custGeom>
              <a:avLst/>
              <a:gdLst/>
              <a:ahLst/>
              <a:cxnLst/>
              <a:rect l="l" t="t" r="r" b="b"/>
              <a:pathLst>
                <a:path w="354329" h="251460">
                  <a:moveTo>
                    <a:pt x="17777" y="251095"/>
                  </a:moveTo>
                  <a:lnTo>
                    <a:pt x="353828" y="101125"/>
                  </a:lnTo>
                  <a:lnTo>
                    <a:pt x="0" y="0"/>
                  </a:lnTo>
                  <a:lnTo>
                    <a:pt x="17777" y="251095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07151" y="3116166"/>
              <a:ext cx="1450975" cy="1042669"/>
            </a:xfrm>
            <a:custGeom>
              <a:avLst/>
              <a:gdLst/>
              <a:ahLst/>
              <a:cxnLst/>
              <a:rect l="l" t="t" r="r" b="b"/>
              <a:pathLst>
                <a:path w="1450975" h="1042670">
                  <a:moveTo>
                    <a:pt x="1450828" y="1042518"/>
                  </a:moveTo>
                  <a:lnTo>
                    <a:pt x="0" y="1042518"/>
                  </a:lnTo>
                  <a:lnTo>
                    <a:pt x="0" y="0"/>
                  </a:lnTo>
                  <a:lnTo>
                    <a:pt x="1450828" y="0"/>
                  </a:lnTo>
                  <a:lnTo>
                    <a:pt x="1450828" y="10425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07151" y="3116166"/>
              <a:ext cx="1450975" cy="1042669"/>
            </a:xfrm>
            <a:custGeom>
              <a:avLst/>
              <a:gdLst/>
              <a:ahLst/>
              <a:cxnLst/>
              <a:rect l="l" t="t" r="r" b="b"/>
              <a:pathLst>
                <a:path w="1450975" h="1042670">
                  <a:moveTo>
                    <a:pt x="0" y="0"/>
                  </a:moveTo>
                  <a:lnTo>
                    <a:pt x="1450828" y="0"/>
                  </a:lnTo>
                  <a:lnTo>
                    <a:pt x="1450828" y="1042518"/>
                  </a:lnTo>
                  <a:lnTo>
                    <a:pt x="0" y="1042518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95773" y="3132619"/>
              <a:ext cx="1478280" cy="1012190"/>
            </a:xfrm>
            <a:custGeom>
              <a:avLst/>
              <a:gdLst/>
              <a:ahLst/>
              <a:cxnLst/>
              <a:rect l="l" t="t" r="r" b="b"/>
              <a:pathLst>
                <a:path w="1478279" h="1012189">
                  <a:moveTo>
                    <a:pt x="1477754" y="1012115"/>
                  </a:moveTo>
                  <a:lnTo>
                    <a:pt x="6747" y="860298"/>
                  </a:lnTo>
                  <a:lnTo>
                    <a:pt x="0" y="80969"/>
                  </a:lnTo>
                  <a:lnTo>
                    <a:pt x="1457510" y="0"/>
                  </a:lnTo>
                  <a:lnTo>
                    <a:pt x="1477754" y="10121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95773" y="3132619"/>
              <a:ext cx="1478280" cy="1012190"/>
            </a:xfrm>
            <a:custGeom>
              <a:avLst/>
              <a:gdLst/>
              <a:ahLst/>
              <a:cxnLst/>
              <a:rect l="l" t="t" r="r" b="b"/>
              <a:pathLst>
                <a:path w="1478279" h="1012189">
                  <a:moveTo>
                    <a:pt x="1457510" y="0"/>
                  </a:moveTo>
                  <a:lnTo>
                    <a:pt x="0" y="80969"/>
                  </a:lnTo>
                  <a:lnTo>
                    <a:pt x="449" y="132924"/>
                  </a:lnTo>
                  <a:lnTo>
                    <a:pt x="899" y="184880"/>
                  </a:lnTo>
                  <a:lnTo>
                    <a:pt x="1349" y="236835"/>
                  </a:lnTo>
                  <a:lnTo>
                    <a:pt x="1799" y="288790"/>
                  </a:lnTo>
                  <a:lnTo>
                    <a:pt x="2249" y="340745"/>
                  </a:lnTo>
                  <a:lnTo>
                    <a:pt x="2699" y="392701"/>
                  </a:lnTo>
                  <a:lnTo>
                    <a:pt x="3149" y="444656"/>
                  </a:lnTo>
                  <a:lnTo>
                    <a:pt x="3598" y="496611"/>
                  </a:lnTo>
                  <a:lnTo>
                    <a:pt x="4048" y="548566"/>
                  </a:lnTo>
                  <a:lnTo>
                    <a:pt x="4498" y="600522"/>
                  </a:lnTo>
                  <a:lnTo>
                    <a:pt x="4948" y="652477"/>
                  </a:lnTo>
                  <a:lnTo>
                    <a:pt x="5398" y="704432"/>
                  </a:lnTo>
                  <a:lnTo>
                    <a:pt x="5848" y="756387"/>
                  </a:lnTo>
                  <a:lnTo>
                    <a:pt x="6298" y="808343"/>
                  </a:lnTo>
                  <a:lnTo>
                    <a:pt x="6747" y="860298"/>
                  </a:lnTo>
                  <a:lnTo>
                    <a:pt x="1477754" y="1012115"/>
                  </a:lnTo>
                  <a:lnTo>
                    <a:pt x="145751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68351" y="3568125"/>
              <a:ext cx="2482215" cy="67310"/>
            </a:xfrm>
            <a:custGeom>
              <a:avLst/>
              <a:gdLst/>
              <a:ahLst/>
              <a:cxnLst/>
              <a:rect l="l" t="t" r="r" b="b"/>
              <a:pathLst>
                <a:path w="2482215" h="67310">
                  <a:moveTo>
                    <a:pt x="0" y="0"/>
                  </a:moveTo>
                  <a:lnTo>
                    <a:pt x="74708" y="61"/>
                  </a:lnTo>
                  <a:lnTo>
                    <a:pt x="146885" y="241"/>
                  </a:lnTo>
                  <a:lnTo>
                    <a:pt x="216623" y="537"/>
                  </a:lnTo>
                  <a:lnTo>
                    <a:pt x="284011" y="943"/>
                  </a:lnTo>
                  <a:lnTo>
                    <a:pt x="349139" y="1456"/>
                  </a:lnTo>
                  <a:lnTo>
                    <a:pt x="412099" y="2071"/>
                  </a:lnTo>
                  <a:lnTo>
                    <a:pt x="472980" y="2784"/>
                  </a:lnTo>
                  <a:lnTo>
                    <a:pt x="531873" y="3591"/>
                  </a:lnTo>
                  <a:lnTo>
                    <a:pt x="588868" y="4488"/>
                  </a:lnTo>
                  <a:lnTo>
                    <a:pt x="644056" y="5469"/>
                  </a:lnTo>
                  <a:lnTo>
                    <a:pt x="697526" y="6532"/>
                  </a:lnTo>
                  <a:lnTo>
                    <a:pt x="749370" y="7671"/>
                  </a:lnTo>
                  <a:lnTo>
                    <a:pt x="799677" y="8883"/>
                  </a:lnTo>
                  <a:lnTo>
                    <a:pt x="848539" y="10163"/>
                  </a:lnTo>
                  <a:lnTo>
                    <a:pt x="896045" y="11507"/>
                  </a:lnTo>
                  <a:lnTo>
                    <a:pt x="942286" y="12911"/>
                  </a:lnTo>
                  <a:lnTo>
                    <a:pt x="987351" y="14370"/>
                  </a:lnTo>
                  <a:lnTo>
                    <a:pt x="1031333" y="15880"/>
                  </a:lnTo>
                  <a:lnTo>
                    <a:pt x="1074320" y="17437"/>
                  </a:lnTo>
                  <a:lnTo>
                    <a:pt x="1116404" y="19037"/>
                  </a:lnTo>
                  <a:lnTo>
                    <a:pt x="1157674" y="20675"/>
                  </a:lnTo>
                  <a:lnTo>
                    <a:pt x="1198221" y="22347"/>
                  </a:lnTo>
                  <a:lnTo>
                    <a:pt x="1238136" y="24049"/>
                  </a:lnTo>
                  <a:lnTo>
                    <a:pt x="1277508" y="25777"/>
                  </a:lnTo>
                  <a:lnTo>
                    <a:pt x="1316429" y="27526"/>
                  </a:lnTo>
                  <a:lnTo>
                    <a:pt x="1354988" y="29292"/>
                  </a:lnTo>
                  <a:lnTo>
                    <a:pt x="1393276" y="31071"/>
                  </a:lnTo>
                  <a:lnTo>
                    <a:pt x="1431383" y="32858"/>
                  </a:lnTo>
                  <a:lnTo>
                    <a:pt x="1469399" y="34649"/>
                  </a:lnTo>
                  <a:lnTo>
                    <a:pt x="1515345" y="36814"/>
                  </a:lnTo>
                  <a:lnTo>
                    <a:pt x="1561450" y="38971"/>
                  </a:lnTo>
                  <a:lnTo>
                    <a:pt x="1607873" y="41113"/>
                  </a:lnTo>
                  <a:lnTo>
                    <a:pt x="1654775" y="43232"/>
                  </a:lnTo>
                  <a:lnTo>
                    <a:pt x="1702315" y="45321"/>
                  </a:lnTo>
                  <a:lnTo>
                    <a:pt x="1750652" y="47373"/>
                  </a:lnTo>
                  <a:lnTo>
                    <a:pt x="1799945" y="49379"/>
                  </a:lnTo>
                  <a:lnTo>
                    <a:pt x="1850355" y="51333"/>
                  </a:lnTo>
                  <a:lnTo>
                    <a:pt x="1902040" y="53226"/>
                  </a:lnTo>
                  <a:lnTo>
                    <a:pt x="1955160" y="55052"/>
                  </a:lnTo>
                  <a:lnTo>
                    <a:pt x="2009875" y="56803"/>
                  </a:lnTo>
                  <a:lnTo>
                    <a:pt x="2066343" y="58471"/>
                  </a:lnTo>
                  <a:lnTo>
                    <a:pt x="2109941" y="59664"/>
                  </a:lnTo>
                  <a:lnTo>
                    <a:pt x="2154683" y="60802"/>
                  </a:lnTo>
                  <a:lnTo>
                    <a:pt x="2200635" y="61883"/>
                  </a:lnTo>
                  <a:lnTo>
                    <a:pt x="2247866" y="62904"/>
                  </a:lnTo>
                  <a:lnTo>
                    <a:pt x="2296442" y="63862"/>
                  </a:lnTo>
                  <a:lnTo>
                    <a:pt x="2346430" y="64752"/>
                  </a:lnTo>
                  <a:lnTo>
                    <a:pt x="2397898" y="65573"/>
                  </a:lnTo>
                  <a:lnTo>
                    <a:pt x="2450913" y="66321"/>
                  </a:lnTo>
                  <a:lnTo>
                    <a:pt x="2481607" y="66699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49243" y="3508965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10" h="252095">
                  <a:moveTo>
                    <a:pt x="0" y="251719"/>
                  </a:moveTo>
                  <a:lnTo>
                    <a:pt x="1431" y="0"/>
                  </a:lnTo>
                  <a:lnTo>
                    <a:pt x="346512" y="127826"/>
                  </a:lnTo>
                  <a:lnTo>
                    <a:pt x="0" y="251719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49243" y="3508965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10" h="252095">
                  <a:moveTo>
                    <a:pt x="0" y="251719"/>
                  </a:moveTo>
                  <a:lnTo>
                    <a:pt x="346512" y="127826"/>
                  </a:lnTo>
                  <a:lnTo>
                    <a:pt x="1431" y="0"/>
                  </a:lnTo>
                  <a:lnTo>
                    <a:pt x="0" y="251719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82234" y="1497464"/>
            <a:ext cx="8001634" cy="3634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Example: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RGB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image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input,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detect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planar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surfaces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800">
              <a:latin typeface="Arial MT"/>
              <a:cs typeface="Arial MT"/>
            </a:endParaRPr>
          </a:p>
          <a:p>
            <a:pPr marL="455930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Plane/No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Plane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800">
              <a:latin typeface="Arial MT"/>
              <a:cs typeface="Arial MT"/>
            </a:endParaRPr>
          </a:p>
          <a:p>
            <a:pPr marL="6158865">
              <a:lnSpc>
                <a:spcPct val="100000"/>
              </a:lnSpc>
              <a:spcBef>
                <a:spcPts val="5"/>
              </a:spcBef>
            </a:pPr>
            <a:r>
              <a:rPr sz="2800" spc="-20" dirty="0">
                <a:latin typeface="Arial MT"/>
                <a:cs typeface="Arial MT"/>
              </a:rPr>
              <a:t>Mask</a:t>
            </a:r>
            <a:endParaRPr sz="2800">
              <a:latin typeface="Arial MT"/>
              <a:cs typeface="Arial MT"/>
            </a:endParaRPr>
          </a:p>
          <a:p>
            <a:pPr marL="4428490" marR="1108075" indent="-12700">
              <a:lnSpc>
                <a:spcPct val="108700"/>
              </a:lnSpc>
              <a:spcBef>
                <a:spcPts val="3075"/>
              </a:spcBef>
            </a:pPr>
            <a:r>
              <a:rPr sz="2800" dirty="0">
                <a:latin typeface="Arial MT"/>
                <a:cs typeface="Arial MT"/>
              </a:rPr>
              <a:t>Surface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Normal Offset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530146" y="3517694"/>
            <a:ext cx="2723515" cy="1516380"/>
            <a:chOff x="3530146" y="3517694"/>
            <a:chExt cx="2723515" cy="1516380"/>
          </a:xfrm>
        </p:grpSpPr>
        <p:sp>
          <p:nvSpPr>
            <p:cNvPr id="18" name="object 18"/>
            <p:cNvSpPr/>
            <p:nvPr/>
          </p:nvSpPr>
          <p:spPr>
            <a:xfrm>
              <a:off x="3568246" y="3555794"/>
              <a:ext cx="2289175" cy="870585"/>
            </a:xfrm>
            <a:custGeom>
              <a:avLst/>
              <a:gdLst/>
              <a:ahLst/>
              <a:cxnLst/>
              <a:rect l="l" t="t" r="r" b="b"/>
              <a:pathLst>
                <a:path w="2289175" h="870585">
                  <a:moveTo>
                    <a:pt x="0" y="0"/>
                  </a:moveTo>
                  <a:lnTo>
                    <a:pt x="67486" y="749"/>
                  </a:lnTo>
                  <a:lnTo>
                    <a:pt x="132762" y="2964"/>
                  </a:lnTo>
                  <a:lnTo>
                    <a:pt x="195902" y="6594"/>
                  </a:lnTo>
                  <a:lnTo>
                    <a:pt x="256985" y="11588"/>
                  </a:lnTo>
                  <a:lnTo>
                    <a:pt x="316085" y="17897"/>
                  </a:lnTo>
                  <a:lnTo>
                    <a:pt x="373279" y="25468"/>
                  </a:lnTo>
                  <a:lnTo>
                    <a:pt x="428643" y="34253"/>
                  </a:lnTo>
                  <a:lnTo>
                    <a:pt x="482253" y="44199"/>
                  </a:lnTo>
                  <a:lnTo>
                    <a:pt x="534187" y="55258"/>
                  </a:lnTo>
                  <a:lnTo>
                    <a:pt x="584519" y="67377"/>
                  </a:lnTo>
                  <a:lnTo>
                    <a:pt x="633326" y="80508"/>
                  </a:lnTo>
                  <a:lnTo>
                    <a:pt x="680685" y="94598"/>
                  </a:lnTo>
                  <a:lnTo>
                    <a:pt x="726672" y="109598"/>
                  </a:lnTo>
                  <a:lnTo>
                    <a:pt x="771362" y="125457"/>
                  </a:lnTo>
                  <a:lnTo>
                    <a:pt x="814832" y="142124"/>
                  </a:lnTo>
                  <a:lnTo>
                    <a:pt x="857159" y="159550"/>
                  </a:lnTo>
                  <a:lnTo>
                    <a:pt x="898419" y="177683"/>
                  </a:lnTo>
                  <a:lnTo>
                    <a:pt x="938687" y="196473"/>
                  </a:lnTo>
                  <a:lnTo>
                    <a:pt x="978040" y="215869"/>
                  </a:lnTo>
                  <a:lnTo>
                    <a:pt x="1016555" y="235822"/>
                  </a:lnTo>
                  <a:lnTo>
                    <a:pt x="1054307" y="256279"/>
                  </a:lnTo>
                  <a:lnTo>
                    <a:pt x="1091374" y="277192"/>
                  </a:lnTo>
                  <a:lnTo>
                    <a:pt x="1127830" y="298508"/>
                  </a:lnTo>
                  <a:lnTo>
                    <a:pt x="1163752" y="320179"/>
                  </a:lnTo>
                  <a:lnTo>
                    <a:pt x="1199217" y="342152"/>
                  </a:lnTo>
                  <a:lnTo>
                    <a:pt x="1234301" y="364379"/>
                  </a:lnTo>
                  <a:lnTo>
                    <a:pt x="1269080" y="386807"/>
                  </a:lnTo>
                  <a:lnTo>
                    <a:pt x="1303630" y="409387"/>
                  </a:lnTo>
                  <a:lnTo>
                    <a:pt x="1338028" y="432068"/>
                  </a:lnTo>
                  <a:lnTo>
                    <a:pt x="1372349" y="454799"/>
                  </a:lnTo>
                  <a:lnTo>
                    <a:pt x="1411956" y="481025"/>
                  </a:lnTo>
                  <a:lnTo>
                    <a:pt x="1451680" y="507173"/>
                  </a:lnTo>
                  <a:lnTo>
                    <a:pt x="1491637" y="533166"/>
                  </a:lnTo>
                  <a:lnTo>
                    <a:pt x="1531947" y="558925"/>
                  </a:lnTo>
                  <a:lnTo>
                    <a:pt x="1572724" y="584375"/>
                  </a:lnTo>
                  <a:lnTo>
                    <a:pt x="1614088" y="609436"/>
                  </a:lnTo>
                  <a:lnTo>
                    <a:pt x="1656154" y="634031"/>
                  </a:lnTo>
                  <a:lnTo>
                    <a:pt x="1699040" y="658083"/>
                  </a:lnTo>
                  <a:lnTo>
                    <a:pt x="1742863" y="681514"/>
                  </a:lnTo>
                  <a:lnTo>
                    <a:pt x="1787740" y="704246"/>
                  </a:lnTo>
                  <a:lnTo>
                    <a:pt x="1833788" y="726202"/>
                  </a:lnTo>
                  <a:lnTo>
                    <a:pt x="1881125" y="747304"/>
                  </a:lnTo>
                  <a:lnTo>
                    <a:pt x="1929866" y="767474"/>
                  </a:lnTo>
                  <a:lnTo>
                    <a:pt x="1976488" y="785302"/>
                  </a:lnTo>
                  <a:lnTo>
                    <a:pt x="2024516" y="802198"/>
                  </a:lnTo>
                  <a:lnTo>
                    <a:pt x="2074044" y="818099"/>
                  </a:lnTo>
                  <a:lnTo>
                    <a:pt x="2125166" y="832943"/>
                  </a:lnTo>
                  <a:lnTo>
                    <a:pt x="2177977" y="846669"/>
                  </a:lnTo>
                  <a:lnTo>
                    <a:pt x="2232569" y="859213"/>
                  </a:lnTo>
                  <a:lnTo>
                    <a:pt x="2289036" y="870515"/>
                  </a:lnTo>
                  <a:lnTo>
                    <a:pt x="2289171" y="870539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46665" y="4300933"/>
              <a:ext cx="355600" cy="250825"/>
            </a:xfrm>
            <a:custGeom>
              <a:avLst/>
              <a:gdLst/>
              <a:ahLst/>
              <a:cxnLst/>
              <a:rect l="l" t="t" r="r" b="b"/>
              <a:pathLst>
                <a:path w="355600" h="250825">
                  <a:moveTo>
                    <a:pt x="0" y="250803"/>
                  </a:moveTo>
                  <a:lnTo>
                    <a:pt x="21505" y="0"/>
                  </a:lnTo>
                  <a:lnTo>
                    <a:pt x="355291" y="154944"/>
                  </a:lnTo>
                  <a:lnTo>
                    <a:pt x="0" y="250803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46665" y="4300933"/>
              <a:ext cx="355600" cy="250825"/>
            </a:xfrm>
            <a:custGeom>
              <a:avLst/>
              <a:gdLst/>
              <a:ahLst/>
              <a:cxnLst/>
              <a:rect l="l" t="t" r="r" b="b"/>
              <a:pathLst>
                <a:path w="355600" h="250825">
                  <a:moveTo>
                    <a:pt x="0" y="250803"/>
                  </a:moveTo>
                  <a:lnTo>
                    <a:pt x="355291" y="154944"/>
                  </a:lnTo>
                  <a:lnTo>
                    <a:pt x="21505" y="0"/>
                  </a:lnTo>
                  <a:lnTo>
                    <a:pt x="0" y="250803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77486" y="3555963"/>
              <a:ext cx="2294890" cy="1315720"/>
            </a:xfrm>
            <a:custGeom>
              <a:avLst/>
              <a:gdLst/>
              <a:ahLst/>
              <a:cxnLst/>
              <a:rect l="l" t="t" r="r" b="b"/>
              <a:pathLst>
                <a:path w="2294890" h="1315720">
                  <a:moveTo>
                    <a:pt x="0" y="0"/>
                  </a:moveTo>
                  <a:lnTo>
                    <a:pt x="61517" y="936"/>
                  </a:lnTo>
                  <a:lnTo>
                    <a:pt x="121200" y="3707"/>
                  </a:lnTo>
                  <a:lnTo>
                    <a:pt x="179105" y="8254"/>
                  </a:lnTo>
                  <a:lnTo>
                    <a:pt x="235289" y="14522"/>
                  </a:lnTo>
                  <a:lnTo>
                    <a:pt x="289810" y="22452"/>
                  </a:lnTo>
                  <a:lnTo>
                    <a:pt x="342725" y="31987"/>
                  </a:lnTo>
                  <a:lnTo>
                    <a:pt x="394092" y="43070"/>
                  </a:lnTo>
                  <a:lnTo>
                    <a:pt x="443968" y="55643"/>
                  </a:lnTo>
                  <a:lnTo>
                    <a:pt x="492410" y="69650"/>
                  </a:lnTo>
                  <a:lnTo>
                    <a:pt x="539475" y="85032"/>
                  </a:lnTo>
                  <a:lnTo>
                    <a:pt x="585222" y="101733"/>
                  </a:lnTo>
                  <a:lnTo>
                    <a:pt x="629706" y="119695"/>
                  </a:lnTo>
                  <a:lnTo>
                    <a:pt x="672987" y="138861"/>
                  </a:lnTo>
                  <a:lnTo>
                    <a:pt x="715120" y="159173"/>
                  </a:lnTo>
                  <a:lnTo>
                    <a:pt x="756164" y="180574"/>
                  </a:lnTo>
                  <a:lnTo>
                    <a:pt x="796175" y="203008"/>
                  </a:lnTo>
                  <a:lnTo>
                    <a:pt x="835212" y="226415"/>
                  </a:lnTo>
                  <a:lnTo>
                    <a:pt x="873331" y="250740"/>
                  </a:lnTo>
                  <a:lnTo>
                    <a:pt x="910589" y="275925"/>
                  </a:lnTo>
                  <a:lnTo>
                    <a:pt x="947045" y="301913"/>
                  </a:lnTo>
                  <a:lnTo>
                    <a:pt x="982755" y="328646"/>
                  </a:lnTo>
                  <a:lnTo>
                    <a:pt x="1017777" y="356066"/>
                  </a:lnTo>
                  <a:lnTo>
                    <a:pt x="1052168" y="384117"/>
                  </a:lnTo>
                  <a:lnTo>
                    <a:pt x="1085986" y="412742"/>
                  </a:lnTo>
                  <a:lnTo>
                    <a:pt x="1119287" y="441882"/>
                  </a:lnTo>
                  <a:lnTo>
                    <a:pt x="1152130" y="471481"/>
                  </a:lnTo>
                  <a:lnTo>
                    <a:pt x="1184571" y="501481"/>
                  </a:lnTo>
                  <a:lnTo>
                    <a:pt x="1216668" y="531826"/>
                  </a:lnTo>
                  <a:lnTo>
                    <a:pt x="1248479" y="562456"/>
                  </a:lnTo>
                  <a:lnTo>
                    <a:pt x="1280060" y="593317"/>
                  </a:lnTo>
                  <a:lnTo>
                    <a:pt x="1311468" y="624349"/>
                  </a:lnTo>
                  <a:lnTo>
                    <a:pt x="1342763" y="655495"/>
                  </a:lnTo>
                  <a:lnTo>
                    <a:pt x="1373999" y="686699"/>
                  </a:lnTo>
                  <a:lnTo>
                    <a:pt x="1410819" y="723471"/>
                  </a:lnTo>
                  <a:lnTo>
                    <a:pt x="1447732" y="760149"/>
                  </a:lnTo>
                  <a:lnTo>
                    <a:pt x="1484833" y="796640"/>
                  </a:lnTo>
                  <a:lnTo>
                    <a:pt x="1522215" y="832848"/>
                  </a:lnTo>
                  <a:lnTo>
                    <a:pt x="1559973" y="868682"/>
                  </a:lnTo>
                  <a:lnTo>
                    <a:pt x="1598201" y="904046"/>
                  </a:lnTo>
                  <a:lnTo>
                    <a:pt x="1636992" y="938847"/>
                  </a:lnTo>
                  <a:lnTo>
                    <a:pt x="1676440" y="972991"/>
                  </a:lnTo>
                  <a:lnTo>
                    <a:pt x="1716639" y="1006385"/>
                  </a:lnTo>
                  <a:lnTo>
                    <a:pt x="1757683" y="1038934"/>
                  </a:lnTo>
                  <a:lnTo>
                    <a:pt x="1799666" y="1070544"/>
                  </a:lnTo>
                  <a:lnTo>
                    <a:pt x="1842682" y="1101122"/>
                  </a:lnTo>
                  <a:lnTo>
                    <a:pt x="1886824" y="1130574"/>
                  </a:lnTo>
                  <a:lnTo>
                    <a:pt x="1932187" y="1158806"/>
                  </a:lnTo>
                  <a:lnTo>
                    <a:pt x="1972955" y="1182434"/>
                  </a:lnTo>
                  <a:lnTo>
                    <a:pt x="2014791" y="1204994"/>
                  </a:lnTo>
                  <a:lnTo>
                    <a:pt x="2057760" y="1226422"/>
                  </a:lnTo>
                  <a:lnTo>
                    <a:pt x="2101924" y="1246655"/>
                  </a:lnTo>
                  <a:lnTo>
                    <a:pt x="2147346" y="1265631"/>
                  </a:lnTo>
                  <a:lnTo>
                    <a:pt x="2194089" y="1283287"/>
                  </a:lnTo>
                  <a:lnTo>
                    <a:pt x="2242216" y="1299560"/>
                  </a:lnTo>
                  <a:lnTo>
                    <a:pt x="2291789" y="1314386"/>
                  </a:lnTo>
                  <a:lnTo>
                    <a:pt x="2294527" y="1315139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55975" y="4746267"/>
              <a:ext cx="359410" cy="250190"/>
            </a:xfrm>
            <a:custGeom>
              <a:avLst/>
              <a:gdLst/>
              <a:ahLst/>
              <a:cxnLst/>
              <a:rect l="l" t="t" r="r" b="b"/>
              <a:pathLst>
                <a:path w="359410" h="250189">
                  <a:moveTo>
                    <a:pt x="0" y="249671"/>
                  </a:moveTo>
                  <a:lnTo>
                    <a:pt x="32076" y="0"/>
                  </a:lnTo>
                  <a:lnTo>
                    <a:pt x="359022" y="168901"/>
                  </a:lnTo>
                  <a:lnTo>
                    <a:pt x="0" y="249671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55975" y="4746267"/>
              <a:ext cx="359410" cy="250190"/>
            </a:xfrm>
            <a:custGeom>
              <a:avLst/>
              <a:gdLst/>
              <a:ahLst/>
              <a:cxnLst/>
              <a:rect l="l" t="t" r="r" b="b"/>
              <a:pathLst>
                <a:path w="359410" h="250189">
                  <a:moveTo>
                    <a:pt x="0" y="249671"/>
                  </a:moveTo>
                  <a:lnTo>
                    <a:pt x="359022" y="168901"/>
                  </a:lnTo>
                  <a:lnTo>
                    <a:pt x="32076" y="0"/>
                  </a:lnTo>
                  <a:lnTo>
                    <a:pt x="0" y="249671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9564" y="6463279"/>
            <a:ext cx="656463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 MT"/>
                <a:cs typeface="Arial MT"/>
              </a:rPr>
              <a:t>Liu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PlaneRCNN: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3D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Plane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Detection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and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Reconstruction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from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Single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Image.</a:t>
            </a:r>
            <a:r>
              <a:rPr sz="1200" i="1" spc="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CVPR</a:t>
            </a:r>
            <a:r>
              <a:rPr sz="1200" spc="-20" dirty="0">
                <a:latin typeface="Arial MT"/>
                <a:cs typeface="Arial MT"/>
              </a:rPr>
              <a:t> 2019.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5245">
              <a:lnSpc>
                <a:spcPct val="100000"/>
              </a:lnSpc>
              <a:spcBef>
                <a:spcPts val="100"/>
              </a:spcBef>
            </a:pPr>
            <a:r>
              <a:rPr dirty="0"/>
              <a:t>Extending</a:t>
            </a:r>
            <a:r>
              <a:rPr spc="-50" dirty="0"/>
              <a:t> </a:t>
            </a:r>
            <a:r>
              <a:rPr dirty="0"/>
              <a:t>Object</a:t>
            </a:r>
            <a:r>
              <a:rPr spc="-40" dirty="0"/>
              <a:t> </a:t>
            </a:r>
            <a:r>
              <a:rPr spc="-10" dirty="0"/>
              <a:t>Detection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51551"/>
            <a:ext cx="9102082" cy="2209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025" y="6448843"/>
            <a:ext cx="8132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S.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Agarwala,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Jin,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Rockwell,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D.F.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Fouhey.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PlaneFormers: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Sparse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View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Planes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3D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Reconstruction.???,</a:t>
            </a:r>
            <a:r>
              <a:rPr sz="1200" spc="-20" dirty="0">
                <a:latin typeface="Arial MT"/>
                <a:cs typeface="Arial MT"/>
              </a:rPr>
              <a:t> 2022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2309" y="3835979"/>
            <a:ext cx="8327093" cy="22937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5318" y="4397973"/>
            <a:ext cx="29216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Core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building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detecting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spc="-10" dirty="0">
                <a:latin typeface="Arial MT"/>
                <a:cs typeface="Arial MT"/>
              </a:rPr>
              <a:t>image.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1111" y="689037"/>
            <a:ext cx="13652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YOLO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7825" y="6509473"/>
            <a:ext cx="8314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J.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Redmon,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Divvala,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Girshick,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Farhadi,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You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Only</a:t>
            </a:r>
            <a:r>
              <a:rPr sz="12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Look</a:t>
            </a:r>
            <a:r>
              <a:rPr sz="12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Once:</a:t>
            </a:r>
            <a:r>
              <a:rPr sz="12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Unified,</a:t>
            </a:r>
            <a:r>
              <a:rPr sz="12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Real-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Time</a:t>
            </a:r>
            <a:r>
              <a:rPr sz="12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Object</a:t>
            </a:r>
            <a:r>
              <a:rPr sz="12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Detection</a:t>
            </a:r>
            <a:r>
              <a:rPr sz="1200" dirty="0">
                <a:latin typeface="Arial MT"/>
                <a:cs typeface="Arial MT"/>
              </a:rPr>
              <a:t>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CVPR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2016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100"/>
              </a:spcBef>
              <a:buChar char="•"/>
              <a:tabLst>
                <a:tab pos="415925" algn="l"/>
              </a:tabLst>
            </a:pPr>
            <a:r>
              <a:rPr dirty="0"/>
              <a:t>No</a:t>
            </a:r>
            <a:r>
              <a:rPr spc="-50" dirty="0"/>
              <a:t> </a:t>
            </a:r>
            <a:r>
              <a:rPr spc="-10" dirty="0"/>
              <a:t>proposals</a:t>
            </a:r>
          </a:p>
          <a:p>
            <a:pPr marL="416559" marR="200025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dirty="0"/>
              <a:t>Predict</a:t>
            </a:r>
            <a:r>
              <a:rPr spc="-80" dirty="0"/>
              <a:t> </a:t>
            </a:r>
            <a:r>
              <a:rPr dirty="0"/>
              <a:t>at</a:t>
            </a:r>
            <a:r>
              <a:rPr spc="-80" dirty="0"/>
              <a:t> </a:t>
            </a:r>
            <a:r>
              <a:rPr dirty="0"/>
              <a:t>each</a:t>
            </a:r>
            <a:r>
              <a:rPr spc="-75" dirty="0"/>
              <a:t> </a:t>
            </a:r>
            <a:r>
              <a:rPr dirty="0"/>
              <a:t>location</a:t>
            </a:r>
            <a:r>
              <a:rPr spc="-80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7x7</a:t>
            </a:r>
            <a:r>
              <a:rPr spc="-80" dirty="0"/>
              <a:t> </a:t>
            </a:r>
            <a:r>
              <a:rPr spc="-10" dirty="0"/>
              <a:t>feature </a:t>
            </a:r>
            <a:r>
              <a:rPr dirty="0"/>
              <a:t>map,</a:t>
            </a:r>
            <a:r>
              <a:rPr spc="-60" dirty="0"/>
              <a:t> </a:t>
            </a:r>
            <a:r>
              <a:rPr dirty="0"/>
              <a:t>score</a:t>
            </a:r>
            <a:r>
              <a:rPr spc="-6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each</a:t>
            </a:r>
            <a:r>
              <a:rPr spc="-60" dirty="0"/>
              <a:t> </a:t>
            </a:r>
            <a:r>
              <a:rPr dirty="0"/>
              <a:t>class</a:t>
            </a:r>
            <a:r>
              <a:rPr spc="-55" dirty="0"/>
              <a:t> </a:t>
            </a:r>
            <a:r>
              <a:rPr dirty="0"/>
              <a:t>+</a:t>
            </a:r>
            <a:r>
              <a:rPr spc="-65" dirty="0"/>
              <a:t> </a:t>
            </a:r>
            <a:r>
              <a:rPr dirty="0"/>
              <a:t>2</a:t>
            </a:r>
            <a:r>
              <a:rPr spc="-60" dirty="0"/>
              <a:t> </a:t>
            </a:r>
            <a:r>
              <a:rPr spc="-10" dirty="0"/>
              <a:t>bboxes</a:t>
            </a:r>
          </a:p>
          <a:p>
            <a:pPr marL="416559" marR="508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dirty="0"/>
              <a:t>7x</a:t>
            </a:r>
            <a:r>
              <a:rPr spc="-65" dirty="0"/>
              <a:t> </a:t>
            </a:r>
            <a:r>
              <a:rPr dirty="0"/>
              <a:t>faster</a:t>
            </a:r>
            <a:r>
              <a:rPr spc="-60" dirty="0"/>
              <a:t> </a:t>
            </a:r>
            <a:r>
              <a:rPr dirty="0"/>
              <a:t>than</a:t>
            </a:r>
            <a:r>
              <a:rPr spc="-60" dirty="0"/>
              <a:t> </a:t>
            </a:r>
            <a:r>
              <a:rPr spc="-25" dirty="0"/>
              <a:t>Faster-</a:t>
            </a:r>
            <a:r>
              <a:rPr dirty="0"/>
              <a:t>RCNN,</a:t>
            </a:r>
            <a:r>
              <a:rPr spc="-60" dirty="0"/>
              <a:t> </a:t>
            </a:r>
            <a:r>
              <a:rPr dirty="0"/>
              <a:t>but</a:t>
            </a:r>
            <a:r>
              <a:rPr spc="-60" dirty="0"/>
              <a:t> </a:t>
            </a:r>
            <a:r>
              <a:rPr spc="-10" dirty="0"/>
              <a:t>worse </a:t>
            </a:r>
            <a:r>
              <a:rPr spc="-20" dirty="0"/>
              <a:t>accuracy,</a:t>
            </a:r>
            <a:r>
              <a:rPr spc="-135" dirty="0"/>
              <a:t> </a:t>
            </a:r>
            <a:r>
              <a:rPr spc="-10" dirty="0"/>
              <a:t>precision</a:t>
            </a:r>
          </a:p>
          <a:p>
            <a:pPr marL="415925" indent="-403225">
              <a:lnSpc>
                <a:spcPct val="100000"/>
              </a:lnSpc>
              <a:buChar char="•"/>
              <a:tabLst>
                <a:tab pos="415925" algn="l"/>
              </a:tabLst>
            </a:pPr>
            <a:r>
              <a:rPr dirty="0"/>
              <a:t>Immensely</a:t>
            </a:r>
            <a:r>
              <a:rPr spc="-95" dirty="0"/>
              <a:t> </a:t>
            </a:r>
            <a:r>
              <a:rPr dirty="0"/>
              <a:t>popular</a:t>
            </a:r>
            <a:r>
              <a:rPr spc="-90" dirty="0"/>
              <a:t> </a:t>
            </a:r>
            <a:r>
              <a:rPr dirty="0"/>
              <a:t>in</a:t>
            </a:r>
            <a:r>
              <a:rPr spc="-90" dirty="0"/>
              <a:t> </a:t>
            </a:r>
            <a:r>
              <a:rPr spc="-10" dirty="0"/>
              <a:t>robotics</a:t>
            </a:r>
          </a:p>
          <a:p>
            <a:pPr marL="416559" marR="51689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dirty="0"/>
              <a:t>Loads</a:t>
            </a:r>
            <a:r>
              <a:rPr spc="-8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similar</a:t>
            </a:r>
            <a:r>
              <a:rPr spc="-80" dirty="0"/>
              <a:t> </a:t>
            </a:r>
            <a:r>
              <a:rPr dirty="0"/>
              <a:t>methods</a:t>
            </a:r>
            <a:r>
              <a:rPr spc="-75" dirty="0"/>
              <a:t> </a:t>
            </a:r>
            <a:r>
              <a:rPr spc="-10" dirty="0"/>
              <a:t>(YOLOv2, YOLOv3)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10246" y="4882703"/>
            <a:ext cx="3942079" cy="1476375"/>
            <a:chOff x="310246" y="4882703"/>
            <a:chExt cx="3942079" cy="14763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596" y="5377335"/>
              <a:ext cx="3928799" cy="9749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6596" y="5377335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99"/>
                  </a:moveTo>
                  <a:lnTo>
                    <a:pt x="901182" y="0"/>
                  </a:lnTo>
                  <a:lnTo>
                    <a:pt x="3928799" y="0"/>
                  </a:lnTo>
                  <a:lnTo>
                    <a:pt x="3027617" y="974999"/>
                  </a:lnTo>
                  <a:lnTo>
                    <a:pt x="0" y="974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32" y="5183578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74" y="883574"/>
                  </a:moveTo>
                  <a:lnTo>
                    <a:pt x="0" y="883574"/>
                  </a:lnTo>
                  <a:lnTo>
                    <a:pt x="0" y="0"/>
                  </a:lnTo>
                  <a:lnTo>
                    <a:pt x="1991774" y="0"/>
                  </a:lnTo>
                  <a:lnTo>
                    <a:pt x="1991774" y="88357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0307" y="4889053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099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94524" y="883574"/>
                  </a:lnTo>
                  <a:lnTo>
                    <a:pt x="0" y="1178099"/>
                  </a:lnTo>
                  <a:close/>
                </a:path>
              </a:pathLst>
            </a:custGeom>
            <a:solidFill>
              <a:srgbClr val="CBCBCB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98532" y="4889053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74" y="294524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286299" y="0"/>
                  </a:lnTo>
                  <a:lnTo>
                    <a:pt x="1991774" y="29452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98532" y="4889053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24"/>
                  </a:moveTo>
                  <a:lnTo>
                    <a:pt x="294524" y="0"/>
                  </a:lnTo>
                  <a:lnTo>
                    <a:pt x="2286299" y="0"/>
                  </a:lnTo>
                  <a:lnTo>
                    <a:pt x="2286299" y="883574"/>
                  </a:lnTo>
                  <a:lnTo>
                    <a:pt x="1991774" y="1178099"/>
                  </a:lnTo>
                  <a:lnTo>
                    <a:pt x="0" y="1178099"/>
                  </a:lnTo>
                  <a:lnTo>
                    <a:pt x="0" y="294524"/>
                  </a:lnTo>
                  <a:close/>
                </a:path>
                <a:path w="2286635" h="1178560">
                  <a:moveTo>
                    <a:pt x="0" y="294524"/>
                  </a:moveTo>
                  <a:lnTo>
                    <a:pt x="1991774" y="294524"/>
                  </a:lnTo>
                  <a:lnTo>
                    <a:pt x="2286299" y="0"/>
                  </a:lnTo>
                </a:path>
                <a:path w="2286635" h="1178560">
                  <a:moveTo>
                    <a:pt x="1991774" y="294524"/>
                  </a:moveTo>
                  <a:lnTo>
                    <a:pt x="1991774" y="11780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86528" y="5482617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05361" y="4574463"/>
            <a:ext cx="316865" cy="445770"/>
            <a:chOff x="2305361" y="4574463"/>
            <a:chExt cx="316865" cy="445770"/>
          </a:xfrm>
        </p:grpSpPr>
        <p:sp>
          <p:nvSpPr>
            <p:cNvPr id="15" name="object 15"/>
            <p:cNvSpPr/>
            <p:nvPr/>
          </p:nvSpPr>
          <p:spPr>
            <a:xfrm>
              <a:off x="2333936" y="4697435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322799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29454" y="2603405"/>
          <a:ext cx="3396612" cy="1906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2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529454" y="1763189"/>
            <a:ext cx="3609340" cy="2762250"/>
            <a:chOff x="529454" y="1763189"/>
            <a:chExt cx="3609340" cy="2762250"/>
          </a:xfrm>
        </p:grpSpPr>
        <p:sp>
          <p:nvSpPr>
            <p:cNvPr id="20" name="object 20"/>
            <p:cNvSpPr/>
            <p:nvPr/>
          </p:nvSpPr>
          <p:spPr>
            <a:xfrm>
              <a:off x="3933778" y="2422638"/>
              <a:ext cx="198755" cy="2096770"/>
            </a:xfrm>
            <a:custGeom>
              <a:avLst/>
              <a:gdLst/>
              <a:ahLst/>
              <a:cxnLst/>
              <a:rect l="l" t="t" r="r" b="b"/>
              <a:pathLst>
                <a:path w="198754" h="2096770">
                  <a:moveTo>
                    <a:pt x="0" y="2096163"/>
                  </a:moveTo>
                  <a:lnTo>
                    <a:pt x="0" y="198297"/>
                  </a:lnTo>
                  <a:lnTo>
                    <a:pt x="198297" y="0"/>
                  </a:lnTo>
                  <a:lnTo>
                    <a:pt x="198297" y="1897866"/>
                  </a:lnTo>
                  <a:lnTo>
                    <a:pt x="0" y="2096163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804" y="2422638"/>
              <a:ext cx="3596640" cy="198755"/>
            </a:xfrm>
            <a:custGeom>
              <a:avLst/>
              <a:gdLst/>
              <a:ahLst/>
              <a:cxnLst/>
              <a:rect l="l" t="t" r="r" b="b"/>
              <a:pathLst>
                <a:path w="3596640" h="198755">
                  <a:moveTo>
                    <a:pt x="3397973" y="198297"/>
                  </a:moveTo>
                  <a:lnTo>
                    <a:pt x="0" y="198297"/>
                  </a:lnTo>
                  <a:lnTo>
                    <a:pt x="198297" y="0"/>
                  </a:lnTo>
                  <a:lnTo>
                    <a:pt x="3596271" y="0"/>
                  </a:lnTo>
                  <a:lnTo>
                    <a:pt x="3397973" y="198297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804" y="2422638"/>
              <a:ext cx="3596640" cy="2096770"/>
            </a:xfrm>
            <a:custGeom>
              <a:avLst/>
              <a:gdLst/>
              <a:ahLst/>
              <a:cxnLst/>
              <a:rect l="l" t="t" r="r" b="b"/>
              <a:pathLst>
                <a:path w="3596640" h="2096770">
                  <a:moveTo>
                    <a:pt x="0" y="198297"/>
                  </a:moveTo>
                  <a:lnTo>
                    <a:pt x="198297" y="0"/>
                  </a:lnTo>
                  <a:lnTo>
                    <a:pt x="3596271" y="0"/>
                  </a:lnTo>
                  <a:lnTo>
                    <a:pt x="3596271" y="1897866"/>
                  </a:lnTo>
                  <a:lnTo>
                    <a:pt x="3397973" y="2096163"/>
                  </a:lnTo>
                  <a:lnTo>
                    <a:pt x="0" y="2096163"/>
                  </a:lnTo>
                  <a:lnTo>
                    <a:pt x="0" y="198297"/>
                  </a:lnTo>
                  <a:close/>
                </a:path>
                <a:path w="3596640" h="2096770">
                  <a:moveTo>
                    <a:pt x="0" y="198297"/>
                  </a:moveTo>
                  <a:lnTo>
                    <a:pt x="3397973" y="198297"/>
                  </a:lnTo>
                  <a:lnTo>
                    <a:pt x="3596271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12477" y="2049092"/>
              <a:ext cx="270510" cy="876300"/>
            </a:xfrm>
            <a:custGeom>
              <a:avLst/>
              <a:gdLst/>
              <a:ahLst/>
              <a:cxnLst/>
              <a:rect l="l" t="t" r="r" b="b"/>
              <a:pathLst>
                <a:path w="270509" h="876300">
                  <a:moveTo>
                    <a:pt x="270443" y="875976"/>
                  </a:moveTo>
                  <a:lnTo>
                    <a:pt x="269089" y="808441"/>
                  </a:lnTo>
                  <a:lnTo>
                    <a:pt x="265169" y="745889"/>
                  </a:lnTo>
                  <a:lnTo>
                    <a:pt x="258896" y="687903"/>
                  </a:lnTo>
                  <a:lnTo>
                    <a:pt x="250485" y="634070"/>
                  </a:lnTo>
                  <a:lnTo>
                    <a:pt x="240150" y="583973"/>
                  </a:lnTo>
                  <a:lnTo>
                    <a:pt x="228104" y="537197"/>
                  </a:lnTo>
                  <a:lnTo>
                    <a:pt x="214560" y="493327"/>
                  </a:lnTo>
                  <a:lnTo>
                    <a:pt x="199734" y="451949"/>
                  </a:lnTo>
                  <a:lnTo>
                    <a:pt x="183839" y="412646"/>
                  </a:lnTo>
                  <a:lnTo>
                    <a:pt x="167089" y="375003"/>
                  </a:lnTo>
                  <a:lnTo>
                    <a:pt x="149697" y="338607"/>
                  </a:lnTo>
                  <a:lnTo>
                    <a:pt x="131877" y="303040"/>
                  </a:lnTo>
                  <a:lnTo>
                    <a:pt x="113843" y="267888"/>
                  </a:lnTo>
                  <a:lnTo>
                    <a:pt x="90432" y="222128"/>
                  </a:lnTo>
                  <a:lnTo>
                    <a:pt x="67490" y="175456"/>
                  </a:lnTo>
                  <a:lnTo>
                    <a:pt x="45487" y="126959"/>
                  </a:lnTo>
                  <a:lnTo>
                    <a:pt x="24894" y="75726"/>
                  </a:lnTo>
                  <a:lnTo>
                    <a:pt x="6181" y="20843"/>
                  </a:lnTo>
                  <a:lnTo>
                    <a:pt x="792" y="2800"/>
                  </a:lnTo>
                  <a:lnTo>
                    <a:pt x="0" y="0"/>
                  </a:lnTo>
                </a:path>
              </a:pathLst>
            </a:custGeom>
            <a:ln w="5714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18817" y="1791764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0" y="269098"/>
                  </a:moveTo>
                  <a:lnTo>
                    <a:pt x="61321" y="0"/>
                  </a:lnTo>
                  <a:lnTo>
                    <a:pt x="187319" y="245557"/>
                  </a:lnTo>
                  <a:lnTo>
                    <a:pt x="0" y="269098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18817" y="1791764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187319" y="245557"/>
                  </a:moveTo>
                  <a:lnTo>
                    <a:pt x="61321" y="0"/>
                  </a:lnTo>
                  <a:lnTo>
                    <a:pt x="0" y="269098"/>
                  </a:lnTo>
                  <a:lnTo>
                    <a:pt x="187319" y="245557"/>
                  </a:lnTo>
                  <a:close/>
                </a:path>
              </a:pathLst>
            </a:custGeom>
            <a:ln w="5714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41412" y="2139688"/>
              <a:ext cx="179705" cy="276225"/>
            </a:xfrm>
            <a:custGeom>
              <a:avLst/>
              <a:gdLst/>
              <a:ahLst/>
              <a:cxnLst/>
              <a:rect l="l" t="t" r="r" b="b"/>
              <a:pathLst>
                <a:path w="179705" h="276225">
                  <a:moveTo>
                    <a:pt x="179449" y="275845"/>
                  </a:moveTo>
                  <a:lnTo>
                    <a:pt x="0" y="217186"/>
                  </a:lnTo>
                  <a:lnTo>
                    <a:pt x="170306" y="0"/>
                  </a:lnTo>
                  <a:lnTo>
                    <a:pt x="179449" y="275845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41412" y="2139688"/>
              <a:ext cx="179705" cy="276225"/>
            </a:xfrm>
            <a:custGeom>
              <a:avLst/>
              <a:gdLst/>
              <a:ahLst/>
              <a:cxnLst/>
              <a:rect l="l" t="t" r="r" b="b"/>
              <a:pathLst>
                <a:path w="179705" h="276225">
                  <a:moveTo>
                    <a:pt x="179449" y="275845"/>
                  </a:moveTo>
                  <a:lnTo>
                    <a:pt x="170306" y="0"/>
                  </a:lnTo>
                  <a:lnTo>
                    <a:pt x="0" y="217186"/>
                  </a:lnTo>
                  <a:lnTo>
                    <a:pt x="179449" y="275845"/>
                  </a:lnTo>
                  <a:close/>
                </a:path>
              </a:pathLst>
            </a:custGeom>
            <a:ln w="5714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535800" y="3245941"/>
            <a:ext cx="3329304" cy="1273175"/>
          </a:xfrm>
          <a:custGeom>
            <a:avLst/>
            <a:gdLst/>
            <a:ahLst/>
            <a:cxnLst/>
            <a:rect l="l" t="t" r="r" b="b"/>
            <a:pathLst>
              <a:path w="3329304" h="1273175">
                <a:moveTo>
                  <a:pt x="3328886" y="0"/>
                </a:moveTo>
                <a:lnTo>
                  <a:pt x="3328886" y="0"/>
                </a:lnTo>
                <a:lnTo>
                  <a:pt x="0" y="0"/>
                </a:lnTo>
                <a:lnTo>
                  <a:pt x="0" y="318084"/>
                </a:lnTo>
                <a:lnTo>
                  <a:pt x="0" y="1272832"/>
                </a:lnTo>
                <a:lnTo>
                  <a:pt x="414870" y="1272832"/>
                </a:lnTo>
                <a:lnTo>
                  <a:pt x="3328886" y="1272832"/>
                </a:lnTo>
                <a:lnTo>
                  <a:pt x="3328886" y="954747"/>
                </a:lnTo>
                <a:lnTo>
                  <a:pt x="3328886" y="318084"/>
                </a:lnTo>
                <a:lnTo>
                  <a:pt x="332888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34207" y="939463"/>
            <a:ext cx="1871345" cy="769620"/>
          </a:xfrm>
          <a:prstGeom prst="rect">
            <a:avLst/>
          </a:prstGeom>
          <a:ln w="9524">
            <a:solidFill>
              <a:srgbClr val="4F81BD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370840" indent="-243840">
              <a:lnSpc>
                <a:spcPct val="100000"/>
              </a:lnSpc>
              <a:spcBef>
                <a:spcPts val="210"/>
              </a:spcBef>
              <a:buChar char="•"/>
              <a:tabLst>
                <a:tab pos="370840" algn="l"/>
              </a:tabLst>
            </a:pPr>
            <a:r>
              <a:rPr sz="2200" spc="-10" dirty="0">
                <a:latin typeface="Arial MT"/>
                <a:cs typeface="Arial MT"/>
              </a:rPr>
              <a:t>Score</a:t>
            </a:r>
            <a:endParaRPr sz="2200">
              <a:latin typeface="Arial MT"/>
              <a:cs typeface="Arial MT"/>
            </a:endParaRPr>
          </a:p>
          <a:p>
            <a:pPr marL="370840" indent="-243840">
              <a:lnSpc>
                <a:spcPct val="100000"/>
              </a:lnSpc>
              <a:buChar char="•"/>
              <a:tabLst>
                <a:tab pos="370840" algn="l"/>
              </a:tabLst>
            </a:pPr>
            <a:r>
              <a:rPr sz="2200" spc="-20" dirty="0">
                <a:latin typeface="Arial MT"/>
                <a:cs typeface="Arial MT"/>
              </a:rPr>
              <a:t>Bbox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01982" y="1290709"/>
            <a:ext cx="1871345" cy="769620"/>
          </a:xfrm>
          <a:prstGeom prst="rect">
            <a:avLst/>
          </a:prstGeom>
          <a:ln w="9524">
            <a:solidFill>
              <a:srgbClr val="C0504D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370840" indent="-243840">
              <a:lnSpc>
                <a:spcPct val="100000"/>
              </a:lnSpc>
              <a:spcBef>
                <a:spcPts val="210"/>
              </a:spcBef>
              <a:buChar char="•"/>
              <a:tabLst>
                <a:tab pos="370840" algn="l"/>
              </a:tabLst>
            </a:pPr>
            <a:r>
              <a:rPr sz="2200" spc="-10" dirty="0">
                <a:latin typeface="Arial MT"/>
                <a:cs typeface="Arial MT"/>
              </a:rPr>
              <a:t>Score</a:t>
            </a:r>
            <a:endParaRPr sz="2200">
              <a:latin typeface="Arial MT"/>
              <a:cs typeface="Arial MT"/>
            </a:endParaRPr>
          </a:p>
          <a:p>
            <a:pPr marL="370840" indent="-243840">
              <a:lnSpc>
                <a:spcPct val="100000"/>
              </a:lnSpc>
              <a:buChar char="•"/>
              <a:tabLst>
                <a:tab pos="370840" algn="l"/>
              </a:tabLst>
            </a:pPr>
            <a:r>
              <a:rPr sz="2200" spc="-20" dirty="0">
                <a:latin typeface="Arial MT"/>
                <a:cs typeface="Arial MT"/>
              </a:rPr>
              <a:t>Bbox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817678" y="2386204"/>
            <a:ext cx="313690" cy="563245"/>
          </a:xfrm>
          <a:custGeom>
            <a:avLst/>
            <a:gdLst/>
            <a:ahLst/>
            <a:cxnLst/>
            <a:rect l="l" t="t" r="r" b="b"/>
            <a:pathLst>
              <a:path w="313689" h="563244">
                <a:moveTo>
                  <a:pt x="0" y="562671"/>
                </a:moveTo>
                <a:lnTo>
                  <a:pt x="3044" y="499238"/>
                </a:lnTo>
                <a:lnTo>
                  <a:pt x="11759" y="441803"/>
                </a:lnTo>
                <a:lnTo>
                  <a:pt x="25514" y="389700"/>
                </a:lnTo>
                <a:lnTo>
                  <a:pt x="43679" y="342263"/>
                </a:lnTo>
                <a:lnTo>
                  <a:pt x="65624" y="298825"/>
                </a:lnTo>
                <a:lnTo>
                  <a:pt x="90719" y="258720"/>
                </a:lnTo>
                <a:lnTo>
                  <a:pt x="118334" y="221283"/>
                </a:lnTo>
                <a:lnTo>
                  <a:pt x="147839" y="185846"/>
                </a:lnTo>
                <a:lnTo>
                  <a:pt x="178604" y="151743"/>
                </a:lnTo>
                <a:lnTo>
                  <a:pt x="209999" y="118309"/>
                </a:lnTo>
                <a:lnTo>
                  <a:pt x="229661" y="97455"/>
                </a:lnTo>
                <a:lnTo>
                  <a:pt x="249169" y="76440"/>
                </a:lnTo>
                <a:lnTo>
                  <a:pt x="287109" y="33272"/>
                </a:lnTo>
                <a:lnTo>
                  <a:pt x="309649" y="5054"/>
                </a:lnTo>
                <a:lnTo>
                  <a:pt x="313459" y="0"/>
                </a:lnTo>
              </a:path>
            </a:pathLst>
          </a:custGeom>
          <a:ln w="57149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73261" y="689037"/>
            <a:ext cx="13652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YOLO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7825" y="6509473"/>
            <a:ext cx="4328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J.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Redmon,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Farhadi, </a:t>
            </a:r>
            <a:r>
              <a:rPr sz="1200" i="1" spc="-10" dirty="0">
                <a:latin typeface="Arial"/>
                <a:cs typeface="Arial"/>
              </a:rPr>
              <a:t>YOLOv3:</a:t>
            </a:r>
            <a:r>
              <a:rPr sz="1200" i="1" spc="-6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Incremental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Improvement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100"/>
              </a:spcBef>
              <a:buChar char="•"/>
              <a:tabLst>
                <a:tab pos="415925" algn="l"/>
              </a:tabLst>
            </a:pPr>
            <a:r>
              <a:rPr dirty="0"/>
              <a:t>No</a:t>
            </a:r>
            <a:r>
              <a:rPr spc="-50" dirty="0"/>
              <a:t> </a:t>
            </a:r>
            <a:r>
              <a:rPr spc="-10" dirty="0"/>
              <a:t>proposals</a:t>
            </a:r>
          </a:p>
          <a:p>
            <a:pPr marL="416559" marR="200025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dirty="0"/>
              <a:t>Predict</a:t>
            </a:r>
            <a:r>
              <a:rPr spc="-80" dirty="0"/>
              <a:t> </a:t>
            </a:r>
            <a:r>
              <a:rPr dirty="0"/>
              <a:t>at</a:t>
            </a:r>
            <a:r>
              <a:rPr spc="-80" dirty="0"/>
              <a:t> </a:t>
            </a:r>
            <a:r>
              <a:rPr dirty="0"/>
              <a:t>each</a:t>
            </a:r>
            <a:r>
              <a:rPr spc="-75" dirty="0"/>
              <a:t> </a:t>
            </a:r>
            <a:r>
              <a:rPr dirty="0"/>
              <a:t>location</a:t>
            </a:r>
            <a:r>
              <a:rPr spc="-80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7x7</a:t>
            </a:r>
            <a:r>
              <a:rPr spc="-80" dirty="0"/>
              <a:t> </a:t>
            </a:r>
            <a:r>
              <a:rPr spc="-10" dirty="0"/>
              <a:t>feature </a:t>
            </a:r>
            <a:r>
              <a:rPr dirty="0"/>
              <a:t>map,</a:t>
            </a:r>
            <a:r>
              <a:rPr spc="-60" dirty="0"/>
              <a:t> </a:t>
            </a:r>
            <a:r>
              <a:rPr dirty="0"/>
              <a:t>score</a:t>
            </a:r>
            <a:r>
              <a:rPr spc="-6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each</a:t>
            </a:r>
            <a:r>
              <a:rPr spc="-60" dirty="0"/>
              <a:t> </a:t>
            </a:r>
            <a:r>
              <a:rPr dirty="0"/>
              <a:t>class</a:t>
            </a:r>
            <a:r>
              <a:rPr spc="-55" dirty="0"/>
              <a:t> </a:t>
            </a:r>
            <a:r>
              <a:rPr dirty="0"/>
              <a:t>+</a:t>
            </a:r>
            <a:r>
              <a:rPr spc="-65" dirty="0"/>
              <a:t> </a:t>
            </a:r>
            <a:r>
              <a:rPr dirty="0"/>
              <a:t>2</a:t>
            </a:r>
            <a:r>
              <a:rPr spc="-60" dirty="0"/>
              <a:t> </a:t>
            </a:r>
            <a:r>
              <a:rPr spc="-10" dirty="0"/>
              <a:t>bboxes</a:t>
            </a:r>
          </a:p>
          <a:p>
            <a:pPr marL="416559" marR="508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dirty="0"/>
              <a:t>7x</a:t>
            </a:r>
            <a:r>
              <a:rPr spc="-65" dirty="0"/>
              <a:t> </a:t>
            </a:r>
            <a:r>
              <a:rPr dirty="0"/>
              <a:t>faster</a:t>
            </a:r>
            <a:r>
              <a:rPr spc="-60" dirty="0"/>
              <a:t> </a:t>
            </a:r>
            <a:r>
              <a:rPr dirty="0"/>
              <a:t>than</a:t>
            </a:r>
            <a:r>
              <a:rPr spc="-60" dirty="0"/>
              <a:t> </a:t>
            </a:r>
            <a:r>
              <a:rPr spc="-25" dirty="0"/>
              <a:t>Faster-</a:t>
            </a:r>
            <a:r>
              <a:rPr dirty="0"/>
              <a:t>RCNN,</a:t>
            </a:r>
            <a:r>
              <a:rPr spc="-60" dirty="0"/>
              <a:t> </a:t>
            </a:r>
            <a:r>
              <a:rPr dirty="0"/>
              <a:t>but</a:t>
            </a:r>
            <a:r>
              <a:rPr spc="-60" dirty="0"/>
              <a:t> </a:t>
            </a:r>
            <a:r>
              <a:rPr spc="-10" dirty="0"/>
              <a:t>worse </a:t>
            </a:r>
            <a:r>
              <a:rPr spc="-20" dirty="0"/>
              <a:t>accuracy,</a:t>
            </a:r>
            <a:r>
              <a:rPr spc="-135" dirty="0"/>
              <a:t> </a:t>
            </a:r>
            <a:r>
              <a:rPr spc="-10" dirty="0"/>
              <a:t>precision</a:t>
            </a:r>
          </a:p>
          <a:p>
            <a:pPr marL="415925" indent="-403225">
              <a:lnSpc>
                <a:spcPct val="100000"/>
              </a:lnSpc>
              <a:buChar char="•"/>
              <a:tabLst>
                <a:tab pos="415925" algn="l"/>
              </a:tabLst>
            </a:pPr>
            <a:r>
              <a:rPr dirty="0"/>
              <a:t>Immensely</a:t>
            </a:r>
            <a:r>
              <a:rPr spc="-95" dirty="0"/>
              <a:t> </a:t>
            </a:r>
            <a:r>
              <a:rPr dirty="0"/>
              <a:t>popular</a:t>
            </a:r>
            <a:r>
              <a:rPr spc="-90" dirty="0"/>
              <a:t> </a:t>
            </a:r>
            <a:r>
              <a:rPr dirty="0"/>
              <a:t>in</a:t>
            </a:r>
            <a:r>
              <a:rPr spc="-90" dirty="0"/>
              <a:t> </a:t>
            </a:r>
            <a:r>
              <a:rPr spc="-10" dirty="0"/>
              <a:t>robotics</a:t>
            </a:r>
          </a:p>
          <a:p>
            <a:pPr marL="416559" marR="51689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dirty="0"/>
              <a:t>Loads</a:t>
            </a:r>
            <a:r>
              <a:rPr spc="-8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similar</a:t>
            </a:r>
            <a:r>
              <a:rPr spc="-80" dirty="0"/>
              <a:t> </a:t>
            </a:r>
            <a:r>
              <a:rPr dirty="0"/>
              <a:t>methods</a:t>
            </a:r>
            <a:r>
              <a:rPr spc="-75" dirty="0"/>
              <a:t> </a:t>
            </a:r>
            <a:r>
              <a:rPr spc="-10" dirty="0"/>
              <a:t>(YOLOv2, YOLOv3)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10246" y="4882703"/>
            <a:ext cx="3942079" cy="1476375"/>
            <a:chOff x="310246" y="4882703"/>
            <a:chExt cx="3942079" cy="14763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96" y="5377335"/>
              <a:ext cx="3928799" cy="9749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6596" y="5377335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99"/>
                  </a:moveTo>
                  <a:lnTo>
                    <a:pt x="901182" y="0"/>
                  </a:lnTo>
                  <a:lnTo>
                    <a:pt x="3928799" y="0"/>
                  </a:lnTo>
                  <a:lnTo>
                    <a:pt x="3027617" y="974999"/>
                  </a:lnTo>
                  <a:lnTo>
                    <a:pt x="0" y="974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32" y="5183578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74" y="883574"/>
                  </a:moveTo>
                  <a:lnTo>
                    <a:pt x="0" y="883574"/>
                  </a:lnTo>
                  <a:lnTo>
                    <a:pt x="0" y="0"/>
                  </a:lnTo>
                  <a:lnTo>
                    <a:pt x="1991774" y="0"/>
                  </a:lnTo>
                  <a:lnTo>
                    <a:pt x="1991774" y="88357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0307" y="4889053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099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94524" y="883574"/>
                  </a:lnTo>
                  <a:lnTo>
                    <a:pt x="0" y="1178099"/>
                  </a:lnTo>
                  <a:close/>
                </a:path>
              </a:pathLst>
            </a:custGeom>
            <a:solidFill>
              <a:srgbClr val="CBCBCB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98532" y="4889053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74" y="294524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286299" y="0"/>
                  </a:lnTo>
                  <a:lnTo>
                    <a:pt x="1991774" y="294524"/>
                  </a:lnTo>
                  <a:close/>
                </a:path>
              </a:pathLst>
            </a:custGeom>
            <a:solidFill>
              <a:srgbClr val="FFFFFF">
                <a:alpha val="9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98532" y="4889053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24"/>
                  </a:moveTo>
                  <a:lnTo>
                    <a:pt x="294524" y="0"/>
                  </a:lnTo>
                  <a:lnTo>
                    <a:pt x="2286299" y="0"/>
                  </a:lnTo>
                  <a:lnTo>
                    <a:pt x="2286299" y="883574"/>
                  </a:lnTo>
                  <a:lnTo>
                    <a:pt x="1991774" y="1178099"/>
                  </a:lnTo>
                  <a:lnTo>
                    <a:pt x="0" y="1178099"/>
                  </a:lnTo>
                  <a:lnTo>
                    <a:pt x="0" y="294524"/>
                  </a:lnTo>
                  <a:close/>
                </a:path>
                <a:path w="2286635" h="1178560">
                  <a:moveTo>
                    <a:pt x="0" y="294524"/>
                  </a:moveTo>
                  <a:lnTo>
                    <a:pt x="1991774" y="294524"/>
                  </a:lnTo>
                  <a:lnTo>
                    <a:pt x="2286299" y="0"/>
                  </a:lnTo>
                </a:path>
                <a:path w="2286635" h="1178560">
                  <a:moveTo>
                    <a:pt x="1991774" y="294524"/>
                  </a:moveTo>
                  <a:lnTo>
                    <a:pt x="1991774" y="11780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86528" y="5482617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05361" y="4574463"/>
            <a:ext cx="316865" cy="445770"/>
            <a:chOff x="2305361" y="4574463"/>
            <a:chExt cx="316865" cy="445770"/>
          </a:xfrm>
        </p:grpSpPr>
        <p:sp>
          <p:nvSpPr>
            <p:cNvPr id="15" name="object 15"/>
            <p:cNvSpPr/>
            <p:nvPr/>
          </p:nvSpPr>
          <p:spPr>
            <a:xfrm>
              <a:off x="2333936" y="4697435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322799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29454" y="2603405"/>
          <a:ext cx="3396612" cy="1906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2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529454" y="1763189"/>
            <a:ext cx="3609340" cy="2762250"/>
            <a:chOff x="529454" y="1763189"/>
            <a:chExt cx="3609340" cy="2762250"/>
          </a:xfrm>
        </p:grpSpPr>
        <p:sp>
          <p:nvSpPr>
            <p:cNvPr id="20" name="object 20"/>
            <p:cNvSpPr/>
            <p:nvPr/>
          </p:nvSpPr>
          <p:spPr>
            <a:xfrm>
              <a:off x="3933778" y="2422638"/>
              <a:ext cx="198755" cy="2096770"/>
            </a:xfrm>
            <a:custGeom>
              <a:avLst/>
              <a:gdLst/>
              <a:ahLst/>
              <a:cxnLst/>
              <a:rect l="l" t="t" r="r" b="b"/>
              <a:pathLst>
                <a:path w="198754" h="2096770">
                  <a:moveTo>
                    <a:pt x="0" y="2096163"/>
                  </a:moveTo>
                  <a:lnTo>
                    <a:pt x="0" y="198297"/>
                  </a:lnTo>
                  <a:lnTo>
                    <a:pt x="198297" y="0"/>
                  </a:lnTo>
                  <a:lnTo>
                    <a:pt x="198297" y="1897866"/>
                  </a:lnTo>
                  <a:lnTo>
                    <a:pt x="0" y="2096163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804" y="2422638"/>
              <a:ext cx="3596640" cy="198755"/>
            </a:xfrm>
            <a:custGeom>
              <a:avLst/>
              <a:gdLst/>
              <a:ahLst/>
              <a:cxnLst/>
              <a:rect l="l" t="t" r="r" b="b"/>
              <a:pathLst>
                <a:path w="3596640" h="198755">
                  <a:moveTo>
                    <a:pt x="3397973" y="198297"/>
                  </a:moveTo>
                  <a:lnTo>
                    <a:pt x="0" y="198297"/>
                  </a:lnTo>
                  <a:lnTo>
                    <a:pt x="198297" y="0"/>
                  </a:lnTo>
                  <a:lnTo>
                    <a:pt x="3596271" y="0"/>
                  </a:lnTo>
                  <a:lnTo>
                    <a:pt x="3397973" y="198297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804" y="2422638"/>
              <a:ext cx="3596640" cy="2096770"/>
            </a:xfrm>
            <a:custGeom>
              <a:avLst/>
              <a:gdLst/>
              <a:ahLst/>
              <a:cxnLst/>
              <a:rect l="l" t="t" r="r" b="b"/>
              <a:pathLst>
                <a:path w="3596640" h="2096770">
                  <a:moveTo>
                    <a:pt x="0" y="198297"/>
                  </a:moveTo>
                  <a:lnTo>
                    <a:pt x="198297" y="0"/>
                  </a:lnTo>
                  <a:lnTo>
                    <a:pt x="3596271" y="0"/>
                  </a:lnTo>
                  <a:lnTo>
                    <a:pt x="3596271" y="1897866"/>
                  </a:lnTo>
                  <a:lnTo>
                    <a:pt x="3397973" y="2096163"/>
                  </a:lnTo>
                  <a:lnTo>
                    <a:pt x="0" y="2096163"/>
                  </a:lnTo>
                  <a:lnTo>
                    <a:pt x="0" y="198297"/>
                  </a:lnTo>
                  <a:close/>
                </a:path>
                <a:path w="3596640" h="2096770">
                  <a:moveTo>
                    <a:pt x="0" y="198297"/>
                  </a:moveTo>
                  <a:lnTo>
                    <a:pt x="3397973" y="198297"/>
                  </a:lnTo>
                  <a:lnTo>
                    <a:pt x="3596271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12477" y="2049092"/>
              <a:ext cx="270510" cy="876300"/>
            </a:xfrm>
            <a:custGeom>
              <a:avLst/>
              <a:gdLst/>
              <a:ahLst/>
              <a:cxnLst/>
              <a:rect l="l" t="t" r="r" b="b"/>
              <a:pathLst>
                <a:path w="270509" h="876300">
                  <a:moveTo>
                    <a:pt x="270443" y="875976"/>
                  </a:moveTo>
                  <a:lnTo>
                    <a:pt x="269089" y="808441"/>
                  </a:lnTo>
                  <a:lnTo>
                    <a:pt x="265169" y="745889"/>
                  </a:lnTo>
                  <a:lnTo>
                    <a:pt x="258896" y="687903"/>
                  </a:lnTo>
                  <a:lnTo>
                    <a:pt x="250485" y="634070"/>
                  </a:lnTo>
                  <a:lnTo>
                    <a:pt x="240150" y="583973"/>
                  </a:lnTo>
                  <a:lnTo>
                    <a:pt x="228104" y="537197"/>
                  </a:lnTo>
                  <a:lnTo>
                    <a:pt x="214560" y="493327"/>
                  </a:lnTo>
                  <a:lnTo>
                    <a:pt x="199734" y="451949"/>
                  </a:lnTo>
                  <a:lnTo>
                    <a:pt x="183839" y="412646"/>
                  </a:lnTo>
                  <a:lnTo>
                    <a:pt x="167089" y="375003"/>
                  </a:lnTo>
                  <a:lnTo>
                    <a:pt x="149697" y="338607"/>
                  </a:lnTo>
                  <a:lnTo>
                    <a:pt x="131877" y="303040"/>
                  </a:lnTo>
                  <a:lnTo>
                    <a:pt x="113843" y="267888"/>
                  </a:lnTo>
                  <a:lnTo>
                    <a:pt x="90432" y="222128"/>
                  </a:lnTo>
                  <a:lnTo>
                    <a:pt x="67490" y="175456"/>
                  </a:lnTo>
                  <a:lnTo>
                    <a:pt x="45487" y="126959"/>
                  </a:lnTo>
                  <a:lnTo>
                    <a:pt x="24894" y="75726"/>
                  </a:lnTo>
                  <a:lnTo>
                    <a:pt x="6181" y="20843"/>
                  </a:lnTo>
                  <a:lnTo>
                    <a:pt x="792" y="2800"/>
                  </a:lnTo>
                  <a:lnTo>
                    <a:pt x="0" y="0"/>
                  </a:lnTo>
                </a:path>
              </a:pathLst>
            </a:custGeom>
            <a:ln w="5714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18817" y="1791764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0" y="269098"/>
                  </a:moveTo>
                  <a:lnTo>
                    <a:pt x="61321" y="0"/>
                  </a:lnTo>
                  <a:lnTo>
                    <a:pt x="187319" y="245557"/>
                  </a:lnTo>
                  <a:lnTo>
                    <a:pt x="0" y="269098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18817" y="1791764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187319" y="245557"/>
                  </a:moveTo>
                  <a:lnTo>
                    <a:pt x="61321" y="0"/>
                  </a:lnTo>
                  <a:lnTo>
                    <a:pt x="0" y="269098"/>
                  </a:lnTo>
                  <a:lnTo>
                    <a:pt x="187319" y="245557"/>
                  </a:lnTo>
                  <a:close/>
                </a:path>
              </a:pathLst>
            </a:custGeom>
            <a:ln w="5714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41412" y="2139688"/>
              <a:ext cx="179705" cy="276225"/>
            </a:xfrm>
            <a:custGeom>
              <a:avLst/>
              <a:gdLst/>
              <a:ahLst/>
              <a:cxnLst/>
              <a:rect l="l" t="t" r="r" b="b"/>
              <a:pathLst>
                <a:path w="179705" h="276225">
                  <a:moveTo>
                    <a:pt x="179449" y="275845"/>
                  </a:moveTo>
                  <a:lnTo>
                    <a:pt x="0" y="217186"/>
                  </a:lnTo>
                  <a:lnTo>
                    <a:pt x="170306" y="0"/>
                  </a:lnTo>
                  <a:lnTo>
                    <a:pt x="179449" y="275845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41412" y="2139688"/>
              <a:ext cx="179705" cy="276225"/>
            </a:xfrm>
            <a:custGeom>
              <a:avLst/>
              <a:gdLst/>
              <a:ahLst/>
              <a:cxnLst/>
              <a:rect l="l" t="t" r="r" b="b"/>
              <a:pathLst>
                <a:path w="179705" h="276225">
                  <a:moveTo>
                    <a:pt x="179449" y="275845"/>
                  </a:moveTo>
                  <a:lnTo>
                    <a:pt x="170306" y="0"/>
                  </a:lnTo>
                  <a:lnTo>
                    <a:pt x="0" y="217186"/>
                  </a:lnTo>
                  <a:lnTo>
                    <a:pt x="179449" y="275845"/>
                  </a:lnTo>
                  <a:close/>
                </a:path>
              </a:pathLst>
            </a:custGeom>
            <a:ln w="5714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535800" y="3245941"/>
            <a:ext cx="3329304" cy="1273175"/>
          </a:xfrm>
          <a:custGeom>
            <a:avLst/>
            <a:gdLst/>
            <a:ahLst/>
            <a:cxnLst/>
            <a:rect l="l" t="t" r="r" b="b"/>
            <a:pathLst>
              <a:path w="3329304" h="1273175">
                <a:moveTo>
                  <a:pt x="3328886" y="0"/>
                </a:moveTo>
                <a:lnTo>
                  <a:pt x="3328886" y="0"/>
                </a:lnTo>
                <a:lnTo>
                  <a:pt x="0" y="0"/>
                </a:lnTo>
                <a:lnTo>
                  <a:pt x="0" y="318084"/>
                </a:lnTo>
                <a:lnTo>
                  <a:pt x="0" y="1272832"/>
                </a:lnTo>
                <a:lnTo>
                  <a:pt x="414870" y="1272832"/>
                </a:lnTo>
                <a:lnTo>
                  <a:pt x="3328886" y="1272832"/>
                </a:lnTo>
                <a:lnTo>
                  <a:pt x="3328886" y="954747"/>
                </a:lnTo>
                <a:lnTo>
                  <a:pt x="3328886" y="318084"/>
                </a:lnTo>
                <a:lnTo>
                  <a:pt x="332888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34207" y="939463"/>
            <a:ext cx="1871345" cy="769620"/>
          </a:xfrm>
          <a:prstGeom prst="rect">
            <a:avLst/>
          </a:prstGeom>
          <a:ln w="9524">
            <a:solidFill>
              <a:srgbClr val="4F81BD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370840" indent="-243840">
              <a:lnSpc>
                <a:spcPct val="100000"/>
              </a:lnSpc>
              <a:spcBef>
                <a:spcPts val="210"/>
              </a:spcBef>
              <a:buChar char="•"/>
              <a:tabLst>
                <a:tab pos="370840" algn="l"/>
              </a:tabLst>
            </a:pPr>
            <a:r>
              <a:rPr sz="2200" spc="-10" dirty="0">
                <a:latin typeface="Arial MT"/>
                <a:cs typeface="Arial MT"/>
              </a:rPr>
              <a:t>Score</a:t>
            </a:r>
            <a:endParaRPr sz="2200">
              <a:latin typeface="Arial MT"/>
              <a:cs typeface="Arial MT"/>
            </a:endParaRPr>
          </a:p>
          <a:p>
            <a:pPr marL="370840" indent="-243840">
              <a:lnSpc>
                <a:spcPct val="100000"/>
              </a:lnSpc>
              <a:buChar char="•"/>
              <a:tabLst>
                <a:tab pos="370840" algn="l"/>
              </a:tabLst>
            </a:pPr>
            <a:r>
              <a:rPr sz="2200" spc="-20" dirty="0">
                <a:latin typeface="Arial MT"/>
                <a:cs typeface="Arial MT"/>
              </a:rPr>
              <a:t>Bbox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01982" y="1290709"/>
            <a:ext cx="1871345" cy="769620"/>
          </a:xfrm>
          <a:prstGeom prst="rect">
            <a:avLst/>
          </a:prstGeom>
          <a:ln w="9524">
            <a:solidFill>
              <a:srgbClr val="C0504D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370840" indent="-243840">
              <a:lnSpc>
                <a:spcPct val="100000"/>
              </a:lnSpc>
              <a:spcBef>
                <a:spcPts val="210"/>
              </a:spcBef>
              <a:buChar char="•"/>
              <a:tabLst>
                <a:tab pos="370840" algn="l"/>
              </a:tabLst>
            </a:pPr>
            <a:r>
              <a:rPr sz="2200" spc="-10" dirty="0">
                <a:latin typeface="Arial MT"/>
                <a:cs typeface="Arial MT"/>
              </a:rPr>
              <a:t>Score</a:t>
            </a:r>
            <a:endParaRPr sz="2200">
              <a:latin typeface="Arial MT"/>
              <a:cs typeface="Arial MT"/>
            </a:endParaRPr>
          </a:p>
          <a:p>
            <a:pPr marL="370840" indent="-243840">
              <a:lnSpc>
                <a:spcPct val="100000"/>
              </a:lnSpc>
              <a:buChar char="•"/>
              <a:tabLst>
                <a:tab pos="370840" algn="l"/>
              </a:tabLst>
            </a:pPr>
            <a:r>
              <a:rPr sz="2200" spc="-20" dirty="0">
                <a:latin typeface="Arial MT"/>
                <a:cs typeface="Arial MT"/>
              </a:rPr>
              <a:t>Bbox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817678" y="2386204"/>
            <a:ext cx="313690" cy="563245"/>
          </a:xfrm>
          <a:custGeom>
            <a:avLst/>
            <a:gdLst/>
            <a:ahLst/>
            <a:cxnLst/>
            <a:rect l="l" t="t" r="r" b="b"/>
            <a:pathLst>
              <a:path w="313689" h="563244">
                <a:moveTo>
                  <a:pt x="0" y="562671"/>
                </a:moveTo>
                <a:lnTo>
                  <a:pt x="3044" y="499238"/>
                </a:lnTo>
                <a:lnTo>
                  <a:pt x="11759" y="441803"/>
                </a:lnTo>
                <a:lnTo>
                  <a:pt x="25514" y="389700"/>
                </a:lnTo>
                <a:lnTo>
                  <a:pt x="43679" y="342263"/>
                </a:lnTo>
                <a:lnTo>
                  <a:pt x="65624" y="298825"/>
                </a:lnTo>
                <a:lnTo>
                  <a:pt x="90719" y="258720"/>
                </a:lnTo>
                <a:lnTo>
                  <a:pt x="118334" y="221283"/>
                </a:lnTo>
                <a:lnTo>
                  <a:pt x="147839" y="185846"/>
                </a:lnTo>
                <a:lnTo>
                  <a:pt x="178604" y="151743"/>
                </a:lnTo>
                <a:lnTo>
                  <a:pt x="209999" y="118309"/>
                </a:lnTo>
                <a:lnTo>
                  <a:pt x="229661" y="97455"/>
                </a:lnTo>
                <a:lnTo>
                  <a:pt x="249169" y="76440"/>
                </a:lnTo>
                <a:lnTo>
                  <a:pt x="287109" y="33272"/>
                </a:lnTo>
                <a:lnTo>
                  <a:pt x="309649" y="5054"/>
                </a:lnTo>
                <a:lnTo>
                  <a:pt x="313459" y="0"/>
                </a:lnTo>
              </a:path>
            </a:pathLst>
          </a:custGeom>
          <a:ln w="57149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088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YOLO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85859" y="6428665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46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108" y="2290905"/>
            <a:ext cx="7629524" cy="443864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4330" y="80162"/>
            <a:ext cx="88423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New</a:t>
            </a:r>
            <a:r>
              <a:rPr spc="-55" dirty="0"/>
              <a:t> </a:t>
            </a:r>
            <a:r>
              <a:rPr dirty="0"/>
              <a:t>detection</a:t>
            </a:r>
            <a:r>
              <a:rPr spc="-50" dirty="0"/>
              <a:t> </a:t>
            </a:r>
            <a:r>
              <a:rPr dirty="0"/>
              <a:t>benchmark:</a:t>
            </a:r>
            <a:r>
              <a:rPr spc="-55" dirty="0"/>
              <a:t> </a:t>
            </a:r>
            <a:r>
              <a:rPr dirty="0"/>
              <a:t>COCO</a:t>
            </a:r>
            <a:r>
              <a:rPr spc="-60" dirty="0"/>
              <a:t> </a:t>
            </a:r>
            <a:r>
              <a:rPr spc="-10" dirty="0"/>
              <a:t>(2014)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1147" y="967638"/>
            <a:ext cx="5909310" cy="13474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16559" marR="5080" indent="-404495">
              <a:lnSpc>
                <a:spcPts val="3020"/>
              </a:lnSpc>
              <a:spcBef>
                <a:spcPts val="480"/>
              </a:spcBef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80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categories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instead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PASCAL’s </a:t>
            </a:r>
            <a:r>
              <a:rPr sz="2800" spc="-25" dirty="0">
                <a:latin typeface="Arial MT"/>
                <a:cs typeface="Arial MT"/>
              </a:rPr>
              <a:t>20</a:t>
            </a:r>
            <a:endParaRPr sz="28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spcBef>
                <a:spcPts val="625"/>
              </a:spcBef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Current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best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mAP: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52%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846" y="6340856"/>
            <a:ext cx="2985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http://cocodataset.org/#home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7199" y="2544096"/>
            <a:ext cx="3657600" cy="36281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87733" y="1143000"/>
            <a:ext cx="2997199" cy="9198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6000" y="2667000"/>
            <a:ext cx="3958357" cy="35633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187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65" dirty="0"/>
              <a:t> </a:t>
            </a:r>
            <a:r>
              <a:rPr dirty="0"/>
              <a:t>Few</a:t>
            </a:r>
            <a:r>
              <a:rPr spc="-70" dirty="0"/>
              <a:t> </a:t>
            </a:r>
            <a:r>
              <a:rPr spc="-10" dirty="0"/>
              <a:t>Caveats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3947" y="1718335"/>
            <a:ext cx="10116185" cy="33489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60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Flickr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images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really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weird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process</a:t>
            </a:r>
            <a:endParaRPr sz="2800">
              <a:latin typeface="Arial MT"/>
              <a:cs typeface="Arial MT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Step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1: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takes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picture</a:t>
            </a:r>
            <a:endParaRPr sz="2800">
              <a:latin typeface="Arial MT"/>
              <a:cs typeface="Arial MT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Step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2: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decides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upload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it</a:t>
            </a:r>
            <a:endParaRPr sz="2800">
              <a:latin typeface="Arial MT"/>
              <a:cs typeface="Arial MT"/>
            </a:endParaRPr>
          </a:p>
          <a:p>
            <a:pPr marL="186690" marR="991235" indent="-174625">
              <a:lnSpc>
                <a:spcPts val="3020"/>
              </a:lnSpc>
              <a:spcBef>
                <a:spcPts val="1050"/>
              </a:spcBef>
              <a:buChar char="•"/>
              <a:tabLst>
                <a:tab pos="187960" algn="l"/>
              </a:tabLst>
            </a:pPr>
            <a:r>
              <a:rPr sz="2800" dirty="0">
                <a:latin typeface="Arial MT"/>
                <a:cs typeface="Arial MT"/>
              </a:rPr>
              <a:t>Step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3: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decides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write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something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like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“refrigerator” 	</a:t>
            </a:r>
            <a:r>
              <a:rPr sz="2800" dirty="0">
                <a:latin typeface="Arial MT"/>
                <a:cs typeface="Arial MT"/>
              </a:rPr>
              <a:t>somewhere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description</a:t>
            </a:r>
            <a:endParaRPr sz="2800">
              <a:latin typeface="Arial MT"/>
              <a:cs typeface="Arial MT"/>
            </a:endParaRPr>
          </a:p>
          <a:p>
            <a:pPr marL="186690" marR="5080" indent="-174625">
              <a:lnSpc>
                <a:spcPts val="3020"/>
              </a:lnSpc>
              <a:spcBef>
                <a:spcPts val="1005"/>
              </a:spcBef>
              <a:buChar char="•"/>
              <a:tabLst>
                <a:tab pos="187960" algn="l"/>
              </a:tabLst>
            </a:pPr>
            <a:r>
              <a:rPr sz="2800" dirty="0">
                <a:latin typeface="Arial MT"/>
                <a:cs typeface="Arial MT"/>
              </a:rPr>
              <a:t>Step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4: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vision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person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stumbles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while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searching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Flickr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for 	</a:t>
            </a:r>
            <a:r>
              <a:rPr sz="2800" dirty="0">
                <a:latin typeface="Arial MT"/>
                <a:cs typeface="Arial MT"/>
              </a:rPr>
              <a:t>refrigerators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dataset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7588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10564" y="91285"/>
            <a:ext cx="1242060" cy="113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5"/>
              </a:lnSpc>
            </a:pPr>
            <a:r>
              <a:rPr sz="800" spc="-10" dirty="0">
                <a:latin typeface="Arial MT"/>
                <a:cs typeface="Arial MT"/>
              </a:rPr>
              <a:t>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6673" y="77277"/>
            <a:ext cx="1505559" cy="22248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4935" y="77277"/>
            <a:ext cx="1848812" cy="22248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4748" y="77277"/>
            <a:ext cx="2972649" cy="22248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252" y="77277"/>
            <a:ext cx="1668631" cy="22248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252" y="4732851"/>
            <a:ext cx="2779813" cy="18503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252" y="2429673"/>
            <a:ext cx="2840324" cy="213024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26500" y="2429673"/>
            <a:ext cx="3184339" cy="415348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79082" y="4409283"/>
            <a:ext cx="2400566" cy="217387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068273" y="2440849"/>
            <a:ext cx="3519804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Who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takes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photos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of </a:t>
            </a:r>
            <a:r>
              <a:rPr sz="2800" b="1" dirty="0">
                <a:latin typeface="Arial"/>
                <a:cs typeface="Arial"/>
              </a:rPr>
              <a:t>open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refrigerators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800" b="1" spc="-10" dirty="0">
                <a:latin typeface="Arial"/>
                <a:cs typeface="Arial"/>
              </a:rPr>
              <a:t>?????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5520">
              <a:lnSpc>
                <a:spcPct val="100000"/>
              </a:lnSpc>
              <a:spcBef>
                <a:spcPts val="100"/>
              </a:spcBef>
            </a:pPr>
            <a:r>
              <a:rPr dirty="0"/>
              <a:t>Guess</a:t>
            </a:r>
            <a:r>
              <a:rPr spc="-20" dirty="0"/>
              <a:t> </a:t>
            </a:r>
            <a:r>
              <a:rPr dirty="0"/>
              <a:t>the</a:t>
            </a:r>
            <a:r>
              <a:rPr spc="-10" dirty="0"/>
              <a:t> category!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7234" y="5718761"/>
            <a:ext cx="23964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Arial MT"/>
                <a:cs typeface="Arial MT"/>
              </a:rPr>
              <a:t>(1)</a:t>
            </a:r>
            <a:r>
              <a:rPr sz="4000" spc="-55" dirty="0">
                <a:latin typeface="Arial MT"/>
                <a:cs typeface="Arial MT"/>
              </a:rPr>
              <a:t> </a:t>
            </a:r>
            <a:r>
              <a:rPr sz="4000" spc="-10" dirty="0">
                <a:latin typeface="Arial MT"/>
                <a:cs typeface="Arial MT"/>
              </a:rPr>
              <a:t>Person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9189" y="5718761"/>
            <a:ext cx="23006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Arial MT"/>
                <a:cs typeface="Arial MT"/>
              </a:rPr>
              <a:t>(2)</a:t>
            </a:r>
            <a:r>
              <a:rPr sz="4000" spc="-55" dirty="0">
                <a:latin typeface="Arial MT"/>
                <a:cs typeface="Arial MT"/>
              </a:rPr>
              <a:t> </a:t>
            </a:r>
            <a:r>
              <a:rPr sz="4000" spc="-10" dirty="0">
                <a:latin typeface="Arial MT"/>
                <a:cs typeface="Arial MT"/>
              </a:rPr>
              <a:t>Giraffe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31293" y="5718761"/>
            <a:ext cx="23958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Arial MT"/>
                <a:cs typeface="Arial MT"/>
              </a:rPr>
              <a:t>(3)</a:t>
            </a:r>
            <a:r>
              <a:rPr sz="4000" spc="-55" dirty="0">
                <a:latin typeface="Arial MT"/>
                <a:cs typeface="Arial MT"/>
              </a:rPr>
              <a:t> </a:t>
            </a:r>
            <a:r>
              <a:rPr sz="4000" spc="-10" dirty="0">
                <a:latin typeface="Arial MT"/>
                <a:cs typeface="Arial MT"/>
              </a:rPr>
              <a:t>Bicycle</a:t>
            </a:r>
            <a:endParaRPr sz="40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942" y="2484166"/>
            <a:ext cx="4271937" cy="29850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6280" y="2484166"/>
            <a:ext cx="7075503" cy="298503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0938" y="1399969"/>
            <a:ext cx="1056386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0860" marR="5080" indent="-305879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These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were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detected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&gt;90%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confidence,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corresponding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99% </a:t>
            </a:r>
            <a:r>
              <a:rPr sz="2800" dirty="0">
                <a:latin typeface="Arial MT"/>
                <a:cs typeface="Arial MT"/>
              </a:rPr>
              <a:t>precision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original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dataset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5732" y="507200"/>
            <a:ext cx="504063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Kitchens</a:t>
            </a:r>
            <a:r>
              <a:rPr spc="-95" dirty="0"/>
              <a:t> </a:t>
            </a:r>
            <a:r>
              <a:rPr dirty="0"/>
              <a:t>from</a:t>
            </a:r>
            <a:r>
              <a:rPr spc="-75" dirty="0"/>
              <a:t> </a:t>
            </a:r>
            <a:r>
              <a:rPr spc="-10" dirty="0"/>
              <a:t>Googling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760155" y="4300327"/>
            <a:ext cx="1794510" cy="1348105"/>
            <a:chOff x="2760155" y="4300327"/>
            <a:chExt cx="1794510" cy="1348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9680" y="4309852"/>
              <a:ext cx="1775389" cy="13289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64918" y="4305089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5" h="1338579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888789" y="4300327"/>
            <a:ext cx="2007870" cy="1348105"/>
            <a:chOff x="6888789" y="4300327"/>
            <a:chExt cx="2007870" cy="13481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8314" y="4309852"/>
              <a:ext cx="1988228" cy="13289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93552" y="4305089"/>
              <a:ext cx="1998345" cy="1338580"/>
            </a:xfrm>
            <a:custGeom>
              <a:avLst/>
              <a:gdLst/>
              <a:ahLst/>
              <a:cxnLst/>
              <a:rect l="l" t="t" r="r" b="b"/>
              <a:pathLst>
                <a:path w="1998345" h="1338579">
                  <a:moveTo>
                    <a:pt x="0" y="0"/>
                  </a:moveTo>
                  <a:lnTo>
                    <a:pt x="1997753" y="0"/>
                  </a:lnTo>
                  <a:lnTo>
                    <a:pt x="1997753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715457" y="4300327"/>
            <a:ext cx="2012950" cy="1348105"/>
            <a:chOff x="4715457" y="4300327"/>
            <a:chExt cx="2012950" cy="134810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4982" y="4309852"/>
              <a:ext cx="1993421" cy="132894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20220" y="4305089"/>
              <a:ext cx="2003425" cy="1338580"/>
            </a:xfrm>
            <a:custGeom>
              <a:avLst/>
              <a:gdLst/>
              <a:ahLst/>
              <a:cxnLst/>
              <a:rect l="l" t="t" r="r" b="b"/>
              <a:pathLst>
                <a:path w="2003425" h="1338579">
                  <a:moveTo>
                    <a:pt x="0" y="0"/>
                  </a:moveTo>
                  <a:lnTo>
                    <a:pt x="2002946" y="0"/>
                  </a:lnTo>
                  <a:lnTo>
                    <a:pt x="2002946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86822" y="4300327"/>
            <a:ext cx="2012950" cy="1348105"/>
            <a:chOff x="586822" y="4300327"/>
            <a:chExt cx="2012950" cy="134810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347" y="4309852"/>
              <a:ext cx="1993420" cy="132894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91585" y="4305089"/>
              <a:ext cx="2003425" cy="1338580"/>
            </a:xfrm>
            <a:custGeom>
              <a:avLst/>
              <a:gdLst/>
              <a:ahLst/>
              <a:cxnLst/>
              <a:rect l="l" t="t" r="r" b="b"/>
              <a:pathLst>
                <a:path w="2003425" h="1338579">
                  <a:moveTo>
                    <a:pt x="0" y="0"/>
                  </a:moveTo>
                  <a:lnTo>
                    <a:pt x="2002945" y="0"/>
                  </a:lnTo>
                  <a:lnTo>
                    <a:pt x="2002945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86824" y="1468091"/>
            <a:ext cx="1794510" cy="1348105"/>
            <a:chOff x="586824" y="1468091"/>
            <a:chExt cx="1794510" cy="134810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349" y="1477616"/>
              <a:ext cx="1775389" cy="132894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1586" y="1472853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5" h="1338580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868024" y="1468091"/>
            <a:ext cx="2028189" cy="1348105"/>
            <a:chOff x="6868024" y="1468091"/>
            <a:chExt cx="2028189" cy="134810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77549" y="1477616"/>
              <a:ext cx="2008994" cy="132894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872786" y="1472853"/>
              <a:ext cx="2018664" cy="1338580"/>
            </a:xfrm>
            <a:custGeom>
              <a:avLst/>
              <a:gdLst/>
              <a:ahLst/>
              <a:cxnLst/>
              <a:rect l="l" t="t" r="r" b="b"/>
              <a:pathLst>
                <a:path w="2018665" h="1338580">
                  <a:moveTo>
                    <a:pt x="0" y="0"/>
                  </a:moveTo>
                  <a:lnTo>
                    <a:pt x="2018519" y="0"/>
                  </a:lnTo>
                  <a:lnTo>
                    <a:pt x="2018519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594328" y="1468091"/>
            <a:ext cx="2064385" cy="1348105"/>
            <a:chOff x="4594328" y="1468091"/>
            <a:chExt cx="2064385" cy="1348105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03853" y="1477616"/>
              <a:ext cx="2045332" cy="132894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599090" y="1472853"/>
              <a:ext cx="2054860" cy="1338580"/>
            </a:xfrm>
            <a:custGeom>
              <a:avLst/>
              <a:gdLst/>
              <a:ahLst/>
              <a:cxnLst/>
              <a:rect l="l" t="t" r="r" b="b"/>
              <a:pathLst>
                <a:path w="2054859" h="1338580">
                  <a:moveTo>
                    <a:pt x="0" y="0"/>
                  </a:moveTo>
                  <a:lnTo>
                    <a:pt x="2054857" y="0"/>
                  </a:lnTo>
                  <a:lnTo>
                    <a:pt x="2054857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2590575" y="1468091"/>
            <a:ext cx="1794510" cy="1348105"/>
            <a:chOff x="2590575" y="1468091"/>
            <a:chExt cx="1794510" cy="1348105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00100" y="1477616"/>
              <a:ext cx="1775389" cy="132894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595338" y="1472853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5" h="1338580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7101629" y="2884209"/>
            <a:ext cx="1794510" cy="1348105"/>
            <a:chOff x="7101629" y="2884209"/>
            <a:chExt cx="1794510" cy="1348105"/>
          </a:xfrm>
        </p:grpSpPr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11154" y="2893734"/>
              <a:ext cx="1775389" cy="132894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106391" y="2888971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4" h="1338579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006164" y="2884209"/>
            <a:ext cx="1794510" cy="1348105"/>
            <a:chOff x="5006164" y="2884209"/>
            <a:chExt cx="1794510" cy="1348105"/>
          </a:xfrm>
        </p:grpSpPr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15689" y="2893734"/>
              <a:ext cx="1775389" cy="132894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010927" y="2888971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4" h="1338579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2682287" y="2884209"/>
            <a:ext cx="2023110" cy="1348105"/>
            <a:chOff x="2682287" y="2884209"/>
            <a:chExt cx="2023110" cy="1348105"/>
          </a:xfrm>
        </p:grpSpPr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91812" y="2893734"/>
              <a:ext cx="2003803" cy="132894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87049" y="2888971"/>
              <a:ext cx="2013585" cy="1338580"/>
            </a:xfrm>
            <a:custGeom>
              <a:avLst/>
              <a:gdLst/>
              <a:ahLst/>
              <a:cxnLst/>
              <a:rect l="l" t="t" r="r" b="b"/>
              <a:pathLst>
                <a:path w="2013585" h="1338579">
                  <a:moveTo>
                    <a:pt x="0" y="0"/>
                  </a:moveTo>
                  <a:lnTo>
                    <a:pt x="2013328" y="0"/>
                  </a:lnTo>
                  <a:lnTo>
                    <a:pt x="2013328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86822" y="2884209"/>
            <a:ext cx="1794510" cy="1348105"/>
            <a:chOff x="586822" y="2884209"/>
            <a:chExt cx="1794510" cy="1348105"/>
          </a:xfrm>
        </p:grpSpPr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6347" y="2893734"/>
              <a:ext cx="1775389" cy="132894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91585" y="2888971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5" h="1338579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851314" y="6036055"/>
            <a:ext cx="3580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Places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365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Dataset,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Zhou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‘17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4330" y="80162"/>
            <a:ext cx="88423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New</a:t>
            </a:r>
            <a:r>
              <a:rPr spc="-55" dirty="0"/>
              <a:t> </a:t>
            </a:r>
            <a:r>
              <a:rPr dirty="0"/>
              <a:t>detection</a:t>
            </a:r>
            <a:r>
              <a:rPr spc="-50" dirty="0"/>
              <a:t> </a:t>
            </a:r>
            <a:r>
              <a:rPr dirty="0"/>
              <a:t>benchmark:</a:t>
            </a:r>
            <a:r>
              <a:rPr spc="-55" dirty="0"/>
              <a:t> </a:t>
            </a:r>
            <a:r>
              <a:rPr dirty="0"/>
              <a:t>COCO</a:t>
            </a:r>
            <a:r>
              <a:rPr spc="-60" dirty="0"/>
              <a:t> </a:t>
            </a:r>
            <a:r>
              <a:rPr spc="-10" dirty="0"/>
              <a:t>(2014)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0750" y="5781376"/>
            <a:ext cx="95478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735" marR="5080" indent="-409067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J.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Huang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al.,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Speed/accuracy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trade-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offs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for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modern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convolutional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object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detectors</a:t>
            </a:r>
            <a:r>
              <a:rPr sz="2000" spc="-10" dirty="0">
                <a:latin typeface="Arial MT"/>
                <a:cs typeface="Arial MT"/>
              </a:rPr>
              <a:t>, </a:t>
            </a:r>
            <a:r>
              <a:rPr sz="2000" dirty="0">
                <a:latin typeface="Arial MT"/>
                <a:cs typeface="Arial MT"/>
              </a:rPr>
              <a:t>CVPR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2017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756" y="999179"/>
            <a:ext cx="7811762" cy="466283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590" y="497958"/>
            <a:ext cx="7707664" cy="56724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29010" y="-34675"/>
            <a:ext cx="433197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What’s</a:t>
            </a:r>
            <a:r>
              <a:rPr spc="-55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dirty="0"/>
              <a:t>Good</a:t>
            </a:r>
            <a:r>
              <a:rPr spc="-40" dirty="0"/>
              <a:t> </a:t>
            </a:r>
            <a:r>
              <a:rPr spc="-20" dirty="0"/>
              <a:t>For?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8412" y="6245409"/>
            <a:ext cx="11971020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 MT"/>
                <a:cs typeface="Arial MT"/>
              </a:rPr>
              <a:t>Z.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Zhou,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G.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Hassena,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B.C.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Weeks,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D.F.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Fouhey.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Quantifying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Bird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Skeletons.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CVPR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Workshops,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2021.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B.C.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Weeks,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Zhou,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B.K.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O'Brien,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Darling,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Dean,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T.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Dias,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Hassena,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Zhang,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D.F. </a:t>
            </a:r>
            <a:r>
              <a:rPr sz="1200" dirty="0">
                <a:latin typeface="Arial MT"/>
                <a:cs typeface="Arial MT"/>
              </a:rPr>
              <a:t>Fouhey.</a:t>
            </a:r>
            <a:r>
              <a:rPr sz="1200" spc="5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7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deep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neural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network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for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high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throughput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measurement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of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functional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traits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museum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skeletal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specimens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Methods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Ecology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Evolution,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2022.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29010" y="-34675"/>
            <a:ext cx="433197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What’s</a:t>
            </a:r>
            <a:r>
              <a:rPr spc="-55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dirty="0"/>
              <a:t>Good</a:t>
            </a:r>
            <a:r>
              <a:rPr spc="-40" dirty="0"/>
              <a:t> </a:t>
            </a:r>
            <a:r>
              <a:rPr spc="-20" dirty="0"/>
              <a:t>For?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34" y="1942097"/>
            <a:ext cx="6061345" cy="34844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18557" y="1915816"/>
            <a:ext cx="5676900" cy="279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478155" indent="-407670">
              <a:lnSpc>
                <a:spcPct val="100000"/>
              </a:lnSpc>
              <a:spcBef>
                <a:spcPts val="100"/>
              </a:spcBef>
              <a:buChar char="•"/>
              <a:tabLst>
                <a:tab pos="419734" algn="l"/>
              </a:tabLst>
            </a:pPr>
            <a:r>
              <a:rPr sz="2600" dirty="0">
                <a:latin typeface="Arial MT"/>
                <a:cs typeface="Arial MT"/>
              </a:rPr>
              <a:t>UM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25K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bird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skeletons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but </a:t>
            </a:r>
            <a:r>
              <a:rPr sz="2600" dirty="0">
                <a:latin typeface="Arial MT"/>
                <a:cs typeface="Arial MT"/>
              </a:rPr>
              <a:t>measuring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bird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bones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by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hand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is </a:t>
            </a:r>
            <a:r>
              <a:rPr sz="2600" dirty="0">
                <a:latin typeface="Arial MT"/>
                <a:cs typeface="Arial MT"/>
              </a:rPr>
              <a:t>hard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tedious.</a:t>
            </a:r>
            <a:endParaRPr sz="2600">
              <a:latin typeface="Arial MT"/>
              <a:cs typeface="Arial MT"/>
            </a:endParaRPr>
          </a:p>
          <a:p>
            <a:pPr marL="419734" marR="5080" indent="-407670">
              <a:lnSpc>
                <a:spcPct val="100000"/>
              </a:lnSpc>
              <a:buChar char="•"/>
              <a:tabLst>
                <a:tab pos="419734" algn="l"/>
              </a:tabLst>
            </a:pPr>
            <a:r>
              <a:rPr sz="2600" dirty="0">
                <a:latin typeface="Arial MT"/>
                <a:cs typeface="Arial MT"/>
              </a:rPr>
              <a:t>New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solution: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dump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bones,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take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picture,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deep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network.</a:t>
            </a:r>
            <a:endParaRPr sz="2600">
              <a:latin typeface="Arial MT"/>
              <a:cs typeface="Arial MT"/>
            </a:endParaRPr>
          </a:p>
          <a:p>
            <a:pPr marL="419734" marR="403860" indent="-407670">
              <a:lnSpc>
                <a:spcPct val="100000"/>
              </a:lnSpc>
              <a:buChar char="•"/>
              <a:tabLst>
                <a:tab pos="419734" algn="l"/>
              </a:tabLst>
            </a:pPr>
            <a:r>
              <a:rPr sz="2600" dirty="0">
                <a:latin typeface="Arial MT"/>
                <a:cs typeface="Arial MT"/>
              </a:rPr>
              <a:t>Now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enabling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testing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hypotheses </a:t>
            </a:r>
            <a:r>
              <a:rPr sz="2600" dirty="0">
                <a:latin typeface="Arial MT"/>
                <a:cs typeface="Arial MT"/>
              </a:rPr>
              <a:t>about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birds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at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huge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scale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412" y="6245409"/>
            <a:ext cx="11971020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 MT"/>
                <a:cs typeface="Arial MT"/>
              </a:rPr>
              <a:t>Z.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Zhou,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G.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Hassena,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B.C.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Weeks,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D.F.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Fouhey.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Quantifying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Bird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Skeletons.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CVPR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Workshops,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2021.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B.C.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Weeks,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Zhou,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B.K.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O'Brien,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Darling,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Dean,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T.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Dias,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Hassena,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Zhang,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D.F. </a:t>
            </a:r>
            <a:r>
              <a:rPr sz="1200" dirty="0">
                <a:latin typeface="Arial MT"/>
                <a:cs typeface="Arial MT"/>
              </a:rPr>
              <a:t>Fouhey.</a:t>
            </a:r>
            <a:r>
              <a:rPr sz="1200" spc="5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7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deep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neural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network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for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high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throughput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measurement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of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functional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traits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museum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skeletal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specimens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Methods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Ecology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Evolution,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2022.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9E6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575"/>
            <a:ext cx="704849" cy="7048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2350" y="2258600"/>
            <a:ext cx="112617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2000" spc="-315" dirty="0">
                <a:latin typeface="Trebuchet MS"/>
                <a:cs typeface="Trebuchet MS"/>
              </a:rPr>
              <a:t>(1)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Computer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Vision: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Algorithms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Applications,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2nd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250" dirty="0">
                <a:latin typeface="Trebuchet MS"/>
                <a:cs typeface="Trebuchet MS"/>
              </a:rPr>
              <a:t>(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Text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Book-</a:t>
            </a:r>
            <a:r>
              <a:rPr sz="2000" spc="-270" dirty="0">
                <a:latin typeface="Trebuchet MS"/>
                <a:cs typeface="Trebuchet MS"/>
              </a:rPr>
              <a:t>1)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285" dirty="0">
                <a:latin typeface="Trebuchet MS"/>
                <a:cs typeface="Trebuchet MS"/>
              </a:rPr>
              <a:t>,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Richard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Szeliski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85" dirty="0">
                <a:latin typeface="Trebuchet MS"/>
                <a:cs typeface="Trebuchet MS"/>
              </a:rPr>
              <a:t>;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Section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6.3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350" y="2532920"/>
            <a:ext cx="9232900" cy="2524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AutoNum type="arabicParenBoth" startAt="2"/>
              <a:tabLst>
                <a:tab pos="352425" algn="l"/>
              </a:tabLst>
            </a:pPr>
            <a:r>
              <a:rPr sz="2000" u="heavy" spc="-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Object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Detection</a:t>
            </a:r>
            <a:r>
              <a:rPr sz="2000" u="heavy" spc="-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9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with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6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Deep</a:t>
            </a:r>
            <a:r>
              <a:rPr sz="2000" u="heavy" spc="-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4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Learning:</a:t>
            </a:r>
            <a:r>
              <a:rPr sz="2000" u="heavy" spc="-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1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A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Review</a:t>
            </a:r>
            <a:r>
              <a:rPr sz="2000" spc="-90" dirty="0">
                <a:solidFill>
                  <a:srgbClr val="0563C1"/>
                </a:solidFill>
                <a:latin typeface="Trebuchet MS"/>
                <a:cs typeface="Trebuchet MS"/>
              </a:rPr>
              <a:t> </a:t>
            </a:r>
            <a:r>
              <a:rPr sz="2000" spc="-260" dirty="0">
                <a:latin typeface="Trebuchet MS"/>
                <a:cs typeface="Trebuchet MS"/>
              </a:rPr>
              <a:t>[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IEEE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Transactions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140" dirty="0">
                <a:latin typeface="Trebuchet MS"/>
                <a:cs typeface="Trebuchet MS"/>
              </a:rPr>
              <a:t>NN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&amp;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LS)</a:t>
            </a:r>
            <a:endParaRPr sz="2000">
              <a:latin typeface="Trebuchet MS"/>
              <a:cs typeface="Trebuchet MS"/>
            </a:endParaRPr>
          </a:p>
          <a:p>
            <a:pPr marL="344805" indent="-333375">
              <a:lnSpc>
                <a:spcPct val="100000"/>
              </a:lnSpc>
              <a:spcBef>
                <a:spcPts val="1920"/>
              </a:spcBef>
              <a:buClr>
                <a:srgbClr val="000000"/>
              </a:buClr>
              <a:buAutoNum type="arabicParenBoth" startAt="2"/>
              <a:tabLst>
                <a:tab pos="344805" algn="l"/>
              </a:tabLst>
            </a:pPr>
            <a:r>
              <a:rPr sz="20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Chapter</a:t>
            </a:r>
            <a:r>
              <a:rPr sz="2000" u="heavy" spc="-9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2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-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10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4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–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Object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5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Detection,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Yolo</a:t>
            </a:r>
            <a:r>
              <a:rPr sz="2000" u="heavy" spc="-9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and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their </a:t>
            </a:r>
            <a:r>
              <a:rPr sz="20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Implementation</a:t>
            </a:r>
            <a:endParaRPr sz="2000">
              <a:latin typeface="Trebuchet MS"/>
              <a:cs typeface="Trebuchet MS"/>
            </a:endParaRPr>
          </a:p>
          <a:p>
            <a:pPr marL="344805" indent="-333375">
              <a:lnSpc>
                <a:spcPct val="100000"/>
              </a:lnSpc>
              <a:spcBef>
                <a:spcPts val="1920"/>
              </a:spcBef>
              <a:buAutoNum type="arabicParenBoth" startAt="2"/>
              <a:tabLst>
                <a:tab pos="344805" algn="l"/>
              </a:tabLst>
            </a:pPr>
            <a:r>
              <a:rPr sz="2000" spc="55" dirty="0">
                <a:latin typeface="Trebuchet MS"/>
                <a:cs typeface="Trebuchet MS"/>
              </a:rPr>
              <a:t>R-</a:t>
            </a:r>
            <a:r>
              <a:rPr sz="2000" spc="75" dirty="0">
                <a:latin typeface="Trebuchet MS"/>
                <a:cs typeface="Trebuchet MS"/>
              </a:rPr>
              <a:t>CNN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paper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-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u="heavy" spc="-1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5"/>
              </a:rPr>
              <a:t>https://arxiv.org/pdf/1311.2524</a:t>
            </a:r>
            <a:endParaRPr sz="2000">
              <a:latin typeface="Trebuchet MS"/>
              <a:cs typeface="Trebuchet MS"/>
            </a:endParaRPr>
          </a:p>
          <a:p>
            <a:pPr marL="353060" indent="-340360">
              <a:lnSpc>
                <a:spcPct val="100000"/>
              </a:lnSpc>
              <a:spcBef>
                <a:spcPts val="1920"/>
              </a:spcBef>
              <a:buAutoNum type="arabicParenBoth" startAt="2"/>
              <a:tabLst>
                <a:tab pos="353060" algn="l"/>
              </a:tabLst>
            </a:pPr>
            <a:r>
              <a:rPr sz="2000" dirty="0">
                <a:latin typeface="Trebuchet MS"/>
                <a:cs typeface="Trebuchet MS"/>
              </a:rPr>
              <a:t>Fast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R-</a:t>
            </a:r>
            <a:r>
              <a:rPr sz="2000" spc="75" dirty="0">
                <a:latin typeface="Trebuchet MS"/>
                <a:cs typeface="Trebuchet MS"/>
              </a:rPr>
              <a:t>CNN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-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u="heavy" spc="-6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6"/>
              </a:rPr>
              <a:t>https://arxiv.org/pdf/1504.08083</a:t>
            </a:r>
            <a:endParaRPr sz="2000">
              <a:latin typeface="Trebuchet MS"/>
              <a:cs typeface="Trebuchet MS"/>
            </a:endParaRPr>
          </a:p>
          <a:p>
            <a:pPr marL="353060" indent="-340360">
              <a:lnSpc>
                <a:spcPct val="100000"/>
              </a:lnSpc>
              <a:spcBef>
                <a:spcPts val="1920"/>
              </a:spcBef>
              <a:buAutoNum type="arabicParenBoth" startAt="2"/>
              <a:tabLst>
                <a:tab pos="353060" algn="l"/>
              </a:tabLst>
            </a:pPr>
            <a:r>
              <a:rPr sz="2000" spc="-20" dirty="0">
                <a:latin typeface="Trebuchet MS"/>
                <a:cs typeface="Trebuchet MS"/>
              </a:rPr>
              <a:t>Faster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R-</a:t>
            </a:r>
            <a:r>
              <a:rPr sz="2000" spc="75" dirty="0">
                <a:latin typeface="Trebuchet MS"/>
                <a:cs typeface="Trebuchet MS"/>
              </a:rPr>
              <a:t>CNN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-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u="heavy" spc="-8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7"/>
              </a:rPr>
              <a:t>https://arxiv.org/pdf/1506.01497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581649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6705" y="192510"/>
            <a:ext cx="2672655" cy="8659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338988" y="4112919"/>
            <a:ext cx="1940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Thank</a:t>
            </a:r>
            <a:r>
              <a:rPr sz="3600" spc="-25" dirty="0">
                <a:latin typeface="Calibri"/>
                <a:cs typeface="Calibri"/>
              </a:rPr>
              <a:t> you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1352</TotalTime>
  <Words>3038</Words>
  <Application>Microsoft Macintosh PowerPoint</Application>
  <PresentationFormat>Widescreen</PresentationFormat>
  <Paragraphs>389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MS PGothic</vt:lpstr>
      <vt:lpstr>Aptos</vt:lpstr>
      <vt:lpstr>Arial</vt:lpstr>
      <vt:lpstr>Arial MT</vt:lpstr>
      <vt:lpstr>Calibri</vt:lpstr>
      <vt:lpstr>Times New Roman</vt:lpstr>
      <vt:lpstr>Trebuchet MS</vt:lpstr>
      <vt:lpstr>Office Theme</vt:lpstr>
      <vt:lpstr>Computer Vision 2024-25 First Semester, M.Tech (AIML)</vt:lpstr>
      <vt:lpstr>Topics</vt:lpstr>
      <vt:lpstr>Object Detection</vt:lpstr>
      <vt:lpstr>An Approach</vt:lpstr>
      <vt:lpstr>Sliding Window Classification</vt:lpstr>
      <vt:lpstr>Sliding Window</vt:lpstr>
      <vt:lpstr>Generating hypotheses</vt:lpstr>
      <vt:lpstr>Each window classified separately</vt:lpstr>
      <vt:lpstr>How Many Boxes Are There?</vt:lpstr>
      <vt:lpstr>Challenges of Object Detection</vt:lpstr>
      <vt:lpstr>Are You Smarter than a Random Number Generator?</vt:lpstr>
      <vt:lpstr>Evaluating – Bounding Boxes</vt:lpstr>
      <vt:lpstr>Evaluating – Bounding Boxes</vt:lpstr>
      <vt:lpstr>Evaluating – Bounding Boxes</vt:lpstr>
      <vt:lpstr>PowerPoint Presentation</vt:lpstr>
      <vt:lpstr>Evaluating Performance</vt:lpstr>
      <vt:lpstr>Evaluating Performance</vt:lpstr>
      <vt:lpstr>PowerPoint Presentation</vt:lpstr>
      <vt:lpstr>PowerPoint Presentation</vt:lpstr>
      <vt:lpstr>Generic object detection</vt:lpstr>
      <vt:lpstr>Histograms of oriented gradients (HOG)</vt:lpstr>
      <vt:lpstr>Pedestrian detection with HOG</vt:lpstr>
      <vt:lpstr>Pedestrian detection with HOG</vt:lpstr>
      <vt:lpstr>Example detections</vt:lpstr>
      <vt:lpstr>PASCAL VOC Challenge (2005-2012)</vt:lpstr>
      <vt:lpstr>Object detection progress PASCAL VOC</vt:lpstr>
      <vt:lpstr>Region Proposals</vt:lpstr>
      <vt:lpstr>Region Proposals</vt:lpstr>
      <vt:lpstr>Segmentation to do selective search</vt:lpstr>
      <vt:lpstr>R-CNN: Region proposals + CNN features</vt:lpstr>
      <vt:lpstr>PowerPoint Presentation</vt:lpstr>
      <vt:lpstr>R-CNN details</vt:lpstr>
      <vt:lpstr>PowerPoint Presentation</vt:lpstr>
      <vt:lpstr>PowerPoint Presentation</vt:lpstr>
      <vt:lpstr>R-CNN pros and cons</vt:lpstr>
      <vt:lpstr>PowerPoint Presentation</vt:lpstr>
      <vt:lpstr>PowerPoint Presentation</vt:lpstr>
      <vt:lpstr>PowerPoint Presentation</vt:lpstr>
      <vt:lpstr>Faster R-CNN</vt:lpstr>
      <vt:lpstr>Region Proposal Network (RPN)</vt:lpstr>
      <vt:lpstr>ROI Pooling/Align</vt:lpstr>
      <vt:lpstr>ROI Pooling/Align</vt:lpstr>
      <vt:lpstr>ROI Pooling/Align</vt:lpstr>
      <vt:lpstr>PowerPoint Presentation</vt:lpstr>
      <vt:lpstr>PowerPoint Presentation</vt:lpstr>
      <vt:lpstr>PowerPoint Presentation</vt:lpstr>
      <vt:lpstr>PowerPoint Presentation</vt:lpstr>
      <vt:lpstr>Mask RCNN</vt:lpstr>
      <vt:lpstr>MaskRCNN – Results</vt:lpstr>
      <vt:lpstr>Extending Object Detection</vt:lpstr>
      <vt:lpstr>Extending Object Detection</vt:lpstr>
      <vt:lpstr>Extending Object Detection</vt:lpstr>
      <vt:lpstr>YOLO</vt:lpstr>
      <vt:lpstr>YOLO</vt:lpstr>
      <vt:lpstr>YOLO</vt:lpstr>
      <vt:lpstr>New detection benchmark: COCO (2014)</vt:lpstr>
      <vt:lpstr>A Few Caveats</vt:lpstr>
      <vt:lpstr>Who takes photos of open refrigerators ?????</vt:lpstr>
      <vt:lpstr>Guess the category!</vt:lpstr>
      <vt:lpstr>Kitchens from Googling</vt:lpstr>
      <vt:lpstr>New detection benchmark: COCO (2014)</vt:lpstr>
      <vt:lpstr>What’s It Good For?</vt:lpstr>
      <vt:lpstr>What’s It Good For?</vt:lpstr>
      <vt:lpstr>(1) Computer Vision: Algorithms and Applications, 2nd ed ( Text Book-1) , Richard Szeliski ; Section 6.3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CV#13: Object Detction - RCNN, Yolo.pptx</dc:title>
  <cp:lastModifiedBy>Dhruba Adhikary .</cp:lastModifiedBy>
  <cp:revision>5</cp:revision>
  <dcterms:created xsi:type="dcterms:W3CDTF">2025-08-23T08:10:15Z</dcterms:created>
  <dcterms:modified xsi:type="dcterms:W3CDTF">2026-08-01T07:18:23Z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2025-08-23T00:00:00Z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2025-08-23T00:00:00Z</vt:filetime>
  </property>
</Properties>
</file>